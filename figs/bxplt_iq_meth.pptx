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g4"/>
            <p:cNvSpPr/>
            <p:nvPr/>
          </p:nvSpPr>
          <p:spPr>
            <a:xfrm>
              <a:off x="1446866" y="3000907"/>
              <a:ext cx="88158" cy="56049"/>
            </a:xfrm>
            <a:custGeom>
              <a:avLst/>
              <a:pathLst>
                <a:path w="88158" h="56049">
                  <a:moveTo>
                    <a:pt x="0" y="56049"/>
                  </a:moveTo>
                  <a:lnTo>
                    <a:pt x="88158" y="56049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446866" y="3018007"/>
              <a:ext cx="88158" cy="0"/>
            </a:xfrm>
            <a:custGeom>
              <a:avLst/>
              <a:pathLst>
                <a:path w="88158" h="0">
                  <a:moveTo>
                    <a:pt x="0" y="0"/>
                  </a:moveTo>
                  <a:lnTo>
                    <a:pt x="8815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490946" y="305695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490946" y="2956548"/>
              <a:ext cx="0" cy="44358"/>
            </a:xfrm>
            <a:custGeom>
              <a:avLst/>
              <a:pathLst>
                <a:path w="0" h="44358">
                  <a:moveTo>
                    <a:pt x="0" y="0"/>
                  </a:moveTo>
                  <a:lnTo>
                    <a:pt x="0" y="4435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468906" y="3056957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468906" y="2956548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1446866" y="3000907"/>
              <a:ext cx="88158" cy="56049"/>
            </a:xfrm>
            <a:custGeom>
              <a:avLst/>
              <a:pathLst>
                <a:path w="88158" h="56049">
                  <a:moveTo>
                    <a:pt x="0" y="56049"/>
                  </a:moveTo>
                  <a:lnTo>
                    <a:pt x="88158" y="56049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2034589" y="2970336"/>
              <a:ext cx="88158" cy="86621"/>
            </a:xfrm>
            <a:custGeom>
              <a:avLst/>
              <a:pathLst>
                <a:path w="88158" h="86621">
                  <a:moveTo>
                    <a:pt x="0" y="86621"/>
                  </a:moveTo>
                  <a:lnTo>
                    <a:pt x="88158" y="86621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034589" y="3018007"/>
              <a:ext cx="88158" cy="0"/>
            </a:xfrm>
            <a:custGeom>
              <a:avLst/>
              <a:pathLst>
                <a:path w="88158" h="0">
                  <a:moveTo>
                    <a:pt x="0" y="0"/>
                  </a:moveTo>
                  <a:lnTo>
                    <a:pt x="8815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078668" y="305695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078668" y="2956548"/>
              <a:ext cx="0" cy="13787"/>
            </a:xfrm>
            <a:custGeom>
              <a:avLst/>
              <a:pathLst>
                <a:path w="0" h="13787">
                  <a:moveTo>
                    <a:pt x="0" y="0"/>
                  </a:moveTo>
                  <a:lnTo>
                    <a:pt x="0" y="1378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056628" y="3056957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056628" y="2956548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2034589" y="2970336"/>
              <a:ext cx="88158" cy="86621"/>
            </a:xfrm>
            <a:custGeom>
              <a:avLst/>
              <a:pathLst>
                <a:path w="88158" h="86621">
                  <a:moveTo>
                    <a:pt x="0" y="86621"/>
                  </a:moveTo>
                  <a:lnTo>
                    <a:pt x="88158" y="86621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8"/>
            <p:cNvSpPr/>
            <p:nvPr/>
          </p:nvSpPr>
          <p:spPr>
            <a:xfrm>
              <a:off x="2622311" y="2470801"/>
              <a:ext cx="88158" cy="565794"/>
            </a:xfrm>
            <a:custGeom>
              <a:avLst/>
              <a:pathLst>
                <a:path w="88158" h="565794">
                  <a:moveTo>
                    <a:pt x="0" y="565794"/>
                  </a:moveTo>
                  <a:lnTo>
                    <a:pt x="88158" y="565794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2622311" y="2985075"/>
              <a:ext cx="88158" cy="0"/>
            </a:xfrm>
            <a:custGeom>
              <a:avLst/>
              <a:pathLst>
                <a:path w="88158" h="0">
                  <a:moveTo>
                    <a:pt x="0" y="0"/>
                  </a:moveTo>
                  <a:lnTo>
                    <a:pt x="8815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2666390" y="3036596"/>
              <a:ext cx="0" cy="20361"/>
            </a:xfrm>
            <a:custGeom>
              <a:avLst/>
              <a:pathLst>
                <a:path w="0" h="20361">
                  <a:moveTo>
                    <a:pt x="0" y="2036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2666390" y="2256313"/>
              <a:ext cx="0" cy="214488"/>
            </a:xfrm>
            <a:custGeom>
              <a:avLst/>
              <a:pathLst>
                <a:path w="0" h="214488">
                  <a:moveTo>
                    <a:pt x="0" y="0"/>
                  </a:moveTo>
                  <a:lnTo>
                    <a:pt x="0" y="21448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2644350" y="3056957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644350" y="2256313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2622311" y="2470801"/>
              <a:ext cx="88158" cy="565794"/>
            </a:xfrm>
            <a:custGeom>
              <a:avLst/>
              <a:pathLst>
                <a:path w="88158" h="565794">
                  <a:moveTo>
                    <a:pt x="0" y="565794"/>
                  </a:moveTo>
                  <a:lnTo>
                    <a:pt x="88158" y="565794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5"/>
            <p:cNvSpPr/>
            <p:nvPr/>
          </p:nvSpPr>
          <p:spPr>
            <a:xfrm>
              <a:off x="3210033" y="2436091"/>
              <a:ext cx="88158" cy="564816"/>
            </a:xfrm>
            <a:custGeom>
              <a:avLst/>
              <a:pathLst>
                <a:path w="88158" h="564816">
                  <a:moveTo>
                    <a:pt x="0" y="564816"/>
                  </a:moveTo>
                  <a:lnTo>
                    <a:pt x="88158" y="564816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3210033" y="2485153"/>
              <a:ext cx="88158" cy="0"/>
            </a:xfrm>
            <a:custGeom>
              <a:avLst/>
              <a:pathLst>
                <a:path w="88158" h="0">
                  <a:moveTo>
                    <a:pt x="0" y="0"/>
                  </a:moveTo>
                  <a:lnTo>
                    <a:pt x="8815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3254112" y="3000907"/>
              <a:ext cx="0" cy="56049"/>
            </a:xfrm>
            <a:custGeom>
              <a:avLst/>
              <a:pathLst>
                <a:path w="0" h="56049">
                  <a:moveTo>
                    <a:pt x="0" y="5604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3254112" y="2254633"/>
              <a:ext cx="0" cy="181457"/>
            </a:xfrm>
            <a:custGeom>
              <a:avLst/>
              <a:pathLst>
                <a:path w="0" h="181457">
                  <a:moveTo>
                    <a:pt x="0" y="0"/>
                  </a:moveTo>
                  <a:lnTo>
                    <a:pt x="0" y="18145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3232072" y="3056957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3232072" y="2254633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1"/>
            <p:cNvSpPr/>
            <p:nvPr/>
          </p:nvSpPr>
          <p:spPr>
            <a:xfrm>
              <a:off x="3210033" y="2436091"/>
              <a:ext cx="88158" cy="564816"/>
            </a:xfrm>
            <a:custGeom>
              <a:avLst/>
              <a:pathLst>
                <a:path w="88158" h="564816">
                  <a:moveTo>
                    <a:pt x="0" y="564816"/>
                  </a:moveTo>
                  <a:lnTo>
                    <a:pt x="88158" y="564816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2"/>
            <p:cNvSpPr/>
            <p:nvPr/>
          </p:nvSpPr>
          <p:spPr>
            <a:xfrm>
              <a:off x="3797755" y="2424412"/>
              <a:ext cx="88158" cy="60080"/>
            </a:xfrm>
            <a:custGeom>
              <a:avLst/>
              <a:pathLst>
                <a:path w="88158" h="60080">
                  <a:moveTo>
                    <a:pt x="0" y="60080"/>
                  </a:moveTo>
                  <a:lnTo>
                    <a:pt x="88158" y="60080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3797755" y="2456388"/>
              <a:ext cx="88158" cy="0"/>
            </a:xfrm>
            <a:custGeom>
              <a:avLst/>
              <a:pathLst>
                <a:path w="88158" h="0">
                  <a:moveTo>
                    <a:pt x="0" y="0"/>
                  </a:moveTo>
                  <a:lnTo>
                    <a:pt x="8815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841834" y="2484493"/>
              <a:ext cx="0" cy="27816"/>
            </a:xfrm>
            <a:custGeom>
              <a:avLst/>
              <a:pathLst>
                <a:path w="0" h="27816">
                  <a:moveTo>
                    <a:pt x="0" y="2781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3841834" y="2334372"/>
              <a:ext cx="0" cy="90040"/>
            </a:xfrm>
            <a:custGeom>
              <a:avLst/>
              <a:pathLst>
                <a:path w="0" h="90040">
                  <a:moveTo>
                    <a:pt x="0" y="0"/>
                  </a:moveTo>
                  <a:lnTo>
                    <a:pt x="0" y="9004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3819795" y="2512309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3819795" y="2334372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8"/>
            <p:cNvSpPr/>
            <p:nvPr/>
          </p:nvSpPr>
          <p:spPr>
            <a:xfrm>
              <a:off x="3797755" y="2424412"/>
              <a:ext cx="88158" cy="60080"/>
            </a:xfrm>
            <a:custGeom>
              <a:avLst/>
              <a:pathLst>
                <a:path w="88158" h="60080">
                  <a:moveTo>
                    <a:pt x="0" y="60080"/>
                  </a:moveTo>
                  <a:lnTo>
                    <a:pt x="88158" y="60080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1490946" y="3089050"/>
              <a:ext cx="2350888" cy="0"/>
            </a:xfrm>
            <a:custGeom>
              <a:avLst/>
              <a:pathLst>
                <a:path w="2350888" h="0">
                  <a:moveTo>
                    <a:pt x="0" y="0"/>
                  </a:moveTo>
                  <a:lnTo>
                    <a:pt x="2350888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1490946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2078668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2666390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3254112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3841834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5"/>
            <p:cNvSpPr/>
            <p:nvPr/>
          </p:nvSpPr>
          <p:spPr>
            <a:xfrm>
              <a:off x="1257850" y="3249492"/>
              <a:ext cx="466192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(-1,0.2]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2395772" y="3249492"/>
              <a:ext cx="541235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(0.4,0.6]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3571217" y="3249492"/>
              <a:ext cx="541235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(0.8,1.1]</a:t>
              </a:r>
            </a:p>
          </p:txBody>
        </p:sp>
        <p:sp>
          <p:nvSpPr>
            <p:cNvPr id="49" name="pl48"/>
            <p:cNvSpPr/>
            <p:nvPr/>
          </p:nvSpPr>
          <p:spPr>
            <a:xfrm>
              <a:off x="1079540" y="2364230"/>
              <a:ext cx="0" cy="592318"/>
            </a:xfrm>
            <a:custGeom>
              <a:avLst/>
              <a:pathLst>
                <a:path w="0" h="592318">
                  <a:moveTo>
                    <a:pt x="0" y="59231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1003645" y="2956548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1003645" y="2808469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1003645" y="2660389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1003645" y="2512309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1003645" y="2364230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tx54"/>
            <p:cNvSpPr/>
            <p:nvPr/>
          </p:nvSpPr>
          <p:spPr>
            <a:xfrm rot="-5400000">
              <a:off x="811046" y="2910442"/>
              <a:ext cx="80478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56" name="tx55"/>
            <p:cNvSpPr/>
            <p:nvPr/>
          </p:nvSpPr>
          <p:spPr>
            <a:xfrm rot="-5400000">
              <a:off x="809317" y="2612553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57" name="tx56"/>
            <p:cNvSpPr/>
            <p:nvPr/>
          </p:nvSpPr>
          <p:spPr>
            <a:xfrm rot="-5400000">
              <a:off x="809317" y="2316394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1305353" y="1815574"/>
              <a:ext cx="2722073" cy="1511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iq_meth, tss = 1, cor = 0.713,0.712</a:t>
              </a:r>
            </a:p>
          </p:txBody>
        </p:sp>
        <p:sp>
          <p:nvSpPr>
            <p:cNvPr id="59" name="pg58"/>
            <p:cNvSpPr/>
            <p:nvPr/>
          </p:nvSpPr>
          <p:spPr>
            <a:xfrm>
              <a:off x="1079540" y="2222540"/>
              <a:ext cx="3173699" cy="866509"/>
            </a:xfrm>
            <a:custGeom>
              <a:avLst/>
              <a:pathLst>
                <a:path w="3173699" h="866509">
                  <a:moveTo>
                    <a:pt x="0" y="866509"/>
                  </a:moveTo>
                  <a:lnTo>
                    <a:pt x="3173699" y="866509"/>
                  </a:lnTo>
                  <a:lnTo>
                    <a:pt x="317369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59"/>
            <p:cNvSpPr/>
            <p:nvPr/>
          </p:nvSpPr>
          <p:spPr>
            <a:xfrm>
              <a:off x="1564411" y="3000907"/>
              <a:ext cx="88158" cy="56049"/>
            </a:xfrm>
            <a:custGeom>
              <a:avLst/>
              <a:pathLst>
                <a:path w="88158" h="56049">
                  <a:moveTo>
                    <a:pt x="0" y="56049"/>
                  </a:moveTo>
                  <a:lnTo>
                    <a:pt x="88158" y="56049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1564411" y="3036596"/>
              <a:ext cx="88158" cy="0"/>
            </a:xfrm>
            <a:custGeom>
              <a:avLst/>
              <a:pathLst>
                <a:path w="88158" h="0">
                  <a:moveTo>
                    <a:pt x="0" y="0"/>
                  </a:moveTo>
                  <a:lnTo>
                    <a:pt x="8815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1608490" y="305695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1608490" y="2956548"/>
              <a:ext cx="0" cy="44358"/>
            </a:xfrm>
            <a:custGeom>
              <a:avLst/>
              <a:pathLst>
                <a:path w="0" h="44358">
                  <a:moveTo>
                    <a:pt x="0" y="0"/>
                  </a:moveTo>
                  <a:lnTo>
                    <a:pt x="0" y="4435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1586450" y="3056957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1586450" y="2956548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5"/>
            <p:cNvSpPr/>
            <p:nvPr/>
          </p:nvSpPr>
          <p:spPr>
            <a:xfrm>
              <a:off x="1564411" y="3000907"/>
              <a:ext cx="88158" cy="56049"/>
            </a:xfrm>
            <a:custGeom>
              <a:avLst/>
              <a:pathLst>
                <a:path w="88158" h="56049">
                  <a:moveTo>
                    <a:pt x="0" y="56049"/>
                  </a:moveTo>
                  <a:lnTo>
                    <a:pt x="88158" y="56049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6"/>
            <p:cNvSpPr/>
            <p:nvPr/>
          </p:nvSpPr>
          <p:spPr>
            <a:xfrm>
              <a:off x="2152133" y="2970336"/>
              <a:ext cx="88158" cy="86621"/>
            </a:xfrm>
            <a:custGeom>
              <a:avLst/>
              <a:pathLst>
                <a:path w="88158" h="86621">
                  <a:moveTo>
                    <a:pt x="0" y="86621"/>
                  </a:moveTo>
                  <a:lnTo>
                    <a:pt x="88158" y="86621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2152133" y="3018007"/>
              <a:ext cx="88158" cy="0"/>
            </a:xfrm>
            <a:custGeom>
              <a:avLst/>
              <a:pathLst>
                <a:path w="88158" h="0">
                  <a:moveTo>
                    <a:pt x="0" y="0"/>
                  </a:moveTo>
                  <a:lnTo>
                    <a:pt x="8815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2196212" y="305695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2196212" y="2956548"/>
              <a:ext cx="0" cy="13787"/>
            </a:xfrm>
            <a:custGeom>
              <a:avLst/>
              <a:pathLst>
                <a:path w="0" h="13787">
                  <a:moveTo>
                    <a:pt x="0" y="0"/>
                  </a:moveTo>
                  <a:lnTo>
                    <a:pt x="0" y="1378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2174173" y="3056957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2174173" y="2956548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2"/>
            <p:cNvSpPr/>
            <p:nvPr/>
          </p:nvSpPr>
          <p:spPr>
            <a:xfrm>
              <a:off x="2152133" y="2970336"/>
              <a:ext cx="88158" cy="86621"/>
            </a:xfrm>
            <a:custGeom>
              <a:avLst/>
              <a:pathLst>
                <a:path w="88158" h="86621">
                  <a:moveTo>
                    <a:pt x="0" y="86621"/>
                  </a:moveTo>
                  <a:lnTo>
                    <a:pt x="88158" y="86621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3"/>
            <p:cNvSpPr/>
            <p:nvPr/>
          </p:nvSpPr>
          <p:spPr>
            <a:xfrm>
              <a:off x="2739855" y="2458129"/>
              <a:ext cx="88158" cy="559877"/>
            </a:xfrm>
            <a:custGeom>
              <a:avLst/>
              <a:pathLst>
                <a:path w="88158" h="559877">
                  <a:moveTo>
                    <a:pt x="0" y="559877"/>
                  </a:moveTo>
                  <a:lnTo>
                    <a:pt x="88158" y="559877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2739855" y="2970336"/>
              <a:ext cx="88158" cy="0"/>
            </a:xfrm>
            <a:custGeom>
              <a:avLst/>
              <a:pathLst>
                <a:path w="88158" h="0">
                  <a:moveTo>
                    <a:pt x="0" y="0"/>
                  </a:moveTo>
                  <a:lnTo>
                    <a:pt x="8815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2783934" y="3018007"/>
              <a:ext cx="0" cy="38950"/>
            </a:xfrm>
            <a:custGeom>
              <a:avLst/>
              <a:pathLst>
                <a:path w="0" h="38950">
                  <a:moveTo>
                    <a:pt x="0" y="3895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2783934" y="2294776"/>
              <a:ext cx="0" cy="163353"/>
            </a:xfrm>
            <a:custGeom>
              <a:avLst/>
              <a:pathLst>
                <a:path w="0" h="163353">
                  <a:moveTo>
                    <a:pt x="0" y="0"/>
                  </a:moveTo>
                  <a:lnTo>
                    <a:pt x="0" y="16335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2761895" y="3056957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2761895" y="2294776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79"/>
            <p:cNvSpPr/>
            <p:nvPr/>
          </p:nvSpPr>
          <p:spPr>
            <a:xfrm>
              <a:off x="2739855" y="2458129"/>
              <a:ext cx="88158" cy="559877"/>
            </a:xfrm>
            <a:custGeom>
              <a:avLst/>
              <a:pathLst>
                <a:path w="88158" h="559877">
                  <a:moveTo>
                    <a:pt x="0" y="559877"/>
                  </a:moveTo>
                  <a:lnTo>
                    <a:pt x="88158" y="559877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0"/>
            <p:cNvSpPr/>
            <p:nvPr/>
          </p:nvSpPr>
          <p:spPr>
            <a:xfrm>
              <a:off x="3327577" y="2428714"/>
              <a:ext cx="88158" cy="573843"/>
            </a:xfrm>
            <a:custGeom>
              <a:avLst/>
              <a:pathLst>
                <a:path w="88158" h="573843">
                  <a:moveTo>
                    <a:pt x="0" y="573843"/>
                  </a:moveTo>
                  <a:lnTo>
                    <a:pt x="88158" y="573843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3327577" y="2487518"/>
              <a:ext cx="88158" cy="0"/>
            </a:xfrm>
            <a:custGeom>
              <a:avLst/>
              <a:pathLst>
                <a:path w="88158" h="0">
                  <a:moveTo>
                    <a:pt x="0" y="0"/>
                  </a:moveTo>
                  <a:lnTo>
                    <a:pt x="8815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2"/>
            <p:cNvSpPr/>
            <p:nvPr/>
          </p:nvSpPr>
          <p:spPr>
            <a:xfrm>
              <a:off x="3371656" y="3002557"/>
              <a:ext cx="0" cy="54400"/>
            </a:xfrm>
            <a:custGeom>
              <a:avLst/>
              <a:pathLst>
                <a:path w="0" h="54400">
                  <a:moveTo>
                    <a:pt x="0" y="5440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3371656" y="2288772"/>
              <a:ext cx="0" cy="139942"/>
            </a:xfrm>
            <a:custGeom>
              <a:avLst/>
              <a:pathLst>
                <a:path w="0" h="139942">
                  <a:moveTo>
                    <a:pt x="0" y="0"/>
                  </a:moveTo>
                  <a:lnTo>
                    <a:pt x="0" y="13994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5" name="pl84"/>
            <p:cNvSpPr/>
            <p:nvPr/>
          </p:nvSpPr>
          <p:spPr>
            <a:xfrm>
              <a:off x="3349617" y="3056957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3349617" y="2288772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6"/>
            <p:cNvSpPr/>
            <p:nvPr/>
          </p:nvSpPr>
          <p:spPr>
            <a:xfrm>
              <a:off x="3327577" y="2428714"/>
              <a:ext cx="88158" cy="573843"/>
            </a:xfrm>
            <a:custGeom>
              <a:avLst/>
              <a:pathLst>
                <a:path w="88158" h="573843">
                  <a:moveTo>
                    <a:pt x="0" y="573843"/>
                  </a:moveTo>
                  <a:lnTo>
                    <a:pt x="88158" y="573843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7"/>
            <p:cNvSpPr/>
            <p:nvPr/>
          </p:nvSpPr>
          <p:spPr>
            <a:xfrm>
              <a:off x="3915299" y="2416141"/>
              <a:ext cx="88158" cy="64252"/>
            </a:xfrm>
            <a:custGeom>
              <a:avLst/>
              <a:pathLst>
                <a:path w="88158" h="64252">
                  <a:moveTo>
                    <a:pt x="0" y="64252"/>
                  </a:moveTo>
                  <a:lnTo>
                    <a:pt x="88158" y="64252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pl88"/>
            <p:cNvSpPr/>
            <p:nvPr/>
          </p:nvSpPr>
          <p:spPr>
            <a:xfrm>
              <a:off x="3915299" y="2450621"/>
              <a:ext cx="88158" cy="0"/>
            </a:xfrm>
            <a:custGeom>
              <a:avLst/>
              <a:pathLst>
                <a:path w="88158" h="0">
                  <a:moveTo>
                    <a:pt x="0" y="0"/>
                  </a:moveTo>
                  <a:lnTo>
                    <a:pt x="8815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89"/>
            <p:cNvSpPr/>
            <p:nvPr/>
          </p:nvSpPr>
          <p:spPr>
            <a:xfrm>
              <a:off x="3959379" y="2480393"/>
              <a:ext cx="0" cy="31916"/>
            </a:xfrm>
            <a:custGeom>
              <a:avLst/>
              <a:pathLst>
                <a:path w="0" h="31916">
                  <a:moveTo>
                    <a:pt x="0" y="3191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3959379" y="2319787"/>
              <a:ext cx="0" cy="96353"/>
            </a:xfrm>
            <a:custGeom>
              <a:avLst/>
              <a:pathLst>
                <a:path w="0" h="96353">
                  <a:moveTo>
                    <a:pt x="0" y="0"/>
                  </a:moveTo>
                  <a:lnTo>
                    <a:pt x="0" y="9635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3937339" y="2512309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3937339" y="2319787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3"/>
            <p:cNvSpPr/>
            <p:nvPr/>
          </p:nvSpPr>
          <p:spPr>
            <a:xfrm>
              <a:off x="3915299" y="2416141"/>
              <a:ext cx="88158" cy="64252"/>
            </a:xfrm>
            <a:custGeom>
              <a:avLst/>
              <a:pathLst>
                <a:path w="88158" h="64252">
                  <a:moveTo>
                    <a:pt x="0" y="64252"/>
                  </a:moveTo>
                  <a:lnTo>
                    <a:pt x="88158" y="64252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4"/>
            <p:cNvSpPr/>
            <p:nvPr/>
          </p:nvSpPr>
          <p:spPr>
            <a:xfrm>
              <a:off x="1079540" y="2364230"/>
              <a:ext cx="0" cy="592318"/>
            </a:xfrm>
            <a:custGeom>
              <a:avLst/>
              <a:pathLst>
                <a:path w="0" h="592318">
                  <a:moveTo>
                    <a:pt x="0" y="59231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5"/>
            <p:cNvSpPr/>
            <p:nvPr/>
          </p:nvSpPr>
          <p:spPr>
            <a:xfrm>
              <a:off x="1003645" y="2956548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6"/>
            <p:cNvSpPr/>
            <p:nvPr/>
          </p:nvSpPr>
          <p:spPr>
            <a:xfrm>
              <a:off x="1003645" y="2808469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7"/>
            <p:cNvSpPr/>
            <p:nvPr/>
          </p:nvSpPr>
          <p:spPr>
            <a:xfrm>
              <a:off x="1003645" y="2660389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8"/>
            <p:cNvSpPr/>
            <p:nvPr/>
          </p:nvSpPr>
          <p:spPr>
            <a:xfrm>
              <a:off x="1003645" y="2512309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99"/>
            <p:cNvSpPr/>
            <p:nvPr/>
          </p:nvSpPr>
          <p:spPr>
            <a:xfrm>
              <a:off x="1003645" y="2364230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tx100"/>
            <p:cNvSpPr/>
            <p:nvPr/>
          </p:nvSpPr>
          <p:spPr>
            <a:xfrm rot="-5400000">
              <a:off x="811046" y="2910442"/>
              <a:ext cx="80478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02" name="tx101"/>
            <p:cNvSpPr/>
            <p:nvPr/>
          </p:nvSpPr>
          <p:spPr>
            <a:xfrm rot="-5400000">
              <a:off x="809317" y="2612553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03" name="tx102"/>
            <p:cNvSpPr/>
            <p:nvPr/>
          </p:nvSpPr>
          <p:spPr>
            <a:xfrm rot="-5400000">
              <a:off x="809317" y="2316394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04" name="pg103"/>
            <p:cNvSpPr/>
            <p:nvPr/>
          </p:nvSpPr>
          <p:spPr>
            <a:xfrm>
              <a:off x="1079540" y="2222540"/>
              <a:ext cx="3173699" cy="866509"/>
            </a:xfrm>
            <a:custGeom>
              <a:avLst/>
              <a:pathLst>
                <a:path w="3173699" h="866509">
                  <a:moveTo>
                    <a:pt x="0" y="866509"/>
                  </a:moveTo>
                  <a:lnTo>
                    <a:pt x="3173699" y="866509"/>
                  </a:lnTo>
                  <a:lnTo>
                    <a:pt x="317369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4"/>
            <p:cNvSpPr/>
            <p:nvPr/>
          </p:nvSpPr>
          <p:spPr>
            <a:xfrm>
              <a:off x="1446866" y="5275214"/>
              <a:ext cx="88158" cy="44724"/>
            </a:xfrm>
            <a:custGeom>
              <a:avLst/>
              <a:pathLst>
                <a:path w="88158" h="44724">
                  <a:moveTo>
                    <a:pt x="0" y="44724"/>
                  </a:moveTo>
                  <a:lnTo>
                    <a:pt x="88158" y="44724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pl105"/>
            <p:cNvSpPr/>
            <p:nvPr/>
          </p:nvSpPr>
          <p:spPr>
            <a:xfrm>
              <a:off x="1446866" y="5298799"/>
              <a:ext cx="88158" cy="0"/>
            </a:xfrm>
            <a:custGeom>
              <a:avLst/>
              <a:pathLst>
                <a:path w="88158" h="0">
                  <a:moveTo>
                    <a:pt x="0" y="0"/>
                  </a:moveTo>
                  <a:lnTo>
                    <a:pt x="8815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1490946" y="53199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1490946" y="5208507"/>
              <a:ext cx="0" cy="66706"/>
            </a:xfrm>
            <a:custGeom>
              <a:avLst/>
              <a:pathLst>
                <a:path w="0" h="66706">
                  <a:moveTo>
                    <a:pt x="0" y="0"/>
                  </a:moveTo>
                  <a:lnTo>
                    <a:pt x="0" y="6670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1468906" y="5319939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1468906" y="5208507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0"/>
            <p:cNvSpPr/>
            <p:nvPr/>
          </p:nvSpPr>
          <p:spPr>
            <a:xfrm>
              <a:off x="1446866" y="5275214"/>
              <a:ext cx="88158" cy="44724"/>
            </a:xfrm>
            <a:custGeom>
              <a:avLst/>
              <a:pathLst>
                <a:path w="88158" h="44724">
                  <a:moveTo>
                    <a:pt x="0" y="44724"/>
                  </a:moveTo>
                  <a:lnTo>
                    <a:pt x="88158" y="44724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1"/>
            <p:cNvSpPr/>
            <p:nvPr/>
          </p:nvSpPr>
          <p:spPr>
            <a:xfrm>
              <a:off x="2034589" y="5255579"/>
              <a:ext cx="88158" cy="64359"/>
            </a:xfrm>
            <a:custGeom>
              <a:avLst/>
              <a:pathLst>
                <a:path w="88158" h="64359">
                  <a:moveTo>
                    <a:pt x="0" y="64359"/>
                  </a:moveTo>
                  <a:lnTo>
                    <a:pt x="88158" y="64359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pl112"/>
            <p:cNvSpPr/>
            <p:nvPr/>
          </p:nvSpPr>
          <p:spPr>
            <a:xfrm>
              <a:off x="2034589" y="5296558"/>
              <a:ext cx="88158" cy="0"/>
            </a:xfrm>
            <a:custGeom>
              <a:avLst/>
              <a:pathLst>
                <a:path w="88158" h="0">
                  <a:moveTo>
                    <a:pt x="0" y="0"/>
                  </a:moveTo>
                  <a:lnTo>
                    <a:pt x="8815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3"/>
            <p:cNvSpPr/>
            <p:nvPr/>
          </p:nvSpPr>
          <p:spPr>
            <a:xfrm>
              <a:off x="2078668" y="53199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2078668" y="5167707"/>
              <a:ext cx="0" cy="87871"/>
            </a:xfrm>
            <a:custGeom>
              <a:avLst/>
              <a:pathLst>
                <a:path w="0" h="87871">
                  <a:moveTo>
                    <a:pt x="0" y="0"/>
                  </a:moveTo>
                  <a:lnTo>
                    <a:pt x="0" y="8787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6" name="pl115"/>
            <p:cNvSpPr/>
            <p:nvPr/>
          </p:nvSpPr>
          <p:spPr>
            <a:xfrm>
              <a:off x="2056628" y="5319939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2056628" y="5167707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7"/>
            <p:cNvSpPr/>
            <p:nvPr/>
          </p:nvSpPr>
          <p:spPr>
            <a:xfrm>
              <a:off x="2034589" y="5255579"/>
              <a:ext cx="88158" cy="64359"/>
            </a:xfrm>
            <a:custGeom>
              <a:avLst/>
              <a:pathLst>
                <a:path w="88158" h="64359">
                  <a:moveTo>
                    <a:pt x="0" y="64359"/>
                  </a:moveTo>
                  <a:lnTo>
                    <a:pt x="88158" y="64359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8"/>
            <p:cNvSpPr/>
            <p:nvPr/>
          </p:nvSpPr>
          <p:spPr>
            <a:xfrm>
              <a:off x="2622311" y="4805810"/>
              <a:ext cx="88158" cy="514128"/>
            </a:xfrm>
            <a:custGeom>
              <a:avLst/>
              <a:pathLst>
                <a:path w="88158" h="514128">
                  <a:moveTo>
                    <a:pt x="0" y="514128"/>
                  </a:moveTo>
                  <a:lnTo>
                    <a:pt x="88158" y="514128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pl119"/>
            <p:cNvSpPr/>
            <p:nvPr/>
          </p:nvSpPr>
          <p:spPr>
            <a:xfrm>
              <a:off x="2622311" y="5275214"/>
              <a:ext cx="88158" cy="0"/>
            </a:xfrm>
            <a:custGeom>
              <a:avLst/>
              <a:pathLst>
                <a:path w="88158" h="0">
                  <a:moveTo>
                    <a:pt x="0" y="0"/>
                  </a:moveTo>
                  <a:lnTo>
                    <a:pt x="8815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0"/>
            <p:cNvSpPr/>
            <p:nvPr/>
          </p:nvSpPr>
          <p:spPr>
            <a:xfrm>
              <a:off x="2666390" y="53199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2" name="pl121"/>
            <p:cNvSpPr/>
            <p:nvPr/>
          </p:nvSpPr>
          <p:spPr>
            <a:xfrm>
              <a:off x="2666390" y="4561020"/>
              <a:ext cx="0" cy="244790"/>
            </a:xfrm>
            <a:custGeom>
              <a:avLst/>
              <a:pathLst>
                <a:path w="0" h="244790">
                  <a:moveTo>
                    <a:pt x="0" y="0"/>
                  </a:moveTo>
                  <a:lnTo>
                    <a:pt x="0" y="24479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3" name="pl122"/>
            <p:cNvSpPr/>
            <p:nvPr/>
          </p:nvSpPr>
          <p:spPr>
            <a:xfrm>
              <a:off x="2644350" y="5319939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3"/>
            <p:cNvSpPr/>
            <p:nvPr/>
          </p:nvSpPr>
          <p:spPr>
            <a:xfrm>
              <a:off x="2644350" y="4561020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4"/>
            <p:cNvSpPr/>
            <p:nvPr/>
          </p:nvSpPr>
          <p:spPr>
            <a:xfrm>
              <a:off x="2622311" y="4805810"/>
              <a:ext cx="88158" cy="514128"/>
            </a:xfrm>
            <a:custGeom>
              <a:avLst/>
              <a:pathLst>
                <a:path w="88158" h="514128">
                  <a:moveTo>
                    <a:pt x="0" y="514128"/>
                  </a:moveTo>
                  <a:lnTo>
                    <a:pt x="88158" y="514128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5"/>
            <p:cNvSpPr/>
            <p:nvPr/>
          </p:nvSpPr>
          <p:spPr>
            <a:xfrm>
              <a:off x="3210033" y="4667576"/>
              <a:ext cx="88158" cy="607637"/>
            </a:xfrm>
            <a:custGeom>
              <a:avLst/>
              <a:pathLst>
                <a:path w="88158" h="607637">
                  <a:moveTo>
                    <a:pt x="0" y="607637"/>
                  </a:moveTo>
                  <a:lnTo>
                    <a:pt x="88158" y="607637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pl126"/>
            <p:cNvSpPr/>
            <p:nvPr/>
          </p:nvSpPr>
          <p:spPr>
            <a:xfrm>
              <a:off x="3210033" y="4923058"/>
              <a:ext cx="88158" cy="0"/>
            </a:xfrm>
            <a:custGeom>
              <a:avLst/>
              <a:pathLst>
                <a:path w="88158" h="0">
                  <a:moveTo>
                    <a:pt x="0" y="0"/>
                  </a:moveTo>
                  <a:lnTo>
                    <a:pt x="8815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7"/>
            <p:cNvSpPr/>
            <p:nvPr/>
          </p:nvSpPr>
          <p:spPr>
            <a:xfrm>
              <a:off x="3254112" y="5275214"/>
              <a:ext cx="0" cy="44724"/>
            </a:xfrm>
            <a:custGeom>
              <a:avLst/>
              <a:pathLst>
                <a:path w="0" h="44724">
                  <a:moveTo>
                    <a:pt x="0" y="4472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9" name="pl128"/>
            <p:cNvSpPr/>
            <p:nvPr/>
          </p:nvSpPr>
          <p:spPr>
            <a:xfrm>
              <a:off x="3254112" y="4559910"/>
              <a:ext cx="0" cy="107665"/>
            </a:xfrm>
            <a:custGeom>
              <a:avLst/>
              <a:pathLst>
                <a:path w="0" h="107665">
                  <a:moveTo>
                    <a:pt x="0" y="0"/>
                  </a:moveTo>
                  <a:lnTo>
                    <a:pt x="0" y="10766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0" name="pl129"/>
            <p:cNvSpPr/>
            <p:nvPr/>
          </p:nvSpPr>
          <p:spPr>
            <a:xfrm>
              <a:off x="3232072" y="5319939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0"/>
            <p:cNvSpPr/>
            <p:nvPr/>
          </p:nvSpPr>
          <p:spPr>
            <a:xfrm>
              <a:off x="3232072" y="4559910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1"/>
            <p:cNvSpPr/>
            <p:nvPr/>
          </p:nvSpPr>
          <p:spPr>
            <a:xfrm>
              <a:off x="3210033" y="4667576"/>
              <a:ext cx="88158" cy="607637"/>
            </a:xfrm>
            <a:custGeom>
              <a:avLst/>
              <a:pathLst>
                <a:path w="88158" h="607637">
                  <a:moveTo>
                    <a:pt x="0" y="607637"/>
                  </a:moveTo>
                  <a:lnTo>
                    <a:pt x="88158" y="607637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2"/>
            <p:cNvSpPr/>
            <p:nvPr/>
          </p:nvSpPr>
          <p:spPr>
            <a:xfrm>
              <a:off x="3797755" y="4628789"/>
              <a:ext cx="88158" cy="118882"/>
            </a:xfrm>
            <a:custGeom>
              <a:avLst/>
              <a:pathLst>
                <a:path w="88158" h="118882">
                  <a:moveTo>
                    <a:pt x="0" y="118882"/>
                  </a:moveTo>
                  <a:lnTo>
                    <a:pt x="88158" y="118882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pl133"/>
            <p:cNvSpPr/>
            <p:nvPr/>
          </p:nvSpPr>
          <p:spPr>
            <a:xfrm>
              <a:off x="3797755" y="4666847"/>
              <a:ext cx="88158" cy="0"/>
            </a:xfrm>
            <a:custGeom>
              <a:avLst/>
              <a:pathLst>
                <a:path w="88158" h="0">
                  <a:moveTo>
                    <a:pt x="0" y="0"/>
                  </a:moveTo>
                  <a:lnTo>
                    <a:pt x="8815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4"/>
            <p:cNvSpPr/>
            <p:nvPr/>
          </p:nvSpPr>
          <p:spPr>
            <a:xfrm>
              <a:off x="3841834" y="4747672"/>
              <a:ext cx="0" cy="178199"/>
            </a:xfrm>
            <a:custGeom>
              <a:avLst/>
              <a:pathLst>
                <a:path w="0" h="178199">
                  <a:moveTo>
                    <a:pt x="0" y="17819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6" name="pl135"/>
            <p:cNvSpPr/>
            <p:nvPr/>
          </p:nvSpPr>
          <p:spPr>
            <a:xfrm>
              <a:off x="3841834" y="4517615"/>
              <a:ext cx="0" cy="111174"/>
            </a:xfrm>
            <a:custGeom>
              <a:avLst/>
              <a:pathLst>
                <a:path w="0" h="111174">
                  <a:moveTo>
                    <a:pt x="0" y="0"/>
                  </a:moveTo>
                  <a:lnTo>
                    <a:pt x="0" y="11117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3819795" y="4925871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3819795" y="4517615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8"/>
            <p:cNvSpPr/>
            <p:nvPr/>
          </p:nvSpPr>
          <p:spPr>
            <a:xfrm>
              <a:off x="3797755" y="4628789"/>
              <a:ext cx="88158" cy="118882"/>
            </a:xfrm>
            <a:custGeom>
              <a:avLst/>
              <a:pathLst>
                <a:path w="88158" h="118882">
                  <a:moveTo>
                    <a:pt x="0" y="118882"/>
                  </a:moveTo>
                  <a:lnTo>
                    <a:pt x="88158" y="118882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1490946" y="5352031"/>
              <a:ext cx="2350888" cy="0"/>
            </a:xfrm>
            <a:custGeom>
              <a:avLst/>
              <a:pathLst>
                <a:path w="2350888" h="0">
                  <a:moveTo>
                    <a:pt x="0" y="0"/>
                  </a:moveTo>
                  <a:lnTo>
                    <a:pt x="2350888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1490946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2078668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2666390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3254112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3841834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tx145"/>
            <p:cNvSpPr/>
            <p:nvPr/>
          </p:nvSpPr>
          <p:spPr>
            <a:xfrm>
              <a:off x="1257850" y="5512474"/>
              <a:ext cx="466192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(-1,0.2]</a:t>
              </a:r>
            </a:p>
          </p:txBody>
        </p:sp>
        <p:sp>
          <p:nvSpPr>
            <p:cNvPr id="147" name="tx146"/>
            <p:cNvSpPr/>
            <p:nvPr/>
          </p:nvSpPr>
          <p:spPr>
            <a:xfrm>
              <a:off x="2395772" y="5512474"/>
              <a:ext cx="541235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(0.4,0.6]</a:t>
              </a:r>
            </a:p>
          </p:txBody>
        </p:sp>
        <p:sp>
          <p:nvSpPr>
            <p:cNvPr id="148" name="tx147"/>
            <p:cNvSpPr/>
            <p:nvPr/>
          </p:nvSpPr>
          <p:spPr>
            <a:xfrm>
              <a:off x="3571217" y="5512474"/>
              <a:ext cx="541235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(0.8,1.1]</a:t>
              </a:r>
            </a:p>
          </p:txBody>
        </p:sp>
        <p:sp>
          <p:nvSpPr>
            <p:cNvPr id="149" name="pl148"/>
            <p:cNvSpPr/>
            <p:nvPr/>
          </p:nvSpPr>
          <p:spPr>
            <a:xfrm>
              <a:off x="1079540" y="4524512"/>
              <a:ext cx="0" cy="680132"/>
            </a:xfrm>
            <a:custGeom>
              <a:avLst/>
              <a:pathLst>
                <a:path w="0" h="680132">
                  <a:moveTo>
                    <a:pt x="0" y="680132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1003645" y="5204644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1003645" y="5034611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1003645" y="4864578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1003645" y="4694545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1003645" y="4524512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tx154"/>
            <p:cNvSpPr/>
            <p:nvPr/>
          </p:nvSpPr>
          <p:spPr>
            <a:xfrm rot="-5400000">
              <a:off x="811046" y="5158537"/>
              <a:ext cx="80478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56" name="tx155"/>
            <p:cNvSpPr/>
            <p:nvPr/>
          </p:nvSpPr>
          <p:spPr>
            <a:xfrm rot="-5400000">
              <a:off x="809317" y="4816742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57" name="tx156"/>
            <p:cNvSpPr/>
            <p:nvPr/>
          </p:nvSpPr>
          <p:spPr>
            <a:xfrm rot="-5400000">
              <a:off x="809317" y="4476676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58" name="tx157"/>
            <p:cNvSpPr/>
            <p:nvPr/>
          </p:nvSpPr>
          <p:spPr>
            <a:xfrm>
              <a:off x="1353640" y="4078556"/>
              <a:ext cx="2625499" cy="1511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iq_meth, tss = 1, cor = 0.749,0.77</a:t>
              </a:r>
            </a:p>
          </p:txBody>
        </p:sp>
        <p:sp>
          <p:nvSpPr>
            <p:cNvPr id="159" name="pg158"/>
            <p:cNvSpPr/>
            <p:nvPr/>
          </p:nvSpPr>
          <p:spPr>
            <a:xfrm>
              <a:off x="1079540" y="4485522"/>
              <a:ext cx="3173699" cy="866509"/>
            </a:xfrm>
            <a:custGeom>
              <a:avLst/>
              <a:pathLst>
                <a:path w="3173699" h="866509">
                  <a:moveTo>
                    <a:pt x="0" y="866509"/>
                  </a:moveTo>
                  <a:lnTo>
                    <a:pt x="3173699" y="866509"/>
                  </a:lnTo>
                  <a:lnTo>
                    <a:pt x="317369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59"/>
            <p:cNvSpPr/>
            <p:nvPr/>
          </p:nvSpPr>
          <p:spPr>
            <a:xfrm>
              <a:off x="1564411" y="5296558"/>
              <a:ext cx="88158" cy="23380"/>
            </a:xfrm>
            <a:custGeom>
              <a:avLst/>
              <a:pathLst>
                <a:path w="88158" h="23380">
                  <a:moveTo>
                    <a:pt x="0" y="23380"/>
                  </a:moveTo>
                  <a:lnTo>
                    <a:pt x="88158" y="23380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pl160"/>
            <p:cNvSpPr/>
            <p:nvPr/>
          </p:nvSpPr>
          <p:spPr>
            <a:xfrm>
              <a:off x="1564411" y="5319939"/>
              <a:ext cx="88158" cy="0"/>
            </a:xfrm>
            <a:custGeom>
              <a:avLst/>
              <a:pathLst>
                <a:path w="88158" h="0">
                  <a:moveTo>
                    <a:pt x="0" y="0"/>
                  </a:moveTo>
                  <a:lnTo>
                    <a:pt x="8815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1"/>
            <p:cNvSpPr/>
            <p:nvPr/>
          </p:nvSpPr>
          <p:spPr>
            <a:xfrm>
              <a:off x="1608490" y="53199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3" name="pl162"/>
            <p:cNvSpPr/>
            <p:nvPr/>
          </p:nvSpPr>
          <p:spPr>
            <a:xfrm>
              <a:off x="1608490" y="5264221"/>
              <a:ext cx="0" cy="32337"/>
            </a:xfrm>
            <a:custGeom>
              <a:avLst/>
              <a:pathLst>
                <a:path w="0" h="32337">
                  <a:moveTo>
                    <a:pt x="0" y="0"/>
                  </a:moveTo>
                  <a:lnTo>
                    <a:pt x="0" y="3233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4" name="pl163"/>
            <p:cNvSpPr/>
            <p:nvPr/>
          </p:nvSpPr>
          <p:spPr>
            <a:xfrm>
              <a:off x="1586450" y="5319939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4"/>
            <p:cNvSpPr/>
            <p:nvPr/>
          </p:nvSpPr>
          <p:spPr>
            <a:xfrm>
              <a:off x="1586450" y="5264221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5"/>
            <p:cNvSpPr/>
            <p:nvPr/>
          </p:nvSpPr>
          <p:spPr>
            <a:xfrm>
              <a:off x="1564411" y="5296558"/>
              <a:ext cx="88158" cy="23380"/>
            </a:xfrm>
            <a:custGeom>
              <a:avLst/>
              <a:pathLst>
                <a:path w="88158" h="23380">
                  <a:moveTo>
                    <a:pt x="0" y="23380"/>
                  </a:moveTo>
                  <a:lnTo>
                    <a:pt x="88158" y="23380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6"/>
            <p:cNvSpPr/>
            <p:nvPr/>
          </p:nvSpPr>
          <p:spPr>
            <a:xfrm>
              <a:off x="2152133" y="5255579"/>
              <a:ext cx="88158" cy="64359"/>
            </a:xfrm>
            <a:custGeom>
              <a:avLst/>
              <a:pathLst>
                <a:path w="88158" h="64359">
                  <a:moveTo>
                    <a:pt x="0" y="64359"/>
                  </a:moveTo>
                  <a:lnTo>
                    <a:pt x="88158" y="64359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pl167"/>
            <p:cNvSpPr/>
            <p:nvPr/>
          </p:nvSpPr>
          <p:spPr>
            <a:xfrm>
              <a:off x="2152133" y="5319939"/>
              <a:ext cx="88158" cy="0"/>
            </a:xfrm>
            <a:custGeom>
              <a:avLst/>
              <a:pathLst>
                <a:path w="88158" h="0">
                  <a:moveTo>
                    <a:pt x="0" y="0"/>
                  </a:moveTo>
                  <a:lnTo>
                    <a:pt x="8815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8"/>
            <p:cNvSpPr/>
            <p:nvPr/>
          </p:nvSpPr>
          <p:spPr>
            <a:xfrm>
              <a:off x="2196212" y="53199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0" name="pl169"/>
            <p:cNvSpPr/>
            <p:nvPr/>
          </p:nvSpPr>
          <p:spPr>
            <a:xfrm>
              <a:off x="2196212" y="5204644"/>
              <a:ext cx="0" cy="50935"/>
            </a:xfrm>
            <a:custGeom>
              <a:avLst/>
              <a:pathLst>
                <a:path w="0" h="50935">
                  <a:moveTo>
                    <a:pt x="0" y="0"/>
                  </a:moveTo>
                  <a:lnTo>
                    <a:pt x="0" y="5093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1" name="pl170"/>
            <p:cNvSpPr/>
            <p:nvPr/>
          </p:nvSpPr>
          <p:spPr>
            <a:xfrm>
              <a:off x="2174173" y="5319939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1"/>
            <p:cNvSpPr/>
            <p:nvPr/>
          </p:nvSpPr>
          <p:spPr>
            <a:xfrm>
              <a:off x="2174173" y="5204644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2"/>
            <p:cNvSpPr/>
            <p:nvPr/>
          </p:nvSpPr>
          <p:spPr>
            <a:xfrm>
              <a:off x="2152133" y="5255579"/>
              <a:ext cx="88158" cy="64359"/>
            </a:xfrm>
            <a:custGeom>
              <a:avLst/>
              <a:pathLst>
                <a:path w="88158" h="64359">
                  <a:moveTo>
                    <a:pt x="0" y="64359"/>
                  </a:moveTo>
                  <a:lnTo>
                    <a:pt x="88158" y="64359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3"/>
            <p:cNvSpPr/>
            <p:nvPr/>
          </p:nvSpPr>
          <p:spPr>
            <a:xfrm>
              <a:off x="2739855" y="4853707"/>
              <a:ext cx="88158" cy="466231"/>
            </a:xfrm>
            <a:custGeom>
              <a:avLst/>
              <a:pathLst>
                <a:path w="88158" h="466231">
                  <a:moveTo>
                    <a:pt x="0" y="466231"/>
                  </a:moveTo>
                  <a:lnTo>
                    <a:pt x="88158" y="466231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pl174"/>
            <p:cNvSpPr/>
            <p:nvPr/>
          </p:nvSpPr>
          <p:spPr>
            <a:xfrm>
              <a:off x="2739855" y="5275214"/>
              <a:ext cx="88158" cy="0"/>
            </a:xfrm>
            <a:custGeom>
              <a:avLst/>
              <a:pathLst>
                <a:path w="88158" h="0">
                  <a:moveTo>
                    <a:pt x="0" y="0"/>
                  </a:moveTo>
                  <a:lnTo>
                    <a:pt x="8815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5"/>
            <p:cNvSpPr/>
            <p:nvPr/>
          </p:nvSpPr>
          <p:spPr>
            <a:xfrm>
              <a:off x="2783934" y="53199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7" name="pl176"/>
            <p:cNvSpPr/>
            <p:nvPr/>
          </p:nvSpPr>
          <p:spPr>
            <a:xfrm>
              <a:off x="2783934" y="4567784"/>
              <a:ext cx="0" cy="285922"/>
            </a:xfrm>
            <a:custGeom>
              <a:avLst/>
              <a:pathLst>
                <a:path w="0" h="285922">
                  <a:moveTo>
                    <a:pt x="0" y="0"/>
                  </a:moveTo>
                  <a:lnTo>
                    <a:pt x="0" y="28592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8" name="pl177"/>
            <p:cNvSpPr/>
            <p:nvPr/>
          </p:nvSpPr>
          <p:spPr>
            <a:xfrm>
              <a:off x="2761895" y="5319939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8"/>
            <p:cNvSpPr/>
            <p:nvPr/>
          </p:nvSpPr>
          <p:spPr>
            <a:xfrm>
              <a:off x="2761895" y="4567784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79"/>
            <p:cNvSpPr/>
            <p:nvPr/>
          </p:nvSpPr>
          <p:spPr>
            <a:xfrm>
              <a:off x="2739855" y="4853707"/>
              <a:ext cx="88158" cy="466231"/>
            </a:xfrm>
            <a:custGeom>
              <a:avLst/>
              <a:pathLst>
                <a:path w="88158" h="466231">
                  <a:moveTo>
                    <a:pt x="0" y="466231"/>
                  </a:moveTo>
                  <a:lnTo>
                    <a:pt x="88158" y="466231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0"/>
            <p:cNvSpPr/>
            <p:nvPr/>
          </p:nvSpPr>
          <p:spPr>
            <a:xfrm>
              <a:off x="3327577" y="4685422"/>
              <a:ext cx="88158" cy="611136"/>
            </a:xfrm>
            <a:custGeom>
              <a:avLst/>
              <a:pathLst>
                <a:path w="88158" h="611136">
                  <a:moveTo>
                    <a:pt x="0" y="611136"/>
                  </a:moveTo>
                  <a:lnTo>
                    <a:pt x="88158" y="611136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pl181"/>
            <p:cNvSpPr/>
            <p:nvPr/>
          </p:nvSpPr>
          <p:spPr>
            <a:xfrm>
              <a:off x="3327577" y="5085546"/>
              <a:ext cx="88158" cy="0"/>
            </a:xfrm>
            <a:custGeom>
              <a:avLst/>
              <a:pathLst>
                <a:path w="88158" h="0">
                  <a:moveTo>
                    <a:pt x="0" y="0"/>
                  </a:moveTo>
                  <a:lnTo>
                    <a:pt x="8815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2"/>
            <p:cNvSpPr/>
            <p:nvPr/>
          </p:nvSpPr>
          <p:spPr>
            <a:xfrm>
              <a:off x="3371656" y="5296558"/>
              <a:ext cx="0" cy="23380"/>
            </a:xfrm>
            <a:custGeom>
              <a:avLst/>
              <a:pathLst>
                <a:path w="0" h="23380">
                  <a:moveTo>
                    <a:pt x="0" y="2338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4" name="pl183"/>
            <p:cNvSpPr/>
            <p:nvPr/>
          </p:nvSpPr>
          <p:spPr>
            <a:xfrm>
              <a:off x="3371656" y="4564661"/>
              <a:ext cx="0" cy="120761"/>
            </a:xfrm>
            <a:custGeom>
              <a:avLst/>
              <a:pathLst>
                <a:path w="0" h="120761">
                  <a:moveTo>
                    <a:pt x="0" y="0"/>
                  </a:moveTo>
                  <a:lnTo>
                    <a:pt x="0" y="12076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5" name="pl184"/>
            <p:cNvSpPr/>
            <p:nvPr/>
          </p:nvSpPr>
          <p:spPr>
            <a:xfrm>
              <a:off x="3349617" y="5319939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5"/>
            <p:cNvSpPr/>
            <p:nvPr/>
          </p:nvSpPr>
          <p:spPr>
            <a:xfrm>
              <a:off x="3349617" y="4564661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6"/>
            <p:cNvSpPr/>
            <p:nvPr/>
          </p:nvSpPr>
          <p:spPr>
            <a:xfrm>
              <a:off x="3327577" y="4685422"/>
              <a:ext cx="88158" cy="611136"/>
            </a:xfrm>
            <a:custGeom>
              <a:avLst/>
              <a:pathLst>
                <a:path w="88158" h="611136">
                  <a:moveTo>
                    <a:pt x="0" y="611136"/>
                  </a:moveTo>
                  <a:lnTo>
                    <a:pt x="88158" y="611136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7"/>
            <p:cNvSpPr/>
            <p:nvPr/>
          </p:nvSpPr>
          <p:spPr>
            <a:xfrm>
              <a:off x="3915299" y="4627728"/>
              <a:ext cx="88158" cy="137067"/>
            </a:xfrm>
            <a:custGeom>
              <a:avLst/>
              <a:pathLst>
                <a:path w="88158" h="137067">
                  <a:moveTo>
                    <a:pt x="0" y="137067"/>
                  </a:moveTo>
                  <a:lnTo>
                    <a:pt x="88158" y="137067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pl188"/>
            <p:cNvSpPr/>
            <p:nvPr/>
          </p:nvSpPr>
          <p:spPr>
            <a:xfrm>
              <a:off x="3915299" y="4666933"/>
              <a:ext cx="88158" cy="0"/>
            </a:xfrm>
            <a:custGeom>
              <a:avLst/>
              <a:pathLst>
                <a:path w="88158" h="0">
                  <a:moveTo>
                    <a:pt x="0" y="0"/>
                  </a:moveTo>
                  <a:lnTo>
                    <a:pt x="88158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89"/>
            <p:cNvSpPr/>
            <p:nvPr/>
          </p:nvSpPr>
          <p:spPr>
            <a:xfrm>
              <a:off x="3959379" y="4764796"/>
              <a:ext cx="0" cy="202233"/>
            </a:xfrm>
            <a:custGeom>
              <a:avLst/>
              <a:pathLst>
                <a:path w="0" h="202233">
                  <a:moveTo>
                    <a:pt x="0" y="20223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1" name="pl190"/>
            <p:cNvSpPr/>
            <p:nvPr/>
          </p:nvSpPr>
          <p:spPr>
            <a:xfrm>
              <a:off x="3959379" y="4525712"/>
              <a:ext cx="0" cy="102015"/>
            </a:xfrm>
            <a:custGeom>
              <a:avLst/>
              <a:pathLst>
                <a:path w="0" h="102015">
                  <a:moveTo>
                    <a:pt x="0" y="0"/>
                  </a:moveTo>
                  <a:lnTo>
                    <a:pt x="0" y="10201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2" name="pl191"/>
            <p:cNvSpPr/>
            <p:nvPr/>
          </p:nvSpPr>
          <p:spPr>
            <a:xfrm>
              <a:off x="3937339" y="4967029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2"/>
            <p:cNvSpPr/>
            <p:nvPr/>
          </p:nvSpPr>
          <p:spPr>
            <a:xfrm>
              <a:off x="3937339" y="4525712"/>
              <a:ext cx="44079" cy="0"/>
            </a:xfrm>
            <a:custGeom>
              <a:avLst/>
              <a:pathLst>
                <a:path w="44079" h="0">
                  <a:moveTo>
                    <a:pt x="0" y="0"/>
                  </a:moveTo>
                  <a:lnTo>
                    <a:pt x="4407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3"/>
            <p:cNvSpPr/>
            <p:nvPr/>
          </p:nvSpPr>
          <p:spPr>
            <a:xfrm>
              <a:off x="3915299" y="4627728"/>
              <a:ext cx="88158" cy="137067"/>
            </a:xfrm>
            <a:custGeom>
              <a:avLst/>
              <a:pathLst>
                <a:path w="88158" h="137067">
                  <a:moveTo>
                    <a:pt x="0" y="137067"/>
                  </a:moveTo>
                  <a:lnTo>
                    <a:pt x="88158" y="137067"/>
                  </a:lnTo>
                  <a:lnTo>
                    <a:pt x="88158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4"/>
            <p:cNvSpPr/>
            <p:nvPr/>
          </p:nvSpPr>
          <p:spPr>
            <a:xfrm>
              <a:off x="1079540" y="4524512"/>
              <a:ext cx="0" cy="680132"/>
            </a:xfrm>
            <a:custGeom>
              <a:avLst/>
              <a:pathLst>
                <a:path w="0" h="680132">
                  <a:moveTo>
                    <a:pt x="0" y="680132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5"/>
            <p:cNvSpPr/>
            <p:nvPr/>
          </p:nvSpPr>
          <p:spPr>
            <a:xfrm>
              <a:off x="1003645" y="5204644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6"/>
            <p:cNvSpPr/>
            <p:nvPr/>
          </p:nvSpPr>
          <p:spPr>
            <a:xfrm>
              <a:off x="1003645" y="5034611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7"/>
            <p:cNvSpPr/>
            <p:nvPr/>
          </p:nvSpPr>
          <p:spPr>
            <a:xfrm>
              <a:off x="1003645" y="4864578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8"/>
            <p:cNvSpPr/>
            <p:nvPr/>
          </p:nvSpPr>
          <p:spPr>
            <a:xfrm>
              <a:off x="1003645" y="4694545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199"/>
            <p:cNvSpPr/>
            <p:nvPr/>
          </p:nvSpPr>
          <p:spPr>
            <a:xfrm>
              <a:off x="1003645" y="4524512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tx200"/>
            <p:cNvSpPr/>
            <p:nvPr/>
          </p:nvSpPr>
          <p:spPr>
            <a:xfrm rot="-5400000">
              <a:off x="811046" y="5158537"/>
              <a:ext cx="80478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202" name="tx201"/>
            <p:cNvSpPr/>
            <p:nvPr/>
          </p:nvSpPr>
          <p:spPr>
            <a:xfrm rot="-5400000">
              <a:off x="809317" y="4816742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203" name="tx202"/>
            <p:cNvSpPr/>
            <p:nvPr/>
          </p:nvSpPr>
          <p:spPr>
            <a:xfrm rot="-5400000">
              <a:off x="809317" y="4476676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204" name="pg203"/>
            <p:cNvSpPr/>
            <p:nvPr/>
          </p:nvSpPr>
          <p:spPr>
            <a:xfrm>
              <a:off x="1079540" y="4485522"/>
              <a:ext cx="3173699" cy="866509"/>
            </a:xfrm>
            <a:custGeom>
              <a:avLst/>
              <a:pathLst>
                <a:path w="3173699" h="866509">
                  <a:moveTo>
                    <a:pt x="0" y="866509"/>
                  </a:moveTo>
                  <a:lnTo>
                    <a:pt x="3173699" y="866509"/>
                  </a:lnTo>
                  <a:lnTo>
                    <a:pt x="317369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2026-03-08T12:17:52Z</dcterms:modified>
  <cp:category/>
</cp:coreProperties>
</file>