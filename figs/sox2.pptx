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2816650"/>
              <a:ext cx="415956" cy="445826"/>
            </a:xfrm>
            <a:custGeom>
              <a:avLst/>
              <a:pathLst>
                <a:path w="415956" h="445826">
                  <a:moveTo>
                    <a:pt x="0" y="385717"/>
                  </a:moveTo>
                  <a:lnTo>
                    <a:pt x="17141" y="287163"/>
                  </a:lnTo>
                  <a:lnTo>
                    <a:pt x="34282" y="167806"/>
                  </a:lnTo>
                  <a:lnTo>
                    <a:pt x="51424" y="77766"/>
                  </a:lnTo>
                  <a:lnTo>
                    <a:pt x="68565" y="93573"/>
                  </a:lnTo>
                  <a:lnTo>
                    <a:pt x="85707" y="20438"/>
                  </a:lnTo>
                  <a:lnTo>
                    <a:pt x="102848" y="0"/>
                  </a:lnTo>
                  <a:lnTo>
                    <a:pt x="119989" y="62667"/>
                  </a:lnTo>
                  <a:lnTo>
                    <a:pt x="137131" y="163479"/>
                  </a:lnTo>
                  <a:lnTo>
                    <a:pt x="154272" y="176881"/>
                  </a:lnTo>
                  <a:lnTo>
                    <a:pt x="171414" y="98860"/>
                  </a:lnTo>
                  <a:lnTo>
                    <a:pt x="188555" y="168120"/>
                  </a:lnTo>
                  <a:lnTo>
                    <a:pt x="205696" y="218818"/>
                  </a:lnTo>
                  <a:lnTo>
                    <a:pt x="222838" y="218818"/>
                  </a:lnTo>
                  <a:lnTo>
                    <a:pt x="239979" y="237364"/>
                  </a:lnTo>
                  <a:lnTo>
                    <a:pt x="257121" y="337037"/>
                  </a:lnTo>
                  <a:lnTo>
                    <a:pt x="274262" y="381628"/>
                  </a:lnTo>
                  <a:lnTo>
                    <a:pt x="291403" y="339380"/>
                  </a:lnTo>
                  <a:lnTo>
                    <a:pt x="308545" y="322049"/>
                  </a:lnTo>
                  <a:lnTo>
                    <a:pt x="325686" y="304512"/>
                  </a:lnTo>
                  <a:lnTo>
                    <a:pt x="342828" y="296697"/>
                  </a:lnTo>
                  <a:lnTo>
                    <a:pt x="359969" y="273662"/>
                  </a:lnTo>
                  <a:lnTo>
                    <a:pt x="377110" y="304838"/>
                  </a:lnTo>
                  <a:lnTo>
                    <a:pt x="394252" y="385756"/>
                  </a:lnTo>
                  <a:lnTo>
                    <a:pt x="411393" y="439383"/>
                  </a:lnTo>
                  <a:lnTo>
                    <a:pt x="415956" y="44582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08474" y="2193537"/>
              <a:ext cx="530379" cy="1068940"/>
            </a:xfrm>
            <a:custGeom>
              <a:avLst/>
              <a:pathLst>
                <a:path w="530379" h="1068940">
                  <a:moveTo>
                    <a:pt x="0" y="1068940"/>
                  </a:moveTo>
                  <a:lnTo>
                    <a:pt x="16419" y="1007580"/>
                  </a:lnTo>
                  <a:lnTo>
                    <a:pt x="33560" y="928193"/>
                  </a:lnTo>
                  <a:lnTo>
                    <a:pt x="50701" y="878457"/>
                  </a:lnTo>
                  <a:lnTo>
                    <a:pt x="67843" y="910835"/>
                  </a:lnTo>
                  <a:lnTo>
                    <a:pt x="84984" y="767927"/>
                  </a:lnTo>
                  <a:lnTo>
                    <a:pt x="102126" y="539528"/>
                  </a:lnTo>
                  <a:lnTo>
                    <a:pt x="119267" y="369156"/>
                  </a:lnTo>
                  <a:lnTo>
                    <a:pt x="136408" y="244487"/>
                  </a:lnTo>
                  <a:lnTo>
                    <a:pt x="153550" y="111152"/>
                  </a:lnTo>
                  <a:lnTo>
                    <a:pt x="170691" y="0"/>
                  </a:lnTo>
                  <a:lnTo>
                    <a:pt x="187833" y="96340"/>
                  </a:lnTo>
                  <a:lnTo>
                    <a:pt x="204974" y="296553"/>
                  </a:lnTo>
                  <a:lnTo>
                    <a:pt x="222115" y="509671"/>
                  </a:lnTo>
                  <a:lnTo>
                    <a:pt x="239257" y="676053"/>
                  </a:lnTo>
                  <a:lnTo>
                    <a:pt x="256398" y="822827"/>
                  </a:lnTo>
                  <a:lnTo>
                    <a:pt x="273540" y="894937"/>
                  </a:lnTo>
                  <a:lnTo>
                    <a:pt x="290681" y="941502"/>
                  </a:lnTo>
                  <a:lnTo>
                    <a:pt x="307822" y="992568"/>
                  </a:lnTo>
                  <a:lnTo>
                    <a:pt x="324964" y="983248"/>
                  </a:lnTo>
                  <a:lnTo>
                    <a:pt x="342105" y="922920"/>
                  </a:lnTo>
                  <a:lnTo>
                    <a:pt x="359247" y="878074"/>
                  </a:lnTo>
                  <a:lnTo>
                    <a:pt x="376388" y="852102"/>
                  </a:lnTo>
                  <a:lnTo>
                    <a:pt x="393530" y="747195"/>
                  </a:lnTo>
                  <a:lnTo>
                    <a:pt x="410671" y="579159"/>
                  </a:lnTo>
                  <a:lnTo>
                    <a:pt x="427812" y="493743"/>
                  </a:lnTo>
                  <a:lnTo>
                    <a:pt x="444954" y="533400"/>
                  </a:lnTo>
                  <a:lnTo>
                    <a:pt x="462095" y="578250"/>
                  </a:lnTo>
                  <a:lnTo>
                    <a:pt x="479237" y="604220"/>
                  </a:lnTo>
                  <a:lnTo>
                    <a:pt x="496378" y="744269"/>
                  </a:lnTo>
                  <a:lnTo>
                    <a:pt x="513519" y="951353"/>
                  </a:lnTo>
                  <a:lnTo>
                    <a:pt x="530379" y="10689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480429" y="2701636"/>
              <a:ext cx="349152" cy="560840"/>
            </a:xfrm>
            <a:custGeom>
              <a:avLst/>
              <a:pathLst>
                <a:path w="349152" h="560840">
                  <a:moveTo>
                    <a:pt x="0" y="560840"/>
                  </a:moveTo>
                  <a:lnTo>
                    <a:pt x="10130" y="528420"/>
                  </a:lnTo>
                  <a:lnTo>
                    <a:pt x="27272" y="439976"/>
                  </a:lnTo>
                  <a:lnTo>
                    <a:pt x="44413" y="443398"/>
                  </a:lnTo>
                  <a:lnTo>
                    <a:pt x="61554" y="494731"/>
                  </a:lnTo>
                  <a:lnTo>
                    <a:pt x="78696" y="445743"/>
                  </a:lnTo>
                  <a:lnTo>
                    <a:pt x="95837" y="338698"/>
                  </a:lnTo>
                  <a:lnTo>
                    <a:pt x="112979" y="291744"/>
                  </a:lnTo>
                  <a:lnTo>
                    <a:pt x="130120" y="232782"/>
                  </a:lnTo>
                  <a:lnTo>
                    <a:pt x="147261" y="81425"/>
                  </a:lnTo>
                  <a:lnTo>
                    <a:pt x="164403" y="0"/>
                  </a:lnTo>
                  <a:lnTo>
                    <a:pt x="181544" y="68401"/>
                  </a:lnTo>
                  <a:lnTo>
                    <a:pt x="198686" y="85806"/>
                  </a:lnTo>
                  <a:lnTo>
                    <a:pt x="215827" y="113468"/>
                  </a:lnTo>
                  <a:lnTo>
                    <a:pt x="232968" y="173505"/>
                  </a:lnTo>
                  <a:lnTo>
                    <a:pt x="250110" y="239216"/>
                  </a:lnTo>
                  <a:lnTo>
                    <a:pt x="267251" y="207451"/>
                  </a:lnTo>
                  <a:lnTo>
                    <a:pt x="284393" y="129737"/>
                  </a:lnTo>
                  <a:lnTo>
                    <a:pt x="301534" y="258224"/>
                  </a:lnTo>
                  <a:lnTo>
                    <a:pt x="318675" y="392997"/>
                  </a:lnTo>
                  <a:lnTo>
                    <a:pt x="335817" y="492660"/>
                  </a:lnTo>
                  <a:lnTo>
                    <a:pt x="349152" y="5608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76278" y="276021"/>
              <a:ext cx="5040842" cy="2986455"/>
            </a:xfrm>
            <a:custGeom>
              <a:avLst/>
              <a:pathLst>
                <a:path w="5040842" h="2986455">
                  <a:moveTo>
                    <a:pt x="0" y="2986455"/>
                  </a:moveTo>
                  <a:lnTo>
                    <a:pt x="8534" y="2912600"/>
                  </a:lnTo>
                  <a:lnTo>
                    <a:pt x="25675" y="2741074"/>
                  </a:lnTo>
                  <a:lnTo>
                    <a:pt x="42816" y="2669234"/>
                  </a:lnTo>
                  <a:lnTo>
                    <a:pt x="59958" y="2624768"/>
                  </a:lnTo>
                  <a:lnTo>
                    <a:pt x="77099" y="2618250"/>
                  </a:lnTo>
                  <a:lnTo>
                    <a:pt x="94241" y="2672840"/>
                  </a:lnTo>
                  <a:lnTo>
                    <a:pt x="111382" y="2773592"/>
                  </a:lnTo>
                  <a:lnTo>
                    <a:pt x="128523" y="2829271"/>
                  </a:lnTo>
                  <a:lnTo>
                    <a:pt x="145665" y="2750144"/>
                  </a:lnTo>
                  <a:lnTo>
                    <a:pt x="162806" y="2694427"/>
                  </a:lnTo>
                  <a:lnTo>
                    <a:pt x="179948" y="2657123"/>
                  </a:lnTo>
                  <a:lnTo>
                    <a:pt x="197089" y="2567161"/>
                  </a:lnTo>
                  <a:lnTo>
                    <a:pt x="214230" y="2418892"/>
                  </a:lnTo>
                  <a:lnTo>
                    <a:pt x="231372" y="2424921"/>
                  </a:lnTo>
                  <a:lnTo>
                    <a:pt x="248513" y="2528453"/>
                  </a:lnTo>
                  <a:lnTo>
                    <a:pt x="265655" y="2584170"/>
                  </a:lnTo>
                  <a:lnTo>
                    <a:pt x="282796" y="2621475"/>
                  </a:lnTo>
                  <a:lnTo>
                    <a:pt x="299937" y="2711436"/>
                  </a:lnTo>
                  <a:lnTo>
                    <a:pt x="317079" y="2868653"/>
                  </a:lnTo>
                  <a:lnTo>
                    <a:pt x="334220" y="2856485"/>
                  </a:lnTo>
                  <a:lnTo>
                    <a:pt x="351362" y="2811000"/>
                  </a:lnTo>
                  <a:lnTo>
                    <a:pt x="368503" y="2810999"/>
                  </a:lnTo>
                  <a:lnTo>
                    <a:pt x="385644" y="2811000"/>
                  </a:lnTo>
                  <a:lnTo>
                    <a:pt x="402786" y="2760426"/>
                  </a:lnTo>
                  <a:lnTo>
                    <a:pt x="419927" y="2644386"/>
                  </a:lnTo>
                  <a:lnTo>
                    <a:pt x="437069" y="2634602"/>
                  </a:lnTo>
                  <a:lnTo>
                    <a:pt x="454210" y="2636138"/>
                  </a:lnTo>
                  <a:lnTo>
                    <a:pt x="471351" y="2547691"/>
                  </a:lnTo>
                  <a:lnTo>
                    <a:pt x="488493" y="2463901"/>
                  </a:lnTo>
                  <a:lnTo>
                    <a:pt x="505634" y="2522267"/>
                  </a:lnTo>
                  <a:lnTo>
                    <a:pt x="522776" y="2630701"/>
                  </a:lnTo>
                  <a:lnTo>
                    <a:pt x="539917" y="2641049"/>
                  </a:lnTo>
                  <a:lnTo>
                    <a:pt x="557058" y="2646505"/>
                  </a:lnTo>
                  <a:lnTo>
                    <a:pt x="574200" y="2611452"/>
                  </a:lnTo>
                  <a:lnTo>
                    <a:pt x="591341" y="2485092"/>
                  </a:lnTo>
                  <a:lnTo>
                    <a:pt x="608483" y="2348992"/>
                  </a:lnTo>
                  <a:lnTo>
                    <a:pt x="625624" y="2316152"/>
                  </a:lnTo>
                  <a:lnTo>
                    <a:pt x="642766" y="2362325"/>
                  </a:lnTo>
                  <a:lnTo>
                    <a:pt x="659907" y="2379031"/>
                  </a:lnTo>
                  <a:lnTo>
                    <a:pt x="677048" y="2441219"/>
                  </a:lnTo>
                  <a:lnTo>
                    <a:pt x="694190" y="2484029"/>
                  </a:lnTo>
                  <a:lnTo>
                    <a:pt x="711331" y="2470852"/>
                  </a:lnTo>
                  <a:lnTo>
                    <a:pt x="728473" y="2405344"/>
                  </a:lnTo>
                  <a:lnTo>
                    <a:pt x="745614" y="2347642"/>
                  </a:lnTo>
                  <a:lnTo>
                    <a:pt x="762755" y="2326130"/>
                  </a:lnTo>
                  <a:lnTo>
                    <a:pt x="779897" y="2341992"/>
                  </a:lnTo>
                  <a:lnTo>
                    <a:pt x="797038" y="2510333"/>
                  </a:lnTo>
                  <a:lnTo>
                    <a:pt x="814180" y="2663687"/>
                  </a:lnTo>
                  <a:lnTo>
                    <a:pt x="831321" y="2731446"/>
                  </a:lnTo>
                  <a:lnTo>
                    <a:pt x="848462" y="2760199"/>
                  </a:lnTo>
                  <a:lnTo>
                    <a:pt x="865604" y="2752521"/>
                  </a:lnTo>
                  <a:lnTo>
                    <a:pt x="882745" y="2732109"/>
                  </a:lnTo>
                  <a:lnTo>
                    <a:pt x="899887" y="2703491"/>
                  </a:lnTo>
                  <a:lnTo>
                    <a:pt x="917028" y="2580896"/>
                  </a:lnTo>
                  <a:lnTo>
                    <a:pt x="934169" y="2488767"/>
                  </a:lnTo>
                  <a:lnTo>
                    <a:pt x="951311" y="2493864"/>
                  </a:lnTo>
                  <a:lnTo>
                    <a:pt x="968452" y="2501573"/>
                  </a:lnTo>
                  <a:lnTo>
                    <a:pt x="985594" y="2444866"/>
                  </a:lnTo>
                  <a:lnTo>
                    <a:pt x="1002735" y="2372513"/>
                  </a:lnTo>
                  <a:lnTo>
                    <a:pt x="1019876" y="2383182"/>
                  </a:lnTo>
                  <a:lnTo>
                    <a:pt x="1037018" y="2423579"/>
                  </a:lnTo>
                  <a:lnTo>
                    <a:pt x="1054159" y="2395805"/>
                  </a:lnTo>
                  <a:lnTo>
                    <a:pt x="1071301" y="2389336"/>
                  </a:lnTo>
                  <a:lnTo>
                    <a:pt x="1088442" y="2347107"/>
                  </a:lnTo>
                  <a:lnTo>
                    <a:pt x="1105583" y="2222625"/>
                  </a:lnTo>
                  <a:lnTo>
                    <a:pt x="1122725" y="2181079"/>
                  </a:lnTo>
                  <a:lnTo>
                    <a:pt x="1139866" y="2093152"/>
                  </a:lnTo>
                  <a:lnTo>
                    <a:pt x="1157008" y="1865482"/>
                  </a:lnTo>
                  <a:lnTo>
                    <a:pt x="1174149" y="1603497"/>
                  </a:lnTo>
                  <a:lnTo>
                    <a:pt x="1191290" y="1545464"/>
                  </a:lnTo>
                  <a:lnTo>
                    <a:pt x="1208432" y="1708101"/>
                  </a:lnTo>
                  <a:lnTo>
                    <a:pt x="1225573" y="1696505"/>
                  </a:lnTo>
                  <a:lnTo>
                    <a:pt x="1242715" y="1705028"/>
                  </a:lnTo>
                  <a:lnTo>
                    <a:pt x="1259856" y="1900757"/>
                  </a:lnTo>
                  <a:lnTo>
                    <a:pt x="1276997" y="2081592"/>
                  </a:lnTo>
                  <a:lnTo>
                    <a:pt x="1294139" y="2133046"/>
                  </a:lnTo>
                  <a:lnTo>
                    <a:pt x="1311280" y="2082634"/>
                  </a:lnTo>
                  <a:lnTo>
                    <a:pt x="1328422" y="2069198"/>
                  </a:lnTo>
                  <a:lnTo>
                    <a:pt x="1345563" y="2070478"/>
                  </a:lnTo>
                  <a:lnTo>
                    <a:pt x="1362705" y="2053799"/>
                  </a:lnTo>
                  <a:lnTo>
                    <a:pt x="1379846" y="2016191"/>
                  </a:lnTo>
                  <a:lnTo>
                    <a:pt x="1396987" y="1985309"/>
                  </a:lnTo>
                  <a:lnTo>
                    <a:pt x="1414129" y="1796116"/>
                  </a:lnTo>
                  <a:lnTo>
                    <a:pt x="1431270" y="1608452"/>
                  </a:lnTo>
                  <a:lnTo>
                    <a:pt x="1448412" y="1447627"/>
                  </a:lnTo>
                  <a:lnTo>
                    <a:pt x="1465553" y="1256558"/>
                  </a:lnTo>
                  <a:lnTo>
                    <a:pt x="1482694" y="1155792"/>
                  </a:lnTo>
                  <a:lnTo>
                    <a:pt x="1499836" y="1217298"/>
                  </a:lnTo>
                  <a:lnTo>
                    <a:pt x="1516977" y="1380278"/>
                  </a:lnTo>
                  <a:lnTo>
                    <a:pt x="1534119" y="1558361"/>
                  </a:lnTo>
                  <a:lnTo>
                    <a:pt x="1551260" y="1682721"/>
                  </a:lnTo>
                  <a:lnTo>
                    <a:pt x="1568401" y="1810111"/>
                  </a:lnTo>
                  <a:lnTo>
                    <a:pt x="1585543" y="2030999"/>
                  </a:lnTo>
                  <a:lnTo>
                    <a:pt x="1602684" y="2049582"/>
                  </a:lnTo>
                  <a:lnTo>
                    <a:pt x="1619826" y="2049906"/>
                  </a:lnTo>
                  <a:lnTo>
                    <a:pt x="1636967" y="2110478"/>
                  </a:lnTo>
                  <a:lnTo>
                    <a:pt x="1654108" y="2243086"/>
                  </a:lnTo>
                  <a:lnTo>
                    <a:pt x="1671250" y="2335568"/>
                  </a:lnTo>
                  <a:lnTo>
                    <a:pt x="1688391" y="2292045"/>
                  </a:lnTo>
                  <a:lnTo>
                    <a:pt x="1705533" y="2330606"/>
                  </a:lnTo>
                  <a:lnTo>
                    <a:pt x="1722674" y="2301054"/>
                  </a:lnTo>
                  <a:lnTo>
                    <a:pt x="1739815" y="2229119"/>
                  </a:lnTo>
                  <a:lnTo>
                    <a:pt x="1756957" y="2093502"/>
                  </a:lnTo>
                  <a:lnTo>
                    <a:pt x="1774098" y="2001799"/>
                  </a:lnTo>
                  <a:lnTo>
                    <a:pt x="1791240" y="1913357"/>
                  </a:lnTo>
                  <a:lnTo>
                    <a:pt x="1808381" y="1711571"/>
                  </a:lnTo>
                  <a:lnTo>
                    <a:pt x="1825522" y="1672830"/>
                  </a:lnTo>
                  <a:lnTo>
                    <a:pt x="1842664" y="1644949"/>
                  </a:lnTo>
                  <a:lnTo>
                    <a:pt x="1859805" y="1564215"/>
                  </a:lnTo>
                  <a:lnTo>
                    <a:pt x="1876947" y="1382893"/>
                  </a:lnTo>
                  <a:lnTo>
                    <a:pt x="1894088" y="1326963"/>
                  </a:lnTo>
                  <a:lnTo>
                    <a:pt x="1911229" y="1396379"/>
                  </a:lnTo>
                  <a:lnTo>
                    <a:pt x="1928371" y="1279819"/>
                  </a:lnTo>
                  <a:lnTo>
                    <a:pt x="1945512" y="1219528"/>
                  </a:lnTo>
                  <a:lnTo>
                    <a:pt x="1962654" y="1181126"/>
                  </a:lnTo>
                  <a:lnTo>
                    <a:pt x="1979795" y="1167539"/>
                  </a:lnTo>
                  <a:lnTo>
                    <a:pt x="1996936" y="1043532"/>
                  </a:lnTo>
                  <a:lnTo>
                    <a:pt x="2014078" y="919921"/>
                  </a:lnTo>
                  <a:lnTo>
                    <a:pt x="2031219" y="789286"/>
                  </a:lnTo>
                  <a:lnTo>
                    <a:pt x="2048361" y="464876"/>
                  </a:lnTo>
                  <a:lnTo>
                    <a:pt x="2065502" y="268784"/>
                  </a:lnTo>
                  <a:lnTo>
                    <a:pt x="2082644" y="167871"/>
                  </a:lnTo>
                  <a:lnTo>
                    <a:pt x="2099785" y="68398"/>
                  </a:lnTo>
                  <a:lnTo>
                    <a:pt x="2116926" y="0"/>
                  </a:lnTo>
                  <a:lnTo>
                    <a:pt x="2134068" y="21147"/>
                  </a:lnTo>
                  <a:lnTo>
                    <a:pt x="2151209" y="191701"/>
                  </a:lnTo>
                  <a:lnTo>
                    <a:pt x="2168351" y="222565"/>
                  </a:lnTo>
                  <a:lnTo>
                    <a:pt x="2185492" y="221021"/>
                  </a:lnTo>
                  <a:lnTo>
                    <a:pt x="2202633" y="204971"/>
                  </a:lnTo>
                  <a:lnTo>
                    <a:pt x="2219775" y="101722"/>
                  </a:lnTo>
                  <a:lnTo>
                    <a:pt x="2236916" y="122712"/>
                  </a:lnTo>
                  <a:lnTo>
                    <a:pt x="2254058" y="226280"/>
                  </a:lnTo>
                  <a:lnTo>
                    <a:pt x="2271199" y="391927"/>
                  </a:lnTo>
                  <a:lnTo>
                    <a:pt x="2288340" y="723218"/>
                  </a:lnTo>
                  <a:lnTo>
                    <a:pt x="2305482" y="999590"/>
                  </a:lnTo>
                  <a:lnTo>
                    <a:pt x="2322623" y="1160084"/>
                  </a:lnTo>
                  <a:lnTo>
                    <a:pt x="2339765" y="1242261"/>
                  </a:lnTo>
                  <a:lnTo>
                    <a:pt x="2356906" y="1259048"/>
                  </a:lnTo>
                  <a:lnTo>
                    <a:pt x="2374047" y="1260053"/>
                  </a:lnTo>
                  <a:lnTo>
                    <a:pt x="2391189" y="1114129"/>
                  </a:lnTo>
                  <a:lnTo>
                    <a:pt x="2408330" y="1176108"/>
                  </a:lnTo>
                  <a:lnTo>
                    <a:pt x="2425472" y="1442754"/>
                  </a:lnTo>
                  <a:lnTo>
                    <a:pt x="2442613" y="1607438"/>
                  </a:lnTo>
                  <a:lnTo>
                    <a:pt x="2459754" y="1621361"/>
                  </a:lnTo>
                  <a:lnTo>
                    <a:pt x="2476896" y="1787304"/>
                  </a:lnTo>
                  <a:lnTo>
                    <a:pt x="2494037" y="1991859"/>
                  </a:lnTo>
                  <a:lnTo>
                    <a:pt x="2511179" y="1992018"/>
                  </a:lnTo>
                  <a:lnTo>
                    <a:pt x="2528320" y="1961910"/>
                  </a:lnTo>
                  <a:lnTo>
                    <a:pt x="2545461" y="2049077"/>
                  </a:lnTo>
                  <a:lnTo>
                    <a:pt x="2562603" y="2262828"/>
                  </a:lnTo>
                  <a:lnTo>
                    <a:pt x="2579744" y="2307495"/>
                  </a:lnTo>
                  <a:lnTo>
                    <a:pt x="2596886" y="2301788"/>
                  </a:lnTo>
                  <a:lnTo>
                    <a:pt x="2614027" y="2360561"/>
                  </a:lnTo>
                  <a:lnTo>
                    <a:pt x="2631168" y="2418460"/>
                  </a:lnTo>
                  <a:lnTo>
                    <a:pt x="2648310" y="2399228"/>
                  </a:lnTo>
                  <a:lnTo>
                    <a:pt x="2665451" y="2387590"/>
                  </a:lnTo>
                  <a:lnTo>
                    <a:pt x="2682593" y="2366823"/>
                  </a:lnTo>
                  <a:lnTo>
                    <a:pt x="2699734" y="2322938"/>
                  </a:lnTo>
                  <a:lnTo>
                    <a:pt x="2716875" y="2278203"/>
                  </a:lnTo>
                  <a:lnTo>
                    <a:pt x="2734017" y="2258954"/>
                  </a:lnTo>
                  <a:lnTo>
                    <a:pt x="2751158" y="2315874"/>
                  </a:lnTo>
                  <a:lnTo>
                    <a:pt x="2768300" y="2312176"/>
                  </a:lnTo>
                  <a:lnTo>
                    <a:pt x="2785441" y="2300555"/>
                  </a:lnTo>
                  <a:lnTo>
                    <a:pt x="2802583" y="2280952"/>
                  </a:lnTo>
                  <a:lnTo>
                    <a:pt x="2819724" y="2179412"/>
                  </a:lnTo>
                  <a:lnTo>
                    <a:pt x="2836865" y="2009038"/>
                  </a:lnTo>
                  <a:lnTo>
                    <a:pt x="2854007" y="1918238"/>
                  </a:lnTo>
                  <a:lnTo>
                    <a:pt x="2871148" y="1971405"/>
                  </a:lnTo>
                  <a:lnTo>
                    <a:pt x="2888290" y="2131024"/>
                  </a:lnTo>
                  <a:lnTo>
                    <a:pt x="2905431" y="2285429"/>
                  </a:lnTo>
                  <a:lnTo>
                    <a:pt x="2922572" y="2510224"/>
                  </a:lnTo>
                  <a:lnTo>
                    <a:pt x="2939714" y="2715262"/>
                  </a:lnTo>
                  <a:lnTo>
                    <a:pt x="2956855" y="2725873"/>
                  </a:lnTo>
                  <a:lnTo>
                    <a:pt x="2973997" y="2577393"/>
                  </a:lnTo>
                  <a:lnTo>
                    <a:pt x="2991138" y="2316819"/>
                  </a:lnTo>
                  <a:lnTo>
                    <a:pt x="3008279" y="2125868"/>
                  </a:lnTo>
                  <a:lnTo>
                    <a:pt x="3025421" y="1974602"/>
                  </a:lnTo>
                  <a:lnTo>
                    <a:pt x="3042562" y="1983040"/>
                  </a:lnTo>
                  <a:lnTo>
                    <a:pt x="3059704" y="2081385"/>
                  </a:lnTo>
                  <a:lnTo>
                    <a:pt x="3076845" y="2176974"/>
                  </a:lnTo>
                  <a:lnTo>
                    <a:pt x="3093986" y="2336699"/>
                  </a:lnTo>
                  <a:lnTo>
                    <a:pt x="3111128" y="2398543"/>
                  </a:lnTo>
                  <a:lnTo>
                    <a:pt x="3128269" y="2385065"/>
                  </a:lnTo>
                  <a:lnTo>
                    <a:pt x="3145411" y="2222056"/>
                  </a:lnTo>
                  <a:lnTo>
                    <a:pt x="3162552" y="2032354"/>
                  </a:lnTo>
                  <a:lnTo>
                    <a:pt x="3179693" y="1910904"/>
                  </a:lnTo>
                  <a:lnTo>
                    <a:pt x="3196835" y="1687666"/>
                  </a:lnTo>
                  <a:lnTo>
                    <a:pt x="3213976" y="1559828"/>
                  </a:lnTo>
                  <a:lnTo>
                    <a:pt x="3231118" y="1529683"/>
                  </a:lnTo>
                  <a:lnTo>
                    <a:pt x="3248259" y="1539624"/>
                  </a:lnTo>
                  <a:lnTo>
                    <a:pt x="3265400" y="1614611"/>
                  </a:lnTo>
                  <a:lnTo>
                    <a:pt x="3282542" y="1749558"/>
                  </a:lnTo>
                  <a:lnTo>
                    <a:pt x="3299683" y="1998433"/>
                  </a:lnTo>
                  <a:lnTo>
                    <a:pt x="3316825" y="2043561"/>
                  </a:lnTo>
                  <a:lnTo>
                    <a:pt x="3333966" y="1963452"/>
                  </a:lnTo>
                  <a:lnTo>
                    <a:pt x="3351107" y="1846714"/>
                  </a:lnTo>
                  <a:lnTo>
                    <a:pt x="3368249" y="1639938"/>
                  </a:lnTo>
                  <a:lnTo>
                    <a:pt x="3385390" y="1362752"/>
                  </a:lnTo>
                  <a:lnTo>
                    <a:pt x="3402532" y="1095154"/>
                  </a:lnTo>
                  <a:lnTo>
                    <a:pt x="3419673" y="975294"/>
                  </a:lnTo>
                  <a:lnTo>
                    <a:pt x="3436814" y="949065"/>
                  </a:lnTo>
                  <a:lnTo>
                    <a:pt x="3453956" y="954361"/>
                  </a:lnTo>
                  <a:lnTo>
                    <a:pt x="3471097" y="1042870"/>
                  </a:lnTo>
                  <a:lnTo>
                    <a:pt x="3488239" y="1031137"/>
                  </a:lnTo>
                  <a:lnTo>
                    <a:pt x="3505380" y="1019056"/>
                  </a:lnTo>
                  <a:lnTo>
                    <a:pt x="3522522" y="1105254"/>
                  </a:lnTo>
                  <a:lnTo>
                    <a:pt x="3539663" y="1257474"/>
                  </a:lnTo>
                  <a:lnTo>
                    <a:pt x="3556804" y="1525825"/>
                  </a:lnTo>
                  <a:lnTo>
                    <a:pt x="3573946" y="1711809"/>
                  </a:lnTo>
                  <a:lnTo>
                    <a:pt x="3591087" y="1881215"/>
                  </a:lnTo>
                  <a:lnTo>
                    <a:pt x="3608229" y="1924535"/>
                  </a:lnTo>
                  <a:lnTo>
                    <a:pt x="3625370" y="1829963"/>
                  </a:lnTo>
                  <a:lnTo>
                    <a:pt x="3642511" y="1651508"/>
                  </a:lnTo>
                  <a:lnTo>
                    <a:pt x="3659653" y="1269899"/>
                  </a:lnTo>
                  <a:lnTo>
                    <a:pt x="3676794" y="909421"/>
                  </a:lnTo>
                  <a:lnTo>
                    <a:pt x="3693936" y="703730"/>
                  </a:lnTo>
                  <a:lnTo>
                    <a:pt x="3711077" y="572947"/>
                  </a:lnTo>
                  <a:lnTo>
                    <a:pt x="3728218" y="527238"/>
                  </a:lnTo>
                  <a:lnTo>
                    <a:pt x="3745360" y="433649"/>
                  </a:lnTo>
                  <a:lnTo>
                    <a:pt x="3762501" y="390068"/>
                  </a:lnTo>
                  <a:lnTo>
                    <a:pt x="3779643" y="366448"/>
                  </a:lnTo>
                  <a:lnTo>
                    <a:pt x="3796784" y="336829"/>
                  </a:lnTo>
                  <a:lnTo>
                    <a:pt x="3813925" y="274117"/>
                  </a:lnTo>
                  <a:lnTo>
                    <a:pt x="3831067" y="174633"/>
                  </a:lnTo>
                  <a:lnTo>
                    <a:pt x="3848208" y="166889"/>
                  </a:lnTo>
                  <a:lnTo>
                    <a:pt x="3865350" y="195024"/>
                  </a:lnTo>
                  <a:lnTo>
                    <a:pt x="3882491" y="231171"/>
                  </a:lnTo>
                  <a:lnTo>
                    <a:pt x="3899632" y="199658"/>
                  </a:lnTo>
                  <a:lnTo>
                    <a:pt x="3916774" y="324362"/>
                  </a:lnTo>
                  <a:lnTo>
                    <a:pt x="3933915" y="480633"/>
                  </a:lnTo>
                  <a:lnTo>
                    <a:pt x="3951057" y="630874"/>
                  </a:lnTo>
                  <a:lnTo>
                    <a:pt x="3968198" y="831480"/>
                  </a:lnTo>
                  <a:lnTo>
                    <a:pt x="3985339" y="1021946"/>
                  </a:lnTo>
                  <a:lnTo>
                    <a:pt x="4002481" y="1301425"/>
                  </a:lnTo>
                  <a:lnTo>
                    <a:pt x="4019622" y="1423620"/>
                  </a:lnTo>
                  <a:lnTo>
                    <a:pt x="4036764" y="1469410"/>
                  </a:lnTo>
                  <a:lnTo>
                    <a:pt x="4053905" y="1398887"/>
                  </a:lnTo>
                  <a:lnTo>
                    <a:pt x="4071046" y="1226681"/>
                  </a:lnTo>
                  <a:lnTo>
                    <a:pt x="4088188" y="1175745"/>
                  </a:lnTo>
                  <a:lnTo>
                    <a:pt x="4105329" y="1103581"/>
                  </a:lnTo>
                  <a:lnTo>
                    <a:pt x="4122471" y="1056543"/>
                  </a:lnTo>
                  <a:lnTo>
                    <a:pt x="4139612" y="1168195"/>
                  </a:lnTo>
                  <a:lnTo>
                    <a:pt x="4156753" y="1232659"/>
                  </a:lnTo>
                  <a:lnTo>
                    <a:pt x="4173895" y="1328101"/>
                  </a:lnTo>
                  <a:lnTo>
                    <a:pt x="4191036" y="1306253"/>
                  </a:lnTo>
                  <a:lnTo>
                    <a:pt x="4208178" y="1228542"/>
                  </a:lnTo>
                  <a:lnTo>
                    <a:pt x="4225319" y="1192924"/>
                  </a:lnTo>
                  <a:lnTo>
                    <a:pt x="4242461" y="1201547"/>
                  </a:lnTo>
                  <a:lnTo>
                    <a:pt x="4259602" y="1380936"/>
                  </a:lnTo>
                  <a:lnTo>
                    <a:pt x="4276743" y="1534651"/>
                  </a:lnTo>
                  <a:lnTo>
                    <a:pt x="4293885" y="1675899"/>
                  </a:lnTo>
                  <a:lnTo>
                    <a:pt x="4311026" y="1885228"/>
                  </a:lnTo>
                  <a:lnTo>
                    <a:pt x="4328168" y="2123899"/>
                  </a:lnTo>
                  <a:lnTo>
                    <a:pt x="4345309" y="2285964"/>
                  </a:lnTo>
                  <a:lnTo>
                    <a:pt x="4362450" y="2301411"/>
                  </a:lnTo>
                  <a:lnTo>
                    <a:pt x="4379592" y="2306393"/>
                  </a:lnTo>
                  <a:lnTo>
                    <a:pt x="4396733" y="2386114"/>
                  </a:lnTo>
                  <a:lnTo>
                    <a:pt x="4413875" y="2310406"/>
                  </a:lnTo>
                  <a:lnTo>
                    <a:pt x="4431016" y="2165080"/>
                  </a:lnTo>
                  <a:lnTo>
                    <a:pt x="4448157" y="1986000"/>
                  </a:lnTo>
                  <a:lnTo>
                    <a:pt x="4465299" y="1936619"/>
                  </a:lnTo>
                  <a:lnTo>
                    <a:pt x="4482440" y="1935497"/>
                  </a:lnTo>
                  <a:lnTo>
                    <a:pt x="4499582" y="1880007"/>
                  </a:lnTo>
                  <a:lnTo>
                    <a:pt x="4516723" y="1995960"/>
                  </a:lnTo>
                  <a:lnTo>
                    <a:pt x="4533864" y="2257047"/>
                  </a:lnTo>
                  <a:lnTo>
                    <a:pt x="4551006" y="2562972"/>
                  </a:lnTo>
                  <a:lnTo>
                    <a:pt x="4568147" y="2680515"/>
                  </a:lnTo>
                  <a:lnTo>
                    <a:pt x="4585289" y="2792790"/>
                  </a:lnTo>
                  <a:lnTo>
                    <a:pt x="4602430" y="2809777"/>
                  </a:lnTo>
                  <a:lnTo>
                    <a:pt x="4619571" y="2895493"/>
                  </a:lnTo>
                  <a:lnTo>
                    <a:pt x="4636713" y="2847690"/>
                  </a:lnTo>
                  <a:lnTo>
                    <a:pt x="4653854" y="2675420"/>
                  </a:lnTo>
                  <a:lnTo>
                    <a:pt x="4670996" y="2602520"/>
                  </a:lnTo>
                  <a:lnTo>
                    <a:pt x="4688137" y="2565748"/>
                  </a:lnTo>
                  <a:lnTo>
                    <a:pt x="4705278" y="2549893"/>
                  </a:lnTo>
                  <a:lnTo>
                    <a:pt x="4722420" y="2364359"/>
                  </a:lnTo>
                  <a:lnTo>
                    <a:pt x="4739561" y="2114310"/>
                  </a:lnTo>
                  <a:lnTo>
                    <a:pt x="4756703" y="2002524"/>
                  </a:lnTo>
                  <a:lnTo>
                    <a:pt x="4773844" y="1983186"/>
                  </a:lnTo>
                  <a:lnTo>
                    <a:pt x="4790985" y="1905681"/>
                  </a:lnTo>
                  <a:lnTo>
                    <a:pt x="4808127" y="1874308"/>
                  </a:lnTo>
                  <a:lnTo>
                    <a:pt x="4825268" y="1960588"/>
                  </a:lnTo>
                  <a:lnTo>
                    <a:pt x="4842410" y="2116952"/>
                  </a:lnTo>
                  <a:lnTo>
                    <a:pt x="4859551" y="2217751"/>
                  </a:lnTo>
                  <a:lnTo>
                    <a:pt x="4876692" y="2273535"/>
                  </a:lnTo>
                  <a:lnTo>
                    <a:pt x="4893834" y="2339630"/>
                  </a:lnTo>
                  <a:lnTo>
                    <a:pt x="4910975" y="2409744"/>
                  </a:lnTo>
                  <a:lnTo>
                    <a:pt x="4928117" y="2480724"/>
                  </a:lnTo>
                  <a:lnTo>
                    <a:pt x="4945258" y="2555342"/>
                  </a:lnTo>
                  <a:lnTo>
                    <a:pt x="4962400" y="2608229"/>
                  </a:lnTo>
                  <a:lnTo>
                    <a:pt x="4979541" y="2666304"/>
                  </a:lnTo>
                  <a:lnTo>
                    <a:pt x="4996682" y="2782239"/>
                  </a:lnTo>
                  <a:lnTo>
                    <a:pt x="5013824" y="2911507"/>
                  </a:lnTo>
                  <a:lnTo>
                    <a:pt x="5030965" y="2944349"/>
                  </a:lnTo>
                  <a:lnTo>
                    <a:pt x="5040842" y="29864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52328" y="3013998"/>
              <a:ext cx="138602" cy="248478"/>
            </a:xfrm>
            <a:custGeom>
              <a:avLst/>
              <a:pathLst>
                <a:path w="138602" h="248478">
                  <a:moveTo>
                    <a:pt x="0" y="248478"/>
                  </a:moveTo>
                  <a:lnTo>
                    <a:pt x="6340" y="219889"/>
                  </a:lnTo>
                  <a:lnTo>
                    <a:pt x="23481" y="91407"/>
                  </a:lnTo>
                  <a:lnTo>
                    <a:pt x="40623" y="0"/>
                  </a:lnTo>
                  <a:lnTo>
                    <a:pt x="57764" y="14576"/>
                  </a:lnTo>
                  <a:lnTo>
                    <a:pt x="74906" y="23962"/>
                  </a:lnTo>
                  <a:lnTo>
                    <a:pt x="92047" y="32530"/>
                  </a:lnTo>
                  <a:lnTo>
                    <a:pt x="109188" y="109823"/>
                  </a:lnTo>
                  <a:lnTo>
                    <a:pt x="126330" y="215633"/>
                  </a:lnTo>
                  <a:lnTo>
                    <a:pt x="138602" y="2484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102189" y="3015906"/>
              <a:ext cx="159903" cy="246570"/>
            </a:xfrm>
            <a:custGeom>
              <a:avLst/>
              <a:pathLst>
                <a:path w="159903" h="246570">
                  <a:moveTo>
                    <a:pt x="0" y="246570"/>
                  </a:moveTo>
                  <a:lnTo>
                    <a:pt x="10751" y="224644"/>
                  </a:lnTo>
                  <a:lnTo>
                    <a:pt x="27892" y="192785"/>
                  </a:lnTo>
                  <a:lnTo>
                    <a:pt x="45034" y="181020"/>
                  </a:lnTo>
                  <a:lnTo>
                    <a:pt x="62175" y="48753"/>
                  </a:lnTo>
                  <a:lnTo>
                    <a:pt x="79317" y="0"/>
                  </a:lnTo>
                  <a:lnTo>
                    <a:pt x="96458" y="99205"/>
                  </a:lnTo>
                  <a:lnTo>
                    <a:pt x="113599" y="155320"/>
                  </a:lnTo>
                  <a:lnTo>
                    <a:pt x="130741" y="181675"/>
                  </a:lnTo>
                  <a:lnTo>
                    <a:pt x="147882" y="191366"/>
                  </a:lnTo>
                  <a:lnTo>
                    <a:pt x="159903" y="24657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286446" y="2532471"/>
              <a:ext cx="696801" cy="730005"/>
            </a:xfrm>
            <a:custGeom>
              <a:avLst/>
              <a:pathLst>
                <a:path w="696801" h="730005">
                  <a:moveTo>
                    <a:pt x="0" y="730005"/>
                  </a:moveTo>
                  <a:lnTo>
                    <a:pt x="15050" y="623215"/>
                  </a:lnTo>
                  <a:lnTo>
                    <a:pt x="32191" y="513675"/>
                  </a:lnTo>
                  <a:lnTo>
                    <a:pt x="49333" y="452193"/>
                  </a:lnTo>
                  <a:lnTo>
                    <a:pt x="66474" y="462235"/>
                  </a:lnTo>
                  <a:lnTo>
                    <a:pt x="83615" y="487069"/>
                  </a:lnTo>
                  <a:lnTo>
                    <a:pt x="100757" y="489111"/>
                  </a:lnTo>
                  <a:lnTo>
                    <a:pt x="117898" y="520700"/>
                  </a:lnTo>
                  <a:lnTo>
                    <a:pt x="135040" y="556704"/>
                  </a:lnTo>
                  <a:lnTo>
                    <a:pt x="152181" y="512345"/>
                  </a:lnTo>
                  <a:lnTo>
                    <a:pt x="169322" y="341971"/>
                  </a:lnTo>
                  <a:lnTo>
                    <a:pt x="186464" y="329656"/>
                  </a:lnTo>
                  <a:lnTo>
                    <a:pt x="203605" y="413460"/>
                  </a:lnTo>
                  <a:lnTo>
                    <a:pt x="220747" y="425333"/>
                  </a:lnTo>
                  <a:lnTo>
                    <a:pt x="237888" y="457614"/>
                  </a:lnTo>
                  <a:lnTo>
                    <a:pt x="255029" y="494909"/>
                  </a:lnTo>
                  <a:lnTo>
                    <a:pt x="272171" y="545053"/>
                  </a:lnTo>
                  <a:lnTo>
                    <a:pt x="289312" y="472721"/>
                  </a:lnTo>
                  <a:lnTo>
                    <a:pt x="306454" y="298653"/>
                  </a:lnTo>
                  <a:lnTo>
                    <a:pt x="323595" y="152751"/>
                  </a:lnTo>
                  <a:lnTo>
                    <a:pt x="340736" y="27069"/>
                  </a:lnTo>
                  <a:lnTo>
                    <a:pt x="357878" y="0"/>
                  </a:lnTo>
                  <a:lnTo>
                    <a:pt x="375019" y="30968"/>
                  </a:lnTo>
                  <a:lnTo>
                    <a:pt x="392161" y="23119"/>
                  </a:lnTo>
                  <a:lnTo>
                    <a:pt x="409302" y="81754"/>
                  </a:lnTo>
                  <a:lnTo>
                    <a:pt x="426443" y="152991"/>
                  </a:lnTo>
                  <a:lnTo>
                    <a:pt x="443585" y="237993"/>
                  </a:lnTo>
                  <a:lnTo>
                    <a:pt x="460726" y="302710"/>
                  </a:lnTo>
                  <a:lnTo>
                    <a:pt x="477868" y="362068"/>
                  </a:lnTo>
                  <a:lnTo>
                    <a:pt x="495009" y="380113"/>
                  </a:lnTo>
                  <a:lnTo>
                    <a:pt x="512150" y="340550"/>
                  </a:lnTo>
                  <a:lnTo>
                    <a:pt x="529292" y="368479"/>
                  </a:lnTo>
                  <a:lnTo>
                    <a:pt x="546433" y="397307"/>
                  </a:lnTo>
                  <a:lnTo>
                    <a:pt x="563575" y="392669"/>
                  </a:lnTo>
                  <a:lnTo>
                    <a:pt x="580716" y="304458"/>
                  </a:lnTo>
                  <a:lnTo>
                    <a:pt x="597857" y="352970"/>
                  </a:lnTo>
                  <a:lnTo>
                    <a:pt x="614999" y="384301"/>
                  </a:lnTo>
                  <a:lnTo>
                    <a:pt x="632140" y="416116"/>
                  </a:lnTo>
                  <a:lnTo>
                    <a:pt x="649282" y="479987"/>
                  </a:lnTo>
                  <a:lnTo>
                    <a:pt x="666423" y="538584"/>
                  </a:lnTo>
                  <a:lnTo>
                    <a:pt x="683564" y="654299"/>
                  </a:lnTo>
                  <a:lnTo>
                    <a:pt x="696801" y="7300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09572" y="2677435"/>
              <a:ext cx="133691" cy="585041"/>
            </a:xfrm>
            <a:custGeom>
              <a:avLst/>
              <a:pathLst>
                <a:path w="133691" h="585041">
                  <a:moveTo>
                    <a:pt x="0" y="585041"/>
                  </a:moveTo>
                  <a:lnTo>
                    <a:pt x="14711" y="442030"/>
                  </a:lnTo>
                  <a:lnTo>
                    <a:pt x="31853" y="228117"/>
                  </a:lnTo>
                  <a:lnTo>
                    <a:pt x="48994" y="113997"/>
                  </a:lnTo>
                  <a:lnTo>
                    <a:pt x="66135" y="79202"/>
                  </a:lnTo>
                  <a:lnTo>
                    <a:pt x="83277" y="56676"/>
                  </a:lnTo>
                  <a:lnTo>
                    <a:pt x="100418" y="0"/>
                  </a:lnTo>
                  <a:lnTo>
                    <a:pt x="117560" y="269888"/>
                  </a:lnTo>
                  <a:lnTo>
                    <a:pt x="133691" y="5850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79338" y="2375553"/>
              <a:ext cx="393063" cy="886923"/>
            </a:xfrm>
            <a:custGeom>
              <a:avLst/>
              <a:pathLst>
                <a:path w="393063" h="886923">
                  <a:moveTo>
                    <a:pt x="0" y="886923"/>
                  </a:moveTo>
                  <a:lnTo>
                    <a:pt x="16360" y="769246"/>
                  </a:lnTo>
                  <a:lnTo>
                    <a:pt x="33501" y="684335"/>
                  </a:lnTo>
                  <a:lnTo>
                    <a:pt x="50642" y="461069"/>
                  </a:lnTo>
                  <a:lnTo>
                    <a:pt x="67784" y="126865"/>
                  </a:lnTo>
                  <a:lnTo>
                    <a:pt x="84925" y="15611"/>
                  </a:lnTo>
                  <a:lnTo>
                    <a:pt x="102067" y="0"/>
                  </a:lnTo>
                  <a:lnTo>
                    <a:pt x="119208" y="177490"/>
                  </a:lnTo>
                  <a:lnTo>
                    <a:pt x="136349" y="280504"/>
                  </a:lnTo>
                  <a:lnTo>
                    <a:pt x="153491" y="297104"/>
                  </a:lnTo>
                  <a:lnTo>
                    <a:pt x="170632" y="423294"/>
                  </a:lnTo>
                  <a:lnTo>
                    <a:pt x="187774" y="515927"/>
                  </a:lnTo>
                  <a:lnTo>
                    <a:pt x="204915" y="605637"/>
                  </a:lnTo>
                  <a:lnTo>
                    <a:pt x="222056" y="601664"/>
                  </a:lnTo>
                  <a:lnTo>
                    <a:pt x="239198" y="691646"/>
                  </a:lnTo>
                  <a:lnTo>
                    <a:pt x="256339" y="764229"/>
                  </a:lnTo>
                  <a:lnTo>
                    <a:pt x="273481" y="769292"/>
                  </a:lnTo>
                  <a:lnTo>
                    <a:pt x="290622" y="745041"/>
                  </a:lnTo>
                  <a:lnTo>
                    <a:pt x="307763" y="836320"/>
                  </a:lnTo>
                  <a:lnTo>
                    <a:pt x="324905" y="870952"/>
                  </a:lnTo>
                  <a:lnTo>
                    <a:pt x="342046" y="824440"/>
                  </a:lnTo>
                  <a:lnTo>
                    <a:pt x="359188" y="791863"/>
                  </a:lnTo>
                  <a:lnTo>
                    <a:pt x="376329" y="802472"/>
                  </a:lnTo>
                  <a:lnTo>
                    <a:pt x="393063" y="8869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673388" y="2745393"/>
              <a:ext cx="325106" cy="517083"/>
            </a:xfrm>
            <a:custGeom>
              <a:avLst/>
              <a:pathLst>
                <a:path w="325106" h="517083">
                  <a:moveTo>
                    <a:pt x="0" y="517083"/>
                  </a:moveTo>
                  <a:lnTo>
                    <a:pt x="16561" y="458416"/>
                  </a:lnTo>
                  <a:lnTo>
                    <a:pt x="33703" y="300225"/>
                  </a:lnTo>
                  <a:lnTo>
                    <a:pt x="50844" y="180113"/>
                  </a:lnTo>
                  <a:lnTo>
                    <a:pt x="67985" y="143751"/>
                  </a:lnTo>
                  <a:lnTo>
                    <a:pt x="85127" y="169365"/>
                  </a:lnTo>
                  <a:lnTo>
                    <a:pt x="102268" y="172622"/>
                  </a:lnTo>
                  <a:lnTo>
                    <a:pt x="119410" y="154003"/>
                  </a:lnTo>
                  <a:lnTo>
                    <a:pt x="136551" y="165418"/>
                  </a:lnTo>
                  <a:lnTo>
                    <a:pt x="153692" y="229210"/>
                  </a:lnTo>
                  <a:lnTo>
                    <a:pt x="170834" y="188371"/>
                  </a:lnTo>
                  <a:lnTo>
                    <a:pt x="187975" y="50182"/>
                  </a:lnTo>
                  <a:lnTo>
                    <a:pt x="205117" y="0"/>
                  </a:lnTo>
                  <a:lnTo>
                    <a:pt x="222258" y="143633"/>
                  </a:lnTo>
                  <a:lnTo>
                    <a:pt x="239399" y="259913"/>
                  </a:lnTo>
                  <a:lnTo>
                    <a:pt x="256541" y="304515"/>
                  </a:lnTo>
                  <a:lnTo>
                    <a:pt x="273682" y="326857"/>
                  </a:lnTo>
                  <a:lnTo>
                    <a:pt x="290824" y="400697"/>
                  </a:lnTo>
                  <a:lnTo>
                    <a:pt x="307965" y="372880"/>
                  </a:lnTo>
                  <a:lnTo>
                    <a:pt x="325106" y="202284"/>
                  </a:lnTo>
                  <a:lnTo>
                    <a:pt x="325106" y="2022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444934" y="276021"/>
              <a:ext cx="8553560" cy="2986455"/>
            </a:xfrm>
            <a:custGeom>
              <a:avLst/>
              <a:pathLst>
                <a:path w="8553560" h="2986455">
                  <a:moveTo>
                    <a:pt x="0" y="2926347"/>
                  </a:moveTo>
                  <a:lnTo>
                    <a:pt x="17141" y="2827792"/>
                  </a:lnTo>
                  <a:lnTo>
                    <a:pt x="34282" y="2708436"/>
                  </a:lnTo>
                  <a:lnTo>
                    <a:pt x="51424" y="2618396"/>
                  </a:lnTo>
                  <a:lnTo>
                    <a:pt x="68565" y="2634202"/>
                  </a:lnTo>
                  <a:lnTo>
                    <a:pt x="85707" y="2561068"/>
                  </a:lnTo>
                  <a:lnTo>
                    <a:pt x="102848" y="2540629"/>
                  </a:lnTo>
                  <a:lnTo>
                    <a:pt x="119989" y="2603296"/>
                  </a:lnTo>
                  <a:lnTo>
                    <a:pt x="137131" y="2704108"/>
                  </a:lnTo>
                  <a:lnTo>
                    <a:pt x="154272" y="2717510"/>
                  </a:lnTo>
                  <a:lnTo>
                    <a:pt x="171414" y="2639489"/>
                  </a:lnTo>
                  <a:lnTo>
                    <a:pt x="188555" y="2708749"/>
                  </a:lnTo>
                  <a:lnTo>
                    <a:pt x="205696" y="2759447"/>
                  </a:lnTo>
                  <a:lnTo>
                    <a:pt x="222838" y="2759447"/>
                  </a:lnTo>
                  <a:lnTo>
                    <a:pt x="239979" y="2777993"/>
                  </a:lnTo>
                  <a:lnTo>
                    <a:pt x="257121" y="2877666"/>
                  </a:lnTo>
                  <a:lnTo>
                    <a:pt x="274262" y="2922257"/>
                  </a:lnTo>
                  <a:lnTo>
                    <a:pt x="291403" y="2880009"/>
                  </a:lnTo>
                  <a:lnTo>
                    <a:pt x="308545" y="2862678"/>
                  </a:lnTo>
                  <a:lnTo>
                    <a:pt x="325686" y="2845141"/>
                  </a:lnTo>
                  <a:lnTo>
                    <a:pt x="342828" y="2837326"/>
                  </a:lnTo>
                  <a:lnTo>
                    <a:pt x="359969" y="2814292"/>
                  </a:lnTo>
                  <a:lnTo>
                    <a:pt x="377110" y="2845467"/>
                  </a:lnTo>
                  <a:lnTo>
                    <a:pt x="394252" y="2926385"/>
                  </a:lnTo>
                  <a:lnTo>
                    <a:pt x="411393" y="2980012"/>
                  </a:lnTo>
                  <a:lnTo>
                    <a:pt x="428535" y="2986455"/>
                  </a:lnTo>
                  <a:lnTo>
                    <a:pt x="445676" y="2986455"/>
                  </a:lnTo>
                  <a:lnTo>
                    <a:pt x="462817" y="2986455"/>
                  </a:lnTo>
                  <a:lnTo>
                    <a:pt x="479959" y="2925096"/>
                  </a:lnTo>
                  <a:lnTo>
                    <a:pt x="497100" y="2845709"/>
                  </a:lnTo>
                  <a:lnTo>
                    <a:pt x="514242" y="2795973"/>
                  </a:lnTo>
                  <a:lnTo>
                    <a:pt x="531383" y="2828351"/>
                  </a:lnTo>
                  <a:lnTo>
                    <a:pt x="548524" y="2685443"/>
                  </a:lnTo>
                  <a:lnTo>
                    <a:pt x="565666" y="2457044"/>
                  </a:lnTo>
                  <a:lnTo>
                    <a:pt x="582807" y="2286671"/>
                  </a:lnTo>
                  <a:lnTo>
                    <a:pt x="599949" y="2162002"/>
                  </a:lnTo>
                  <a:lnTo>
                    <a:pt x="617090" y="2028667"/>
                  </a:lnTo>
                  <a:lnTo>
                    <a:pt x="634231" y="1917515"/>
                  </a:lnTo>
                  <a:lnTo>
                    <a:pt x="651373" y="2013855"/>
                  </a:lnTo>
                  <a:lnTo>
                    <a:pt x="668514" y="2214068"/>
                  </a:lnTo>
                  <a:lnTo>
                    <a:pt x="685656" y="2427187"/>
                  </a:lnTo>
                  <a:lnTo>
                    <a:pt x="702797" y="2593569"/>
                  </a:lnTo>
                  <a:lnTo>
                    <a:pt x="719938" y="2740343"/>
                  </a:lnTo>
                  <a:lnTo>
                    <a:pt x="737080" y="2812453"/>
                  </a:lnTo>
                  <a:lnTo>
                    <a:pt x="754221" y="2859018"/>
                  </a:lnTo>
                  <a:lnTo>
                    <a:pt x="771363" y="2910083"/>
                  </a:lnTo>
                  <a:lnTo>
                    <a:pt x="788504" y="2900764"/>
                  </a:lnTo>
                  <a:lnTo>
                    <a:pt x="805646" y="2840436"/>
                  </a:lnTo>
                  <a:lnTo>
                    <a:pt x="822787" y="2795590"/>
                  </a:lnTo>
                  <a:lnTo>
                    <a:pt x="839928" y="2769618"/>
                  </a:lnTo>
                  <a:lnTo>
                    <a:pt x="857070" y="2664710"/>
                  </a:lnTo>
                  <a:lnTo>
                    <a:pt x="874211" y="2496674"/>
                  </a:lnTo>
                  <a:lnTo>
                    <a:pt x="891353" y="2411259"/>
                  </a:lnTo>
                  <a:lnTo>
                    <a:pt x="908494" y="2450916"/>
                  </a:lnTo>
                  <a:lnTo>
                    <a:pt x="925635" y="2495766"/>
                  </a:lnTo>
                  <a:lnTo>
                    <a:pt x="942777" y="2521736"/>
                  </a:lnTo>
                  <a:lnTo>
                    <a:pt x="959918" y="2661785"/>
                  </a:lnTo>
                  <a:lnTo>
                    <a:pt x="977060" y="2868868"/>
                  </a:lnTo>
                  <a:lnTo>
                    <a:pt x="994201" y="2986455"/>
                  </a:lnTo>
                  <a:lnTo>
                    <a:pt x="1011342" y="2986455"/>
                  </a:lnTo>
                  <a:lnTo>
                    <a:pt x="1028484" y="2986455"/>
                  </a:lnTo>
                  <a:lnTo>
                    <a:pt x="1045625" y="2954036"/>
                  </a:lnTo>
                  <a:lnTo>
                    <a:pt x="1062767" y="2865592"/>
                  </a:lnTo>
                  <a:lnTo>
                    <a:pt x="1079908" y="2869014"/>
                  </a:lnTo>
                  <a:lnTo>
                    <a:pt x="1097049" y="2920346"/>
                  </a:lnTo>
                  <a:lnTo>
                    <a:pt x="1114191" y="2871358"/>
                  </a:lnTo>
                  <a:lnTo>
                    <a:pt x="1131332" y="2764314"/>
                  </a:lnTo>
                  <a:lnTo>
                    <a:pt x="1148474" y="2717360"/>
                  </a:lnTo>
                  <a:lnTo>
                    <a:pt x="1165615" y="2658397"/>
                  </a:lnTo>
                  <a:lnTo>
                    <a:pt x="1182756" y="2507040"/>
                  </a:lnTo>
                  <a:lnTo>
                    <a:pt x="1199898" y="2425615"/>
                  </a:lnTo>
                  <a:lnTo>
                    <a:pt x="1217039" y="2494016"/>
                  </a:lnTo>
                  <a:lnTo>
                    <a:pt x="1234181" y="2511421"/>
                  </a:lnTo>
                  <a:lnTo>
                    <a:pt x="1251322" y="2539083"/>
                  </a:lnTo>
                  <a:lnTo>
                    <a:pt x="1268463" y="2599121"/>
                  </a:lnTo>
                  <a:lnTo>
                    <a:pt x="1285605" y="2664832"/>
                  </a:lnTo>
                  <a:lnTo>
                    <a:pt x="1302746" y="2633067"/>
                  </a:lnTo>
                  <a:lnTo>
                    <a:pt x="1319888" y="2555353"/>
                  </a:lnTo>
                  <a:lnTo>
                    <a:pt x="1337029" y="2683839"/>
                  </a:lnTo>
                  <a:lnTo>
                    <a:pt x="1354170" y="2818612"/>
                  </a:lnTo>
                  <a:lnTo>
                    <a:pt x="1371312" y="2918276"/>
                  </a:lnTo>
                  <a:lnTo>
                    <a:pt x="1388453" y="2986455"/>
                  </a:lnTo>
                  <a:lnTo>
                    <a:pt x="1405595" y="2986455"/>
                  </a:lnTo>
                  <a:lnTo>
                    <a:pt x="1422736" y="2986455"/>
                  </a:lnTo>
                  <a:lnTo>
                    <a:pt x="1439877" y="2912600"/>
                  </a:lnTo>
                  <a:lnTo>
                    <a:pt x="1457019" y="2741074"/>
                  </a:lnTo>
                  <a:lnTo>
                    <a:pt x="1474160" y="2669234"/>
                  </a:lnTo>
                  <a:lnTo>
                    <a:pt x="1491302" y="2624768"/>
                  </a:lnTo>
                  <a:lnTo>
                    <a:pt x="1508443" y="2618250"/>
                  </a:lnTo>
                  <a:lnTo>
                    <a:pt x="1525585" y="2672840"/>
                  </a:lnTo>
                  <a:lnTo>
                    <a:pt x="1542726" y="2773592"/>
                  </a:lnTo>
                  <a:lnTo>
                    <a:pt x="1559867" y="2829271"/>
                  </a:lnTo>
                  <a:lnTo>
                    <a:pt x="1577009" y="2750144"/>
                  </a:lnTo>
                  <a:lnTo>
                    <a:pt x="1594150" y="2694427"/>
                  </a:lnTo>
                  <a:lnTo>
                    <a:pt x="1611292" y="2657123"/>
                  </a:lnTo>
                  <a:lnTo>
                    <a:pt x="1628433" y="2567161"/>
                  </a:lnTo>
                  <a:lnTo>
                    <a:pt x="1645574" y="2418892"/>
                  </a:lnTo>
                  <a:lnTo>
                    <a:pt x="1662716" y="2424921"/>
                  </a:lnTo>
                  <a:lnTo>
                    <a:pt x="1679857" y="2528453"/>
                  </a:lnTo>
                  <a:lnTo>
                    <a:pt x="1696999" y="2584170"/>
                  </a:lnTo>
                  <a:lnTo>
                    <a:pt x="1714140" y="2621475"/>
                  </a:lnTo>
                  <a:lnTo>
                    <a:pt x="1731281" y="2711436"/>
                  </a:lnTo>
                  <a:lnTo>
                    <a:pt x="1748423" y="2868653"/>
                  </a:lnTo>
                  <a:lnTo>
                    <a:pt x="1765564" y="2856485"/>
                  </a:lnTo>
                  <a:lnTo>
                    <a:pt x="1782706" y="2811000"/>
                  </a:lnTo>
                  <a:lnTo>
                    <a:pt x="1799847" y="2810999"/>
                  </a:lnTo>
                  <a:lnTo>
                    <a:pt x="1816988" y="2811000"/>
                  </a:lnTo>
                  <a:lnTo>
                    <a:pt x="1834130" y="2760426"/>
                  </a:lnTo>
                  <a:lnTo>
                    <a:pt x="1851271" y="2644386"/>
                  </a:lnTo>
                  <a:lnTo>
                    <a:pt x="1868413" y="2634602"/>
                  </a:lnTo>
                  <a:lnTo>
                    <a:pt x="1885554" y="2636138"/>
                  </a:lnTo>
                  <a:lnTo>
                    <a:pt x="1902695" y="2547691"/>
                  </a:lnTo>
                  <a:lnTo>
                    <a:pt x="1919837" y="2463901"/>
                  </a:lnTo>
                  <a:lnTo>
                    <a:pt x="1936978" y="2522267"/>
                  </a:lnTo>
                  <a:lnTo>
                    <a:pt x="1954120" y="2630701"/>
                  </a:lnTo>
                  <a:lnTo>
                    <a:pt x="1971261" y="2641049"/>
                  </a:lnTo>
                  <a:lnTo>
                    <a:pt x="1988402" y="2646505"/>
                  </a:lnTo>
                  <a:lnTo>
                    <a:pt x="2005544" y="2611452"/>
                  </a:lnTo>
                  <a:lnTo>
                    <a:pt x="2022685" y="2485092"/>
                  </a:lnTo>
                  <a:lnTo>
                    <a:pt x="2039827" y="2348992"/>
                  </a:lnTo>
                  <a:lnTo>
                    <a:pt x="2056968" y="2316152"/>
                  </a:lnTo>
                  <a:lnTo>
                    <a:pt x="2074109" y="2362325"/>
                  </a:lnTo>
                  <a:lnTo>
                    <a:pt x="2091251" y="2379031"/>
                  </a:lnTo>
                  <a:lnTo>
                    <a:pt x="2108392" y="2441219"/>
                  </a:lnTo>
                  <a:lnTo>
                    <a:pt x="2125534" y="2484029"/>
                  </a:lnTo>
                  <a:lnTo>
                    <a:pt x="2142675" y="2470852"/>
                  </a:lnTo>
                  <a:lnTo>
                    <a:pt x="2159816" y="2405344"/>
                  </a:lnTo>
                  <a:lnTo>
                    <a:pt x="2176958" y="2347642"/>
                  </a:lnTo>
                  <a:lnTo>
                    <a:pt x="2194099" y="2326130"/>
                  </a:lnTo>
                  <a:lnTo>
                    <a:pt x="2211241" y="2341992"/>
                  </a:lnTo>
                  <a:lnTo>
                    <a:pt x="2228382" y="2510333"/>
                  </a:lnTo>
                  <a:lnTo>
                    <a:pt x="2245524" y="2663687"/>
                  </a:lnTo>
                  <a:lnTo>
                    <a:pt x="2262665" y="2731446"/>
                  </a:lnTo>
                  <a:lnTo>
                    <a:pt x="2279806" y="2760199"/>
                  </a:lnTo>
                  <a:lnTo>
                    <a:pt x="2296948" y="2752521"/>
                  </a:lnTo>
                  <a:lnTo>
                    <a:pt x="2314089" y="2732109"/>
                  </a:lnTo>
                  <a:lnTo>
                    <a:pt x="2331231" y="2703491"/>
                  </a:lnTo>
                  <a:lnTo>
                    <a:pt x="2348372" y="2580896"/>
                  </a:lnTo>
                  <a:lnTo>
                    <a:pt x="2365513" y="2488767"/>
                  </a:lnTo>
                  <a:lnTo>
                    <a:pt x="2382655" y="2493864"/>
                  </a:lnTo>
                  <a:lnTo>
                    <a:pt x="2399796" y="2501573"/>
                  </a:lnTo>
                  <a:lnTo>
                    <a:pt x="2416938" y="2444866"/>
                  </a:lnTo>
                  <a:lnTo>
                    <a:pt x="2434079" y="2372513"/>
                  </a:lnTo>
                  <a:lnTo>
                    <a:pt x="2451220" y="2383182"/>
                  </a:lnTo>
                  <a:lnTo>
                    <a:pt x="2468362" y="2423579"/>
                  </a:lnTo>
                  <a:lnTo>
                    <a:pt x="2485503" y="2395805"/>
                  </a:lnTo>
                  <a:lnTo>
                    <a:pt x="2502645" y="2389336"/>
                  </a:lnTo>
                  <a:lnTo>
                    <a:pt x="2519786" y="2347107"/>
                  </a:lnTo>
                  <a:lnTo>
                    <a:pt x="2536927" y="2222625"/>
                  </a:lnTo>
                  <a:lnTo>
                    <a:pt x="2554069" y="2181079"/>
                  </a:lnTo>
                  <a:lnTo>
                    <a:pt x="2571210" y="2093152"/>
                  </a:lnTo>
                  <a:lnTo>
                    <a:pt x="2588352" y="1865482"/>
                  </a:lnTo>
                  <a:lnTo>
                    <a:pt x="2605493" y="1603497"/>
                  </a:lnTo>
                  <a:lnTo>
                    <a:pt x="2622634" y="1545464"/>
                  </a:lnTo>
                  <a:lnTo>
                    <a:pt x="2639776" y="1708101"/>
                  </a:lnTo>
                  <a:lnTo>
                    <a:pt x="2656917" y="1696505"/>
                  </a:lnTo>
                  <a:lnTo>
                    <a:pt x="2674059" y="1705028"/>
                  </a:lnTo>
                  <a:lnTo>
                    <a:pt x="2691200" y="1900757"/>
                  </a:lnTo>
                  <a:lnTo>
                    <a:pt x="2708341" y="2081592"/>
                  </a:lnTo>
                  <a:lnTo>
                    <a:pt x="2725483" y="2133046"/>
                  </a:lnTo>
                  <a:lnTo>
                    <a:pt x="2742624" y="2082634"/>
                  </a:lnTo>
                  <a:lnTo>
                    <a:pt x="2759766" y="2069198"/>
                  </a:lnTo>
                  <a:lnTo>
                    <a:pt x="2776907" y="2070478"/>
                  </a:lnTo>
                  <a:lnTo>
                    <a:pt x="2794048" y="2053799"/>
                  </a:lnTo>
                  <a:lnTo>
                    <a:pt x="2811190" y="2016191"/>
                  </a:lnTo>
                  <a:lnTo>
                    <a:pt x="2828331" y="1985309"/>
                  </a:lnTo>
                  <a:lnTo>
                    <a:pt x="2845473" y="1796116"/>
                  </a:lnTo>
                  <a:lnTo>
                    <a:pt x="2862614" y="1608452"/>
                  </a:lnTo>
                  <a:lnTo>
                    <a:pt x="2879755" y="1447627"/>
                  </a:lnTo>
                  <a:lnTo>
                    <a:pt x="2896897" y="1256558"/>
                  </a:lnTo>
                  <a:lnTo>
                    <a:pt x="2914038" y="1155792"/>
                  </a:lnTo>
                  <a:lnTo>
                    <a:pt x="2931180" y="1217298"/>
                  </a:lnTo>
                  <a:lnTo>
                    <a:pt x="2948321" y="1380278"/>
                  </a:lnTo>
                  <a:lnTo>
                    <a:pt x="2965463" y="1558361"/>
                  </a:lnTo>
                  <a:lnTo>
                    <a:pt x="2982604" y="1682721"/>
                  </a:lnTo>
                  <a:lnTo>
                    <a:pt x="2999745" y="1810111"/>
                  </a:lnTo>
                  <a:lnTo>
                    <a:pt x="3016887" y="2030999"/>
                  </a:lnTo>
                  <a:lnTo>
                    <a:pt x="3034028" y="2049582"/>
                  </a:lnTo>
                  <a:lnTo>
                    <a:pt x="3051170" y="2049906"/>
                  </a:lnTo>
                  <a:lnTo>
                    <a:pt x="3068311" y="2110478"/>
                  </a:lnTo>
                  <a:lnTo>
                    <a:pt x="3085452" y="2243086"/>
                  </a:lnTo>
                  <a:lnTo>
                    <a:pt x="3102594" y="2335568"/>
                  </a:lnTo>
                  <a:lnTo>
                    <a:pt x="3119735" y="2292045"/>
                  </a:lnTo>
                  <a:lnTo>
                    <a:pt x="3136877" y="2330606"/>
                  </a:lnTo>
                  <a:lnTo>
                    <a:pt x="3154018" y="2301054"/>
                  </a:lnTo>
                  <a:lnTo>
                    <a:pt x="3171159" y="2229119"/>
                  </a:lnTo>
                  <a:lnTo>
                    <a:pt x="3188301" y="2093502"/>
                  </a:lnTo>
                  <a:lnTo>
                    <a:pt x="3205442" y="2001799"/>
                  </a:lnTo>
                  <a:lnTo>
                    <a:pt x="3222584" y="1913357"/>
                  </a:lnTo>
                  <a:lnTo>
                    <a:pt x="3239725" y="1711571"/>
                  </a:lnTo>
                  <a:lnTo>
                    <a:pt x="3256866" y="1672830"/>
                  </a:lnTo>
                  <a:lnTo>
                    <a:pt x="3274008" y="1644949"/>
                  </a:lnTo>
                  <a:lnTo>
                    <a:pt x="3291149" y="1564215"/>
                  </a:lnTo>
                  <a:lnTo>
                    <a:pt x="3308291" y="1382893"/>
                  </a:lnTo>
                  <a:lnTo>
                    <a:pt x="3325432" y="1326963"/>
                  </a:lnTo>
                  <a:lnTo>
                    <a:pt x="3342573" y="1396379"/>
                  </a:lnTo>
                  <a:lnTo>
                    <a:pt x="3359715" y="1279819"/>
                  </a:lnTo>
                  <a:lnTo>
                    <a:pt x="3376856" y="1219528"/>
                  </a:lnTo>
                  <a:lnTo>
                    <a:pt x="3393998" y="1181126"/>
                  </a:lnTo>
                  <a:lnTo>
                    <a:pt x="3411139" y="1167539"/>
                  </a:lnTo>
                  <a:lnTo>
                    <a:pt x="3428280" y="1043532"/>
                  </a:lnTo>
                  <a:lnTo>
                    <a:pt x="3445422" y="919921"/>
                  </a:lnTo>
                  <a:lnTo>
                    <a:pt x="3462563" y="789286"/>
                  </a:lnTo>
                  <a:lnTo>
                    <a:pt x="3479705" y="464876"/>
                  </a:lnTo>
                  <a:lnTo>
                    <a:pt x="3496846" y="268784"/>
                  </a:lnTo>
                  <a:lnTo>
                    <a:pt x="3513987" y="167871"/>
                  </a:lnTo>
                  <a:lnTo>
                    <a:pt x="3531129" y="68398"/>
                  </a:lnTo>
                  <a:lnTo>
                    <a:pt x="3548270" y="0"/>
                  </a:lnTo>
                  <a:lnTo>
                    <a:pt x="3565412" y="21147"/>
                  </a:lnTo>
                  <a:lnTo>
                    <a:pt x="3582553" y="191701"/>
                  </a:lnTo>
                  <a:lnTo>
                    <a:pt x="3599694" y="222565"/>
                  </a:lnTo>
                  <a:lnTo>
                    <a:pt x="3616836" y="221021"/>
                  </a:lnTo>
                  <a:lnTo>
                    <a:pt x="3633977" y="204971"/>
                  </a:lnTo>
                  <a:lnTo>
                    <a:pt x="3651119" y="101722"/>
                  </a:lnTo>
                  <a:lnTo>
                    <a:pt x="3668260" y="122712"/>
                  </a:lnTo>
                  <a:lnTo>
                    <a:pt x="3685402" y="226280"/>
                  </a:lnTo>
                  <a:lnTo>
                    <a:pt x="3702543" y="391927"/>
                  </a:lnTo>
                  <a:lnTo>
                    <a:pt x="3719684" y="723218"/>
                  </a:lnTo>
                  <a:lnTo>
                    <a:pt x="3736826" y="999590"/>
                  </a:lnTo>
                  <a:lnTo>
                    <a:pt x="3753967" y="1160084"/>
                  </a:lnTo>
                  <a:lnTo>
                    <a:pt x="3771109" y="1242261"/>
                  </a:lnTo>
                  <a:lnTo>
                    <a:pt x="3788250" y="1259048"/>
                  </a:lnTo>
                  <a:lnTo>
                    <a:pt x="3805391" y="1260053"/>
                  </a:lnTo>
                  <a:lnTo>
                    <a:pt x="3822533" y="1114129"/>
                  </a:lnTo>
                  <a:lnTo>
                    <a:pt x="3839674" y="1176108"/>
                  </a:lnTo>
                  <a:lnTo>
                    <a:pt x="3856816" y="1442754"/>
                  </a:lnTo>
                  <a:lnTo>
                    <a:pt x="3873957" y="1607438"/>
                  </a:lnTo>
                  <a:lnTo>
                    <a:pt x="3891098" y="1621361"/>
                  </a:lnTo>
                  <a:lnTo>
                    <a:pt x="3908240" y="1787304"/>
                  </a:lnTo>
                  <a:lnTo>
                    <a:pt x="3925381" y="1991859"/>
                  </a:lnTo>
                  <a:lnTo>
                    <a:pt x="3942523" y="1992018"/>
                  </a:lnTo>
                  <a:lnTo>
                    <a:pt x="3959664" y="1961910"/>
                  </a:lnTo>
                  <a:lnTo>
                    <a:pt x="3976805" y="2049077"/>
                  </a:lnTo>
                  <a:lnTo>
                    <a:pt x="3993947" y="2262828"/>
                  </a:lnTo>
                  <a:lnTo>
                    <a:pt x="4011088" y="2307495"/>
                  </a:lnTo>
                  <a:lnTo>
                    <a:pt x="4028230" y="2301788"/>
                  </a:lnTo>
                  <a:lnTo>
                    <a:pt x="4045371" y="2360561"/>
                  </a:lnTo>
                  <a:lnTo>
                    <a:pt x="4062512" y="2418460"/>
                  </a:lnTo>
                  <a:lnTo>
                    <a:pt x="4079654" y="2399228"/>
                  </a:lnTo>
                  <a:lnTo>
                    <a:pt x="4096795" y="2387590"/>
                  </a:lnTo>
                  <a:lnTo>
                    <a:pt x="4113937" y="2366823"/>
                  </a:lnTo>
                  <a:lnTo>
                    <a:pt x="4131078" y="2322938"/>
                  </a:lnTo>
                  <a:lnTo>
                    <a:pt x="4148219" y="2278203"/>
                  </a:lnTo>
                  <a:lnTo>
                    <a:pt x="4165361" y="2258954"/>
                  </a:lnTo>
                  <a:lnTo>
                    <a:pt x="4182502" y="2315874"/>
                  </a:lnTo>
                  <a:lnTo>
                    <a:pt x="4199644" y="2312176"/>
                  </a:lnTo>
                  <a:lnTo>
                    <a:pt x="4216785" y="2300555"/>
                  </a:lnTo>
                  <a:lnTo>
                    <a:pt x="4233926" y="2280952"/>
                  </a:lnTo>
                  <a:lnTo>
                    <a:pt x="4251068" y="2179412"/>
                  </a:lnTo>
                  <a:lnTo>
                    <a:pt x="4268209" y="2009038"/>
                  </a:lnTo>
                  <a:lnTo>
                    <a:pt x="4285351" y="1918238"/>
                  </a:lnTo>
                  <a:lnTo>
                    <a:pt x="4302492" y="1971405"/>
                  </a:lnTo>
                  <a:lnTo>
                    <a:pt x="4319633" y="2131024"/>
                  </a:lnTo>
                  <a:lnTo>
                    <a:pt x="4336775" y="2285429"/>
                  </a:lnTo>
                  <a:lnTo>
                    <a:pt x="4353916" y="2510224"/>
                  </a:lnTo>
                  <a:lnTo>
                    <a:pt x="4371058" y="2715262"/>
                  </a:lnTo>
                  <a:lnTo>
                    <a:pt x="4388199" y="2725873"/>
                  </a:lnTo>
                  <a:lnTo>
                    <a:pt x="4405341" y="2577393"/>
                  </a:lnTo>
                  <a:lnTo>
                    <a:pt x="4422482" y="2316819"/>
                  </a:lnTo>
                  <a:lnTo>
                    <a:pt x="4439623" y="2125868"/>
                  </a:lnTo>
                  <a:lnTo>
                    <a:pt x="4456765" y="1974602"/>
                  </a:lnTo>
                  <a:lnTo>
                    <a:pt x="4473906" y="1983040"/>
                  </a:lnTo>
                  <a:lnTo>
                    <a:pt x="4491048" y="2081385"/>
                  </a:lnTo>
                  <a:lnTo>
                    <a:pt x="4508189" y="2176974"/>
                  </a:lnTo>
                  <a:lnTo>
                    <a:pt x="4525330" y="2336699"/>
                  </a:lnTo>
                  <a:lnTo>
                    <a:pt x="4542472" y="2398543"/>
                  </a:lnTo>
                  <a:lnTo>
                    <a:pt x="4559613" y="2385065"/>
                  </a:lnTo>
                  <a:lnTo>
                    <a:pt x="4576755" y="2222056"/>
                  </a:lnTo>
                  <a:lnTo>
                    <a:pt x="4593896" y="2032354"/>
                  </a:lnTo>
                  <a:lnTo>
                    <a:pt x="4611037" y="1910904"/>
                  </a:lnTo>
                  <a:lnTo>
                    <a:pt x="4628179" y="1687666"/>
                  </a:lnTo>
                  <a:lnTo>
                    <a:pt x="4645320" y="1559828"/>
                  </a:lnTo>
                  <a:lnTo>
                    <a:pt x="4662462" y="1529683"/>
                  </a:lnTo>
                  <a:lnTo>
                    <a:pt x="4679603" y="1539624"/>
                  </a:lnTo>
                  <a:lnTo>
                    <a:pt x="4696744" y="1614611"/>
                  </a:lnTo>
                  <a:lnTo>
                    <a:pt x="4713886" y="1749558"/>
                  </a:lnTo>
                  <a:lnTo>
                    <a:pt x="4731027" y="1998433"/>
                  </a:lnTo>
                  <a:lnTo>
                    <a:pt x="4748169" y="2043561"/>
                  </a:lnTo>
                  <a:lnTo>
                    <a:pt x="4765310" y="1963452"/>
                  </a:lnTo>
                  <a:lnTo>
                    <a:pt x="4782451" y="1846714"/>
                  </a:lnTo>
                  <a:lnTo>
                    <a:pt x="4799593" y="1639938"/>
                  </a:lnTo>
                  <a:lnTo>
                    <a:pt x="4816734" y="1362752"/>
                  </a:lnTo>
                  <a:lnTo>
                    <a:pt x="4833876" y="1095154"/>
                  </a:lnTo>
                  <a:lnTo>
                    <a:pt x="4851017" y="975294"/>
                  </a:lnTo>
                  <a:lnTo>
                    <a:pt x="4868158" y="949065"/>
                  </a:lnTo>
                  <a:lnTo>
                    <a:pt x="4885300" y="954361"/>
                  </a:lnTo>
                  <a:lnTo>
                    <a:pt x="4902441" y="1042870"/>
                  </a:lnTo>
                  <a:lnTo>
                    <a:pt x="4919583" y="1031137"/>
                  </a:lnTo>
                  <a:lnTo>
                    <a:pt x="4936724" y="1019056"/>
                  </a:lnTo>
                  <a:lnTo>
                    <a:pt x="4953865" y="1105254"/>
                  </a:lnTo>
                  <a:lnTo>
                    <a:pt x="4971007" y="1257474"/>
                  </a:lnTo>
                  <a:lnTo>
                    <a:pt x="4988148" y="1525825"/>
                  </a:lnTo>
                  <a:lnTo>
                    <a:pt x="5005290" y="1711809"/>
                  </a:lnTo>
                  <a:lnTo>
                    <a:pt x="5022431" y="1881215"/>
                  </a:lnTo>
                  <a:lnTo>
                    <a:pt x="5039572" y="1924535"/>
                  </a:lnTo>
                  <a:lnTo>
                    <a:pt x="5056714" y="1829963"/>
                  </a:lnTo>
                  <a:lnTo>
                    <a:pt x="5073855" y="1651508"/>
                  </a:lnTo>
                  <a:lnTo>
                    <a:pt x="5090997" y="1269899"/>
                  </a:lnTo>
                  <a:lnTo>
                    <a:pt x="5108138" y="909421"/>
                  </a:lnTo>
                  <a:lnTo>
                    <a:pt x="5125280" y="703730"/>
                  </a:lnTo>
                  <a:lnTo>
                    <a:pt x="5142421" y="572947"/>
                  </a:lnTo>
                  <a:lnTo>
                    <a:pt x="5159562" y="527238"/>
                  </a:lnTo>
                  <a:lnTo>
                    <a:pt x="5176704" y="433649"/>
                  </a:lnTo>
                  <a:lnTo>
                    <a:pt x="5193845" y="390068"/>
                  </a:lnTo>
                  <a:lnTo>
                    <a:pt x="5210987" y="366448"/>
                  </a:lnTo>
                  <a:lnTo>
                    <a:pt x="5228128" y="336829"/>
                  </a:lnTo>
                  <a:lnTo>
                    <a:pt x="5245269" y="274117"/>
                  </a:lnTo>
                  <a:lnTo>
                    <a:pt x="5262411" y="174633"/>
                  </a:lnTo>
                  <a:lnTo>
                    <a:pt x="5279552" y="166889"/>
                  </a:lnTo>
                  <a:lnTo>
                    <a:pt x="5296694" y="195024"/>
                  </a:lnTo>
                  <a:lnTo>
                    <a:pt x="5313835" y="231171"/>
                  </a:lnTo>
                  <a:lnTo>
                    <a:pt x="5330976" y="199658"/>
                  </a:lnTo>
                  <a:lnTo>
                    <a:pt x="5348118" y="324362"/>
                  </a:lnTo>
                  <a:lnTo>
                    <a:pt x="5365259" y="480633"/>
                  </a:lnTo>
                  <a:lnTo>
                    <a:pt x="5382401" y="630874"/>
                  </a:lnTo>
                  <a:lnTo>
                    <a:pt x="5399542" y="831480"/>
                  </a:lnTo>
                  <a:lnTo>
                    <a:pt x="5416683" y="1021946"/>
                  </a:lnTo>
                  <a:lnTo>
                    <a:pt x="5433825" y="1301425"/>
                  </a:lnTo>
                  <a:lnTo>
                    <a:pt x="5450966" y="1423620"/>
                  </a:lnTo>
                  <a:lnTo>
                    <a:pt x="5468108" y="1469410"/>
                  </a:lnTo>
                  <a:lnTo>
                    <a:pt x="5485249" y="1398887"/>
                  </a:lnTo>
                  <a:lnTo>
                    <a:pt x="5502390" y="1226681"/>
                  </a:lnTo>
                  <a:lnTo>
                    <a:pt x="5519532" y="1175745"/>
                  </a:lnTo>
                  <a:lnTo>
                    <a:pt x="5536673" y="1103581"/>
                  </a:lnTo>
                  <a:lnTo>
                    <a:pt x="5553815" y="1056543"/>
                  </a:lnTo>
                  <a:lnTo>
                    <a:pt x="5570956" y="1168195"/>
                  </a:lnTo>
                  <a:lnTo>
                    <a:pt x="5588097" y="1232659"/>
                  </a:lnTo>
                  <a:lnTo>
                    <a:pt x="5605239" y="1328101"/>
                  </a:lnTo>
                  <a:lnTo>
                    <a:pt x="5622380" y="1306253"/>
                  </a:lnTo>
                  <a:lnTo>
                    <a:pt x="5639522" y="1228542"/>
                  </a:lnTo>
                  <a:lnTo>
                    <a:pt x="5656663" y="1192924"/>
                  </a:lnTo>
                  <a:lnTo>
                    <a:pt x="5673804" y="1201547"/>
                  </a:lnTo>
                  <a:lnTo>
                    <a:pt x="5690946" y="1380936"/>
                  </a:lnTo>
                  <a:lnTo>
                    <a:pt x="5708087" y="1534651"/>
                  </a:lnTo>
                  <a:lnTo>
                    <a:pt x="5725229" y="1675899"/>
                  </a:lnTo>
                  <a:lnTo>
                    <a:pt x="5742370" y="1885228"/>
                  </a:lnTo>
                  <a:lnTo>
                    <a:pt x="5759511" y="2123899"/>
                  </a:lnTo>
                  <a:lnTo>
                    <a:pt x="5776653" y="2285964"/>
                  </a:lnTo>
                  <a:lnTo>
                    <a:pt x="5793794" y="2301411"/>
                  </a:lnTo>
                  <a:lnTo>
                    <a:pt x="5810936" y="2306393"/>
                  </a:lnTo>
                  <a:lnTo>
                    <a:pt x="5828077" y="2386114"/>
                  </a:lnTo>
                  <a:lnTo>
                    <a:pt x="5845219" y="2310406"/>
                  </a:lnTo>
                  <a:lnTo>
                    <a:pt x="5862360" y="2165080"/>
                  </a:lnTo>
                  <a:lnTo>
                    <a:pt x="5879501" y="1986000"/>
                  </a:lnTo>
                  <a:lnTo>
                    <a:pt x="5896643" y="1936619"/>
                  </a:lnTo>
                  <a:lnTo>
                    <a:pt x="5913784" y="1935497"/>
                  </a:lnTo>
                  <a:lnTo>
                    <a:pt x="5930926" y="1880007"/>
                  </a:lnTo>
                  <a:lnTo>
                    <a:pt x="5948067" y="1995960"/>
                  </a:lnTo>
                  <a:lnTo>
                    <a:pt x="5965208" y="2257047"/>
                  </a:lnTo>
                  <a:lnTo>
                    <a:pt x="5982350" y="2562972"/>
                  </a:lnTo>
                  <a:lnTo>
                    <a:pt x="5999491" y="2680515"/>
                  </a:lnTo>
                  <a:lnTo>
                    <a:pt x="6016633" y="2792790"/>
                  </a:lnTo>
                  <a:lnTo>
                    <a:pt x="6033774" y="2809777"/>
                  </a:lnTo>
                  <a:lnTo>
                    <a:pt x="6050915" y="2895493"/>
                  </a:lnTo>
                  <a:lnTo>
                    <a:pt x="6068057" y="2847690"/>
                  </a:lnTo>
                  <a:lnTo>
                    <a:pt x="6085198" y="2675420"/>
                  </a:lnTo>
                  <a:lnTo>
                    <a:pt x="6102340" y="2602520"/>
                  </a:lnTo>
                  <a:lnTo>
                    <a:pt x="6119481" y="2565748"/>
                  </a:lnTo>
                  <a:lnTo>
                    <a:pt x="6136622" y="2549893"/>
                  </a:lnTo>
                  <a:lnTo>
                    <a:pt x="6153764" y="2364359"/>
                  </a:lnTo>
                  <a:lnTo>
                    <a:pt x="6170905" y="2114310"/>
                  </a:lnTo>
                  <a:lnTo>
                    <a:pt x="6188047" y="2002524"/>
                  </a:lnTo>
                  <a:lnTo>
                    <a:pt x="6205188" y="1983186"/>
                  </a:lnTo>
                  <a:lnTo>
                    <a:pt x="6222329" y="1905681"/>
                  </a:lnTo>
                  <a:lnTo>
                    <a:pt x="6239471" y="1874308"/>
                  </a:lnTo>
                  <a:lnTo>
                    <a:pt x="6256612" y="1960588"/>
                  </a:lnTo>
                  <a:lnTo>
                    <a:pt x="6273754" y="2116952"/>
                  </a:lnTo>
                  <a:lnTo>
                    <a:pt x="6290895" y="2217751"/>
                  </a:lnTo>
                  <a:lnTo>
                    <a:pt x="6308036" y="2273535"/>
                  </a:lnTo>
                  <a:lnTo>
                    <a:pt x="6325178" y="2339630"/>
                  </a:lnTo>
                  <a:lnTo>
                    <a:pt x="6342319" y="2409744"/>
                  </a:lnTo>
                  <a:lnTo>
                    <a:pt x="6359461" y="2480724"/>
                  </a:lnTo>
                  <a:lnTo>
                    <a:pt x="6376602" y="2555342"/>
                  </a:lnTo>
                  <a:lnTo>
                    <a:pt x="6393743" y="2608229"/>
                  </a:lnTo>
                  <a:lnTo>
                    <a:pt x="6410885" y="2666304"/>
                  </a:lnTo>
                  <a:lnTo>
                    <a:pt x="6428026" y="2782239"/>
                  </a:lnTo>
                  <a:lnTo>
                    <a:pt x="6445168" y="2911507"/>
                  </a:lnTo>
                  <a:lnTo>
                    <a:pt x="6462309" y="2944349"/>
                  </a:lnTo>
                  <a:lnTo>
                    <a:pt x="6479450" y="2986455"/>
                  </a:lnTo>
                  <a:lnTo>
                    <a:pt x="6496592" y="2986455"/>
                  </a:lnTo>
                  <a:lnTo>
                    <a:pt x="6513733" y="2957866"/>
                  </a:lnTo>
                  <a:lnTo>
                    <a:pt x="6530875" y="2829385"/>
                  </a:lnTo>
                  <a:lnTo>
                    <a:pt x="6548016" y="2737977"/>
                  </a:lnTo>
                  <a:lnTo>
                    <a:pt x="6565158" y="2752553"/>
                  </a:lnTo>
                  <a:lnTo>
                    <a:pt x="6582299" y="2761939"/>
                  </a:lnTo>
                  <a:lnTo>
                    <a:pt x="6599440" y="2770507"/>
                  </a:lnTo>
                  <a:lnTo>
                    <a:pt x="6616582" y="2847800"/>
                  </a:lnTo>
                  <a:lnTo>
                    <a:pt x="6633723" y="2953610"/>
                  </a:lnTo>
                  <a:lnTo>
                    <a:pt x="6650865" y="2986455"/>
                  </a:lnTo>
                  <a:lnTo>
                    <a:pt x="6668006" y="2964530"/>
                  </a:lnTo>
                  <a:lnTo>
                    <a:pt x="6685147" y="2932671"/>
                  </a:lnTo>
                  <a:lnTo>
                    <a:pt x="6702289" y="2920905"/>
                  </a:lnTo>
                  <a:lnTo>
                    <a:pt x="6719430" y="2788639"/>
                  </a:lnTo>
                  <a:lnTo>
                    <a:pt x="6736572" y="2739885"/>
                  </a:lnTo>
                  <a:lnTo>
                    <a:pt x="6753713" y="2839091"/>
                  </a:lnTo>
                  <a:lnTo>
                    <a:pt x="6770854" y="2895205"/>
                  </a:lnTo>
                  <a:lnTo>
                    <a:pt x="6787996" y="2921560"/>
                  </a:lnTo>
                  <a:lnTo>
                    <a:pt x="6805137" y="2931252"/>
                  </a:lnTo>
                  <a:lnTo>
                    <a:pt x="6822279" y="2986455"/>
                  </a:lnTo>
                  <a:lnTo>
                    <a:pt x="6839420" y="2986455"/>
                  </a:lnTo>
                  <a:lnTo>
                    <a:pt x="6856561" y="2879666"/>
                  </a:lnTo>
                  <a:lnTo>
                    <a:pt x="6873703" y="2770126"/>
                  </a:lnTo>
                  <a:lnTo>
                    <a:pt x="6890844" y="2708644"/>
                  </a:lnTo>
                  <a:lnTo>
                    <a:pt x="6907986" y="2718685"/>
                  </a:lnTo>
                  <a:lnTo>
                    <a:pt x="6925127" y="2743519"/>
                  </a:lnTo>
                  <a:lnTo>
                    <a:pt x="6942268" y="2745561"/>
                  </a:lnTo>
                  <a:lnTo>
                    <a:pt x="6959410" y="2777150"/>
                  </a:lnTo>
                  <a:lnTo>
                    <a:pt x="6976551" y="2813155"/>
                  </a:lnTo>
                  <a:lnTo>
                    <a:pt x="6993693" y="2768796"/>
                  </a:lnTo>
                  <a:lnTo>
                    <a:pt x="7010834" y="2598422"/>
                  </a:lnTo>
                  <a:lnTo>
                    <a:pt x="7027975" y="2586107"/>
                  </a:lnTo>
                  <a:lnTo>
                    <a:pt x="7045117" y="2669911"/>
                  </a:lnTo>
                  <a:lnTo>
                    <a:pt x="7062258" y="2681784"/>
                  </a:lnTo>
                  <a:lnTo>
                    <a:pt x="7079400" y="2714064"/>
                  </a:lnTo>
                  <a:lnTo>
                    <a:pt x="7096541" y="2751360"/>
                  </a:lnTo>
                  <a:lnTo>
                    <a:pt x="7113682" y="2801503"/>
                  </a:lnTo>
                  <a:lnTo>
                    <a:pt x="7130824" y="2729171"/>
                  </a:lnTo>
                  <a:lnTo>
                    <a:pt x="7147965" y="2555104"/>
                  </a:lnTo>
                  <a:lnTo>
                    <a:pt x="7165107" y="2409202"/>
                  </a:lnTo>
                  <a:lnTo>
                    <a:pt x="7182248" y="2283520"/>
                  </a:lnTo>
                  <a:lnTo>
                    <a:pt x="7199389" y="2256450"/>
                  </a:lnTo>
                  <a:lnTo>
                    <a:pt x="7216531" y="2287419"/>
                  </a:lnTo>
                  <a:lnTo>
                    <a:pt x="7233672" y="2279570"/>
                  </a:lnTo>
                  <a:lnTo>
                    <a:pt x="7250814" y="2338204"/>
                  </a:lnTo>
                  <a:lnTo>
                    <a:pt x="7267955" y="2409442"/>
                  </a:lnTo>
                  <a:lnTo>
                    <a:pt x="7285097" y="2494443"/>
                  </a:lnTo>
                  <a:lnTo>
                    <a:pt x="7302238" y="2559161"/>
                  </a:lnTo>
                  <a:lnTo>
                    <a:pt x="7319379" y="2618519"/>
                  </a:lnTo>
                  <a:lnTo>
                    <a:pt x="7336521" y="2636563"/>
                  </a:lnTo>
                  <a:lnTo>
                    <a:pt x="7353662" y="2597000"/>
                  </a:lnTo>
                  <a:lnTo>
                    <a:pt x="7370804" y="2624930"/>
                  </a:lnTo>
                  <a:lnTo>
                    <a:pt x="7387945" y="2653757"/>
                  </a:lnTo>
                  <a:lnTo>
                    <a:pt x="7405086" y="2649120"/>
                  </a:lnTo>
                  <a:lnTo>
                    <a:pt x="7422228" y="2560909"/>
                  </a:lnTo>
                  <a:lnTo>
                    <a:pt x="7439369" y="2609420"/>
                  </a:lnTo>
                  <a:lnTo>
                    <a:pt x="7456511" y="2640751"/>
                  </a:lnTo>
                  <a:lnTo>
                    <a:pt x="7473652" y="2672566"/>
                  </a:lnTo>
                  <a:lnTo>
                    <a:pt x="7490793" y="2736438"/>
                  </a:lnTo>
                  <a:lnTo>
                    <a:pt x="7507935" y="2795034"/>
                  </a:lnTo>
                  <a:lnTo>
                    <a:pt x="7525076" y="2910750"/>
                  </a:lnTo>
                  <a:lnTo>
                    <a:pt x="7542218" y="2986455"/>
                  </a:lnTo>
                  <a:lnTo>
                    <a:pt x="7559359" y="2986455"/>
                  </a:lnTo>
                  <a:lnTo>
                    <a:pt x="7576500" y="2986455"/>
                  </a:lnTo>
                  <a:lnTo>
                    <a:pt x="7593642" y="2986455"/>
                  </a:lnTo>
                  <a:lnTo>
                    <a:pt x="7610783" y="2986455"/>
                  </a:lnTo>
                  <a:lnTo>
                    <a:pt x="7627925" y="2986455"/>
                  </a:lnTo>
                  <a:lnTo>
                    <a:pt x="7645066" y="2986455"/>
                  </a:lnTo>
                  <a:lnTo>
                    <a:pt x="7662207" y="2986455"/>
                  </a:lnTo>
                  <a:lnTo>
                    <a:pt x="7679349" y="2843444"/>
                  </a:lnTo>
                  <a:lnTo>
                    <a:pt x="7696490" y="2629532"/>
                  </a:lnTo>
                  <a:lnTo>
                    <a:pt x="7713632" y="2515411"/>
                  </a:lnTo>
                  <a:lnTo>
                    <a:pt x="7730773" y="2480616"/>
                  </a:lnTo>
                  <a:lnTo>
                    <a:pt x="7747914" y="2458090"/>
                  </a:lnTo>
                  <a:lnTo>
                    <a:pt x="7765056" y="2401414"/>
                  </a:lnTo>
                  <a:lnTo>
                    <a:pt x="7782197" y="2671303"/>
                  </a:lnTo>
                  <a:lnTo>
                    <a:pt x="7799339" y="2986455"/>
                  </a:lnTo>
                  <a:lnTo>
                    <a:pt x="7816480" y="2986455"/>
                  </a:lnTo>
                  <a:lnTo>
                    <a:pt x="7833621" y="2986455"/>
                  </a:lnTo>
                  <a:lnTo>
                    <a:pt x="7850763" y="2868779"/>
                  </a:lnTo>
                  <a:lnTo>
                    <a:pt x="7867904" y="2783867"/>
                  </a:lnTo>
                  <a:lnTo>
                    <a:pt x="7885046" y="2560601"/>
                  </a:lnTo>
                  <a:lnTo>
                    <a:pt x="7902187" y="2226397"/>
                  </a:lnTo>
                  <a:lnTo>
                    <a:pt x="7919328" y="2115143"/>
                  </a:lnTo>
                  <a:lnTo>
                    <a:pt x="7936470" y="2099532"/>
                  </a:lnTo>
                  <a:lnTo>
                    <a:pt x="7953611" y="2277022"/>
                  </a:lnTo>
                  <a:lnTo>
                    <a:pt x="7970753" y="2380036"/>
                  </a:lnTo>
                  <a:lnTo>
                    <a:pt x="7987894" y="2396636"/>
                  </a:lnTo>
                  <a:lnTo>
                    <a:pt x="8005036" y="2522827"/>
                  </a:lnTo>
                  <a:lnTo>
                    <a:pt x="8022177" y="2615459"/>
                  </a:lnTo>
                  <a:lnTo>
                    <a:pt x="8039318" y="2705170"/>
                  </a:lnTo>
                  <a:lnTo>
                    <a:pt x="8056460" y="2701196"/>
                  </a:lnTo>
                  <a:lnTo>
                    <a:pt x="8073601" y="2791178"/>
                  </a:lnTo>
                  <a:lnTo>
                    <a:pt x="8090743" y="2863761"/>
                  </a:lnTo>
                  <a:lnTo>
                    <a:pt x="8107884" y="2868824"/>
                  </a:lnTo>
                  <a:lnTo>
                    <a:pt x="8125025" y="2844573"/>
                  </a:lnTo>
                  <a:lnTo>
                    <a:pt x="8142167" y="2935852"/>
                  </a:lnTo>
                  <a:lnTo>
                    <a:pt x="8159308" y="2970484"/>
                  </a:lnTo>
                  <a:lnTo>
                    <a:pt x="8176450" y="2923972"/>
                  </a:lnTo>
                  <a:lnTo>
                    <a:pt x="8193591" y="2891395"/>
                  </a:lnTo>
                  <a:lnTo>
                    <a:pt x="8210732" y="2902004"/>
                  </a:lnTo>
                  <a:lnTo>
                    <a:pt x="8227874" y="2986455"/>
                  </a:lnTo>
                  <a:lnTo>
                    <a:pt x="8245015" y="2927789"/>
                  </a:lnTo>
                  <a:lnTo>
                    <a:pt x="8262157" y="2769598"/>
                  </a:lnTo>
                  <a:lnTo>
                    <a:pt x="8279298" y="2649485"/>
                  </a:lnTo>
                  <a:lnTo>
                    <a:pt x="8296439" y="2613124"/>
                  </a:lnTo>
                  <a:lnTo>
                    <a:pt x="8313581" y="2638738"/>
                  </a:lnTo>
                  <a:lnTo>
                    <a:pt x="8330722" y="2641994"/>
                  </a:lnTo>
                  <a:lnTo>
                    <a:pt x="8347864" y="2623375"/>
                  </a:lnTo>
                  <a:lnTo>
                    <a:pt x="8365005" y="2634791"/>
                  </a:lnTo>
                  <a:lnTo>
                    <a:pt x="8382146" y="2698582"/>
                  </a:lnTo>
                  <a:lnTo>
                    <a:pt x="8399288" y="2657743"/>
                  </a:lnTo>
                  <a:lnTo>
                    <a:pt x="8416429" y="2519554"/>
                  </a:lnTo>
                  <a:lnTo>
                    <a:pt x="8433571" y="2469372"/>
                  </a:lnTo>
                  <a:lnTo>
                    <a:pt x="8450712" y="2613005"/>
                  </a:lnTo>
                  <a:lnTo>
                    <a:pt x="8467853" y="2729285"/>
                  </a:lnTo>
                  <a:lnTo>
                    <a:pt x="8484995" y="2773887"/>
                  </a:lnTo>
                  <a:lnTo>
                    <a:pt x="8502136" y="2796229"/>
                  </a:lnTo>
                  <a:lnTo>
                    <a:pt x="8519278" y="2870069"/>
                  </a:lnTo>
                  <a:lnTo>
                    <a:pt x="8536419" y="2842253"/>
                  </a:lnTo>
                  <a:lnTo>
                    <a:pt x="8553560" y="2671656"/>
                  </a:lnTo>
                  <a:lnTo>
                    <a:pt x="8553560" y="2986455"/>
                  </a:lnTo>
                  <a:lnTo>
                    <a:pt x="8536419" y="2986455"/>
                  </a:lnTo>
                  <a:lnTo>
                    <a:pt x="8519278" y="2986455"/>
                  </a:lnTo>
                  <a:lnTo>
                    <a:pt x="8502136" y="2986455"/>
                  </a:lnTo>
                  <a:lnTo>
                    <a:pt x="8484995" y="2986455"/>
                  </a:lnTo>
                  <a:lnTo>
                    <a:pt x="8467853" y="2986455"/>
                  </a:lnTo>
                  <a:lnTo>
                    <a:pt x="8450712" y="2986455"/>
                  </a:lnTo>
                  <a:lnTo>
                    <a:pt x="8433571" y="2986455"/>
                  </a:lnTo>
                  <a:lnTo>
                    <a:pt x="8416429" y="2986455"/>
                  </a:lnTo>
                  <a:lnTo>
                    <a:pt x="8399288" y="2986455"/>
                  </a:lnTo>
                  <a:lnTo>
                    <a:pt x="8382146" y="2986455"/>
                  </a:lnTo>
                  <a:lnTo>
                    <a:pt x="8365005" y="2986455"/>
                  </a:lnTo>
                  <a:lnTo>
                    <a:pt x="8347864" y="2986455"/>
                  </a:lnTo>
                  <a:lnTo>
                    <a:pt x="8330722" y="2986455"/>
                  </a:lnTo>
                  <a:lnTo>
                    <a:pt x="8313581" y="2986455"/>
                  </a:lnTo>
                  <a:lnTo>
                    <a:pt x="8296439" y="2986455"/>
                  </a:lnTo>
                  <a:lnTo>
                    <a:pt x="8279298" y="2986455"/>
                  </a:lnTo>
                  <a:lnTo>
                    <a:pt x="8262157" y="2986455"/>
                  </a:lnTo>
                  <a:lnTo>
                    <a:pt x="8245015" y="2986455"/>
                  </a:lnTo>
                  <a:lnTo>
                    <a:pt x="8227874" y="2986455"/>
                  </a:lnTo>
                  <a:lnTo>
                    <a:pt x="8210732" y="2986455"/>
                  </a:lnTo>
                  <a:lnTo>
                    <a:pt x="8193591" y="2986455"/>
                  </a:lnTo>
                  <a:lnTo>
                    <a:pt x="8176450" y="2986455"/>
                  </a:lnTo>
                  <a:lnTo>
                    <a:pt x="8159308" y="2986455"/>
                  </a:lnTo>
                  <a:lnTo>
                    <a:pt x="8142167" y="2986455"/>
                  </a:lnTo>
                  <a:lnTo>
                    <a:pt x="8125025" y="2986455"/>
                  </a:lnTo>
                  <a:lnTo>
                    <a:pt x="8107884" y="2986455"/>
                  </a:lnTo>
                  <a:lnTo>
                    <a:pt x="8090743" y="2986455"/>
                  </a:lnTo>
                  <a:lnTo>
                    <a:pt x="8073601" y="2986455"/>
                  </a:lnTo>
                  <a:lnTo>
                    <a:pt x="8056460" y="2986455"/>
                  </a:lnTo>
                  <a:lnTo>
                    <a:pt x="8039318" y="2986455"/>
                  </a:lnTo>
                  <a:lnTo>
                    <a:pt x="8022177" y="2986455"/>
                  </a:lnTo>
                  <a:lnTo>
                    <a:pt x="8005036" y="2986455"/>
                  </a:lnTo>
                  <a:lnTo>
                    <a:pt x="7987894" y="2986455"/>
                  </a:lnTo>
                  <a:lnTo>
                    <a:pt x="7970753" y="2986455"/>
                  </a:lnTo>
                  <a:lnTo>
                    <a:pt x="7953611" y="2986455"/>
                  </a:lnTo>
                  <a:lnTo>
                    <a:pt x="7936470" y="2986455"/>
                  </a:lnTo>
                  <a:lnTo>
                    <a:pt x="7919328" y="2986455"/>
                  </a:lnTo>
                  <a:lnTo>
                    <a:pt x="7902187" y="2986455"/>
                  </a:lnTo>
                  <a:lnTo>
                    <a:pt x="7885046" y="2986455"/>
                  </a:lnTo>
                  <a:lnTo>
                    <a:pt x="7867904" y="2986455"/>
                  </a:lnTo>
                  <a:lnTo>
                    <a:pt x="7850763" y="2986455"/>
                  </a:lnTo>
                  <a:lnTo>
                    <a:pt x="7833621" y="2986455"/>
                  </a:lnTo>
                  <a:lnTo>
                    <a:pt x="7816480" y="2986455"/>
                  </a:lnTo>
                  <a:lnTo>
                    <a:pt x="7799339" y="2986455"/>
                  </a:lnTo>
                  <a:lnTo>
                    <a:pt x="7782197" y="2986455"/>
                  </a:lnTo>
                  <a:lnTo>
                    <a:pt x="7765056" y="2986455"/>
                  </a:lnTo>
                  <a:lnTo>
                    <a:pt x="7747914" y="2986455"/>
                  </a:lnTo>
                  <a:lnTo>
                    <a:pt x="7730773" y="2986455"/>
                  </a:lnTo>
                  <a:lnTo>
                    <a:pt x="7713632" y="2986455"/>
                  </a:lnTo>
                  <a:lnTo>
                    <a:pt x="7696490" y="2986455"/>
                  </a:lnTo>
                  <a:lnTo>
                    <a:pt x="7679349" y="2986455"/>
                  </a:lnTo>
                  <a:lnTo>
                    <a:pt x="7662207" y="2986455"/>
                  </a:lnTo>
                  <a:lnTo>
                    <a:pt x="7645066" y="2986455"/>
                  </a:lnTo>
                  <a:lnTo>
                    <a:pt x="7627925" y="2986455"/>
                  </a:lnTo>
                  <a:lnTo>
                    <a:pt x="7610783" y="2986455"/>
                  </a:lnTo>
                  <a:lnTo>
                    <a:pt x="7593642" y="2986455"/>
                  </a:lnTo>
                  <a:lnTo>
                    <a:pt x="7576500" y="2986455"/>
                  </a:lnTo>
                  <a:lnTo>
                    <a:pt x="7559359" y="2986455"/>
                  </a:lnTo>
                  <a:lnTo>
                    <a:pt x="7542218" y="2986455"/>
                  </a:lnTo>
                  <a:lnTo>
                    <a:pt x="7525076" y="2986455"/>
                  </a:lnTo>
                  <a:lnTo>
                    <a:pt x="7507935" y="2986455"/>
                  </a:lnTo>
                  <a:lnTo>
                    <a:pt x="7490793" y="2986455"/>
                  </a:lnTo>
                  <a:lnTo>
                    <a:pt x="7473652" y="2986455"/>
                  </a:lnTo>
                  <a:lnTo>
                    <a:pt x="7456511" y="2986455"/>
                  </a:lnTo>
                  <a:lnTo>
                    <a:pt x="7439369" y="2986455"/>
                  </a:lnTo>
                  <a:lnTo>
                    <a:pt x="7422228" y="2986455"/>
                  </a:lnTo>
                  <a:lnTo>
                    <a:pt x="7405086" y="2986455"/>
                  </a:lnTo>
                  <a:lnTo>
                    <a:pt x="7387945" y="2986455"/>
                  </a:lnTo>
                  <a:lnTo>
                    <a:pt x="7370804" y="2986455"/>
                  </a:lnTo>
                  <a:lnTo>
                    <a:pt x="7353662" y="2986455"/>
                  </a:lnTo>
                  <a:lnTo>
                    <a:pt x="7336521" y="2986455"/>
                  </a:lnTo>
                  <a:lnTo>
                    <a:pt x="7319379" y="2986455"/>
                  </a:lnTo>
                  <a:lnTo>
                    <a:pt x="7302238" y="2986455"/>
                  </a:lnTo>
                  <a:lnTo>
                    <a:pt x="7285097" y="2986455"/>
                  </a:lnTo>
                  <a:lnTo>
                    <a:pt x="7267955" y="2986455"/>
                  </a:lnTo>
                  <a:lnTo>
                    <a:pt x="7250814" y="2986455"/>
                  </a:lnTo>
                  <a:lnTo>
                    <a:pt x="7233672" y="2986455"/>
                  </a:lnTo>
                  <a:lnTo>
                    <a:pt x="7216531" y="2986455"/>
                  </a:lnTo>
                  <a:lnTo>
                    <a:pt x="7199389" y="2986455"/>
                  </a:lnTo>
                  <a:lnTo>
                    <a:pt x="7182248" y="2986455"/>
                  </a:lnTo>
                  <a:lnTo>
                    <a:pt x="7165107" y="2986455"/>
                  </a:lnTo>
                  <a:lnTo>
                    <a:pt x="7147965" y="2986455"/>
                  </a:lnTo>
                  <a:lnTo>
                    <a:pt x="7130824" y="2986455"/>
                  </a:lnTo>
                  <a:lnTo>
                    <a:pt x="7113682" y="2986455"/>
                  </a:lnTo>
                  <a:lnTo>
                    <a:pt x="7096541" y="2986455"/>
                  </a:lnTo>
                  <a:lnTo>
                    <a:pt x="7079400" y="2986455"/>
                  </a:lnTo>
                  <a:lnTo>
                    <a:pt x="7062258" y="2986455"/>
                  </a:lnTo>
                  <a:lnTo>
                    <a:pt x="7045117" y="2986455"/>
                  </a:lnTo>
                  <a:lnTo>
                    <a:pt x="7027975" y="2986455"/>
                  </a:lnTo>
                  <a:lnTo>
                    <a:pt x="7010834" y="2986455"/>
                  </a:lnTo>
                  <a:lnTo>
                    <a:pt x="6993693" y="2986455"/>
                  </a:lnTo>
                  <a:lnTo>
                    <a:pt x="6976551" y="2986455"/>
                  </a:lnTo>
                  <a:lnTo>
                    <a:pt x="6959410" y="2986455"/>
                  </a:lnTo>
                  <a:lnTo>
                    <a:pt x="6942268" y="2986455"/>
                  </a:lnTo>
                  <a:lnTo>
                    <a:pt x="6925127" y="2986455"/>
                  </a:lnTo>
                  <a:lnTo>
                    <a:pt x="6907986" y="2986455"/>
                  </a:lnTo>
                  <a:lnTo>
                    <a:pt x="6890844" y="2986455"/>
                  </a:lnTo>
                  <a:lnTo>
                    <a:pt x="6873703" y="2986455"/>
                  </a:lnTo>
                  <a:lnTo>
                    <a:pt x="6856561" y="2986455"/>
                  </a:lnTo>
                  <a:lnTo>
                    <a:pt x="6839420" y="2986455"/>
                  </a:lnTo>
                  <a:lnTo>
                    <a:pt x="6822279" y="2986455"/>
                  </a:lnTo>
                  <a:lnTo>
                    <a:pt x="6805137" y="2986455"/>
                  </a:lnTo>
                  <a:lnTo>
                    <a:pt x="6787996" y="2986455"/>
                  </a:lnTo>
                  <a:lnTo>
                    <a:pt x="6770854" y="2986455"/>
                  </a:lnTo>
                  <a:lnTo>
                    <a:pt x="6753713" y="2986455"/>
                  </a:lnTo>
                  <a:lnTo>
                    <a:pt x="6736572" y="2986455"/>
                  </a:lnTo>
                  <a:lnTo>
                    <a:pt x="6719430" y="2986455"/>
                  </a:lnTo>
                  <a:lnTo>
                    <a:pt x="6702289" y="2986455"/>
                  </a:lnTo>
                  <a:lnTo>
                    <a:pt x="6685147" y="2986455"/>
                  </a:lnTo>
                  <a:lnTo>
                    <a:pt x="6668006" y="2986455"/>
                  </a:lnTo>
                  <a:lnTo>
                    <a:pt x="6650865" y="2986455"/>
                  </a:lnTo>
                  <a:lnTo>
                    <a:pt x="6633723" y="2986455"/>
                  </a:lnTo>
                  <a:lnTo>
                    <a:pt x="6616582" y="2986455"/>
                  </a:lnTo>
                  <a:lnTo>
                    <a:pt x="6599440" y="2986455"/>
                  </a:lnTo>
                  <a:lnTo>
                    <a:pt x="6582299" y="2986455"/>
                  </a:lnTo>
                  <a:lnTo>
                    <a:pt x="6565158" y="2986455"/>
                  </a:lnTo>
                  <a:lnTo>
                    <a:pt x="6548016" y="2986455"/>
                  </a:lnTo>
                  <a:lnTo>
                    <a:pt x="6530875" y="2986455"/>
                  </a:lnTo>
                  <a:lnTo>
                    <a:pt x="6513733" y="2986455"/>
                  </a:lnTo>
                  <a:lnTo>
                    <a:pt x="6496592" y="2986455"/>
                  </a:lnTo>
                  <a:lnTo>
                    <a:pt x="6479450" y="2986455"/>
                  </a:lnTo>
                  <a:lnTo>
                    <a:pt x="6462309" y="2986455"/>
                  </a:lnTo>
                  <a:lnTo>
                    <a:pt x="6445168" y="2986455"/>
                  </a:lnTo>
                  <a:lnTo>
                    <a:pt x="6428026" y="2986455"/>
                  </a:lnTo>
                  <a:lnTo>
                    <a:pt x="6410885" y="2986455"/>
                  </a:lnTo>
                  <a:lnTo>
                    <a:pt x="6393743" y="2986455"/>
                  </a:lnTo>
                  <a:lnTo>
                    <a:pt x="6376602" y="2986455"/>
                  </a:lnTo>
                  <a:lnTo>
                    <a:pt x="6359461" y="2986455"/>
                  </a:lnTo>
                  <a:lnTo>
                    <a:pt x="6342319" y="2986455"/>
                  </a:lnTo>
                  <a:lnTo>
                    <a:pt x="6325178" y="2986455"/>
                  </a:lnTo>
                  <a:lnTo>
                    <a:pt x="6308036" y="2986455"/>
                  </a:lnTo>
                  <a:lnTo>
                    <a:pt x="6290895" y="2986455"/>
                  </a:lnTo>
                  <a:lnTo>
                    <a:pt x="6273754" y="2986455"/>
                  </a:lnTo>
                  <a:lnTo>
                    <a:pt x="6256612" y="2986455"/>
                  </a:lnTo>
                  <a:lnTo>
                    <a:pt x="6239471" y="2986455"/>
                  </a:lnTo>
                  <a:lnTo>
                    <a:pt x="6222329" y="2986455"/>
                  </a:lnTo>
                  <a:lnTo>
                    <a:pt x="6205188" y="2986455"/>
                  </a:lnTo>
                  <a:lnTo>
                    <a:pt x="6188047" y="2986455"/>
                  </a:lnTo>
                  <a:lnTo>
                    <a:pt x="6170905" y="2986455"/>
                  </a:lnTo>
                  <a:lnTo>
                    <a:pt x="6153764" y="2986455"/>
                  </a:lnTo>
                  <a:lnTo>
                    <a:pt x="6136622" y="2986455"/>
                  </a:lnTo>
                  <a:lnTo>
                    <a:pt x="6119481" y="2986455"/>
                  </a:lnTo>
                  <a:lnTo>
                    <a:pt x="6102340" y="2986455"/>
                  </a:lnTo>
                  <a:lnTo>
                    <a:pt x="6085198" y="2986455"/>
                  </a:lnTo>
                  <a:lnTo>
                    <a:pt x="6068057" y="2986455"/>
                  </a:lnTo>
                  <a:lnTo>
                    <a:pt x="6050915" y="2986455"/>
                  </a:lnTo>
                  <a:lnTo>
                    <a:pt x="6033774" y="2986455"/>
                  </a:lnTo>
                  <a:lnTo>
                    <a:pt x="6016633" y="2986455"/>
                  </a:lnTo>
                  <a:lnTo>
                    <a:pt x="5999491" y="2986455"/>
                  </a:lnTo>
                  <a:lnTo>
                    <a:pt x="5982350" y="2986455"/>
                  </a:lnTo>
                  <a:lnTo>
                    <a:pt x="5965208" y="2986455"/>
                  </a:lnTo>
                  <a:lnTo>
                    <a:pt x="5948067" y="2986455"/>
                  </a:lnTo>
                  <a:lnTo>
                    <a:pt x="5930926" y="2986455"/>
                  </a:lnTo>
                  <a:lnTo>
                    <a:pt x="5913784" y="2986455"/>
                  </a:lnTo>
                  <a:lnTo>
                    <a:pt x="5896643" y="2986455"/>
                  </a:lnTo>
                  <a:lnTo>
                    <a:pt x="5879501" y="2986455"/>
                  </a:lnTo>
                  <a:lnTo>
                    <a:pt x="5862360" y="2986455"/>
                  </a:lnTo>
                  <a:lnTo>
                    <a:pt x="5845219" y="2986455"/>
                  </a:lnTo>
                  <a:lnTo>
                    <a:pt x="5828077" y="2986455"/>
                  </a:lnTo>
                  <a:lnTo>
                    <a:pt x="5810936" y="2986455"/>
                  </a:lnTo>
                  <a:lnTo>
                    <a:pt x="5793794" y="2986455"/>
                  </a:lnTo>
                  <a:lnTo>
                    <a:pt x="5776653" y="2986455"/>
                  </a:lnTo>
                  <a:lnTo>
                    <a:pt x="5759511" y="2986455"/>
                  </a:lnTo>
                  <a:lnTo>
                    <a:pt x="5742370" y="2986455"/>
                  </a:lnTo>
                  <a:lnTo>
                    <a:pt x="5725229" y="2986455"/>
                  </a:lnTo>
                  <a:lnTo>
                    <a:pt x="5708087" y="2986455"/>
                  </a:lnTo>
                  <a:lnTo>
                    <a:pt x="5690946" y="2986455"/>
                  </a:lnTo>
                  <a:lnTo>
                    <a:pt x="5673804" y="2986455"/>
                  </a:lnTo>
                  <a:lnTo>
                    <a:pt x="5656663" y="2986455"/>
                  </a:lnTo>
                  <a:lnTo>
                    <a:pt x="5639522" y="2986455"/>
                  </a:lnTo>
                  <a:lnTo>
                    <a:pt x="5622380" y="2986455"/>
                  </a:lnTo>
                  <a:lnTo>
                    <a:pt x="5605239" y="2986455"/>
                  </a:lnTo>
                  <a:lnTo>
                    <a:pt x="5588097" y="2986455"/>
                  </a:lnTo>
                  <a:lnTo>
                    <a:pt x="5570956" y="2986455"/>
                  </a:lnTo>
                  <a:lnTo>
                    <a:pt x="5553815" y="2986455"/>
                  </a:lnTo>
                  <a:lnTo>
                    <a:pt x="5536673" y="2986455"/>
                  </a:lnTo>
                  <a:lnTo>
                    <a:pt x="5519532" y="2986455"/>
                  </a:lnTo>
                  <a:lnTo>
                    <a:pt x="5502390" y="2986455"/>
                  </a:lnTo>
                  <a:lnTo>
                    <a:pt x="5485249" y="2986455"/>
                  </a:lnTo>
                  <a:lnTo>
                    <a:pt x="5468108" y="2986455"/>
                  </a:lnTo>
                  <a:lnTo>
                    <a:pt x="5450966" y="2986455"/>
                  </a:lnTo>
                  <a:lnTo>
                    <a:pt x="5433825" y="2986455"/>
                  </a:lnTo>
                  <a:lnTo>
                    <a:pt x="5416683" y="2986455"/>
                  </a:lnTo>
                  <a:lnTo>
                    <a:pt x="5399542" y="2986455"/>
                  </a:lnTo>
                  <a:lnTo>
                    <a:pt x="5382401" y="2986455"/>
                  </a:lnTo>
                  <a:lnTo>
                    <a:pt x="5365259" y="2986455"/>
                  </a:lnTo>
                  <a:lnTo>
                    <a:pt x="5348118" y="2986455"/>
                  </a:lnTo>
                  <a:lnTo>
                    <a:pt x="5330976" y="2986455"/>
                  </a:lnTo>
                  <a:lnTo>
                    <a:pt x="5313835" y="2986455"/>
                  </a:lnTo>
                  <a:lnTo>
                    <a:pt x="5296694" y="2986455"/>
                  </a:lnTo>
                  <a:lnTo>
                    <a:pt x="5279552" y="2986455"/>
                  </a:lnTo>
                  <a:lnTo>
                    <a:pt x="5262411" y="2986455"/>
                  </a:lnTo>
                  <a:lnTo>
                    <a:pt x="5245269" y="2986455"/>
                  </a:lnTo>
                  <a:lnTo>
                    <a:pt x="5228128" y="2986455"/>
                  </a:lnTo>
                  <a:lnTo>
                    <a:pt x="5210987" y="2986455"/>
                  </a:lnTo>
                  <a:lnTo>
                    <a:pt x="5193845" y="2986455"/>
                  </a:lnTo>
                  <a:lnTo>
                    <a:pt x="5176704" y="2986455"/>
                  </a:lnTo>
                  <a:lnTo>
                    <a:pt x="5159562" y="2986455"/>
                  </a:lnTo>
                  <a:lnTo>
                    <a:pt x="5142421" y="2986455"/>
                  </a:lnTo>
                  <a:lnTo>
                    <a:pt x="5125280" y="2986455"/>
                  </a:lnTo>
                  <a:lnTo>
                    <a:pt x="5108138" y="2986455"/>
                  </a:lnTo>
                  <a:lnTo>
                    <a:pt x="5090997" y="2986455"/>
                  </a:lnTo>
                  <a:lnTo>
                    <a:pt x="5073855" y="2986455"/>
                  </a:lnTo>
                  <a:lnTo>
                    <a:pt x="5056714" y="2986455"/>
                  </a:lnTo>
                  <a:lnTo>
                    <a:pt x="5039572" y="2986455"/>
                  </a:lnTo>
                  <a:lnTo>
                    <a:pt x="5022431" y="2986455"/>
                  </a:lnTo>
                  <a:lnTo>
                    <a:pt x="5005290" y="2986455"/>
                  </a:lnTo>
                  <a:lnTo>
                    <a:pt x="4988148" y="2986455"/>
                  </a:lnTo>
                  <a:lnTo>
                    <a:pt x="4971007" y="2986455"/>
                  </a:lnTo>
                  <a:lnTo>
                    <a:pt x="4953865" y="2986455"/>
                  </a:lnTo>
                  <a:lnTo>
                    <a:pt x="4936724" y="2986455"/>
                  </a:lnTo>
                  <a:lnTo>
                    <a:pt x="4919583" y="2986455"/>
                  </a:lnTo>
                  <a:lnTo>
                    <a:pt x="4902441" y="2986455"/>
                  </a:lnTo>
                  <a:lnTo>
                    <a:pt x="4885300" y="2986455"/>
                  </a:lnTo>
                  <a:lnTo>
                    <a:pt x="4868158" y="2986455"/>
                  </a:lnTo>
                  <a:lnTo>
                    <a:pt x="4851017" y="2986455"/>
                  </a:lnTo>
                  <a:lnTo>
                    <a:pt x="4833876" y="2986455"/>
                  </a:lnTo>
                  <a:lnTo>
                    <a:pt x="4816734" y="2986455"/>
                  </a:lnTo>
                  <a:lnTo>
                    <a:pt x="4799593" y="2986455"/>
                  </a:lnTo>
                  <a:lnTo>
                    <a:pt x="4782451" y="2986455"/>
                  </a:lnTo>
                  <a:lnTo>
                    <a:pt x="4765310" y="2986455"/>
                  </a:lnTo>
                  <a:lnTo>
                    <a:pt x="4748169" y="2986455"/>
                  </a:lnTo>
                  <a:lnTo>
                    <a:pt x="4731027" y="2986455"/>
                  </a:lnTo>
                  <a:lnTo>
                    <a:pt x="4713886" y="2986455"/>
                  </a:lnTo>
                  <a:lnTo>
                    <a:pt x="4696744" y="2986455"/>
                  </a:lnTo>
                  <a:lnTo>
                    <a:pt x="4679603" y="2986455"/>
                  </a:lnTo>
                  <a:lnTo>
                    <a:pt x="4662462" y="2986455"/>
                  </a:lnTo>
                  <a:lnTo>
                    <a:pt x="4645320" y="2986455"/>
                  </a:lnTo>
                  <a:lnTo>
                    <a:pt x="4628179" y="2986455"/>
                  </a:lnTo>
                  <a:lnTo>
                    <a:pt x="4611037" y="2986455"/>
                  </a:lnTo>
                  <a:lnTo>
                    <a:pt x="4593896" y="2986455"/>
                  </a:lnTo>
                  <a:lnTo>
                    <a:pt x="4576755" y="2986455"/>
                  </a:lnTo>
                  <a:lnTo>
                    <a:pt x="4559613" y="2986455"/>
                  </a:lnTo>
                  <a:lnTo>
                    <a:pt x="4542472" y="2986455"/>
                  </a:lnTo>
                  <a:lnTo>
                    <a:pt x="4525330" y="2986455"/>
                  </a:lnTo>
                  <a:lnTo>
                    <a:pt x="4508189" y="2986455"/>
                  </a:lnTo>
                  <a:lnTo>
                    <a:pt x="4491048" y="2986455"/>
                  </a:lnTo>
                  <a:lnTo>
                    <a:pt x="4473906" y="2986455"/>
                  </a:lnTo>
                  <a:lnTo>
                    <a:pt x="4456765" y="2986455"/>
                  </a:lnTo>
                  <a:lnTo>
                    <a:pt x="4439623" y="2986455"/>
                  </a:lnTo>
                  <a:lnTo>
                    <a:pt x="4422482" y="2986455"/>
                  </a:lnTo>
                  <a:lnTo>
                    <a:pt x="4405341" y="2986455"/>
                  </a:lnTo>
                  <a:lnTo>
                    <a:pt x="4388199" y="2986455"/>
                  </a:lnTo>
                  <a:lnTo>
                    <a:pt x="4371058" y="2986455"/>
                  </a:lnTo>
                  <a:lnTo>
                    <a:pt x="4353916" y="2986455"/>
                  </a:lnTo>
                  <a:lnTo>
                    <a:pt x="4336775" y="2986455"/>
                  </a:lnTo>
                  <a:lnTo>
                    <a:pt x="4319633" y="2986455"/>
                  </a:lnTo>
                  <a:lnTo>
                    <a:pt x="4302492" y="2986455"/>
                  </a:lnTo>
                  <a:lnTo>
                    <a:pt x="4285351" y="2986455"/>
                  </a:lnTo>
                  <a:lnTo>
                    <a:pt x="4268209" y="2986455"/>
                  </a:lnTo>
                  <a:lnTo>
                    <a:pt x="4251068" y="2986455"/>
                  </a:lnTo>
                  <a:lnTo>
                    <a:pt x="4233926" y="2986455"/>
                  </a:lnTo>
                  <a:lnTo>
                    <a:pt x="4216785" y="2986455"/>
                  </a:lnTo>
                  <a:lnTo>
                    <a:pt x="4199644" y="2986455"/>
                  </a:lnTo>
                  <a:lnTo>
                    <a:pt x="4182502" y="2986455"/>
                  </a:lnTo>
                  <a:lnTo>
                    <a:pt x="4165361" y="2986455"/>
                  </a:lnTo>
                  <a:lnTo>
                    <a:pt x="4148219" y="2986455"/>
                  </a:lnTo>
                  <a:lnTo>
                    <a:pt x="4131078" y="2986455"/>
                  </a:lnTo>
                  <a:lnTo>
                    <a:pt x="4113937" y="2986455"/>
                  </a:lnTo>
                  <a:lnTo>
                    <a:pt x="4096795" y="2986455"/>
                  </a:lnTo>
                  <a:lnTo>
                    <a:pt x="4079654" y="2986455"/>
                  </a:lnTo>
                  <a:lnTo>
                    <a:pt x="4062512" y="2986455"/>
                  </a:lnTo>
                  <a:lnTo>
                    <a:pt x="4045371" y="2986455"/>
                  </a:lnTo>
                  <a:lnTo>
                    <a:pt x="4028230" y="2986455"/>
                  </a:lnTo>
                  <a:lnTo>
                    <a:pt x="4011088" y="2986455"/>
                  </a:lnTo>
                  <a:lnTo>
                    <a:pt x="3993947" y="2986455"/>
                  </a:lnTo>
                  <a:lnTo>
                    <a:pt x="3976805" y="2986455"/>
                  </a:lnTo>
                  <a:lnTo>
                    <a:pt x="3959664" y="2986455"/>
                  </a:lnTo>
                  <a:lnTo>
                    <a:pt x="3942523" y="2986455"/>
                  </a:lnTo>
                  <a:lnTo>
                    <a:pt x="3925381" y="2986455"/>
                  </a:lnTo>
                  <a:lnTo>
                    <a:pt x="3908240" y="2986455"/>
                  </a:lnTo>
                  <a:lnTo>
                    <a:pt x="3891098" y="2986455"/>
                  </a:lnTo>
                  <a:lnTo>
                    <a:pt x="3873957" y="2986455"/>
                  </a:lnTo>
                  <a:lnTo>
                    <a:pt x="3856816" y="2986455"/>
                  </a:lnTo>
                  <a:lnTo>
                    <a:pt x="3839674" y="2986455"/>
                  </a:lnTo>
                  <a:lnTo>
                    <a:pt x="3822533" y="2986455"/>
                  </a:lnTo>
                  <a:lnTo>
                    <a:pt x="3805391" y="2986455"/>
                  </a:lnTo>
                  <a:lnTo>
                    <a:pt x="3788250" y="2986455"/>
                  </a:lnTo>
                  <a:lnTo>
                    <a:pt x="3771109" y="2986455"/>
                  </a:lnTo>
                  <a:lnTo>
                    <a:pt x="3753967" y="2986455"/>
                  </a:lnTo>
                  <a:lnTo>
                    <a:pt x="3736826" y="2986455"/>
                  </a:lnTo>
                  <a:lnTo>
                    <a:pt x="3719684" y="2986455"/>
                  </a:lnTo>
                  <a:lnTo>
                    <a:pt x="3702543" y="2986455"/>
                  </a:lnTo>
                  <a:lnTo>
                    <a:pt x="3685402" y="2986455"/>
                  </a:lnTo>
                  <a:lnTo>
                    <a:pt x="3668260" y="2986455"/>
                  </a:lnTo>
                  <a:lnTo>
                    <a:pt x="3651119" y="2986455"/>
                  </a:lnTo>
                  <a:lnTo>
                    <a:pt x="3633977" y="2986455"/>
                  </a:lnTo>
                  <a:lnTo>
                    <a:pt x="3616836" y="2986455"/>
                  </a:lnTo>
                  <a:lnTo>
                    <a:pt x="3599694" y="2986455"/>
                  </a:lnTo>
                  <a:lnTo>
                    <a:pt x="3582553" y="2986455"/>
                  </a:lnTo>
                  <a:lnTo>
                    <a:pt x="3565412" y="2986455"/>
                  </a:lnTo>
                  <a:lnTo>
                    <a:pt x="3548270" y="2986455"/>
                  </a:lnTo>
                  <a:lnTo>
                    <a:pt x="3531129" y="2986455"/>
                  </a:lnTo>
                  <a:lnTo>
                    <a:pt x="3513987" y="2986455"/>
                  </a:lnTo>
                  <a:lnTo>
                    <a:pt x="3496846" y="2986455"/>
                  </a:lnTo>
                  <a:lnTo>
                    <a:pt x="3479705" y="2986455"/>
                  </a:lnTo>
                  <a:lnTo>
                    <a:pt x="3462563" y="2986455"/>
                  </a:lnTo>
                  <a:lnTo>
                    <a:pt x="3445422" y="2986455"/>
                  </a:lnTo>
                  <a:lnTo>
                    <a:pt x="3428280" y="2986455"/>
                  </a:lnTo>
                  <a:lnTo>
                    <a:pt x="3411139" y="2986455"/>
                  </a:lnTo>
                  <a:lnTo>
                    <a:pt x="3393998" y="2986455"/>
                  </a:lnTo>
                  <a:lnTo>
                    <a:pt x="3376856" y="2986455"/>
                  </a:lnTo>
                  <a:lnTo>
                    <a:pt x="3359715" y="2986455"/>
                  </a:lnTo>
                  <a:lnTo>
                    <a:pt x="3342573" y="2986455"/>
                  </a:lnTo>
                  <a:lnTo>
                    <a:pt x="3325432" y="2986455"/>
                  </a:lnTo>
                  <a:lnTo>
                    <a:pt x="3308291" y="2986455"/>
                  </a:lnTo>
                  <a:lnTo>
                    <a:pt x="3291149" y="2986455"/>
                  </a:lnTo>
                  <a:lnTo>
                    <a:pt x="3274008" y="2986455"/>
                  </a:lnTo>
                  <a:lnTo>
                    <a:pt x="3256866" y="2986455"/>
                  </a:lnTo>
                  <a:lnTo>
                    <a:pt x="3239725" y="2986455"/>
                  </a:lnTo>
                  <a:lnTo>
                    <a:pt x="3222584" y="2986455"/>
                  </a:lnTo>
                  <a:lnTo>
                    <a:pt x="3205442" y="2986455"/>
                  </a:lnTo>
                  <a:lnTo>
                    <a:pt x="3188301" y="2986455"/>
                  </a:lnTo>
                  <a:lnTo>
                    <a:pt x="3171159" y="2986455"/>
                  </a:lnTo>
                  <a:lnTo>
                    <a:pt x="3154018" y="2986455"/>
                  </a:lnTo>
                  <a:lnTo>
                    <a:pt x="3136877" y="2986455"/>
                  </a:lnTo>
                  <a:lnTo>
                    <a:pt x="3119735" y="2986455"/>
                  </a:lnTo>
                  <a:lnTo>
                    <a:pt x="3102594" y="2986455"/>
                  </a:lnTo>
                  <a:lnTo>
                    <a:pt x="3085452" y="2986455"/>
                  </a:lnTo>
                  <a:lnTo>
                    <a:pt x="3068311" y="2986455"/>
                  </a:lnTo>
                  <a:lnTo>
                    <a:pt x="3051170" y="2986455"/>
                  </a:lnTo>
                  <a:lnTo>
                    <a:pt x="3034028" y="2986455"/>
                  </a:lnTo>
                  <a:lnTo>
                    <a:pt x="3016887" y="2986455"/>
                  </a:lnTo>
                  <a:lnTo>
                    <a:pt x="2999745" y="2986455"/>
                  </a:lnTo>
                  <a:lnTo>
                    <a:pt x="2982604" y="2986455"/>
                  </a:lnTo>
                  <a:lnTo>
                    <a:pt x="2965463" y="2986455"/>
                  </a:lnTo>
                  <a:lnTo>
                    <a:pt x="2948321" y="2986455"/>
                  </a:lnTo>
                  <a:lnTo>
                    <a:pt x="2931180" y="2986455"/>
                  </a:lnTo>
                  <a:lnTo>
                    <a:pt x="2914038" y="2986455"/>
                  </a:lnTo>
                  <a:lnTo>
                    <a:pt x="2896897" y="2986455"/>
                  </a:lnTo>
                  <a:lnTo>
                    <a:pt x="2879755" y="2986455"/>
                  </a:lnTo>
                  <a:lnTo>
                    <a:pt x="2862614" y="2986455"/>
                  </a:lnTo>
                  <a:lnTo>
                    <a:pt x="2845473" y="2986455"/>
                  </a:lnTo>
                  <a:lnTo>
                    <a:pt x="2828331" y="2986455"/>
                  </a:lnTo>
                  <a:lnTo>
                    <a:pt x="2811190" y="2986455"/>
                  </a:lnTo>
                  <a:lnTo>
                    <a:pt x="2794048" y="2986455"/>
                  </a:lnTo>
                  <a:lnTo>
                    <a:pt x="2776907" y="2986455"/>
                  </a:lnTo>
                  <a:lnTo>
                    <a:pt x="2759766" y="2986455"/>
                  </a:lnTo>
                  <a:lnTo>
                    <a:pt x="2742624" y="2986455"/>
                  </a:lnTo>
                  <a:lnTo>
                    <a:pt x="2725483" y="2986455"/>
                  </a:lnTo>
                  <a:lnTo>
                    <a:pt x="2708341" y="2986455"/>
                  </a:lnTo>
                  <a:lnTo>
                    <a:pt x="2691200" y="2986455"/>
                  </a:lnTo>
                  <a:lnTo>
                    <a:pt x="2674059" y="2986455"/>
                  </a:lnTo>
                  <a:lnTo>
                    <a:pt x="2656917" y="2986455"/>
                  </a:lnTo>
                  <a:lnTo>
                    <a:pt x="2639776" y="2986455"/>
                  </a:lnTo>
                  <a:lnTo>
                    <a:pt x="2622634" y="2986455"/>
                  </a:lnTo>
                  <a:lnTo>
                    <a:pt x="2605493" y="2986455"/>
                  </a:lnTo>
                  <a:lnTo>
                    <a:pt x="2588352" y="2986455"/>
                  </a:lnTo>
                  <a:lnTo>
                    <a:pt x="2571210" y="2986455"/>
                  </a:lnTo>
                  <a:lnTo>
                    <a:pt x="2554069" y="2986455"/>
                  </a:lnTo>
                  <a:lnTo>
                    <a:pt x="2536927" y="2986455"/>
                  </a:lnTo>
                  <a:lnTo>
                    <a:pt x="2519786" y="2986455"/>
                  </a:lnTo>
                  <a:lnTo>
                    <a:pt x="2502645" y="2986455"/>
                  </a:lnTo>
                  <a:lnTo>
                    <a:pt x="2485503" y="2986455"/>
                  </a:lnTo>
                  <a:lnTo>
                    <a:pt x="2468362" y="2986455"/>
                  </a:lnTo>
                  <a:lnTo>
                    <a:pt x="2451220" y="2986455"/>
                  </a:lnTo>
                  <a:lnTo>
                    <a:pt x="2434079" y="2986455"/>
                  </a:lnTo>
                  <a:lnTo>
                    <a:pt x="2416938" y="2986455"/>
                  </a:lnTo>
                  <a:lnTo>
                    <a:pt x="2399796" y="2986455"/>
                  </a:lnTo>
                  <a:lnTo>
                    <a:pt x="2382655" y="2986455"/>
                  </a:lnTo>
                  <a:lnTo>
                    <a:pt x="2365513" y="2986455"/>
                  </a:lnTo>
                  <a:lnTo>
                    <a:pt x="2348372" y="2986455"/>
                  </a:lnTo>
                  <a:lnTo>
                    <a:pt x="2331231" y="2986455"/>
                  </a:lnTo>
                  <a:lnTo>
                    <a:pt x="2314089" y="2986455"/>
                  </a:lnTo>
                  <a:lnTo>
                    <a:pt x="2296948" y="2986455"/>
                  </a:lnTo>
                  <a:lnTo>
                    <a:pt x="2279806" y="2986455"/>
                  </a:lnTo>
                  <a:lnTo>
                    <a:pt x="2262665" y="2986455"/>
                  </a:lnTo>
                  <a:lnTo>
                    <a:pt x="2245524" y="2986455"/>
                  </a:lnTo>
                  <a:lnTo>
                    <a:pt x="2228382" y="2986455"/>
                  </a:lnTo>
                  <a:lnTo>
                    <a:pt x="2211241" y="2986455"/>
                  </a:lnTo>
                  <a:lnTo>
                    <a:pt x="2194099" y="2986455"/>
                  </a:lnTo>
                  <a:lnTo>
                    <a:pt x="2176958" y="2986455"/>
                  </a:lnTo>
                  <a:lnTo>
                    <a:pt x="2159816" y="2986455"/>
                  </a:lnTo>
                  <a:lnTo>
                    <a:pt x="2142675" y="2986455"/>
                  </a:lnTo>
                  <a:lnTo>
                    <a:pt x="2125534" y="2986455"/>
                  </a:lnTo>
                  <a:lnTo>
                    <a:pt x="2108392" y="2986455"/>
                  </a:lnTo>
                  <a:lnTo>
                    <a:pt x="2091251" y="2986455"/>
                  </a:lnTo>
                  <a:lnTo>
                    <a:pt x="2074109" y="2986455"/>
                  </a:lnTo>
                  <a:lnTo>
                    <a:pt x="2056968" y="2986455"/>
                  </a:lnTo>
                  <a:lnTo>
                    <a:pt x="2039827" y="2986455"/>
                  </a:lnTo>
                  <a:lnTo>
                    <a:pt x="2022685" y="2986455"/>
                  </a:lnTo>
                  <a:lnTo>
                    <a:pt x="2005544" y="2986455"/>
                  </a:lnTo>
                  <a:lnTo>
                    <a:pt x="1988402" y="2986455"/>
                  </a:lnTo>
                  <a:lnTo>
                    <a:pt x="1971261" y="2986455"/>
                  </a:lnTo>
                  <a:lnTo>
                    <a:pt x="1954120" y="2986455"/>
                  </a:lnTo>
                  <a:lnTo>
                    <a:pt x="1936978" y="2986455"/>
                  </a:lnTo>
                  <a:lnTo>
                    <a:pt x="1919837" y="2986455"/>
                  </a:lnTo>
                  <a:lnTo>
                    <a:pt x="1902695" y="2986455"/>
                  </a:lnTo>
                  <a:lnTo>
                    <a:pt x="1885554" y="2986455"/>
                  </a:lnTo>
                  <a:lnTo>
                    <a:pt x="1868413" y="2986455"/>
                  </a:lnTo>
                  <a:lnTo>
                    <a:pt x="1851271" y="2986455"/>
                  </a:lnTo>
                  <a:lnTo>
                    <a:pt x="1834130" y="2986455"/>
                  </a:lnTo>
                  <a:lnTo>
                    <a:pt x="1816988" y="2986455"/>
                  </a:lnTo>
                  <a:lnTo>
                    <a:pt x="1799847" y="2986455"/>
                  </a:lnTo>
                  <a:lnTo>
                    <a:pt x="1782706" y="2986455"/>
                  </a:lnTo>
                  <a:lnTo>
                    <a:pt x="1765564" y="2986455"/>
                  </a:lnTo>
                  <a:lnTo>
                    <a:pt x="1748423" y="2986455"/>
                  </a:lnTo>
                  <a:lnTo>
                    <a:pt x="1731281" y="2986455"/>
                  </a:lnTo>
                  <a:lnTo>
                    <a:pt x="1714140" y="2986455"/>
                  </a:lnTo>
                  <a:lnTo>
                    <a:pt x="1696999" y="2986455"/>
                  </a:lnTo>
                  <a:lnTo>
                    <a:pt x="1679857" y="2986455"/>
                  </a:lnTo>
                  <a:lnTo>
                    <a:pt x="1662716" y="2986455"/>
                  </a:lnTo>
                  <a:lnTo>
                    <a:pt x="1645574" y="2986455"/>
                  </a:lnTo>
                  <a:lnTo>
                    <a:pt x="1628433" y="2986455"/>
                  </a:lnTo>
                  <a:lnTo>
                    <a:pt x="1611292" y="2986455"/>
                  </a:lnTo>
                  <a:lnTo>
                    <a:pt x="1594150" y="2986455"/>
                  </a:lnTo>
                  <a:lnTo>
                    <a:pt x="1577009" y="2986455"/>
                  </a:lnTo>
                  <a:lnTo>
                    <a:pt x="1559867" y="2986455"/>
                  </a:lnTo>
                  <a:lnTo>
                    <a:pt x="1542726" y="2986455"/>
                  </a:lnTo>
                  <a:lnTo>
                    <a:pt x="1525585" y="2986455"/>
                  </a:lnTo>
                  <a:lnTo>
                    <a:pt x="1508443" y="2986455"/>
                  </a:lnTo>
                  <a:lnTo>
                    <a:pt x="1491302" y="2986455"/>
                  </a:lnTo>
                  <a:lnTo>
                    <a:pt x="1474160" y="2986455"/>
                  </a:lnTo>
                  <a:lnTo>
                    <a:pt x="1457019" y="2986455"/>
                  </a:lnTo>
                  <a:lnTo>
                    <a:pt x="1439877" y="2986455"/>
                  </a:lnTo>
                  <a:lnTo>
                    <a:pt x="1422736" y="2986455"/>
                  </a:lnTo>
                  <a:lnTo>
                    <a:pt x="1405595" y="2986455"/>
                  </a:lnTo>
                  <a:lnTo>
                    <a:pt x="1388453" y="2986455"/>
                  </a:lnTo>
                  <a:lnTo>
                    <a:pt x="1371312" y="2986455"/>
                  </a:lnTo>
                  <a:lnTo>
                    <a:pt x="1354170" y="2986455"/>
                  </a:lnTo>
                  <a:lnTo>
                    <a:pt x="1337029" y="2986455"/>
                  </a:lnTo>
                  <a:lnTo>
                    <a:pt x="1319888" y="2986455"/>
                  </a:lnTo>
                  <a:lnTo>
                    <a:pt x="1302746" y="2986455"/>
                  </a:lnTo>
                  <a:lnTo>
                    <a:pt x="1285605" y="2986455"/>
                  </a:lnTo>
                  <a:lnTo>
                    <a:pt x="1268463" y="2986455"/>
                  </a:lnTo>
                  <a:lnTo>
                    <a:pt x="1251322" y="2986455"/>
                  </a:lnTo>
                  <a:lnTo>
                    <a:pt x="1234181" y="2986455"/>
                  </a:lnTo>
                  <a:lnTo>
                    <a:pt x="1217039" y="2986455"/>
                  </a:lnTo>
                  <a:lnTo>
                    <a:pt x="1199898" y="2986455"/>
                  </a:lnTo>
                  <a:lnTo>
                    <a:pt x="1182756" y="2986455"/>
                  </a:lnTo>
                  <a:lnTo>
                    <a:pt x="1165615" y="2986455"/>
                  </a:lnTo>
                  <a:lnTo>
                    <a:pt x="1148474" y="2986455"/>
                  </a:lnTo>
                  <a:lnTo>
                    <a:pt x="1131332" y="2986455"/>
                  </a:lnTo>
                  <a:lnTo>
                    <a:pt x="1114191" y="2986455"/>
                  </a:lnTo>
                  <a:lnTo>
                    <a:pt x="1097049" y="2986455"/>
                  </a:lnTo>
                  <a:lnTo>
                    <a:pt x="1079908" y="2986455"/>
                  </a:lnTo>
                  <a:lnTo>
                    <a:pt x="1062767" y="2986455"/>
                  </a:lnTo>
                  <a:lnTo>
                    <a:pt x="1045625" y="2986455"/>
                  </a:lnTo>
                  <a:lnTo>
                    <a:pt x="1028484" y="2986455"/>
                  </a:lnTo>
                  <a:lnTo>
                    <a:pt x="1011342" y="2986455"/>
                  </a:lnTo>
                  <a:lnTo>
                    <a:pt x="994201" y="2986455"/>
                  </a:lnTo>
                  <a:lnTo>
                    <a:pt x="977060" y="2986455"/>
                  </a:lnTo>
                  <a:lnTo>
                    <a:pt x="959918" y="2986455"/>
                  </a:lnTo>
                  <a:lnTo>
                    <a:pt x="942777" y="2986455"/>
                  </a:lnTo>
                  <a:lnTo>
                    <a:pt x="925635" y="2986455"/>
                  </a:lnTo>
                  <a:lnTo>
                    <a:pt x="908494" y="2986455"/>
                  </a:lnTo>
                  <a:lnTo>
                    <a:pt x="891353" y="2986455"/>
                  </a:lnTo>
                  <a:lnTo>
                    <a:pt x="874211" y="2986455"/>
                  </a:lnTo>
                  <a:lnTo>
                    <a:pt x="857070" y="2986455"/>
                  </a:lnTo>
                  <a:lnTo>
                    <a:pt x="839928" y="2986455"/>
                  </a:lnTo>
                  <a:lnTo>
                    <a:pt x="822787" y="2986455"/>
                  </a:lnTo>
                  <a:lnTo>
                    <a:pt x="805646" y="2986455"/>
                  </a:lnTo>
                  <a:lnTo>
                    <a:pt x="788504" y="2986455"/>
                  </a:lnTo>
                  <a:lnTo>
                    <a:pt x="771363" y="2986455"/>
                  </a:lnTo>
                  <a:lnTo>
                    <a:pt x="754221" y="2986455"/>
                  </a:lnTo>
                  <a:lnTo>
                    <a:pt x="737080" y="2986455"/>
                  </a:lnTo>
                  <a:lnTo>
                    <a:pt x="719938" y="2986455"/>
                  </a:lnTo>
                  <a:lnTo>
                    <a:pt x="702797" y="2986455"/>
                  </a:lnTo>
                  <a:lnTo>
                    <a:pt x="685656" y="2986455"/>
                  </a:lnTo>
                  <a:lnTo>
                    <a:pt x="668514" y="2986455"/>
                  </a:lnTo>
                  <a:lnTo>
                    <a:pt x="651373" y="2986455"/>
                  </a:lnTo>
                  <a:lnTo>
                    <a:pt x="634231" y="2986455"/>
                  </a:lnTo>
                  <a:lnTo>
                    <a:pt x="617090" y="2986455"/>
                  </a:lnTo>
                  <a:lnTo>
                    <a:pt x="599949" y="2986455"/>
                  </a:lnTo>
                  <a:lnTo>
                    <a:pt x="582807" y="2986455"/>
                  </a:lnTo>
                  <a:lnTo>
                    <a:pt x="565666" y="2986455"/>
                  </a:lnTo>
                  <a:lnTo>
                    <a:pt x="548524" y="2986455"/>
                  </a:lnTo>
                  <a:lnTo>
                    <a:pt x="531383" y="2986455"/>
                  </a:lnTo>
                  <a:lnTo>
                    <a:pt x="514242" y="2986455"/>
                  </a:lnTo>
                  <a:lnTo>
                    <a:pt x="497100" y="2986455"/>
                  </a:lnTo>
                  <a:lnTo>
                    <a:pt x="479959" y="2986455"/>
                  </a:lnTo>
                  <a:lnTo>
                    <a:pt x="462817" y="2986455"/>
                  </a:lnTo>
                  <a:lnTo>
                    <a:pt x="445676" y="2986455"/>
                  </a:lnTo>
                  <a:lnTo>
                    <a:pt x="428535" y="2986455"/>
                  </a:lnTo>
                  <a:lnTo>
                    <a:pt x="411393" y="2986455"/>
                  </a:lnTo>
                  <a:lnTo>
                    <a:pt x="394252" y="2986455"/>
                  </a:lnTo>
                  <a:lnTo>
                    <a:pt x="377110" y="2986455"/>
                  </a:lnTo>
                  <a:lnTo>
                    <a:pt x="359969" y="2986455"/>
                  </a:lnTo>
                  <a:lnTo>
                    <a:pt x="342828" y="2986455"/>
                  </a:lnTo>
                  <a:lnTo>
                    <a:pt x="325686" y="2986455"/>
                  </a:lnTo>
                  <a:lnTo>
                    <a:pt x="308545" y="2986455"/>
                  </a:lnTo>
                  <a:lnTo>
                    <a:pt x="291403" y="2986455"/>
                  </a:lnTo>
                  <a:lnTo>
                    <a:pt x="274262" y="2986455"/>
                  </a:lnTo>
                  <a:lnTo>
                    <a:pt x="257121" y="2986455"/>
                  </a:lnTo>
                  <a:lnTo>
                    <a:pt x="239979" y="2986455"/>
                  </a:lnTo>
                  <a:lnTo>
                    <a:pt x="222838" y="2986455"/>
                  </a:lnTo>
                  <a:lnTo>
                    <a:pt x="205696" y="2986455"/>
                  </a:lnTo>
                  <a:lnTo>
                    <a:pt x="188555" y="2986455"/>
                  </a:lnTo>
                  <a:lnTo>
                    <a:pt x="171414" y="2986455"/>
                  </a:lnTo>
                  <a:lnTo>
                    <a:pt x="154272" y="2986455"/>
                  </a:lnTo>
                  <a:lnTo>
                    <a:pt x="137131" y="2986455"/>
                  </a:lnTo>
                  <a:lnTo>
                    <a:pt x="119989" y="2986455"/>
                  </a:lnTo>
                  <a:lnTo>
                    <a:pt x="102848" y="2986455"/>
                  </a:lnTo>
                  <a:lnTo>
                    <a:pt x="85707" y="2986455"/>
                  </a:lnTo>
                  <a:lnTo>
                    <a:pt x="68565" y="2986455"/>
                  </a:lnTo>
                  <a:lnTo>
                    <a:pt x="51424" y="2986455"/>
                  </a:lnTo>
                  <a:lnTo>
                    <a:pt x="34282" y="2986455"/>
                  </a:lnTo>
                  <a:lnTo>
                    <a:pt x="17141" y="2986455"/>
                  </a:lnTo>
                  <a:lnTo>
                    <a:pt x="0" y="2986455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44934" y="276021"/>
              <a:ext cx="8553560" cy="2986455"/>
            </a:xfrm>
            <a:custGeom>
              <a:avLst/>
              <a:pathLst>
                <a:path w="8553560" h="2986455">
                  <a:moveTo>
                    <a:pt x="0" y="2926347"/>
                  </a:moveTo>
                  <a:lnTo>
                    <a:pt x="17141" y="2827792"/>
                  </a:lnTo>
                  <a:lnTo>
                    <a:pt x="34282" y="2708436"/>
                  </a:lnTo>
                  <a:lnTo>
                    <a:pt x="51424" y="2618396"/>
                  </a:lnTo>
                  <a:lnTo>
                    <a:pt x="68565" y="2634202"/>
                  </a:lnTo>
                  <a:lnTo>
                    <a:pt x="85707" y="2561068"/>
                  </a:lnTo>
                  <a:lnTo>
                    <a:pt x="102848" y="2540629"/>
                  </a:lnTo>
                  <a:lnTo>
                    <a:pt x="119989" y="2603296"/>
                  </a:lnTo>
                  <a:lnTo>
                    <a:pt x="137131" y="2704108"/>
                  </a:lnTo>
                  <a:lnTo>
                    <a:pt x="154272" y="2717510"/>
                  </a:lnTo>
                  <a:lnTo>
                    <a:pt x="171414" y="2639489"/>
                  </a:lnTo>
                  <a:lnTo>
                    <a:pt x="188555" y="2708749"/>
                  </a:lnTo>
                  <a:lnTo>
                    <a:pt x="205696" y="2759447"/>
                  </a:lnTo>
                  <a:lnTo>
                    <a:pt x="222838" y="2759447"/>
                  </a:lnTo>
                  <a:lnTo>
                    <a:pt x="239979" y="2777993"/>
                  </a:lnTo>
                  <a:lnTo>
                    <a:pt x="257121" y="2877666"/>
                  </a:lnTo>
                  <a:lnTo>
                    <a:pt x="274262" y="2922257"/>
                  </a:lnTo>
                  <a:lnTo>
                    <a:pt x="291403" y="2880009"/>
                  </a:lnTo>
                  <a:lnTo>
                    <a:pt x="308545" y="2862678"/>
                  </a:lnTo>
                  <a:lnTo>
                    <a:pt x="325686" y="2845141"/>
                  </a:lnTo>
                  <a:lnTo>
                    <a:pt x="342828" y="2837326"/>
                  </a:lnTo>
                  <a:lnTo>
                    <a:pt x="359969" y="2814292"/>
                  </a:lnTo>
                  <a:lnTo>
                    <a:pt x="377110" y="2845467"/>
                  </a:lnTo>
                  <a:lnTo>
                    <a:pt x="394252" y="2926385"/>
                  </a:lnTo>
                  <a:lnTo>
                    <a:pt x="411393" y="2980012"/>
                  </a:lnTo>
                  <a:lnTo>
                    <a:pt x="428535" y="2986455"/>
                  </a:lnTo>
                  <a:lnTo>
                    <a:pt x="428535" y="2986455"/>
                  </a:lnTo>
                  <a:lnTo>
                    <a:pt x="445676" y="2986455"/>
                  </a:lnTo>
                  <a:lnTo>
                    <a:pt x="462817" y="2986455"/>
                  </a:lnTo>
                  <a:lnTo>
                    <a:pt x="479959" y="2925096"/>
                  </a:lnTo>
                  <a:lnTo>
                    <a:pt x="497100" y="2845709"/>
                  </a:lnTo>
                  <a:lnTo>
                    <a:pt x="514242" y="2795973"/>
                  </a:lnTo>
                  <a:lnTo>
                    <a:pt x="531383" y="2828351"/>
                  </a:lnTo>
                  <a:lnTo>
                    <a:pt x="548524" y="2685443"/>
                  </a:lnTo>
                  <a:lnTo>
                    <a:pt x="565666" y="2457044"/>
                  </a:lnTo>
                  <a:lnTo>
                    <a:pt x="582807" y="2286671"/>
                  </a:lnTo>
                  <a:lnTo>
                    <a:pt x="599949" y="2162002"/>
                  </a:lnTo>
                  <a:lnTo>
                    <a:pt x="617090" y="2028667"/>
                  </a:lnTo>
                  <a:lnTo>
                    <a:pt x="634231" y="1917515"/>
                  </a:lnTo>
                  <a:lnTo>
                    <a:pt x="651373" y="2013855"/>
                  </a:lnTo>
                  <a:lnTo>
                    <a:pt x="668514" y="2214068"/>
                  </a:lnTo>
                  <a:lnTo>
                    <a:pt x="685656" y="2427187"/>
                  </a:lnTo>
                  <a:lnTo>
                    <a:pt x="702797" y="2593569"/>
                  </a:lnTo>
                  <a:lnTo>
                    <a:pt x="719938" y="2740343"/>
                  </a:lnTo>
                  <a:lnTo>
                    <a:pt x="737080" y="2812453"/>
                  </a:lnTo>
                  <a:lnTo>
                    <a:pt x="754221" y="2859018"/>
                  </a:lnTo>
                  <a:lnTo>
                    <a:pt x="771363" y="2910083"/>
                  </a:lnTo>
                  <a:lnTo>
                    <a:pt x="788504" y="2900764"/>
                  </a:lnTo>
                  <a:lnTo>
                    <a:pt x="805646" y="2840436"/>
                  </a:lnTo>
                  <a:lnTo>
                    <a:pt x="822787" y="2795590"/>
                  </a:lnTo>
                  <a:lnTo>
                    <a:pt x="839928" y="2769618"/>
                  </a:lnTo>
                  <a:lnTo>
                    <a:pt x="857070" y="2664710"/>
                  </a:lnTo>
                  <a:lnTo>
                    <a:pt x="874211" y="2496674"/>
                  </a:lnTo>
                  <a:lnTo>
                    <a:pt x="891353" y="2411259"/>
                  </a:lnTo>
                  <a:lnTo>
                    <a:pt x="908494" y="2450916"/>
                  </a:lnTo>
                  <a:lnTo>
                    <a:pt x="925635" y="2495766"/>
                  </a:lnTo>
                  <a:lnTo>
                    <a:pt x="942777" y="2521736"/>
                  </a:lnTo>
                  <a:lnTo>
                    <a:pt x="959918" y="2661785"/>
                  </a:lnTo>
                  <a:lnTo>
                    <a:pt x="977060" y="2868868"/>
                  </a:lnTo>
                  <a:lnTo>
                    <a:pt x="994201" y="2986455"/>
                  </a:lnTo>
                  <a:lnTo>
                    <a:pt x="994201" y="2986455"/>
                  </a:lnTo>
                  <a:lnTo>
                    <a:pt x="1011342" y="2986455"/>
                  </a:lnTo>
                  <a:lnTo>
                    <a:pt x="1028484" y="2986455"/>
                  </a:lnTo>
                  <a:lnTo>
                    <a:pt x="1045625" y="2954036"/>
                  </a:lnTo>
                  <a:lnTo>
                    <a:pt x="1062767" y="2865592"/>
                  </a:lnTo>
                  <a:lnTo>
                    <a:pt x="1079908" y="2869014"/>
                  </a:lnTo>
                  <a:lnTo>
                    <a:pt x="1097049" y="2920346"/>
                  </a:lnTo>
                  <a:lnTo>
                    <a:pt x="1114191" y="2871358"/>
                  </a:lnTo>
                  <a:lnTo>
                    <a:pt x="1131332" y="2764314"/>
                  </a:lnTo>
                  <a:lnTo>
                    <a:pt x="1148474" y="2717360"/>
                  </a:lnTo>
                  <a:lnTo>
                    <a:pt x="1165615" y="2658397"/>
                  </a:lnTo>
                  <a:lnTo>
                    <a:pt x="1182756" y="2507040"/>
                  </a:lnTo>
                  <a:lnTo>
                    <a:pt x="1199898" y="2425615"/>
                  </a:lnTo>
                  <a:lnTo>
                    <a:pt x="1217039" y="2494016"/>
                  </a:lnTo>
                  <a:lnTo>
                    <a:pt x="1234181" y="2511421"/>
                  </a:lnTo>
                  <a:lnTo>
                    <a:pt x="1251322" y="2539083"/>
                  </a:lnTo>
                  <a:lnTo>
                    <a:pt x="1268463" y="2599121"/>
                  </a:lnTo>
                  <a:lnTo>
                    <a:pt x="1285605" y="2664832"/>
                  </a:lnTo>
                  <a:lnTo>
                    <a:pt x="1302746" y="2633067"/>
                  </a:lnTo>
                  <a:lnTo>
                    <a:pt x="1319888" y="2555353"/>
                  </a:lnTo>
                  <a:lnTo>
                    <a:pt x="1337029" y="2683839"/>
                  </a:lnTo>
                  <a:lnTo>
                    <a:pt x="1354170" y="2818612"/>
                  </a:lnTo>
                  <a:lnTo>
                    <a:pt x="1371312" y="2918276"/>
                  </a:lnTo>
                  <a:lnTo>
                    <a:pt x="1388453" y="2986455"/>
                  </a:lnTo>
                  <a:lnTo>
                    <a:pt x="1388453" y="2986455"/>
                  </a:lnTo>
                  <a:lnTo>
                    <a:pt x="1405595" y="2986455"/>
                  </a:lnTo>
                  <a:lnTo>
                    <a:pt x="1422736" y="2986455"/>
                  </a:lnTo>
                  <a:lnTo>
                    <a:pt x="1439877" y="2912600"/>
                  </a:lnTo>
                  <a:lnTo>
                    <a:pt x="1457019" y="2741074"/>
                  </a:lnTo>
                  <a:lnTo>
                    <a:pt x="1474160" y="2669234"/>
                  </a:lnTo>
                  <a:lnTo>
                    <a:pt x="1491302" y="2624768"/>
                  </a:lnTo>
                  <a:lnTo>
                    <a:pt x="1508443" y="2618250"/>
                  </a:lnTo>
                  <a:lnTo>
                    <a:pt x="1525585" y="2672840"/>
                  </a:lnTo>
                  <a:lnTo>
                    <a:pt x="1542726" y="2773592"/>
                  </a:lnTo>
                  <a:lnTo>
                    <a:pt x="1559867" y="2829271"/>
                  </a:lnTo>
                  <a:lnTo>
                    <a:pt x="1577009" y="2750144"/>
                  </a:lnTo>
                  <a:lnTo>
                    <a:pt x="1594150" y="2694427"/>
                  </a:lnTo>
                  <a:lnTo>
                    <a:pt x="1611292" y="2657123"/>
                  </a:lnTo>
                  <a:lnTo>
                    <a:pt x="1628433" y="2567161"/>
                  </a:lnTo>
                  <a:lnTo>
                    <a:pt x="1645574" y="2418892"/>
                  </a:lnTo>
                  <a:lnTo>
                    <a:pt x="1662716" y="2424921"/>
                  </a:lnTo>
                  <a:lnTo>
                    <a:pt x="1679857" y="2528453"/>
                  </a:lnTo>
                  <a:lnTo>
                    <a:pt x="1696999" y="2584170"/>
                  </a:lnTo>
                  <a:lnTo>
                    <a:pt x="1714140" y="2621475"/>
                  </a:lnTo>
                  <a:lnTo>
                    <a:pt x="1731281" y="2711436"/>
                  </a:lnTo>
                  <a:lnTo>
                    <a:pt x="1748423" y="2868653"/>
                  </a:lnTo>
                  <a:lnTo>
                    <a:pt x="1765564" y="2856485"/>
                  </a:lnTo>
                  <a:lnTo>
                    <a:pt x="1782706" y="2811000"/>
                  </a:lnTo>
                  <a:lnTo>
                    <a:pt x="1799847" y="2810999"/>
                  </a:lnTo>
                  <a:lnTo>
                    <a:pt x="1816988" y="2811000"/>
                  </a:lnTo>
                  <a:lnTo>
                    <a:pt x="1834130" y="2760426"/>
                  </a:lnTo>
                  <a:lnTo>
                    <a:pt x="1851271" y="2644386"/>
                  </a:lnTo>
                  <a:lnTo>
                    <a:pt x="1868413" y="2634602"/>
                  </a:lnTo>
                  <a:lnTo>
                    <a:pt x="1885554" y="2636138"/>
                  </a:lnTo>
                  <a:lnTo>
                    <a:pt x="1902695" y="2547691"/>
                  </a:lnTo>
                  <a:lnTo>
                    <a:pt x="1919837" y="2463901"/>
                  </a:lnTo>
                  <a:lnTo>
                    <a:pt x="1936978" y="2522267"/>
                  </a:lnTo>
                  <a:lnTo>
                    <a:pt x="1954120" y="2630701"/>
                  </a:lnTo>
                  <a:lnTo>
                    <a:pt x="1971261" y="2641049"/>
                  </a:lnTo>
                  <a:lnTo>
                    <a:pt x="1988402" y="2646505"/>
                  </a:lnTo>
                  <a:lnTo>
                    <a:pt x="2005544" y="2611452"/>
                  </a:lnTo>
                  <a:lnTo>
                    <a:pt x="2022685" y="2485092"/>
                  </a:lnTo>
                  <a:lnTo>
                    <a:pt x="2039827" y="2348992"/>
                  </a:lnTo>
                  <a:lnTo>
                    <a:pt x="2056968" y="2316152"/>
                  </a:lnTo>
                  <a:lnTo>
                    <a:pt x="2074109" y="2362325"/>
                  </a:lnTo>
                  <a:lnTo>
                    <a:pt x="2091251" y="2379031"/>
                  </a:lnTo>
                  <a:lnTo>
                    <a:pt x="2108392" y="2441219"/>
                  </a:lnTo>
                  <a:lnTo>
                    <a:pt x="2125534" y="2484029"/>
                  </a:lnTo>
                  <a:lnTo>
                    <a:pt x="2142675" y="2470852"/>
                  </a:lnTo>
                  <a:lnTo>
                    <a:pt x="2159816" y="2405344"/>
                  </a:lnTo>
                  <a:lnTo>
                    <a:pt x="2176958" y="2347642"/>
                  </a:lnTo>
                  <a:lnTo>
                    <a:pt x="2194099" y="2326130"/>
                  </a:lnTo>
                  <a:lnTo>
                    <a:pt x="2211241" y="2341992"/>
                  </a:lnTo>
                  <a:lnTo>
                    <a:pt x="2228382" y="2510333"/>
                  </a:lnTo>
                  <a:lnTo>
                    <a:pt x="2245524" y="2663687"/>
                  </a:lnTo>
                  <a:lnTo>
                    <a:pt x="2262665" y="2731446"/>
                  </a:lnTo>
                  <a:lnTo>
                    <a:pt x="2279806" y="2760199"/>
                  </a:lnTo>
                  <a:lnTo>
                    <a:pt x="2296948" y="2752521"/>
                  </a:lnTo>
                  <a:lnTo>
                    <a:pt x="2314089" y="2732109"/>
                  </a:lnTo>
                  <a:lnTo>
                    <a:pt x="2331231" y="2703491"/>
                  </a:lnTo>
                  <a:lnTo>
                    <a:pt x="2348372" y="2580896"/>
                  </a:lnTo>
                  <a:lnTo>
                    <a:pt x="2365513" y="2488767"/>
                  </a:lnTo>
                  <a:lnTo>
                    <a:pt x="2382655" y="2493864"/>
                  </a:lnTo>
                  <a:lnTo>
                    <a:pt x="2399796" y="2501573"/>
                  </a:lnTo>
                  <a:lnTo>
                    <a:pt x="2416938" y="2444866"/>
                  </a:lnTo>
                  <a:lnTo>
                    <a:pt x="2434079" y="2372513"/>
                  </a:lnTo>
                  <a:lnTo>
                    <a:pt x="2451220" y="2383182"/>
                  </a:lnTo>
                  <a:lnTo>
                    <a:pt x="2468362" y="2423579"/>
                  </a:lnTo>
                  <a:lnTo>
                    <a:pt x="2485503" y="2395805"/>
                  </a:lnTo>
                  <a:lnTo>
                    <a:pt x="2502645" y="2389336"/>
                  </a:lnTo>
                  <a:lnTo>
                    <a:pt x="2519786" y="2347107"/>
                  </a:lnTo>
                  <a:lnTo>
                    <a:pt x="2536927" y="2222625"/>
                  </a:lnTo>
                  <a:lnTo>
                    <a:pt x="2554069" y="2181079"/>
                  </a:lnTo>
                  <a:lnTo>
                    <a:pt x="2571210" y="2093152"/>
                  </a:lnTo>
                  <a:lnTo>
                    <a:pt x="2588352" y="1865482"/>
                  </a:lnTo>
                  <a:lnTo>
                    <a:pt x="2605493" y="1603497"/>
                  </a:lnTo>
                  <a:lnTo>
                    <a:pt x="2622634" y="1545464"/>
                  </a:lnTo>
                  <a:lnTo>
                    <a:pt x="2639776" y="1708101"/>
                  </a:lnTo>
                  <a:lnTo>
                    <a:pt x="2656917" y="1696505"/>
                  </a:lnTo>
                  <a:lnTo>
                    <a:pt x="2674059" y="1705028"/>
                  </a:lnTo>
                  <a:lnTo>
                    <a:pt x="2691200" y="1900757"/>
                  </a:lnTo>
                  <a:lnTo>
                    <a:pt x="2708341" y="2081592"/>
                  </a:lnTo>
                  <a:lnTo>
                    <a:pt x="2725483" y="2133046"/>
                  </a:lnTo>
                  <a:lnTo>
                    <a:pt x="2742624" y="2082634"/>
                  </a:lnTo>
                  <a:lnTo>
                    <a:pt x="2759766" y="2069198"/>
                  </a:lnTo>
                  <a:lnTo>
                    <a:pt x="2776907" y="2070478"/>
                  </a:lnTo>
                  <a:lnTo>
                    <a:pt x="2794048" y="2053799"/>
                  </a:lnTo>
                  <a:lnTo>
                    <a:pt x="2811190" y="2016191"/>
                  </a:lnTo>
                  <a:lnTo>
                    <a:pt x="2828331" y="1985309"/>
                  </a:lnTo>
                  <a:lnTo>
                    <a:pt x="2845473" y="1796116"/>
                  </a:lnTo>
                  <a:lnTo>
                    <a:pt x="2862614" y="1608452"/>
                  </a:lnTo>
                  <a:lnTo>
                    <a:pt x="2879755" y="1447627"/>
                  </a:lnTo>
                  <a:lnTo>
                    <a:pt x="2896897" y="1256558"/>
                  </a:lnTo>
                  <a:lnTo>
                    <a:pt x="2914038" y="1155792"/>
                  </a:lnTo>
                  <a:lnTo>
                    <a:pt x="2931180" y="1217298"/>
                  </a:lnTo>
                  <a:lnTo>
                    <a:pt x="2948321" y="1380278"/>
                  </a:lnTo>
                  <a:lnTo>
                    <a:pt x="2965463" y="1558361"/>
                  </a:lnTo>
                  <a:lnTo>
                    <a:pt x="2982604" y="1682721"/>
                  </a:lnTo>
                  <a:lnTo>
                    <a:pt x="2999745" y="1810111"/>
                  </a:lnTo>
                  <a:lnTo>
                    <a:pt x="3016887" y="2030999"/>
                  </a:lnTo>
                  <a:lnTo>
                    <a:pt x="3034028" y="2049582"/>
                  </a:lnTo>
                  <a:lnTo>
                    <a:pt x="3051170" y="2049906"/>
                  </a:lnTo>
                  <a:lnTo>
                    <a:pt x="3068311" y="2110478"/>
                  </a:lnTo>
                  <a:lnTo>
                    <a:pt x="3085452" y="2243086"/>
                  </a:lnTo>
                  <a:lnTo>
                    <a:pt x="3102594" y="2335568"/>
                  </a:lnTo>
                  <a:lnTo>
                    <a:pt x="3119735" y="2292045"/>
                  </a:lnTo>
                  <a:lnTo>
                    <a:pt x="3136877" y="2330606"/>
                  </a:lnTo>
                  <a:lnTo>
                    <a:pt x="3154018" y="2301054"/>
                  </a:lnTo>
                  <a:lnTo>
                    <a:pt x="3171159" y="2229119"/>
                  </a:lnTo>
                  <a:lnTo>
                    <a:pt x="3188301" y="2093502"/>
                  </a:lnTo>
                  <a:lnTo>
                    <a:pt x="3205442" y="2001799"/>
                  </a:lnTo>
                  <a:lnTo>
                    <a:pt x="3222584" y="1913357"/>
                  </a:lnTo>
                  <a:lnTo>
                    <a:pt x="3239725" y="1711571"/>
                  </a:lnTo>
                  <a:lnTo>
                    <a:pt x="3256866" y="1672830"/>
                  </a:lnTo>
                  <a:lnTo>
                    <a:pt x="3274008" y="1644949"/>
                  </a:lnTo>
                  <a:lnTo>
                    <a:pt x="3291149" y="1564215"/>
                  </a:lnTo>
                  <a:lnTo>
                    <a:pt x="3308291" y="1382893"/>
                  </a:lnTo>
                  <a:lnTo>
                    <a:pt x="3325432" y="1326963"/>
                  </a:lnTo>
                  <a:lnTo>
                    <a:pt x="3342573" y="1396379"/>
                  </a:lnTo>
                  <a:lnTo>
                    <a:pt x="3359715" y="1279819"/>
                  </a:lnTo>
                  <a:lnTo>
                    <a:pt x="3376856" y="1219528"/>
                  </a:lnTo>
                  <a:lnTo>
                    <a:pt x="3393998" y="1181126"/>
                  </a:lnTo>
                  <a:lnTo>
                    <a:pt x="3411139" y="1167539"/>
                  </a:lnTo>
                  <a:lnTo>
                    <a:pt x="3428280" y="1043532"/>
                  </a:lnTo>
                  <a:lnTo>
                    <a:pt x="3445422" y="919921"/>
                  </a:lnTo>
                  <a:lnTo>
                    <a:pt x="3462563" y="789286"/>
                  </a:lnTo>
                  <a:lnTo>
                    <a:pt x="3479705" y="464876"/>
                  </a:lnTo>
                  <a:lnTo>
                    <a:pt x="3496846" y="268784"/>
                  </a:lnTo>
                  <a:lnTo>
                    <a:pt x="3513987" y="167871"/>
                  </a:lnTo>
                  <a:lnTo>
                    <a:pt x="3531129" y="68398"/>
                  </a:lnTo>
                  <a:lnTo>
                    <a:pt x="3548270" y="0"/>
                  </a:lnTo>
                  <a:lnTo>
                    <a:pt x="3565412" y="21147"/>
                  </a:lnTo>
                  <a:lnTo>
                    <a:pt x="3582553" y="191701"/>
                  </a:lnTo>
                  <a:lnTo>
                    <a:pt x="3599694" y="222565"/>
                  </a:lnTo>
                  <a:lnTo>
                    <a:pt x="3616836" y="221021"/>
                  </a:lnTo>
                  <a:lnTo>
                    <a:pt x="3633977" y="204971"/>
                  </a:lnTo>
                  <a:lnTo>
                    <a:pt x="3651119" y="101722"/>
                  </a:lnTo>
                  <a:lnTo>
                    <a:pt x="3668260" y="122712"/>
                  </a:lnTo>
                  <a:lnTo>
                    <a:pt x="3685402" y="226280"/>
                  </a:lnTo>
                  <a:lnTo>
                    <a:pt x="3702543" y="391927"/>
                  </a:lnTo>
                  <a:lnTo>
                    <a:pt x="3719684" y="723218"/>
                  </a:lnTo>
                  <a:lnTo>
                    <a:pt x="3736826" y="999590"/>
                  </a:lnTo>
                  <a:lnTo>
                    <a:pt x="3753967" y="1160084"/>
                  </a:lnTo>
                  <a:lnTo>
                    <a:pt x="3771109" y="1242261"/>
                  </a:lnTo>
                  <a:lnTo>
                    <a:pt x="3788250" y="1259048"/>
                  </a:lnTo>
                  <a:lnTo>
                    <a:pt x="3805391" y="1260053"/>
                  </a:lnTo>
                  <a:lnTo>
                    <a:pt x="3822533" y="1114129"/>
                  </a:lnTo>
                  <a:lnTo>
                    <a:pt x="3839674" y="1176108"/>
                  </a:lnTo>
                  <a:lnTo>
                    <a:pt x="3856816" y="1442754"/>
                  </a:lnTo>
                  <a:lnTo>
                    <a:pt x="3873957" y="1607438"/>
                  </a:lnTo>
                  <a:lnTo>
                    <a:pt x="3891098" y="1621361"/>
                  </a:lnTo>
                  <a:lnTo>
                    <a:pt x="3908240" y="1787304"/>
                  </a:lnTo>
                  <a:lnTo>
                    <a:pt x="3925381" y="1991859"/>
                  </a:lnTo>
                  <a:lnTo>
                    <a:pt x="3942523" y="1992018"/>
                  </a:lnTo>
                  <a:lnTo>
                    <a:pt x="3959664" y="1961910"/>
                  </a:lnTo>
                  <a:lnTo>
                    <a:pt x="3976805" y="2049077"/>
                  </a:lnTo>
                  <a:lnTo>
                    <a:pt x="3993947" y="2262828"/>
                  </a:lnTo>
                  <a:lnTo>
                    <a:pt x="4011088" y="2307495"/>
                  </a:lnTo>
                  <a:lnTo>
                    <a:pt x="4028230" y="2301788"/>
                  </a:lnTo>
                  <a:lnTo>
                    <a:pt x="4045371" y="2360561"/>
                  </a:lnTo>
                  <a:lnTo>
                    <a:pt x="4062512" y="2418460"/>
                  </a:lnTo>
                  <a:lnTo>
                    <a:pt x="4079654" y="2399228"/>
                  </a:lnTo>
                  <a:lnTo>
                    <a:pt x="4096795" y="2387590"/>
                  </a:lnTo>
                  <a:lnTo>
                    <a:pt x="4113937" y="2366823"/>
                  </a:lnTo>
                  <a:lnTo>
                    <a:pt x="4131078" y="2322938"/>
                  </a:lnTo>
                  <a:lnTo>
                    <a:pt x="4148219" y="2278203"/>
                  </a:lnTo>
                  <a:lnTo>
                    <a:pt x="4165361" y="2258954"/>
                  </a:lnTo>
                  <a:lnTo>
                    <a:pt x="4182502" y="2315874"/>
                  </a:lnTo>
                  <a:lnTo>
                    <a:pt x="4199644" y="2312176"/>
                  </a:lnTo>
                  <a:lnTo>
                    <a:pt x="4216785" y="2300555"/>
                  </a:lnTo>
                  <a:lnTo>
                    <a:pt x="4233926" y="2280952"/>
                  </a:lnTo>
                  <a:lnTo>
                    <a:pt x="4251068" y="2179412"/>
                  </a:lnTo>
                  <a:lnTo>
                    <a:pt x="4268209" y="2009038"/>
                  </a:lnTo>
                  <a:lnTo>
                    <a:pt x="4285351" y="1918238"/>
                  </a:lnTo>
                  <a:lnTo>
                    <a:pt x="4302492" y="1971405"/>
                  </a:lnTo>
                  <a:lnTo>
                    <a:pt x="4319633" y="2131024"/>
                  </a:lnTo>
                  <a:lnTo>
                    <a:pt x="4336775" y="2285429"/>
                  </a:lnTo>
                  <a:lnTo>
                    <a:pt x="4353916" y="2510224"/>
                  </a:lnTo>
                  <a:lnTo>
                    <a:pt x="4371058" y="2715262"/>
                  </a:lnTo>
                  <a:lnTo>
                    <a:pt x="4388199" y="2725873"/>
                  </a:lnTo>
                  <a:lnTo>
                    <a:pt x="4405341" y="2577393"/>
                  </a:lnTo>
                  <a:lnTo>
                    <a:pt x="4422482" y="2316819"/>
                  </a:lnTo>
                  <a:lnTo>
                    <a:pt x="4439623" y="2125868"/>
                  </a:lnTo>
                  <a:lnTo>
                    <a:pt x="4456765" y="1974602"/>
                  </a:lnTo>
                  <a:lnTo>
                    <a:pt x="4473906" y="1983040"/>
                  </a:lnTo>
                  <a:lnTo>
                    <a:pt x="4491048" y="2081385"/>
                  </a:lnTo>
                  <a:lnTo>
                    <a:pt x="4508189" y="2176974"/>
                  </a:lnTo>
                  <a:lnTo>
                    <a:pt x="4525330" y="2336699"/>
                  </a:lnTo>
                  <a:lnTo>
                    <a:pt x="4542472" y="2398543"/>
                  </a:lnTo>
                  <a:lnTo>
                    <a:pt x="4559613" y="2385065"/>
                  </a:lnTo>
                  <a:lnTo>
                    <a:pt x="4576755" y="2222056"/>
                  </a:lnTo>
                  <a:lnTo>
                    <a:pt x="4593896" y="2032354"/>
                  </a:lnTo>
                  <a:lnTo>
                    <a:pt x="4611037" y="1910904"/>
                  </a:lnTo>
                  <a:lnTo>
                    <a:pt x="4628179" y="1687666"/>
                  </a:lnTo>
                  <a:lnTo>
                    <a:pt x="4645320" y="1559828"/>
                  </a:lnTo>
                  <a:lnTo>
                    <a:pt x="4662462" y="1529683"/>
                  </a:lnTo>
                  <a:lnTo>
                    <a:pt x="4679603" y="1539624"/>
                  </a:lnTo>
                  <a:lnTo>
                    <a:pt x="4696744" y="1614611"/>
                  </a:lnTo>
                  <a:lnTo>
                    <a:pt x="4713886" y="1749558"/>
                  </a:lnTo>
                  <a:lnTo>
                    <a:pt x="4731027" y="1998433"/>
                  </a:lnTo>
                  <a:lnTo>
                    <a:pt x="4748169" y="2043561"/>
                  </a:lnTo>
                  <a:lnTo>
                    <a:pt x="4765310" y="1963452"/>
                  </a:lnTo>
                  <a:lnTo>
                    <a:pt x="4782451" y="1846714"/>
                  </a:lnTo>
                  <a:lnTo>
                    <a:pt x="4799593" y="1639938"/>
                  </a:lnTo>
                  <a:lnTo>
                    <a:pt x="4816734" y="1362752"/>
                  </a:lnTo>
                  <a:lnTo>
                    <a:pt x="4833876" y="1095154"/>
                  </a:lnTo>
                  <a:lnTo>
                    <a:pt x="4851017" y="975294"/>
                  </a:lnTo>
                  <a:lnTo>
                    <a:pt x="4868158" y="949065"/>
                  </a:lnTo>
                  <a:lnTo>
                    <a:pt x="4885300" y="954361"/>
                  </a:lnTo>
                  <a:lnTo>
                    <a:pt x="4902441" y="1042870"/>
                  </a:lnTo>
                  <a:lnTo>
                    <a:pt x="4919583" y="1031137"/>
                  </a:lnTo>
                  <a:lnTo>
                    <a:pt x="4936724" y="1019056"/>
                  </a:lnTo>
                  <a:lnTo>
                    <a:pt x="4953865" y="1105254"/>
                  </a:lnTo>
                  <a:lnTo>
                    <a:pt x="4971007" y="1257474"/>
                  </a:lnTo>
                  <a:lnTo>
                    <a:pt x="4988148" y="1525825"/>
                  </a:lnTo>
                  <a:lnTo>
                    <a:pt x="5005290" y="1711809"/>
                  </a:lnTo>
                  <a:lnTo>
                    <a:pt x="5022431" y="1881215"/>
                  </a:lnTo>
                  <a:lnTo>
                    <a:pt x="5039572" y="1924535"/>
                  </a:lnTo>
                  <a:lnTo>
                    <a:pt x="5056714" y="1829963"/>
                  </a:lnTo>
                  <a:lnTo>
                    <a:pt x="5073855" y="1651508"/>
                  </a:lnTo>
                  <a:lnTo>
                    <a:pt x="5090997" y="1269899"/>
                  </a:lnTo>
                  <a:lnTo>
                    <a:pt x="5108138" y="909421"/>
                  </a:lnTo>
                  <a:lnTo>
                    <a:pt x="5125280" y="703730"/>
                  </a:lnTo>
                  <a:lnTo>
                    <a:pt x="5142421" y="572947"/>
                  </a:lnTo>
                  <a:lnTo>
                    <a:pt x="5159562" y="527238"/>
                  </a:lnTo>
                  <a:lnTo>
                    <a:pt x="5176704" y="433649"/>
                  </a:lnTo>
                  <a:lnTo>
                    <a:pt x="5193845" y="390068"/>
                  </a:lnTo>
                  <a:lnTo>
                    <a:pt x="5210987" y="366448"/>
                  </a:lnTo>
                  <a:lnTo>
                    <a:pt x="5228128" y="336829"/>
                  </a:lnTo>
                  <a:lnTo>
                    <a:pt x="5245269" y="274117"/>
                  </a:lnTo>
                  <a:lnTo>
                    <a:pt x="5262411" y="174633"/>
                  </a:lnTo>
                  <a:lnTo>
                    <a:pt x="5279552" y="166889"/>
                  </a:lnTo>
                  <a:lnTo>
                    <a:pt x="5296694" y="195024"/>
                  </a:lnTo>
                  <a:lnTo>
                    <a:pt x="5313835" y="231171"/>
                  </a:lnTo>
                  <a:lnTo>
                    <a:pt x="5330976" y="199658"/>
                  </a:lnTo>
                  <a:lnTo>
                    <a:pt x="5348118" y="324362"/>
                  </a:lnTo>
                  <a:lnTo>
                    <a:pt x="5365259" y="480633"/>
                  </a:lnTo>
                  <a:lnTo>
                    <a:pt x="5382401" y="630874"/>
                  </a:lnTo>
                  <a:lnTo>
                    <a:pt x="5399542" y="831480"/>
                  </a:lnTo>
                  <a:lnTo>
                    <a:pt x="5416683" y="1021946"/>
                  </a:lnTo>
                  <a:lnTo>
                    <a:pt x="5433825" y="1301425"/>
                  </a:lnTo>
                  <a:lnTo>
                    <a:pt x="5450966" y="1423620"/>
                  </a:lnTo>
                  <a:lnTo>
                    <a:pt x="5468108" y="1469410"/>
                  </a:lnTo>
                  <a:lnTo>
                    <a:pt x="5485249" y="1398887"/>
                  </a:lnTo>
                  <a:lnTo>
                    <a:pt x="5502390" y="1226681"/>
                  </a:lnTo>
                  <a:lnTo>
                    <a:pt x="5519532" y="1175745"/>
                  </a:lnTo>
                  <a:lnTo>
                    <a:pt x="5536673" y="1103581"/>
                  </a:lnTo>
                  <a:lnTo>
                    <a:pt x="5553815" y="1056543"/>
                  </a:lnTo>
                  <a:lnTo>
                    <a:pt x="5570956" y="1168195"/>
                  </a:lnTo>
                  <a:lnTo>
                    <a:pt x="5588097" y="1232659"/>
                  </a:lnTo>
                  <a:lnTo>
                    <a:pt x="5605239" y="1328101"/>
                  </a:lnTo>
                  <a:lnTo>
                    <a:pt x="5622380" y="1306253"/>
                  </a:lnTo>
                  <a:lnTo>
                    <a:pt x="5639522" y="1228542"/>
                  </a:lnTo>
                  <a:lnTo>
                    <a:pt x="5656663" y="1192924"/>
                  </a:lnTo>
                  <a:lnTo>
                    <a:pt x="5673804" y="1201547"/>
                  </a:lnTo>
                  <a:lnTo>
                    <a:pt x="5690946" y="1380936"/>
                  </a:lnTo>
                  <a:lnTo>
                    <a:pt x="5708087" y="1534651"/>
                  </a:lnTo>
                  <a:lnTo>
                    <a:pt x="5725229" y="1675899"/>
                  </a:lnTo>
                  <a:lnTo>
                    <a:pt x="5742370" y="1885228"/>
                  </a:lnTo>
                  <a:lnTo>
                    <a:pt x="5759511" y="2123899"/>
                  </a:lnTo>
                  <a:lnTo>
                    <a:pt x="5776653" y="2285964"/>
                  </a:lnTo>
                  <a:lnTo>
                    <a:pt x="5793794" y="2301411"/>
                  </a:lnTo>
                  <a:lnTo>
                    <a:pt x="5810936" y="2306393"/>
                  </a:lnTo>
                  <a:lnTo>
                    <a:pt x="5828077" y="2386114"/>
                  </a:lnTo>
                  <a:lnTo>
                    <a:pt x="5845219" y="2310406"/>
                  </a:lnTo>
                  <a:lnTo>
                    <a:pt x="5862360" y="2165080"/>
                  </a:lnTo>
                  <a:lnTo>
                    <a:pt x="5879501" y="1986000"/>
                  </a:lnTo>
                  <a:lnTo>
                    <a:pt x="5896643" y="1936619"/>
                  </a:lnTo>
                  <a:lnTo>
                    <a:pt x="5913784" y="1935497"/>
                  </a:lnTo>
                  <a:lnTo>
                    <a:pt x="5930926" y="1880007"/>
                  </a:lnTo>
                  <a:lnTo>
                    <a:pt x="5948067" y="1995960"/>
                  </a:lnTo>
                  <a:lnTo>
                    <a:pt x="5965208" y="2257047"/>
                  </a:lnTo>
                  <a:lnTo>
                    <a:pt x="5982350" y="2562972"/>
                  </a:lnTo>
                  <a:lnTo>
                    <a:pt x="5999491" y="2680515"/>
                  </a:lnTo>
                  <a:lnTo>
                    <a:pt x="6016633" y="2792790"/>
                  </a:lnTo>
                  <a:lnTo>
                    <a:pt x="6033774" y="2809777"/>
                  </a:lnTo>
                  <a:lnTo>
                    <a:pt x="6050915" y="2895493"/>
                  </a:lnTo>
                  <a:lnTo>
                    <a:pt x="6068057" y="2847690"/>
                  </a:lnTo>
                  <a:lnTo>
                    <a:pt x="6085198" y="2675420"/>
                  </a:lnTo>
                  <a:lnTo>
                    <a:pt x="6102340" y="2602520"/>
                  </a:lnTo>
                  <a:lnTo>
                    <a:pt x="6119481" y="2565748"/>
                  </a:lnTo>
                  <a:lnTo>
                    <a:pt x="6136622" y="2549893"/>
                  </a:lnTo>
                  <a:lnTo>
                    <a:pt x="6153764" y="2364359"/>
                  </a:lnTo>
                  <a:lnTo>
                    <a:pt x="6170905" y="2114310"/>
                  </a:lnTo>
                  <a:lnTo>
                    <a:pt x="6188047" y="2002524"/>
                  </a:lnTo>
                  <a:lnTo>
                    <a:pt x="6205188" y="1983186"/>
                  </a:lnTo>
                  <a:lnTo>
                    <a:pt x="6222329" y="1905681"/>
                  </a:lnTo>
                  <a:lnTo>
                    <a:pt x="6239471" y="1874308"/>
                  </a:lnTo>
                  <a:lnTo>
                    <a:pt x="6256612" y="1960588"/>
                  </a:lnTo>
                  <a:lnTo>
                    <a:pt x="6273754" y="2116952"/>
                  </a:lnTo>
                  <a:lnTo>
                    <a:pt x="6290895" y="2217751"/>
                  </a:lnTo>
                  <a:lnTo>
                    <a:pt x="6308036" y="2273535"/>
                  </a:lnTo>
                  <a:lnTo>
                    <a:pt x="6325178" y="2339630"/>
                  </a:lnTo>
                  <a:lnTo>
                    <a:pt x="6342319" y="2409744"/>
                  </a:lnTo>
                  <a:lnTo>
                    <a:pt x="6359461" y="2480724"/>
                  </a:lnTo>
                  <a:lnTo>
                    <a:pt x="6376602" y="2555342"/>
                  </a:lnTo>
                  <a:lnTo>
                    <a:pt x="6393743" y="2608229"/>
                  </a:lnTo>
                  <a:lnTo>
                    <a:pt x="6410885" y="2666304"/>
                  </a:lnTo>
                  <a:lnTo>
                    <a:pt x="6428026" y="2782239"/>
                  </a:lnTo>
                  <a:lnTo>
                    <a:pt x="6445168" y="2911507"/>
                  </a:lnTo>
                  <a:lnTo>
                    <a:pt x="6462309" y="2944349"/>
                  </a:lnTo>
                  <a:lnTo>
                    <a:pt x="6479450" y="2986455"/>
                  </a:lnTo>
                  <a:lnTo>
                    <a:pt x="6479450" y="2986455"/>
                  </a:lnTo>
                  <a:lnTo>
                    <a:pt x="6496592" y="2986455"/>
                  </a:lnTo>
                  <a:lnTo>
                    <a:pt x="6513733" y="2957866"/>
                  </a:lnTo>
                  <a:lnTo>
                    <a:pt x="6530875" y="2829385"/>
                  </a:lnTo>
                  <a:lnTo>
                    <a:pt x="6548016" y="2737977"/>
                  </a:lnTo>
                  <a:lnTo>
                    <a:pt x="6565158" y="2752553"/>
                  </a:lnTo>
                  <a:lnTo>
                    <a:pt x="6582299" y="2761939"/>
                  </a:lnTo>
                  <a:lnTo>
                    <a:pt x="6599440" y="2770507"/>
                  </a:lnTo>
                  <a:lnTo>
                    <a:pt x="6616582" y="2847800"/>
                  </a:lnTo>
                  <a:lnTo>
                    <a:pt x="6633723" y="2953610"/>
                  </a:lnTo>
                  <a:lnTo>
                    <a:pt x="6650865" y="2986455"/>
                  </a:lnTo>
                  <a:lnTo>
                    <a:pt x="6650865" y="2986455"/>
                  </a:lnTo>
                  <a:lnTo>
                    <a:pt x="6668006" y="2964530"/>
                  </a:lnTo>
                  <a:lnTo>
                    <a:pt x="6685147" y="2932671"/>
                  </a:lnTo>
                  <a:lnTo>
                    <a:pt x="6702289" y="2920905"/>
                  </a:lnTo>
                  <a:lnTo>
                    <a:pt x="6719430" y="2788639"/>
                  </a:lnTo>
                  <a:lnTo>
                    <a:pt x="6736572" y="2739885"/>
                  </a:lnTo>
                  <a:lnTo>
                    <a:pt x="6753713" y="2839091"/>
                  </a:lnTo>
                  <a:lnTo>
                    <a:pt x="6770854" y="2895205"/>
                  </a:lnTo>
                  <a:lnTo>
                    <a:pt x="6787996" y="2921560"/>
                  </a:lnTo>
                  <a:lnTo>
                    <a:pt x="6805137" y="2931252"/>
                  </a:lnTo>
                  <a:lnTo>
                    <a:pt x="6822279" y="2986455"/>
                  </a:lnTo>
                  <a:lnTo>
                    <a:pt x="6822279" y="2986455"/>
                  </a:lnTo>
                  <a:lnTo>
                    <a:pt x="6839420" y="2986455"/>
                  </a:lnTo>
                  <a:lnTo>
                    <a:pt x="6856561" y="2879666"/>
                  </a:lnTo>
                  <a:lnTo>
                    <a:pt x="6873703" y="2770126"/>
                  </a:lnTo>
                  <a:lnTo>
                    <a:pt x="6890844" y="2708644"/>
                  </a:lnTo>
                  <a:lnTo>
                    <a:pt x="6907986" y="2718685"/>
                  </a:lnTo>
                  <a:lnTo>
                    <a:pt x="6925127" y="2743519"/>
                  </a:lnTo>
                  <a:lnTo>
                    <a:pt x="6942268" y="2745561"/>
                  </a:lnTo>
                  <a:lnTo>
                    <a:pt x="6959410" y="2777150"/>
                  </a:lnTo>
                  <a:lnTo>
                    <a:pt x="6976551" y="2813155"/>
                  </a:lnTo>
                  <a:lnTo>
                    <a:pt x="6993693" y="2768796"/>
                  </a:lnTo>
                  <a:lnTo>
                    <a:pt x="7010834" y="2598422"/>
                  </a:lnTo>
                  <a:lnTo>
                    <a:pt x="7027975" y="2586107"/>
                  </a:lnTo>
                  <a:lnTo>
                    <a:pt x="7045117" y="2669911"/>
                  </a:lnTo>
                  <a:lnTo>
                    <a:pt x="7062258" y="2681784"/>
                  </a:lnTo>
                  <a:lnTo>
                    <a:pt x="7079400" y="2714064"/>
                  </a:lnTo>
                  <a:lnTo>
                    <a:pt x="7096541" y="2751360"/>
                  </a:lnTo>
                  <a:lnTo>
                    <a:pt x="7113682" y="2801503"/>
                  </a:lnTo>
                  <a:lnTo>
                    <a:pt x="7130824" y="2729171"/>
                  </a:lnTo>
                  <a:lnTo>
                    <a:pt x="7147965" y="2555104"/>
                  </a:lnTo>
                  <a:lnTo>
                    <a:pt x="7165107" y="2409202"/>
                  </a:lnTo>
                  <a:lnTo>
                    <a:pt x="7182248" y="2283520"/>
                  </a:lnTo>
                  <a:lnTo>
                    <a:pt x="7199389" y="2256450"/>
                  </a:lnTo>
                  <a:lnTo>
                    <a:pt x="7216531" y="2287419"/>
                  </a:lnTo>
                  <a:lnTo>
                    <a:pt x="7233672" y="2279570"/>
                  </a:lnTo>
                  <a:lnTo>
                    <a:pt x="7250814" y="2338204"/>
                  </a:lnTo>
                  <a:lnTo>
                    <a:pt x="7267955" y="2409442"/>
                  </a:lnTo>
                  <a:lnTo>
                    <a:pt x="7285097" y="2494443"/>
                  </a:lnTo>
                  <a:lnTo>
                    <a:pt x="7302238" y="2559161"/>
                  </a:lnTo>
                  <a:lnTo>
                    <a:pt x="7319379" y="2618519"/>
                  </a:lnTo>
                  <a:lnTo>
                    <a:pt x="7336521" y="2636563"/>
                  </a:lnTo>
                  <a:lnTo>
                    <a:pt x="7353662" y="2597000"/>
                  </a:lnTo>
                  <a:lnTo>
                    <a:pt x="7370804" y="2624930"/>
                  </a:lnTo>
                  <a:lnTo>
                    <a:pt x="7387945" y="2653757"/>
                  </a:lnTo>
                  <a:lnTo>
                    <a:pt x="7405086" y="2649120"/>
                  </a:lnTo>
                  <a:lnTo>
                    <a:pt x="7422228" y="2560909"/>
                  </a:lnTo>
                  <a:lnTo>
                    <a:pt x="7439369" y="2609420"/>
                  </a:lnTo>
                  <a:lnTo>
                    <a:pt x="7456511" y="2640751"/>
                  </a:lnTo>
                  <a:lnTo>
                    <a:pt x="7473652" y="2672566"/>
                  </a:lnTo>
                  <a:lnTo>
                    <a:pt x="7490793" y="2736438"/>
                  </a:lnTo>
                  <a:lnTo>
                    <a:pt x="7507935" y="2795034"/>
                  </a:lnTo>
                  <a:lnTo>
                    <a:pt x="7525076" y="2910750"/>
                  </a:lnTo>
                  <a:lnTo>
                    <a:pt x="7542218" y="2986455"/>
                  </a:lnTo>
                  <a:lnTo>
                    <a:pt x="7542218" y="2986455"/>
                  </a:lnTo>
                  <a:lnTo>
                    <a:pt x="7559359" y="2986455"/>
                  </a:lnTo>
                  <a:lnTo>
                    <a:pt x="7576500" y="2986455"/>
                  </a:lnTo>
                  <a:lnTo>
                    <a:pt x="7593642" y="2986455"/>
                  </a:lnTo>
                  <a:lnTo>
                    <a:pt x="7610783" y="2986455"/>
                  </a:lnTo>
                  <a:lnTo>
                    <a:pt x="7627925" y="2986455"/>
                  </a:lnTo>
                  <a:lnTo>
                    <a:pt x="7645066" y="2986455"/>
                  </a:lnTo>
                  <a:lnTo>
                    <a:pt x="7662207" y="2986455"/>
                  </a:lnTo>
                  <a:lnTo>
                    <a:pt x="7679349" y="2843444"/>
                  </a:lnTo>
                  <a:lnTo>
                    <a:pt x="7696490" y="2629532"/>
                  </a:lnTo>
                  <a:lnTo>
                    <a:pt x="7713632" y="2515411"/>
                  </a:lnTo>
                  <a:lnTo>
                    <a:pt x="7730773" y="2480616"/>
                  </a:lnTo>
                  <a:lnTo>
                    <a:pt x="7747914" y="2458090"/>
                  </a:lnTo>
                  <a:lnTo>
                    <a:pt x="7765056" y="2401414"/>
                  </a:lnTo>
                  <a:lnTo>
                    <a:pt x="7782197" y="2671303"/>
                  </a:lnTo>
                  <a:lnTo>
                    <a:pt x="7799339" y="2986455"/>
                  </a:lnTo>
                  <a:lnTo>
                    <a:pt x="7799339" y="2986455"/>
                  </a:lnTo>
                  <a:lnTo>
                    <a:pt x="7816480" y="2986455"/>
                  </a:lnTo>
                  <a:lnTo>
                    <a:pt x="7833621" y="2986455"/>
                  </a:lnTo>
                  <a:lnTo>
                    <a:pt x="7850763" y="2868779"/>
                  </a:lnTo>
                  <a:lnTo>
                    <a:pt x="7867904" y="2783867"/>
                  </a:lnTo>
                  <a:lnTo>
                    <a:pt x="7885046" y="2560601"/>
                  </a:lnTo>
                  <a:lnTo>
                    <a:pt x="7902187" y="2226397"/>
                  </a:lnTo>
                  <a:lnTo>
                    <a:pt x="7919328" y="2115143"/>
                  </a:lnTo>
                  <a:lnTo>
                    <a:pt x="7936470" y="2099532"/>
                  </a:lnTo>
                  <a:lnTo>
                    <a:pt x="7953611" y="2277022"/>
                  </a:lnTo>
                  <a:lnTo>
                    <a:pt x="7970753" y="2380036"/>
                  </a:lnTo>
                  <a:lnTo>
                    <a:pt x="7987894" y="2396636"/>
                  </a:lnTo>
                  <a:lnTo>
                    <a:pt x="8005036" y="2522827"/>
                  </a:lnTo>
                  <a:lnTo>
                    <a:pt x="8022177" y="2615459"/>
                  </a:lnTo>
                  <a:lnTo>
                    <a:pt x="8039318" y="2705170"/>
                  </a:lnTo>
                  <a:lnTo>
                    <a:pt x="8056460" y="2701196"/>
                  </a:lnTo>
                  <a:lnTo>
                    <a:pt x="8073601" y="2791178"/>
                  </a:lnTo>
                  <a:lnTo>
                    <a:pt x="8090743" y="2863761"/>
                  </a:lnTo>
                  <a:lnTo>
                    <a:pt x="8107884" y="2868824"/>
                  </a:lnTo>
                  <a:lnTo>
                    <a:pt x="8125025" y="2844573"/>
                  </a:lnTo>
                  <a:lnTo>
                    <a:pt x="8142167" y="2935852"/>
                  </a:lnTo>
                  <a:lnTo>
                    <a:pt x="8159308" y="2970484"/>
                  </a:lnTo>
                  <a:lnTo>
                    <a:pt x="8176450" y="2923972"/>
                  </a:lnTo>
                  <a:lnTo>
                    <a:pt x="8193591" y="2891395"/>
                  </a:lnTo>
                  <a:lnTo>
                    <a:pt x="8210732" y="2902004"/>
                  </a:lnTo>
                  <a:lnTo>
                    <a:pt x="8227874" y="2986455"/>
                  </a:lnTo>
                  <a:lnTo>
                    <a:pt x="8227874" y="2986455"/>
                  </a:lnTo>
                  <a:lnTo>
                    <a:pt x="8245015" y="2927789"/>
                  </a:lnTo>
                  <a:lnTo>
                    <a:pt x="8262157" y="2769598"/>
                  </a:lnTo>
                  <a:lnTo>
                    <a:pt x="8279298" y="2649485"/>
                  </a:lnTo>
                  <a:lnTo>
                    <a:pt x="8296439" y="2613124"/>
                  </a:lnTo>
                  <a:lnTo>
                    <a:pt x="8313581" y="2638738"/>
                  </a:lnTo>
                  <a:lnTo>
                    <a:pt x="8330722" y="2641994"/>
                  </a:lnTo>
                  <a:lnTo>
                    <a:pt x="8347864" y="2623375"/>
                  </a:lnTo>
                  <a:lnTo>
                    <a:pt x="8365005" y="2634791"/>
                  </a:lnTo>
                  <a:lnTo>
                    <a:pt x="8382146" y="2698582"/>
                  </a:lnTo>
                  <a:lnTo>
                    <a:pt x="8399288" y="2657743"/>
                  </a:lnTo>
                  <a:lnTo>
                    <a:pt x="8416429" y="2519554"/>
                  </a:lnTo>
                  <a:lnTo>
                    <a:pt x="8433571" y="2469372"/>
                  </a:lnTo>
                  <a:lnTo>
                    <a:pt x="8450712" y="2613005"/>
                  </a:lnTo>
                  <a:lnTo>
                    <a:pt x="8467853" y="2729285"/>
                  </a:lnTo>
                  <a:lnTo>
                    <a:pt x="8484995" y="2773887"/>
                  </a:lnTo>
                  <a:lnTo>
                    <a:pt x="8502136" y="2796229"/>
                  </a:lnTo>
                  <a:lnTo>
                    <a:pt x="8519278" y="2870069"/>
                  </a:lnTo>
                  <a:lnTo>
                    <a:pt x="8536419" y="2842253"/>
                  </a:lnTo>
                  <a:lnTo>
                    <a:pt x="8553560" y="2671656"/>
                  </a:lnTo>
                  <a:lnTo>
                    <a:pt x="8553560" y="267165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36419" y="0"/>
                  </a:lnTo>
                  <a:lnTo>
                    <a:pt x="8519278" y="0"/>
                  </a:lnTo>
                  <a:lnTo>
                    <a:pt x="8502136" y="0"/>
                  </a:lnTo>
                  <a:lnTo>
                    <a:pt x="8484995" y="0"/>
                  </a:lnTo>
                  <a:lnTo>
                    <a:pt x="8467853" y="0"/>
                  </a:lnTo>
                  <a:lnTo>
                    <a:pt x="8450712" y="0"/>
                  </a:lnTo>
                  <a:lnTo>
                    <a:pt x="8433571" y="0"/>
                  </a:lnTo>
                  <a:lnTo>
                    <a:pt x="8416429" y="0"/>
                  </a:lnTo>
                  <a:lnTo>
                    <a:pt x="8399288" y="0"/>
                  </a:lnTo>
                  <a:lnTo>
                    <a:pt x="8382146" y="0"/>
                  </a:lnTo>
                  <a:lnTo>
                    <a:pt x="8365005" y="0"/>
                  </a:lnTo>
                  <a:lnTo>
                    <a:pt x="8347864" y="0"/>
                  </a:lnTo>
                  <a:lnTo>
                    <a:pt x="8330722" y="0"/>
                  </a:lnTo>
                  <a:lnTo>
                    <a:pt x="8313581" y="0"/>
                  </a:lnTo>
                  <a:lnTo>
                    <a:pt x="8296439" y="0"/>
                  </a:lnTo>
                  <a:lnTo>
                    <a:pt x="8279298" y="0"/>
                  </a:lnTo>
                  <a:lnTo>
                    <a:pt x="8262157" y="0"/>
                  </a:lnTo>
                  <a:lnTo>
                    <a:pt x="8245015" y="0"/>
                  </a:lnTo>
                  <a:lnTo>
                    <a:pt x="8227874" y="0"/>
                  </a:lnTo>
                  <a:lnTo>
                    <a:pt x="8210732" y="0"/>
                  </a:lnTo>
                  <a:lnTo>
                    <a:pt x="8193591" y="0"/>
                  </a:lnTo>
                  <a:lnTo>
                    <a:pt x="8176450" y="0"/>
                  </a:lnTo>
                  <a:lnTo>
                    <a:pt x="8159308" y="0"/>
                  </a:lnTo>
                  <a:lnTo>
                    <a:pt x="8142167" y="0"/>
                  </a:lnTo>
                  <a:lnTo>
                    <a:pt x="8125025" y="0"/>
                  </a:lnTo>
                  <a:lnTo>
                    <a:pt x="8107884" y="0"/>
                  </a:lnTo>
                  <a:lnTo>
                    <a:pt x="8090743" y="0"/>
                  </a:lnTo>
                  <a:lnTo>
                    <a:pt x="8073601" y="0"/>
                  </a:lnTo>
                  <a:lnTo>
                    <a:pt x="8056460" y="0"/>
                  </a:lnTo>
                  <a:lnTo>
                    <a:pt x="8039318" y="0"/>
                  </a:lnTo>
                  <a:lnTo>
                    <a:pt x="8022177" y="0"/>
                  </a:lnTo>
                  <a:lnTo>
                    <a:pt x="8005036" y="0"/>
                  </a:lnTo>
                  <a:lnTo>
                    <a:pt x="7987894" y="0"/>
                  </a:lnTo>
                  <a:lnTo>
                    <a:pt x="7970753" y="0"/>
                  </a:lnTo>
                  <a:lnTo>
                    <a:pt x="7953611" y="0"/>
                  </a:lnTo>
                  <a:lnTo>
                    <a:pt x="7936470" y="0"/>
                  </a:lnTo>
                  <a:lnTo>
                    <a:pt x="7919328" y="0"/>
                  </a:lnTo>
                  <a:lnTo>
                    <a:pt x="7902187" y="0"/>
                  </a:lnTo>
                  <a:lnTo>
                    <a:pt x="7885046" y="0"/>
                  </a:lnTo>
                  <a:lnTo>
                    <a:pt x="7867904" y="0"/>
                  </a:lnTo>
                  <a:lnTo>
                    <a:pt x="7850763" y="0"/>
                  </a:lnTo>
                  <a:lnTo>
                    <a:pt x="7833621" y="0"/>
                  </a:lnTo>
                  <a:lnTo>
                    <a:pt x="7816480" y="0"/>
                  </a:lnTo>
                  <a:lnTo>
                    <a:pt x="7799339" y="0"/>
                  </a:lnTo>
                  <a:lnTo>
                    <a:pt x="7782197" y="0"/>
                  </a:lnTo>
                  <a:lnTo>
                    <a:pt x="7765056" y="0"/>
                  </a:lnTo>
                  <a:lnTo>
                    <a:pt x="7747914" y="0"/>
                  </a:lnTo>
                  <a:lnTo>
                    <a:pt x="7730773" y="0"/>
                  </a:lnTo>
                  <a:lnTo>
                    <a:pt x="7713632" y="0"/>
                  </a:lnTo>
                  <a:lnTo>
                    <a:pt x="7696490" y="0"/>
                  </a:lnTo>
                  <a:lnTo>
                    <a:pt x="7679349" y="0"/>
                  </a:lnTo>
                  <a:lnTo>
                    <a:pt x="7662207" y="0"/>
                  </a:lnTo>
                  <a:lnTo>
                    <a:pt x="7645066" y="0"/>
                  </a:lnTo>
                  <a:lnTo>
                    <a:pt x="7627925" y="0"/>
                  </a:lnTo>
                  <a:lnTo>
                    <a:pt x="7610783" y="0"/>
                  </a:lnTo>
                  <a:lnTo>
                    <a:pt x="7593642" y="0"/>
                  </a:lnTo>
                  <a:lnTo>
                    <a:pt x="7576500" y="0"/>
                  </a:lnTo>
                  <a:lnTo>
                    <a:pt x="7559359" y="0"/>
                  </a:lnTo>
                  <a:lnTo>
                    <a:pt x="7542218" y="0"/>
                  </a:lnTo>
                  <a:lnTo>
                    <a:pt x="7525076" y="0"/>
                  </a:lnTo>
                  <a:lnTo>
                    <a:pt x="7507935" y="0"/>
                  </a:lnTo>
                  <a:lnTo>
                    <a:pt x="7490793" y="0"/>
                  </a:lnTo>
                  <a:lnTo>
                    <a:pt x="7473652" y="0"/>
                  </a:lnTo>
                  <a:lnTo>
                    <a:pt x="7456511" y="0"/>
                  </a:lnTo>
                  <a:lnTo>
                    <a:pt x="7439369" y="0"/>
                  </a:lnTo>
                  <a:lnTo>
                    <a:pt x="7422228" y="0"/>
                  </a:lnTo>
                  <a:lnTo>
                    <a:pt x="7405086" y="0"/>
                  </a:lnTo>
                  <a:lnTo>
                    <a:pt x="7387945" y="0"/>
                  </a:lnTo>
                  <a:lnTo>
                    <a:pt x="7370804" y="0"/>
                  </a:lnTo>
                  <a:lnTo>
                    <a:pt x="7353662" y="0"/>
                  </a:lnTo>
                  <a:lnTo>
                    <a:pt x="7336521" y="0"/>
                  </a:lnTo>
                  <a:lnTo>
                    <a:pt x="7319379" y="0"/>
                  </a:lnTo>
                  <a:lnTo>
                    <a:pt x="7302238" y="0"/>
                  </a:lnTo>
                  <a:lnTo>
                    <a:pt x="7285097" y="0"/>
                  </a:lnTo>
                  <a:lnTo>
                    <a:pt x="7267955" y="0"/>
                  </a:lnTo>
                  <a:lnTo>
                    <a:pt x="7250814" y="0"/>
                  </a:lnTo>
                  <a:lnTo>
                    <a:pt x="7233672" y="0"/>
                  </a:lnTo>
                  <a:lnTo>
                    <a:pt x="7216531" y="0"/>
                  </a:lnTo>
                  <a:lnTo>
                    <a:pt x="7199389" y="0"/>
                  </a:lnTo>
                  <a:lnTo>
                    <a:pt x="7182248" y="0"/>
                  </a:lnTo>
                  <a:lnTo>
                    <a:pt x="7165107" y="0"/>
                  </a:lnTo>
                  <a:lnTo>
                    <a:pt x="7147965" y="0"/>
                  </a:lnTo>
                  <a:lnTo>
                    <a:pt x="7130824" y="0"/>
                  </a:lnTo>
                  <a:lnTo>
                    <a:pt x="7113682" y="0"/>
                  </a:lnTo>
                  <a:lnTo>
                    <a:pt x="7096541" y="0"/>
                  </a:lnTo>
                  <a:lnTo>
                    <a:pt x="7079400" y="0"/>
                  </a:lnTo>
                  <a:lnTo>
                    <a:pt x="7062258" y="0"/>
                  </a:lnTo>
                  <a:lnTo>
                    <a:pt x="7045117" y="0"/>
                  </a:lnTo>
                  <a:lnTo>
                    <a:pt x="7027975" y="0"/>
                  </a:lnTo>
                  <a:lnTo>
                    <a:pt x="7010834" y="0"/>
                  </a:lnTo>
                  <a:lnTo>
                    <a:pt x="6993693" y="0"/>
                  </a:lnTo>
                  <a:lnTo>
                    <a:pt x="6976551" y="0"/>
                  </a:lnTo>
                  <a:lnTo>
                    <a:pt x="6959410" y="0"/>
                  </a:lnTo>
                  <a:lnTo>
                    <a:pt x="6942268" y="0"/>
                  </a:lnTo>
                  <a:lnTo>
                    <a:pt x="6925127" y="0"/>
                  </a:lnTo>
                  <a:lnTo>
                    <a:pt x="6907986" y="0"/>
                  </a:lnTo>
                  <a:lnTo>
                    <a:pt x="6890844" y="0"/>
                  </a:lnTo>
                  <a:lnTo>
                    <a:pt x="6873703" y="0"/>
                  </a:lnTo>
                  <a:lnTo>
                    <a:pt x="6856561" y="0"/>
                  </a:lnTo>
                  <a:lnTo>
                    <a:pt x="6839420" y="0"/>
                  </a:lnTo>
                  <a:lnTo>
                    <a:pt x="6822279" y="0"/>
                  </a:lnTo>
                  <a:lnTo>
                    <a:pt x="6805137" y="0"/>
                  </a:lnTo>
                  <a:lnTo>
                    <a:pt x="6787996" y="0"/>
                  </a:lnTo>
                  <a:lnTo>
                    <a:pt x="6770854" y="0"/>
                  </a:lnTo>
                  <a:lnTo>
                    <a:pt x="6753713" y="0"/>
                  </a:lnTo>
                  <a:lnTo>
                    <a:pt x="6736572" y="0"/>
                  </a:lnTo>
                  <a:lnTo>
                    <a:pt x="6719430" y="0"/>
                  </a:lnTo>
                  <a:lnTo>
                    <a:pt x="6702289" y="0"/>
                  </a:lnTo>
                  <a:lnTo>
                    <a:pt x="6685147" y="0"/>
                  </a:lnTo>
                  <a:lnTo>
                    <a:pt x="6668006" y="0"/>
                  </a:lnTo>
                  <a:lnTo>
                    <a:pt x="6650865" y="0"/>
                  </a:lnTo>
                  <a:lnTo>
                    <a:pt x="6633723" y="0"/>
                  </a:lnTo>
                  <a:lnTo>
                    <a:pt x="6616582" y="0"/>
                  </a:lnTo>
                  <a:lnTo>
                    <a:pt x="6599440" y="0"/>
                  </a:lnTo>
                  <a:lnTo>
                    <a:pt x="6582299" y="0"/>
                  </a:lnTo>
                  <a:lnTo>
                    <a:pt x="6565158" y="0"/>
                  </a:lnTo>
                  <a:lnTo>
                    <a:pt x="6548016" y="0"/>
                  </a:lnTo>
                  <a:lnTo>
                    <a:pt x="6530875" y="0"/>
                  </a:lnTo>
                  <a:lnTo>
                    <a:pt x="6513733" y="0"/>
                  </a:lnTo>
                  <a:lnTo>
                    <a:pt x="6496592" y="0"/>
                  </a:lnTo>
                  <a:lnTo>
                    <a:pt x="6479450" y="0"/>
                  </a:lnTo>
                  <a:lnTo>
                    <a:pt x="6462309" y="0"/>
                  </a:lnTo>
                  <a:lnTo>
                    <a:pt x="6445168" y="0"/>
                  </a:lnTo>
                  <a:lnTo>
                    <a:pt x="6428026" y="0"/>
                  </a:lnTo>
                  <a:lnTo>
                    <a:pt x="6410885" y="0"/>
                  </a:lnTo>
                  <a:lnTo>
                    <a:pt x="6393743" y="0"/>
                  </a:lnTo>
                  <a:lnTo>
                    <a:pt x="6376602" y="0"/>
                  </a:lnTo>
                  <a:lnTo>
                    <a:pt x="6359461" y="0"/>
                  </a:lnTo>
                  <a:lnTo>
                    <a:pt x="6342319" y="0"/>
                  </a:lnTo>
                  <a:lnTo>
                    <a:pt x="6325178" y="0"/>
                  </a:lnTo>
                  <a:lnTo>
                    <a:pt x="6308036" y="0"/>
                  </a:lnTo>
                  <a:lnTo>
                    <a:pt x="6290895" y="0"/>
                  </a:lnTo>
                  <a:lnTo>
                    <a:pt x="6273754" y="0"/>
                  </a:lnTo>
                  <a:lnTo>
                    <a:pt x="6256612" y="0"/>
                  </a:lnTo>
                  <a:lnTo>
                    <a:pt x="6239471" y="0"/>
                  </a:lnTo>
                  <a:lnTo>
                    <a:pt x="6222329" y="0"/>
                  </a:lnTo>
                  <a:lnTo>
                    <a:pt x="6205188" y="0"/>
                  </a:lnTo>
                  <a:lnTo>
                    <a:pt x="6188047" y="0"/>
                  </a:lnTo>
                  <a:lnTo>
                    <a:pt x="6170905" y="0"/>
                  </a:lnTo>
                  <a:lnTo>
                    <a:pt x="6153764" y="0"/>
                  </a:lnTo>
                  <a:lnTo>
                    <a:pt x="6136622" y="0"/>
                  </a:lnTo>
                  <a:lnTo>
                    <a:pt x="6119481" y="0"/>
                  </a:lnTo>
                  <a:lnTo>
                    <a:pt x="6102340" y="0"/>
                  </a:lnTo>
                  <a:lnTo>
                    <a:pt x="6085198" y="0"/>
                  </a:lnTo>
                  <a:lnTo>
                    <a:pt x="6068057" y="0"/>
                  </a:lnTo>
                  <a:lnTo>
                    <a:pt x="6050915" y="0"/>
                  </a:lnTo>
                  <a:lnTo>
                    <a:pt x="6033774" y="0"/>
                  </a:lnTo>
                  <a:lnTo>
                    <a:pt x="6016633" y="0"/>
                  </a:lnTo>
                  <a:lnTo>
                    <a:pt x="5999491" y="0"/>
                  </a:lnTo>
                  <a:lnTo>
                    <a:pt x="5982350" y="0"/>
                  </a:lnTo>
                  <a:lnTo>
                    <a:pt x="5965208" y="0"/>
                  </a:lnTo>
                  <a:lnTo>
                    <a:pt x="5948067" y="0"/>
                  </a:lnTo>
                  <a:lnTo>
                    <a:pt x="5930926" y="0"/>
                  </a:lnTo>
                  <a:lnTo>
                    <a:pt x="5913784" y="0"/>
                  </a:lnTo>
                  <a:lnTo>
                    <a:pt x="5896643" y="0"/>
                  </a:lnTo>
                  <a:lnTo>
                    <a:pt x="5879501" y="0"/>
                  </a:lnTo>
                  <a:lnTo>
                    <a:pt x="5862360" y="0"/>
                  </a:lnTo>
                  <a:lnTo>
                    <a:pt x="5845219" y="0"/>
                  </a:lnTo>
                  <a:lnTo>
                    <a:pt x="5828077" y="0"/>
                  </a:lnTo>
                  <a:lnTo>
                    <a:pt x="5810936" y="0"/>
                  </a:lnTo>
                  <a:lnTo>
                    <a:pt x="5793794" y="0"/>
                  </a:lnTo>
                  <a:lnTo>
                    <a:pt x="5776653" y="0"/>
                  </a:lnTo>
                  <a:lnTo>
                    <a:pt x="5759511" y="0"/>
                  </a:lnTo>
                  <a:lnTo>
                    <a:pt x="5742370" y="0"/>
                  </a:lnTo>
                  <a:lnTo>
                    <a:pt x="5725229" y="0"/>
                  </a:lnTo>
                  <a:lnTo>
                    <a:pt x="5708087" y="0"/>
                  </a:lnTo>
                  <a:lnTo>
                    <a:pt x="5690946" y="0"/>
                  </a:lnTo>
                  <a:lnTo>
                    <a:pt x="5673804" y="0"/>
                  </a:lnTo>
                  <a:lnTo>
                    <a:pt x="5656663" y="0"/>
                  </a:lnTo>
                  <a:lnTo>
                    <a:pt x="5639522" y="0"/>
                  </a:lnTo>
                  <a:lnTo>
                    <a:pt x="5622380" y="0"/>
                  </a:lnTo>
                  <a:lnTo>
                    <a:pt x="5605239" y="0"/>
                  </a:lnTo>
                  <a:lnTo>
                    <a:pt x="5588097" y="0"/>
                  </a:lnTo>
                  <a:lnTo>
                    <a:pt x="5570956" y="0"/>
                  </a:lnTo>
                  <a:lnTo>
                    <a:pt x="5553815" y="0"/>
                  </a:lnTo>
                  <a:lnTo>
                    <a:pt x="5536673" y="0"/>
                  </a:lnTo>
                  <a:lnTo>
                    <a:pt x="5519532" y="0"/>
                  </a:lnTo>
                  <a:lnTo>
                    <a:pt x="5502390" y="0"/>
                  </a:lnTo>
                  <a:lnTo>
                    <a:pt x="5485249" y="0"/>
                  </a:lnTo>
                  <a:lnTo>
                    <a:pt x="5468108" y="0"/>
                  </a:lnTo>
                  <a:lnTo>
                    <a:pt x="5450966" y="0"/>
                  </a:lnTo>
                  <a:lnTo>
                    <a:pt x="5433825" y="0"/>
                  </a:lnTo>
                  <a:lnTo>
                    <a:pt x="5416683" y="0"/>
                  </a:lnTo>
                  <a:lnTo>
                    <a:pt x="5399542" y="0"/>
                  </a:lnTo>
                  <a:lnTo>
                    <a:pt x="5382401" y="0"/>
                  </a:lnTo>
                  <a:lnTo>
                    <a:pt x="5365259" y="0"/>
                  </a:lnTo>
                  <a:lnTo>
                    <a:pt x="5348118" y="0"/>
                  </a:lnTo>
                  <a:lnTo>
                    <a:pt x="5330976" y="0"/>
                  </a:lnTo>
                  <a:lnTo>
                    <a:pt x="5313835" y="0"/>
                  </a:lnTo>
                  <a:lnTo>
                    <a:pt x="5296694" y="0"/>
                  </a:lnTo>
                  <a:lnTo>
                    <a:pt x="5279552" y="0"/>
                  </a:lnTo>
                  <a:lnTo>
                    <a:pt x="5262411" y="0"/>
                  </a:lnTo>
                  <a:lnTo>
                    <a:pt x="5245269" y="0"/>
                  </a:lnTo>
                  <a:lnTo>
                    <a:pt x="5228128" y="0"/>
                  </a:lnTo>
                  <a:lnTo>
                    <a:pt x="5210987" y="0"/>
                  </a:lnTo>
                  <a:lnTo>
                    <a:pt x="5193845" y="0"/>
                  </a:lnTo>
                  <a:lnTo>
                    <a:pt x="5176704" y="0"/>
                  </a:lnTo>
                  <a:lnTo>
                    <a:pt x="5159562" y="0"/>
                  </a:lnTo>
                  <a:lnTo>
                    <a:pt x="5142421" y="0"/>
                  </a:lnTo>
                  <a:lnTo>
                    <a:pt x="5125280" y="0"/>
                  </a:lnTo>
                  <a:lnTo>
                    <a:pt x="5108138" y="0"/>
                  </a:lnTo>
                  <a:lnTo>
                    <a:pt x="5090997" y="0"/>
                  </a:lnTo>
                  <a:lnTo>
                    <a:pt x="5073855" y="0"/>
                  </a:lnTo>
                  <a:lnTo>
                    <a:pt x="5056714" y="0"/>
                  </a:lnTo>
                  <a:lnTo>
                    <a:pt x="5039572" y="0"/>
                  </a:lnTo>
                  <a:lnTo>
                    <a:pt x="5022431" y="0"/>
                  </a:lnTo>
                  <a:lnTo>
                    <a:pt x="5005290" y="0"/>
                  </a:lnTo>
                  <a:lnTo>
                    <a:pt x="4988148" y="0"/>
                  </a:lnTo>
                  <a:lnTo>
                    <a:pt x="4971007" y="0"/>
                  </a:lnTo>
                  <a:lnTo>
                    <a:pt x="4953865" y="0"/>
                  </a:lnTo>
                  <a:lnTo>
                    <a:pt x="4936724" y="0"/>
                  </a:lnTo>
                  <a:lnTo>
                    <a:pt x="4919583" y="0"/>
                  </a:lnTo>
                  <a:lnTo>
                    <a:pt x="4902441" y="0"/>
                  </a:lnTo>
                  <a:lnTo>
                    <a:pt x="4885300" y="0"/>
                  </a:lnTo>
                  <a:lnTo>
                    <a:pt x="4868158" y="0"/>
                  </a:lnTo>
                  <a:lnTo>
                    <a:pt x="4851017" y="0"/>
                  </a:lnTo>
                  <a:lnTo>
                    <a:pt x="4833876" y="0"/>
                  </a:lnTo>
                  <a:lnTo>
                    <a:pt x="4816734" y="0"/>
                  </a:lnTo>
                  <a:lnTo>
                    <a:pt x="4799593" y="0"/>
                  </a:lnTo>
                  <a:lnTo>
                    <a:pt x="4782451" y="0"/>
                  </a:lnTo>
                  <a:lnTo>
                    <a:pt x="4765310" y="0"/>
                  </a:lnTo>
                  <a:lnTo>
                    <a:pt x="4748169" y="0"/>
                  </a:lnTo>
                  <a:lnTo>
                    <a:pt x="4731027" y="0"/>
                  </a:lnTo>
                  <a:lnTo>
                    <a:pt x="4713886" y="0"/>
                  </a:lnTo>
                  <a:lnTo>
                    <a:pt x="4696744" y="0"/>
                  </a:lnTo>
                  <a:lnTo>
                    <a:pt x="4679603" y="0"/>
                  </a:lnTo>
                  <a:lnTo>
                    <a:pt x="4662462" y="0"/>
                  </a:lnTo>
                  <a:lnTo>
                    <a:pt x="4645320" y="0"/>
                  </a:lnTo>
                  <a:lnTo>
                    <a:pt x="4628179" y="0"/>
                  </a:lnTo>
                  <a:lnTo>
                    <a:pt x="4611037" y="0"/>
                  </a:lnTo>
                  <a:lnTo>
                    <a:pt x="4593896" y="0"/>
                  </a:lnTo>
                  <a:lnTo>
                    <a:pt x="4576755" y="0"/>
                  </a:lnTo>
                  <a:lnTo>
                    <a:pt x="4559613" y="0"/>
                  </a:lnTo>
                  <a:lnTo>
                    <a:pt x="4542472" y="0"/>
                  </a:lnTo>
                  <a:lnTo>
                    <a:pt x="4525330" y="0"/>
                  </a:lnTo>
                  <a:lnTo>
                    <a:pt x="4508189" y="0"/>
                  </a:lnTo>
                  <a:lnTo>
                    <a:pt x="4491048" y="0"/>
                  </a:lnTo>
                  <a:lnTo>
                    <a:pt x="4473906" y="0"/>
                  </a:lnTo>
                  <a:lnTo>
                    <a:pt x="4456765" y="0"/>
                  </a:lnTo>
                  <a:lnTo>
                    <a:pt x="4439623" y="0"/>
                  </a:lnTo>
                  <a:lnTo>
                    <a:pt x="4422482" y="0"/>
                  </a:lnTo>
                  <a:lnTo>
                    <a:pt x="4405341" y="0"/>
                  </a:lnTo>
                  <a:lnTo>
                    <a:pt x="4388199" y="0"/>
                  </a:lnTo>
                  <a:lnTo>
                    <a:pt x="4371058" y="0"/>
                  </a:lnTo>
                  <a:lnTo>
                    <a:pt x="4353916" y="0"/>
                  </a:lnTo>
                  <a:lnTo>
                    <a:pt x="4336775" y="0"/>
                  </a:lnTo>
                  <a:lnTo>
                    <a:pt x="4319633" y="0"/>
                  </a:lnTo>
                  <a:lnTo>
                    <a:pt x="4302492" y="0"/>
                  </a:lnTo>
                  <a:lnTo>
                    <a:pt x="4285351" y="0"/>
                  </a:lnTo>
                  <a:lnTo>
                    <a:pt x="4268209" y="0"/>
                  </a:lnTo>
                  <a:lnTo>
                    <a:pt x="4251068" y="0"/>
                  </a:lnTo>
                  <a:lnTo>
                    <a:pt x="4233926" y="0"/>
                  </a:lnTo>
                  <a:lnTo>
                    <a:pt x="4216785" y="0"/>
                  </a:lnTo>
                  <a:lnTo>
                    <a:pt x="4199644" y="0"/>
                  </a:lnTo>
                  <a:lnTo>
                    <a:pt x="4182502" y="0"/>
                  </a:lnTo>
                  <a:lnTo>
                    <a:pt x="4165361" y="0"/>
                  </a:lnTo>
                  <a:lnTo>
                    <a:pt x="4148219" y="0"/>
                  </a:lnTo>
                  <a:lnTo>
                    <a:pt x="4131078" y="0"/>
                  </a:lnTo>
                  <a:lnTo>
                    <a:pt x="4113937" y="0"/>
                  </a:lnTo>
                  <a:lnTo>
                    <a:pt x="4096795" y="0"/>
                  </a:lnTo>
                  <a:lnTo>
                    <a:pt x="4079654" y="0"/>
                  </a:lnTo>
                  <a:lnTo>
                    <a:pt x="4062512" y="0"/>
                  </a:lnTo>
                  <a:lnTo>
                    <a:pt x="4045371" y="0"/>
                  </a:lnTo>
                  <a:lnTo>
                    <a:pt x="4028230" y="0"/>
                  </a:lnTo>
                  <a:lnTo>
                    <a:pt x="4011088" y="0"/>
                  </a:lnTo>
                  <a:lnTo>
                    <a:pt x="3993947" y="0"/>
                  </a:lnTo>
                  <a:lnTo>
                    <a:pt x="3976805" y="0"/>
                  </a:lnTo>
                  <a:lnTo>
                    <a:pt x="3959664" y="0"/>
                  </a:lnTo>
                  <a:lnTo>
                    <a:pt x="3942523" y="0"/>
                  </a:lnTo>
                  <a:lnTo>
                    <a:pt x="3925381" y="0"/>
                  </a:lnTo>
                  <a:lnTo>
                    <a:pt x="3908240" y="0"/>
                  </a:lnTo>
                  <a:lnTo>
                    <a:pt x="3891098" y="0"/>
                  </a:lnTo>
                  <a:lnTo>
                    <a:pt x="3873957" y="0"/>
                  </a:lnTo>
                  <a:lnTo>
                    <a:pt x="3856816" y="0"/>
                  </a:lnTo>
                  <a:lnTo>
                    <a:pt x="3839674" y="0"/>
                  </a:lnTo>
                  <a:lnTo>
                    <a:pt x="3822533" y="0"/>
                  </a:lnTo>
                  <a:lnTo>
                    <a:pt x="3805391" y="0"/>
                  </a:lnTo>
                  <a:lnTo>
                    <a:pt x="3788250" y="0"/>
                  </a:lnTo>
                  <a:lnTo>
                    <a:pt x="3771109" y="0"/>
                  </a:lnTo>
                  <a:lnTo>
                    <a:pt x="3753967" y="0"/>
                  </a:lnTo>
                  <a:lnTo>
                    <a:pt x="3736826" y="0"/>
                  </a:lnTo>
                  <a:lnTo>
                    <a:pt x="3719684" y="0"/>
                  </a:lnTo>
                  <a:lnTo>
                    <a:pt x="3702543" y="0"/>
                  </a:lnTo>
                  <a:lnTo>
                    <a:pt x="3685402" y="0"/>
                  </a:lnTo>
                  <a:lnTo>
                    <a:pt x="3668260" y="0"/>
                  </a:lnTo>
                  <a:lnTo>
                    <a:pt x="3651119" y="0"/>
                  </a:lnTo>
                  <a:lnTo>
                    <a:pt x="3633977" y="0"/>
                  </a:lnTo>
                  <a:lnTo>
                    <a:pt x="3616836" y="0"/>
                  </a:lnTo>
                  <a:lnTo>
                    <a:pt x="3599694" y="0"/>
                  </a:lnTo>
                  <a:lnTo>
                    <a:pt x="3582553" y="0"/>
                  </a:lnTo>
                  <a:lnTo>
                    <a:pt x="3565412" y="0"/>
                  </a:lnTo>
                  <a:lnTo>
                    <a:pt x="3548270" y="0"/>
                  </a:lnTo>
                  <a:lnTo>
                    <a:pt x="3531129" y="0"/>
                  </a:lnTo>
                  <a:lnTo>
                    <a:pt x="3513987" y="0"/>
                  </a:lnTo>
                  <a:lnTo>
                    <a:pt x="3496846" y="0"/>
                  </a:lnTo>
                  <a:lnTo>
                    <a:pt x="3479705" y="0"/>
                  </a:lnTo>
                  <a:lnTo>
                    <a:pt x="3462563" y="0"/>
                  </a:lnTo>
                  <a:lnTo>
                    <a:pt x="3445422" y="0"/>
                  </a:lnTo>
                  <a:lnTo>
                    <a:pt x="3428280" y="0"/>
                  </a:lnTo>
                  <a:lnTo>
                    <a:pt x="3411139" y="0"/>
                  </a:lnTo>
                  <a:lnTo>
                    <a:pt x="3393998" y="0"/>
                  </a:lnTo>
                  <a:lnTo>
                    <a:pt x="3376856" y="0"/>
                  </a:lnTo>
                  <a:lnTo>
                    <a:pt x="3359715" y="0"/>
                  </a:lnTo>
                  <a:lnTo>
                    <a:pt x="3342573" y="0"/>
                  </a:lnTo>
                  <a:lnTo>
                    <a:pt x="3325432" y="0"/>
                  </a:lnTo>
                  <a:lnTo>
                    <a:pt x="3308291" y="0"/>
                  </a:lnTo>
                  <a:lnTo>
                    <a:pt x="3291149" y="0"/>
                  </a:lnTo>
                  <a:lnTo>
                    <a:pt x="3274008" y="0"/>
                  </a:lnTo>
                  <a:lnTo>
                    <a:pt x="3256866" y="0"/>
                  </a:lnTo>
                  <a:lnTo>
                    <a:pt x="3239725" y="0"/>
                  </a:lnTo>
                  <a:lnTo>
                    <a:pt x="3222584" y="0"/>
                  </a:lnTo>
                  <a:lnTo>
                    <a:pt x="3205442" y="0"/>
                  </a:lnTo>
                  <a:lnTo>
                    <a:pt x="3188301" y="0"/>
                  </a:lnTo>
                  <a:lnTo>
                    <a:pt x="3171159" y="0"/>
                  </a:lnTo>
                  <a:lnTo>
                    <a:pt x="3154018" y="0"/>
                  </a:lnTo>
                  <a:lnTo>
                    <a:pt x="3136877" y="0"/>
                  </a:lnTo>
                  <a:lnTo>
                    <a:pt x="3119735" y="0"/>
                  </a:lnTo>
                  <a:lnTo>
                    <a:pt x="3102594" y="0"/>
                  </a:lnTo>
                  <a:lnTo>
                    <a:pt x="3085452" y="0"/>
                  </a:lnTo>
                  <a:lnTo>
                    <a:pt x="3068311" y="0"/>
                  </a:lnTo>
                  <a:lnTo>
                    <a:pt x="3051170" y="0"/>
                  </a:lnTo>
                  <a:lnTo>
                    <a:pt x="3034028" y="0"/>
                  </a:lnTo>
                  <a:lnTo>
                    <a:pt x="3016887" y="0"/>
                  </a:lnTo>
                  <a:lnTo>
                    <a:pt x="2999745" y="0"/>
                  </a:lnTo>
                  <a:lnTo>
                    <a:pt x="2982604" y="0"/>
                  </a:lnTo>
                  <a:lnTo>
                    <a:pt x="2965463" y="0"/>
                  </a:lnTo>
                  <a:lnTo>
                    <a:pt x="2948321" y="0"/>
                  </a:lnTo>
                  <a:lnTo>
                    <a:pt x="2931180" y="0"/>
                  </a:lnTo>
                  <a:lnTo>
                    <a:pt x="2914038" y="0"/>
                  </a:lnTo>
                  <a:lnTo>
                    <a:pt x="2896897" y="0"/>
                  </a:lnTo>
                  <a:lnTo>
                    <a:pt x="2879755" y="0"/>
                  </a:lnTo>
                  <a:lnTo>
                    <a:pt x="2862614" y="0"/>
                  </a:lnTo>
                  <a:lnTo>
                    <a:pt x="2845473" y="0"/>
                  </a:lnTo>
                  <a:lnTo>
                    <a:pt x="2828331" y="0"/>
                  </a:lnTo>
                  <a:lnTo>
                    <a:pt x="2811190" y="0"/>
                  </a:lnTo>
                  <a:lnTo>
                    <a:pt x="2794048" y="0"/>
                  </a:lnTo>
                  <a:lnTo>
                    <a:pt x="2776907" y="0"/>
                  </a:lnTo>
                  <a:lnTo>
                    <a:pt x="2759766" y="0"/>
                  </a:lnTo>
                  <a:lnTo>
                    <a:pt x="2742624" y="0"/>
                  </a:lnTo>
                  <a:lnTo>
                    <a:pt x="2725483" y="0"/>
                  </a:lnTo>
                  <a:lnTo>
                    <a:pt x="2708341" y="0"/>
                  </a:lnTo>
                  <a:lnTo>
                    <a:pt x="2691200" y="0"/>
                  </a:lnTo>
                  <a:lnTo>
                    <a:pt x="2674059" y="0"/>
                  </a:lnTo>
                  <a:lnTo>
                    <a:pt x="2656917" y="0"/>
                  </a:lnTo>
                  <a:lnTo>
                    <a:pt x="2639776" y="0"/>
                  </a:lnTo>
                  <a:lnTo>
                    <a:pt x="2622634" y="0"/>
                  </a:lnTo>
                  <a:lnTo>
                    <a:pt x="2605493" y="0"/>
                  </a:lnTo>
                  <a:lnTo>
                    <a:pt x="2588352" y="0"/>
                  </a:lnTo>
                  <a:lnTo>
                    <a:pt x="2571210" y="0"/>
                  </a:lnTo>
                  <a:lnTo>
                    <a:pt x="2554069" y="0"/>
                  </a:lnTo>
                  <a:lnTo>
                    <a:pt x="2536927" y="0"/>
                  </a:lnTo>
                  <a:lnTo>
                    <a:pt x="2519786" y="0"/>
                  </a:lnTo>
                  <a:lnTo>
                    <a:pt x="2502645" y="0"/>
                  </a:lnTo>
                  <a:lnTo>
                    <a:pt x="2485503" y="0"/>
                  </a:lnTo>
                  <a:lnTo>
                    <a:pt x="2468362" y="0"/>
                  </a:lnTo>
                  <a:lnTo>
                    <a:pt x="2451220" y="0"/>
                  </a:lnTo>
                  <a:lnTo>
                    <a:pt x="2434079" y="0"/>
                  </a:lnTo>
                  <a:lnTo>
                    <a:pt x="2416938" y="0"/>
                  </a:lnTo>
                  <a:lnTo>
                    <a:pt x="2399796" y="0"/>
                  </a:lnTo>
                  <a:lnTo>
                    <a:pt x="2382655" y="0"/>
                  </a:lnTo>
                  <a:lnTo>
                    <a:pt x="2365513" y="0"/>
                  </a:lnTo>
                  <a:lnTo>
                    <a:pt x="2348372" y="0"/>
                  </a:lnTo>
                  <a:lnTo>
                    <a:pt x="2331231" y="0"/>
                  </a:lnTo>
                  <a:lnTo>
                    <a:pt x="2314089" y="0"/>
                  </a:lnTo>
                  <a:lnTo>
                    <a:pt x="2296948" y="0"/>
                  </a:lnTo>
                  <a:lnTo>
                    <a:pt x="2279806" y="0"/>
                  </a:lnTo>
                  <a:lnTo>
                    <a:pt x="2262665" y="0"/>
                  </a:lnTo>
                  <a:lnTo>
                    <a:pt x="2245524" y="0"/>
                  </a:lnTo>
                  <a:lnTo>
                    <a:pt x="2228382" y="0"/>
                  </a:lnTo>
                  <a:lnTo>
                    <a:pt x="2211241" y="0"/>
                  </a:lnTo>
                  <a:lnTo>
                    <a:pt x="2194099" y="0"/>
                  </a:lnTo>
                  <a:lnTo>
                    <a:pt x="2176958" y="0"/>
                  </a:lnTo>
                  <a:lnTo>
                    <a:pt x="2159816" y="0"/>
                  </a:lnTo>
                  <a:lnTo>
                    <a:pt x="2142675" y="0"/>
                  </a:lnTo>
                  <a:lnTo>
                    <a:pt x="2125534" y="0"/>
                  </a:lnTo>
                  <a:lnTo>
                    <a:pt x="2108392" y="0"/>
                  </a:lnTo>
                  <a:lnTo>
                    <a:pt x="2091251" y="0"/>
                  </a:lnTo>
                  <a:lnTo>
                    <a:pt x="2074109" y="0"/>
                  </a:lnTo>
                  <a:lnTo>
                    <a:pt x="2056968" y="0"/>
                  </a:lnTo>
                  <a:lnTo>
                    <a:pt x="2039827" y="0"/>
                  </a:lnTo>
                  <a:lnTo>
                    <a:pt x="2022685" y="0"/>
                  </a:lnTo>
                  <a:lnTo>
                    <a:pt x="2005544" y="0"/>
                  </a:lnTo>
                  <a:lnTo>
                    <a:pt x="1988402" y="0"/>
                  </a:lnTo>
                  <a:lnTo>
                    <a:pt x="1971261" y="0"/>
                  </a:lnTo>
                  <a:lnTo>
                    <a:pt x="1954120" y="0"/>
                  </a:lnTo>
                  <a:lnTo>
                    <a:pt x="1936978" y="0"/>
                  </a:lnTo>
                  <a:lnTo>
                    <a:pt x="1919837" y="0"/>
                  </a:lnTo>
                  <a:lnTo>
                    <a:pt x="1902695" y="0"/>
                  </a:lnTo>
                  <a:lnTo>
                    <a:pt x="1885554" y="0"/>
                  </a:lnTo>
                  <a:lnTo>
                    <a:pt x="1868413" y="0"/>
                  </a:lnTo>
                  <a:lnTo>
                    <a:pt x="1851271" y="0"/>
                  </a:lnTo>
                  <a:lnTo>
                    <a:pt x="1834130" y="0"/>
                  </a:lnTo>
                  <a:lnTo>
                    <a:pt x="1816988" y="0"/>
                  </a:lnTo>
                  <a:lnTo>
                    <a:pt x="1799847" y="0"/>
                  </a:lnTo>
                  <a:lnTo>
                    <a:pt x="1782706" y="0"/>
                  </a:lnTo>
                  <a:lnTo>
                    <a:pt x="1765564" y="0"/>
                  </a:lnTo>
                  <a:lnTo>
                    <a:pt x="1748423" y="0"/>
                  </a:lnTo>
                  <a:lnTo>
                    <a:pt x="1731281" y="0"/>
                  </a:lnTo>
                  <a:lnTo>
                    <a:pt x="1714140" y="0"/>
                  </a:lnTo>
                  <a:lnTo>
                    <a:pt x="1696999" y="0"/>
                  </a:lnTo>
                  <a:lnTo>
                    <a:pt x="1679857" y="0"/>
                  </a:lnTo>
                  <a:lnTo>
                    <a:pt x="1662716" y="0"/>
                  </a:lnTo>
                  <a:lnTo>
                    <a:pt x="1645574" y="0"/>
                  </a:lnTo>
                  <a:lnTo>
                    <a:pt x="1628433" y="0"/>
                  </a:lnTo>
                  <a:lnTo>
                    <a:pt x="1611292" y="0"/>
                  </a:lnTo>
                  <a:lnTo>
                    <a:pt x="1594150" y="0"/>
                  </a:lnTo>
                  <a:lnTo>
                    <a:pt x="1577009" y="0"/>
                  </a:lnTo>
                  <a:lnTo>
                    <a:pt x="1559867" y="0"/>
                  </a:lnTo>
                  <a:lnTo>
                    <a:pt x="1542726" y="0"/>
                  </a:lnTo>
                  <a:lnTo>
                    <a:pt x="1525585" y="0"/>
                  </a:lnTo>
                  <a:lnTo>
                    <a:pt x="1508443" y="0"/>
                  </a:lnTo>
                  <a:lnTo>
                    <a:pt x="1491302" y="0"/>
                  </a:lnTo>
                  <a:lnTo>
                    <a:pt x="1474160" y="0"/>
                  </a:lnTo>
                  <a:lnTo>
                    <a:pt x="1457019" y="0"/>
                  </a:lnTo>
                  <a:lnTo>
                    <a:pt x="1439877" y="0"/>
                  </a:lnTo>
                  <a:lnTo>
                    <a:pt x="1422736" y="0"/>
                  </a:lnTo>
                  <a:lnTo>
                    <a:pt x="1405595" y="0"/>
                  </a:lnTo>
                  <a:lnTo>
                    <a:pt x="1388453" y="0"/>
                  </a:lnTo>
                  <a:lnTo>
                    <a:pt x="1371312" y="0"/>
                  </a:lnTo>
                  <a:lnTo>
                    <a:pt x="1354170" y="0"/>
                  </a:lnTo>
                  <a:lnTo>
                    <a:pt x="1337029" y="0"/>
                  </a:lnTo>
                  <a:lnTo>
                    <a:pt x="1319888" y="0"/>
                  </a:lnTo>
                  <a:lnTo>
                    <a:pt x="1302746" y="0"/>
                  </a:lnTo>
                  <a:lnTo>
                    <a:pt x="1285605" y="0"/>
                  </a:lnTo>
                  <a:lnTo>
                    <a:pt x="1268463" y="0"/>
                  </a:lnTo>
                  <a:lnTo>
                    <a:pt x="1251322" y="0"/>
                  </a:lnTo>
                  <a:lnTo>
                    <a:pt x="1234181" y="0"/>
                  </a:lnTo>
                  <a:lnTo>
                    <a:pt x="1217039" y="0"/>
                  </a:lnTo>
                  <a:lnTo>
                    <a:pt x="1199898" y="0"/>
                  </a:lnTo>
                  <a:lnTo>
                    <a:pt x="1182756" y="0"/>
                  </a:lnTo>
                  <a:lnTo>
                    <a:pt x="1165615" y="0"/>
                  </a:lnTo>
                  <a:lnTo>
                    <a:pt x="1148474" y="0"/>
                  </a:lnTo>
                  <a:lnTo>
                    <a:pt x="1131332" y="0"/>
                  </a:lnTo>
                  <a:lnTo>
                    <a:pt x="1114191" y="0"/>
                  </a:lnTo>
                  <a:lnTo>
                    <a:pt x="1097049" y="0"/>
                  </a:lnTo>
                  <a:lnTo>
                    <a:pt x="1079908" y="0"/>
                  </a:lnTo>
                  <a:lnTo>
                    <a:pt x="1062767" y="0"/>
                  </a:lnTo>
                  <a:lnTo>
                    <a:pt x="1045625" y="0"/>
                  </a:lnTo>
                  <a:lnTo>
                    <a:pt x="1028484" y="0"/>
                  </a:lnTo>
                  <a:lnTo>
                    <a:pt x="1011342" y="0"/>
                  </a:lnTo>
                  <a:lnTo>
                    <a:pt x="994201" y="0"/>
                  </a:lnTo>
                  <a:lnTo>
                    <a:pt x="977060" y="0"/>
                  </a:lnTo>
                  <a:lnTo>
                    <a:pt x="959918" y="0"/>
                  </a:lnTo>
                  <a:lnTo>
                    <a:pt x="942777" y="0"/>
                  </a:lnTo>
                  <a:lnTo>
                    <a:pt x="925635" y="0"/>
                  </a:lnTo>
                  <a:lnTo>
                    <a:pt x="908494" y="0"/>
                  </a:lnTo>
                  <a:lnTo>
                    <a:pt x="891353" y="0"/>
                  </a:lnTo>
                  <a:lnTo>
                    <a:pt x="874211" y="0"/>
                  </a:lnTo>
                  <a:lnTo>
                    <a:pt x="857070" y="0"/>
                  </a:lnTo>
                  <a:lnTo>
                    <a:pt x="839928" y="0"/>
                  </a:lnTo>
                  <a:lnTo>
                    <a:pt x="822787" y="0"/>
                  </a:lnTo>
                  <a:lnTo>
                    <a:pt x="805646" y="0"/>
                  </a:lnTo>
                  <a:lnTo>
                    <a:pt x="788504" y="0"/>
                  </a:lnTo>
                  <a:lnTo>
                    <a:pt x="771363" y="0"/>
                  </a:lnTo>
                  <a:lnTo>
                    <a:pt x="754221" y="0"/>
                  </a:lnTo>
                  <a:lnTo>
                    <a:pt x="737080" y="0"/>
                  </a:lnTo>
                  <a:lnTo>
                    <a:pt x="719938" y="0"/>
                  </a:lnTo>
                  <a:lnTo>
                    <a:pt x="702797" y="0"/>
                  </a:lnTo>
                  <a:lnTo>
                    <a:pt x="685656" y="0"/>
                  </a:lnTo>
                  <a:lnTo>
                    <a:pt x="668514" y="0"/>
                  </a:lnTo>
                  <a:lnTo>
                    <a:pt x="651373" y="0"/>
                  </a:lnTo>
                  <a:lnTo>
                    <a:pt x="634231" y="0"/>
                  </a:lnTo>
                  <a:lnTo>
                    <a:pt x="617090" y="0"/>
                  </a:lnTo>
                  <a:lnTo>
                    <a:pt x="599949" y="0"/>
                  </a:lnTo>
                  <a:lnTo>
                    <a:pt x="582807" y="0"/>
                  </a:lnTo>
                  <a:lnTo>
                    <a:pt x="565666" y="0"/>
                  </a:lnTo>
                  <a:lnTo>
                    <a:pt x="548524" y="0"/>
                  </a:lnTo>
                  <a:lnTo>
                    <a:pt x="531383" y="0"/>
                  </a:lnTo>
                  <a:lnTo>
                    <a:pt x="514242" y="0"/>
                  </a:lnTo>
                  <a:lnTo>
                    <a:pt x="497100" y="0"/>
                  </a:lnTo>
                  <a:lnTo>
                    <a:pt x="479959" y="0"/>
                  </a:lnTo>
                  <a:lnTo>
                    <a:pt x="462817" y="0"/>
                  </a:lnTo>
                  <a:lnTo>
                    <a:pt x="445676" y="0"/>
                  </a:lnTo>
                  <a:lnTo>
                    <a:pt x="428535" y="0"/>
                  </a:lnTo>
                  <a:lnTo>
                    <a:pt x="411393" y="0"/>
                  </a:lnTo>
                  <a:lnTo>
                    <a:pt x="394252" y="0"/>
                  </a:lnTo>
                  <a:lnTo>
                    <a:pt x="377110" y="0"/>
                  </a:lnTo>
                  <a:lnTo>
                    <a:pt x="359969" y="0"/>
                  </a:lnTo>
                  <a:lnTo>
                    <a:pt x="342828" y="0"/>
                  </a:lnTo>
                  <a:lnTo>
                    <a:pt x="325686" y="0"/>
                  </a:lnTo>
                  <a:lnTo>
                    <a:pt x="308545" y="0"/>
                  </a:lnTo>
                  <a:lnTo>
                    <a:pt x="291403" y="0"/>
                  </a:lnTo>
                  <a:lnTo>
                    <a:pt x="274262" y="0"/>
                  </a:lnTo>
                  <a:lnTo>
                    <a:pt x="257121" y="0"/>
                  </a:lnTo>
                  <a:lnTo>
                    <a:pt x="239979" y="0"/>
                  </a:lnTo>
                  <a:lnTo>
                    <a:pt x="222838" y="0"/>
                  </a:lnTo>
                  <a:lnTo>
                    <a:pt x="205696" y="0"/>
                  </a:lnTo>
                  <a:lnTo>
                    <a:pt x="188555" y="0"/>
                  </a:lnTo>
                  <a:lnTo>
                    <a:pt x="171414" y="0"/>
                  </a:lnTo>
                  <a:lnTo>
                    <a:pt x="154272" y="0"/>
                  </a:lnTo>
                  <a:lnTo>
                    <a:pt x="137131" y="0"/>
                  </a:lnTo>
                  <a:lnTo>
                    <a:pt x="119989" y="0"/>
                  </a:lnTo>
                  <a:lnTo>
                    <a:pt x="102848" y="0"/>
                  </a:lnTo>
                  <a:lnTo>
                    <a:pt x="85707" y="0"/>
                  </a:lnTo>
                  <a:lnTo>
                    <a:pt x="68565" y="0"/>
                  </a:lnTo>
                  <a:lnTo>
                    <a:pt x="51424" y="0"/>
                  </a:lnTo>
                  <a:lnTo>
                    <a:pt x="34282" y="0"/>
                  </a:lnTo>
                  <a:lnTo>
                    <a:pt x="1714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44934" y="1110936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311199" y="2955039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11199" y="1933877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311199" y="917246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410140" y="29973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0140" y="19776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0140" y="9579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31" name="rc31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44934" y="3262477"/>
              <a:ext cx="8553560" cy="3017979"/>
            </a:xfrm>
            <a:custGeom>
              <a:avLst/>
              <a:pathLst>
                <a:path w="8553560" h="3017979">
                  <a:moveTo>
                    <a:pt x="0" y="2994303"/>
                  </a:moveTo>
                  <a:lnTo>
                    <a:pt x="17141" y="3013269"/>
                  </a:lnTo>
                  <a:lnTo>
                    <a:pt x="34282" y="2938115"/>
                  </a:lnTo>
                  <a:lnTo>
                    <a:pt x="51424" y="2937366"/>
                  </a:lnTo>
                  <a:lnTo>
                    <a:pt x="68565" y="2945967"/>
                  </a:lnTo>
                  <a:lnTo>
                    <a:pt x="85707" y="3017979"/>
                  </a:lnTo>
                  <a:lnTo>
                    <a:pt x="102848" y="2979917"/>
                  </a:lnTo>
                  <a:lnTo>
                    <a:pt x="119989" y="2951093"/>
                  </a:lnTo>
                  <a:lnTo>
                    <a:pt x="137131" y="2982723"/>
                  </a:lnTo>
                  <a:lnTo>
                    <a:pt x="154272" y="2998000"/>
                  </a:lnTo>
                  <a:lnTo>
                    <a:pt x="171414" y="3000015"/>
                  </a:lnTo>
                  <a:lnTo>
                    <a:pt x="188555" y="2930115"/>
                  </a:lnTo>
                  <a:lnTo>
                    <a:pt x="205696" y="2934028"/>
                  </a:lnTo>
                  <a:lnTo>
                    <a:pt x="222838" y="2947604"/>
                  </a:lnTo>
                  <a:lnTo>
                    <a:pt x="239979" y="2969535"/>
                  </a:lnTo>
                  <a:lnTo>
                    <a:pt x="257121" y="2959396"/>
                  </a:lnTo>
                  <a:lnTo>
                    <a:pt x="274262" y="2909245"/>
                  </a:lnTo>
                  <a:lnTo>
                    <a:pt x="291403" y="2898551"/>
                  </a:lnTo>
                  <a:lnTo>
                    <a:pt x="308545" y="2887588"/>
                  </a:lnTo>
                  <a:lnTo>
                    <a:pt x="325686" y="2916660"/>
                  </a:lnTo>
                  <a:lnTo>
                    <a:pt x="342828" y="2864715"/>
                  </a:lnTo>
                  <a:lnTo>
                    <a:pt x="359969" y="2833475"/>
                  </a:lnTo>
                  <a:lnTo>
                    <a:pt x="377110" y="2835418"/>
                  </a:lnTo>
                  <a:lnTo>
                    <a:pt x="394252" y="2845168"/>
                  </a:lnTo>
                  <a:lnTo>
                    <a:pt x="411393" y="2853122"/>
                  </a:lnTo>
                  <a:lnTo>
                    <a:pt x="428535" y="2828139"/>
                  </a:lnTo>
                  <a:lnTo>
                    <a:pt x="445676" y="2770454"/>
                  </a:lnTo>
                  <a:lnTo>
                    <a:pt x="462817" y="2806114"/>
                  </a:lnTo>
                  <a:lnTo>
                    <a:pt x="479959" y="2753861"/>
                  </a:lnTo>
                  <a:lnTo>
                    <a:pt x="497100" y="2718638"/>
                  </a:lnTo>
                  <a:lnTo>
                    <a:pt x="514242" y="2735026"/>
                  </a:lnTo>
                  <a:lnTo>
                    <a:pt x="531383" y="2671261"/>
                  </a:lnTo>
                  <a:lnTo>
                    <a:pt x="548524" y="2613501"/>
                  </a:lnTo>
                  <a:lnTo>
                    <a:pt x="565666" y="2580256"/>
                  </a:lnTo>
                  <a:lnTo>
                    <a:pt x="582807" y="2601551"/>
                  </a:lnTo>
                  <a:lnTo>
                    <a:pt x="599949" y="2659256"/>
                  </a:lnTo>
                  <a:lnTo>
                    <a:pt x="617090" y="2589326"/>
                  </a:lnTo>
                  <a:lnTo>
                    <a:pt x="634231" y="2584390"/>
                  </a:lnTo>
                  <a:lnTo>
                    <a:pt x="651373" y="2614130"/>
                  </a:lnTo>
                  <a:lnTo>
                    <a:pt x="668514" y="2638806"/>
                  </a:lnTo>
                  <a:lnTo>
                    <a:pt x="685656" y="2613569"/>
                  </a:lnTo>
                  <a:lnTo>
                    <a:pt x="702797" y="2669591"/>
                  </a:lnTo>
                  <a:lnTo>
                    <a:pt x="719938" y="2737804"/>
                  </a:lnTo>
                  <a:lnTo>
                    <a:pt x="737080" y="2795564"/>
                  </a:lnTo>
                  <a:lnTo>
                    <a:pt x="754221" y="2873400"/>
                  </a:lnTo>
                  <a:lnTo>
                    <a:pt x="771363" y="2826676"/>
                  </a:lnTo>
                  <a:lnTo>
                    <a:pt x="788504" y="2864982"/>
                  </a:lnTo>
                  <a:lnTo>
                    <a:pt x="805646" y="2835671"/>
                  </a:lnTo>
                  <a:lnTo>
                    <a:pt x="822787" y="2892609"/>
                  </a:lnTo>
                  <a:lnTo>
                    <a:pt x="839928" y="2847967"/>
                  </a:lnTo>
                  <a:lnTo>
                    <a:pt x="857070" y="2759964"/>
                  </a:lnTo>
                  <a:lnTo>
                    <a:pt x="874211" y="2832683"/>
                  </a:lnTo>
                  <a:lnTo>
                    <a:pt x="891353" y="2781274"/>
                  </a:lnTo>
                  <a:lnTo>
                    <a:pt x="908494" y="2840185"/>
                  </a:lnTo>
                  <a:lnTo>
                    <a:pt x="925635" y="2841630"/>
                  </a:lnTo>
                  <a:lnTo>
                    <a:pt x="942777" y="2873396"/>
                  </a:lnTo>
                  <a:lnTo>
                    <a:pt x="959918" y="2969744"/>
                  </a:lnTo>
                  <a:lnTo>
                    <a:pt x="977060" y="2913918"/>
                  </a:lnTo>
                  <a:lnTo>
                    <a:pt x="994201" y="2991956"/>
                  </a:lnTo>
                  <a:lnTo>
                    <a:pt x="1011342" y="2929623"/>
                  </a:lnTo>
                  <a:lnTo>
                    <a:pt x="1028484" y="2913493"/>
                  </a:lnTo>
                  <a:lnTo>
                    <a:pt x="1045625" y="2903337"/>
                  </a:lnTo>
                  <a:lnTo>
                    <a:pt x="1062767" y="2933561"/>
                  </a:lnTo>
                  <a:lnTo>
                    <a:pt x="1079908" y="2959008"/>
                  </a:lnTo>
                  <a:lnTo>
                    <a:pt x="1097049" y="2926583"/>
                  </a:lnTo>
                  <a:lnTo>
                    <a:pt x="1114191" y="2900161"/>
                  </a:lnTo>
                  <a:lnTo>
                    <a:pt x="1131332" y="2897425"/>
                  </a:lnTo>
                  <a:lnTo>
                    <a:pt x="1148474" y="2872007"/>
                  </a:lnTo>
                  <a:lnTo>
                    <a:pt x="1165615" y="2782167"/>
                  </a:lnTo>
                  <a:lnTo>
                    <a:pt x="1182756" y="2779177"/>
                  </a:lnTo>
                  <a:lnTo>
                    <a:pt x="1199898" y="2751443"/>
                  </a:lnTo>
                  <a:lnTo>
                    <a:pt x="1217039" y="2797073"/>
                  </a:lnTo>
                  <a:lnTo>
                    <a:pt x="1234181" y="2846773"/>
                  </a:lnTo>
                  <a:lnTo>
                    <a:pt x="1251322" y="2723994"/>
                  </a:lnTo>
                  <a:lnTo>
                    <a:pt x="1268463" y="2753801"/>
                  </a:lnTo>
                  <a:lnTo>
                    <a:pt x="1285605" y="2763206"/>
                  </a:lnTo>
                  <a:lnTo>
                    <a:pt x="1302746" y="2757017"/>
                  </a:lnTo>
                  <a:lnTo>
                    <a:pt x="1319888" y="2801915"/>
                  </a:lnTo>
                  <a:lnTo>
                    <a:pt x="1337029" y="2725736"/>
                  </a:lnTo>
                  <a:lnTo>
                    <a:pt x="1354170" y="2805585"/>
                  </a:lnTo>
                  <a:lnTo>
                    <a:pt x="1371312" y="2835420"/>
                  </a:lnTo>
                  <a:lnTo>
                    <a:pt x="1388453" y="2827829"/>
                  </a:lnTo>
                  <a:lnTo>
                    <a:pt x="1405595" y="2729936"/>
                  </a:lnTo>
                  <a:lnTo>
                    <a:pt x="1422736" y="2734838"/>
                  </a:lnTo>
                  <a:lnTo>
                    <a:pt x="1439877" y="2804535"/>
                  </a:lnTo>
                  <a:lnTo>
                    <a:pt x="1457019" y="2796964"/>
                  </a:lnTo>
                  <a:lnTo>
                    <a:pt x="1474160" y="2713868"/>
                  </a:lnTo>
                  <a:lnTo>
                    <a:pt x="1491302" y="2641613"/>
                  </a:lnTo>
                  <a:lnTo>
                    <a:pt x="1508443" y="2791783"/>
                  </a:lnTo>
                  <a:lnTo>
                    <a:pt x="1525585" y="2881759"/>
                  </a:lnTo>
                  <a:lnTo>
                    <a:pt x="1542726" y="2894987"/>
                  </a:lnTo>
                  <a:lnTo>
                    <a:pt x="1559867" y="2898642"/>
                  </a:lnTo>
                  <a:lnTo>
                    <a:pt x="1577009" y="2893111"/>
                  </a:lnTo>
                  <a:lnTo>
                    <a:pt x="1594150" y="2942123"/>
                  </a:lnTo>
                  <a:lnTo>
                    <a:pt x="1611292" y="2939801"/>
                  </a:lnTo>
                  <a:lnTo>
                    <a:pt x="1628433" y="2912701"/>
                  </a:lnTo>
                  <a:lnTo>
                    <a:pt x="1645574" y="2936948"/>
                  </a:lnTo>
                  <a:lnTo>
                    <a:pt x="1662716" y="2949518"/>
                  </a:lnTo>
                  <a:lnTo>
                    <a:pt x="1679857" y="2909186"/>
                  </a:lnTo>
                  <a:lnTo>
                    <a:pt x="1696999" y="2910624"/>
                  </a:lnTo>
                  <a:lnTo>
                    <a:pt x="1714140" y="2865087"/>
                  </a:lnTo>
                  <a:lnTo>
                    <a:pt x="1731281" y="2850616"/>
                  </a:lnTo>
                  <a:lnTo>
                    <a:pt x="1748423" y="2870041"/>
                  </a:lnTo>
                  <a:lnTo>
                    <a:pt x="1765564" y="2839033"/>
                  </a:lnTo>
                  <a:lnTo>
                    <a:pt x="1782706" y="2831651"/>
                  </a:lnTo>
                  <a:lnTo>
                    <a:pt x="1799847" y="2836019"/>
                  </a:lnTo>
                  <a:lnTo>
                    <a:pt x="1816988" y="2862879"/>
                  </a:lnTo>
                  <a:lnTo>
                    <a:pt x="1834130" y="2934805"/>
                  </a:lnTo>
                  <a:lnTo>
                    <a:pt x="1851271" y="2951662"/>
                  </a:lnTo>
                  <a:lnTo>
                    <a:pt x="1868413" y="2894468"/>
                  </a:lnTo>
                  <a:lnTo>
                    <a:pt x="1885554" y="2878832"/>
                  </a:lnTo>
                  <a:lnTo>
                    <a:pt x="1902695" y="2889040"/>
                  </a:lnTo>
                  <a:lnTo>
                    <a:pt x="1919837" y="2803563"/>
                  </a:lnTo>
                  <a:lnTo>
                    <a:pt x="1936978" y="2838503"/>
                  </a:lnTo>
                  <a:lnTo>
                    <a:pt x="1954120" y="2809057"/>
                  </a:lnTo>
                  <a:lnTo>
                    <a:pt x="1971261" y="2827214"/>
                  </a:lnTo>
                  <a:lnTo>
                    <a:pt x="1988402" y="2912986"/>
                  </a:lnTo>
                  <a:lnTo>
                    <a:pt x="2005544" y="2793895"/>
                  </a:lnTo>
                  <a:lnTo>
                    <a:pt x="2022685" y="2821833"/>
                  </a:lnTo>
                  <a:lnTo>
                    <a:pt x="2039827" y="2746995"/>
                  </a:lnTo>
                  <a:lnTo>
                    <a:pt x="2056968" y="2713057"/>
                  </a:lnTo>
                  <a:lnTo>
                    <a:pt x="2074109" y="2654766"/>
                  </a:lnTo>
                  <a:lnTo>
                    <a:pt x="2091251" y="2667247"/>
                  </a:lnTo>
                  <a:lnTo>
                    <a:pt x="2108392" y="2749427"/>
                  </a:lnTo>
                  <a:lnTo>
                    <a:pt x="2125534" y="2747373"/>
                  </a:lnTo>
                  <a:lnTo>
                    <a:pt x="2142675" y="2686660"/>
                  </a:lnTo>
                  <a:lnTo>
                    <a:pt x="2159816" y="2643581"/>
                  </a:lnTo>
                  <a:lnTo>
                    <a:pt x="2176958" y="2681808"/>
                  </a:lnTo>
                  <a:lnTo>
                    <a:pt x="2194099" y="2672942"/>
                  </a:lnTo>
                  <a:lnTo>
                    <a:pt x="2211241" y="2729994"/>
                  </a:lnTo>
                  <a:lnTo>
                    <a:pt x="2228382" y="2760231"/>
                  </a:lnTo>
                  <a:lnTo>
                    <a:pt x="2245524" y="2787723"/>
                  </a:lnTo>
                  <a:lnTo>
                    <a:pt x="2262665" y="2830397"/>
                  </a:lnTo>
                  <a:lnTo>
                    <a:pt x="2279806" y="2745300"/>
                  </a:lnTo>
                  <a:lnTo>
                    <a:pt x="2296948" y="2793094"/>
                  </a:lnTo>
                  <a:lnTo>
                    <a:pt x="2314089" y="2704992"/>
                  </a:lnTo>
                  <a:lnTo>
                    <a:pt x="2331231" y="2629383"/>
                  </a:lnTo>
                  <a:lnTo>
                    <a:pt x="2348372" y="2714607"/>
                  </a:lnTo>
                  <a:lnTo>
                    <a:pt x="2365513" y="2655208"/>
                  </a:lnTo>
                  <a:lnTo>
                    <a:pt x="2382655" y="2670495"/>
                  </a:lnTo>
                  <a:lnTo>
                    <a:pt x="2399796" y="2657140"/>
                  </a:lnTo>
                  <a:lnTo>
                    <a:pt x="2416938" y="2691321"/>
                  </a:lnTo>
                  <a:lnTo>
                    <a:pt x="2434079" y="2700696"/>
                  </a:lnTo>
                  <a:lnTo>
                    <a:pt x="2451220" y="2677975"/>
                  </a:lnTo>
                  <a:lnTo>
                    <a:pt x="2468362" y="2679280"/>
                  </a:lnTo>
                  <a:lnTo>
                    <a:pt x="2485503" y="2646715"/>
                  </a:lnTo>
                  <a:lnTo>
                    <a:pt x="2502645" y="2584412"/>
                  </a:lnTo>
                  <a:lnTo>
                    <a:pt x="2519786" y="2588472"/>
                  </a:lnTo>
                  <a:lnTo>
                    <a:pt x="2536927" y="2660330"/>
                  </a:lnTo>
                  <a:lnTo>
                    <a:pt x="2554069" y="2553538"/>
                  </a:lnTo>
                  <a:lnTo>
                    <a:pt x="2571210" y="2453910"/>
                  </a:lnTo>
                  <a:lnTo>
                    <a:pt x="2588352" y="2393651"/>
                  </a:lnTo>
                  <a:lnTo>
                    <a:pt x="2605493" y="2361590"/>
                  </a:lnTo>
                  <a:lnTo>
                    <a:pt x="2622634" y="2368650"/>
                  </a:lnTo>
                  <a:lnTo>
                    <a:pt x="2639776" y="2377229"/>
                  </a:lnTo>
                  <a:lnTo>
                    <a:pt x="2656917" y="2336825"/>
                  </a:lnTo>
                  <a:lnTo>
                    <a:pt x="2674059" y="2343934"/>
                  </a:lnTo>
                  <a:lnTo>
                    <a:pt x="2691200" y="2345201"/>
                  </a:lnTo>
                  <a:lnTo>
                    <a:pt x="2708341" y="2327940"/>
                  </a:lnTo>
                  <a:lnTo>
                    <a:pt x="2725483" y="2380903"/>
                  </a:lnTo>
                  <a:lnTo>
                    <a:pt x="2742624" y="2393947"/>
                  </a:lnTo>
                  <a:lnTo>
                    <a:pt x="2759766" y="2474136"/>
                  </a:lnTo>
                  <a:lnTo>
                    <a:pt x="2776907" y="2477015"/>
                  </a:lnTo>
                  <a:lnTo>
                    <a:pt x="2794048" y="2496305"/>
                  </a:lnTo>
                  <a:lnTo>
                    <a:pt x="2811190" y="2499287"/>
                  </a:lnTo>
                  <a:lnTo>
                    <a:pt x="2828331" y="2478017"/>
                  </a:lnTo>
                  <a:lnTo>
                    <a:pt x="2845473" y="2413232"/>
                  </a:lnTo>
                  <a:lnTo>
                    <a:pt x="2862614" y="2282726"/>
                  </a:lnTo>
                  <a:lnTo>
                    <a:pt x="2879755" y="2230467"/>
                  </a:lnTo>
                  <a:lnTo>
                    <a:pt x="2896897" y="2159821"/>
                  </a:lnTo>
                  <a:lnTo>
                    <a:pt x="2914038" y="2024808"/>
                  </a:lnTo>
                  <a:lnTo>
                    <a:pt x="2931180" y="2001805"/>
                  </a:lnTo>
                  <a:lnTo>
                    <a:pt x="2948321" y="2010110"/>
                  </a:lnTo>
                  <a:lnTo>
                    <a:pt x="2965463" y="1935178"/>
                  </a:lnTo>
                  <a:lnTo>
                    <a:pt x="2982604" y="2061199"/>
                  </a:lnTo>
                  <a:lnTo>
                    <a:pt x="2999745" y="2001941"/>
                  </a:lnTo>
                  <a:lnTo>
                    <a:pt x="3016887" y="2063372"/>
                  </a:lnTo>
                  <a:lnTo>
                    <a:pt x="3034028" y="2084382"/>
                  </a:lnTo>
                  <a:lnTo>
                    <a:pt x="3051170" y="2081855"/>
                  </a:lnTo>
                  <a:lnTo>
                    <a:pt x="3068311" y="2024205"/>
                  </a:lnTo>
                  <a:lnTo>
                    <a:pt x="3085452" y="2009888"/>
                  </a:lnTo>
                  <a:lnTo>
                    <a:pt x="3102594" y="1936656"/>
                  </a:lnTo>
                  <a:lnTo>
                    <a:pt x="3119735" y="1699996"/>
                  </a:lnTo>
                  <a:lnTo>
                    <a:pt x="3136877" y="1810068"/>
                  </a:lnTo>
                  <a:lnTo>
                    <a:pt x="3154018" y="1805471"/>
                  </a:lnTo>
                  <a:lnTo>
                    <a:pt x="3171159" y="1937448"/>
                  </a:lnTo>
                  <a:lnTo>
                    <a:pt x="3188301" y="1747101"/>
                  </a:lnTo>
                  <a:lnTo>
                    <a:pt x="3205442" y="1755505"/>
                  </a:lnTo>
                  <a:lnTo>
                    <a:pt x="3222584" y="1841841"/>
                  </a:lnTo>
                  <a:lnTo>
                    <a:pt x="3239725" y="1665164"/>
                  </a:lnTo>
                  <a:lnTo>
                    <a:pt x="3256866" y="1504255"/>
                  </a:lnTo>
                  <a:lnTo>
                    <a:pt x="3274008" y="1464153"/>
                  </a:lnTo>
                  <a:lnTo>
                    <a:pt x="3291149" y="1358746"/>
                  </a:lnTo>
                  <a:lnTo>
                    <a:pt x="3308291" y="1525984"/>
                  </a:lnTo>
                  <a:lnTo>
                    <a:pt x="3325432" y="1526208"/>
                  </a:lnTo>
                  <a:lnTo>
                    <a:pt x="3342573" y="1490680"/>
                  </a:lnTo>
                  <a:lnTo>
                    <a:pt x="3359715" y="1528106"/>
                  </a:lnTo>
                  <a:lnTo>
                    <a:pt x="3376856" y="1445645"/>
                  </a:lnTo>
                  <a:lnTo>
                    <a:pt x="3393998" y="1422839"/>
                  </a:lnTo>
                  <a:lnTo>
                    <a:pt x="3411139" y="1392670"/>
                  </a:lnTo>
                  <a:lnTo>
                    <a:pt x="3428280" y="1420651"/>
                  </a:lnTo>
                  <a:lnTo>
                    <a:pt x="3445422" y="1414254"/>
                  </a:lnTo>
                  <a:lnTo>
                    <a:pt x="3462563" y="1390424"/>
                  </a:lnTo>
                  <a:lnTo>
                    <a:pt x="3479705" y="1497507"/>
                  </a:lnTo>
                  <a:lnTo>
                    <a:pt x="3496846" y="867523"/>
                  </a:lnTo>
                  <a:lnTo>
                    <a:pt x="3513987" y="893952"/>
                  </a:lnTo>
                  <a:lnTo>
                    <a:pt x="3531129" y="800306"/>
                  </a:lnTo>
                  <a:lnTo>
                    <a:pt x="3548270" y="869047"/>
                  </a:lnTo>
                  <a:lnTo>
                    <a:pt x="3565412" y="814324"/>
                  </a:lnTo>
                  <a:lnTo>
                    <a:pt x="3582553" y="885260"/>
                  </a:lnTo>
                  <a:lnTo>
                    <a:pt x="3599694" y="766793"/>
                  </a:lnTo>
                  <a:lnTo>
                    <a:pt x="3616836" y="792142"/>
                  </a:lnTo>
                  <a:lnTo>
                    <a:pt x="3633977" y="730529"/>
                  </a:lnTo>
                  <a:lnTo>
                    <a:pt x="3651119" y="630983"/>
                  </a:lnTo>
                  <a:lnTo>
                    <a:pt x="3668260" y="603911"/>
                  </a:lnTo>
                  <a:lnTo>
                    <a:pt x="3685402" y="690727"/>
                  </a:lnTo>
                  <a:lnTo>
                    <a:pt x="3702543" y="920734"/>
                  </a:lnTo>
                  <a:lnTo>
                    <a:pt x="3719684" y="936970"/>
                  </a:lnTo>
                  <a:lnTo>
                    <a:pt x="3736826" y="1088217"/>
                  </a:lnTo>
                  <a:lnTo>
                    <a:pt x="3753967" y="1110750"/>
                  </a:lnTo>
                  <a:lnTo>
                    <a:pt x="3771109" y="1285137"/>
                  </a:lnTo>
                  <a:lnTo>
                    <a:pt x="3788250" y="1239943"/>
                  </a:lnTo>
                  <a:lnTo>
                    <a:pt x="3805391" y="1312596"/>
                  </a:lnTo>
                  <a:lnTo>
                    <a:pt x="3822533" y="1181639"/>
                  </a:lnTo>
                  <a:lnTo>
                    <a:pt x="3839674" y="1205328"/>
                  </a:lnTo>
                  <a:lnTo>
                    <a:pt x="3856816" y="1012197"/>
                  </a:lnTo>
                  <a:lnTo>
                    <a:pt x="3873957" y="886855"/>
                  </a:lnTo>
                  <a:lnTo>
                    <a:pt x="3891098" y="869634"/>
                  </a:lnTo>
                  <a:lnTo>
                    <a:pt x="3908240" y="897801"/>
                  </a:lnTo>
                  <a:lnTo>
                    <a:pt x="3925381" y="940221"/>
                  </a:lnTo>
                  <a:lnTo>
                    <a:pt x="3942523" y="824851"/>
                  </a:lnTo>
                  <a:lnTo>
                    <a:pt x="3959664" y="806082"/>
                  </a:lnTo>
                  <a:lnTo>
                    <a:pt x="3976805" y="770846"/>
                  </a:lnTo>
                  <a:lnTo>
                    <a:pt x="3993947" y="652741"/>
                  </a:lnTo>
                  <a:lnTo>
                    <a:pt x="4011088" y="739299"/>
                  </a:lnTo>
                  <a:lnTo>
                    <a:pt x="4028230" y="599395"/>
                  </a:lnTo>
                  <a:lnTo>
                    <a:pt x="4045371" y="552446"/>
                  </a:lnTo>
                  <a:lnTo>
                    <a:pt x="4062512" y="572036"/>
                  </a:lnTo>
                  <a:lnTo>
                    <a:pt x="4079654" y="550113"/>
                  </a:lnTo>
                  <a:lnTo>
                    <a:pt x="4096795" y="743692"/>
                  </a:lnTo>
                  <a:lnTo>
                    <a:pt x="4113937" y="683038"/>
                  </a:lnTo>
                  <a:lnTo>
                    <a:pt x="4131078" y="803864"/>
                  </a:lnTo>
                  <a:lnTo>
                    <a:pt x="4148219" y="719611"/>
                  </a:lnTo>
                  <a:lnTo>
                    <a:pt x="4165361" y="708008"/>
                  </a:lnTo>
                  <a:lnTo>
                    <a:pt x="4182502" y="723877"/>
                  </a:lnTo>
                  <a:lnTo>
                    <a:pt x="4199644" y="663821"/>
                  </a:lnTo>
                  <a:lnTo>
                    <a:pt x="4216785" y="691355"/>
                  </a:lnTo>
                  <a:lnTo>
                    <a:pt x="4233926" y="666672"/>
                  </a:lnTo>
                  <a:lnTo>
                    <a:pt x="4251068" y="697908"/>
                  </a:lnTo>
                  <a:lnTo>
                    <a:pt x="4268209" y="607075"/>
                  </a:lnTo>
                  <a:lnTo>
                    <a:pt x="4285351" y="650353"/>
                  </a:lnTo>
                  <a:lnTo>
                    <a:pt x="4302492" y="614706"/>
                  </a:lnTo>
                  <a:lnTo>
                    <a:pt x="4319633" y="528940"/>
                  </a:lnTo>
                  <a:lnTo>
                    <a:pt x="4336775" y="507171"/>
                  </a:lnTo>
                  <a:lnTo>
                    <a:pt x="4353916" y="436405"/>
                  </a:lnTo>
                  <a:lnTo>
                    <a:pt x="4371058" y="329725"/>
                  </a:lnTo>
                  <a:lnTo>
                    <a:pt x="4388199" y="486414"/>
                  </a:lnTo>
                  <a:lnTo>
                    <a:pt x="4405341" y="529368"/>
                  </a:lnTo>
                  <a:lnTo>
                    <a:pt x="4422482" y="442785"/>
                  </a:lnTo>
                  <a:lnTo>
                    <a:pt x="4439623" y="363877"/>
                  </a:lnTo>
                  <a:lnTo>
                    <a:pt x="4456765" y="518658"/>
                  </a:lnTo>
                  <a:lnTo>
                    <a:pt x="4473906" y="431157"/>
                  </a:lnTo>
                  <a:lnTo>
                    <a:pt x="4491048" y="445971"/>
                  </a:lnTo>
                  <a:lnTo>
                    <a:pt x="4508189" y="660096"/>
                  </a:lnTo>
                  <a:lnTo>
                    <a:pt x="4525330" y="712162"/>
                  </a:lnTo>
                  <a:lnTo>
                    <a:pt x="4542472" y="751781"/>
                  </a:lnTo>
                  <a:lnTo>
                    <a:pt x="4559613" y="671397"/>
                  </a:lnTo>
                  <a:lnTo>
                    <a:pt x="4576755" y="715471"/>
                  </a:lnTo>
                  <a:lnTo>
                    <a:pt x="4593896" y="812071"/>
                  </a:lnTo>
                  <a:lnTo>
                    <a:pt x="4611037" y="1072438"/>
                  </a:lnTo>
                  <a:lnTo>
                    <a:pt x="4628179" y="1079024"/>
                  </a:lnTo>
                  <a:lnTo>
                    <a:pt x="4645320" y="1065117"/>
                  </a:lnTo>
                  <a:lnTo>
                    <a:pt x="4662462" y="1019243"/>
                  </a:lnTo>
                  <a:lnTo>
                    <a:pt x="4679603" y="852705"/>
                  </a:lnTo>
                  <a:lnTo>
                    <a:pt x="4696744" y="826129"/>
                  </a:lnTo>
                  <a:lnTo>
                    <a:pt x="4713886" y="898765"/>
                  </a:lnTo>
                  <a:lnTo>
                    <a:pt x="4731027" y="839591"/>
                  </a:lnTo>
                  <a:lnTo>
                    <a:pt x="4748169" y="878949"/>
                  </a:lnTo>
                  <a:lnTo>
                    <a:pt x="4765310" y="744422"/>
                  </a:lnTo>
                  <a:lnTo>
                    <a:pt x="4782451" y="758154"/>
                  </a:lnTo>
                  <a:lnTo>
                    <a:pt x="4799593" y="824632"/>
                  </a:lnTo>
                  <a:lnTo>
                    <a:pt x="4816734" y="631183"/>
                  </a:lnTo>
                  <a:lnTo>
                    <a:pt x="4833876" y="404722"/>
                  </a:lnTo>
                  <a:lnTo>
                    <a:pt x="4851017" y="387425"/>
                  </a:lnTo>
                  <a:lnTo>
                    <a:pt x="4868158" y="475483"/>
                  </a:lnTo>
                  <a:lnTo>
                    <a:pt x="4885300" y="294855"/>
                  </a:lnTo>
                  <a:lnTo>
                    <a:pt x="4902441" y="284322"/>
                  </a:lnTo>
                  <a:lnTo>
                    <a:pt x="4919583" y="283342"/>
                  </a:lnTo>
                  <a:lnTo>
                    <a:pt x="4936724" y="199765"/>
                  </a:lnTo>
                  <a:lnTo>
                    <a:pt x="4953865" y="182541"/>
                  </a:lnTo>
                  <a:lnTo>
                    <a:pt x="4971007" y="219168"/>
                  </a:lnTo>
                  <a:lnTo>
                    <a:pt x="4988148" y="216834"/>
                  </a:lnTo>
                  <a:lnTo>
                    <a:pt x="5005290" y="257884"/>
                  </a:lnTo>
                  <a:lnTo>
                    <a:pt x="5022431" y="339956"/>
                  </a:lnTo>
                  <a:lnTo>
                    <a:pt x="5039572" y="104919"/>
                  </a:lnTo>
                  <a:lnTo>
                    <a:pt x="5056714" y="110260"/>
                  </a:lnTo>
                  <a:lnTo>
                    <a:pt x="5073855" y="5034"/>
                  </a:lnTo>
                  <a:lnTo>
                    <a:pt x="5090997" y="33874"/>
                  </a:lnTo>
                  <a:lnTo>
                    <a:pt x="5108138" y="129834"/>
                  </a:lnTo>
                  <a:lnTo>
                    <a:pt x="5125280" y="172895"/>
                  </a:lnTo>
                  <a:lnTo>
                    <a:pt x="5142421" y="125182"/>
                  </a:lnTo>
                  <a:lnTo>
                    <a:pt x="5159562" y="0"/>
                  </a:lnTo>
                  <a:lnTo>
                    <a:pt x="5159562" y="0"/>
                  </a:lnTo>
                  <a:lnTo>
                    <a:pt x="5176704" y="122887"/>
                  </a:lnTo>
                  <a:lnTo>
                    <a:pt x="5193845" y="90064"/>
                  </a:lnTo>
                  <a:lnTo>
                    <a:pt x="5210987" y="143899"/>
                  </a:lnTo>
                  <a:lnTo>
                    <a:pt x="5228128" y="166910"/>
                  </a:lnTo>
                  <a:lnTo>
                    <a:pt x="5245269" y="136512"/>
                  </a:lnTo>
                  <a:lnTo>
                    <a:pt x="5262411" y="148217"/>
                  </a:lnTo>
                  <a:lnTo>
                    <a:pt x="5279552" y="126517"/>
                  </a:lnTo>
                  <a:lnTo>
                    <a:pt x="5296694" y="165616"/>
                  </a:lnTo>
                  <a:lnTo>
                    <a:pt x="5313835" y="180175"/>
                  </a:lnTo>
                  <a:lnTo>
                    <a:pt x="5330976" y="361227"/>
                  </a:lnTo>
                  <a:lnTo>
                    <a:pt x="5348118" y="398655"/>
                  </a:lnTo>
                  <a:lnTo>
                    <a:pt x="5365259" y="378167"/>
                  </a:lnTo>
                  <a:lnTo>
                    <a:pt x="5382401" y="456357"/>
                  </a:lnTo>
                  <a:lnTo>
                    <a:pt x="5399542" y="615986"/>
                  </a:lnTo>
                  <a:lnTo>
                    <a:pt x="5416683" y="602507"/>
                  </a:lnTo>
                  <a:lnTo>
                    <a:pt x="5433825" y="571855"/>
                  </a:lnTo>
                  <a:lnTo>
                    <a:pt x="5450966" y="404628"/>
                  </a:lnTo>
                  <a:lnTo>
                    <a:pt x="5468108" y="272376"/>
                  </a:lnTo>
                  <a:lnTo>
                    <a:pt x="5485249" y="324124"/>
                  </a:lnTo>
                  <a:lnTo>
                    <a:pt x="5502390" y="397000"/>
                  </a:lnTo>
                  <a:lnTo>
                    <a:pt x="5519532" y="383757"/>
                  </a:lnTo>
                  <a:lnTo>
                    <a:pt x="5536673" y="412269"/>
                  </a:lnTo>
                  <a:lnTo>
                    <a:pt x="5553815" y="558329"/>
                  </a:lnTo>
                  <a:lnTo>
                    <a:pt x="5570956" y="464628"/>
                  </a:lnTo>
                  <a:lnTo>
                    <a:pt x="5588097" y="363454"/>
                  </a:lnTo>
                  <a:lnTo>
                    <a:pt x="5605239" y="315341"/>
                  </a:lnTo>
                  <a:lnTo>
                    <a:pt x="5622380" y="385841"/>
                  </a:lnTo>
                  <a:lnTo>
                    <a:pt x="5639522" y="486043"/>
                  </a:lnTo>
                  <a:lnTo>
                    <a:pt x="5656663" y="533204"/>
                  </a:lnTo>
                  <a:lnTo>
                    <a:pt x="5673804" y="635217"/>
                  </a:lnTo>
                  <a:lnTo>
                    <a:pt x="5690946" y="811668"/>
                  </a:lnTo>
                  <a:lnTo>
                    <a:pt x="5708087" y="989271"/>
                  </a:lnTo>
                  <a:lnTo>
                    <a:pt x="5725229" y="1058002"/>
                  </a:lnTo>
                  <a:lnTo>
                    <a:pt x="5742370" y="1306621"/>
                  </a:lnTo>
                  <a:lnTo>
                    <a:pt x="5759511" y="1335434"/>
                  </a:lnTo>
                  <a:lnTo>
                    <a:pt x="5776653" y="1235046"/>
                  </a:lnTo>
                  <a:lnTo>
                    <a:pt x="5793794" y="1312224"/>
                  </a:lnTo>
                  <a:lnTo>
                    <a:pt x="5810936" y="1337056"/>
                  </a:lnTo>
                  <a:lnTo>
                    <a:pt x="5828077" y="1307223"/>
                  </a:lnTo>
                  <a:lnTo>
                    <a:pt x="5845219" y="1496025"/>
                  </a:lnTo>
                  <a:lnTo>
                    <a:pt x="5862360" y="1626289"/>
                  </a:lnTo>
                  <a:lnTo>
                    <a:pt x="5879501" y="1572586"/>
                  </a:lnTo>
                  <a:lnTo>
                    <a:pt x="5896643" y="1706307"/>
                  </a:lnTo>
                  <a:lnTo>
                    <a:pt x="5913784" y="1488924"/>
                  </a:lnTo>
                  <a:lnTo>
                    <a:pt x="5930926" y="1382145"/>
                  </a:lnTo>
                  <a:lnTo>
                    <a:pt x="5948067" y="1546951"/>
                  </a:lnTo>
                  <a:lnTo>
                    <a:pt x="5965208" y="1741031"/>
                  </a:lnTo>
                  <a:lnTo>
                    <a:pt x="5982350" y="1861957"/>
                  </a:lnTo>
                  <a:lnTo>
                    <a:pt x="5999491" y="1951150"/>
                  </a:lnTo>
                  <a:lnTo>
                    <a:pt x="6016633" y="1961233"/>
                  </a:lnTo>
                  <a:lnTo>
                    <a:pt x="6033774" y="1927406"/>
                  </a:lnTo>
                  <a:lnTo>
                    <a:pt x="6050915" y="2002119"/>
                  </a:lnTo>
                  <a:lnTo>
                    <a:pt x="6068057" y="1906136"/>
                  </a:lnTo>
                  <a:lnTo>
                    <a:pt x="6085198" y="2050101"/>
                  </a:lnTo>
                  <a:lnTo>
                    <a:pt x="6102340" y="2058168"/>
                  </a:lnTo>
                  <a:lnTo>
                    <a:pt x="6119481" y="1990627"/>
                  </a:lnTo>
                  <a:lnTo>
                    <a:pt x="6136622" y="1821983"/>
                  </a:lnTo>
                  <a:lnTo>
                    <a:pt x="6153764" y="1691855"/>
                  </a:lnTo>
                  <a:lnTo>
                    <a:pt x="6170905" y="1596610"/>
                  </a:lnTo>
                  <a:lnTo>
                    <a:pt x="6188047" y="1674779"/>
                  </a:lnTo>
                  <a:lnTo>
                    <a:pt x="6205188" y="1734051"/>
                  </a:lnTo>
                  <a:lnTo>
                    <a:pt x="6222329" y="1804499"/>
                  </a:lnTo>
                  <a:lnTo>
                    <a:pt x="6239471" y="1739364"/>
                  </a:lnTo>
                  <a:lnTo>
                    <a:pt x="6256612" y="1720769"/>
                  </a:lnTo>
                  <a:lnTo>
                    <a:pt x="6273754" y="1615273"/>
                  </a:lnTo>
                  <a:lnTo>
                    <a:pt x="6290895" y="1715811"/>
                  </a:lnTo>
                  <a:lnTo>
                    <a:pt x="6308036" y="1779728"/>
                  </a:lnTo>
                  <a:lnTo>
                    <a:pt x="6325178" y="1904190"/>
                  </a:lnTo>
                  <a:lnTo>
                    <a:pt x="6342319" y="1986728"/>
                  </a:lnTo>
                  <a:lnTo>
                    <a:pt x="6359461" y="2046835"/>
                  </a:lnTo>
                  <a:lnTo>
                    <a:pt x="6376602" y="2128038"/>
                  </a:lnTo>
                  <a:lnTo>
                    <a:pt x="6393743" y="2060852"/>
                  </a:lnTo>
                  <a:lnTo>
                    <a:pt x="6410885" y="2027677"/>
                  </a:lnTo>
                  <a:lnTo>
                    <a:pt x="6428026" y="2224426"/>
                  </a:lnTo>
                  <a:lnTo>
                    <a:pt x="6445168" y="2193999"/>
                  </a:lnTo>
                  <a:lnTo>
                    <a:pt x="6462309" y="2234269"/>
                  </a:lnTo>
                  <a:lnTo>
                    <a:pt x="6479450" y="2202117"/>
                  </a:lnTo>
                  <a:lnTo>
                    <a:pt x="6496592" y="2350670"/>
                  </a:lnTo>
                  <a:lnTo>
                    <a:pt x="6513733" y="2386038"/>
                  </a:lnTo>
                  <a:lnTo>
                    <a:pt x="6530875" y="2456782"/>
                  </a:lnTo>
                  <a:lnTo>
                    <a:pt x="6548016" y="2476856"/>
                  </a:lnTo>
                  <a:lnTo>
                    <a:pt x="6565158" y="2490913"/>
                  </a:lnTo>
                  <a:lnTo>
                    <a:pt x="6582299" y="2590529"/>
                  </a:lnTo>
                  <a:lnTo>
                    <a:pt x="6599440" y="2651823"/>
                  </a:lnTo>
                  <a:lnTo>
                    <a:pt x="6616582" y="2681288"/>
                  </a:lnTo>
                  <a:lnTo>
                    <a:pt x="6633723" y="2628896"/>
                  </a:lnTo>
                  <a:lnTo>
                    <a:pt x="6650865" y="2734624"/>
                  </a:lnTo>
                  <a:lnTo>
                    <a:pt x="6668006" y="2723361"/>
                  </a:lnTo>
                  <a:lnTo>
                    <a:pt x="6685147" y="2738652"/>
                  </a:lnTo>
                  <a:lnTo>
                    <a:pt x="6702289" y="2759667"/>
                  </a:lnTo>
                  <a:lnTo>
                    <a:pt x="6719430" y="2626944"/>
                  </a:lnTo>
                  <a:lnTo>
                    <a:pt x="6736572" y="2771216"/>
                  </a:lnTo>
                  <a:lnTo>
                    <a:pt x="6753713" y="2694591"/>
                  </a:lnTo>
                  <a:lnTo>
                    <a:pt x="6770854" y="2678873"/>
                  </a:lnTo>
                  <a:lnTo>
                    <a:pt x="6787996" y="2700052"/>
                  </a:lnTo>
                  <a:lnTo>
                    <a:pt x="6805137" y="2587808"/>
                  </a:lnTo>
                  <a:lnTo>
                    <a:pt x="6822279" y="2674687"/>
                  </a:lnTo>
                  <a:lnTo>
                    <a:pt x="6839420" y="2663238"/>
                  </a:lnTo>
                  <a:lnTo>
                    <a:pt x="6856561" y="2642514"/>
                  </a:lnTo>
                  <a:lnTo>
                    <a:pt x="6873703" y="2707013"/>
                  </a:lnTo>
                  <a:lnTo>
                    <a:pt x="6890844" y="2689348"/>
                  </a:lnTo>
                  <a:lnTo>
                    <a:pt x="6907986" y="2714925"/>
                  </a:lnTo>
                  <a:lnTo>
                    <a:pt x="6925127" y="2640171"/>
                  </a:lnTo>
                  <a:lnTo>
                    <a:pt x="6942268" y="2700915"/>
                  </a:lnTo>
                  <a:lnTo>
                    <a:pt x="6959410" y="2668733"/>
                  </a:lnTo>
                  <a:lnTo>
                    <a:pt x="6976551" y="2706011"/>
                  </a:lnTo>
                  <a:lnTo>
                    <a:pt x="6993693" y="2689598"/>
                  </a:lnTo>
                  <a:lnTo>
                    <a:pt x="7010834" y="2664115"/>
                  </a:lnTo>
                  <a:lnTo>
                    <a:pt x="7027975" y="2685402"/>
                  </a:lnTo>
                  <a:lnTo>
                    <a:pt x="7045117" y="2679759"/>
                  </a:lnTo>
                  <a:lnTo>
                    <a:pt x="7062258" y="2651882"/>
                  </a:lnTo>
                  <a:lnTo>
                    <a:pt x="7079400" y="2626695"/>
                  </a:lnTo>
                  <a:lnTo>
                    <a:pt x="7096541" y="2635369"/>
                  </a:lnTo>
                  <a:lnTo>
                    <a:pt x="7113682" y="2635727"/>
                  </a:lnTo>
                  <a:lnTo>
                    <a:pt x="7130824" y="2615849"/>
                  </a:lnTo>
                  <a:lnTo>
                    <a:pt x="7147965" y="2581257"/>
                  </a:lnTo>
                  <a:lnTo>
                    <a:pt x="7165107" y="2582284"/>
                  </a:lnTo>
                  <a:lnTo>
                    <a:pt x="7182248" y="2558797"/>
                  </a:lnTo>
                  <a:lnTo>
                    <a:pt x="7199389" y="2554628"/>
                  </a:lnTo>
                  <a:lnTo>
                    <a:pt x="7216531" y="2596968"/>
                  </a:lnTo>
                  <a:lnTo>
                    <a:pt x="7233672" y="2589591"/>
                  </a:lnTo>
                  <a:lnTo>
                    <a:pt x="7250814" y="2597842"/>
                  </a:lnTo>
                  <a:lnTo>
                    <a:pt x="7267955" y="2621710"/>
                  </a:lnTo>
                  <a:lnTo>
                    <a:pt x="7285097" y="2668092"/>
                  </a:lnTo>
                  <a:lnTo>
                    <a:pt x="7302238" y="2684296"/>
                  </a:lnTo>
                  <a:lnTo>
                    <a:pt x="7319379" y="2637266"/>
                  </a:lnTo>
                  <a:lnTo>
                    <a:pt x="7336521" y="2627938"/>
                  </a:lnTo>
                  <a:lnTo>
                    <a:pt x="7353662" y="2542873"/>
                  </a:lnTo>
                  <a:lnTo>
                    <a:pt x="7370804" y="2557103"/>
                  </a:lnTo>
                  <a:lnTo>
                    <a:pt x="7387945" y="2475344"/>
                  </a:lnTo>
                  <a:lnTo>
                    <a:pt x="7405086" y="2427954"/>
                  </a:lnTo>
                  <a:lnTo>
                    <a:pt x="7422228" y="2246434"/>
                  </a:lnTo>
                  <a:lnTo>
                    <a:pt x="7439369" y="2135630"/>
                  </a:lnTo>
                  <a:lnTo>
                    <a:pt x="7456511" y="2191227"/>
                  </a:lnTo>
                  <a:lnTo>
                    <a:pt x="7473652" y="2287031"/>
                  </a:lnTo>
                  <a:lnTo>
                    <a:pt x="7490793" y="2433025"/>
                  </a:lnTo>
                  <a:lnTo>
                    <a:pt x="7507935" y="2436554"/>
                  </a:lnTo>
                  <a:lnTo>
                    <a:pt x="7525076" y="2305865"/>
                  </a:lnTo>
                  <a:lnTo>
                    <a:pt x="7542218" y="2279713"/>
                  </a:lnTo>
                  <a:lnTo>
                    <a:pt x="7559359" y="2435508"/>
                  </a:lnTo>
                  <a:lnTo>
                    <a:pt x="7576500" y="2499651"/>
                  </a:lnTo>
                  <a:lnTo>
                    <a:pt x="7593642" y="2551350"/>
                  </a:lnTo>
                  <a:lnTo>
                    <a:pt x="7610783" y="2630582"/>
                  </a:lnTo>
                  <a:lnTo>
                    <a:pt x="7627925" y="2736395"/>
                  </a:lnTo>
                  <a:lnTo>
                    <a:pt x="7645066" y="2821647"/>
                  </a:lnTo>
                  <a:lnTo>
                    <a:pt x="7662207" y="2787418"/>
                  </a:lnTo>
                  <a:lnTo>
                    <a:pt x="7679349" y="2802820"/>
                  </a:lnTo>
                  <a:lnTo>
                    <a:pt x="7696490" y="2818562"/>
                  </a:lnTo>
                  <a:lnTo>
                    <a:pt x="7713632" y="2794920"/>
                  </a:lnTo>
                  <a:lnTo>
                    <a:pt x="7730773" y="2787873"/>
                  </a:lnTo>
                  <a:lnTo>
                    <a:pt x="7747914" y="2740956"/>
                  </a:lnTo>
                  <a:lnTo>
                    <a:pt x="7765056" y="2663716"/>
                  </a:lnTo>
                  <a:lnTo>
                    <a:pt x="7782197" y="2688667"/>
                  </a:lnTo>
                  <a:lnTo>
                    <a:pt x="7799339" y="2675598"/>
                  </a:lnTo>
                  <a:lnTo>
                    <a:pt x="7816480" y="2583172"/>
                  </a:lnTo>
                  <a:lnTo>
                    <a:pt x="7833621" y="2479064"/>
                  </a:lnTo>
                  <a:lnTo>
                    <a:pt x="7850763" y="2498025"/>
                  </a:lnTo>
                  <a:lnTo>
                    <a:pt x="7867904" y="2748457"/>
                  </a:lnTo>
                  <a:lnTo>
                    <a:pt x="7885046" y="2754437"/>
                  </a:lnTo>
                  <a:lnTo>
                    <a:pt x="7902187" y="2731192"/>
                  </a:lnTo>
                  <a:lnTo>
                    <a:pt x="7919328" y="2624124"/>
                  </a:lnTo>
                  <a:lnTo>
                    <a:pt x="7936470" y="2604603"/>
                  </a:lnTo>
                  <a:lnTo>
                    <a:pt x="7953611" y="2618639"/>
                  </a:lnTo>
                  <a:lnTo>
                    <a:pt x="7970753" y="2653953"/>
                  </a:lnTo>
                  <a:lnTo>
                    <a:pt x="7987894" y="2708707"/>
                  </a:lnTo>
                  <a:lnTo>
                    <a:pt x="8005036" y="2709243"/>
                  </a:lnTo>
                  <a:lnTo>
                    <a:pt x="8022177" y="2704748"/>
                  </a:lnTo>
                  <a:lnTo>
                    <a:pt x="8039318" y="2665923"/>
                  </a:lnTo>
                  <a:lnTo>
                    <a:pt x="8056460" y="2587010"/>
                  </a:lnTo>
                  <a:lnTo>
                    <a:pt x="8073601" y="2596098"/>
                  </a:lnTo>
                  <a:lnTo>
                    <a:pt x="8090743" y="2504629"/>
                  </a:lnTo>
                  <a:lnTo>
                    <a:pt x="8107884" y="2409440"/>
                  </a:lnTo>
                  <a:lnTo>
                    <a:pt x="8125025" y="2299897"/>
                  </a:lnTo>
                  <a:lnTo>
                    <a:pt x="8142167" y="2108331"/>
                  </a:lnTo>
                  <a:lnTo>
                    <a:pt x="8159308" y="2216223"/>
                  </a:lnTo>
                  <a:lnTo>
                    <a:pt x="8176450" y="2377645"/>
                  </a:lnTo>
                  <a:lnTo>
                    <a:pt x="8193591" y="2428057"/>
                  </a:lnTo>
                  <a:lnTo>
                    <a:pt x="8210732" y="2576623"/>
                  </a:lnTo>
                  <a:lnTo>
                    <a:pt x="8227874" y="2576470"/>
                  </a:lnTo>
                  <a:lnTo>
                    <a:pt x="8245015" y="2608542"/>
                  </a:lnTo>
                  <a:lnTo>
                    <a:pt x="8262157" y="2584432"/>
                  </a:lnTo>
                  <a:lnTo>
                    <a:pt x="8279298" y="2484868"/>
                  </a:lnTo>
                  <a:lnTo>
                    <a:pt x="8296439" y="2570038"/>
                  </a:lnTo>
                  <a:lnTo>
                    <a:pt x="8313581" y="2552721"/>
                  </a:lnTo>
                  <a:lnTo>
                    <a:pt x="8330722" y="2529919"/>
                  </a:lnTo>
                  <a:lnTo>
                    <a:pt x="8347864" y="2621544"/>
                  </a:lnTo>
                  <a:lnTo>
                    <a:pt x="8365005" y="2627445"/>
                  </a:lnTo>
                  <a:lnTo>
                    <a:pt x="8382146" y="2622059"/>
                  </a:lnTo>
                  <a:lnTo>
                    <a:pt x="8399288" y="2433039"/>
                  </a:lnTo>
                  <a:lnTo>
                    <a:pt x="8416429" y="2396269"/>
                  </a:lnTo>
                  <a:lnTo>
                    <a:pt x="8433571" y="2361109"/>
                  </a:lnTo>
                  <a:lnTo>
                    <a:pt x="8450712" y="2366594"/>
                  </a:lnTo>
                  <a:lnTo>
                    <a:pt x="8467853" y="2490095"/>
                  </a:lnTo>
                  <a:lnTo>
                    <a:pt x="8484995" y="2538281"/>
                  </a:lnTo>
                  <a:lnTo>
                    <a:pt x="8502136" y="2484902"/>
                  </a:lnTo>
                  <a:lnTo>
                    <a:pt x="8519278" y="2535175"/>
                  </a:lnTo>
                  <a:lnTo>
                    <a:pt x="8536419" y="2549328"/>
                  </a:lnTo>
                  <a:lnTo>
                    <a:pt x="8553560" y="2548208"/>
                  </a:lnTo>
                  <a:lnTo>
                    <a:pt x="8553560" y="25482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44934" y="3262477"/>
              <a:ext cx="8553560" cy="3116972"/>
            </a:xfrm>
            <a:custGeom>
              <a:avLst/>
              <a:pathLst>
                <a:path w="8553560" h="3116972">
                  <a:moveTo>
                    <a:pt x="0" y="2994303"/>
                  </a:moveTo>
                  <a:lnTo>
                    <a:pt x="17141" y="3013269"/>
                  </a:lnTo>
                  <a:lnTo>
                    <a:pt x="34282" y="2938115"/>
                  </a:lnTo>
                  <a:lnTo>
                    <a:pt x="51424" y="2937366"/>
                  </a:lnTo>
                  <a:lnTo>
                    <a:pt x="68565" y="2945967"/>
                  </a:lnTo>
                  <a:lnTo>
                    <a:pt x="85707" y="3017979"/>
                  </a:lnTo>
                  <a:lnTo>
                    <a:pt x="102848" y="2979917"/>
                  </a:lnTo>
                  <a:lnTo>
                    <a:pt x="119989" y="2951093"/>
                  </a:lnTo>
                  <a:lnTo>
                    <a:pt x="137131" y="2982723"/>
                  </a:lnTo>
                  <a:lnTo>
                    <a:pt x="154272" y="2998000"/>
                  </a:lnTo>
                  <a:lnTo>
                    <a:pt x="171414" y="3000015"/>
                  </a:lnTo>
                  <a:lnTo>
                    <a:pt x="188555" y="2930115"/>
                  </a:lnTo>
                  <a:lnTo>
                    <a:pt x="205696" y="2934028"/>
                  </a:lnTo>
                  <a:lnTo>
                    <a:pt x="222838" y="2947604"/>
                  </a:lnTo>
                  <a:lnTo>
                    <a:pt x="239979" y="2969535"/>
                  </a:lnTo>
                  <a:lnTo>
                    <a:pt x="257121" y="2959396"/>
                  </a:lnTo>
                  <a:lnTo>
                    <a:pt x="274262" y="2909245"/>
                  </a:lnTo>
                  <a:lnTo>
                    <a:pt x="291403" y="2898551"/>
                  </a:lnTo>
                  <a:lnTo>
                    <a:pt x="308545" y="2887588"/>
                  </a:lnTo>
                  <a:lnTo>
                    <a:pt x="325686" y="2916660"/>
                  </a:lnTo>
                  <a:lnTo>
                    <a:pt x="342828" y="2864715"/>
                  </a:lnTo>
                  <a:lnTo>
                    <a:pt x="359969" y="2833475"/>
                  </a:lnTo>
                  <a:lnTo>
                    <a:pt x="377110" y="2835418"/>
                  </a:lnTo>
                  <a:lnTo>
                    <a:pt x="394252" y="2845168"/>
                  </a:lnTo>
                  <a:lnTo>
                    <a:pt x="411393" y="2853122"/>
                  </a:lnTo>
                  <a:lnTo>
                    <a:pt x="428535" y="2828139"/>
                  </a:lnTo>
                  <a:lnTo>
                    <a:pt x="445676" y="2770454"/>
                  </a:lnTo>
                  <a:lnTo>
                    <a:pt x="462817" y="2806114"/>
                  </a:lnTo>
                  <a:lnTo>
                    <a:pt x="479959" y="2753861"/>
                  </a:lnTo>
                  <a:lnTo>
                    <a:pt x="497100" y="2718638"/>
                  </a:lnTo>
                  <a:lnTo>
                    <a:pt x="514242" y="2735026"/>
                  </a:lnTo>
                  <a:lnTo>
                    <a:pt x="531383" y="2671261"/>
                  </a:lnTo>
                  <a:lnTo>
                    <a:pt x="548524" y="2613501"/>
                  </a:lnTo>
                  <a:lnTo>
                    <a:pt x="565666" y="2580256"/>
                  </a:lnTo>
                  <a:lnTo>
                    <a:pt x="582807" y="2601551"/>
                  </a:lnTo>
                  <a:lnTo>
                    <a:pt x="599949" y="2659256"/>
                  </a:lnTo>
                  <a:lnTo>
                    <a:pt x="617090" y="2589326"/>
                  </a:lnTo>
                  <a:lnTo>
                    <a:pt x="634231" y="2584390"/>
                  </a:lnTo>
                  <a:lnTo>
                    <a:pt x="651373" y="2614130"/>
                  </a:lnTo>
                  <a:lnTo>
                    <a:pt x="668514" y="2638806"/>
                  </a:lnTo>
                  <a:lnTo>
                    <a:pt x="685656" y="2613569"/>
                  </a:lnTo>
                  <a:lnTo>
                    <a:pt x="702797" y="2669591"/>
                  </a:lnTo>
                  <a:lnTo>
                    <a:pt x="719938" y="2737804"/>
                  </a:lnTo>
                  <a:lnTo>
                    <a:pt x="737080" y="2795564"/>
                  </a:lnTo>
                  <a:lnTo>
                    <a:pt x="754221" y="2873400"/>
                  </a:lnTo>
                  <a:lnTo>
                    <a:pt x="771363" y="2826676"/>
                  </a:lnTo>
                  <a:lnTo>
                    <a:pt x="788504" y="2864982"/>
                  </a:lnTo>
                  <a:lnTo>
                    <a:pt x="805646" y="2835671"/>
                  </a:lnTo>
                  <a:lnTo>
                    <a:pt x="822787" y="2892609"/>
                  </a:lnTo>
                  <a:lnTo>
                    <a:pt x="839928" y="2847967"/>
                  </a:lnTo>
                  <a:lnTo>
                    <a:pt x="857070" y="2759964"/>
                  </a:lnTo>
                  <a:lnTo>
                    <a:pt x="874211" y="2832683"/>
                  </a:lnTo>
                  <a:lnTo>
                    <a:pt x="891353" y="2781274"/>
                  </a:lnTo>
                  <a:lnTo>
                    <a:pt x="908494" y="2840185"/>
                  </a:lnTo>
                  <a:lnTo>
                    <a:pt x="925635" y="2841630"/>
                  </a:lnTo>
                  <a:lnTo>
                    <a:pt x="942777" y="2873396"/>
                  </a:lnTo>
                  <a:lnTo>
                    <a:pt x="959918" y="2969744"/>
                  </a:lnTo>
                  <a:lnTo>
                    <a:pt x="977060" y="2913918"/>
                  </a:lnTo>
                  <a:lnTo>
                    <a:pt x="994201" y="2991956"/>
                  </a:lnTo>
                  <a:lnTo>
                    <a:pt x="1011342" y="2929623"/>
                  </a:lnTo>
                  <a:lnTo>
                    <a:pt x="1028484" y="2913493"/>
                  </a:lnTo>
                  <a:lnTo>
                    <a:pt x="1045625" y="2903337"/>
                  </a:lnTo>
                  <a:lnTo>
                    <a:pt x="1062767" y="2933561"/>
                  </a:lnTo>
                  <a:lnTo>
                    <a:pt x="1079908" y="2959008"/>
                  </a:lnTo>
                  <a:lnTo>
                    <a:pt x="1097049" y="2926583"/>
                  </a:lnTo>
                  <a:lnTo>
                    <a:pt x="1114191" y="2900161"/>
                  </a:lnTo>
                  <a:lnTo>
                    <a:pt x="1131332" y="2897425"/>
                  </a:lnTo>
                  <a:lnTo>
                    <a:pt x="1148474" y="2872007"/>
                  </a:lnTo>
                  <a:lnTo>
                    <a:pt x="1165615" y="2782167"/>
                  </a:lnTo>
                  <a:lnTo>
                    <a:pt x="1182756" y="2779177"/>
                  </a:lnTo>
                  <a:lnTo>
                    <a:pt x="1199898" y="2751443"/>
                  </a:lnTo>
                  <a:lnTo>
                    <a:pt x="1217039" y="2797073"/>
                  </a:lnTo>
                  <a:lnTo>
                    <a:pt x="1234181" y="2846773"/>
                  </a:lnTo>
                  <a:lnTo>
                    <a:pt x="1251322" y="2723994"/>
                  </a:lnTo>
                  <a:lnTo>
                    <a:pt x="1268463" y="2753801"/>
                  </a:lnTo>
                  <a:lnTo>
                    <a:pt x="1285605" y="2763206"/>
                  </a:lnTo>
                  <a:lnTo>
                    <a:pt x="1302746" y="2757017"/>
                  </a:lnTo>
                  <a:lnTo>
                    <a:pt x="1319888" y="2801915"/>
                  </a:lnTo>
                  <a:lnTo>
                    <a:pt x="1337029" y="2725736"/>
                  </a:lnTo>
                  <a:lnTo>
                    <a:pt x="1354170" y="2805585"/>
                  </a:lnTo>
                  <a:lnTo>
                    <a:pt x="1371312" y="2835420"/>
                  </a:lnTo>
                  <a:lnTo>
                    <a:pt x="1388453" y="2827829"/>
                  </a:lnTo>
                  <a:lnTo>
                    <a:pt x="1405595" y="2729936"/>
                  </a:lnTo>
                  <a:lnTo>
                    <a:pt x="1422736" y="2734838"/>
                  </a:lnTo>
                  <a:lnTo>
                    <a:pt x="1439877" y="2804535"/>
                  </a:lnTo>
                  <a:lnTo>
                    <a:pt x="1457019" y="2796964"/>
                  </a:lnTo>
                  <a:lnTo>
                    <a:pt x="1474160" y="2713868"/>
                  </a:lnTo>
                  <a:lnTo>
                    <a:pt x="1491302" y="2641613"/>
                  </a:lnTo>
                  <a:lnTo>
                    <a:pt x="1508443" y="2791783"/>
                  </a:lnTo>
                  <a:lnTo>
                    <a:pt x="1525585" y="2881759"/>
                  </a:lnTo>
                  <a:lnTo>
                    <a:pt x="1542726" y="2894987"/>
                  </a:lnTo>
                  <a:lnTo>
                    <a:pt x="1559867" y="2898642"/>
                  </a:lnTo>
                  <a:lnTo>
                    <a:pt x="1577009" y="2893111"/>
                  </a:lnTo>
                  <a:lnTo>
                    <a:pt x="1594150" y="2942123"/>
                  </a:lnTo>
                  <a:lnTo>
                    <a:pt x="1611292" y="2939801"/>
                  </a:lnTo>
                  <a:lnTo>
                    <a:pt x="1628433" y="2912701"/>
                  </a:lnTo>
                  <a:lnTo>
                    <a:pt x="1645574" y="2936948"/>
                  </a:lnTo>
                  <a:lnTo>
                    <a:pt x="1662716" y="2949518"/>
                  </a:lnTo>
                  <a:lnTo>
                    <a:pt x="1679857" y="2909186"/>
                  </a:lnTo>
                  <a:lnTo>
                    <a:pt x="1696999" y="2910624"/>
                  </a:lnTo>
                  <a:lnTo>
                    <a:pt x="1714140" y="2865087"/>
                  </a:lnTo>
                  <a:lnTo>
                    <a:pt x="1731281" y="2850616"/>
                  </a:lnTo>
                  <a:lnTo>
                    <a:pt x="1748423" y="2870041"/>
                  </a:lnTo>
                  <a:lnTo>
                    <a:pt x="1765564" y="2839033"/>
                  </a:lnTo>
                  <a:lnTo>
                    <a:pt x="1782706" y="2831651"/>
                  </a:lnTo>
                  <a:lnTo>
                    <a:pt x="1799847" y="2836019"/>
                  </a:lnTo>
                  <a:lnTo>
                    <a:pt x="1816988" y="2862879"/>
                  </a:lnTo>
                  <a:lnTo>
                    <a:pt x="1834130" y="2934805"/>
                  </a:lnTo>
                  <a:lnTo>
                    <a:pt x="1851271" y="2951662"/>
                  </a:lnTo>
                  <a:lnTo>
                    <a:pt x="1868413" y="2894468"/>
                  </a:lnTo>
                  <a:lnTo>
                    <a:pt x="1885554" y="2878832"/>
                  </a:lnTo>
                  <a:lnTo>
                    <a:pt x="1902695" y="2889040"/>
                  </a:lnTo>
                  <a:lnTo>
                    <a:pt x="1919837" y="2803563"/>
                  </a:lnTo>
                  <a:lnTo>
                    <a:pt x="1936978" y="2838503"/>
                  </a:lnTo>
                  <a:lnTo>
                    <a:pt x="1954120" y="2809057"/>
                  </a:lnTo>
                  <a:lnTo>
                    <a:pt x="1971261" y="2827214"/>
                  </a:lnTo>
                  <a:lnTo>
                    <a:pt x="1988402" y="2912986"/>
                  </a:lnTo>
                  <a:lnTo>
                    <a:pt x="2005544" y="2793895"/>
                  </a:lnTo>
                  <a:lnTo>
                    <a:pt x="2022685" y="2821833"/>
                  </a:lnTo>
                  <a:lnTo>
                    <a:pt x="2039827" y="2746995"/>
                  </a:lnTo>
                  <a:lnTo>
                    <a:pt x="2056968" y="2713057"/>
                  </a:lnTo>
                  <a:lnTo>
                    <a:pt x="2074109" y="2654766"/>
                  </a:lnTo>
                  <a:lnTo>
                    <a:pt x="2091251" y="2667247"/>
                  </a:lnTo>
                  <a:lnTo>
                    <a:pt x="2108392" y="2749427"/>
                  </a:lnTo>
                  <a:lnTo>
                    <a:pt x="2125534" y="2747373"/>
                  </a:lnTo>
                  <a:lnTo>
                    <a:pt x="2142675" y="2686660"/>
                  </a:lnTo>
                  <a:lnTo>
                    <a:pt x="2159816" y="2643581"/>
                  </a:lnTo>
                  <a:lnTo>
                    <a:pt x="2176958" y="2681808"/>
                  </a:lnTo>
                  <a:lnTo>
                    <a:pt x="2194099" y="2672942"/>
                  </a:lnTo>
                  <a:lnTo>
                    <a:pt x="2211241" y="2729994"/>
                  </a:lnTo>
                  <a:lnTo>
                    <a:pt x="2228382" y="2760231"/>
                  </a:lnTo>
                  <a:lnTo>
                    <a:pt x="2245524" y="2787723"/>
                  </a:lnTo>
                  <a:lnTo>
                    <a:pt x="2262665" y="2830397"/>
                  </a:lnTo>
                  <a:lnTo>
                    <a:pt x="2279806" y="2745300"/>
                  </a:lnTo>
                  <a:lnTo>
                    <a:pt x="2296948" y="2793094"/>
                  </a:lnTo>
                  <a:lnTo>
                    <a:pt x="2314089" y="2704992"/>
                  </a:lnTo>
                  <a:lnTo>
                    <a:pt x="2331231" y="2629383"/>
                  </a:lnTo>
                  <a:lnTo>
                    <a:pt x="2348372" y="2714607"/>
                  </a:lnTo>
                  <a:lnTo>
                    <a:pt x="2365513" y="2655208"/>
                  </a:lnTo>
                  <a:lnTo>
                    <a:pt x="2382655" y="2670495"/>
                  </a:lnTo>
                  <a:lnTo>
                    <a:pt x="2399796" y="2657140"/>
                  </a:lnTo>
                  <a:lnTo>
                    <a:pt x="2416938" y="2691321"/>
                  </a:lnTo>
                  <a:lnTo>
                    <a:pt x="2434079" y="2700696"/>
                  </a:lnTo>
                  <a:lnTo>
                    <a:pt x="2451220" y="2677975"/>
                  </a:lnTo>
                  <a:lnTo>
                    <a:pt x="2468362" y="2679280"/>
                  </a:lnTo>
                  <a:lnTo>
                    <a:pt x="2485503" y="2646715"/>
                  </a:lnTo>
                  <a:lnTo>
                    <a:pt x="2502645" y="2584412"/>
                  </a:lnTo>
                  <a:lnTo>
                    <a:pt x="2519786" y="2588472"/>
                  </a:lnTo>
                  <a:lnTo>
                    <a:pt x="2536927" y="2660330"/>
                  </a:lnTo>
                  <a:lnTo>
                    <a:pt x="2554069" y="2553538"/>
                  </a:lnTo>
                  <a:lnTo>
                    <a:pt x="2571210" y="2453910"/>
                  </a:lnTo>
                  <a:lnTo>
                    <a:pt x="2588352" y="2393651"/>
                  </a:lnTo>
                  <a:lnTo>
                    <a:pt x="2605493" y="2361590"/>
                  </a:lnTo>
                  <a:lnTo>
                    <a:pt x="2622634" y="2368650"/>
                  </a:lnTo>
                  <a:lnTo>
                    <a:pt x="2639776" y="2377229"/>
                  </a:lnTo>
                  <a:lnTo>
                    <a:pt x="2656917" y="2336825"/>
                  </a:lnTo>
                  <a:lnTo>
                    <a:pt x="2674059" y="2343934"/>
                  </a:lnTo>
                  <a:lnTo>
                    <a:pt x="2691200" y="2345201"/>
                  </a:lnTo>
                  <a:lnTo>
                    <a:pt x="2708341" y="2327940"/>
                  </a:lnTo>
                  <a:lnTo>
                    <a:pt x="2725483" y="2380903"/>
                  </a:lnTo>
                  <a:lnTo>
                    <a:pt x="2742624" y="2393947"/>
                  </a:lnTo>
                  <a:lnTo>
                    <a:pt x="2759766" y="2474136"/>
                  </a:lnTo>
                  <a:lnTo>
                    <a:pt x="2776907" y="2477015"/>
                  </a:lnTo>
                  <a:lnTo>
                    <a:pt x="2794048" y="2496305"/>
                  </a:lnTo>
                  <a:lnTo>
                    <a:pt x="2811190" y="2499287"/>
                  </a:lnTo>
                  <a:lnTo>
                    <a:pt x="2828331" y="2478017"/>
                  </a:lnTo>
                  <a:lnTo>
                    <a:pt x="2845473" y="2413232"/>
                  </a:lnTo>
                  <a:lnTo>
                    <a:pt x="2862614" y="2282726"/>
                  </a:lnTo>
                  <a:lnTo>
                    <a:pt x="2879755" y="2230467"/>
                  </a:lnTo>
                  <a:lnTo>
                    <a:pt x="2896897" y="2159821"/>
                  </a:lnTo>
                  <a:lnTo>
                    <a:pt x="2914038" y="2024808"/>
                  </a:lnTo>
                  <a:lnTo>
                    <a:pt x="2931180" y="2001805"/>
                  </a:lnTo>
                  <a:lnTo>
                    <a:pt x="2948321" y="2010110"/>
                  </a:lnTo>
                  <a:lnTo>
                    <a:pt x="2965463" y="1935178"/>
                  </a:lnTo>
                  <a:lnTo>
                    <a:pt x="2982604" y="2061199"/>
                  </a:lnTo>
                  <a:lnTo>
                    <a:pt x="2999745" y="2001941"/>
                  </a:lnTo>
                  <a:lnTo>
                    <a:pt x="3016887" y="2063372"/>
                  </a:lnTo>
                  <a:lnTo>
                    <a:pt x="3034028" y="2084382"/>
                  </a:lnTo>
                  <a:lnTo>
                    <a:pt x="3051170" y="2081855"/>
                  </a:lnTo>
                  <a:lnTo>
                    <a:pt x="3068311" y="2024205"/>
                  </a:lnTo>
                  <a:lnTo>
                    <a:pt x="3085452" y="2009888"/>
                  </a:lnTo>
                  <a:lnTo>
                    <a:pt x="3102594" y="1936656"/>
                  </a:lnTo>
                  <a:lnTo>
                    <a:pt x="3119735" y="1699996"/>
                  </a:lnTo>
                  <a:lnTo>
                    <a:pt x="3136877" y="1810068"/>
                  </a:lnTo>
                  <a:lnTo>
                    <a:pt x="3154018" y="1805471"/>
                  </a:lnTo>
                  <a:lnTo>
                    <a:pt x="3171159" y="1937448"/>
                  </a:lnTo>
                  <a:lnTo>
                    <a:pt x="3188301" y="1747101"/>
                  </a:lnTo>
                  <a:lnTo>
                    <a:pt x="3205442" y="1755505"/>
                  </a:lnTo>
                  <a:lnTo>
                    <a:pt x="3222584" y="1841841"/>
                  </a:lnTo>
                  <a:lnTo>
                    <a:pt x="3239725" y="1665164"/>
                  </a:lnTo>
                  <a:lnTo>
                    <a:pt x="3256866" y="1504255"/>
                  </a:lnTo>
                  <a:lnTo>
                    <a:pt x="3274008" y="1464153"/>
                  </a:lnTo>
                  <a:lnTo>
                    <a:pt x="3291149" y="1358746"/>
                  </a:lnTo>
                  <a:lnTo>
                    <a:pt x="3308291" y="1525984"/>
                  </a:lnTo>
                  <a:lnTo>
                    <a:pt x="3325432" y="1526208"/>
                  </a:lnTo>
                  <a:lnTo>
                    <a:pt x="3342573" y="1490680"/>
                  </a:lnTo>
                  <a:lnTo>
                    <a:pt x="3359715" y="1528106"/>
                  </a:lnTo>
                  <a:lnTo>
                    <a:pt x="3376856" y="1445645"/>
                  </a:lnTo>
                  <a:lnTo>
                    <a:pt x="3393998" y="1422839"/>
                  </a:lnTo>
                  <a:lnTo>
                    <a:pt x="3411139" y="1392670"/>
                  </a:lnTo>
                  <a:lnTo>
                    <a:pt x="3428280" y="1420651"/>
                  </a:lnTo>
                  <a:lnTo>
                    <a:pt x="3445422" y="1414254"/>
                  </a:lnTo>
                  <a:lnTo>
                    <a:pt x="3462563" y="1390424"/>
                  </a:lnTo>
                  <a:lnTo>
                    <a:pt x="3479705" y="1497507"/>
                  </a:lnTo>
                  <a:lnTo>
                    <a:pt x="3496846" y="867523"/>
                  </a:lnTo>
                  <a:lnTo>
                    <a:pt x="3513987" y="893952"/>
                  </a:lnTo>
                  <a:lnTo>
                    <a:pt x="3531129" y="800306"/>
                  </a:lnTo>
                  <a:lnTo>
                    <a:pt x="3548270" y="869047"/>
                  </a:lnTo>
                  <a:lnTo>
                    <a:pt x="3565412" y="814324"/>
                  </a:lnTo>
                  <a:lnTo>
                    <a:pt x="3582553" y="885260"/>
                  </a:lnTo>
                  <a:lnTo>
                    <a:pt x="3599694" y="766793"/>
                  </a:lnTo>
                  <a:lnTo>
                    <a:pt x="3616836" y="792142"/>
                  </a:lnTo>
                  <a:lnTo>
                    <a:pt x="3633977" y="730529"/>
                  </a:lnTo>
                  <a:lnTo>
                    <a:pt x="3651119" y="630983"/>
                  </a:lnTo>
                  <a:lnTo>
                    <a:pt x="3668260" y="603911"/>
                  </a:lnTo>
                  <a:lnTo>
                    <a:pt x="3685402" y="690727"/>
                  </a:lnTo>
                  <a:lnTo>
                    <a:pt x="3702543" y="920734"/>
                  </a:lnTo>
                  <a:lnTo>
                    <a:pt x="3719684" y="936970"/>
                  </a:lnTo>
                  <a:lnTo>
                    <a:pt x="3736826" y="1088217"/>
                  </a:lnTo>
                  <a:lnTo>
                    <a:pt x="3753967" y="1110750"/>
                  </a:lnTo>
                  <a:lnTo>
                    <a:pt x="3771109" y="1285137"/>
                  </a:lnTo>
                  <a:lnTo>
                    <a:pt x="3788250" y="1239943"/>
                  </a:lnTo>
                  <a:lnTo>
                    <a:pt x="3805391" y="1312596"/>
                  </a:lnTo>
                  <a:lnTo>
                    <a:pt x="3822533" y="1181639"/>
                  </a:lnTo>
                  <a:lnTo>
                    <a:pt x="3839674" y="1205328"/>
                  </a:lnTo>
                  <a:lnTo>
                    <a:pt x="3856816" y="1012197"/>
                  </a:lnTo>
                  <a:lnTo>
                    <a:pt x="3873957" y="886855"/>
                  </a:lnTo>
                  <a:lnTo>
                    <a:pt x="3891098" y="869634"/>
                  </a:lnTo>
                  <a:lnTo>
                    <a:pt x="3908240" y="897801"/>
                  </a:lnTo>
                  <a:lnTo>
                    <a:pt x="3925381" y="940221"/>
                  </a:lnTo>
                  <a:lnTo>
                    <a:pt x="3942523" y="824851"/>
                  </a:lnTo>
                  <a:lnTo>
                    <a:pt x="3959664" y="806082"/>
                  </a:lnTo>
                  <a:lnTo>
                    <a:pt x="3976805" y="770846"/>
                  </a:lnTo>
                  <a:lnTo>
                    <a:pt x="3993947" y="652741"/>
                  </a:lnTo>
                  <a:lnTo>
                    <a:pt x="4011088" y="739299"/>
                  </a:lnTo>
                  <a:lnTo>
                    <a:pt x="4028230" y="599395"/>
                  </a:lnTo>
                  <a:lnTo>
                    <a:pt x="4045371" y="552446"/>
                  </a:lnTo>
                  <a:lnTo>
                    <a:pt x="4062512" y="572036"/>
                  </a:lnTo>
                  <a:lnTo>
                    <a:pt x="4079654" y="550113"/>
                  </a:lnTo>
                  <a:lnTo>
                    <a:pt x="4096795" y="743692"/>
                  </a:lnTo>
                  <a:lnTo>
                    <a:pt x="4113937" y="683038"/>
                  </a:lnTo>
                  <a:lnTo>
                    <a:pt x="4131078" y="803864"/>
                  </a:lnTo>
                  <a:lnTo>
                    <a:pt x="4148219" y="719611"/>
                  </a:lnTo>
                  <a:lnTo>
                    <a:pt x="4165361" y="708008"/>
                  </a:lnTo>
                  <a:lnTo>
                    <a:pt x="4182502" y="723877"/>
                  </a:lnTo>
                  <a:lnTo>
                    <a:pt x="4199644" y="663821"/>
                  </a:lnTo>
                  <a:lnTo>
                    <a:pt x="4216785" y="691355"/>
                  </a:lnTo>
                  <a:lnTo>
                    <a:pt x="4233926" y="666672"/>
                  </a:lnTo>
                  <a:lnTo>
                    <a:pt x="4251068" y="697908"/>
                  </a:lnTo>
                  <a:lnTo>
                    <a:pt x="4268209" y="607075"/>
                  </a:lnTo>
                  <a:lnTo>
                    <a:pt x="4285351" y="650353"/>
                  </a:lnTo>
                  <a:lnTo>
                    <a:pt x="4302492" y="614706"/>
                  </a:lnTo>
                  <a:lnTo>
                    <a:pt x="4319633" y="528940"/>
                  </a:lnTo>
                  <a:lnTo>
                    <a:pt x="4336775" y="507171"/>
                  </a:lnTo>
                  <a:lnTo>
                    <a:pt x="4353916" y="436405"/>
                  </a:lnTo>
                  <a:lnTo>
                    <a:pt x="4371058" y="329725"/>
                  </a:lnTo>
                  <a:lnTo>
                    <a:pt x="4388199" y="486414"/>
                  </a:lnTo>
                  <a:lnTo>
                    <a:pt x="4405341" y="529368"/>
                  </a:lnTo>
                  <a:lnTo>
                    <a:pt x="4422482" y="442785"/>
                  </a:lnTo>
                  <a:lnTo>
                    <a:pt x="4439623" y="363877"/>
                  </a:lnTo>
                  <a:lnTo>
                    <a:pt x="4456765" y="518658"/>
                  </a:lnTo>
                  <a:lnTo>
                    <a:pt x="4473906" y="431157"/>
                  </a:lnTo>
                  <a:lnTo>
                    <a:pt x="4491048" y="445971"/>
                  </a:lnTo>
                  <a:lnTo>
                    <a:pt x="4508189" y="660096"/>
                  </a:lnTo>
                  <a:lnTo>
                    <a:pt x="4525330" y="712162"/>
                  </a:lnTo>
                  <a:lnTo>
                    <a:pt x="4542472" y="751781"/>
                  </a:lnTo>
                  <a:lnTo>
                    <a:pt x="4559613" y="671397"/>
                  </a:lnTo>
                  <a:lnTo>
                    <a:pt x="4576755" y="715471"/>
                  </a:lnTo>
                  <a:lnTo>
                    <a:pt x="4593896" y="812071"/>
                  </a:lnTo>
                  <a:lnTo>
                    <a:pt x="4611037" y="1072438"/>
                  </a:lnTo>
                  <a:lnTo>
                    <a:pt x="4628179" y="1079024"/>
                  </a:lnTo>
                  <a:lnTo>
                    <a:pt x="4645320" y="1065117"/>
                  </a:lnTo>
                  <a:lnTo>
                    <a:pt x="4662462" y="1019243"/>
                  </a:lnTo>
                  <a:lnTo>
                    <a:pt x="4679603" y="852705"/>
                  </a:lnTo>
                  <a:lnTo>
                    <a:pt x="4696744" y="826129"/>
                  </a:lnTo>
                  <a:lnTo>
                    <a:pt x="4713886" y="898765"/>
                  </a:lnTo>
                  <a:lnTo>
                    <a:pt x="4731027" y="839591"/>
                  </a:lnTo>
                  <a:lnTo>
                    <a:pt x="4748169" y="878949"/>
                  </a:lnTo>
                  <a:lnTo>
                    <a:pt x="4765310" y="744422"/>
                  </a:lnTo>
                  <a:lnTo>
                    <a:pt x="4782451" y="758154"/>
                  </a:lnTo>
                  <a:lnTo>
                    <a:pt x="4799593" y="824632"/>
                  </a:lnTo>
                  <a:lnTo>
                    <a:pt x="4816734" y="631183"/>
                  </a:lnTo>
                  <a:lnTo>
                    <a:pt x="4833876" y="404722"/>
                  </a:lnTo>
                  <a:lnTo>
                    <a:pt x="4851017" y="387425"/>
                  </a:lnTo>
                  <a:lnTo>
                    <a:pt x="4868158" y="475483"/>
                  </a:lnTo>
                  <a:lnTo>
                    <a:pt x="4885300" y="294855"/>
                  </a:lnTo>
                  <a:lnTo>
                    <a:pt x="4902441" y="284322"/>
                  </a:lnTo>
                  <a:lnTo>
                    <a:pt x="4919583" y="283342"/>
                  </a:lnTo>
                  <a:lnTo>
                    <a:pt x="4936724" y="199765"/>
                  </a:lnTo>
                  <a:lnTo>
                    <a:pt x="4953865" y="182541"/>
                  </a:lnTo>
                  <a:lnTo>
                    <a:pt x="4971007" y="219168"/>
                  </a:lnTo>
                  <a:lnTo>
                    <a:pt x="4988148" y="216834"/>
                  </a:lnTo>
                  <a:lnTo>
                    <a:pt x="5005290" y="257884"/>
                  </a:lnTo>
                  <a:lnTo>
                    <a:pt x="5022431" y="339956"/>
                  </a:lnTo>
                  <a:lnTo>
                    <a:pt x="5039572" y="104919"/>
                  </a:lnTo>
                  <a:lnTo>
                    <a:pt x="5056714" y="110260"/>
                  </a:lnTo>
                  <a:lnTo>
                    <a:pt x="5073855" y="5034"/>
                  </a:lnTo>
                  <a:lnTo>
                    <a:pt x="5090997" y="33874"/>
                  </a:lnTo>
                  <a:lnTo>
                    <a:pt x="5108138" y="129834"/>
                  </a:lnTo>
                  <a:lnTo>
                    <a:pt x="5125280" y="172895"/>
                  </a:lnTo>
                  <a:lnTo>
                    <a:pt x="5142421" y="125182"/>
                  </a:lnTo>
                  <a:lnTo>
                    <a:pt x="5159562" y="0"/>
                  </a:lnTo>
                  <a:lnTo>
                    <a:pt x="5176704" y="122887"/>
                  </a:lnTo>
                  <a:lnTo>
                    <a:pt x="5193845" y="90064"/>
                  </a:lnTo>
                  <a:lnTo>
                    <a:pt x="5210987" y="143899"/>
                  </a:lnTo>
                  <a:lnTo>
                    <a:pt x="5228128" y="166910"/>
                  </a:lnTo>
                  <a:lnTo>
                    <a:pt x="5245269" y="136512"/>
                  </a:lnTo>
                  <a:lnTo>
                    <a:pt x="5262411" y="148217"/>
                  </a:lnTo>
                  <a:lnTo>
                    <a:pt x="5279552" y="126517"/>
                  </a:lnTo>
                  <a:lnTo>
                    <a:pt x="5296694" y="165616"/>
                  </a:lnTo>
                  <a:lnTo>
                    <a:pt x="5313835" y="180175"/>
                  </a:lnTo>
                  <a:lnTo>
                    <a:pt x="5330976" y="361227"/>
                  </a:lnTo>
                  <a:lnTo>
                    <a:pt x="5348118" y="398655"/>
                  </a:lnTo>
                  <a:lnTo>
                    <a:pt x="5365259" y="378167"/>
                  </a:lnTo>
                  <a:lnTo>
                    <a:pt x="5382401" y="456357"/>
                  </a:lnTo>
                  <a:lnTo>
                    <a:pt x="5399542" y="615986"/>
                  </a:lnTo>
                  <a:lnTo>
                    <a:pt x="5416683" y="602507"/>
                  </a:lnTo>
                  <a:lnTo>
                    <a:pt x="5433825" y="571855"/>
                  </a:lnTo>
                  <a:lnTo>
                    <a:pt x="5450966" y="404628"/>
                  </a:lnTo>
                  <a:lnTo>
                    <a:pt x="5468108" y="272376"/>
                  </a:lnTo>
                  <a:lnTo>
                    <a:pt x="5485249" y="324124"/>
                  </a:lnTo>
                  <a:lnTo>
                    <a:pt x="5502390" y="397000"/>
                  </a:lnTo>
                  <a:lnTo>
                    <a:pt x="5519532" y="383757"/>
                  </a:lnTo>
                  <a:lnTo>
                    <a:pt x="5536673" y="412269"/>
                  </a:lnTo>
                  <a:lnTo>
                    <a:pt x="5553815" y="558329"/>
                  </a:lnTo>
                  <a:lnTo>
                    <a:pt x="5570956" y="464628"/>
                  </a:lnTo>
                  <a:lnTo>
                    <a:pt x="5588097" y="363454"/>
                  </a:lnTo>
                  <a:lnTo>
                    <a:pt x="5605239" y="315341"/>
                  </a:lnTo>
                  <a:lnTo>
                    <a:pt x="5622380" y="385841"/>
                  </a:lnTo>
                  <a:lnTo>
                    <a:pt x="5639522" y="486043"/>
                  </a:lnTo>
                  <a:lnTo>
                    <a:pt x="5656663" y="533204"/>
                  </a:lnTo>
                  <a:lnTo>
                    <a:pt x="5673804" y="635217"/>
                  </a:lnTo>
                  <a:lnTo>
                    <a:pt x="5690946" y="811668"/>
                  </a:lnTo>
                  <a:lnTo>
                    <a:pt x="5708087" y="989271"/>
                  </a:lnTo>
                  <a:lnTo>
                    <a:pt x="5725229" y="1058002"/>
                  </a:lnTo>
                  <a:lnTo>
                    <a:pt x="5742370" y="1306621"/>
                  </a:lnTo>
                  <a:lnTo>
                    <a:pt x="5759511" y="1335434"/>
                  </a:lnTo>
                  <a:lnTo>
                    <a:pt x="5776653" y="1235046"/>
                  </a:lnTo>
                  <a:lnTo>
                    <a:pt x="5793794" y="1312224"/>
                  </a:lnTo>
                  <a:lnTo>
                    <a:pt x="5810936" y="1337056"/>
                  </a:lnTo>
                  <a:lnTo>
                    <a:pt x="5828077" y="1307223"/>
                  </a:lnTo>
                  <a:lnTo>
                    <a:pt x="5845219" y="1496025"/>
                  </a:lnTo>
                  <a:lnTo>
                    <a:pt x="5862360" y="1626289"/>
                  </a:lnTo>
                  <a:lnTo>
                    <a:pt x="5879501" y="1572586"/>
                  </a:lnTo>
                  <a:lnTo>
                    <a:pt x="5896643" y="1706307"/>
                  </a:lnTo>
                  <a:lnTo>
                    <a:pt x="5913784" y="1488924"/>
                  </a:lnTo>
                  <a:lnTo>
                    <a:pt x="5930926" y="1382145"/>
                  </a:lnTo>
                  <a:lnTo>
                    <a:pt x="5948067" y="1546951"/>
                  </a:lnTo>
                  <a:lnTo>
                    <a:pt x="5965208" y="1741031"/>
                  </a:lnTo>
                  <a:lnTo>
                    <a:pt x="5982350" y="1861957"/>
                  </a:lnTo>
                  <a:lnTo>
                    <a:pt x="5999491" y="1951150"/>
                  </a:lnTo>
                  <a:lnTo>
                    <a:pt x="6016633" y="1961233"/>
                  </a:lnTo>
                  <a:lnTo>
                    <a:pt x="6033774" y="1927406"/>
                  </a:lnTo>
                  <a:lnTo>
                    <a:pt x="6050915" y="2002119"/>
                  </a:lnTo>
                  <a:lnTo>
                    <a:pt x="6068057" y="1906136"/>
                  </a:lnTo>
                  <a:lnTo>
                    <a:pt x="6085198" y="2050101"/>
                  </a:lnTo>
                  <a:lnTo>
                    <a:pt x="6102340" y="2058168"/>
                  </a:lnTo>
                  <a:lnTo>
                    <a:pt x="6119481" y="1990627"/>
                  </a:lnTo>
                  <a:lnTo>
                    <a:pt x="6136622" y="1821983"/>
                  </a:lnTo>
                  <a:lnTo>
                    <a:pt x="6153764" y="1691855"/>
                  </a:lnTo>
                  <a:lnTo>
                    <a:pt x="6170905" y="1596610"/>
                  </a:lnTo>
                  <a:lnTo>
                    <a:pt x="6188047" y="1674779"/>
                  </a:lnTo>
                  <a:lnTo>
                    <a:pt x="6205188" y="1734051"/>
                  </a:lnTo>
                  <a:lnTo>
                    <a:pt x="6222329" y="1804499"/>
                  </a:lnTo>
                  <a:lnTo>
                    <a:pt x="6239471" y="1739364"/>
                  </a:lnTo>
                  <a:lnTo>
                    <a:pt x="6256612" y="1720769"/>
                  </a:lnTo>
                  <a:lnTo>
                    <a:pt x="6273754" y="1615273"/>
                  </a:lnTo>
                  <a:lnTo>
                    <a:pt x="6290895" y="1715811"/>
                  </a:lnTo>
                  <a:lnTo>
                    <a:pt x="6308036" y="1779728"/>
                  </a:lnTo>
                  <a:lnTo>
                    <a:pt x="6325178" y="1904190"/>
                  </a:lnTo>
                  <a:lnTo>
                    <a:pt x="6342319" y="1986728"/>
                  </a:lnTo>
                  <a:lnTo>
                    <a:pt x="6359461" y="2046835"/>
                  </a:lnTo>
                  <a:lnTo>
                    <a:pt x="6376602" y="2128038"/>
                  </a:lnTo>
                  <a:lnTo>
                    <a:pt x="6393743" y="2060852"/>
                  </a:lnTo>
                  <a:lnTo>
                    <a:pt x="6410885" y="2027677"/>
                  </a:lnTo>
                  <a:lnTo>
                    <a:pt x="6428026" y="2224426"/>
                  </a:lnTo>
                  <a:lnTo>
                    <a:pt x="6445168" y="2193999"/>
                  </a:lnTo>
                  <a:lnTo>
                    <a:pt x="6462309" y="2234269"/>
                  </a:lnTo>
                  <a:lnTo>
                    <a:pt x="6479450" y="2202117"/>
                  </a:lnTo>
                  <a:lnTo>
                    <a:pt x="6496592" y="2350670"/>
                  </a:lnTo>
                  <a:lnTo>
                    <a:pt x="6513733" y="2386038"/>
                  </a:lnTo>
                  <a:lnTo>
                    <a:pt x="6530875" y="2456782"/>
                  </a:lnTo>
                  <a:lnTo>
                    <a:pt x="6548016" y="2476856"/>
                  </a:lnTo>
                  <a:lnTo>
                    <a:pt x="6565158" y="2490913"/>
                  </a:lnTo>
                  <a:lnTo>
                    <a:pt x="6582299" y="2590529"/>
                  </a:lnTo>
                  <a:lnTo>
                    <a:pt x="6599440" y="2651823"/>
                  </a:lnTo>
                  <a:lnTo>
                    <a:pt x="6616582" y="2681288"/>
                  </a:lnTo>
                  <a:lnTo>
                    <a:pt x="6633723" y="2628896"/>
                  </a:lnTo>
                  <a:lnTo>
                    <a:pt x="6650865" y="2734624"/>
                  </a:lnTo>
                  <a:lnTo>
                    <a:pt x="6668006" y="2723361"/>
                  </a:lnTo>
                  <a:lnTo>
                    <a:pt x="6685147" y="2738652"/>
                  </a:lnTo>
                  <a:lnTo>
                    <a:pt x="6702289" y="2759667"/>
                  </a:lnTo>
                  <a:lnTo>
                    <a:pt x="6719430" y="2626944"/>
                  </a:lnTo>
                  <a:lnTo>
                    <a:pt x="6736572" y="2771216"/>
                  </a:lnTo>
                  <a:lnTo>
                    <a:pt x="6753713" y="2694591"/>
                  </a:lnTo>
                  <a:lnTo>
                    <a:pt x="6770854" y="2678873"/>
                  </a:lnTo>
                  <a:lnTo>
                    <a:pt x="6787996" y="2700052"/>
                  </a:lnTo>
                  <a:lnTo>
                    <a:pt x="6805137" y="2587808"/>
                  </a:lnTo>
                  <a:lnTo>
                    <a:pt x="6822279" y="2674687"/>
                  </a:lnTo>
                  <a:lnTo>
                    <a:pt x="6839420" y="2663238"/>
                  </a:lnTo>
                  <a:lnTo>
                    <a:pt x="6856561" y="2642514"/>
                  </a:lnTo>
                  <a:lnTo>
                    <a:pt x="6873703" y="2707013"/>
                  </a:lnTo>
                  <a:lnTo>
                    <a:pt x="6890844" y="2689348"/>
                  </a:lnTo>
                  <a:lnTo>
                    <a:pt x="6907986" y="2714925"/>
                  </a:lnTo>
                  <a:lnTo>
                    <a:pt x="6925127" y="2640171"/>
                  </a:lnTo>
                  <a:lnTo>
                    <a:pt x="6942268" y="2700915"/>
                  </a:lnTo>
                  <a:lnTo>
                    <a:pt x="6959410" y="2668733"/>
                  </a:lnTo>
                  <a:lnTo>
                    <a:pt x="6976551" y="2706011"/>
                  </a:lnTo>
                  <a:lnTo>
                    <a:pt x="6993693" y="2689598"/>
                  </a:lnTo>
                  <a:lnTo>
                    <a:pt x="7010834" y="2664115"/>
                  </a:lnTo>
                  <a:lnTo>
                    <a:pt x="7027975" y="2685402"/>
                  </a:lnTo>
                  <a:lnTo>
                    <a:pt x="7045117" y="2679759"/>
                  </a:lnTo>
                  <a:lnTo>
                    <a:pt x="7062258" y="2651882"/>
                  </a:lnTo>
                  <a:lnTo>
                    <a:pt x="7079400" y="2626695"/>
                  </a:lnTo>
                  <a:lnTo>
                    <a:pt x="7096541" y="2635369"/>
                  </a:lnTo>
                  <a:lnTo>
                    <a:pt x="7113682" y="2635727"/>
                  </a:lnTo>
                  <a:lnTo>
                    <a:pt x="7130824" y="2615849"/>
                  </a:lnTo>
                  <a:lnTo>
                    <a:pt x="7147965" y="2581257"/>
                  </a:lnTo>
                  <a:lnTo>
                    <a:pt x="7165107" y="2582284"/>
                  </a:lnTo>
                  <a:lnTo>
                    <a:pt x="7182248" y="2558797"/>
                  </a:lnTo>
                  <a:lnTo>
                    <a:pt x="7199389" y="2554628"/>
                  </a:lnTo>
                  <a:lnTo>
                    <a:pt x="7216531" y="2596968"/>
                  </a:lnTo>
                  <a:lnTo>
                    <a:pt x="7233672" y="2589591"/>
                  </a:lnTo>
                  <a:lnTo>
                    <a:pt x="7250814" y="2597842"/>
                  </a:lnTo>
                  <a:lnTo>
                    <a:pt x="7267955" y="2621710"/>
                  </a:lnTo>
                  <a:lnTo>
                    <a:pt x="7285097" y="2668092"/>
                  </a:lnTo>
                  <a:lnTo>
                    <a:pt x="7302238" y="2684296"/>
                  </a:lnTo>
                  <a:lnTo>
                    <a:pt x="7319379" y="2637266"/>
                  </a:lnTo>
                  <a:lnTo>
                    <a:pt x="7336521" y="2627938"/>
                  </a:lnTo>
                  <a:lnTo>
                    <a:pt x="7353662" y="2542873"/>
                  </a:lnTo>
                  <a:lnTo>
                    <a:pt x="7370804" y="2557103"/>
                  </a:lnTo>
                  <a:lnTo>
                    <a:pt x="7387945" y="2475344"/>
                  </a:lnTo>
                  <a:lnTo>
                    <a:pt x="7405086" y="2427954"/>
                  </a:lnTo>
                  <a:lnTo>
                    <a:pt x="7422228" y="2246434"/>
                  </a:lnTo>
                  <a:lnTo>
                    <a:pt x="7439369" y="2135630"/>
                  </a:lnTo>
                  <a:lnTo>
                    <a:pt x="7456511" y="2191227"/>
                  </a:lnTo>
                  <a:lnTo>
                    <a:pt x="7473652" y="2287031"/>
                  </a:lnTo>
                  <a:lnTo>
                    <a:pt x="7490793" y="2433025"/>
                  </a:lnTo>
                  <a:lnTo>
                    <a:pt x="7507935" y="2436554"/>
                  </a:lnTo>
                  <a:lnTo>
                    <a:pt x="7525076" y="2305865"/>
                  </a:lnTo>
                  <a:lnTo>
                    <a:pt x="7542218" y="2279713"/>
                  </a:lnTo>
                  <a:lnTo>
                    <a:pt x="7559359" y="2435508"/>
                  </a:lnTo>
                  <a:lnTo>
                    <a:pt x="7576500" y="2499651"/>
                  </a:lnTo>
                  <a:lnTo>
                    <a:pt x="7593642" y="2551350"/>
                  </a:lnTo>
                  <a:lnTo>
                    <a:pt x="7610783" y="2630582"/>
                  </a:lnTo>
                  <a:lnTo>
                    <a:pt x="7627925" y="2736395"/>
                  </a:lnTo>
                  <a:lnTo>
                    <a:pt x="7645066" y="2821647"/>
                  </a:lnTo>
                  <a:lnTo>
                    <a:pt x="7662207" y="2787418"/>
                  </a:lnTo>
                  <a:lnTo>
                    <a:pt x="7679349" y="2802820"/>
                  </a:lnTo>
                  <a:lnTo>
                    <a:pt x="7696490" y="2818562"/>
                  </a:lnTo>
                  <a:lnTo>
                    <a:pt x="7713632" y="2794920"/>
                  </a:lnTo>
                  <a:lnTo>
                    <a:pt x="7730773" y="2787873"/>
                  </a:lnTo>
                  <a:lnTo>
                    <a:pt x="7747914" y="2740956"/>
                  </a:lnTo>
                  <a:lnTo>
                    <a:pt x="7765056" y="2663716"/>
                  </a:lnTo>
                  <a:lnTo>
                    <a:pt x="7782197" y="2688667"/>
                  </a:lnTo>
                  <a:lnTo>
                    <a:pt x="7799339" y="2675598"/>
                  </a:lnTo>
                  <a:lnTo>
                    <a:pt x="7816480" y="2583172"/>
                  </a:lnTo>
                  <a:lnTo>
                    <a:pt x="7833621" y="2479064"/>
                  </a:lnTo>
                  <a:lnTo>
                    <a:pt x="7850763" y="2498025"/>
                  </a:lnTo>
                  <a:lnTo>
                    <a:pt x="7867904" y="2748457"/>
                  </a:lnTo>
                  <a:lnTo>
                    <a:pt x="7885046" y="2754437"/>
                  </a:lnTo>
                  <a:lnTo>
                    <a:pt x="7902187" y="2731192"/>
                  </a:lnTo>
                  <a:lnTo>
                    <a:pt x="7919328" y="2624124"/>
                  </a:lnTo>
                  <a:lnTo>
                    <a:pt x="7936470" y="2604603"/>
                  </a:lnTo>
                  <a:lnTo>
                    <a:pt x="7953611" y="2618639"/>
                  </a:lnTo>
                  <a:lnTo>
                    <a:pt x="7970753" y="2653953"/>
                  </a:lnTo>
                  <a:lnTo>
                    <a:pt x="7987894" y="2708707"/>
                  </a:lnTo>
                  <a:lnTo>
                    <a:pt x="8005036" y="2709243"/>
                  </a:lnTo>
                  <a:lnTo>
                    <a:pt x="8022177" y="2704748"/>
                  </a:lnTo>
                  <a:lnTo>
                    <a:pt x="8039318" y="2665923"/>
                  </a:lnTo>
                  <a:lnTo>
                    <a:pt x="8056460" y="2587010"/>
                  </a:lnTo>
                  <a:lnTo>
                    <a:pt x="8073601" y="2596098"/>
                  </a:lnTo>
                  <a:lnTo>
                    <a:pt x="8090743" y="2504629"/>
                  </a:lnTo>
                  <a:lnTo>
                    <a:pt x="8107884" y="2409440"/>
                  </a:lnTo>
                  <a:lnTo>
                    <a:pt x="8125025" y="2299897"/>
                  </a:lnTo>
                  <a:lnTo>
                    <a:pt x="8142167" y="2108331"/>
                  </a:lnTo>
                  <a:lnTo>
                    <a:pt x="8159308" y="2216223"/>
                  </a:lnTo>
                  <a:lnTo>
                    <a:pt x="8176450" y="2377645"/>
                  </a:lnTo>
                  <a:lnTo>
                    <a:pt x="8193591" y="2428057"/>
                  </a:lnTo>
                  <a:lnTo>
                    <a:pt x="8210732" y="2576623"/>
                  </a:lnTo>
                  <a:lnTo>
                    <a:pt x="8227874" y="2576470"/>
                  </a:lnTo>
                  <a:lnTo>
                    <a:pt x="8245015" y="2608542"/>
                  </a:lnTo>
                  <a:lnTo>
                    <a:pt x="8262157" y="2584432"/>
                  </a:lnTo>
                  <a:lnTo>
                    <a:pt x="8279298" y="2484868"/>
                  </a:lnTo>
                  <a:lnTo>
                    <a:pt x="8296439" y="2570038"/>
                  </a:lnTo>
                  <a:lnTo>
                    <a:pt x="8313581" y="2552721"/>
                  </a:lnTo>
                  <a:lnTo>
                    <a:pt x="8330722" y="2529919"/>
                  </a:lnTo>
                  <a:lnTo>
                    <a:pt x="8347864" y="2621544"/>
                  </a:lnTo>
                  <a:lnTo>
                    <a:pt x="8365005" y="2627445"/>
                  </a:lnTo>
                  <a:lnTo>
                    <a:pt x="8382146" y="2622059"/>
                  </a:lnTo>
                  <a:lnTo>
                    <a:pt x="8399288" y="2433039"/>
                  </a:lnTo>
                  <a:lnTo>
                    <a:pt x="8416429" y="2396269"/>
                  </a:lnTo>
                  <a:lnTo>
                    <a:pt x="8433571" y="2361109"/>
                  </a:lnTo>
                  <a:lnTo>
                    <a:pt x="8450712" y="2366594"/>
                  </a:lnTo>
                  <a:lnTo>
                    <a:pt x="8467853" y="2490095"/>
                  </a:lnTo>
                  <a:lnTo>
                    <a:pt x="8484995" y="2538281"/>
                  </a:lnTo>
                  <a:lnTo>
                    <a:pt x="8502136" y="2484902"/>
                  </a:lnTo>
                  <a:lnTo>
                    <a:pt x="8519278" y="2535175"/>
                  </a:lnTo>
                  <a:lnTo>
                    <a:pt x="8536419" y="2549328"/>
                  </a:lnTo>
                  <a:lnTo>
                    <a:pt x="8553560" y="2548208"/>
                  </a:lnTo>
                  <a:lnTo>
                    <a:pt x="8553560" y="3116972"/>
                  </a:lnTo>
                  <a:lnTo>
                    <a:pt x="8536419" y="3116972"/>
                  </a:lnTo>
                  <a:lnTo>
                    <a:pt x="8519278" y="3116972"/>
                  </a:lnTo>
                  <a:lnTo>
                    <a:pt x="8502136" y="3116972"/>
                  </a:lnTo>
                  <a:lnTo>
                    <a:pt x="8484995" y="3116972"/>
                  </a:lnTo>
                  <a:lnTo>
                    <a:pt x="8467853" y="3116972"/>
                  </a:lnTo>
                  <a:lnTo>
                    <a:pt x="8450712" y="3116972"/>
                  </a:lnTo>
                  <a:lnTo>
                    <a:pt x="8433571" y="3116972"/>
                  </a:lnTo>
                  <a:lnTo>
                    <a:pt x="8416429" y="3116972"/>
                  </a:lnTo>
                  <a:lnTo>
                    <a:pt x="8399288" y="3116972"/>
                  </a:lnTo>
                  <a:lnTo>
                    <a:pt x="8382146" y="3116972"/>
                  </a:lnTo>
                  <a:lnTo>
                    <a:pt x="8365005" y="3116972"/>
                  </a:lnTo>
                  <a:lnTo>
                    <a:pt x="8347864" y="3116972"/>
                  </a:lnTo>
                  <a:lnTo>
                    <a:pt x="8330722" y="3116972"/>
                  </a:lnTo>
                  <a:lnTo>
                    <a:pt x="8313581" y="3116972"/>
                  </a:lnTo>
                  <a:lnTo>
                    <a:pt x="8296439" y="3116972"/>
                  </a:lnTo>
                  <a:lnTo>
                    <a:pt x="8279298" y="3116972"/>
                  </a:lnTo>
                  <a:lnTo>
                    <a:pt x="8262157" y="3116972"/>
                  </a:lnTo>
                  <a:lnTo>
                    <a:pt x="8245015" y="3116972"/>
                  </a:lnTo>
                  <a:lnTo>
                    <a:pt x="8227874" y="3116972"/>
                  </a:lnTo>
                  <a:lnTo>
                    <a:pt x="8210732" y="3116972"/>
                  </a:lnTo>
                  <a:lnTo>
                    <a:pt x="8193591" y="3116972"/>
                  </a:lnTo>
                  <a:lnTo>
                    <a:pt x="8176450" y="3116972"/>
                  </a:lnTo>
                  <a:lnTo>
                    <a:pt x="8159308" y="3116972"/>
                  </a:lnTo>
                  <a:lnTo>
                    <a:pt x="8142167" y="3116972"/>
                  </a:lnTo>
                  <a:lnTo>
                    <a:pt x="8125025" y="3116972"/>
                  </a:lnTo>
                  <a:lnTo>
                    <a:pt x="8107884" y="3116972"/>
                  </a:lnTo>
                  <a:lnTo>
                    <a:pt x="8090743" y="3116972"/>
                  </a:lnTo>
                  <a:lnTo>
                    <a:pt x="8073601" y="3116972"/>
                  </a:lnTo>
                  <a:lnTo>
                    <a:pt x="8056460" y="3116972"/>
                  </a:lnTo>
                  <a:lnTo>
                    <a:pt x="8039318" y="3116972"/>
                  </a:lnTo>
                  <a:lnTo>
                    <a:pt x="8022177" y="3116972"/>
                  </a:lnTo>
                  <a:lnTo>
                    <a:pt x="8005036" y="3116972"/>
                  </a:lnTo>
                  <a:lnTo>
                    <a:pt x="7987894" y="3116972"/>
                  </a:lnTo>
                  <a:lnTo>
                    <a:pt x="7970753" y="3116972"/>
                  </a:lnTo>
                  <a:lnTo>
                    <a:pt x="7953611" y="3116972"/>
                  </a:lnTo>
                  <a:lnTo>
                    <a:pt x="7936470" y="3116972"/>
                  </a:lnTo>
                  <a:lnTo>
                    <a:pt x="7919328" y="3116972"/>
                  </a:lnTo>
                  <a:lnTo>
                    <a:pt x="7902187" y="3116972"/>
                  </a:lnTo>
                  <a:lnTo>
                    <a:pt x="7885046" y="3116972"/>
                  </a:lnTo>
                  <a:lnTo>
                    <a:pt x="7867904" y="3116972"/>
                  </a:lnTo>
                  <a:lnTo>
                    <a:pt x="7850763" y="3116972"/>
                  </a:lnTo>
                  <a:lnTo>
                    <a:pt x="7833621" y="3116972"/>
                  </a:lnTo>
                  <a:lnTo>
                    <a:pt x="7816480" y="3116972"/>
                  </a:lnTo>
                  <a:lnTo>
                    <a:pt x="7799339" y="3116972"/>
                  </a:lnTo>
                  <a:lnTo>
                    <a:pt x="7782197" y="3116972"/>
                  </a:lnTo>
                  <a:lnTo>
                    <a:pt x="7765056" y="3116972"/>
                  </a:lnTo>
                  <a:lnTo>
                    <a:pt x="7747914" y="3116972"/>
                  </a:lnTo>
                  <a:lnTo>
                    <a:pt x="7730773" y="3116972"/>
                  </a:lnTo>
                  <a:lnTo>
                    <a:pt x="7713632" y="3116972"/>
                  </a:lnTo>
                  <a:lnTo>
                    <a:pt x="7696490" y="3116972"/>
                  </a:lnTo>
                  <a:lnTo>
                    <a:pt x="7679349" y="3116972"/>
                  </a:lnTo>
                  <a:lnTo>
                    <a:pt x="7662207" y="3116972"/>
                  </a:lnTo>
                  <a:lnTo>
                    <a:pt x="7645066" y="3116972"/>
                  </a:lnTo>
                  <a:lnTo>
                    <a:pt x="7627925" y="3116972"/>
                  </a:lnTo>
                  <a:lnTo>
                    <a:pt x="7610783" y="3116972"/>
                  </a:lnTo>
                  <a:lnTo>
                    <a:pt x="7593642" y="3116972"/>
                  </a:lnTo>
                  <a:lnTo>
                    <a:pt x="7576500" y="3116972"/>
                  </a:lnTo>
                  <a:lnTo>
                    <a:pt x="7559359" y="3116972"/>
                  </a:lnTo>
                  <a:lnTo>
                    <a:pt x="7542218" y="3116972"/>
                  </a:lnTo>
                  <a:lnTo>
                    <a:pt x="7525076" y="3116972"/>
                  </a:lnTo>
                  <a:lnTo>
                    <a:pt x="7507935" y="3116972"/>
                  </a:lnTo>
                  <a:lnTo>
                    <a:pt x="7490793" y="3116972"/>
                  </a:lnTo>
                  <a:lnTo>
                    <a:pt x="7473652" y="3116972"/>
                  </a:lnTo>
                  <a:lnTo>
                    <a:pt x="7456511" y="3116972"/>
                  </a:lnTo>
                  <a:lnTo>
                    <a:pt x="7439369" y="3116972"/>
                  </a:lnTo>
                  <a:lnTo>
                    <a:pt x="7422228" y="3116972"/>
                  </a:lnTo>
                  <a:lnTo>
                    <a:pt x="7405086" y="3116972"/>
                  </a:lnTo>
                  <a:lnTo>
                    <a:pt x="7387945" y="3116972"/>
                  </a:lnTo>
                  <a:lnTo>
                    <a:pt x="7370804" y="3116972"/>
                  </a:lnTo>
                  <a:lnTo>
                    <a:pt x="7353662" y="3116972"/>
                  </a:lnTo>
                  <a:lnTo>
                    <a:pt x="7336521" y="3116972"/>
                  </a:lnTo>
                  <a:lnTo>
                    <a:pt x="7319379" y="3116972"/>
                  </a:lnTo>
                  <a:lnTo>
                    <a:pt x="7302238" y="3116972"/>
                  </a:lnTo>
                  <a:lnTo>
                    <a:pt x="7285097" y="3116972"/>
                  </a:lnTo>
                  <a:lnTo>
                    <a:pt x="7267955" y="3116972"/>
                  </a:lnTo>
                  <a:lnTo>
                    <a:pt x="7250814" y="3116972"/>
                  </a:lnTo>
                  <a:lnTo>
                    <a:pt x="7233672" y="3116972"/>
                  </a:lnTo>
                  <a:lnTo>
                    <a:pt x="7216531" y="3116972"/>
                  </a:lnTo>
                  <a:lnTo>
                    <a:pt x="7199389" y="3116972"/>
                  </a:lnTo>
                  <a:lnTo>
                    <a:pt x="7182248" y="3116972"/>
                  </a:lnTo>
                  <a:lnTo>
                    <a:pt x="7165107" y="3116972"/>
                  </a:lnTo>
                  <a:lnTo>
                    <a:pt x="7147965" y="3116972"/>
                  </a:lnTo>
                  <a:lnTo>
                    <a:pt x="7130824" y="3116972"/>
                  </a:lnTo>
                  <a:lnTo>
                    <a:pt x="7113682" y="3116972"/>
                  </a:lnTo>
                  <a:lnTo>
                    <a:pt x="7096541" y="3116972"/>
                  </a:lnTo>
                  <a:lnTo>
                    <a:pt x="7079400" y="3116972"/>
                  </a:lnTo>
                  <a:lnTo>
                    <a:pt x="7062258" y="3116972"/>
                  </a:lnTo>
                  <a:lnTo>
                    <a:pt x="7045117" y="3116972"/>
                  </a:lnTo>
                  <a:lnTo>
                    <a:pt x="7027975" y="3116972"/>
                  </a:lnTo>
                  <a:lnTo>
                    <a:pt x="7010834" y="3116972"/>
                  </a:lnTo>
                  <a:lnTo>
                    <a:pt x="6993693" y="3116972"/>
                  </a:lnTo>
                  <a:lnTo>
                    <a:pt x="6976551" y="3116972"/>
                  </a:lnTo>
                  <a:lnTo>
                    <a:pt x="6959410" y="3116972"/>
                  </a:lnTo>
                  <a:lnTo>
                    <a:pt x="6942268" y="3116972"/>
                  </a:lnTo>
                  <a:lnTo>
                    <a:pt x="6925127" y="3116972"/>
                  </a:lnTo>
                  <a:lnTo>
                    <a:pt x="6907986" y="3116972"/>
                  </a:lnTo>
                  <a:lnTo>
                    <a:pt x="6890844" y="3116972"/>
                  </a:lnTo>
                  <a:lnTo>
                    <a:pt x="6873703" y="3116972"/>
                  </a:lnTo>
                  <a:lnTo>
                    <a:pt x="6856561" y="3116972"/>
                  </a:lnTo>
                  <a:lnTo>
                    <a:pt x="6839420" y="3116972"/>
                  </a:lnTo>
                  <a:lnTo>
                    <a:pt x="6822279" y="3116972"/>
                  </a:lnTo>
                  <a:lnTo>
                    <a:pt x="6805137" y="3116972"/>
                  </a:lnTo>
                  <a:lnTo>
                    <a:pt x="6787996" y="3116972"/>
                  </a:lnTo>
                  <a:lnTo>
                    <a:pt x="6770854" y="3116972"/>
                  </a:lnTo>
                  <a:lnTo>
                    <a:pt x="6753713" y="3116972"/>
                  </a:lnTo>
                  <a:lnTo>
                    <a:pt x="6736572" y="3116972"/>
                  </a:lnTo>
                  <a:lnTo>
                    <a:pt x="6719430" y="3116972"/>
                  </a:lnTo>
                  <a:lnTo>
                    <a:pt x="6702289" y="3116972"/>
                  </a:lnTo>
                  <a:lnTo>
                    <a:pt x="6685147" y="3116972"/>
                  </a:lnTo>
                  <a:lnTo>
                    <a:pt x="6668006" y="3116972"/>
                  </a:lnTo>
                  <a:lnTo>
                    <a:pt x="6650865" y="3116972"/>
                  </a:lnTo>
                  <a:lnTo>
                    <a:pt x="6633723" y="3116972"/>
                  </a:lnTo>
                  <a:lnTo>
                    <a:pt x="6616582" y="3116972"/>
                  </a:lnTo>
                  <a:lnTo>
                    <a:pt x="6599440" y="3116972"/>
                  </a:lnTo>
                  <a:lnTo>
                    <a:pt x="6582299" y="3116972"/>
                  </a:lnTo>
                  <a:lnTo>
                    <a:pt x="6565158" y="3116972"/>
                  </a:lnTo>
                  <a:lnTo>
                    <a:pt x="6548016" y="3116972"/>
                  </a:lnTo>
                  <a:lnTo>
                    <a:pt x="6530875" y="3116972"/>
                  </a:lnTo>
                  <a:lnTo>
                    <a:pt x="6513733" y="3116972"/>
                  </a:lnTo>
                  <a:lnTo>
                    <a:pt x="6496592" y="3116972"/>
                  </a:lnTo>
                  <a:lnTo>
                    <a:pt x="6479450" y="3116972"/>
                  </a:lnTo>
                  <a:lnTo>
                    <a:pt x="6462309" y="3116972"/>
                  </a:lnTo>
                  <a:lnTo>
                    <a:pt x="6445168" y="3116972"/>
                  </a:lnTo>
                  <a:lnTo>
                    <a:pt x="6428026" y="3116972"/>
                  </a:lnTo>
                  <a:lnTo>
                    <a:pt x="6410885" y="3116972"/>
                  </a:lnTo>
                  <a:lnTo>
                    <a:pt x="6393743" y="3116972"/>
                  </a:lnTo>
                  <a:lnTo>
                    <a:pt x="6376602" y="3116972"/>
                  </a:lnTo>
                  <a:lnTo>
                    <a:pt x="6359461" y="3116972"/>
                  </a:lnTo>
                  <a:lnTo>
                    <a:pt x="6342319" y="3116972"/>
                  </a:lnTo>
                  <a:lnTo>
                    <a:pt x="6325178" y="3116972"/>
                  </a:lnTo>
                  <a:lnTo>
                    <a:pt x="6308036" y="3116972"/>
                  </a:lnTo>
                  <a:lnTo>
                    <a:pt x="6290895" y="3116972"/>
                  </a:lnTo>
                  <a:lnTo>
                    <a:pt x="6273754" y="3116972"/>
                  </a:lnTo>
                  <a:lnTo>
                    <a:pt x="6256612" y="3116972"/>
                  </a:lnTo>
                  <a:lnTo>
                    <a:pt x="6239471" y="3116972"/>
                  </a:lnTo>
                  <a:lnTo>
                    <a:pt x="6222329" y="3116972"/>
                  </a:lnTo>
                  <a:lnTo>
                    <a:pt x="6205188" y="3116972"/>
                  </a:lnTo>
                  <a:lnTo>
                    <a:pt x="6188047" y="3116972"/>
                  </a:lnTo>
                  <a:lnTo>
                    <a:pt x="6170905" y="3116972"/>
                  </a:lnTo>
                  <a:lnTo>
                    <a:pt x="6153764" y="3116972"/>
                  </a:lnTo>
                  <a:lnTo>
                    <a:pt x="6136622" y="3116972"/>
                  </a:lnTo>
                  <a:lnTo>
                    <a:pt x="6119481" y="3116972"/>
                  </a:lnTo>
                  <a:lnTo>
                    <a:pt x="6102340" y="3116972"/>
                  </a:lnTo>
                  <a:lnTo>
                    <a:pt x="6085198" y="3116972"/>
                  </a:lnTo>
                  <a:lnTo>
                    <a:pt x="6068057" y="3116972"/>
                  </a:lnTo>
                  <a:lnTo>
                    <a:pt x="6050915" y="3116972"/>
                  </a:lnTo>
                  <a:lnTo>
                    <a:pt x="6033774" y="3116972"/>
                  </a:lnTo>
                  <a:lnTo>
                    <a:pt x="6016633" y="3116972"/>
                  </a:lnTo>
                  <a:lnTo>
                    <a:pt x="5999491" y="3116972"/>
                  </a:lnTo>
                  <a:lnTo>
                    <a:pt x="5982350" y="3116972"/>
                  </a:lnTo>
                  <a:lnTo>
                    <a:pt x="5965208" y="3116972"/>
                  </a:lnTo>
                  <a:lnTo>
                    <a:pt x="5948067" y="3116972"/>
                  </a:lnTo>
                  <a:lnTo>
                    <a:pt x="5930926" y="3116972"/>
                  </a:lnTo>
                  <a:lnTo>
                    <a:pt x="5913784" y="3116972"/>
                  </a:lnTo>
                  <a:lnTo>
                    <a:pt x="5896643" y="3116972"/>
                  </a:lnTo>
                  <a:lnTo>
                    <a:pt x="5879501" y="3116972"/>
                  </a:lnTo>
                  <a:lnTo>
                    <a:pt x="5862360" y="3116972"/>
                  </a:lnTo>
                  <a:lnTo>
                    <a:pt x="5845219" y="3116972"/>
                  </a:lnTo>
                  <a:lnTo>
                    <a:pt x="5828077" y="3116972"/>
                  </a:lnTo>
                  <a:lnTo>
                    <a:pt x="5810936" y="3116972"/>
                  </a:lnTo>
                  <a:lnTo>
                    <a:pt x="5793794" y="3116972"/>
                  </a:lnTo>
                  <a:lnTo>
                    <a:pt x="5776653" y="3116972"/>
                  </a:lnTo>
                  <a:lnTo>
                    <a:pt x="5759511" y="3116972"/>
                  </a:lnTo>
                  <a:lnTo>
                    <a:pt x="5742370" y="3116972"/>
                  </a:lnTo>
                  <a:lnTo>
                    <a:pt x="5725229" y="3116972"/>
                  </a:lnTo>
                  <a:lnTo>
                    <a:pt x="5708087" y="3116972"/>
                  </a:lnTo>
                  <a:lnTo>
                    <a:pt x="5690946" y="3116972"/>
                  </a:lnTo>
                  <a:lnTo>
                    <a:pt x="5673804" y="3116972"/>
                  </a:lnTo>
                  <a:lnTo>
                    <a:pt x="5656663" y="3116972"/>
                  </a:lnTo>
                  <a:lnTo>
                    <a:pt x="5639522" y="3116972"/>
                  </a:lnTo>
                  <a:lnTo>
                    <a:pt x="5622380" y="3116972"/>
                  </a:lnTo>
                  <a:lnTo>
                    <a:pt x="5605239" y="3116972"/>
                  </a:lnTo>
                  <a:lnTo>
                    <a:pt x="5588097" y="3116972"/>
                  </a:lnTo>
                  <a:lnTo>
                    <a:pt x="5570956" y="3116972"/>
                  </a:lnTo>
                  <a:lnTo>
                    <a:pt x="5553815" y="3116972"/>
                  </a:lnTo>
                  <a:lnTo>
                    <a:pt x="5536673" y="3116972"/>
                  </a:lnTo>
                  <a:lnTo>
                    <a:pt x="5519532" y="3116972"/>
                  </a:lnTo>
                  <a:lnTo>
                    <a:pt x="5502390" y="3116972"/>
                  </a:lnTo>
                  <a:lnTo>
                    <a:pt x="5485249" y="3116972"/>
                  </a:lnTo>
                  <a:lnTo>
                    <a:pt x="5468108" y="3116972"/>
                  </a:lnTo>
                  <a:lnTo>
                    <a:pt x="5450966" y="3116972"/>
                  </a:lnTo>
                  <a:lnTo>
                    <a:pt x="5433825" y="3116972"/>
                  </a:lnTo>
                  <a:lnTo>
                    <a:pt x="5416683" y="3116972"/>
                  </a:lnTo>
                  <a:lnTo>
                    <a:pt x="5399542" y="3116972"/>
                  </a:lnTo>
                  <a:lnTo>
                    <a:pt x="5382401" y="3116972"/>
                  </a:lnTo>
                  <a:lnTo>
                    <a:pt x="5365259" y="3116972"/>
                  </a:lnTo>
                  <a:lnTo>
                    <a:pt x="5348118" y="3116972"/>
                  </a:lnTo>
                  <a:lnTo>
                    <a:pt x="5330976" y="3116972"/>
                  </a:lnTo>
                  <a:lnTo>
                    <a:pt x="5313835" y="3116972"/>
                  </a:lnTo>
                  <a:lnTo>
                    <a:pt x="5296694" y="3116972"/>
                  </a:lnTo>
                  <a:lnTo>
                    <a:pt x="5279552" y="3116972"/>
                  </a:lnTo>
                  <a:lnTo>
                    <a:pt x="5262411" y="3116972"/>
                  </a:lnTo>
                  <a:lnTo>
                    <a:pt x="5245269" y="3116972"/>
                  </a:lnTo>
                  <a:lnTo>
                    <a:pt x="5228128" y="3116972"/>
                  </a:lnTo>
                  <a:lnTo>
                    <a:pt x="5210987" y="3116972"/>
                  </a:lnTo>
                  <a:lnTo>
                    <a:pt x="5193845" y="3116972"/>
                  </a:lnTo>
                  <a:lnTo>
                    <a:pt x="5176704" y="3116972"/>
                  </a:lnTo>
                  <a:lnTo>
                    <a:pt x="5159562" y="3116972"/>
                  </a:lnTo>
                  <a:lnTo>
                    <a:pt x="5142421" y="3116972"/>
                  </a:lnTo>
                  <a:lnTo>
                    <a:pt x="5125280" y="3116972"/>
                  </a:lnTo>
                  <a:lnTo>
                    <a:pt x="5108138" y="3116972"/>
                  </a:lnTo>
                  <a:lnTo>
                    <a:pt x="5090997" y="3116972"/>
                  </a:lnTo>
                  <a:lnTo>
                    <a:pt x="5073855" y="3116972"/>
                  </a:lnTo>
                  <a:lnTo>
                    <a:pt x="5056714" y="3116972"/>
                  </a:lnTo>
                  <a:lnTo>
                    <a:pt x="5039572" y="3116972"/>
                  </a:lnTo>
                  <a:lnTo>
                    <a:pt x="5022431" y="3116972"/>
                  </a:lnTo>
                  <a:lnTo>
                    <a:pt x="5005290" y="3116972"/>
                  </a:lnTo>
                  <a:lnTo>
                    <a:pt x="4988148" y="3116972"/>
                  </a:lnTo>
                  <a:lnTo>
                    <a:pt x="4971007" y="3116972"/>
                  </a:lnTo>
                  <a:lnTo>
                    <a:pt x="4953865" y="3116972"/>
                  </a:lnTo>
                  <a:lnTo>
                    <a:pt x="4936724" y="3116972"/>
                  </a:lnTo>
                  <a:lnTo>
                    <a:pt x="4919583" y="3116972"/>
                  </a:lnTo>
                  <a:lnTo>
                    <a:pt x="4902441" y="3116972"/>
                  </a:lnTo>
                  <a:lnTo>
                    <a:pt x="4885300" y="3116972"/>
                  </a:lnTo>
                  <a:lnTo>
                    <a:pt x="4868158" y="3116972"/>
                  </a:lnTo>
                  <a:lnTo>
                    <a:pt x="4851017" y="3116972"/>
                  </a:lnTo>
                  <a:lnTo>
                    <a:pt x="4833876" y="3116972"/>
                  </a:lnTo>
                  <a:lnTo>
                    <a:pt x="4816734" y="3116972"/>
                  </a:lnTo>
                  <a:lnTo>
                    <a:pt x="4799593" y="3116972"/>
                  </a:lnTo>
                  <a:lnTo>
                    <a:pt x="4782451" y="3116972"/>
                  </a:lnTo>
                  <a:lnTo>
                    <a:pt x="4765310" y="3116972"/>
                  </a:lnTo>
                  <a:lnTo>
                    <a:pt x="4748169" y="3116972"/>
                  </a:lnTo>
                  <a:lnTo>
                    <a:pt x="4731027" y="3116972"/>
                  </a:lnTo>
                  <a:lnTo>
                    <a:pt x="4713886" y="3116972"/>
                  </a:lnTo>
                  <a:lnTo>
                    <a:pt x="4696744" y="3116972"/>
                  </a:lnTo>
                  <a:lnTo>
                    <a:pt x="4679603" y="3116972"/>
                  </a:lnTo>
                  <a:lnTo>
                    <a:pt x="4662462" y="3116972"/>
                  </a:lnTo>
                  <a:lnTo>
                    <a:pt x="4645320" y="3116972"/>
                  </a:lnTo>
                  <a:lnTo>
                    <a:pt x="4628179" y="3116972"/>
                  </a:lnTo>
                  <a:lnTo>
                    <a:pt x="4611037" y="3116972"/>
                  </a:lnTo>
                  <a:lnTo>
                    <a:pt x="4593896" y="3116972"/>
                  </a:lnTo>
                  <a:lnTo>
                    <a:pt x="4576755" y="3116972"/>
                  </a:lnTo>
                  <a:lnTo>
                    <a:pt x="4559613" y="3116972"/>
                  </a:lnTo>
                  <a:lnTo>
                    <a:pt x="4542472" y="3116972"/>
                  </a:lnTo>
                  <a:lnTo>
                    <a:pt x="4525330" y="3116972"/>
                  </a:lnTo>
                  <a:lnTo>
                    <a:pt x="4508189" y="3116972"/>
                  </a:lnTo>
                  <a:lnTo>
                    <a:pt x="4491048" y="3116972"/>
                  </a:lnTo>
                  <a:lnTo>
                    <a:pt x="4473906" y="3116972"/>
                  </a:lnTo>
                  <a:lnTo>
                    <a:pt x="4456765" y="3116972"/>
                  </a:lnTo>
                  <a:lnTo>
                    <a:pt x="4439623" y="3116972"/>
                  </a:lnTo>
                  <a:lnTo>
                    <a:pt x="4422482" y="3116972"/>
                  </a:lnTo>
                  <a:lnTo>
                    <a:pt x="4405341" y="3116972"/>
                  </a:lnTo>
                  <a:lnTo>
                    <a:pt x="4388199" y="3116972"/>
                  </a:lnTo>
                  <a:lnTo>
                    <a:pt x="4371058" y="3116972"/>
                  </a:lnTo>
                  <a:lnTo>
                    <a:pt x="4353916" y="3116972"/>
                  </a:lnTo>
                  <a:lnTo>
                    <a:pt x="4336775" y="3116972"/>
                  </a:lnTo>
                  <a:lnTo>
                    <a:pt x="4319633" y="3116972"/>
                  </a:lnTo>
                  <a:lnTo>
                    <a:pt x="4302492" y="3116972"/>
                  </a:lnTo>
                  <a:lnTo>
                    <a:pt x="4285351" y="3116972"/>
                  </a:lnTo>
                  <a:lnTo>
                    <a:pt x="4268209" y="3116972"/>
                  </a:lnTo>
                  <a:lnTo>
                    <a:pt x="4251068" y="3116972"/>
                  </a:lnTo>
                  <a:lnTo>
                    <a:pt x="4233926" y="3116972"/>
                  </a:lnTo>
                  <a:lnTo>
                    <a:pt x="4216785" y="3116972"/>
                  </a:lnTo>
                  <a:lnTo>
                    <a:pt x="4199644" y="3116972"/>
                  </a:lnTo>
                  <a:lnTo>
                    <a:pt x="4182502" y="3116972"/>
                  </a:lnTo>
                  <a:lnTo>
                    <a:pt x="4165361" y="3116972"/>
                  </a:lnTo>
                  <a:lnTo>
                    <a:pt x="4148219" y="3116972"/>
                  </a:lnTo>
                  <a:lnTo>
                    <a:pt x="4131078" y="3116972"/>
                  </a:lnTo>
                  <a:lnTo>
                    <a:pt x="4113937" y="3116972"/>
                  </a:lnTo>
                  <a:lnTo>
                    <a:pt x="4096795" y="3116972"/>
                  </a:lnTo>
                  <a:lnTo>
                    <a:pt x="4079654" y="3116972"/>
                  </a:lnTo>
                  <a:lnTo>
                    <a:pt x="4062512" y="3116972"/>
                  </a:lnTo>
                  <a:lnTo>
                    <a:pt x="4045371" y="3116972"/>
                  </a:lnTo>
                  <a:lnTo>
                    <a:pt x="4028230" y="3116972"/>
                  </a:lnTo>
                  <a:lnTo>
                    <a:pt x="4011088" y="3116972"/>
                  </a:lnTo>
                  <a:lnTo>
                    <a:pt x="3993947" y="3116972"/>
                  </a:lnTo>
                  <a:lnTo>
                    <a:pt x="3976805" y="3116972"/>
                  </a:lnTo>
                  <a:lnTo>
                    <a:pt x="3959664" y="3116972"/>
                  </a:lnTo>
                  <a:lnTo>
                    <a:pt x="3942523" y="3116972"/>
                  </a:lnTo>
                  <a:lnTo>
                    <a:pt x="3925381" y="3116972"/>
                  </a:lnTo>
                  <a:lnTo>
                    <a:pt x="3908240" y="3116972"/>
                  </a:lnTo>
                  <a:lnTo>
                    <a:pt x="3891098" y="3116972"/>
                  </a:lnTo>
                  <a:lnTo>
                    <a:pt x="3873957" y="3116972"/>
                  </a:lnTo>
                  <a:lnTo>
                    <a:pt x="3856816" y="3116972"/>
                  </a:lnTo>
                  <a:lnTo>
                    <a:pt x="3839674" y="3116972"/>
                  </a:lnTo>
                  <a:lnTo>
                    <a:pt x="3822533" y="3116972"/>
                  </a:lnTo>
                  <a:lnTo>
                    <a:pt x="3805391" y="3116972"/>
                  </a:lnTo>
                  <a:lnTo>
                    <a:pt x="3788250" y="3116972"/>
                  </a:lnTo>
                  <a:lnTo>
                    <a:pt x="3771109" y="3116972"/>
                  </a:lnTo>
                  <a:lnTo>
                    <a:pt x="3753967" y="3116972"/>
                  </a:lnTo>
                  <a:lnTo>
                    <a:pt x="3736826" y="3116972"/>
                  </a:lnTo>
                  <a:lnTo>
                    <a:pt x="3719684" y="3116972"/>
                  </a:lnTo>
                  <a:lnTo>
                    <a:pt x="3702543" y="3116972"/>
                  </a:lnTo>
                  <a:lnTo>
                    <a:pt x="3685402" y="3116972"/>
                  </a:lnTo>
                  <a:lnTo>
                    <a:pt x="3668260" y="3116972"/>
                  </a:lnTo>
                  <a:lnTo>
                    <a:pt x="3651119" y="3116972"/>
                  </a:lnTo>
                  <a:lnTo>
                    <a:pt x="3633977" y="3116972"/>
                  </a:lnTo>
                  <a:lnTo>
                    <a:pt x="3616836" y="3116972"/>
                  </a:lnTo>
                  <a:lnTo>
                    <a:pt x="3599694" y="3116972"/>
                  </a:lnTo>
                  <a:lnTo>
                    <a:pt x="3582553" y="3116972"/>
                  </a:lnTo>
                  <a:lnTo>
                    <a:pt x="3565412" y="3116972"/>
                  </a:lnTo>
                  <a:lnTo>
                    <a:pt x="3548270" y="3116972"/>
                  </a:lnTo>
                  <a:lnTo>
                    <a:pt x="3531129" y="3116972"/>
                  </a:lnTo>
                  <a:lnTo>
                    <a:pt x="3513987" y="3116972"/>
                  </a:lnTo>
                  <a:lnTo>
                    <a:pt x="3496846" y="3116972"/>
                  </a:lnTo>
                  <a:lnTo>
                    <a:pt x="3479705" y="3116972"/>
                  </a:lnTo>
                  <a:lnTo>
                    <a:pt x="3462563" y="3116972"/>
                  </a:lnTo>
                  <a:lnTo>
                    <a:pt x="3445422" y="3116972"/>
                  </a:lnTo>
                  <a:lnTo>
                    <a:pt x="3428280" y="3116972"/>
                  </a:lnTo>
                  <a:lnTo>
                    <a:pt x="3411139" y="3116972"/>
                  </a:lnTo>
                  <a:lnTo>
                    <a:pt x="3393998" y="3116972"/>
                  </a:lnTo>
                  <a:lnTo>
                    <a:pt x="3376856" y="3116972"/>
                  </a:lnTo>
                  <a:lnTo>
                    <a:pt x="3359715" y="3116972"/>
                  </a:lnTo>
                  <a:lnTo>
                    <a:pt x="3342573" y="3116972"/>
                  </a:lnTo>
                  <a:lnTo>
                    <a:pt x="3325432" y="3116972"/>
                  </a:lnTo>
                  <a:lnTo>
                    <a:pt x="3308291" y="3116972"/>
                  </a:lnTo>
                  <a:lnTo>
                    <a:pt x="3291149" y="3116972"/>
                  </a:lnTo>
                  <a:lnTo>
                    <a:pt x="3274008" y="3116972"/>
                  </a:lnTo>
                  <a:lnTo>
                    <a:pt x="3256866" y="3116972"/>
                  </a:lnTo>
                  <a:lnTo>
                    <a:pt x="3239725" y="3116972"/>
                  </a:lnTo>
                  <a:lnTo>
                    <a:pt x="3222584" y="3116972"/>
                  </a:lnTo>
                  <a:lnTo>
                    <a:pt x="3205442" y="3116972"/>
                  </a:lnTo>
                  <a:lnTo>
                    <a:pt x="3188301" y="3116972"/>
                  </a:lnTo>
                  <a:lnTo>
                    <a:pt x="3171159" y="3116972"/>
                  </a:lnTo>
                  <a:lnTo>
                    <a:pt x="3154018" y="3116972"/>
                  </a:lnTo>
                  <a:lnTo>
                    <a:pt x="3136877" y="3116972"/>
                  </a:lnTo>
                  <a:lnTo>
                    <a:pt x="3119735" y="3116972"/>
                  </a:lnTo>
                  <a:lnTo>
                    <a:pt x="3102594" y="3116972"/>
                  </a:lnTo>
                  <a:lnTo>
                    <a:pt x="3085452" y="3116972"/>
                  </a:lnTo>
                  <a:lnTo>
                    <a:pt x="3068311" y="3116972"/>
                  </a:lnTo>
                  <a:lnTo>
                    <a:pt x="3051170" y="3116972"/>
                  </a:lnTo>
                  <a:lnTo>
                    <a:pt x="3034028" y="3116972"/>
                  </a:lnTo>
                  <a:lnTo>
                    <a:pt x="3016887" y="3116972"/>
                  </a:lnTo>
                  <a:lnTo>
                    <a:pt x="2999745" y="3116972"/>
                  </a:lnTo>
                  <a:lnTo>
                    <a:pt x="2982604" y="3116972"/>
                  </a:lnTo>
                  <a:lnTo>
                    <a:pt x="2965463" y="3116972"/>
                  </a:lnTo>
                  <a:lnTo>
                    <a:pt x="2948321" y="3116972"/>
                  </a:lnTo>
                  <a:lnTo>
                    <a:pt x="2931180" y="3116972"/>
                  </a:lnTo>
                  <a:lnTo>
                    <a:pt x="2914038" y="3116972"/>
                  </a:lnTo>
                  <a:lnTo>
                    <a:pt x="2896897" y="3116972"/>
                  </a:lnTo>
                  <a:lnTo>
                    <a:pt x="2879755" y="3116972"/>
                  </a:lnTo>
                  <a:lnTo>
                    <a:pt x="2862614" y="3116972"/>
                  </a:lnTo>
                  <a:lnTo>
                    <a:pt x="2845473" y="3116972"/>
                  </a:lnTo>
                  <a:lnTo>
                    <a:pt x="2828331" y="3116972"/>
                  </a:lnTo>
                  <a:lnTo>
                    <a:pt x="2811190" y="3116972"/>
                  </a:lnTo>
                  <a:lnTo>
                    <a:pt x="2794048" y="3116972"/>
                  </a:lnTo>
                  <a:lnTo>
                    <a:pt x="2776907" y="3116972"/>
                  </a:lnTo>
                  <a:lnTo>
                    <a:pt x="2759766" y="3116972"/>
                  </a:lnTo>
                  <a:lnTo>
                    <a:pt x="2742624" y="3116972"/>
                  </a:lnTo>
                  <a:lnTo>
                    <a:pt x="2725483" y="3116972"/>
                  </a:lnTo>
                  <a:lnTo>
                    <a:pt x="2708341" y="3116972"/>
                  </a:lnTo>
                  <a:lnTo>
                    <a:pt x="2691200" y="3116972"/>
                  </a:lnTo>
                  <a:lnTo>
                    <a:pt x="2674059" y="3116972"/>
                  </a:lnTo>
                  <a:lnTo>
                    <a:pt x="2656917" y="3116972"/>
                  </a:lnTo>
                  <a:lnTo>
                    <a:pt x="2639776" y="3116972"/>
                  </a:lnTo>
                  <a:lnTo>
                    <a:pt x="2622634" y="3116972"/>
                  </a:lnTo>
                  <a:lnTo>
                    <a:pt x="2605493" y="3116972"/>
                  </a:lnTo>
                  <a:lnTo>
                    <a:pt x="2588352" y="3116972"/>
                  </a:lnTo>
                  <a:lnTo>
                    <a:pt x="2571210" y="3116972"/>
                  </a:lnTo>
                  <a:lnTo>
                    <a:pt x="2554069" y="3116972"/>
                  </a:lnTo>
                  <a:lnTo>
                    <a:pt x="2536927" y="3116972"/>
                  </a:lnTo>
                  <a:lnTo>
                    <a:pt x="2519786" y="3116972"/>
                  </a:lnTo>
                  <a:lnTo>
                    <a:pt x="2502645" y="3116972"/>
                  </a:lnTo>
                  <a:lnTo>
                    <a:pt x="2485503" y="3116972"/>
                  </a:lnTo>
                  <a:lnTo>
                    <a:pt x="2468362" y="3116972"/>
                  </a:lnTo>
                  <a:lnTo>
                    <a:pt x="2451220" y="3116972"/>
                  </a:lnTo>
                  <a:lnTo>
                    <a:pt x="2434079" y="3116972"/>
                  </a:lnTo>
                  <a:lnTo>
                    <a:pt x="2416938" y="3116972"/>
                  </a:lnTo>
                  <a:lnTo>
                    <a:pt x="2399796" y="3116972"/>
                  </a:lnTo>
                  <a:lnTo>
                    <a:pt x="2382655" y="3116972"/>
                  </a:lnTo>
                  <a:lnTo>
                    <a:pt x="2365513" y="3116972"/>
                  </a:lnTo>
                  <a:lnTo>
                    <a:pt x="2348372" y="3116972"/>
                  </a:lnTo>
                  <a:lnTo>
                    <a:pt x="2331231" y="3116972"/>
                  </a:lnTo>
                  <a:lnTo>
                    <a:pt x="2314089" y="3116972"/>
                  </a:lnTo>
                  <a:lnTo>
                    <a:pt x="2296948" y="3116972"/>
                  </a:lnTo>
                  <a:lnTo>
                    <a:pt x="2279806" y="3116972"/>
                  </a:lnTo>
                  <a:lnTo>
                    <a:pt x="2262665" y="3116972"/>
                  </a:lnTo>
                  <a:lnTo>
                    <a:pt x="2245524" y="3116972"/>
                  </a:lnTo>
                  <a:lnTo>
                    <a:pt x="2228382" y="3116972"/>
                  </a:lnTo>
                  <a:lnTo>
                    <a:pt x="2211241" y="3116972"/>
                  </a:lnTo>
                  <a:lnTo>
                    <a:pt x="2194099" y="3116972"/>
                  </a:lnTo>
                  <a:lnTo>
                    <a:pt x="2176958" y="3116972"/>
                  </a:lnTo>
                  <a:lnTo>
                    <a:pt x="2159816" y="3116972"/>
                  </a:lnTo>
                  <a:lnTo>
                    <a:pt x="2142675" y="3116972"/>
                  </a:lnTo>
                  <a:lnTo>
                    <a:pt x="2125534" y="3116972"/>
                  </a:lnTo>
                  <a:lnTo>
                    <a:pt x="2108392" y="3116972"/>
                  </a:lnTo>
                  <a:lnTo>
                    <a:pt x="2091251" y="3116972"/>
                  </a:lnTo>
                  <a:lnTo>
                    <a:pt x="2074109" y="3116972"/>
                  </a:lnTo>
                  <a:lnTo>
                    <a:pt x="2056968" y="3116972"/>
                  </a:lnTo>
                  <a:lnTo>
                    <a:pt x="2039827" y="3116972"/>
                  </a:lnTo>
                  <a:lnTo>
                    <a:pt x="2022685" y="3116972"/>
                  </a:lnTo>
                  <a:lnTo>
                    <a:pt x="2005544" y="3116972"/>
                  </a:lnTo>
                  <a:lnTo>
                    <a:pt x="1988402" y="3116972"/>
                  </a:lnTo>
                  <a:lnTo>
                    <a:pt x="1971261" y="3116972"/>
                  </a:lnTo>
                  <a:lnTo>
                    <a:pt x="1954120" y="3116972"/>
                  </a:lnTo>
                  <a:lnTo>
                    <a:pt x="1936978" y="3116972"/>
                  </a:lnTo>
                  <a:lnTo>
                    <a:pt x="1919837" y="3116972"/>
                  </a:lnTo>
                  <a:lnTo>
                    <a:pt x="1902695" y="3116972"/>
                  </a:lnTo>
                  <a:lnTo>
                    <a:pt x="1885554" y="3116972"/>
                  </a:lnTo>
                  <a:lnTo>
                    <a:pt x="1868413" y="3116972"/>
                  </a:lnTo>
                  <a:lnTo>
                    <a:pt x="1851271" y="3116972"/>
                  </a:lnTo>
                  <a:lnTo>
                    <a:pt x="1834130" y="3116972"/>
                  </a:lnTo>
                  <a:lnTo>
                    <a:pt x="1816988" y="3116972"/>
                  </a:lnTo>
                  <a:lnTo>
                    <a:pt x="1799847" y="3116972"/>
                  </a:lnTo>
                  <a:lnTo>
                    <a:pt x="1782706" y="3116972"/>
                  </a:lnTo>
                  <a:lnTo>
                    <a:pt x="1765564" y="3116972"/>
                  </a:lnTo>
                  <a:lnTo>
                    <a:pt x="1748423" y="3116972"/>
                  </a:lnTo>
                  <a:lnTo>
                    <a:pt x="1731281" y="3116972"/>
                  </a:lnTo>
                  <a:lnTo>
                    <a:pt x="1714140" y="3116972"/>
                  </a:lnTo>
                  <a:lnTo>
                    <a:pt x="1696999" y="3116972"/>
                  </a:lnTo>
                  <a:lnTo>
                    <a:pt x="1679857" y="3116972"/>
                  </a:lnTo>
                  <a:lnTo>
                    <a:pt x="1662716" y="3116972"/>
                  </a:lnTo>
                  <a:lnTo>
                    <a:pt x="1645574" y="3116972"/>
                  </a:lnTo>
                  <a:lnTo>
                    <a:pt x="1628433" y="3116972"/>
                  </a:lnTo>
                  <a:lnTo>
                    <a:pt x="1611292" y="3116972"/>
                  </a:lnTo>
                  <a:lnTo>
                    <a:pt x="1594150" y="3116972"/>
                  </a:lnTo>
                  <a:lnTo>
                    <a:pt x="1577009" y="3116972"/>
                  </a:lnTo>
                  <a:lnTo>
                    <a:pt x="1559867" y="3116972"/>
                  </a:lnTo>
                  <a:lnTo>
                    <a:pt x="1542726" y="3116972"/>
                  </a:lnTo>
                  <a:lnTo>
                    <a:pt x="1525585" y="3116972"/>
                  </a:lnTo>
                  <a:lnTo>
                    <a:pt x="1508443" y="3116972"/>
                  </a:lnTo>
                  <a:lnTo>
                    <a:pt x="1491302" y="3116972"/>
                  </a:lnTo>
                  <a:lnTo>
                    <a:pt x="1474160" y="3116972"/>
                  </a:lnTo>
                  <a:lnTo>
                    <a:pt x="1457019" y="3116972"/>
                  </a:lnTo>
                  <a:lnTo>
                    <a:pt x="1439877" y="3116972"/>
                  </a:lnTo>
                  <a:lnTo>
                    <a:pt x="1422736" y="3116972"/>
                  </a:lnTo>
                  <a:lnTo>
                    <a:pt x="1405595" y="3116972"/>
                  </a:lnTo>
                  <a:lnTo>
                    <a:pt x="1388453" y="3116972"/>
                  </a:lnTo>
                  <a:lnTo>
                    <a:pt x="1371312" y="3116972"/>
                  </a:lnTo>
                  <a:lnTo>
                    <a:pt x="1354170" y="3116972"/>
                  </a:lnTo>
                  <a:lnTo>
                    <a:pt x="1337029" y="3116972"/>
                  </a:lnTo>
                  <a:lnTo>
                    <a:pt x="1319888" y="3116972"/>
                  </a:lnTo>
                  <a:lnTo>
                    <a:pt x="1302746" y="3116972"/>
                  </a:lnTo>
                  <a:lnTo>
                    <a:pt x="1285605" y="3116972"/>
                  </a:lnTo>
                  <a:lnTo>
                    <a:pt x="1268463" y="3116972"/>
                  </a:lnTo>
                  <a:lnTo>
                    <a:pt x="1251322" y="3116972"/>
                  </a:lnTo>
                  <a:lnTo>
                    <a:pt x="1234181" y="3116972"/>
                  </a:lnTo>
                  <a:lnTo>
                    <a:pt x="1217039" y="3116972"/>
                  </a:lnTo>
                  <a:lnTo>
                    <a:pt x="1199898" y="3116972"/>
                  </a:lnTo>
                  <a:lnTo>
                    <a:pt x="1182756" y="3116972"/>
                  </a:lnTo>
                  <a:lnTo>
                    <a:pt x="1165615" y="3116972"/>
                  </a:lnTo>
                  <a:lnTo>
                    <a:pt x="1148474" y="3116972"/>
                  </a:lnTo>
                  <a:lnTo>
                    <a:pt x="1131332" y="3116972"/>
                  </a:lnTo>
                  <a:lnTo>
                    <a:pt x="1114191" y="3116972"/>
                  </a:lnTo>
                  <a:lnTo>
                    <a:pt x="1097049" y="3116972"/>
                  </a:lnTo>
                  <a:lnTo>
                    <a:pt x="1079908" y="3116972"/>
                  </a:lnTo>
                  <a:lnTo>
                    <a:pt x="1062767" y="3116972"/>
                  </a:lnTo>
                  <a:lnTo>
                    <a:pt x="1045625" y="3116972"/>
                  </a:lnTo>
                  <a:lnTo>
                    <a:pt x="1028484" y="3116972"/>
                  </a:lnTo>
                  <a:lnTo>
                    <a:pt x="1011342" y="3116972"/>
                  </a:lnTo>
                  <a:lnTo>
                    <a:pt x="994201" y="3116972"/>
                  </a:lnTo>
                  <a:lnTo>
                    <a:pt x="977060" y="3116972"/>
                  </a:lnTo>
                  <a:lnTo>
                    <a:pt x="959918" y="3116972"/>
                  </a:lnTo>
                  <a:lnTo>
                    <a:pt x="942777" y="3116972"/>
                  </a:lnTo>
                  <a:lnTo>
                    <a:pt x="925635" y="3116972"/>
                  </a:lnTo>
                  <a:lnTo>
                    <a:pt x="908494" y="3116972"/>
                  </a:lnTo>
                  <a:lnTo>
                    <a:pt x="891353" y="3116972"/>
                  </a:lnTo>
                  <a:lnTo>
                    <a:pt x="874211" y="3116972"/>
                  </a:lnTo>
                  <a:lnTo>
                    <a:pt x="857070" y="3116972"/>
                  </a:lnTo>
                  <a:lnTo>
                    <a:pt x="839928" y="3116972"/>
                  </a:lnTo>
                  <a:lnTo>
                    <a:pt x="822787" y="3116972"/>
                  </a:lnTo>
                  <a:lnTo>
                    <a:pt x="805646" y="3116972"/>
                  </a:lnTo>
                  <a:lnTo>
                    <a:pt x="788504" y="3116972"/>
                  </a:lnTo>
                  <a:lnTo>
                    <a:pt x="771363" y="3116972"/>
                  </a:lnTo>
                  <a:lnTo>
                    <a:pt x="754221" y="3116972"/>
                  </a:lnTo>
                  <a:lnTo>
                    <a:pt x="737080" y="3116972"/>
                  </a:lnTo>
                  <a:lnTo>
                    <a:pt x="719938" y="3116972"/>
                  </a:lnTo>
                  <a:lnTo>
                    <a:pt x="702797" y="3116972"/>
                  </a:lnTo>
                  <a:lnTo>
                    <a:pt x="685656" y="3116972"/>
                  </a:lnTo>
                  <a:lnTo>
                    <a:pt x="668514" y="3116972"/>
                  </a:lnTo>
                  <a:lnTo>
                    <a:pt x="651373" y="3116972"/>
                  </a:lnTo>
                  <a:lnTo>
                    <a:pt x="634231" y="3116972"/>
                  </a:lnTo>
                  <a:lnTo>
                    <a:pt x="617090" y="3116972"/>
                  </a:lnTo>
                  <a:lnTo>
                    <a:pt x="599949" y="3116972"/>
                  </a:lnTo>
                  <a:lnTo>
                    <a:pt x="582807" y="3116972"/>
                  </a:lnTo>
                  <a:lnTo>
                    <a:pt x="565666" y="3116972"/>
                  </a:lnTo>
                  <a:lnTo>
                    <a:pt x="548524" y="3116972"/>
                  </a:lnTo>
                  <a:lnTo>
                    <a:pt x="531383" y="3116972"/>
                  </a:lnTo>
                  <a:lnTo>
                    <a:pt x="514242" y="3116972"/>
                  </a:lnTo>
                  <a:lnTo>
                    <a:pt x="497100" y="3116972"/>
                  </a:lnTo>
                  <a:lnTo>
                    <a:pt x="479959" y="3116972"/>
                  </a:lnTo>
                  <a:lnTo>
                    <a:pt x="462817" y="3116972"/>
                  </a:lnTo>
                  <a:lnTo>
                    <a:pt x="445676" y="3116972"/>
                  </a:lnTo>
                  <a:lnTo>
                    <a:pt x="428535" y="3116972"/>
                  </a:lnTo>
                  <a:lnTo>
                    <a:pt x="411393" y="3116972"/>
                  </a:lnTo>
                  <a:lnTo>
                    <a:pt x="394252" y="3116972"/>
                  </a:lnTo>
                  <a:lnTo>
                    <a:pt x="377110" y="3116972"/>
                  </a:lnTo>
                  <a:lnTo>
                    <a:pt x="359969" y="3116972"/>
                  </a:lnTo>
                  <a:lnTo>
                    <a:pt x="342828" y="3116972"/>
                  </a:lnTo>
                  <a:lnTo>
                    <a:pt x="325686" y="3116972"/>
                  </a:lnTo>
                  <a:lnTo>
                    <a:pt x="308545" y="3116972"/>
                  </a:lnTo>
                  <a:lnTo>
                    <a:pt x="291403" y="3116972"/>
                  </a:lnTo>
                  <a:lnTo>
                    <a:pt x="274262" y="3116972"/>
                  </a:lnTo>
                  <a:lnTo>
                    <a:pt x="257121" y="3116972"/>
                  </a:lnTo>
                  <a:lnTo>
                    <a:pt x="239979" y="3116972"/>
                  </a:lnTo>
                  <a:lnTo>
                    <a:pt x="222838" y="3116972"/>
                  </a:lnTo>
                  <a:lnTo>
                    <a:pt x="205696" y="3116972"/>
                  </a:lnTo>
                  <a:lnTo>
                    <a:pt x="188555" y="3116972"/>
                  </a:lnTo>
                  <a:lnTo>
                    <a:pt x="171414" y="3116972"/>
                  </a:lnTo>
                  <a:lnTo>
                    <a:pt x="154272" y="3116972"/>
                  </a:lnTo>
                  <a:lnTo>
                    <a:pt x="137131" y="3116972"/>
                  </a:lnTo>
                  <a:lnTo>
                    <a:pt x="119989" y="3116972"/>
                  </a:lnTo>
                  <a:lnTo>
                    <a:pt x="102848" y="3116972"/>
                  </a:lnTo>
                  <a:lnTo>
                    <a:pt x="85707" y="3116972"/>
                  </a:lnTo>
                  <a:lnTo>
                    <a:pt x="68565" y="3116972"/>
                  </a:lnTo>
                  <a:lnTo>
                    <a:pt x="51424" y="3116972"/>
                  </a:lnTo>
                  <a:lnTo>
                    <a:pt x="34282" y="3116972"/>
                  </a:lnTo>
                  <a:lnTo>
                    <a:pt x="17141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44934" y="3262477"/>
              <a:ext cx="8553560" cy="3017979"/>
            </a:xfrm>
            <a:custGeom>
              <a:avLst/>
              <a:pathLst>
                <a:path w="8553560" h="3017979">
                  <a:moveTo>
                    <a:pt x="0" y="2994303"/>
                  </a:moveTo>
                  <a:lnTo>
                    <a:pt x="17141" y="3013269"/>
                  </a:lnTo>
                  <a:lnTo>
                    <a:pt x="34282" y="2938115"/>
                  </a:lnTo>
                  <a:lnTo>
                    <a:pt x="51424" y="2937366"/>
                  </a:lnTo>
                  <a:lnTo>
                    <a:pt x="68565" y="2945967"/>
                  </a:lnTo>
                  <a:lnTo>
                    <a:pt x="85707" y="3017979"/>
                  </a:lnTo>
                  <a:lnTo>
                    <a:pt x="102848" y="2979917"/>
                  </a:lnTo>
                  <a:lnTo>
                    <a:pt x="119989" y="2951093"/>
                  </a:lnTo>
                  <a:lnTo>
                    <a:pt x="137131" y="2982723"/>
                  </a:lnTo>
                  <a:lnTo>
                    <a:pt x="154272" y="2998000"/>
                  </a:lnTo>
                  <a:lnTo>
                    <a:pt x="171414" y="3000015"/>
                  </a:lnTo>
                  <a:lnTo>
                    <a:pt x="188555" y="2930115"/>
                  </a:lnTo>
                  <a:lnTo>
                    <a:pt x="205696" y="2934028"/>
                  </a:lnTo>
                  <a:lnTo>
                    <a:pt x="222838" y="2947604"/>
                  </a:lnTo>
                  <a:lnTo>
                    <a:pt x="239979" y="2969535"/>
                  </a:lnTo>
                  <a:lnTo>
                    <a:pt x="257121" y="2959396"/>
                  </a:lnTo>
                  <a:lnTo>
                    <a:pt x="274262" y="2909245"/>
                  </a:lnTo>
                  <a:lnTo>
                    <a:pt x="291403" y="2898551"/>
                  </a:lnTo>
                  <a:lnTo>
                    <a:pt x="308545" y="2887588"/>
                  </a:lnTo>
                  <a:lnTo>
                    <a:pt x="325686" y="2916660"/>
                  </a:lnTo>
                  <a:lnTo>
                    <a:pt x="342828" y="2864715"/>
                  </a:lnTo>
                  <a:lnTo>
                    <a:pt x="359969" y="2833475"/>
                  </a:lnTo>
                  <a:lnTo>
                    <a:pt x="377110" y="2835418"/>
                  </a:lnTo>
                  <a:lnTo>
                    <a:pt x="394252" y="2845168"/>
                  </a:lnTo>
                  <a:lnTo>
                    <a:pt x="411393" y="2853122"/>
                  </a:lnTo>
                  <a:lnTo>
                    <a:pt x="428535" y="2828139"/>
                  </a:lnTo>
                  <a:lnTo>
                    <a:pt x="445676" y="2770454"/>
                  </a:lnTo>
                  <a:lnTo>
                    <a:pt x="462817" y="2806114"/>
                  </a:lnTo>
                  <a:lnTo>
                    <a:pt x="479959" y="2753861"/>
                  </a:lnTo>
                  <a:lnTo>
                    <a:pt x="497100" y="2718638"/>
                  </a:lnTo>
                  <a:lnTo>
                    <a:pt x="514242" y="2735026"/>
                  </a:lnTo>
                  <a:lnTo>
                    <a:pt x="531383" y="2671261"/>
                  </a:lnTo>
                  <a:lnTo>
                    <a:pt x="548524" y="2613501"/>
                  </a:lnTo>
                  <a:lnTo>
                    <a:pt x="565666" y="2580256"/>
                  </a:lnTo>
                  <a:lnTo>
                    <a:pt x="582807" y="2601551"/>
                  </a:lnTo>
                  <a:lnTo>
                    <a:pt x="599949" y="2659256"/>
                  </a:lnTo>
                  <a:lnTo>
                    <a:pt x="617090" y="2589326"/>
                  </a:lnTo>
                  <a:lnTo>
                    <a:pt x="634231" y="2584390"/>
                  </a:lnTo>
                  <a:lnTo>
                    <a:pt x="651373" y="2614130"/>
                  </a:lnTo>
                  <a:lnTo>
                    <a:pt x="668514" y="2638806"/>
                  </a:lnTo>
                  <a:lnTo>
                    <a:pt x="685656" y="2613569"/>
                  </a:lnTo>
                  <a:lnTo>
                    <a:pt x="702797" y="2669591"/>
                  </a:lnTo>
                  <a:lnTo>
                    <a:pt x="719938" y="2737804"/>
                  </a:lnTo>
                  <a:lnTo>
                    <a:pt x="737080" y="2795564"/>
                  </a:lnTo>
                  <a:lnTo>
                    <a:pt x="754221" y="2873400"/>
                  </a:lnTo>
                  <a:lnTo>
                    <a:pt x="771363" y="2826676"/>
                  </a:lnTo>
                  <a:lnTo>
                    <a:pt x="788504" y="2864982"/>
                  </a:lnTo>
                  <a:lnTo>
                    <a:pt x="805646" y="2835671"/>
                  </a:lnTo>
                  <a:lnTo>
                    <a:pt x="822787" y="2892609"/>
                  </a:lnTo>
                  <a:lnTo>
                    <a:pt x="839928" y="2847967"/>
                  </a:lnTo>
                  <a:lnTo>
                    <a:pt x="857070" y="2759964"/>
                  </a:lnTo>
                  <a:lnTo>
                    <a:pt x="874211" y="2832683"/>
                  </a:lnTo>
                  <a:lnTo>
                    <a:pt x="891353" y="2781274"/>
                  </a:lnTo>
                  <a:lnTo>
                    <a:pt x="908494" y="2840185"/>
                  </a:lnTo>
                  <a:lnTo>
                    <a:pt x="925635" y="2841630"/>
                  </a:lnTo>
                  <a:lnTo>
                    <a:pt x="942777" y="2873396"/>
                  </a:lnTo>
                  <a:lnTo>
                    <a:pt x="959918" y="2969744"/>
                  </a:lnTo>
                  <a:lnTo>
                    <a:pt x="977060" y="2913918"/>
                  </a:lnTo>
                  <a:lnTo>
                    <a:pt x="994201" y="2991956"/>
                  </a:lnTo>
                  <a:lnTo>
                    <a:pt x="1011342" y="2929623"/>
                  </a:lnTo>
                  <a:lnTo>
                    <a:pt x="1028484" y="2913493"/>
                  </a:lnTo>
                  <a:lnTo>
                    <a:pt x="1045625" y="2903337"/>
                  </a:lnTo>
                  <a:lnTo>
                    <a:pt x="1062767" y="2933561"/>
                  </a:lnTo>
                  <a:lnTo>
                    <a:pt x="1079908" y="2959008"/>
                  </a:lnTo>
                  <a:lnTo>
                    <a:pt x="1097049" y="2926583"/>
                  </a:lnTo>
                  <a:lnTo>
                    <a:pt x="1114191" y="2900161"/>
                  </a:lnTo>
                  <a:lnTo>
                    <a:pt x="1131332" y="2897425"/>
                  </a:lnTo>
                  <a:lnTo>
                    <a:pt x="1148474" y="2872007"/>
                  </a:lnTo>
                  <a:lnTo>
                    <a:pt x="1165615" y="2782167"/>
                  </a:lnTo>
                  <a:lnTo>
                    <a:pt x="1182756" y="2779177"/>
                  </a:lnTo>
                  <a:lnTo>
                    <a:pt x="1199898" y="2751443"/>
                  </a:lnTo>
                  <a:lnTo>
                    <a:pt x="1217039" y="2797073"/>
                  </a:lnTo>
                  <a:lnTo>
                    <a:pt x="1234181" y="2846773"/>
                  </a:lnTo>
                  <a:lnTo>
                    <a:pt x="1251322" y="2723994"/>
                  </a:lnTo>
                  <a:lnTo>
                    <a:pt x="1268463" y="2753801"/>
                  </a:lnTo>
                  <a:lnTo>
                    <a:pt x="1285605" y="2763206"/>
                  </a:lnTo>
                  <a:lnTo>
                    <a:pt x="1302746" y="2757017"/>
                  </a:lnTo>
                  <a:lnTo>
                    <a:pt x="1319888" y="2801915"/>
                  </a:lnTo>
                  <a:lnTo>
                    <a:pt x="1337029" y="2725736"/>
                  </a:lnTo>
                  <a:lnTo>
                    <a:pt x="1354170" y="2805585"/>
                  </a:lnTo>
                  <a:lnTo>
                    <a:pt x="1371312" y="2835420"/>
                  </a:lnTo>
                  <a:lnTo>
                    <a:pt x="1388453" y="2827829"/>
                  </a:lnTo>
                  <a:lnTo>
                    <a:pt x="1405595" y="2729936"/>
                  </a:lnTo>
                  <a:lnTo>
                    <a:pt x="1422736" y="2734838"/>
                  </a:lnTo>
                  <a:lnTo>
                    <a:pt x="1439877" y="2804535"/>
                  </a:lnTo>
                  <a:lnTo>
                    <a:pt x="1457019" y="2796964"/>
                  </a:lnTo>
                  <a:lnTo>
                    <a:pt x="1474160" y="2713868"/>
                  </a:lnTo>
                  <a:lnTo>
                    <a:pt x="1491302" y="2641613"/>
                  </a:lnTo>
                  <a:lnTo>
                    <a:pt x="1508443" y="2791783"/>
                  </a:lnTo>
                  <a:lnTo>
                    <a:pt x="1525585" y="2881759"/>
                  </a:lnTo>
                  <a:lnTo>
                    <a:pt x="1542726" y="2894987"/>
                  </a:lnTo>
                  <a:lnTo>
                    <a:pt x="1559867" y="2898642"/>
                  </a:lnTo>
                  <a:lnTo>
                    <a:pt x="1577009" y="2893111"/>
                  </a:lnTo>
                  <a:lnTo>
                    <a:pt x="1594150" y="2942123"/>
                  </a:lnTo>
                  <a:lnTo>
                    <a:pt x="1611292" y="2939801"/>
                  </a:lnTo>
                  <a:lnTo>
                    <a:pt x="1628433" y="2912701"/>
                  </a:lnTo>
                  <a:lnTo>
                    <a:pt x="1645574" y="2936948"/>
                  </a:lnTo>
                  <a:lnTo>
                    <a:pt x="1662716" y="2949518"/>
                  </a:lnTo>
                  <a:lnTo>
                    <a:pt x="1679857" y="2909186"/>
                  </a:lnTo>
                  <a:lnTo>
                    <a:pt x="1696999" y="2910624"/>
                  </a:lnTo>
                  <a:lnTo>
                    <a:pt x="1714140" y="2865087"/>
                  </a:lnTo>
                  <a:lnTo>
                    <a:pt x="1731281" y="2850616"/>
                  </a:lnTo>
                  <a:lnTo>
                    <a:pt x="1748423" y="2870041"/>
                  </a:lnTo>
                  <a:lnTo>
                    <a:pt x="1765564" y="2839033"/>
                  </a:lnTo>
                  <a:lnTo>
                    <a:pt x="1782706" y="2831651"/>
                  </a:lnTo>
                  <a:lnTo>
                    <a:pt x="1799847" y="2836019"/>
                  </a:lnTo>
                  <a:lnTo>
                    <a:pt x="1816988" y="2862879"/>
                  </a:lnTo>
                  <a:lnTo>
                    <a:pt x="1834130" y="2934805"/>
                  </a:lnTo>
                  <a:lnTo>
                    <a:pt x="1851271" y="2951662"/>
                  </a:lnTo>
                  <a:lnTo>
                    <a:pt x="1868413" y="2894468"/>
                  </a:lnTo>
                  <a:lnTo>
                    <a:pt x="1885554" y="2878832"/>
                  </a:lnTo>
                  <a:lnTo>
                    <a:pt x="1902695" y="2889040"/>
                  </a:lnTo>
                  <a:lnTo>
                    <a:pt x="1919837" y="2803563"/>
                  </a:lnTo>
                  <a:lnTo>
                    <a:pt x="1936978" y="2838503"/>
                  </a:lnTo>
                  <a:lnTo>
                    <a:pt x="1954120" y="2809057"/>
                  </a:lnTo>
                  <a:lnTo>
                    <a:pt x="1971261" y="2827214"/>
                  </a:lnTo>
                  <a:lnTo>
                    <a:pt x="1988402" y="2912986"/>
                  </a:lnTo>
                  <a:lnTo>
                    <a:pt x="2005544" y="2793895"/>
                  </a:lnTo>
                  <a:lnTo>
                    <a:pt x="2022685" y="2821833"/>
                  </a:lnTo>
                  <a:lnTo>
                    <a:pt x="2039827" y="2746995"/>
                  </a:lnTo>
                  <a:lnTo>
                    <a:pt x="2056968" y="2713057"/>
                  </a:lnTo>
                  <a:lnTo>
                    <a:pt x="2074109" y="2654766"/>
                  </a:lnTo>
                  <a:lnTo>
                    <a:pt x="2091251" y="2667247"/>
                  </a:lnTo>
                  <a:lnTo>
                    <a:pt x="2108392" y="2749427"/>
                  </a:lnTo>
                  <a:lnTo>
                    <a:pt x="2125534" y="2747373"/>
                  </a:lnTo>
                  <a:lnTo>
                    <a:pt x="2142675" y="2686660"/>
                  </a:lnTo>
                  <a:lnTo>
                    <a:pt x="2159816" y="2643581"/>
                  </a:lnTo>
                  <a:lnTo>
                    <a:pt x="2176958" y="2681808"/>
                  </a:lnTo>
                  <a:lnTo>
                    <a:pt x="2194099" y="2672942"/>
                  </a:lnTo>
                  <a:lnTo>
                    <a:pt x="2211241" y="2729994"/>
                  </a:lnTo>
                  <a:lnTo>
                    <a:pt x="2228382" y="2760231"/>
                  </a:lnTo>
                  <a:lnTo>
                    <a:pt x="2245524" y="2787723"/>
                  </a:lnTo>
                  <a:lnTo>
                    <a:pt x="2262665" y="2830397"/>
                  </a:lnTo>
                  <a:lnTo>
                    <a:pt x="2279806" y="2745300"/>
                  </a:lnTo>
                  <a:lnTo>
                    <a:pt x="2296948" y="2793094"/>
                  </a:lnTo>
                  <a:lnTo>
                    <a:pt x="2314089" y="2704992"/>
                  </a:lnTo>
                  <a:lnTo>
                    <a:pt x="2331231" y="2629383"/>
                  </a:lnTo>
                  <a:lnTo>
                    <a:pt x="2348372" y="2714607"/>
                  </a:lnTo>
                  <a:lnTo>
                    <a:pt x="2365513" y="2655208"/>
                  </a:lnTo>
                  <a:lnTo>
                    <a:pt x="2382655" y="2670495"/>
                  </a:lnTo>
                  <a:lnTo>
                    <a:pt x="2399796" y="2657140"/>
                  </a:lnTo>
                  <a:lnTo>
                    <a:pt x="2416938" y="2691321"/>
                  </a:lnTo>
                  <a:lnTo>
                    <a:pt x="2434079" y="2700696"/>
                  </a:lnTo>
                  <a:lnTo>
                    <a:pt x="2451220" y="2677975"/>
                  </a:lnTo>
                  <a:lnTo>
                    <a:pt x="2468362" y="2679280"/>
                  </a:lnTo>
                  <a:lnTo>
                    <a:pt x="2485503" y="2646715"/>
                  </a:lnTo>
                  <a:lnTo>
                    <a:pt x="2502645" y="2584412"/>
                  </a:lnTo>
                  <a:lnTo>
                    <a:pt x="2519786" y="2588472"/>
                  </a:lnTo>
                  <a:lnTo>
                    <a:pt x="2536927" y="2660330"/>
                  </a:lnTo>
                  <a:lnTo>
                    <a:pt x="2554069" y="2553538"/>
                  </a:lnTo>
                  <a:lnTo>
                    <a:pt x="2571210" y="2453910"/>
                  </a:lnTo>
                  <a:lnTo>
                    <a:pt x="2588352" y="2393651"/>
                  </a:lnTo>
                  <a:lnTo>
                    <a:pt x="2605493" y="2361590"/>
                  </a:lnTo>
                  <a:lnTo>
                    <a:pt x="2622634" y="2368650"/>
                  </a:lnTo>
                  <a:lnTo>
                    <a:pt x="2639776" y="2377229"/>
                  </a:lnTo>
                  <a:lnTo>
                    <a:pt x="2656917" y="2336825"/>
                  </a:lnTo>
                  <a:lnTo>
                    <a:pt x="2674059" y="2343934"/>
                  </a:lnTo>
                  <a:lnTo>
                    <a:pt x="2691200" y="2345201"/>
                  </a:lnTo>
                  <a:lnTo>
                    <a:pt x="2708341" y="2327940"/>
                  </a:lnTo>
                  <a:lnTo>
                    <a:pt x="2725483" y="2380903"/>
                  </a:lnTo>
                  <a:lnTo>
                    <a:pt x="2742624" y="2393947"/>
                  </a:lnTo>
                  <a:lnTo>
                    <a:pt x="2759766" y="2474136"/>
                  </a:lnTo>
                  <a:lnTo>
                    <a:pt x="2776907" y="2477015"/>
                  </a:lnTo>
                  <a:lnTo>
                    <a:pt x="2794048" y="2496305"/>
                  </a:lnTo>
                  <a:lnTo>
                    <a:pt x="2811190" y="2499287"/>
                  </a:lnTo>
                  <a:lnTo>
                    <a:pt x="2828331" y="2478017"/>
                  </a:lnTo>
                  <a:lnTo>
                    <a:pt x="2845473" y="2413232"/>
                  </a:lnTo>
                  <a:lnTo>
                    <a:pt x="2862614" y="2282726"/>
                  </a:lnTo>
                  <a:lnTo>
                    <a:pt x="2879755" y="2230467"/>
                  </a:lnTo>
                  <a:lnTo>
                    <a:pt x="2896897" y="2159821"/>
                  </a:lnTo>
                  <a:lnTo>
                    <a:pt x="2914038" y="2024808"/>
                  </a:lnTo>
                  <a:lnTo>
                    <a:pt x="2931180" y="2001805"/>
                  </a:lnTo>
                  <a:lnTo>
                    <a:pt x="2948321" y="2010110"/>
                  </a:lnTo>
                  <a:lnTo>
                    <a:pt x="2965463" y="1935178"/>
                  </a:lnTo>
                  <a:lnTo>
                    <a:pt x="2982604" y="2061199"/>
                  </a:lnTo>
                  <a:lnTo>
                    <a:pt x="2999745" y="2001941"/>
                  </a:lnTo>
                  <a:lnTo>
                    <a:pt x="3016887" y="2063372"/>
                  </a:lnTo>
                  <a:lnTo>
                    <a:pt x="3034028" y="2084382"/>
                  </a:lnTo>
                  <a:lnTo>
                    <a:pt x="3051170" y="2081855"/>
                  </a:lnTo>
                  <a:lnTo>
                    <a:pt x="3068311" y="2024205"/>
                  </a:lnTo>
                  <a:lnTo>
                    <a:pt x="3085452" y="2009888"/>
                  </a:lnTo>
                  <a:lnTo>
                    <a:pt x="3102594" y="1936656"/>
                  </a:lnTo>
                  <a:lnTo>
                    <a:pt x="3119735" y="1699996"/>
                  </a:lnTo>
                  <a:lnTo>
                    <a:pt x="3136877" y="1810068"/>
                  </a:lnTo>
                  <a:lnTo>
                    <a:pt x="3154018" y="1805471"/>
                  </a:lnTo>
                  <a:lnTo>
                    <a:pt x="3171159" y="1937448"/>
                  </a:lnTo>
                  <a:lnTo>
                    <a:pt x="3188301" y="1747101"/>
                  </a:lnTo>
                  <a:lnTo>
                    <a:pt x="3205442" y="1755505"/>
                  </a:lnTo>
                  <a:lnTo>
                    <a:pt x="3222584" y="1841841"/>
                  </a:lnTo>
                  <a:lnTo>
                    <a:pt x="3239725" y="1665164"/>
                  </a:lnTo>
                  <a:lnTo>
                    <a:pt x="3256866" y="1504255"/>
                  </a:lnTo>
                  <a:lnTo>
                    <a:pt x="3274008" y="1464153"/>
                  </a:lnTo>
                  <a:lnTo>
                    <a:pt x="3291149" y="1358746"/>
                  </a:lnTo>
                  <a:lnTo>
                    <a:pt x="3308291" y="1525984"/>
                  </a:lnTo>
                  <a:lnTo>
                    <a:pt x="3325432" y="1526208"/>
                  </a:lnTo>
                  <a:lnTo>
                    <a:pt x="3342573" y="1490680"/>
                  </a:lnTo>
                  <a:lnTo>
                    <a:pt x="3359715" y="1528106"/>
                  </a:lnTo>
                  <a:lnTo>
                    <a:pt x="3376856" y="1445645"/>
                  </a:lnTo>
                  <a:lnTo>
                    <a:pt x="3393998" y="1422839"/>
                  </a:lnTo>
                  <a:lnTo>
                    <a:pt x="3411139" y="1392670"/>
                  </a:lnTo>
                  <a:lnTo>
                    <a:pt x="3428280" y="1420651"/>
                  </a:lnTo>
                  <a:lnTo>
                    <a:pt x="3445422" y="1414254"/>
                  </a:lnTo>
                  <a:lnTo>
                    <a:pt x="3462563" y="1390424"/>
                  </a:lnTo>
                  <a:lnTo>
                    <a:pt x="3479705" y="1497507"/>
                  </a:lnTo>
                  <a:lnTo>
                    <a:pt x="3496846" y="867523"/>
                  </a:lnTo>
                  <a:lnTo>
                    <a:pt x="3513987" y="893952"/>
                  </a:lnTo>
                  <a:lnTo>
                    <a:pt x="3531129" y="800306"/>
                  </a:lnTo>
                  <a:lnTo>
                    <a:pt x="3548270" y="869047"/>
                  </a:lnTo>
                  <a:lnTo>
                    <a:pt x="3565412" y="814324"/>
                  </a:lnTo>
                  <a:lnTo>
                    <a:pt x="3582553" y="885260"/>
                  </a:lnTo>
                  <a:lnTo>
                    <a:pt x="3599694" y="766793"/>
                  </a:lnTo>
                  <a:lnTo>
                    <a:pt x="3616836" y="792142"/>
                  </a:lnTo>
                  <a:lnTo>
                    <a:pt x="3633977" y="730529"/>
                  </a:lnTo>
                  <a:lnTo>
                    <a:pt x="3651119" y="630983"/>
                  </a:lnTo>
                  <a:lnTo>
                    <a:pt x="3668260" y="603911"/>
                  </a:lnTo>
                  <a:lnTo>
                    <a:pt x="3685402" y="690727"/>
                  </a:lnTo>
                  <a:lnTo>
                    <a:pt x="3702543" y="920734"/>
                  </a:lnTo>
                  <a:lnTo>
                    <a:pt x="3719684" y="936970"/>
                  </a:lnTo>
                  <a:lnTo>
                    <a:pt x="3736826" y="1088217"/>
                  </a:lnTo>
                  <a:lnTo>
                    <a:pt x="3753967" y="1110750"/>
                  </a:lnTo>
                  <a:lnTo>
                    <a:pt x="3771109" y="1285137"/>
                  </a:lnTo>
                  <a:lnTo>
                    <a:pt x="3788250" y="1239943"/>
                  </a:lnTo>
                  <a:lnTo>
                    <a:pt x="3805391" y="1312596"/>
                  </a:lnTo>
                  <a:lnTo>
                    <a:pt x="3822533" y="1181639"/>
                  </a:lnTo>
                  <a:lnTo>
                    <a:pt x="3839674" y="1205328"/>
                  </a:lnTo>
                  <a:lnTo>
                    <a:pt x="3856816" y="1012197"/>
                  </a:lnTo>
                  <a:lnTo>
                    <a:pt x="3873957" y="886855"/>
                  </a:lnTo>
                  <a:lnTo>
                    <a:pt x="3891098" y="869634"/>
                  </a:lnTo>
                  <a:lnTo>
                    <a:pt x="3908240" y="897801"/>
                  </a:lnTo>
                  <a:lnTo>
                    <a:pt x="3925381" y="940221"/>
                  </a:lnTo>
                  <a:lnTo>
                    <a:pt x="3942523" y="824851"/>
                  </a:lnTo>
                  <a:lnTo>
                    <a:pt x="3959664" y="806082"/>
                  </a:lnTo>
                  <a:lnTo>
                    <a:pt x="3976805" y="770846"/>
                  </a:lnTo>
                  <a:lnTo>
                    <a:pt x="3993947" y="652741"/>
                  </a:lnTo>
                  <a:lnTo>
                    <a:pt x="4011088" y="739299"/>
                  </a:lnTo>
                  <a:lnTo>
                    <a:pt x="4028230" y="599395"/>
                  </a:lnTo>
                  <a:lnTo>
                    <a:pt x="4045371" y="552446"/>
                  </a:lnTo>
                  <a:lnTo>
                    <a:pt x="4062512" y="572036"/>
                  </a:lnTo>
                  <a:lnTo>
                    <a:pt x="4079654" y="550113"/>
                  </a:lnTo>
                  <a:lnTo>
                    <a:pt x="4096795" y="743692"/>
                  </a:lnTo>
                  <a:lnTo>
                    <a:pt x="4113937" y="683038"/>
                  </a:lnTo>
                  <a:lnTo>
                    <a:pt x="4131078" y="803864"/>
                  </a:lnTo>
                  <a:lnTo>
                    <a:pt x="4148219" y="719611"/>
                  </a:lnTo>
                  <a:lnTo>
                    <a:pt x="4165361" y="708008"/>
                  </a:lnTo>
                  <a:lnTo>
                    <a:pt x="4182502" y="723877"/>
                  </a:lnTo>
                  <a:lnTo>
                    <a:pt x="4199644" y="663821"/>
                  </a:lnTo>
                  <a:lnTo>
                    <a:pt x="4216785" y="691355"/>
                  </a:lnTo>
                  <a:lnTo>
                    <a:pt x="4233926" y="666672"/>
                  </a:lnTo>
                  <a:lnTo>
                    <a:pt x="4251068" y="697908"/>
                  </a:lnTo>
                  <a:lnTo>
                    <a:pt x="4268209" y="607075"/>
                  </a:lnTo>
                  <a:lnTo>
                    <a:pt x="4285351" y="650353"/>
                  </a:lnTo>
                  <a:lnTo>
                    <a:pt x="4302492" y="614706"/>
                  </a:lnTo>
                  <a:lnTo>
                    <a:pt x="4319633" y="528940"/>
                  </a:lnTo>
                  <a:lnTo>
                    <a:pt x="4336775" y="507171"/>
                  </a:lnTo>
                  <a:lnTo>
                    <a:pt x="4353916" y="436405"/>
                  </a:lnTo>
                  <a:lnTo>
                    <a:pt x="4371058" y="329725"/>
                  </a:lnTo>
                  <a:lnTo>
                    <a:pt x="4388199" y="486414"/>
                  </a:lnTo>
                  <a:lnTo>
                    <a:pt x="4405341" y="529368"/>
                  </a:lnTo>
                  <a:lnTo>
                    <a:pt x="4422482" y="442785"/>
                  </a:lnTo>
                  <a:lnTo>
                    <a:pt x="4439623" y="363877"/>
                  </a:lnTo>
                  <a:lnTo>
                    <a:pt x="4456765" y="518658"/>
                  </a:lnTo>
                  <a:lnTo>
                    <a:pt x="4473906" y="431157"/>
                  </a:lnTo>
                  <a:lnTo>
                    <a:pt x="4491048" y="445971"/>
                  </a:lnTo>
                  <a:lnTo>
                    <a:pt x="4508189" y="660096"/>
                  </a:lnTo>
                  <a:lnTo>
                    <a:pt x="4525330" y="712162"/>
                  </a:lnTo>
                  <a:lnTo>
                    <a:pt x="4542472" y="751781"/>
                  </a:lnTo>
                  <a:lnTo>
                    <a:pt x="4559613" y="671397"/>
                  </a:lnTo>
                  <a:lnTo>
                    <a:pt x="4576755" y="715471"/>
                  </a:lnTo>
                  <a:lnTo>
                    <a:pt x="4593896" y="812071"/>
                  </a:lnTo>
                  <a:lnTo>
                    <a:pt x="4611037" y="1072438"/>
                  </a:lnTo>
                  <a:lnTo>
                    <a:pt x="4628179" y="1079024"/>
                  </a:lnTo>
                  <a:lnTo>
                    <a:pt x="4645320" y="1065117"/>
                  </a:lnTo>
                  <a:lnTo>
                    <a:pt x="4662462" y="1019243"/>
                  </a:lnTo>
                  <a:lnTo>
                    <a:pt x="4679603" y="852705"/>
                  </a:lnTo>
                  <a:lnTo>
                    <a:pt x="4696744" y="826129"/>
                  </a:lnTo>
                  <a:lnTo>
                    <a:pt x="4713886" y="898765"/>
                  </a:lnTo>
                  <a:lnTo>
                    <a:pt x="4731027" y="839591"/>
                  </a:lnTo>
                  <a:lnTo>
                    <a:pt x="4748169" y="878949"/>
                  </a:lnTo>
                  <a:lnTo>
                    <a:pt x="4765310" y="744422"/>
                  </a:lnTo>
                  <a:lnTo>
                    <a:pt x="4782451" y="758154"/>
                  </a:lnTo>
                  <a:lnTo>
                    <a:pt x="4799593" y="824632"/>
                  </a:lnTo>
                  <a:lnTo>
                    <a:pt x="4816734" y="631183"/>
                  </a:lnTo>
                  <a:lnTo>
                    <a:pt x="4833876" y="404722"/>
                  </a:lnTo>
                  <a:lnTo>
                    <a:pt x="4851017" y="387425"/>
                  </a:lnTo>
                  <a:lnTo>
                    <a:pt x="4868158" y="475483"/>
                  </a:lnTo>
                  <a:lnTo>
                    <a:pt x="4885300" y="294855"/>
                  </a:lnTo>
                  <a:lnTo>
                    <a:pt x="4902441" y="284322"/>
                  </a:lnTo>
                  <a:lnTo>
                    <a:pt x="4919583" y="283342"/>
                  </a:lnTo>
                  <a:lnTo>
                    <a:pt x="4936724" y="199765"/>
                  </a:lnTo>
                  <a:lnTo>
                    <a:pt x="4953865" y="182541"/>
                  </a:lnTo>
                  <a:lnTo>
                    <a:pt x="4971007" y="219168"/>
                  </a:lnTo>
                  <a:lnTo>
                    <a:pt x="4988148" y="216834"/>
                  </a:lnTo>
                  <a:lnTo>
                    <a:pt x="5005290" y="257884"/>
                  </a:lnTo>
                  <a:lnTo>
                    <a:pt x="5022431" y="339956"/>
                  </a:lnTo>
                  <a:lnTo>
                    <a:pt x="5039572" y="104919"/>
                  </a:lnTo>
                  <a:lnTo>
                    <a:pt x="5056714" y="110260"/>
                  </a:lnTo>
                  <a:lnTo>
                    <a:pt x="5073855" y="5034"/>
                  </a:lnTo>
                  <a:lnTo>
                    <a:pt x="5090997" y="33874"/>
                  </a:lnTo>
                  <a:lnTo>
                    <a:pt x="5108138" y="129834"/>
                  </a:lnTo>
                  <a:lnTo>
                    <a:pt x="5125280" y="172895"/>
                  </a:lnTo>
                  <a:lnTo>
                    <a:pt x="5142421" y="125182"/>
                  </a:lnTo>
                  <a:lnTo>
                    <a:pt x="5159562" y="0"/>
                  </a:lnTo>
                  <a:lnTo>
                    <a:pt x="5159562" y="0"/>
                  </a:lnTo>
                  <a:lnTo>
                    <a:pt x="5176704" y="122887"/>
                  </a:lnTo>
                  <a:lnTo>
                    <a:pt x="5193845" y="90064"/>
                  </a:lnTo>
                  <a:lnTo>
                    <a:pt x="5210987" y="143899"/>
                  </a:lnTo>
                  <a:lnTo>
                    <a:pt x="5228128" y="166910"/>
                  </a:lnTo>
                  <a:lnTo>
                    <a:pt x="5245269" y="136512"/>
                  </a:lnTo>
                  <a:lnTo>
                    <a:pt x="5262411" y="148217"/>
                  </a:lnTo>
                  <a:lnTo>
                    <a:pt x="5279552" y="126517"/>
                  </a:lnTo>
                  <a:lnTo>
                    <a:pt x="5296694" y="165616"/>
                  </a:lnTo>
                  <a:lnTo>
                    <a:pt x="5313835" y="180175"/>
                  </a:lnTo>
                  <a:lnTo>
                    <a:pt x="5330976" y="361227"/>
                  </a:lnTo>
                  <a:lnTo>
                    <a:pt x="5348118" y="398655"/>
                  </a:lnTo>
                  <a:lnTo>
                    <a:pt x="5365259" y="378167"/>
                  </a:lnTo>
                  <a:lnTo>
                    <a:pt x="5382401" y="456357"/>
                  </a:lnTo>
                  <a:lnTo>
                    <a:pt x="5399542" y="615986"/>
                  </a:lnTo>
                  <a:lnTo>
                    <a:pt x="5416683" y="602507"/>
                  </a:lnTo>
                  <a:lnTo>
                    <a:pt x="5433825" y="571855"/>
                  </a:lnTo>
                  <a:lnTo>
                    <a:pt x="5450966" y="404628"/>
                  </a:lnTo>
                  <a:lnTo>
                    <a:pt x="5468108" y="272376"/>
                  </a:lnTo>
                  <a:lnTo>
                    <a:pt x="5485249" y="324124"/>
                  </a:lnTo>
                  <a:lnTo>
                    <a:pt x="5502390" y="397000"/>
                  </a:lnTo>
                  <a:lnTo>
                    <a:pt x="5519532" y="383757"/>
                  </a:lnTo>
                  <a:lnTo>
                    <a:pt x="5536673" y="412269"/>
                  </a:lnTo>
                  <a:lnTo>
                    <a:pt x="5553815" y="558329"/>
                  </a:lnTo>
                  <a:lnTo>
                    <a:pt x="5570956" y="464628"/>
                  </a:lnTo>
                  <a:lnTo>
                    <a:pt x="5588097" y="363454"/>
                  </a:lnTo>
                  <a:lnTo>
                    <a:pt x="5605239" y="315341"/>
                  </a:lnTo>
                  <a:lnTo>
                    <a:pt x="5622380" y="385841"/>
                  </a:lnTo>
                  <a:lnTo>
                    <a:pt x="5639522" y="486043"/>
                  </a:lnTo>
                  <a:lnTo>
                    <a:pt x="5656663" y="533204"/>
                  </a:lnTo>
                  <a:lnTo>
                    <a:pt x="5673804" y="635217"/>
                  </a:lnTo>
                  <a:lnTo>
                    <a:pt x="5690946" y="811668"/>
                  </a:lnTo>
                  <a:lnTo>
                    <a:pt x="5708087" y="989271"/>
                  </a:lnTo>
                  <a:lnTo>
                    <a:pt x="5725229" y="1058002"/>
                  </a:lnTo>
                  <a:lnTo>
                    <a:pt x="5742370" y="1306621"/>
                  </a:lnTo>
                  <a:lnTo>
                    <a:pt x="5759511" y="1335434"/>
                  </a:lnTo>
                  <a:lnTo>
                    <a:pt x="5776653" y="1235046"/>
                  </a:lnTo>
                  <a:lnTo>
                    <a:pt x="5793794" y="1312224"/>
                  </a:lnTo>
                  <a:lnTo>
                    <a:pt x="5810936" y="1337056"/>
                  </a:lnTo>
                  <a:lnTo>
                    <a:pt x="5828077" y="1307223"/>
                  </a:lnTo>
                  <a:lnTo>
                    <a:pt x="5845219" y="1496025"/>
                  </a:lnTo>
                  <a:lnTo>
                    <a:pt x="5862360" y="1626289"/>
                  </a:lnTo>
                  <a:lnTo>
                    <a:pt x="5879501" y="1572586"/>
                  </a:lnTo>
                  <a:lnTo>
                    <a:pt x="5896643" y="1706307"/>
                  </a:lnTo>
                  <a:lnTo>
                    <a:pt x="5913784" y="1488924"/>
                  </a:lnTo>
                  <a:lnTo>
                    <a:pt x="5930926" y="1382145"/>
                  </a:lnTo>
                  <a:lnTo>
                    <a:pt x="5948067" y="1546951"/>
                  </a:lnTo>
                  <a:lnTo>
                    <a:pt x="5965208" y="1741031"/>
                  </a:lnTo>
                  <a:lnTo>
                    <a:pt x="5982350" y="1861957"/>
                  </a:lnTo>
                  <a:lnTo>
                    <a:pt x="5999491" y="1951150"/>
                  </a:lnTo>
                  <a:lnTo>
                    <a:pt x="6016633" y="1961233"/>
                  </a:lnTo>
                  <a:lnTo>
                    <a:pt x="6033774" y="1927406"/>
                  </a:lnTo>
                  <a:lnTo>
                    <a:pt x="6050915" y="2002119"/>
                  </a:lnTo>
                  <a:lnTo>
                    <a:pt x="6068057" y="1906136"/>
                  </a:lnTo>
                  <a:lnTo>
                    <a:pt x="6085198" y="2050101"/>
                  </a:lnTo>
                  <a:lnTo>
                    <a:pt x="6102340" y="2058168"/>
                  </a:lnTo>
                  <a:lnTo>
                    <a:pt x="6119481" y="1990627"/>
                  </a:lnTo>
                  <a:lnTo>
                    <a:pt x="6136622" y="1821983"/>
                  </a:lnTo>
                  <a:lnTo>
                    <a:pt x="6153764" y="1691855"/>
                  </a:lnTo>
                  <a:lnTo>
                    <a:pt x="6170905" y="1596610"/>
                  </a:lnTo>
                  <a:lnTo>
                    <a:pt x="6188047" y="1674779"/>
                  </a:lnTo>
                  <a:lnTo>
                    <a:pt x="6205188" y="1734051"/>
                  </a:lnTo>
                  <a:lnTo>
                    <a:pt x="6222329" y="1804499"/>
                  </a:lnTo>
                  <a:lnTo>
                    <a:pt x="6239471" y="1739364"/>
                  </a:lnTo>
                  <a:lnTo>
                    <a:pt x="6256612" y="1720769"/>
                  </a:lnTo>
                  <a:lnTo>
                    <a:pt x="6273754" y="1615273"/>
                  </a:lnTo>
                  <a:lnTo>
                    <a:pt x="6290895" y="1715811"/>
                  </a:lnTo>
                  <a:lnTo>
                    <a:pt x="6308036" y="1779728"/>
                  </a:lnTo>
                  <a:lnTo>
                    <a:pt x="6325178" y="1904190"/>
                  </a:lnTo>
                  <a:lnTo>
                    <a:pt x="6342319" y="1986728"/>
                  </a:lnTo>
                  <a:lnTo>
                    <a:pt x="6359461" y="2046835"/>
                  </a:lnTo>
                  <a:lnTo>
                    <a:pt x="6376602" y="2128038"/>
                  </a:lnTo>
                  <a:lnTo>
                    <a:pt x="6393743" y="2060852"/>
                  </a:lnTo>
                  <a:lnTo>
                    <a:pt x="6410885" y="2027677"/>
                  </a:lnTo>
                  <a:lnTo>
                    <a:pt x="6428026" y="2224426"/>
                  </a:lnTo>
                  <a:lnTo>
                    <a:pt x="6445168" y="2193999"/>
                  </a:lnTo>
                  <a:lnTo>
                    <a:pt x="6462309" y="2234269"/>
                  </a:lnTo>
                  <a:lnTo>
                    <a:pt x="6479450" y="2202117"/>
                  </a:lnTo>
                  <a:lnTo>
                    <a:pt x="6496592" y="2350670"/>
                  </a:lnTo>
                  <a:lnTo>
                    <a:pt x="6513733" y="2386038"/>
                  </a:lnTo>
                  <a:lnTo>
                    <a:pt x="6530875" y="2456782"/>
                  </a:lnTo>
                  <a:lnTo>
                    <a:pt x="6548016" y="2476856"/>
                  </a:lnTo>
                  <a:lnTo>
                    <a:pt x="6565158" y="2490913"/>
                  </a:lnTo>
                  <a:lnTo>
                    <a:pt x="6582299" y="2590529"/>
                  </a:lnTo>
                  <a:lnTo>
                    <a:pt x="6599440" y="2651823"/>
                  </a:lnTo>
                  <a:lnTo>
                    <a:pt x="6616582" y="2681288"/>
                  </a:lnTo>
                  <a:lnTo>
                    <a:pt x="6633723" y="2628896"/>
                  </a:lnTo>
                  <a:lnTo>
                    <a:pt x="6650865" y="2734624"/>
                  </a:lnTo>
                  <a:lnTo>
                    <a:pt x="6668006" y="2723361"/>
                  </a:lnTo>
                  <a:lnTo>
                    <a:pt x="6685147" y="2738652"/>
                  </a:lnTo>
                  <a:lnTo>
                    <a:pt x="6702289" y="2759667"/>
                  </a:lnTo>
                  <a:lnTo>
                    <a:pt x="6719430" y="2626944"/>
                  </a:lnTo>
                  <a:lnTo>
                    <a:pt x="6736572" y="2771216"/>
                  </a:lnTo>
                  <a:lnTo>
                    <a:pt x="6753713" y="2694591"/>
                  </a:lnTo>
                  <a:lnTo>
                    <a:pt x="6770854" y="2678873"/>
                  </a:lnTo>
                  <a:lnTo>
                    <a:pt x="6787996" y="2700052"/>
                  </a:lnTo>
                  <a:lnTo>
                    <a:pt x="6805137" y="2587808"/>
                  </a:lnTo>
                  <a:lnTo>
                    <a:pt x="6822279" y="2674687"/>
                  </a:lnTo>
                  <a:lnTo>
                    <a:pt x="6839420" y="2663238"/>
                  </a:lnTo>
                  <a:lnTo>
                    <a:pt x="6856561" y="2642514"/>
                  </a:lnTo>
                  <a:lnTo>
                    <a:pt x="6873703" y="2707013"/>
                  </a:lnTo>
                  <a:lnTo>
                    <a:pt x="6890844" y="2689348"/>
                  </a:lnTo>
                  <a:lnTo>
                    <a:pt x="6907986" y="2714925"/>
                  </a:lnTo>
                  <a:lnTo>
                    <a:pt x="6925127" y="2640171"/>
                  </a:lnTo>
                  <a:lnTo>
                    <a:pt x="6942268" y="2700915"/>
                  </a:lnTo>
                  <a:lnTo>
                    <a:pt x="6959410" y="2668733"/>
                  </a:lnTo>
                  <a:lnTo>
                    <a:pt x="6976551" y="2706011"/>
                  </a:lnTo>
                  <a:lnTo>
                    <a:pt x="6993693" y="2689598"/>
                  </a:lnTo>
                  <a:lnTo>
                    <a:pt x="7010834" y="2664115"/>
                  </a:lnTo>
                  <a:lnTo>
                    <a:pt x="7027975" y="2685402"/>
                  </a:lnTo>
                  <a:lnTo>
                    <a:pt x="7045117" y="2679759"/>
                  </a:lnTo>
                  <a:lnTo>
                    <a:pt x="7062258" y="2651882"/>
                  </a:lnTo>
                  <a:lnTo>
                    <a:pt x="7079400" y="2626695"/>
                  </a:lnTo>
                  <a:lnTo>
                    <a:pt x="7096541" y="2635369"/>
                  </a:lnTo>
                  <a:lnTo>
                    <a:pt x="7113682" y="2635727"/>
                  </a:lnTo>
                  <a:lnTo>
                    <a:pt x="7130824" y="2615849"/>
                  </a:lnTo>
                  <a:lnTo>
                    <a:pt x="7147965" y="2581257"/>
                  </a:lnTo>
                  <a:lnTo>
                    <a:pt x="7165107" y="2582284"/>
                  </a:lnTo>
                  <a:lnTo>
                    <a:pt x="7182248" y="2558797"/>
                  </a:lnTo>
                  <a:lnTo>
                    <a:pt x="7199389" y="2554628"/>
                  </a:lnTo>
                  <a:lnTo>
                    <a:pt x="7216531" y="2596968"/>
                  </a:lnTo>
                  <a:lnTo>
                    <a:pt x="7233672" y="2589591"/>
                  </a:lnTo>
                  <a:lnTo>
                    <a:pt x="7250814" y="2597842"/>
                  </a:lnTo>
                  <a:lnTo>
                    <a:pt x="7267955" y="2621710"/>
                  </a:lnTo>
                  <a:lnTo>
                    <a:pt x="7285097" y="2668092"/>
                  </a:lnTo>
                  <a:lnTo>
                    <a:pt x="7302238" y="2684296"/>
                  </a:lnTo>
                  <a:lnTo>
                    <a:pt x="7319379" y="2637266"/>
                  </a:lnTo>
                  <a:lnTo>
                    <a:pt x="7336521" y="2627938"/>
                  </a:lnTo>
                  <a:lnTo>
                    <a:pt x="7353662" y="2542873"/>
                  </a:lnTo>
                  <a:lnTo>
                    <a:pt x="7370804" y="2557103"/>
                  </a:lnTo>
                  <a:lnTo>
                    <a:pt x="7387945" y="2475344"/>
                  </a:lnTo>
                  <a:lnTo>
                    <a:pt x="7405086" y="2427954"/>
                  </a:lnTo>
                  <a:lnTo>
                    <a:pt x="7422228" y="2246434"/>
                  </a:lnTo>
                  <a:lnTo>
                    <a:pt x="7439369" y="2135630"/>
                  </a:lnTo>
                  <a:lnTo>
                    <a:pt x="7456511" y="2191227"/>
                  </a:lnTo>
                  <a:lnTo>
                    <a:pt x="7473652" y="2287031"/>
                  </a:lnTo>
                  <a:lnTo>
                    <a:pt x="7490793" y="2433025"/>
                  </a:lnTo>
                  <a:lnTo>
                    <a:pt x="7507935" y="2436554"/>
                  </a:lnTo>
                  <a:lnTo>
                    <a:pt x="7525076" y="2305865"/>
                  </a:lnTo>
                  <a:lnTo>
                    <a:pt x="7542218" y="2279713"/>
                  </a:lnTo>
                  <a:lnTo>
                    <a:pt x="7559359" y="2435508"/>
                  </a:lnTo>
                  <a:lnTo>
                    <a:pt x="7576500" y="2499651"/>
                  </a:lnTo>
                  <a:lnTo>
                    <a:pt x="7593642" y="2551350"/>
                  </a:lnTo>
                  <a:lnTo>
                    <a:pt x="7610783" y="2630582"/>
                  </a:lnTo>
                  <a:lnTo>
                    <a:pt x="7627925" y="2736395"/>
                  </a:lnTo>
                  <a:lnTo>
                    <a:pt x="7645066" y="2821647"/>
                  </a:lnTo>
                  <a:lnTo>
                    <a:pt x="7662207" y="2787418"/>
                  </a:lnTo>
                  <a:lnTo>
                    <a:pt x="7679349" y="2802820"/>
                  </a:lnTo>
                  <a:lnTo>
                    <a:pt x="7696490" y="2818562"/>
                  </a:lnTo>
                  <a:lnTo>
                    <a:pt x="7713632" y="2794920"/>
                  </a:lnTo>
                  <a:lnTo>
                    <a:pt x="7730773" y="2787873"/>
                  </a:lnTo>
                  <a:lnTo>
                    <a:pt x="7747914" y="2740956"/>
                  </a:lnTo>
                  <a:lnTo>
                    <a:pt x="7765056" y="2663716"/>
                  </a:lnTo>
                  <a:lnTo>
                    <a:pt x="7782197" y="2688667"/>
                  </a:lnTo>
                  <a:lnTo>
                    <a:pt x="7799339" y="2675598"/>
                  </a:lnTo>
                  <a:lnTo>
                    <a:pt x="7816480" y="2583172"/>
                  </a:lnTo>
                  <a:lnTo>
                    <a:pt x="7833621" y="2479064"/>
                  </a:lnTo>
                  <a:lnTo>
                    <a:pt x="7850763" y="2498025"/>
                  </a:lnTo>
                  <a:lnTo>
                    <a:pt x="7867904" y="2748457"/>
                  </a:lnTo>
                  <a:lnTo>
                    <a:pt x="7885046" y="2754437"/>
                  </a:lnTo>
                  <a:lnTo>
                    <a:pt x="7902187" y="2731192"/>
                  </a:lnTo>
                  <a:lnTo>
                    <a:pt x="7919328" y="2624124"/>
                  </a:lnTo>
                  <a:lnTo>
                    <a:pt x="7936470" y="2604603"/>
                  </a:lnTo>
                  <a:lnTo>
                    <a:pt x="7953611" y="2618639"/>
                  </a:lnTo>
                  <a:lnTo>
                    <a:pt x="7970753" y="2653953"/>
                  </a:lnTo>
                  <a:lnTo>
                    <a:pt x="7987894" y="2708707"/>
                  </a:lnTo>
                  <a:lnTo>
                    <a:pt x="8005036" y="2709243"/>
                  </a:lnTo>
                  <a:lnTo>
                    <a:pt x="8022177" y="2704748"/>
                  </a:lnTo>
                  <a:lnTo>
                    <a:pt x="8039318" y="2665923"/>
                  </a:lnTo>
                  <a:lnTo>
                    <a:pt x="8056460" y="2587010"/>
                  </a:lnTo>
                  <a:lnTo>
                    <a:pt x="8073601" y="2596098"/>
                  </a:lnTo>
                  <a:lnTo>
                    <a:pt x="8090743" y="2504629"/>
                  </a:lnTo>
                  <a:lnTo>
                    <a:pt x="8107884" y="2409440"/>
                  </a:lnTo>
                  <a:lnTo>
                    <a:pt x="8125025" y="2299897"/>
                  </a:lnTo>
                  <a:lnTo>
                    <a:pt x="8142167" y="2108331"/>
                  </a:lnTo>
                  <a:lnTo>
                    <a:pt x="8159308" y="2216223"/>
                  </a:lnTo>
                  <a:lnTo>
                    <a:pt x="8176450" y="2377645"/>
                  </a:lnTo>
                  <a:lnTo>
                    <a:pt x="8193591" y="2428057"/>
                  </a:lnTo>
                  <a:lnTo>
                    <a:pt x="8210732" y="2576623"/>
                  </a:lnTo>
                  <a:lnTo>
                    <a:pt x="8227874" y="2576470"/>
                  </a:lnTo>
                  <a:lnTo>
                    <a:pt x="8245015" y="2608542"/>
                  </a:lnTo>
                  <a:lnTo>
                    <a:pt x="8262157" y="2584432"/>
                  </a:lnTo>
                  <a:lnTo>
                    <a:pt x="8279298" y="2484868"/>
                  </a:lnTo>
                  <a:lnTo>
                    <a:pt x="8296439" y="2570038"/>
                  </a:lnTo>
                  <a:lnTo>
                    <a:pt x="8313581" y="2552721"/>
                  </a:lnTo>
                  <a:lnTo>
                    <a:pt x="8330722" y="2529919"/>
                  </a:lnTo>
                  <a:lnTo>
                    <a:pt x="8347864" y="2621544"/>
                  </a:lnTo>
                  <a:lnTo>
                    <a:pt x="8365005" y="2627445"/>
                  </a:lnTo>
                  <a:lnTo>
                    <a:pt x="8382146" y="2622059"/>
                  </a:lnTo>
                  <a:lnTo>
                    <a:pt x="8399288" y="2433039"/>
                  </a:lnTo>
                  <a:lnTo>
                    <a:pt x="8416429" y="2396269"/>
                  </a:lnTo>
                  <a:lnTo>
                    <a:pt x="8433571" y="2361109"/>
                  </a:lnTo>
                  <a:lnTo>
                    <a:pt x="8450712" y="2366594"/>
                  </a:lnTo>
                  <a:lnTo>
                    <a:pt x="8467853" y="2490095"/>
                  </a:lnTo>
                  <a:lnTo>
                    <a:pt x="8484995" y="2538281"/>
                  </a:lnTo>
                  <a:lnTo>
                    <a:pt x="8502136" y="2484902"/>
                  </a:lnTo>
                  <a:lnTo>
                    <a:pt x="8519278" y="2535175"/>
                  </a:lnTo>
                  <a:lnTo>
                    <a:pt x="8536419" y="2549328"/>
                  </a:lnTo>
                  <a:lnTo>
                    <a:pt x="8553560" y="2548208"/>
                  </a:lnTo>
                  <a:lnTo>
                    <a:pt x="8553560" y="25482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36419" y="0"/>
                  </a:lnTo>
                  <a:lnTo>
                    <a:pt x="8519278" y="0"/>
                  </a:lnTo>
                  <a:lnTo>
                    <a:pt x="8502136" y="0"/>
                  </a:lnTo>
                  <a:lnTo>
                    <a:pt x="8484995" y="0"/>
                  </a:lnTo>
                  <a:lnTo>
                    <a:pt x="8467853" y="0"/>
                  </a:lnTo>
                  <a:lnTo>
                    <a:pt x="8450712" y="0"/>
                  </a:lnTo>
                  <a:lnTo>
                    <a:pt x="8433571" y="0"/>
                  </a:lnTo>
                  <a:lnTo>
                    <a:pt x="8416429" y="0"/>
                  </a:lnTo>
                  <a:lnTo>
                    <a:pt x="8399288" y="0"/>
                  </a:lnTo>
                  <a:lnTo>
                    <a:pt x="8382146" y="0"/>
                  </a:lnTo>
                  <a:lnTo>
                    <a:pt x="8365005" y="0"/>
                  </a:lnTo>
                  <a:lnTo>
                    <a:pt x="8347864" y="0"/>
                  </a:lnTo>
                  <a:lnTo>
                    <a:pt x="8330722" y="0"/>
                  </a:lnTo>
                  <a:lnTo>
                    <a:pt x="8313581" y="0"/>
                  </a:lnTo>
                  <a:lnTo>
                    <a:pt x="8296439" y="0"/>
                  </a:lnTo>
                  <a:lnTo>
                    <a:pt x="8279298" y="0"/>
                  </a:lnTo>
                  <a:lnTo>
                    <a:pt x="8262157" y="0"/>
                  </a:lnTo>
                  <a:lnTo>
                    <a:pt x="8245015" y="0"/>
                  </a:lnTo>
                  <a:lnTo>
                    <a:pt x="8227874" y="0"/>
                  </a:lnTo>
                  <a:lnTo>
                    <a:pt x="8210732" y="0"/>
                  </a:lnTo>
                  <a:lnTo>
                    <a:pt x="8193591" y="0"/>
                  </a:lnTo>
                  <a:lnTo>
                    <a:pt x="8176450" y="0"/>
                  </a:lnTo>
                  <a:lnTo>
                    <a:pt x="8159308" y="0"/>
                  </a:lnTo>
                  <a:lnTo>
                    <a:pt x="8142167" y="0"/>
                  </a:lnTo>
                  <a:lnTo>
                    <a:pt x="8125025" y="0"/>
                  </a:lnTo>
                  <a:lnTo>
                    <a:pt x="8107884" y="0"/>
                  </a:lnTo>
                  <a:lnTo>
                    <a:pt x="8090743" y="0"/>
                  </a:lnTo>
                  <a:lnTo>
                    <a:pt x="8073601" y="0"/>
                  </a:lnTo>
                  <a:lnTo>
                    <a:pt x="8056460" y="0"/>
                  </a:lnTo>
                  <a:lnTo>
                    <a:pt x="8039318" y="0"/>
                  </a:lnTo>
                  <a:lnTo>
                    <a:pt x="8022177" y="0"/>
                  </a:lnTo>
                  <a:lnTo>
                    <a:pt x="8005036" y="0"/>
                  </a:lnTo>
                  <a:lnTo>
                    <a:pt x="7987894" y="0"/>
                  </a:lnTo>
                  <a:lnTo>
                    <a:pt x="7970753" y="0"/>
                  </a:lnTo>
                  <a:lnTo>
                    <a:pt x="7953611" y="0"/>
                  </a:lnTo>
                  <a:lnTo>
                    <a:pt x="7936470" y="0"/>
                  </a:lnTo>
                  <a:lnTo>
                    <a:pt x="7919328" y="0"/>
                  </a:lnTo>
                  <a:lnTo>
                    <a:pt x="7902187" y="0"/>
                  </a:lnTo>
                  <a:lnTo>
                    <a:pt x="7885046" y="0"/>
                  </a:lnTo>
                  <a:lnTo>
                    <a:pt x="7867904" y="0"/>
                  </a:lnTo>
                  <a:lnTo>
                    <a:pt x="7850763" y="0"/>
                  </a:lnTo>
                  <a:lnTo>
                    <a:pt x="7833621" y="0"/>
                  </a:lnTo>
                  <a:lnTo>
                    <a:pt x="7816480" y="0"/>
                  </a:lnTo>
                  <a:lnTo>
                    <a:pt x="7799339" y="0"/>
                  </a:lnTo>
                  <a:lnTo>
                    <a:pt x="7782197" y="0"/>
                  </a:lnTo>
                  <a:lnTo>
                    <a:pt x="7765056" y="0"/>
                  </a:lnTo>
                  <a:lnTo>
                    <a:pt x="7747914" y="0"/>
                  </a:lnTo>
                  <a:lnTo>
                    <a:pt x="7730773" y="0"/>
                  </a:lnTo>
                  <a:lnTo>
                    <a:pt x="7713632" y="0"/>
                  </a:lnTo>
                  <a:lnTo>
                    <a:pt x="7696490" y="0"/>
                  </a:lnTo>
                  <a:lnTo>
                    <a:pt x="7679349" y="0"/>
                  </a:lnTo>
                  <a:lnTo>
                    <a:pt x="7662207" y="0"/>
                  </a:lnTo>
                  <a:lnTo>
                    <a:pt x="7645066" y="0"/>
                  </a:lnTo>
                  <a:lnTo>
                    <a:pt x="7627925" y="0"/>
                  </a:lnTo>
                  <a:lnTo>
                    <a:pt x="7610783" y="0"/>
                  </a:lnTo>
                  <a:lnTo>
                    <a:pt x="7593642" y="0"/>
                  </a:lnTo>
                  <a:lnTo>
                    <a:pt x="7576500" y="0"/>
                  </a:lnTo>
                  <a:lnTo>
                    <a:pt x="7559359" y="0"/>
                  </a:lnTo>
                  <a:lnTo>
                    <a:pt x="7542218" y="0"/>
                  </a:lnTo>
                  <a:lnTo>
                    <a:pt x="7525076" y="0"/>
                  </a:lnTo>
                  <a:lnTo>
                    <a:pt x="7507935" y="0"/>
                  </a:lnTo>
                  <a:lnTo>
                    <a:pt x="7490793" y="0"/>
                  </a:lnTo>
                  <a:lnTo>
                    <a:pt x="7473652" y="0"/>
                  </a:lnTo>
                  <a:lnTo>
                    <a:pt x="7456511" y="0"/>
                  </a:lnTo>
                  <a:lnTo>
                    <a:pt x="7439369" y="0"/>
                  </a:lnTo>
                  <a:lnTo>
                    <a:pt x="7422228" y="0"/>
                  </a:lnTo>
                  <a:lnTo>
                    <a:pt x="7405086" y="0"/>
                  </a:lnTo>
                  <a:lnTo>
                    <a:pt x="7387945" y="0"/>
                  </a:lnTo>
                  <a:lnTo>
                    <a:pt x="7370804" y="0"/>
                  </a:lnTo>
                  <a:lnTo>
                    <a:pt x="7353662" y="0"/>
                  </a:lnTo>
                  <a:lnTo>
                    <a:pt x="7336521" y="0"/>
                  </a:lnTo>
                  <a:lnTo>
                    <a:pt x="7319379" y="0"/>
                  </a:lnTo>
                  <a:lnTo>
                    <a:pt x="7302238" y="0"/>
                  </a:lnTo>
                  <a:lnTo>
                    <a:pt x="7285097" y="0"/>
                  </a:lnTo>
                  <a:lnTo>
                    <a:pt x="7267955" y="0"/>
                  </a:lnTo>
                  <a:lnTo>
                    <a:pt x="7250814" y="0"/>
                  </a:lnTo>
                  <a:lnTo>
                    <a:pt x="7233672" y="0"/>
                  </a:lnTo>
                  <a:lnTo>
                    <a:pt x="7216531" y="0"/>
                  </a:lnTo>
                  <a:lnTo>
                    <a:pt x="7199389" y="0"/>
                  </a:lnTo>
                  <a:lnTo>
                    <a:pt x="7182248" y="0"/>
                  </a:lnTo>
                  <a:lnTo>
                    <a:pt x="7165107" y="0"/>
                  </a:lnTo>
                  <a:lnTo>
                    <a:pt x="7147965" y="0"/>
                  </a:lnTo>
                  <a:lnTo>
                    <a:pt x="7130824" y="0"/>
                  </a:lnTo>
                  <a:lnTo>
                    <a:pt x="7113682" y="0"/>
                  </a:lnTo>
                  <a:lnTo>
                    <a:pt x="7096541" y="0"/>
                  </a:lnTo>
                  <a:lnTo>
                    <a:pt x="7079400" y="0"/>
                  </a:lnTo>
                  <a:lnTo>
                    <a:pt x="7062258" y="0"/>
                  </a:lnTo>
                  <a:lnTo>
                    <a:pt x="7045117" y="0"/>
                  </a:lnTo>
                  <a:lnTo>
                    <a:pt x="7027975" y="0"/>
                  </a:lnTo>
                  <a:lnTo>
                    <a:pt x="7010834" y="0"/>
                  </a:lnTo>
                  <a:lnTo>
                    <a:pt x="6993693" y="0"/>
                  </a:lnTo>
                  <a:lnTo>
                    <a:pt x="6976551" y="0"/>
                  </a:lnTo>
                  <a:lnTo>
                    <a:pt x="6959410" y="0"/>
                  </a:lnTo>
                  <a:lnTo>
                    <a:pt x="6942268" y="0"/>
                  </a:lnTo>
                  <a:lnTo>
                    <a:pt x="6925127" y="0"/>
                  </a:lnTo>
                  <a:lnTo>
                    <a:pt x="6907986" y="0"/>
                  </a:lnTo>
                  <a:lnTo>
                    <a:pt x="6890844" y="0"/>
                  </a:lnTo>
                  <a:lnTo>
                    <a:pt x="6873703" y="0"/>
                  </a:lnTo>
                  <a:lnTo>
                    <a:pt x="6856561" y="0"/>
                  </a:lnTo>
                  <a:lnTo>
                    <a:pt x="6839420" y="0"/>
                  </a:lnTo>
                  <a:lnTo>
                    <a:pt x="6822279" y="0"/>
                  </a:lnTo>
                  <a:lnTo>
                    <a:pt x="6805137" y="0"/>
                  </a:lnTo>
                  <a:lnTo>
                    <a:pt x="6787996" y="0"/>
                  </a:lnTo>
                  <a:lnTo>
                    <a:pt x="6770854" y="0"/>
                  </a:lnTo>
                  <a:lnTo>
                    <a:pt x="6753713" y="0"/>
                  </a:lnTo>
                  <a:lnTo>
                    <a:pt x="6736572" y="0"/>
                  </a:lnTo>
                  <a:lnTo>
                    <a:pt x="6719430" y="0"/>
                  </a:lnTo>
                  <a:lnTo>
                    <a:pt x="6702289" y="0"/>
                  </a:lnTo>
                  <a:lnTo>
                    <a:pt x="6685147" y="0"/>
                  </a:lnTo>
                  <a:lnTo>
                    <a:pt x="6668006" y="0"/>
                  </a:lnTo>
                  <a:lnTo>
                    <a:pt x="6650865" y="0"/>
                  </a:lnTo>
                  <a:lnTo>
                    <a:pt x="6633723" y="0"/>
                  </a:lnTo>
                  <a:lnTo>
                    <a:pt x="6616582" y="0"/>
                  </a:lnTo>
                  <a:lnTo>
                    <a:pt x="6599440" y="0"/>
                  </a:lnTo>
                  <a:lnTo>
                    <a:pt x="6582299" y="0"/>
                  </a:lnTo>
                  <a:lnTo>
                    <a:pt x="6565158" y="0"/>
                  </a:lnTo>
                  <a:lnTo>
                    <a:pt x="6548016" y="0"/>
                  </a:lnTo>
                  <a:lnTo>
                    <a:pt x="6530875" y="0"/>
                  </a:lnTo>
                  <a:lnTo>
                    <a:pt x="6513733" y="0"/>
                  </a:lnTo>
                  <a:lnTo>
                    <a:pt x="6496592" y="0"/>
                  </a:lnTo>
                  <a:lnTo>
                    <a:pt x="6479450" y="0"/>
                  </a:lnTo>
                  <a:lnTo>
                    <a:pt x="6462309" y="0"/>
                  </a:lnTo>
                  <a:lnTo>
                    <a:pt x="6445168" y="0"/>
                  </a:lnTo>
                  <a:lnTo>
                    <a:pt x="6428026" y="0"/>
                  </a:lnTo>
                  <a:lnTo>
                    <a:pt x="6410885" y="0"/>
                  </a:lnTo>
                  <a:lnTo>
                    <a:pt x="6393743" y="0"/>
                  </a:lnTo>
                  <a:lnTo>
                    <a:pt x="6376602" y="0"/>
                  </a:lnTo>
                  <a:lnTo>
                    <a:pt x="6359461" y="0"/>
                  </a:lnTo>
                  <a:lnTo>
                    <a:pt x="6342319" y="0"/>
                  </a:lnTo>
                  <a:lnTo>
                    <a:pt x="6325178" y="0"/>
                  </a:lnTo>
                  <a:lnTo>
                    <a:pt x="6308036" y="0"/>
                  </a:lnTo>
                  <a:lnTo>
                    <a:pt x="6290895" y="0"/>
                  </a:lnTo>
                  <a:lnTo>
                    <a:pt x="6273754" y="0"/>
                  </a:lnTo>
                  <a:lnTo>
                    <a:pt x="6256612" y="0"/>
                  </a:lnTo>
                  <a:lnTo>
                    <a:pt x="6239471" y="0"/>
                  </a:lnTo>
                  <a:lnTo>
                    <a:pt x="6222329" y="0"/>
                  </a:lnTo>
                  <a:lnTo>
                    <a:pt x="6205188" y="0"/>
                  </a:lnTo>
                  <a:lnTo>
                    <a:pt x="6188047" y="0"/>
                  </a:lnTo>
                  <a:lnTo>
                    <a:pt x="6170905" y="0"/>
                  </a:lnTo>
                  <a:lnTo>
                    <a:pt x="6153764" y="0"/>
                  </a:lnTo>
                  <a:lnTo>
                    <a:pt x="6136622" y="0"/>
                  </a:lnTo>
                  <a:lnTo>
                    <a:pt x="6119481" y="0"/>
                  </a:lnTo>
                  <a:lnTo>
                    <a:pt x="6102340" y="0"/>
                  </a:lnTo>
                  <a:lnTo>
                    <a:pt x="6085198" y="0"/>
                  </a:lnTo>
                  <a:lnTo>
                    <a:pt x="6068057" y="0"/>
                  </a:lnTo>
                  <a:lnTo>
                    <a:pt x="6050915" y="0"/>
                  </a:lnTo>
                  <a:lnTo>
                    <a:pt x="6033774" y="0"/>
                  </a:lnTo>
                  <a:lnTo>
                    <a:pt x="6016633" y="0"/>
                  </a:lnTo>
                  <a:lnTo>
                    <a:pt x="5999491" y="0"/>
                  </a:lnTo>
                  <a:lnTo>
                    <a:pt x="5982350" y="0"/>
                  </a:lnTo>
                  <a:lnTo>
                    <a:pt x="5965208" y="0"/>
                  </a:lnTo>
                  <a:lnTo>
                    <a:pt x="5948067" y="0"/>
                  </a:lnTo>
                  <a:lnTo>
                    <a:pt x="5930926" y="0"/>
                  </a:lnTo>
                  <a:lnTo>
                    <a:pt x="5913784" y="0"/>
                  </a:lnTo>
                  <a:lnTo>
                    <a:pt x="5896643" y="0"/>
                  </a:lnTo>
                  <a:lnTo>
                    <a:pt x="5879501" y="0"/>
                  </a:lnTo>
                  <a:lnTo>
                    <a:pt x="5862360" y="0"/>
                  </a:lnTo>
                  <a:lnTo>
                    <a:pt x="5845219" y="0"/>
                  </a:lnTo>
                  <a:lnTo>
                    <a:pt x="5828077" y="0"/>
                  </a:lnTo>
                  <a:lnTo>
                    <a:pt x="5810936" y="0"/>
                  </a:lnTo>
                  <a:lnTo>
                    <a:pt x="5793794" y="0"/>
                  </a:lnTo>
                  <a:lnTo>
                    <a:pt x="5776653" y="0"/>
                  </a:lnTo>
                  <a:lnTo>
                    <a:pt x="5759511" y="0"/>
                  </a:lnTo>
                  <a:lnTo>
                    <a:pt x="5742370" y="0"/>
                  </a:lnTo>
                  <a:lnTo>
                    <a:pt x="5725229" y="0"/>
                  </a:lnTo>
                  <a:lnTo>
                    <a:pt x="5708087" y="0"/>
                  </a:lnTo>
                  <a:lnTo>
                    <a:pt x="5690946" y="0"/>
                  </a:lnTo>
                  <a:lnTo>
                    <a:pt x="5673804" y="0"/>
                  </a:lnTo>
                  <a:lnTo>
                    <a:pt x="5656663" y="0"/>
                  </a:lnTo>
                  <a:lnTo>
                    <a:pt x="5639522" y="0"/>
                  </a:lnTo>
                  <a:lnTo>
                    <a:pt x="5622380" y="0"/>
                  </a:lnTo>
                  <a:lnTo>
                    <a:pt x="5605239" y="0"/>
                  </a:lnTo>
                  <a:lnTo>
                    <a:pt x="5588097" y="0"/>
                  </a:lnTo>
                  <a:lnTo>
                    <a:pt x="5570956" y="0"/>
                  </a:lnTo>
                  <a:lnTo>
                    <a:pt x="5553815" y="0"/>
                  </a:lnTo>
                  <a:lnTo>
                    <a:pt x="5536673" y="0"/>
                  </a:lnTo>
                  <a:lnTo>
                    <a:pt x="5519532" y="0"/>
                  </a:lnTo>
                  <a:lnTo>
                    <a:pt x="5502390" y="0"/>
                  </a:lnTo>
                  <a:lnTo>
                    <a:pt x="5485249" y="0"/>
                  </a:lnTo>
                  <a:lnTo>
                    <a:pt x="5468108" y="0"/>
                  </a:lnTo>
                  <a:lnTo>
                    <a:pt x="5450966" y="0"/>
                  </a:lnTo>
                  <a:lnTo>
                    <a:pt x="5433825" y="0"/>
                  </a:lnTo>
                  <a:lnTo>
                    <a:pt x="5416683" y="0"/>
                  </a:lnTo>
                  <a:lnTo>
                    <a:pt x="5399542" y="0"/>
                  </a:lnTo>
                  <a:lnTo>
                    <a:pt x="5382401" y="0"/>
                  </a:lnTo>
                  <a:lnTo>
                    <a:pt x="5365259" y="0"/>
                  </a:lnTo>
                  <a:lnTo>
                    <a:pt x="5348118" y="0"/>
                  </a:lnTo>
                  <a:lnTo>
                    <a:pt x="5330976" y="0"/>
                  </a:lnTo>
                  <a:lnTo>
                    <a:pt x="5313835" y="0"/>
                  </a:lnTo>
                  <a:lnTo>
                    <a:pt x="5296694" y="0"/>
                  </a:lnTo>
                  <a:lnTo>
                    <a:pt x="5279552" y="0"/>
                  </a:lnTo>
                  <a:lnTo>
                    <a:pt x="5262411" y="0"/>
                  </a:lnTo>
                  <a:lnTo>
                    <a:pt x="5245269" y="0"/>
                  </a:lnTo>
                  <a:lnTo>
                    <a:pt x="5228128" y="0"/>
                  </a:lnTo>
                  <a:lnTo>
                    <a:pt x="5210987" y="0"/>
                  </a:lnTo>
                  <a:lnTo>
                    <a:pt x="5193845" y="0"/>
                  </a:lnTo>
                  <a:lnTo>
                    <a:pt x="5176704" y="0"/>
                  </a:lnTo>
                  <a:lnTo>
                    <a:pt x="5159562" y="0"/>
                  </a:lnTo>
                  <a:lnTo>
                    <a:pt x="5142421" y="0"/>
                  </a:lnTo>
                  <a:lnTo>
                    <a:pt x="5125280" y="0"/>
                  </a:lnTo>
                  <a:lnTo>
                    <a:pt x="5108138" y="0"/>
                  </a:lnTo>
                  <a:lnTo>
                    <a:pt x="5090997" y="0"/>
                  </a:lnTo>
                  <a:lnTo>
                    <a:pt x="5073855" y="0"/>
                  </a:lnTo>
                  <a:lnTo>
                    <a:pt x="5056714" y="0"/>
                  </a:lnTo>
                  <a:lnTo>
                    <a:pt x="5039572" y="0"/>
                  </a:lnTo>
                  <a:lnTo>
                    <a:pt x="5022431" y="0"/>
                  </a:lnTo>
                  <a:lnTo>
                    <a:pt x="5005290" y="0"/>
                  </a:lnTo>
                  <a:lnTo>
                    <a:pt x="4988148" y="0"/>
                  </a:lnTo>
                  <a:lnTo>
                    <a:pt x="4971007" y="0"/>
                  </a:lnTo>
                  <a:lnTo>
                    <a:pt x="4953865" y="0"/>
                  </a:lnTo>
                  <a:lnTo>
                    <a:pt x="4936724" y="0"/>
                  </a:lnTo>
                  <a:lnTo>
                    <a:pt x="4919583" y="0"/>
                  </a:lnTo>
                  <a:lnTo>
                    <a:pt x="4902441" y="0"/>
                  </a:lnTo>
                  <a:lnTo>
                    <a:pt x="4885300" y="0"/>
                  </a:lnTo>
                  <a:lnTo>
                    <a:pt x="4868158" y="0"/>
                  </a:lnTo>
                  <a:lnTo>
                    <a:pt x="4851017" y="0"/>
                  </a:lnTo>
                  <a:lnTo>
                    <a:pt x="4833876" y="0"/>
                  </a:lnTo>
                  <a:lnTo>
                    <a:pt x="4816734" y="0"/>
                  </a:lnTo>
                  <a:lnTo>
                    <a:pt x="4799593" y="0"/>
                  </a:lnTo>
                  <a:lnTo>
                    <a:pt x="4782451" y="0"/>
                  </a:lnTo>
                  <a:lnTo>
                    <a:pt x="4765310" y="0"/>
                  </a:lnTo>
                  <a:lnTo>
                    <a:pt x="4748169" y="0"/>
                  </a:lnTo>
                  <a:lnTo>
                    <a:pt x="4731027" y="0"/>
                  </a:lnTo>
                  <a:lnTo>
                    <a:pt x="4713886" y="0"/>
                  </a:lnTo>
                  <a:lnTo>
                    <a:pt x="4696744" y="0"/>
                  </a:lnTo>
                  <a:lnTo>
                    <a:pt x="4679603" y="0"/>
                  </a:lnTo>
                  <a:lnTo>
                    <a:pt x="4662462" y="0"/>
                  </a:lnTo>
                  <a:lnTo>
                    <a:pt x="4645320" y="0"/>
                  </a:lnTo>
                  <a:lnTo>
                    <a:pt x="4628179" y="0"/>
                  </a:lnTo>
                  <a:lnTo>
                    <a:pt x="4611037" y="0"/>
                  </a:lnTo>
                  <a:lnTo>
                    <a:pt x="4593896" y="0"/>
                  </a:lnTo>
                  <a:lnTo>
                    <a:pt x="4576755" y="0"/>
                  </a:lnTo>
                  <a:lnTo>
                    <a:pt x="4559613" y="0"/>
                  </a:lnTo>
                  <a:lnTo>
                    <a:pt x="4542472" y="0"/>
                  </a:lnTo>
                  <a:lnTo>
                    <a:pt x="4525330" y="0"/>
                  </a:lnTo>
                  <a:lnTo>
                    <a:pt x="4508189" y="0"/>
                  </a:lnTo>
                  <a:lnTo>
                    <a:pt x="4491048" y="0"/>
                  </a:lnTo>
                  <a:lnTo>
                    <a:pt x="4473906" y="0"/>
                  </a:lnTo>
                  <a:lnTo>
                    <a:pt x="4456765" y="0"/>
                  </a:lnTo>
                  <a:lnTo>
                    <a:pt x="4439623" y="0"/>
                  </a:lnTo>
                  <a:lnTo>
                    <a:pt x="4422482" y="0"/>
                  </a:lnTo>
                  <a:lnTo>
                    <a:pt x="4405341" y="0"/>
                  </a:lnTo>
                  <a:lnTo>
                    <a:pt x="4388199" y="0"/>
                  </a:lnTo>
                  <a:lnTo>
                    <a:pt x="4371058" y="0"/>
                  </a:lnTo>
                  <a:lnTo>
                    <a:pt x="4353916" y="0"/>
                  </a:lnTo>
                  <a:lnTo>
                    <a:pt x="4336775" y="0"/>
                  </a:lnTo>
                  <a:lnTo>
                    <a:pt x="4319633" y="0"/>
                  </a:lnTo>
                  <a:lnTo>
                    <a:pt x="4302492" y="0"/>
                  </a:lnTo>
                  <a:lnTo>
                    <a:pt x="4285351" y="0"/>
                  </a:lnTo>
                  <a:lnTo>
                    <a:pt x="4268209" y="0"/>
                  </a:lnTo>
                  <a:lnTo>
                    <a:pt x="4251068" y="0"/>
                  </a:lnTo>
                  <a:lnTo>
                    <a:pt x="4233926" y="0"/>
                  </a:lnTo>
                  <a:lnTo>
                    <a:pt x="4216785" y="0"/>
                  </a:lnTo>
                  <a:lnTo>
                    <a:pt x="4199644" y="0"/>
                  </a:lnTo>
                  <a:lnTo>
                    <a:pt x="4182502" y="0"/>
                  </a:lnTo>
                  <a:lnTo>
                    <a:pt x="4165361" y="0"/>
                  </a:lnTo>
                  <a:lnTo>
                    <a:pt x="4148219" y="0"/>
                  </a:lnTo>
                  <a:lnTo>
                    <a:pt x="4131078" y="0"/>
                  </a:lnTo>
                  <a:lnTo>
                    <a:pt x="4113937" y="0"/>
                  </a:lnTo>
                  <a:lnTo>
                    <a:pt x="4096795" y="0"/>
                  </a:lnTo>
                  <a:lnTo>
                    <a:pt x="4079654" y="0"/>
                  </a:lnTo>
                  <a:lnTo>
                    <a:pt x="4062512" y="0"/>
                  </a:lnTo>
                  <a:lnTo>
                    <a:pt x="4045371" y="0"/>
                  </a:lnTo>
                  <a:lnTo>
                    <a:pt x="4028230" y="0"/>
                  </a:lnTo>
                  <a:lnTo>
                    <a:pt x="4011088" y="0"/>
                  </a:lnTo>
                  <a:lnTo>
                    <a:pt x="3993947" y="0"/>
                  </a:lnTo>
                  <a:lnTo>
                    <a:pt x="3976805" y="0"/>
                  </a:lnTo>
                  <a:lnTo>
                    <a:pt x="3959664" y="0"/>
                  </a:lnTo>
                  <a:lnTo>
                    <a:pt x="3942523" y="0"/>
                  </a:lnTo>
                  <a:lnTo>
                    <a:pt x="3925381" y="0"/>
                  </a:lnTo>
                  <a:lnTo>
                    <a:pt x="3908240" y="0"/>
                  </a:lnTo>
                  <a:lnTo>
                    <a:pt x="3891098" y="0"/>
                  </a:lnTo>
                  <a:lnTo>
                    <a:pt x="3873957" y="0"/>
                  </a:lnTo>
                  <a:lnTo>
                    <a:pt x="3856816" y="0"/>
                  </a:lnTo>
                  <a:lnTo>
                    <a:pt x="3839674" y="0"/>
                  </a:lnTo>
                  <a:lnTo>
                    <a:pt x="3822533" y="0"/>
                  </a:lnTo>
                  <a:lnTo>
                    <a:pt x="3805391" y="0"/>
                  </a:lnTo>
                  <a:lnTo>
                    <a:pt x="3788250" y="0"/>
                  </a:lnTo>
                  <a:lnTo>
                    <a:pt x="3771109" y="0"/>
                  </a:lnTo>
                  <a:lnTo>
                    <a:pt x="3753967" y="0"/>
                  </a:lnTo>
                  <a:lnTo>
                    <a:pt x="3736826" y="0"/>
                  </a:lnTo>
                  <a:lnTo>
                    <a:pt x="3719684" y="0"/>
                  </a:lnTo>
                  <a:lnTo>
                    <a:pt x="3702543" y="0"/>
                  </a:lnTo>
                  <a:lnTo>
                    <a:pt x="3685402" y="0"/>
                  </a:lnTo>
                  <a:lnTo>
                    <a:pt x="3668260" y="0"/>
                  </a:lnTo>
                  <a:lnTo>
                    <a:pt x="3651119" y="0"/>
                  </a:lnTo>
                  <a:lnTo>
                    <a:pt x="3633977" y="0"/>
                  </a:lnTo>
                  <a:lnTo>
                    <a:pt x="3616836" y="0"/>
                  </a:lnTo>
                  <a:lnTo>
                    <a:pt x="3599694" y="0"/>
                  </a:lnTo>
                  <a:lnTo>
                    <a:pt x="3582553" y="0"/>
                  </a:lnTo>
                  <a:lnTo>
                    <a:pt x="3565412" y="0"/>
                  </a:lnTo>
                  <a:lnTo>
                    <a:pt x="3548270" y="0"/>
                  </a:lnTo>
                  <a:lnTo>
                    <a:pt x="3531129" y="0"/>
                  </a:lnTo>
                  <a:lnTo>
                    <a:pt x="3513987" y="0"/>
                  </a:lnTo>
                  <a:lnTo>
                    <a:pt x="3496846" y="0"/>
                  </a:lnTo>
                  <a:lnTo>
                    <a:pt x="3479705" y="0"/>
                  </a:lnTo>
                  <a:lnTo>
                    <a:pt x="3462563" y="0"/>
                  </a:lnTo>
                  <a:lnTo>
                    <a:pt x="3445422" y="0"/>
                  </a:lnTo>
                  <a:lnTo>
                    <a:pt x="3428280" y="0"/>
                  </a:lnTo>
                  <a:lnTo>
                    <a:pt x="3411139" y="0"/>
                  </a:lnTo>
                  <a:lnTo>
                    <a:pt x="3393998" y="0"/>
                  </a:lnTo>
                  <a:lnTo>
                    <a:pt x="3376856" y="0"/>
                  </a:lnTo>
                  <a:lnTo>
                    <a:pt x="3359715" y="0"/>
                  </a:lnTo>
                  <a:lnTo>
                    <a:pt x="3342573" y="0"/>
                  </a:lnTo>
                  <a:lnTo>
                    <a:pt x="3325432" y="0"/>
                  </a:lnTo>
                  <a:lnTo>
                    <a:pt x="3308291" y="0"/>
                  </a:lnTo>
                  <a:lnTo>
                    <a:pt x="3291149" y="0"/>
                  </a:lnTo>
                  <a:lnTo>
                    <a:pt x="3274008" y="0"/>
                  </a:lnTo>
                  <a:lnTo>
                    <a:pt x="3256866" y="0"/>
                  </a:lnTo>
                  <a:lnTo>
                    <a:pt x="3239725" y="0"/>
                  </a:lnTo>
                  <a:lnTo>
                    <a:pt x="3222584" y="0"/>
                  </a:lnTo>
                  <a:lnTo>
                    <a:pt x="3205442" y="0"/>
                  </a:lnTo>
                  <a:lnTo>
                    <a:pt x="3188301" y="0"/>
                  </a:lnTo>
                  <a:lnTo>
                    <a:pt x="3171159" y="0"/>
                  </a:lnTo>
                  <a:lnTo>
                    <a:pt x="3154018" y="0"/>
                  </a:lnTo>
                  <a:lnTo>
                    <a:pt x="3136877" y="0"/>
                  </a:lnTo>
                  <a:lnTo>
                    <a:pt x="3119735" y="0"/>
                  </a:lnTo>
                  <a:lnTo>
                    <a:pt x="3102594" y="0"/>
                  </a:lnTo>
                  <a:lnTo>
                    <a:pt x="3085452" y="0"/>
                  </a:lnTo>
                  <a:lnTo>
                    <a:pt x="3068311" y="0"/>
                  </a:lnTo>
                  <a:lnTo>
                    <a:pt x="3051170" y="0"/>
                  </a:lnTo>
                  <a:lnTo>
                    <a:pt x="3034028" y="0"/>
                  </a:lnTo>
                  <a:lnTo>
                    <a:pt x="3016887" y="0"/>
                  </a:lnTo>
                  <a:lnTo>
                    <a:pt x="2999745" y="0"/>
                  </a:lnTo>
                  <a:lnTo>
                    <a:pt x="2982604" y="0"/>
                  </a:lnTo>
                  <a:lnTo>
                    <a:pt x="2965463" y="0"/>
                  </a:lnTo>
                  <a:lnTo>
                    <a:pt x="2948321" y="0"/>
                  </a:lnTo>
                  <a:lnTo>
                    <a:pt x="2931180" y="0"/>
                  </a:lnTo>
                  <a:lnTo>
                    <a:pt x="2914038" y="0"/>
                  </a:lnTo>
                  <a:lnTo>
                    <a:pt x="2896897" y="0"/>
                  </a:lnTo>
                  <a:lnTo>
                    <a:pt x="2879755" y="0"/>
                  </a:lnTo>
                  <a:lnTo>
                    <a:pt x="2862614" y="0"/>
                  </a:lnTo>
                  <a:lnTo>
                    <a:pt x="2845473" y="0"/>
                  </a:lnTo>
                  <a:lnTo>
                    <a:pt x="2828331" y="0"/>
                  </a:lnTo>
                  <a:lnTo>
                    <a:pt x="2811190" y="0"/>
                  </a:lnTo>
                  <a:lnTo>
                    <a:pt x="2794048" y="0"/>
                  </a:lnTo>
                  <a:lnTo>
                    <a:pt x="2776907" y="0"/>
                  </a:lnTo>
                  <a:lnTo>
                    <a:pt x="2759766" y="0"/>
                  </a:lnTo>
                  <a:lnTo>
                    <a:pt x="2742624" y="0"/>
                  </a:lnTo>
                  <a:lnTo>
                    <a:pt x="2725483" y="0"/>
                  </a:lnTo>
                  <a:lnTo>
                    <a:pt x="2708341" y="0"/>
                  </a:lnTo>
                  <a:lnTo>
                    <a:pt x="2691200" y="0"/>
                  </a:lnTo>
                  <a:lnTo>
                    <a:pt x="2674059" y="0"/>
                  </a:lnTo>
                  <a:lnTo>
                    <a:pt x="2656917" y="0"/>
                  </a:lnTo>
                  <a:lnTo>
                    <a:pt x="2639776" y="0"/>
                  </a:lnTo>
                  <a:lnTo>
                    <a:pt x="2622634" y="0"/>
                  </a:lnTo>
                  <a:lnTo>
                    <a:pt x="2605493" y="0"/>
                  </a:lnTo>
                  <a:lnTo>
                    <a:pt x="2588352" y="0"/>
                  </a:lnTo>
                  <a:lnTo>
                    <a:pt x="2571210" y="0"/>
                  </a:lnTo>
                  <a:lnTo>
                    <a:pt x="2554069" y="0"/>
                  </a:lnTo>
                  <a:lnTo>
                    <a:pt x="2536927" y="0"/>
                  </a:lnTo>
                  <a:lnTo>
                    <a:pt x="2519786" y="0"/>
                  </a:lnTo>
                  <a:lnTo>
                    <a:pt x="2502645" y="0"/>
                  </a:lnTo>
                  <a:lnTo>
                    <a:pt x="2485503" y="0"/>
                  </a:lnTo>
                  <a:lnTo>
                    <a:pt x="2468362" y="0"/>
                  </a:lnTo>
                  <a:lnTo>
                    <a:pt x="2451220" y="0"/>
                  </a:lnTo>
                  <a:lnTo>
                    <a:pt x="2434079" y="0"/>
                  </a:lnTo>
                  <a:lnTo>
                    <a:pt x="2416938" y="0"/>
                  </a:lnTo>
                  <a:lnTo>
                    <a:pt x="2399796" y="0"/>
                  </a:lnTo>
                  <a:lnTo>
                    <a:pt x="2382655" y="0"/>
                  </a:lnTo>
                  <a:lnTo>
                    <a:pt x="2365513" y="0"/>
                  </a:lnTo>
                  <a:lnTo>
                    <a:pt x="2348372" y="0"/>
                  </a:lnTo>
                  <a:lnTo>
                    <a:pt x="2331231" y="0"/>
                  </a:lnTo>
                  <a:lnTo>
                    <a:pt x="2314089" y="0"/>
                  </a:lnTo>
                  <a:lnTo>
                    <a:pt x="2296948" y="0"/>
                  </a:lnTo>
                  <a:lnTo>
                    <a:pt x="2279806" y="0"/>
                  </a:lnTo>
                  <a:lnTo>
                    <a:pt x="2262665" y="0"/>
                  </a:lnTo>
                  <a:lnTo>
                    <a:pt x="2245524" y="0"/>
                  </a:lnTo>
                  <a:lnTo>
                    <a:pt x="2228382" y="0"/>
                  </a:lnTo>
                  <a:lnTo>
                    <a:pt x="2211241" y="0"/>
                  </a:lnTo>
                  <a:lnTo>
                    <a:pt x="2194099" y="0"/>
                  </a:lnTo>
                  <a:lnTo>
                    <a:pt x="2176958" y="0"/>
                  </a:lnTo>
                  <a:lnTo>
                    <a:pt x="2159816" y="0"/>
                  </a:lnTo>
                  <a:lnTo>
                    <a:pt x="2142675" y="0"/>
                  </a:lnTo>
                  <a:lnTo>
                    <a:pt x="2125534" y="0"/>
                  </a:lnTo>
                  <a:lnTo>
                    <a:pt x="2108392" y="0"/>
                  </a:lnTo>
                  <a:lnTo>
                    <a:pt x="2091251" y="0"/>
                  </a:lnTo>
                  <a:lnTo>
                    <a:pt x="2074109" y="0"/>
                  </a:lnTo>
                  <a:lnTo>
                    <a:pt x="2056968" y="0"/>
                  </a:lnTo>
                  <a:lnTo>
                    <a:pt x="2039827" y="0"/>
                  </a:lnTo>
                  <a:lnTo>
                    <a:pt x="2022685" y="0"/>
                  </a:lnTo>
                  <a:lnTo>
                    <a:pt x="2005544" y="0"/>
                  </a:lnTo>
                  <a:lnTo>
                    <a:pt x="1988402" y="0"/>
                  </a:lnTo>
                  <a:lnTo>
                    <a:pt x="1971261" y="0"/>
                  </a:lnTo>
                  <a:lnTo>
                    <a:pt x="1954120" y="0"/>
                  </a:lnTo>
                  <a:lnTo>
                    <a:pt x="1936978" y="0"/>
                  </a:lnTo>
                  <a:lnTo>
                    <a:pt x="1919837" y="0"/>
                  </a:lnTo>
                  <a:lnTo>
                    <a:pt x="1902695" y="0"/>
                  </a:lnTo>
                  <a:lnTo>
                    <a:pt x="1885554" y="0"/>
                  </a:lnTo>
                  <a:lnTo>
                    <a:pt x="1868413" y="0"/>
                  </a:lnTo>
                  <a:lnTo>
                    <a:pt x="1851271" y="0"/>
                  </a:lnTo>
                  <a:lnTo>
                    <a:pt x="1834130" y="0"/>
                  </a:lnTo>
                  <a:lnTo>
                    <a:pt x="1816988" y="0"/>
                  </a:lnTo>
                  <a:lnTo>
                    <a:pt x="1799847" y="0"/>
                  </a:lnTo>
                  <a:lnTo>
                    <a:pt x="1782706" y="0"/>
                  </a:lnTo>
                  <a:lnTo>
                    <a:pt x="1765564" y="0"/>
                  </a:lnTo>
                  <a:lnTo>
                    <a:pt x="1748423" y="0"/>
                  </a:lnTo>
                  <a:lnTo>
                    <a:pt x="1731281" y="0"/>
                  </a:lnTo>
                  <a:lnTo>
                    <a:pt x="1714140" y="0"/>
                  </a:lnTo>
                  <a:lnTo>
                    <a:pt x="1696999" y="0"/>
                  </a:lnTo>
                  <a:lnTo>
                    <a:pt x="1679857" y="0"/>
                  </a:lnTo>
                  <a:lnTo>
                    <a:pt x="1662716" y="0"/>
                  </a:lnTo>
                  <a:lnTo>
                    <a:pt x="1645574" y="0"/>
                  </a:lnTo>
                  <a:lnTo>
                    <a:pt x="1628433" y="0"/>
                  </a:lnTo>
                  <a:lnTo>
                    <a:pt x="1611292" y="0"/>
                  </a:lnTo>
                  <a:lnTo>
                    <a:pt x="1594150" y="0"/>
                  </a:lnTo>
                  <a:lnTo>
                    <a:pt x="1577009" y="0"/>
                  </a:lnTo>
                  <a:lnTo>
                    <a:pt x="1559867" y="0"/>
                  </a:lnTo>
                  <a:lnTo>
                    <a:pt x="1542726" y="0"/>
                  </a:lnTo>
                  <a:lnTo>
                    <a:pt x="1525585" y="0"/>
                  </a:lnTo>
                  <a:lnTo>
                    <a:pt x="1508443" y="0"/>
                  </a:lnTo>
                  <a:lnTo>
                    <a:pt x="1491302" y="0"/>
                  </a:lnTo>
                  <a:lnTo>
                    <a:pt x="1474160" y="0"/>
                  </a:lnTo>
                  <a:lnTo>
                    <a:pt x="1457019" y="0"/>
                  </a:lnTo>
                  <a:lnTo>
                    <a:pt x="1439877" y="0"/>
                  </a:lnTo>
                  <a:lnTo>
                    <a:pt x="1422736" y="0"/>
                  </a:lnTo>
                  <a:lnTo>
                    <a:pt x="1405595" y="0"/>
                  </a:lnTo>
                  <a:lnTo>
                    <a:pt x="1388453" y="0"/>
                  </a:lnTo>
                  <a:lnTo>
                    <a:pt x="1371312" y="0"/>
                  </a:lnTo>
                  <a:lnTo>
                    <a:pt x="1354170" y="0"/>
                  </a:lnTo>
                  <a:lnTo>
                    <a:pt x="1337029" y="0"/>
                  </a:lnTo>
                  <a:lnTo>
                    <a:pt x="1319888" y="0"/>
                  </a:lnTo>
                  <a:lnTo>
                    <a:pt x="1302746" y="0"/>
                  </a:lnTo>
                  <a:lnTo>
                    <a:pt x="1285605" y="0"/>
                  </a:lnTo>
                  <a:lnTo>
                    <a:pt x="1268463" y="0"/>
                  </a:lnTo>
                  <a:lnTo>
                    <a:pt x="1251322" y="0"/>
                  </a:lnTo>
                  <a:lnTo>
                    <a:pt x="1234181" y="0"/>
                  </a:lnTo>
                  <a:lnTo>
                    <a:pt x="1217039" y="0"/>
                  </a:lnTo>
                  <a:lnTo>
                    <a:pt x="1199898" y="0"/>
                  </a:lnTo>
                  <a:lnTo>
                    <a:pt x="1182756" y="0"/>
                  </a:lnTo>
                  <a:lnTo>
                    <a:pt x="1165615" y="0"/>
                  </a:lnTo>
                  <a:lnTo>
                    <a:pt x="1148474" y="0"/>
                  </a:lnTo>
                  <a:lnTo>
                    <a:pt x="1131332" y="0"/>
                  </a:lnTo>
                  <a:lnTo>
                    <a:pt x="1114191" y="0"/>
                  </a:lnTo>
                  <a:lnTo>
                    <a:pt x="1097049" y="0"/>
                  </a:lnTo>
                  <a:lnTo>
                    <a:pt x="1079908" y="0"/>
                  </a:lnTo>
                  <a:lnTo>
                    <a:pt x="1062767" y="0"/>
                  </a:lnTo>
                  <a:lnTo>
                    <a:pt x="1045625" y="0"/>
                  </a:lnTo>
                  <a:lnTo>
                    <a:pt x="1028484" y="0"/>
                  </a:lnTo>
                  <a:lnTo>
                    <a:pt x="1011342" y="0"/>
                  </a:lnTo>
                  <a:lnTo>
                    <a:pt x="994201" y="0"/>
                  </a:lnTo>
                  <a:lnTo>
                    <a:pt x="977060" y="0"/>
                  </a:lnTo>
                  <a:lnTo>
                    <a:pt x="959918" y="0"/>
                  </a:lnTo>
                  <a:lnTo>
                    <a:pt x="942777" y="0"/>
                  </a:lnTo>
                  <a:lnTo>
                    <a:pt x="925635" y="0"/>
                  </a:lnTo>
                  <a:lnTo>
                    <a:pt x="908494" y="0"/>
                  </a:lnTo>
                  <a:lnTo>
                    <a:pt x="891353" y="0"/>
                  </a:lnTo>
                  <a:lnTo>
                    <a:pt x="874211" y="0"/>
                  </a:lnTo>
                  <a:lnTo>
                    <a:pt x="857070" y="0"/>
                  </a:lnTo>
                  <a:lnTo>
                    <a:pt x="839928" y="0"/>
                  </a:lnTo>
                  <a:lnTo>
                    <a:pt x="822787" y="0"/>
                  </a:lnTo>
                  <a:lnTo>
                    <a:pt x="805646" y="0"/>
                  </a:lnTo>
                  <a:lnTo>
                    <a:pt x="788504" y="0"/>
                  </a:lnTo>
                  <a:lnTo>
                    <a:pt x="771363" y="0"/>
                  </a:lnTo>
                  <a:lnTo>
                    <a:pt x="754221" y="0"/>
                  </a:lnTo>
                  <a:lnTo>
                    <a:pt x="737080" y="0"/>
                  </a:lnTo>
                  <a:lnTo>
                    <a:pt x="719938" y="0"/>
                  </a:lnTo>
                  <a:lnTo>
                    <a:pt x="702797" y="0"/>
                  </a:lnTo>
                  <a:lnTo>
                    <a:pt x="685656" y="0"/>
                  </a:lnTo>
                  <a:lnTo>
                    <a:pt x="668514" y="0"/>
                  </a:lnTo>
                  <a:lnTo>
                    <a:pt x="651373" y="0"/>
                  </a:lnTo>
                  <a:lnTo>
                    <a:pt x="634231" y="0"/>
                  </a:lnTo>
                  <a:lnTo>
                    <a:pt x="617090" y="0"/>
                  </a:lnTo>
                  <a:lnTo>
                    <a:pt x="599949" y="0"/>
                  </a:lnTo>
                  <a:lnTo>
                    <a:pt x="582807" y="0"/>
                  </a:lnTo>
                  <a:lnTo>
                    <a:pt x="565666" y="0"/>
                  </a:lnTo>
                  <a:lnTo>
                    <a:pt x="548524" y="0"/>
                  </a:lnTo>
                  <a:lnTo>
                    <a:pt x="531383" y="0"/>
                  </a:lnTo>
                  <a:lnTo>
                    <a:pt x="514242" y="0"/>
                  </a:lnTo>
                  <a:lnTo>
                    <a:pt x="497100" y="0"/>
                  </a:lnTo>
                  <a:lnTo>
                    <a:pt x="479959" y="0"/>
                  </a:lnTo>
                  <a:lnTo>
                    <a:pt x="462817" y="0"/>
                  </a:lnTo>
                  <a:lnTo>
                    <a:pt x="445676" y="0"/>
                  </a:lnTo>
                  <a:lnTo>
                    <a:pt x="428535" y="0"/>
                  </a:lnTo>
                  <a:lnTo>
                    <a:pt x="411393" y="0"/>
                  </a:lnTo>
                  <a:lnTo>
                    <a:pt x="394252" y="0"/>
                  </a:lnTo>
                  <a:lnTo>
                    <a:pt x="377110" y="0"/>
                  </a:lnTo>
                  <a:lnTo>
                    <a:pt x="359969" y="0"/>
                  </a:lnTo>
                  <a:lnTo>
                    <a:pt x="342828" y="0"/>
                  </a:lnTo>
                  <a:lnTo>
                    <a:pt x="325686" y="0"/>
                  </a:lnTo>
                  <a:lnTo>
                    <a:pt x="308545" y="0"/>
                  </a:lnTo>
                  <a:lnTo>
                    <a:pt x="291403" y="0"/>
                  </a:lnTo>
                  <a:lnTo>
                    <a:pt x="274262" y="0"/>
                  </a:lnTo>
                  <a:lnTo>
                    <a:pt x="257121" y="0"/>
                  </a:lnTo>
                  <a:lnTo>
                    <a:pt x="239979" y="0"/>
                  </a:lnTo>
                  <a:lnTo>
                    <a:pt x="222838" y="0"/>
                  </a:lnTo>
                  <a:lnTo>
                    <a:pt x="205696" y="0"/>
                  </a:lnTo>
                  <a:lnTo>
                    <a:pt x="188555" y="0"/>
                  </a:lnTo>
                  <a:lnTo>
                    <a:pt x="171414" y="0"/>
                  </a:lnTo>
                  <a:lnTo>
                    <a:pt x="154272" y="0"/>
                  </a:lnTo>
                  <a:lnTo>
                    <a:pt x="137131" y="0"/>
                  </a:lnTo>
                  <a:lnTo>
                    <a:pt x="119989" y="0"/>
                  </a:lnTo>
                  <a:lnTo>
                    <a:pt x="102848" y="0"/>
                  </a:lnTo>
                  <a:lnTo>
                    <a:pt x="85707" y="0"/>
                  </a:lnTo>
                  <a:lnTo>
                    <a:pt x="68565" y="0"/>
                  </a:lnTo>
                  <a:lnTo>
                    <a:pt x="51424" y="0"/>
                  </a:lnTo>
                  <a:lnTo>
                    <a:pt x="34282" y="0"/>
                  </a:lnTo>
                  <a:lnTo>
                    <a:pt x="1714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44934" y="491908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311199" y="6158525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11199" y="510643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11199" y="4058866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41" name="pl41"/>
            <p:cNvSpPr/>
            <p:nvPr/>
          </p:nvSpPr>
          <p:spPr>
            <a:xfrm>
              <a:off x="410140" y="62008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10140" y="51502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10140" y="40996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19044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4661720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680439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8947071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2234624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34625000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377299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34650000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6519975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34675000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662650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34700000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2026-03-09T09:14:48Z</dcterms:modified>
  <cp:category/>
</cp:coreProperties>
</file>