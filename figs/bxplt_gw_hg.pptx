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818851" y="508816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818851" y="508816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880446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880446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849649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849649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818851" y="508816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640118" y="508816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640118" y="508816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701713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701713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670915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670915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2640118" y="508816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3461384" y="4461255"/>
              <a:ext cx="123190" cy="470282"/>
            </a:xfrm>
            <a:custGeom>
              <a:avLst/>
              <a:pathLst>
                <a:path w="123190" h="470282">
                  <a:moveTo>
                    <a:pt x="0" y="470282"/>
                  </a:moveTo>
                  <a:lnTo>
                    <a:pt x="123190" y="470282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461384" y="4758579"/>
              <a:ext cx="123190" cy="0"/>
            </a:xfrm>
            <a:custGeom>
              <a:avLst/>
              <a:pathLst>
                <a:path w="123190" h="0">
                  <a:moveTo>
                    <a:pt x="0" y="0"/>
                  </a:moveTo>
                  <a:lnTo>
                    <a:pt x="123190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522979" y="4931537"/>
              <a:ext cx="0" cy="156623"/>
            </a:xfrm>
            <a:custGeom>
              <a:avLst/>
              <a:pathLst>
                <a:path w="0" h="156623">
                  <a:moveTo>
                    <a:pt x="0" y="15662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3522979" y="3755843"/>
              <a:ext cx="0" cy="705411"/>
            </a:xfrm>
            <a:custGeom>
              <a:avLst/>
              <a:pathLst>
                <a:path w="0" h="705411">
                  <a:moveTo>
                    <a:pt x="0" y="0"/>
                  </a:moveTo>
                  <a:lnTo>
                    <a:pt x="0" y="70541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492182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492182" y="3755843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461384" y="4461255"/>
              <a:ext cx="123190" cy="470282"/>
            </a:xfrm>
            <a:custGeom>
              <a:avLst/>
              <a:pathLst>
                <a:path w="123190" h="470282">
                  <a:moveTo>
                    <a:pt x="0" y="470282"/>
                  </a:moveTo>
                  <a:lnTo>
                    <a:pt x="123190" y="470282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4282651" y="3821357"/>
              <a:ext cx="123189" cy="965586"/>
            </a:xfrm>
            <a:custGeom>
              <a:avLst/>
              <a:pathLst>
                <a:path w="123189" h="965586">
                  <a:moveTo>
                    <a:pt x="0" y="965586"/>
                  </a:moveTo>
                  <a:lnTo>
                    <a:pt x="123189" y="965586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4282651" y="4457637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4344246" y="4786943"/>
              <a:ext cx="0" cy="301218"/>
            </a:xfrm>
            <a:custGeom>
              <a:avLst/>
              <a:pathLst>
                <a:path w="0" h="301218">
                  <a:moveTo>
                    <a:pt x="0" y="30121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4344246" y="2533487"/>
              <a:ext cx="0" cy="1287869"/>
            </a:xfrm>
            <a:custGeom>
              <a:avLst/>
              <a:pathLst>
                <a:path w="0" h="1287869">
                  <a:moveTo>
                    <a:pt x="0" y="0"/>
                  </a:moveTo>
                  <a:lnTo>
                    <a:pt x="0" y="12878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4313449" y="5088161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4313449" y="2533487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4282651" y="3821357"/>
              <a:ext cx="123189" cy="965586"/>
            </a:xfrm>
            <a:custGeom>
              <a:avLst/>
              <a:pathLst>
                <a:path w="123189" h="965586">
                  <a:moveTo>
                    <a:pt x="0" y="965586"/>
                  </a:moveTo>
                  <a:lnTo>
                    <a:pt x="123189" y="965586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5103918" y="3287818"/>
              <a:ext cx="123189" cy="1230006"/>
            </a:xfrm>
            <a:custGeom>
              <a:avLst/>
              <a:pathLst>
                <a:path w="123189" h="1230006">
                  <a:moveTo>
                    <a:pt x="0" y="1230006"/>
                  </a:moveTo>
                  <a:lnTo>
                    <a:pt x="123189" y="1230006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103918" y="3870222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165513" y="4517825"/>
              <a:ext cx="0" cy="570335"/>
            </a:xfrm>
            <a:custGeom>
              <a:avLst/>
              <a:pathLst>
                <a:path w="0" h="570335">
                  <a:moveTo>
                    <a:pt x="0" y="570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5165513" y="2510072"/>
              <a:ext cx="0" cy="777746"/>
            </a:xfrm>
            <a:custGeom>
              <a:avLst/>
              <a:pathLst>
                <a:path w="0" h="777746">
                  <a:moveTo>
                    <a:pt x="0" y="0"/>
                  </a:moveTo>
                  <a:lnTo>
                    <a:pt x="0" y="7777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5134715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5134715" y="2510072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5103918" y="3287818"/>
              <a:ext cx="123189" cy="1230006"/>
            </a:xfrm>
            <a:custGeom>
              <a:avLst/>
              <a:pathLst>
                <a:path w="123189" h="1230006">
                  <a:moveTo>
                    <a:pt x="0" y="1230006"/>
                  </a:moveTo>
                  <a:lnTo>
                    <a:pt x="123189" y="1230006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5925184" y="2963128"/>
              <a:ext cx="123190" cy="943142"/>
            </a:xfrm>
            <a:custGeom>
              <a:avLst/>
              <a:pathLst>
                <a:path w="123190" h="943142">
                  <a:moveTo>
                    <a:pt x="0" y="943142"/>
                  </a:moveTo>
                  <a:lnTo>
                    <a:pt x="123190" y="943142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5925184" y="3307879"/>
              <a:ext cx="123190" cy="0"/>
            </a:xfrm>
            <a:custGeom>
              <a:avLst/>
              <a:pathLst>
                <a:path w="123190" h="0">
                  <a:moveTo>
                    <a:pt x="0" y="0"/>
                  </a:moveTo>
                  <a:lnTo>
                    <a:pt x="123190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5986780" y="3906271"/>
              <a:ext cx="0" cy="1181890"/>
            </a:xfrm>
            <a:custGeom>
              <a:avLst/>
              <a:pathLst>
                <a:path w="0" h="1181890">
                  <a:moveTo>
                    <a:pt x="0" y="118189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5986780" y="2499861"/>
              <a:ext cx="0" cy="463267"/>
            </a:xfrm>
            <a:custGeom>
              <a:avLst/>
              <a:pathLst>
                <a:path w="0" h="463267">
                  <a:moveTo>
                    <a:pt x="0" y="0"/>
                  </a:moveTo>
                  <a:lnTo>
                    <a:pt x="0" y="4632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5955982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955982" y="24998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5925184" y="2963128"/>
              <a:ext cx="123190" cy="943142"/>
            </a:xfrm>
            <a:custGeom>
              <a:avLst/>
              <a:pathLst>
                <a:path w="123190" h="943142">
                  <a:moveTo>
                    <a:pt x="0" y="943142"/>
                  </a:moveTo>
                  <a:lnTo>
                    <a:pt x="123190" y="943142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6746451" y="2842098"/>
              <a:ext cx="123189" cy="567623"/>
            </a:xfrm>
            <a:custGeom>
              <a:avLst/>
              <a:pathLst>
                <a:path w="123189" h="567623">
                  <a:moveTo>
                    <a:pt x="0" y="567623"/>
                  </a:moveTo>
                  <a:lnTo>
                    <a:pt x="123189" y="567623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6746451" y="3067205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6808046" y="3409722"/>
              <a:ext cx="0" cy="844786"/>
            </a:xfrm>
            <a:custGeom>
              <a:avLst/>
              <a:pathLst>
                <a:path w="0" h="844786">
                  <a:moveTo>
                    <a:pt x="0" y="84478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6808046" y="2462149"/>
              <a:ext cx="0" cy="379948"/>
            </a:xfrm>
            <a:custGeom>
              <a:avLst/>
              <a:pathLst>
                <a:path w="0" h="379948">
                  <a:moveTo>
                    <a:pt x="0" y="0"/>
                  </a:moveTo>
                  <a:lnTo>
                    <a:pt x="0" y="3799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6777249" y="4254508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6777249" y="2462149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6746451" y="2842098"/>
              <a:ext cx="123189" cy="567623"/>
            </a:xfrm>
            <a:custGeom>
              <a:avLst/>
              <a:pathLst>
                <a:path w="123189" h="567623">
                  <a:moveTo>
                    <a:pt x="0" y="567623"/>
                  </a:moveTo>
                  <a:lnTo>
                    <a:pt x="123189" y="567623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7567718" y="2706401"/>
              <a:ext cx="123190" cy="243073"/>
            </a:xfrm>
            <a:custGeom>
              <a:avLst/>
              <a:pathLst>
                <a:path w="123190" h="243073">
                  <a:moveTo>
                    <a:pt x="0" y="243073"/>
                  </a:moveTo>
                  <a:lnTo>
                    <a:pt x="123190" y="243073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7567718" y="2805958"/>
              <a:ext cx="123190" cy="0"/>
            </a:xfrm>
            <a:custGeom>
              <a:avLst/>
              <a:pathLst>
                <a:path w="123190" h="0">
                  <a:moveTo>
                    <a:pt x="0" y="0"/>
                  </a:moveTo>
                  <a:lnTo>
                    <a:pt x="123190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7629313" y="2949474"/>
              <a:ext cx="0" cy="363847"/>
            </a:xfrm>
            <a:custGeom>
              <a:avLst/>
              <a:pathLst>
                <a:path w="0" h="363847">
                  <a:moveTo>
                    <a:pt x="0" y="36384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7629313" y="2455321"/>
              <a:ext cx="0" cy="251079"/>
            </a:xfrm>
            <a:custGeom>
              <a:avLst/>
              <a:pathLst>
                <a:path w="0" h="251079">
                  <a:moveTo>
                    <a:pt x="0" y="0"/>
                  </a:moveTo>
                  <a:lnTo>
                    <a:pt x="0" y="2510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7598515" y="331332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7598515" y="245532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7567718" y="2706401"/>
              <a:ext cx="123190" cy="243073"/>
            </a:xfrm>
            <a:custGeom>
              <a:avLst/>
              <a:pathLst>
                <a:path w="123190" h="243073">
                  <a:moveTo>
                    <a:pt x="0" y="243073"/>
                  </a:moveTo>
                  <a:lnTo>
                    <a:pt x="123190" y="243073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880446" y="5193474"/>
              <a:ext cx="5748866" cy="0"/>
            </a:xfrm>
            <a:custGeom>
              <a:avLst/>
              <a:pathLst>
                <a:path w="5748866" h="0">
                  <a:moveTo>
                    <a:pt x="0" y="0"/>
                  </a:moveTo>
                  <a:lnTo>
                    <a:pt x="5748866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8804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27017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352297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43442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51655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59867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68080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6293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1699806" y="5386778"/>
              <a:ext cx="361280" cy="135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(0,1]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2521073" y="5386778"/>
              <a:ext cx="361280" cy="135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(1,2]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3342339" y="5386778"/>
              <a:ext cx="361280" cy="135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(2,3]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4163606" y="5386778"/>
              <a:ext cx="361280" cy="135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(3,4]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4984873" y="5386778"/>
              <a:ext cx="361280" cy="135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(4,5]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5806139" y="5386778"/>
              <a:ext cx="361280" cy="135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(5,6]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6627406" y="5386778"/>
              <a:ext cx="361280" cy="135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(6,7]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7448673" y="5386778"/>
              <a:ext cx="361280" cy="135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(7,9]</a:t>
              </a:r>
            </a:p>
          </p:txBody>
        </p:sp>
        <p:sp>
          <p:nvSpPr>
            <p:cNvPr id="78" name="pl77"/>
            <p:cNvSpPr/>
            <p:nvPr/>
          </p:nvSpPr>
          <p:spPr>
            <a:xfrm>
              <a:off x="1207008" y="2829604"/>
              <a:ext cx="0" cy="1935906"/>
            </a:xfrm>
            <a:custGeom>
              <a:avLst/>
              <a:pathLst>
                <a:path w="0" h="1935906">
                  <a:moveTo>
                    <a:pt x="0" y="19359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1115567" y="476551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1115567" y="412020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1115567" y="347490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1115567" y="282960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2"/>
            <p:cNvSpPr/>
            <p:nvPr/>
          </p:nvSpPr>
          <p:spPr>
            <a:xfrm rot="-5400000">
              <a:off x="882516" y="4708955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84" name="tx83"/>
            <p:cNvSpPr/>
            <p:nvPr/>
          </p:nvSpPr>
          <p:spPr>
            <a:xfrm rot="-5400000">
              <a:off x="883521" y="40646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85" name="tx84"/>
            <p:cNvSpPr/>
            <p:nvPr/>
          </p:nvSpPr>
          <p:spPr>
            <a:xfrm rot="-5400000">
              <a:off x="881437" y="341727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86" name="tx85"/>
            <p:cNvSpPr/>
            <p:nvPr/>
          </p:nvSpPr>
          <p:spPr>
            <a:xfrm rot="-5400000">
              <a:off x="881437" y="277197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2662922" y="1864777"/>
              <a:ext cx="4183915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IQ, tss = 1, rsqrd tr = 0.542, rsqrd te = 0.499</a:t>
              </a:r>
            </a:p>
          </p:txBody>
        </p:sp>
        <p:sp>
          <p:nvSpPr>
            <p:cNvPr id="88" name="pg87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1983104" y="508816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1983104" y="508816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2044700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2044700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2013902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2013902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1983104" y="508816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2804371" y="5088161"/>
              <a:ext cx="123190" cy="0"/>
            </a:xfrm>
            <a:custGeom>
              <a:avLst/>
              <a:pathLst>
                <a:path w="123190" h="0">
                  <a:moveTo>
                    <a:pt x="0" y="0"/>
                  </a:moveTo>
                  <a:lnTo>
                    <a:pt x="12319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2804371" y="5088161"/>
              <a:ext cx="123190" cy="0"/>
            </a:xfrm>
            <a:custGeom>
              <a:avLst/>
              <a:pathLst>
                <a:path w="123190" h="0">
                  <a:moveTo>
                    <a:pt x="0" y="0"/>
                  </a:moveTo>
                  <a:lnTo>
                    <a:pt x="123190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2865966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2865966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2835169" y="5088161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2835169" y="5088161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2804371" y="5088161"/>
              <a:ext cx="123190" cy="0"/>
            </a:xfrm>
            <a:custGeom>
              <a:avLst/>
              <a:pathLst>
                <a:path w="123190" h="0">
                  <a:moveTo>
                    <a:pt x="0" y="0"/>
                  </a:moveTo>
                  <a:lnTo>
                    <a:pt x="12319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3625638" y="4483573"/>
              <a:ext cx="123190" cy="482460"/>
            </a:xfrm>
            <a:custGeom>
              <a:avLst/>
              <a:pathLst>
                <a:path w="123190" h="482460">
                  <a:moveTo>
                    <a:pt x="0" y="482460"/>
                  </a:moveTo>
                  <a:lnTo>
                    <a:pt x="123190" y="482460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625638" y="4785726"/>
              <a:ext cx="123190" cy="0"/>
            </a:xfrm>
            <a:custGeom>
              <a:avLst/>
              <a:pathLst>
                <a:path w="123190" h="0">
                  <a:moveTo>
                    <a:pt x="0" y="0"/>
                  </a:moveTo>
                  <a:lnTo>
                    <a:pt x="123190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687233" y="4966034"/>
              <a:ext cx="0" cy="122127"/>
            </a:xfrm>
            <a:custGeom>
              <a:avLst/>
              <a:pathLst>
                <a:path w="0" h="122127">
                  <a:moveTo>
                    <a:pt x="0" y="12212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3687233" y="3759985"/>
              <a:ext cx="0" cy="723588"/>
            </a:xfrm>
            <a:custGeom>
              <a:avLst/>
              <a:pathLst>
                <a:path w="0" h="723588">
                  <a:moveTo>
                    <a:pt x="0" y="0"/>
                  </a:moveTo>
                  <a:lnTo>
                    <a:pt x="0" y="72358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3656435" y="5088161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3656435" y="3759985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3625638" y="4483573"/>
              <a:ext cx="123190" cy="482460"/>
            </a:xfrm>
            <a:custGeom>
              <a:avLst/>
              <a:pathLst>
                <a:path w="123190" h="482460">
                  <a:moveTo>
                    <a:pt x="0" y="482460"/>
                  </a:moveTo>
                  <a:lnTo>
                    <a:pt x="123190" y="482460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4446905" y="3827987"/>
              <a:ext cx="123189" cy="985275"/>
            </a:xfrm>
            <a:custGeom>
              <a:avLst/>
              <a:pathLst>
                <a:path w="123189" h="985275">
                  <a:moveTo>
                    <a:pt x="0" y="985275"/>
                  </a:moveTo>
                  <a:lnTo>
                    <a:pt x="123189" y="985275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4446905" y="4486440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4508500" y="4813263"/>
              <a:ext cx="0" cy="274898"/>
            </a:xfrm>
            <a:custGeom>
              <a:avLst/>
              <a:pathLst>
                <a:path w="0" h="274898">
                  <a:moveTo>
                    <a:pt x="0" y="27489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4508500" y="2599773"/>
              <a:ext cx="0" cy="1228214"/>
            </a:xfrm>
            <a:custGeom>
              <a:avLst/>
              <a:pathLst>
                <a:path w="0" h="1228214">
                  <a:moveTo>
                    <a:pt x="0" y="0"/>
                  </a:moveTo>
                  <a:lnTo>
                    <a:pt x="0" y="12282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4477702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4477702" y="2599773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4446905" y="3827987"/>
              <a:ext cx="123189" cy="985275"/>
            </a:xfrm>
            <a:custGeom>
              <a:avLst/>
              <a:pathLst>
                <a:path w="123189" h="985275">
                  <a:moveTo>
                    <a:pt x="0" y="985275"/>
                  </a:moveTo>
                  <a:lnTo>
                    <a:pt x="123189" y="985275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5268171" y="3257035"/>
              <a:ext cx="123189" cy="1380123"/>
            </a:xfrm>
            <a:custGeom>
              <a:avLst/>
              <a:pathLst>
                <a:path w="123189" h="1380123">
                  <a:moveTo>
                    <a:pt x="0" y="1380123"/>
                  </a:moveTo>
                  <a:lnTo>
                    <a:pt x="123189" y="1380123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5268171" y="3986369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5329766" y="4637158"/>
              <a:ext cx="0" cy="451002"/>
            </a:xfrm>
            <a:custGeom>
              <a:avLst/>
              <a:pathLst>
                <a:path w="0" h="451002">
                  <a:moveTo>
                    <a:pt x="0" y="45100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5329766" y="2488285"/>
              <a:ext cx="0" cy="768749"/>
            </a:xfrm>
            <a:custGeom>
              <a:avLst/>
              <a:pathLst>
                <a:path w="0" h="768749">
                  <a:moveTo>
                    <a:pt x="0" y="0"/>
                  </a:moveTo>
                  <a:lnTo>
                    <a:pt x="0" y="7687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5298969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5298969" y="2488285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5268171" y="3257035"/>
              <a:ext cx="123189" cy="1380123"/>
            </a:xfrm>
            <a:custGeom>
              <a:avLst/>
              <a:pathLst>
                <a:path w="123189" h="1380123">
                  <a:moveTo>
                    <a:pt x="0" y="1380123"/>
                  </a:moveTo>
                  <a:lnTo>
                    <a:pt x="123189" y="1380123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6089438" y="2927613"/>
              <a:ext cx="123190" cy="1173639"/>
            </a:xfrm>
            <a:custGeom>
              <a:avLst/>
              <a:pathLst>
                <a:path w="123190" h="1173639">
                  <a:moveTo>
                    <a:pt x="0" y="1173639"/>
                  </a:moveTo>
                  <a:lnTo>
                    <a:pt x="123190" y="1173639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6089438" y="3326617"/>
              <a:ext cx="123190" cy="0"/>
            </a:xfrm>
            <a:custGeom>
              <a:avLst/>
              <a:pathLst>
                <a:path w="123190" h="0">
                  <a:moveTo>
                    <a:pt x="0" y="0"/>
                  </a:moveTo>
                  <a:lnTo>
                    <a:pt x="123190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6151033" y="4101253"/>
              <a:ext cx="0" cy="986908"/>
            </a:xfrm>
            <a:custGeom>
              <a:avLst/>
              <a:pathLst>
                <a:path w="0" h="986908">
                  <a:moveTo>
                    <a:pt x="0" y="98690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6151033" y="2479084"/>
              <a:ext cx="0" cy="448529"/>
            </a:xfrm>
            <a:custGeom>
              <a:avLst/>
              <a:pathLst>
                <a:path w="0" h="448529">
                  <a:moveTo>
                    <a:pt x="0" y="0"/>
                  </a:moveTo>
                  <a:lnTo>
                    <a:pt x="0" y="4485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6120235" y="5088161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6120235" y="2479084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6089438" y="2927613"/>
              <a:ext cx="123190" cy="1173639"/>
            </a:xfrm>
            <a:custGeom>
              <a:avLst/>
              <a:pathLst>
                <a:path w="123190" h="1173639">
                  <a:moveTo>
                    <a:pt x="0" y="1173639"/>
                  </a:moveTo>
                  <a:lnTo>
                    <a:pt x="123190" y="1173639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6910704" y="2875547"/>
              <a:ext cx="123190" cy="780701"/>
            </a:xfrm>
            <a:custGeom>
              <a:avLst/>
              <a:pathLst>
                <a:path w="123190" h="780701">
                  <a:moveTo>
                    <a:pt x="0" y="780701"/>
                  </a:moveTo>
                  <a:lnTo>
                    <a:pt x="123190" y="780701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6910704" y="3149065"/>
              <a:ext cx="123190" cy="0"/>
            </a:xfrm>
            <a:custGeom>
              <a:avLst/>
              <a:pathLst>
                <a:path w="123190" h="0">
                  <a:moveTo>
                    <a:pt x="0" y="0"/>
                  </a:moveTo>
                  <a:lnTo>
                    <a:pt x="123190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6972299" y="3656248"/>
              <a:ext cx="0" cy="1163506"/>
            </a:xfrm>
            <a:custGeom>
              <a:avLst/>
              <a:pathLst>
                <a:path w="0" h="1163506">
                  <a:moveTo>
                    <a:pt x="0" y="11635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6972299" y="2529606"/>
              <a:ext cx="0" cy="345941"/>
            </a:xfrm>
            <a:custGeom>
              <a:avLst/>
              <a:pathLst>
                <a:path w="0" h="345941">
                  <a:moveTo>
                    <a:pt x="0" y="0"/>
                  </a:moveTo>
                  <a:lnTo>
                    <a:pt x="0" y="3459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6941502" y="4819755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6941502" y="2529606"/>
              <a:ext cx="61594" cy="0"/>
            </a:xfrm>
            <a:custGeom>
              <a:avLst/>
              <a:pathLst>
                <a:path w="61594" h="0">
                  <a:moveTo>
                    <a:pt x="0" y="0"/>
                  </a:moveTo>
                  <a:lnTo>
                    <a:pt x="6159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6910704" y="2875547"/>
              <a:ext cx="123190" cy="780701"/>
            </a:xfrm>
            <a:custGeom>
              <a:avLst/>
              <a:pathLst>
                <a:path w="123190" h="780701">
                  <a:moveTo>
                    <a:pt x="0" y="780701"/>
                  </a:moveTo>
                  <a:lnTo>
                    <a:pt x="123190" y="780701"/>
                  </a:lnTo>
                  <a:lnTo>
                    <a:pt x="123190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7731971" y="2760963"/>
              <a:ext cx="123189" cy="425718"/>
            </a:xfrm>
            <a:custGeom>
              <a:avLst/>
              <a:pathLst>
                <a:path w="123189" h="425718">
                  <a:moveTo>
                    <a:pt x="0" y="425718"/>
                  </a:moveTo>
                  <a:lnTo>
                    <a:pt x="123189" y="425718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7731971" y="2904271"/>
              <a:ext cx="123189" cy="0"/>
            </a:xfrm>
            <a:custGeom>
              <a:avLst/>
              <a:pathLst>
                <a:path w="123189" h="0">
                  <a:moveTo>
                    <a:pt x="0" y="0"/>
                  </a:moveTo>
                  <a:lnTo>
                    <a:pt x="123189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7793566" y="3186681"/>
              <a:ext cx="0" cy="634598"/>
            </a:xfrm>
            <a:custGeom>
              <a:avLst/>
              <a:pathLst>
                <a:path w="0" h="634598">
                  <a:moveTo>
                    <a:pt x="0" y="63459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7793566" y="2547687"/>
              <a:ext cx="0" cy="213276"/>
            </a:xfrm>
            <a:custGeom>
              <a:avLst/>
              <a:pathLst>
                <a:path w="0" h="213276">
                  <a:moveTo>
                    <a:pt x="0" y="0"/>
                  </a:moveTo>
                  <a:lnTo>
                    <a:pt x="0" y="21327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7762769" y="3821280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7762769" y="2547687"/>
              <a:ext cx="61595" cy="0"/>
            </a:xfrm>
            <a:custGeom>
              <a:avLst/>
              <a:pathLst>
                <a:path w="61595" h="0">
                  <a:moveTo>
                    <a:pt x="0" y="0"/>
                  </a:moveTo>
                  <a:lnTo>
                    <a:pt x="6159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7731971" y="2760963"/>
              <a:ext cx="123189" cy="425718"/>
            </a:xfrm>
            <a:custGeom>
              <a:avLst/>
              <a:pathLst>
                <a:path w="123189" h="425718">
                  <a:moveTo>
                    <a:pt x="0" y="425718"/>
                  </a:moveTo>
                  <a:lnTo>
                    <a:pt x="123189" y="425718"/>
                  </a:lnTo>
                  <a:lnTo>
                    <a:pt x="12318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207008" y="2829604"/>
              <a:ext cx="0" cy="1935906"/>
            </a:xfrm>
            <a:custGeom>
              <a:avLst/>
              <a:pathLst>
                <a:path w="0" h="1935906">
                  <a:moveTo>
                    <a:pt x="0" y="19359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115567" y="476551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115567" y="412020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115567" y="347490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115567" y="282960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49"/>
            <p:cNvSpPr/>
            <p:nvPr/>
          </p:nvSpPr>
          <p:spPr>
            <a:xfrm rot="-5400000">
              <a:off x="882516" y="4708955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51" name="tx150"/>
            <p:cNvSpPr/>
            <p:nvPr/>
          </p:nvSpPr>
          <p:spPr>
            <a:xfrm rot="-5400000">
              <a:off x="883521" y="40646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52" name="tx151"/>
            <p:cNvSpPr/>
            <p:nvPr/>
          </p:nvSpPr>
          <p:spPr>
            <a:xfrm rot="-5400000">
              <a:off x="881437" y="341727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53" name="tx152"/>
            <p:cNvSpPr/>
            <p:nvPr/>
          </p:nvSpPr>
          <p:spPr>
            <a:xfrm rot="-5400000">
              <a:off x="881437" y="277197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4" name="pg153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2026-03-09T10:12:37Z</dcterms:modified>
  <cp:category/>
</cp:coreProperties>
</file>