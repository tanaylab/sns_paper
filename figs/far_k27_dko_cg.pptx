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My R Plot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4"/>
            <p:cNvSpPr/>
            <p:nvPr/>
          </p:nvSpPr>
          <p:spPr>
            <a:xfrm>
              <a:off x="1939108" y="4288236"/>
              <a:ext cx="6363643" cy="549223"/>
            </a:xfrm>
            <a:custGeom>
              <a:avLst/>
              <a:pathLst>
                <a:path w="6363643" h="549223">
                  <a:moveTo>
                    <a:pt x="0" y="549223"/>
                  </a:moveTo>
                  <a:lnTo>
                    <a:pt x="938590" y="390556"/>
                  </a:lnTo>
                  <a:lnTo>
                    <a:pt x="1877180" y="177311"/>
                  </a:lnTo>
                  <a:lnTo>
                    <a:pt x="2815771" y="34520"/>
                  </a:lnTo>
                  <a:lnTo>
                    <a:pt x="3754361" y="0"/>
                  </a:lnTo>
                  <a:lnTo>
                    <a:pt x="4692952" y="44219"/>
                  </a:lnTo>
                  <a:lnTo>
                    <a:pt x="5631542" y="71950"/>
                  </a:lnTo>
                  <a:lnTo>
                    <a:pt x="6363643" y="146974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1469813" y="5193474"/>
              <a:ext cx="6570133" cy="0"/>
            </a:xfrm>
            <a:custGeom>
              <a:avLst/>
              <a:pathLst>
                <a:path w="6570133" h="0">
                  <a:moveTo>
                    <a:pt x="0" y="0"/>
                  </a:moveTo>
                  <a:lnTo>
                    <a:pt x="6570133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46981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408403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334699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285584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522417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6162765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710135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8039946" y="5193474"/>
              <a:ext cx="0" cy="91439"/>
            </a:xfrm>
            <a:custGeom>
              <a:avLst/>
              <a:pathLst>
                <a:path w="0" h="91439">
                  <a:moveTo>
                    <a:pt x="0" y="0"/>
                  </a:moveTo>
                  <a:lnTo>
                    <a:pt x="0" y="91439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tx14"/>
            <p:cNvSpPr/>
            <p:nvPr/>
          </p:nvSpPr>
          <p:spPr>
            <a:xfrm>
              <a:off x="1251668" y="5407391"/>
              <a:ext cx="436289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0.000</a:t>
              </a:r>
            </a:p>
          </p:txBody>
        </p:sp>
        <p:sp>
          <p:nvSpPr>
            <p:cNvPr id="16" name="tx15"/>
            <p:cNvSpPr/>
            <p:nvPr/>
          </p:nvSpPr>
          <p:spPr>
            <a:xfrm>
              <a:off x="2190258" y="5407391"/>
              <a:ext cx="436289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0.005</a:t>
              </a:r>
            </a:p>
          </p:txBody>
        </p:sp>
        <p:sp>
          <p:nvSpPr>
            <p:cNvPr id="17" name="tx16"/>
            <p:cNvSpPr/>
            <p:nvPr/>
          </p:nvSpPr>
          <p:spPr>
            <a:xfrm>
              <a:off x="3128849" y="5407391"/>
              <a:ext cx="436289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0.010</a:t>
              </a:r>
            </a:p>
          </p:txBody>
        </p:sp>
        <p:sp>
          <p:nvSpPr>
            <p:cNvPr id="18" name="tx17"/>
            <p:cNvSpPr/>
            <p:nvPr/>
          </p:nvSpPr>
          <p:spPr>
            <a:xfrm>
              <a:off x="4067439" y="5407391"/>
              <a:ext cx="436289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0.015</a:t>
              </a:r>
            </a:p>
          </p:txBody>
        </p:sp>
        <p:sp>
          <p:nvSpPr>
            <p:cNvPr id="19" name="tx18"/>
            <p:cNvSpPr/>
            <p:nvPr/>
          </p:nvSpPr>
          <p:spPr>
            <a:xfrm>
              <a:off x="5006030" y="5407391"/>
              <a:ext cx="436289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0.020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944620" y="5407391"/>
              <a:ext cx="436289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0.025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6883211" y="5407391"/>
              <a:ext cx="436289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7821801" y="5407391"/>
              <a:ext cx="436289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0.035</a:t>
              </a:r>
            </a:p>
          </p:txBody>
        </p:sp>
        <p:sp>
          <p:nvSpPr>
            <p:cNvPr id="23" name="pl22"/>
            <p:cNvSpPr/>
            <p:nvPr/>
          </p:nvSpPr>
          <p:spPr>
            <a:xfrm>
              <a:off x="1207008" y="2455321"/>
              <a:ext cx="0" cy="2632839"/>
            </a:xfrm>
            <a:custGeom>
              <a:avLst/>
              <a:pathLst>
                <a:path w="0" h="2632839">
                  <a:moveTo>
                    <a:pt x="0" y="263283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1115567" y="50881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1115567" y="47120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1115567" y="43359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1115567" y="395980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1115567" y="358368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1115567" y="320756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1115567" y="283144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1115567" y="2455321"/>
              <a:ext cx="91440" cy="0"/>
            </a:xfrm>
            <a:custGeom>
              <a:avLst/>
              <a:pathLst>
                <a:path w="91440" h="0">
                  <a:moveTo>
                    <a:pt x="91440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1"/>
            <p:cNvSpPr/>
            <p:nvPr/>
          </p:nvSpPr>
          <p:spPr>
            <a:xfrm rot="-5400000">
              <a:off x="881437" y="5030527"/>
              <a:ext cx="96961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 rot="-5400000">
              <a:off x="882442" y="4655412"/>
              <a:ext cx="96961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34" name="tx33"/>
            <p:cNvSpPr/>
            <p:nvPr/>
          </p:nvSpPr>
          <p:spPr>
            <a:xfrm rot="-5400000">
              <a:off x="832956" y="427828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</a:t>
              </a:r>
            </a:p>
          </p:txBody>
        </p:sp>
        <p:sp>
          <p:nvSpPr>
            <p:cNvPr id="35" name="tx34"/>
            <p:cNvSpPr/>
            <p:nvPr/>
          </p:nvSpPr>
          <p:spPr>
            <a:xfrm rot="-5400000">
              <a:off x="833961" y="3903172"/>
              <a:ext cx="193923" cy="1132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15</a:t>
              </a:r>
            </a:p>
          </p:txBody>
        </p:sp>
        <p:sp>
          <p:nvSpPr>
            <p:cNvPr id="36" name="tx35"/>
            <p:cNvSpPr/>
            <p:nvPr/>
          </p:nvSpPr>
          <p:spPr>
            <a:xfrm rot="-5400000">
              <a:off x="832956" y="352604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20</a:t>
              </a:r>
            </a:p>
          </p:txBody>
        </p:sp>
        <p:sp>
          <p:nvSpPr>
            <p:cNvPr id="37" name="tx36"/>
            <p:cNvSpPr/>
            <p:nvPr/>
          </p:nvSpPr>
          <p:spPr>
            <a:xfrm rot="-5400000">
              <a:off x="832956" y="314992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25</a:t>
              </a:r>
            </a:p>
          </p:txBody>
        </p:sp>
        <p:sp>
          <p:nvSpPr>
            <p:cNvPr id="38" name="tx37"/>
            <p:cNvSpPr/>
            <p:nvPr/>
          </p:nvSpPr>
          <p:spPr>
            <a:xfrm rot="-5400000">
              <a:off x="832956" y="277380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</a:t>
              </a:r>
            </a:p>
          </p:txBody>
        </p:sp>
        <p:sp>
          <p:nvSpPr>
            <p:cNvPr id="39" name="tx38"/>
            <p:cNvSpPr/>
            <p:nvPr/>
          </p:nvSpPr>
          <p:spPr>
            <a:xfrm rot="-5400000">
              <a:off x="832956" y="2397687"/>
              <a:ext cx="193923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35</a:t>
              </a:r>
            </a:p>
          </p:txBody>
        </p:sp>
        <p:sp>
          <p:nvSpPr>
            <p:cNvPr id="40" name="pg39"/>
            <p:cNvSpPr/>
            <p:nvPr/>
          </p:nvSpPr>
          <p:spPr>
            <a:xfrm>
              <a:off x="1207008" y="2350008"/>
              <a:ext cx="7095744" cy="2843466"/>
            </a:xfrm>
            <a:custGeom>
              <a:avLst/>
              <a:pathLst>
                <a:path w="7095744" h="2843466">
                  <a:moveTo>
                    <a:pt x="0" y="2843466"/>
                  </a:moveTo>
                  <a:lnTo>
                    <a:pt x="7095744" y="2843466"/>
                  </a:lnTo>
                  <a:lnTo>
                    <a:pt x="7095744" y="0"/>
                  </a:lnTo>
                  <a:lnTo>
                    <a:pt x="0" y="0"/>
                  </a:lnTo>
                  <a:close/>
                </a:path>
              </a:pathLst>
            </a:custGeom>
            <a:ln w="952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4642626" y="5773151"/>
              <a:ext cx="224507" cy="1152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CG</a:t>
              </a:r>
            </a:p>
          </p:txBody>
        </p:sp>
        <p:sp>
          <p:nvSpPr>
            <p:cNvPr id="42" name="tx41"/>
            <p:cNvSpPr/>
            <p:nvPr/>
          </p:nvSpPr>
          <p:spPr>
            <a:xfrm rot="-5400000">
              <a:off x="-93959" y="3712768"/>
              <a:ext cx="1313557" cy="1179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mean H3k27me3</a:t>
              </a:r>
            </a:p>
          </p:txBody>
        </p:sp>
        <p:sp>
          <p:nvSpPr>
            <p:cNvPr id="43" name="pl42"/>
            <p:cNvSpPr/>
            <p:nvPr/>
          </p:nvSpPr>
          <p:spPr>
            <a:xfrm>
              <a:off x="2025398" y="4581595"/>
              <a:ext cx="766010" cy="268570"/>
            </a:xfrm>
            <a:custGeom>
              <a:avLst/>
              <a:pathLst>
                <a:path w="766010" h="268570">
                  <a:moveTo>
                    <a:pt x="0" y="268570"/>
                  </a:moveTo>
                  <a:lnTo>
                    <a:pt x="766010" y="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3"/>
            <p:cNvSpPr/>
            <p:nvPr/>
          </p:nvSpPr>
          <p:spPr>
            <a:xfrm>
              <a:off x="2953484" y="3968850"/>
              <a:ext cx="787018" cy="531326"/>
            </a:xfrm>
            <a:custGeom>
              <a:avLst/>
              <a:pathLst>
                <a:path w="787018" h="531326">
                  <a:moveTo>
                    <a:pt x="0" y="531326"/>
                  </a:moveTo>
                  <a:lnTo>
                    <a:pt x="787018" y="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3889496" y="3270010"/>
              <a:ext cx="792175" cy="592885"/>
            </a:xfrm>
            <a:custGeom>
              <a:avLst/>
              <a:pathLst>
                <a:path w="792175" h="592885">
                  <a:moveTo>
                    <a:pt x="0" y="592885"/>
                  </a:moveTo>
                  <a:lnTo>
                    <a:pt x="792175" y="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4835909" y="2766773"/>
              <a:ext cx="776531" cy="406073"/>
            </a:xfrm>
            <a:custGeom>
              <a:avLst/>
              <a:pathLst>
                <a:path w="776531" h="406073">
                  <a:moveTo>
                    <a:pt x="0" y="406073"/>
                  </a:moveTo>
                  <a:lnTo>
                    <a:pt x="776531" y="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6"/>
            <p:cNvSpPr/>
            <p:nvPr/>
          </p:nvSpPr>
          <p:spPr>
            <a:xfrm>
              <a:off x="5782960" y="2546205"/>
              <a:ext cx="759609" cy="159414"/>
            </a:xfrm>
            <a:custGeom>
              <a:avLst/>
              <a:pathLst>
                <a:path w="759609" h="159414">
                  <a:moveTo>
                    <a:pt x="0" y="159414"/>
                  </a:moveTo>
                  <a:lnTo>
                    <a:pt x="759609" y="0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6723497" y="2528222"/>
              <a:ext cx="755717" cy="6598"/>
            </a:xfrm>
            <a:custGeom>
              <a:avLst/>
              <a:pathLst>
                <a:path w="755717" h="6598">
                  <a:moveTo>
                    <a:pt x="0" y="0"/>
                  </a:moveTo>
                  <a:lnTo>
                    <a:pt x="755717" y="6598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7655997" y="2568441"/>
              <a:ext cx="646754" cy="248722"/>
            </a:xfrm>
            <a:custGeom>
              <a:avLst/>
              <a:pathLst>
                <a:path w="646754" h="248722">
                  <a:moveTo>
                    <a:pt x="0" y="0"/>
                  </a:moveTo>
                  <a:lnTo>
                    <a:pt x="646754" y="248722"/>
                  </a:lnTo>
                </a:path>
              </a:pathLst>
            </a:cu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1904818" y="4846129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2843409" y="4517051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3781999" y="3883396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4720590" y="3180930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5659180" y="2690110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6597770" y="2493134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7536361" y="2501329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8474951" y="2862283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9413542" y="4324727"/>
              <a:ext cx="68580" cy="68580"/>
            </a:xfrm>
            <a:prstGeom prst="ellipse">
              <a:avLst/>
            </a:prstGeom>
            <a:ln w="9525" cap="rnd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2026-03-10T15:30:12Z</dcterms:modified>
  <cp:category/>
</cp:coreProperties>
</file>