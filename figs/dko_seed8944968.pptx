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20593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2128919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4458665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22670" y="39747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22670" y="1656843"/>
              <a:ext cx="707341" cy="409446"/>
            </a:xfrm>
            <a:custGeom>
              <a:avLst/>
              <a:pathLst>
                <a:path w="707341" h="409446">
                  <a:moveTo>
                    <a:pt x="0" y="178782"/>
                  </a:moveTo>
                  <a:lnTo>
                    <a:pt x="15064" y="178782"/>
                  </a:lnTo>
                  <a:lnTo>
                    <a:pt x="40171" y="178782"/>
                  </a:lnTo>
                  <a:lnTo>
                    <a:pt x="65279" y="106985"/>
                  </a:lnTo>
                  <a:lnTo>
                    <a:pt x="90386" y="84414"/>
                  </a:lnTo>
                  <a:lnTo>
                    <a:pt x="115493" y="84414"/>
                  </a:lnTo>
                  <a:lnTo>
                    <a:pt x="140601" y="84414"/>
                  </a:lnTo>
                  <a:lnTo>
                    <a:pt x="165708" y="116194"/>
                  </a:lnTo>
                  <a:lnTo>
                    <a:pt x="190816" y="178782"/>
                  </a:lnTo>
                  <a:lnTo>
                    <a:pt x="215923" y="178782"/>
                  </a:lnTo>
                  <a:lnTo>
                    <a:pt x="241030" y="274402"/>
                  </a:lnTo>
                  <a:lnTo>
                    <a:pt x="266138" y="285767"/>
                  </a:lnTo>
                  <a:lnTo>
                    <a:pt x="291245" y="125510"/>
                  </a:lnTo>
                  <a:lnTo>
                    <a:pt x="316353" y="62462"/>
                  </a:lnTo>
                  <a:lnTo>
                    <a:pt x="341460" y="0"/>
                  </a:lnTo>
                  <a:lnTo>
                    <a:pt x="366567" y="0"/>
                  </a:lnTo>
                  <a:lnTo>
                    <a:pt x="391675" y="0"/>
                  </a:lnTo>
                  <a:lnTo>
                    <a:pt x="416782" y="0"/>
                  </a:lnTo>
                  <a:lnTo>
                    <a:pt x="441890" y="62462"/>
                  </a:lnTo>
                  <a:lnTo>
                    <a:pt x="466997" y="84414"/>
                  </a:lnTo>
                  <a:lnTo>
                    <a:pt x="492104" y="84414"/>
                  </a:lnTo>
                  <a:lnTo>
                    <a:pt x="517212" y="192707"/>
                  </a:lnTo>
                  <a:lnTo>
                    <a:pt x="542319" y="210612"/>
                  </a:lnTo>
                  <a:lnTo>
                    <a:pt x="567427" y="234455"/>
                  </a:lnTo>
                  <a:lnTo>
                    <a:pt x="592534" y="158530"/>
                  </a:lnTo>
                  <a:lnTo>
                    <a:pt x="617641" y="158530"/>
                  </a:lnTo>
                  <a:lnTo>
                    <a:pt x="642749" y="158530"/>
                  </a:lnTo>
                  <a:lnTo>
                    <a:pt x="667856" y="293467"/>
                  </a:lnTo>
                  <a:lnTo>
                    <a:pt x="692963" y="362749"/>
                  </a:lnTo>
                  <a:lnTo>
                    <a:pt x="707341" y="40944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93100" y="1994155"/>
              <a:ext cx="94316" cy="72133"/>
            </a:xfrm>
            <a:custGeom>
              <a:avLst/>
              <a:pathLst>
                <a:path w="94316" h="72133">
                  <a:moveTo>
                    <a:pt x="0" y="72133"/>
                  </a:moveTo>
                  <a:lnTo>
                    <a:pt x="22962" y="0"/>
                  </a:lnTo>
                  <a:lnTo>
                    <a:pt x="48070" y="0"/>
                  </a:lnTo>
                  <a:lnTo>
                    <a:pt x="73177" y="0"/>
                  </a:lnTo>
                  <a:lnTo>
                    <a:pt x="94316" y="721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549407" y="1994155"/>
              <a:ext cx="34228" cy="72133"/>
            </a:xfrm>
            <a:custGeom>
              <a:avLst/>
              <a:pathLst>
                <a:path w="34228" h="72133">
                  <a:moveTo>
                    <a:pt x="0" y="72133"/>
                  </a:moveTo>
                  <a:lnTo>
                    <a:pt x="17300" y="0"/>
                  </a:lnTo>
                  <a:lnTo>
                    <a:pt x="34228" y="721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605095" y="1994155"/>
              <a:ext cx="168766" cy="72133"/>
            </a:xfrm>
            <a:custGeom>
              <a:avLst/>
              <a:pathLst>
                <a:path w="168766" h="72133">
                  <a:moveTo>
                    <a:pt x="0" y="72133"/>
                  </a:moveTo>
                  <a:lnTo>
                    <a:pt x="11827" y="41095"/>
                  </a:lnTo>
                  <a:lnTo>
                    <a:pt x="36934" y="0"/>
                  </a:lnTo>
                  <a:lnTo>
                    <a:pt x="62041" y="0"/>
                  </a:lnTo>
                  <a:lnTo>
                    <a:pt x="87149" y="0"/>
                  </a:lnTo>
                  <a:lnTo>
                    <a:pt x="112256" y="0"/>
                  </a:lnTo>
                  <a:lnTo>
                    <a:pt x="137363" y="0"/>
                  </a:lnTo>
                  <a:lnTo>
                    <a:pt x="162471" y="25436"/>
                  </a:lnTo>
                  <a:lnTo>
                    <a:pt x="168766" y="721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97072" y="1994155"/>
              <a:ext cx="101914" cy="72133"/>
            </a:xfrm>
            <a:custGeom>
              <a:avLst/>
              <a:pathLst>
                <a:path w="101914" h="72133">
                  <a:moveTo>
                    <a:pt x="0" y="72133"/>
                  </a:moveTo>
                  <a:lnTo>
                    <a:pt x="21138" y="0"/>
                  </a:lnTo>
                  <a:lnTo>
                    <a:pt x="46246" y="0"/>
                  </a:lnTo>
                  <a:lnTo>
                    <a:pt x="71353" y="0"/>
                  </a:lnTo>
                  <a:lnTo>
                    <a:pt x="96460" y="62462"/>
                  </a:lnTo>
                  <a:lnTo>
                    <a:pt x="101914" y="721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195044" y="1311733"/>
              <a:ext cx="2670365" cy="754555"/>
            </a:xfrm>
            <a:custGeom>
              <a:avLst/>
              <a:pathLst>
                <a:path w="2670365" h="754555">
                  <a:moveTo>
                    <a:pt x="0" y="754555"/>
                  </a:moveTo>
                  <a:lnTo>
                    <a:pt x="24455" y="660014"/>
                  </a:lnTo>
                  <a:lnTo>
                    <a:pt x="49563" y="754381"/>
                  </a:lnTo>
                  <a:lnTo>
                    <a:pt x="74670" y="754381"/>
                  </a:lnTo>
                  <a:lnTo>
                    <a:pt x="99777" y="754381"/>
                  </a:lnTo>
                  <a:lnTo>
                    <a:pt x="124885" y="754381"/>
                  </a:lnTo>
                  <a:lnTo>
                    <a:pt x="149992" y="754381"/>
                  </a:lnTo>
                  <a:lnTo>
                    <a:pt x="175100" y="754381"/>
                  </a:lnTo>
                  <a:lnTo>
                    <a:pt x="200207" y="754381"/>
                  </a:lnTo>
                  <a:lnTo>
                    <a:pt x="225314" y="754381"/>
                  </a:lnTo>
                  <a:lnTo>
                    <a:pt x="250422" y="754381"/>
                  </a:lnTo>
                  <a:lnTo>
                    <a:pt x="275529" y="754381"/>
                  </a:lnTo>
                  <a:lnTo>
                    <a:pt x="300637" y="754381"/>
                  </a:lnTo>
                  <a:lnTo>
                    <a:pt x="325744" y="754381"/>
                  </a:lnTo>
                  <a:lnTo>
                    <a:pt x="350851" y="754381"/>
                  </a:lnTo>
                  <a:lnTo>
                    <a:pt x="375959" y="754381"/>
                  </a:lnTo>
                  <a:lnTo>
                    <a:pt x="401066" y="754381"/>
                  </a:lnTo>
                  <a:lnTo>
                    <a:pt x="426174" y="754381"/>
                  </a:lnTo>
                  <a:lnTo>
                    <a:pt x="451281" y="754381"/>
                  </a:lnTo>
                  <a:lnTo>
                    <a:pt x="476388" y="754381"/>
                  </a:lnTo>
                  <a:lnTo>
                    <a:pt x="501496" y="754381"/>
                  </a:lnTo>
                  <a:lnTo>
                    <a:pt x="526603" y="754381"/>
                  </a:lnTo>
                  <a:lnTo>
                    <a:pt x="551710" y="754381"/>
                  </a:lnTo>
                  <a:lnTo>
                    <a:pt x="576818" y="754381"/>
                  </a:lnTo>
                  <a:lnTo>
                    <a:pt x="601925" y="754381"/>
                  </a:lnTo>
                  <a:lnTo>
                    <a:pt x="627033" y="754381"/>
                  </a:lnTo>
                  <a:lnTo>
                    <a:pt x="652140" y="754381"/>
                  </a:lnTo>
                  <a:lnTo>
                    <a:pt x="677247" y="754381"/>
                  </a:lnTo>
                  <a:lnTo>
                    <a:pt x="702355" y="754381"/>
                  </a:lnTo>
                  <a:lnTo>
                    <a:pt x="727462" y="754381"/>
                  </a:lnTo>
                  <a:lnTo>
                    <a:pt x="752570" y="754381"/>
                  </a:lnTo>
                  <a:lnTo>
                    <a:pt x="777677" y="754381"/>
                  </a:lnTo>
                  <a:lnTo>
                    <a:pt x="802784" y="754381"/>
                  </a:lnTo>
                  <a:lnTo>
                    <a:pt x="827892" y="754381"/>
                  </a:lnTo>
                  <a:lnTo>
                    <a:pt x="852999" y="754381"/>
                  </a:lnTo>
                  <a:lnTo>
                    <a:pt x="878107" y="754381"/>
                  </a:lnTo>
                  <a:lnTo>
                    <a:pt x="903214" y="754381"/>
                  </a:lnTo>
                  <a:lnTo>
                    <a:pt x="928321" y="754381"/>
                  </a:lnTo>
                  <a:lnTo>
                    <a:pt x="953429" y="754381"/>
                  </a:lnTo>
                  <a:lnTo>
                    <a:pt x="978536" y="721675"/>
                  </a:lnTo>
                  <a:lnTo>
                    <a:pt x="1003644" y="630876"/>
                  </a:lnTo>
                  <a:lnTo>
                    <a:pt x="1028751" y="630876"/>
                  </a:lnTo>
                  <a:lnTo>
                    <a:pt x="1053858" y="523891"/>
                  </a:lnTo>
                  <a:lnTo>
                    <a:pt x="1078966" y="470619"/>
                  </a:lnTo>
                  <a:lnTo>
                    <a:pt x="1104073" y="373653"/>
                  </a:lnTo>
                  <a:lnTo>
                    <a:pt x="1129180" y="265113"/>
                  </a:lnTo>
                  <a:lnTo>
                    <a:pt x="1154288" y="223693"/>
                  </a:lnTo>
                  <a:lnTo>
                    <a:pt x="1179395" y="196024"/>
                  </a:lnTo>
                  <a:lnTo>
                    <a:pt x="1204503" y="90371"/>
                  </a:lnTo>
                  <a:lnTo>
                    <a:pt x="1229610" y="78501"/>
                  </a:lnTo>
                  <a:lnTo>
                    <a:pt x="1254717" y="78501"/>
                  </a:lnTo>
                  <a:lnTo>
                    <a:pt x="1279825" y="55277"/>
                  </a:lnTo>
                  <a:lnTo>
                    <a:pt x="1304932" y="32706"/>
                  </a:lnTo>
                  <a:lnTo>
                    <a:pt x="1330040" y="32706"/>
                  </a:lnTo>
                  <a:lnTo>
                    <a:pt x="1355147" y="43912"/>
                  </a:lnTo>
                  <a:lnTo>
                    <a:pt x="1380254" y="37170"/>
                  </a:lnTo>
                  <a:lnTo>
                    <a:pt x="1405362" y="0"/>
                  </a:lnTo>
                  <a:lnTo>
                    <a:pt x="1430469" y="32706"/>
                  </a:lnTo>
                  <a:lnTo>
                    <a:pt x="1455577" y="57569"/>
                  </a:lnTo>
                  <a:lnTo>
                    <a:pt x="1480684" y="109736"/>
                  </a:lnTo>
                  <a:lnTo>
                    <a:pt x="1505791" y="181457"/>
                  </a:lnTo>
                  <a:lnTo>
                    <a:pt x="1530899" y="309983"/>
                  </a:lnTo>
                  <a:lnTo>
                    <a:pt x="1556006" y="331936"/>
                  </a:lnTo>
                  <a:lnTo>
                    <a:pt x="1581113" y="407571"/>
                  </a:lnTo>
                  <a:lnTo>
                    <a:pt x="1606221" y="429523"/>
                  </a:lnTo>
                  <a:lnTo>
                    <a:pt x="1631328" y="429523"/>
                  </a:lnTo>
                  <a:lnTo>
                    <a:pt x="1656436" y="475318"/>
                  </a:lnTo>
                  <a:lnTo>
                    <a:pt x="1681543" y="650089"/>
                  </a:lnTo>
                  <a:lnTo>
                    <a:pt x="1706650" y="673931"/>
                  </a:lnTo>
                  <a:lnTo>
                    <a:pt x="1731758" y="667538"/>
                  </a:lnTo>
                  <a:lnTo>
                    <a:pt x="1756865" y="648114"/>
                  </a:lnTo>
                  <a:lnTo>
                    <a:pt x="1781973" y="657767"/>
                  </a:lnTo>
                  <a:lnTo>
                    <a:pt x="1807080" y="682421"/>
                  </a:lnTo>
                  <a:lnTo>
                    <a:pt x="1832187" y="624478"/>
                  </a:lnTo>
                  <a:lnTo>
                    <a:pt x="1857295" y="588054"/>
                  </a:lnTo>
                  <a:lnTo>
                    <a:pt x="1882402" y="588054"/>
                  </a:lnTo>
                  <a:lnTo>
                    <a:pt x="1907510" y="588054"/>
                  </a:lnTo>
                  <a:lnTo>
                    <a:pt x="1932617" y="588054"/>
                  </a:lnTo>
                  <a:lnTo>
                    <a:pt x="1957724" y="588054"/>
                  </a:lnTo>
                  <a:lnTo>
                    <a:pt x="1982832" y="588054"/>
                  </a:lnTo>
                  <a:lnTo>
                    <a:pt x="2007939" y="588054"/>
                  </a:lnTo>
                  <a:lnTo>
                    <a:pt x="2033047" y="588054"/>
                  </a:lnTo>
                  <a:lnTo>
                    <a:pt x="2058154" y="551283"/>
                  </a:lnTo>
                  <a:lnTo>
                    <a:pt x="2083261" y="458179"/>
                  </a:lnTo>
                  <a:lnTo>
                    <a:pt x="2108369" y="309843"/>
                  </a:lnTo>
                  <a:lnTo>
                    <a:pt x="2133476" y="365393"/>
                  </a:lnTo>
                  <a:lnTo>
                    <a:pt x="2158583" y="429523"/>
                  </a:lnTo>
                  <a:lnTo>
                    <a:pt x="2183691" y="429523"/>
                  </a:lnTo>
                  <a:lnTo>
                    <a:pt x="2208798" y="484800"/>
                  </a:lnTo>
                  <a:lnTo>
                    <a:pt x="2233906" y="523891"/>
                  </a:lnTo>
                  <a:lnTo>
                    <a:pt x="2259013" y="523891"/>
                  </a:lnTo>
                  <a:lnTo>
                    <a:pt x="2284120" y="489583"/>
                  </a:lnTo>
                  <a:lnTo>
                    <a:pt x="2309228" y="429523"/>
                  </a:lnTo>
                  <a:lnTo>
                    <a:pt x="2334335" y="407571"/>
                  </a:lnTo>
                  <a:lnTo>
                    <a:pt x="2359443" y="345109"/>
                  </a:lnTo>
                  <a:lnTo>
                    <a:pt x="2384550" y="345109"/>
                  </a:lnTo>
                  <a:lnTo>
                    <a:pt x="2409657" y="345109"/>
                  </a:lnTo>
                  <a:lnTo>
                    <a:pt x="2434765" y="349125"/>
                  </a:lnTo>
                  <a:lnTo>
                    <a:pt x="2459872" y="429523"/>
                  </a:lnTo>
                  <a:lnTo>
                    <a:pt x="2484980" y="484800"/>
                  </a:lnTo>
                  <a:lnTo>
                    <a:pt x="2510087" y="523891"/>
                  </a:lnTo>
                  <a:lnTo>
                    <a:pt x="2535194" y="523891"/>
                  </a:lnTo>
                  <a:lnTo>
                    <a:pt x="2560302" y="499237"/>
                  </a:lnTo>
                  <a:lnTo>
                    <a:pt x="2585409" y="542594"/>
                  </a:lnTo>
                  <a:lnTo>
                    <a:pt x="2610516" y="579564"/>
                  </a:lnTo>
                  <a:lnTo>
                    <a:pt x="2635624" y="673730"/>
                  </a:lnTo>
                  <a:lnTo>
                    <a:pt x="2660731" y="730541"/>
                  </a:lnTo>
                  <a:lnTo>
                    <a:pt x="2670365" y="75455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32357" y="2066115"/>
              <a:ext cx="251143" cy="173"/>
            </a:xfrm>
            <a:custGeom>
              <a:avLst/>
              <a:pathLst>
                <a:path w="251143" h="173">
                  <a:moveTo>
                    <a:pt x="0" y="173"/>
                  </a:moveTo>
                  <a:lnTo>
                    <a:pt x="29" y="0"/>
                  </a:lnTo>
                  <a:lnTo>
                    <a:pt x="25136" y="0"/>
                  </a:lnTo>
                  <a:lnTo>
                    <a:pt x="50243" y="0"/>
                  </a:lnTo>
                  <a:lnTo>
                    <a:pt x="75351" y="0"/>
                  </a:lnTo>
                  <a:lnTo>
                    <a:pt x="100458" y="0"/>
                  </a:lnTo>
                  <a:lnTo>
                    <a:pt x="125566" y="0"/>
                  </a:lnTo>
                  <a:lnTo>
                    <a:pt x="150673" y="0"/>
                  </a:lnTo>
                  <a:lnTo>
                    <a:pt x="175780" y="0"/>
                  </a:lnTo>
                  <a:lnTo>
                    <a:pt x="200888" y="0"/>
                  </a:lnTo>
                  <a:lnTo>
                    <a:pt x="225995" y="0"/>
                  </a:lnTo>
                  <a:lnTo>
                    <a:pt x="251102" y="0"/>
                  </a:lnTo>
                  <a:lnTo>
                    <a:pt x="251143" y="17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58258" y="1605167"/>
              <a:ext cx="2212161" cy="461121"/>
            </a:xfrm>
            <a:custGeom>
              <a:avLst/>
              <a:pathLst>
                <a:path w="2212161" h="461121">
                  <a:moveTo>
                    <a:pt x="0" y="461121"/>
                  </a:moveTo>
                  <a:lnTo>
                    <a:pt x="2672" y="445572"/>
                  </a:lnTo>
                  <a:lnTo>
                    <a:pt x="27779" y="403120"/>
                  </a:lnTo>
                  <a:lnTo>
                    <a:pt x="52887" y="345639"/>
                  </a:lnTo>
                  <a:lnTo>
                    <a:pt x="77994" y="297028"/>
                  </a:lnTo>
                  <a:lnTo>
                    <a:pt x="103102" y="234338"/>
                  </a:lnTo>
                  <a:lnTo>
                    <a:pt x="128209" y="271465"/>
                  </a:lnTo>
                  <a:lnTo>
                    <a:pt x="153316" y="257794"/>
                  </a:lnTo>
                  <a:lnTo>
                    <a:pt x="178424" y="195121"/>
                  </a:lnTo>
                  <a:lnTo>
                    <a:pt x="203531" y="174837"/>
                  </a:lnTo>
                  <a:lnTo>
                    <a:pt x="228638" y="129412"/>
                  </a:lnTo>
                  <a:lnTo>
                    <a:pt x="253746" y="0"/>
                  </a:lnTo>
                  <a:lnTo>
                    <a:pt x="278853" y="0"/>
                  </a:lnTo>
                  <a:lnTo>
                    <a:pt x="303961" y="0"/>
                  </a:lnTo>
                  <a:lnTo>
                    <a:pt x="329068" y="0"/>
                  </a:lnTo>
                  <a:lnTo>
                    <a:pt x="354175" y="0"/>
                  </a:lnTo>
                  <a:lnTo>
                    <a:pt x="379283" y="119407"/>
                  </a:lnTo>
                  <a:lnTo>
                    <a:pt x="404390" y="185925"/>
                  </a:lnTo>
                  <a:lnTo>
                    <a:pt x="429498" y="249160"/>
                  </a:lnTo>
                  <a:lnTo>
                    <a:pt x="454605" y="136089"/>
                  </a:lnTo>
                  <a:lnTo>
                    <a:pt x="479712" y="196149"/>
                  </a:lnTo>
                  <a:lnTo>
                    <a:pt x="504820" y="230457"/>
                  </a:lnTo>
                  <a:lnTo>
                    <a:pt x="529927" y="230457"/>
                  </a:lnTo>
                  <a:lnTo>
                    <a:pt x="555035" y="235480"/>
                  </a:lnTo>
                  <a:lnTo>
                    <a:pt x="580142" y="337442"/>
                  </a:lnTo>
                  <a:lnTo>
                    <a:pt x="605249" y="421856"/>
                  </a:lnTo>
                  <a:lnTo>
                    <a:pt x="630357" y="460947"/>
                  </a:lnTo>
                  <a:lnTo>
                    <a:pt x="655464" y="460947"/>
                  </a:lnTo>
                  <a:lnTo>
                    <a:pt x="680572" y="460947"/>
                  </a:lnTo>
                  <a:lnTo>
                    <a:pt x="705679" y="460947"/>
                  </a:lnTo>
                  <a:lnTo>
                    <a:pt x="730786" y="460947"/>
                  </a:lnTo>
                  <a:lnTo>
                    <a:pt x="755894" y="460947"/>
                  </a:lnTo>
                  <a:lnTo>
                    <a:pt x="781001" y="460947"/>
                  </a:lnTo>
                  <a:lnTo>
                    <a:pt x="806108" y="460947"/>
                  </a:lnTo>
                  <a:lnTo>
                    <a:pt x="831216" y="460947"/>
                  </a:lnTo>
                  <a:lnTo>
                    <a:pt x="856323" y="460947"/>
                  </a:lnTo>
                  <a:lnTo>
                    <a:pt x="881431" y="348970"/>
                  </a:lnTo>
                  <a:lnTo>
                    <a:pt x="906538" y="230457"/>
                  </a:lnTo>
                  <a:lnTo>
                    <a:pt x="931645" y="230457"/>
                  </a:lnTo>
                  <a:lnTo>
                    <a:pt x="956753" y="230457"/>
                  </a:lnTo>
                  <a:lnTo>
                    <a:pt x="981860" y="230457"/>
                  </a:lnTo>
                  <a:lnTo>
                    <a:pt x="1006968" y="230457"/>
                  </a:lnTo>
                  <a:lnTo>
                    <a:pt x="1032075" y="158660"/>
                  </a:lnTo>
                  <a:lnTo>
                    <a:pt x="1057182" y="136089"/>
                  </a:lnTo>
                  <a:lnTo>
                    <a:pt x="1082290" y="136089"/>
                  </a:lnTo>
                  <a:lnTo>
                    <a:pt x="1107397" y="101249"/>
                  </a:lnTo>
                  <a:lnTo>
                    <a:pt x="1132505" y="51675"/>
                  </a:lnTo>
                  <a:lnTo>
                    <a:pt x="1157612" y="51675"/>
                  </a:lnTo>
                  <a:lnTo>
                    <a:pt x="1182719" y="51675"/>
                  </a:lnTo>
                  <a:lnTo>
                    <a:pt x="1207827" y="51675"/>
                  </a:lnTo>
                  <a:lnTo>
                    <a:pt x="1232934" y="51675"/>
                  </a:lnTo>
                  <a:lnTo>
                    <a:pt x="1258041" y="127236"/>
                  </a:lnTo>
                  <a:lnTo>
                    <a:pt x="1283149" y="230457"/>
                  </a:lnTo>
                  <a:lnTo>
                    <a:pt x="1308256" y="230457"/>
                  </a:lnTo>
                  <a:lnTo>
                    <a:pt x="1333364" y="230457"/>
                  </a:lnTo>
                  <a:lnTo>
                    <a:pt x="1358471" y="230457"/>
                  </a:lnTo>
                  <a:lnTo>
                    <a:pt x="1383578" y="230457"/>
                  </a:lnTo>
                  <a:lnTo>
                    <a:pt x="1408686" y="309327"/>
                  </a:lnTo>
                  <a:lnTo>
                    <a:pt x="1433793" y="337442"/>
                  </a:lnTo>
                  <a:lnTo>
                    <a:pt x="1458901" y="337442"/>
                  </a:lnTo>
                  <a:lnTo>
                    <a:pt x="1484008" y="384585"/>
                  </a:lnTo>
                  <a:lnTo>
                    <a:pt x="1509115" y="460947"/>
                  </a:lnTo>
                  <a:lnTo>
                    <a:pt x="1534223" y="460947"/>
                  </a:lnTo>
                  <a:lnTo>
                    <a:pt x="1559330" y="460947"/>
                  </a:lnTo>
                  <a:lnTo>
                    <a:pt x="1584438" y="460947"/>
                  </a:lnTo>
                  <a:lnTo>
                    <a:pt x="1609545" y="460947"/>
                  </a:lnTo>
                  <a:lnTo>
                    <a:pt x="1634652" y="460947"/>
                  </a:lnTo>
                  <a:lnTo>
                    <a:pt x="1659760" y="460947"/>
                  </a:lnTo>
                  <a:lnTo>
                    <a:pt x="1684867" y="460947"/>
                  </a:lnTo>
                  <a:lnTo>
                    <a:pt x="1709975" y="460947"/>
                  </a:lnTo>
                  <a:lnTo>
                    <a:pt x="1735082" y="360667"/>
                  </a:lnTo>
                  <a:lnTo>
                    <a:pt x="1760189" y="314871"/>
                  </a:lnTo>
                  <a:lnTo>
                    <a:pt x="1785297" y="230457"/>
                  </a:lnTo>
                  <a:lnTo>
                    <a:pt x="1810404" y="230457"/>
                  </a:lnTo>
                  <a:lnTo>
                    <a:pt x="1835511" y="230457"/>
                  </a:lnTo>
                  <a:lnTo>
                    <a:pt x="1860619" y="230457"/>
                  </a:lnTo>
                  <a:lnTo>
                    <a:pt x="1885726" y="230457"/>
                  </a:lnTo>
                  <a:lnTo>
                    <a:pt x="1910834" y="230457"/>
                  </a:lnTo>
                  <a:lnTo>
                    <a:pt x="1935941" y="230457"/>
                  </a:lnTo>
                  <a:lnTo>
                    <a:pt x="1961048" y="230457"/>
                  </a:lnTo>
                  <a:lnTo>
                    <a:pt x="1986156" y="230457"/>
                  </a:lnTo>
                  <a:lnTo>
                    <a:pt x="2011263" y="230457"/>
                  </a:lnTo>
                  <a:lnTo>
                    <a:pt x="2036371" y="230457"/>
                  </a:lnTo>
                  <a:lnTo>
                    <a:pt x="2061478" y="230457"/>
                  </a:lnTo>
                  <a:lnTo>
                    <a:pt x="2086585" y="230457"/>
                  </a:lnTo>
                  <a:lnTo>
                    <a:pt x="2111693" y="314871"/>
                  </a:lnTo>
                  <a:lnTo>
                    <a:pt x="2136800" y="360667"/>
                  </a:lnTo>
                  <a:lnTo>
                    <a:pt x="2161908" y="460947"/>
                  </a:lnTo>
                  <a:lnTo>
                    <a:pt x="2187015" y="460947"/>
                  </a:lnTo>
                  <a:lnTo>
                    <a:pt x="2212122" y="460947"/>
                  </a:lnTo>
                  <a:lnTo>
                    <a:pt x="2212161" y="46112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526439" y="1835625"/>
              <a:ext cx="472056" cy="230664"/>
            </a:xfrm>
            <a:custGeom>
              <a:avLst/>
              <a:pathLst>
                <a:path w="472056" h="230664">
                  <a:moveTo>
                    <a:pt x="0" y="230664"/>
                  </a:moveTo>
                  <a:lnTo>
                    <a:pt x="20123" y="158530"/>
                  </a:lnTo>
                  <a:lnTo>
                    <a:pt x="45230" y="158530"/>
                  </a:lnTo>
                  <a:lnTo>
                    <a:pt x="70338" y="158530"/>
                  </a:lnTo>
                  <a:lnTo>
                    <a:pt x="95445" y="158530"/>
                  </a:lnTo>
                  <a:lnTo>
                    <a:pt x="120553" y="158530"/>
                  </a:lnTo>
                  <a:lnTo>
                    <a:pt x="145660" y="150040"/>
                  </a:lnTo>
                  <a:lnTo>
                    <a:pt x="170767" y="126198"/>
                  </a:lnTo>
                  <a:lnTo>
                    <a:pt x="195875" y="126198"/>
                  </a:lnTo>
                  <a:lnTo>
                    <a:pt x="220982" y="108293"/>
                  </a:lnTo>
                  <a:lnTo>
                    <a:pt x="246090" y="0"/>
                  </a:lnTo>
                  <a:lnTo>
                    <a:pt x="271197" y="0"/>
                  </a:lnTo>
                  <a:lnTo>
                    <a:pt x="296304" y="0"/>
                  </a:lnTo>
                  <a:lnTo>
                    <a:pt x="321412" y="0"/>
                  </a:lnTo>
                  <a:lnTo>
                    <a:pt x="346519" y="67894"/>
                  </a:lnTo>
                  <a:lnTo>
                    <a:pt x="371627" y="124340"/>
                  </a:lnTo>
                  <a:lnTo>
                    <a:pt x="396734" y="230490"/>
                  </a:lnTo>
                  <a:lnTo>
                    <a:pt x="421841" y="230490"/>
                  </a:lnTo>
                  <a:lnTo>
                    <a:pt x="446949" y="230490"/>
                  </a:lnTo>
                  <a:lnTo>
                    <a:pt x="472056" y="230490"/>
                  </a:lnTo>
                  <a:lnTo>
                    <a:pt x="472056" y="23049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622670" y="1311733"/>
              <a:ext cx="8375825" cy="754555"/>
            </a:xfrm>
            <a:custGeom>
              <a:avLst/>
              <a:pathLst>
                <a:path w="8375825" h="754555">
                  <a:moveTo>
                    <a:pt x="0" y="523891"/>
                  </a:moveTo>
                  <a:lnTo>
                    <a:pt x="15064" y="523891"/>
                  </a:lnTo>
                  <a:lnTo>
                    <a:pt x="40171" y="523891"/>
                  </a:lnTo>
                  <a:lnTo>
                    <a:pt x="65279" y="452094"/>
                  </a:lnTo>
                  <a:lnTo>
                    <a:pt x="90386" y="429523"/>
                  </a:lnTo>
                  <a:lnTo>
                    <a:pt x="115493" y="429523"/>
                  </a:lnTo>
                  <a:lnTo>
                    <a:pt x="140601" y="429523"/>
                  </a:lnTo>
                  <a:lnTo>
                    <a:pt x="165708" y="461303"/>
                  </a:lnTo>
                  <a:lnTo>
                    <a:pt x="190816" y="523891"/>
                  </a:lnTo>
                  <a:lnTo>
                    <a:pt x="215923" y="523891"/>
                  </a:lnTo>
                  <a:lnTo>
                    <a:pt x="241030" y="619511"/>
                  </a:lnTo>
                  <a:lnTo>
                    <a:pt x="266138" y="630876"/>
                  </a:lnTo>
                  <a:lnTo>
                    <a:pt x="291245" y="470619"/>
                  </a:lnTo>
                  <a:lnTo>
                    <a:pt x="316353" y="407571"/>
                  </a:lnTo>
                  <a:lnTo>
                    <a:pt x="341460" y="345109"/>
                  </a:lnTo>
                  <a:lnTo>
                    <a:pt x="366567" y="345109"/>
                  </a:lnTo>
                  <a:lnTo>
                    <a:pt x="391675" y="345109"/>
                  </a:lnTo>
                  <a:lnTo>
                    <a:pt x="416782" y="345109"/>
                  </a:lnTo>
                  <a:lnTo>
                    <a:pt x="441890" y="407571"/>
                  </a:lnTo>
                  <a:lnTo>
                    <a:pt x="466997" y="429523"/>
                  </a:lnTo>
                  <a:lnTo>
                    <a:pt x="492104" y="429523"/>
                  </a:lnTo>
                  <a:lnTo>
                    <a:pt x="517212" y="537817"/>
                  </a:lnTo>
                  <a:lnTo>
                    <a:pt x="542319" y="555722"/>
                  </a:lnTo>
                  <a:lnTo>
                    <a:pt x="567427" y="579564"/>
                  </a:lnTo>
                  <a:lnTo>
                    <a:pt x="592534" y="503639"/>
                  </a:lnTo>
                  <a:lnTo>
                    <a:pt x="617641" y="503639"/>
                  </a:lnTo>
                  <a:lnTo>
                    <a:pt x="642749" y="503639"/>
                  </a:lnTo>
                  <a:lnTo>
                    <a:pt x="667856" y="638576"/>
                  </a:lnTo>
                  <a:lnTo>
                    <a:pt x="692963" y="707858"/>
                  </a:lnTo>
                  <a:lnTo>
                    <a:pt x="718071" y="754555"/>
                  </a:lnTo>
                  <a:lnTo>
                    <a:pt x="743178" y="754555"/>
                  </a:lnTo>
                  <a:lnTo>
                    <a:pt x="768286" y="754555"/>
                  </a:lnTo>
                  <a:lnTo>
                    <a:pt x="793393" y="682421"/>
                  </a:lnTo>
                  <a:lnTo>
                    <a:pt x="818500" y="682421"/>
                  </a:lnTo>
                  <a:lnTo>
                    <a:pt x="843608" y="682421"/>
                  </a:lnTo>
                  <a:lnTo>
                    <a:pt x="868715" y="754555"/>
                  </a:lnTo>
                  <a:lnTo>
                    <a:pt x="893823" y="754555"/>
                  </a:lnTo>
                  <a:lnTo>
                    <a:pt x="918930" y="754555"/>
                  </a:lnTo>
                  <a:lnTo>
                    <a:pt x="944037" y="682421"/>
                  </a:lnTo>
                  <a:lnTo>
                    <a:pt x="969145" y="754555"/>
                  </a:lnTo>
                  <a:lnTo>
                    <a:pt x="994252" y="723517"/>
                  </a:lnTo>
                  <a:lnTo>
                    <a:pt x="1019360" y="682421"/>
                  </a:lnTo>
                  <a:lnTo>
                    <a:pt x="1044467" y="682421"/>
                  </a:lnTo>
                  <a:lnTo>
                    <a:pt x="1069574" y="682421"/>
                  </a:lnTo>
                  <a:lnTo>
                    <a:pt x="1094682" y="682421"/>
                  </a:lnTo>
                  <a:lnTo>
                    <a:pt x="1119789" y="682421"/>
                  </a:lnTo>
                  <a:lnTo>
                    <a:pt x="1144897" y="707858"/>
                  </a:lnTo>
                  <a:lnTo>
                    <a:pt x="1170004" y="754555"/>
                  </a:lnTo>
                  <a:lnTo>
                    <a:pt x="1195111" y="754555"/>
                  </a:lnTo>
                  <a:lnTo>
                    <a:pt x="1220219" y="754555"/>
                  </a:lnTo>
                  <a:lnTo>
                    <a:pt x="1245326" y="754555"/>
                  </a:lnTo>
                  <a:lnTo>
                    <a:pt x="1270433" y="754555"/>
                  </a:lnTo>
                  <a:lnTo>
                    <a:pt x="1295541" y="682421"/>
                  </a:lnTo>
                  <a:lnTo>
                    <a:pt x="1320648" y="682421"/>
                  </a:lnTo>
                  <a:lnTo>
                    <a:pt x="1345756" y="682421"/>
                  </a:lnTo>
                  <a:lnTo>
                    <a:pt x="1370863" y="744884"/>
                  </a:lnTo>
                  <a:lnTo>
                    <a:pt x="1395970" y="754555"/>
                  </a:lnTo>
                  <a:lnTo>
                    <a:pt x="1421078" y="754555"/>
                  </a:lnTo>
                  <a:lnTo>
                    <a:pt x="1446185" y="754555"/>
                  </a:lnTo>
                  <a:lnTo>
                    <a:pt x="1471293" y="754555"/>
                  </a:lnTo>
                  <a:lnTo>
                    <a:pt x="1496400" y="754555"/>
                  </a:lnTo>
                  <a:lnTo>
                    <a:pt x="1521507" y="754555"/>
                  </a:lnTo>
                  <a:lnTo>
                    <a:pt x="1546615" y="754555"/>
                  </a:lnTo>
                  <a:lnTo>
                    <a:pt x="1571722" y="754555"/>
                  </a:lnTo>
                  <a:lnTo>
                    <a:pt x="1596830" y="660014"/>
                  </a:lnTo>
                  <a:lnTo>
                    <a:pt x="1621937" y="754381"/>
                  </a:lnTo>
                  <a:lnTo>
                    <a:pt x="1647044" y="754381"/>
                  </a:lnTo>
                  <a:lnTo>
                    <a:pt x="1672152" y="754381"/>
                  </a:lnTo>
                  <a:lnTo>
                    <a:pt x="1697259" y="754381"/>
                  </a:lnTo>
                  <a:lnTo>
                    <a:pt x="1722366" y="754381"/>
                  </a:lnTo>
                  <a:lnTo>
                    <a:pt x="1747474" y="754381"/>
                  </a:lnTo>
                  <a:lnTo>
                    <a:pt x="1772581" y="754381"/>
                  </a:lnTo>
                  <a:lnTo>
                    <a:pt x="1797689" y="754381"/>
                  </a:lnTo>
                  <a:lnTo>
                    <a:pt x="1822796" y="754381"/>
                  </a:lnTo>
                  <a:lnTo>
                    <a:pt x="1847903" y="754381"/>
                  </a:lnTo>
                  <a:lnTo>
                    <a:pt x="1873011" y="754381"/>
                  </a:lnTo>
                  <a:lnTo>
                    <a:pt x="1898118" y="754381"/>
                  </a:lnTo>
                  <a:lnTo>
                    <a:pt x="1923226" y="754381"/>
                  </a:lnTo>
                  <a:lnTo>
                    <a:pt x="1948333" y="754381"/>
                  </a:lnTo>
                  <a:lnTo>
                    <a:pt x="1973440" y="754381"/>
                  </a:lnTo>
                  <a:lnTo>
                    <a:pt x="1998548" y="754381"/>
                  </a:lnTo>
                  <a:lnTo>
                    <a:pt x="2023655" y="754381"/>
                  </a:lnTo>
                  <a:lnTo>
                    <a:pt x="2048763" y="754381"/>
                  </a:lnTo>
                  <a:lnTo>
                    <a:pt x="2073870" y="754381"/>
                  </a:lnTo>
                  <a:lnTo>
                    <a:pt x="2098977" y="754381"/>
                  </a:lnTo>
                  <a:lnTo>
                    <a:pt x="2124085" y="754381"/>
                  </a:lnTo>
                  <a:lnTo>
                    <a:pt x="2149192" y="754381"/>
                  </a:lnTo>
                  <a:lnTo>
                    <a:pt x="2174300" y="754381"/>
                  </a:lnTo>
                  <a:lnTo>
                    <a:pt x="2199407" y="754381"/>
                  </a:lnTo>
                  <a:lnTo>
                    <a:pt x="2224514" y="754381"/>
                  </a:lnTo>
                  <a:lnTo>
                    <a:pt x="2249622" y="754381"/>
                  </a:lnTo>
                  <a:lnTo>
                    <a:pt x="2274729" y="754381"/>
                  </a:lnTo>
                  <a:lnTo>
                    <a:pt x="2299836" y="754381"/>
                  </a:lnTo>
                  <a:lnTo>
                    <a:pt x="2324944" y="754381"/>
                  </a:lnTo>
                  <a:lnTo>
                    <a:pt x="2350051" y="754381"/>
                  </a:lnTo>
                  <a:lnTo>
                    <a:pt x="2375159" y="754381"/>
                  </a:lnTo>
                  <a:lnTo>
                    <a:pt x="2400266" y="754381"/>
                  </a:lnTo>
                  <a:lnTo>
                    <a:pt x="2425373" y="754381"/>
                  </a:lnTo>
                  <a:lnTo>
                    <a:pt x="2450481" y="754381"/>
                  </a:lnTo>
                  <a:lnTo>
                    <a:pt x="2475588" y="754381"/>
                  </a:lnTo>
                  <a:lnTo>
                    <a:pt x="2500696" y="754381"/>
                  </a:lnTo>
                  <a:lnTo>
                    <a:pt x="2525803" y="754381"/>
                  </a:lnTo>
                  <a:lnTo>
                    <a:pt x="2550910" y="721675"/>
                  </a:lnTo>
                  <a:lnTo>
                    <a:pt x="2576018" y="630876"/>
                  </a:lnTo>
                  <a:lnTo>
                    <a:pt x="2601125" y="630876"/>
                  </a:lnTo>
                  <a:lnTo>
                    <a:pt x="2626233" y="523891"/>
                  </a:lnTo>
                  <a:lnTo>
                    <a:pt x="2651340" y="470619"/>
                  </a:lnTo>
                  <a:lnTo>
                    <a:pt x="2676447" y="373653"/>
                  </a:lnTo>
                  <a:lnTo>
                    <a:pt x="2701555" y="265113"/>
                  </a:lnTo>
                  <a:lnTo>
                    <a:pt x="2726662" y="223693"/>
                  </a:lnTo>
                  <a:lnTo>
                    <a:pt x="2751769" y="196024"/>
                  </a:lnTo>
                  <a:lnTo>
                    <a:pt x="2776877" y="90371"/>
                  </a:lnTo>
                  <a:lnTo>
                    <a:pt x="2801984" y="78501"/>
                  </a:lnTo>
                  <a:lnTo>
                    <a:pt x="2827092" y="78501"/>
                  </a:lnTo>
                  <a:lnTo>
                    <a:pt x="2852199" y="55277"/>
                  </a:lnTo>
                  <a:lnTo>
                    <a:pt x="2877306" y="32706"/>
                  </a:lnTo>
                  <a:lnTo>
                    <a:pt x="2902414" y="32706"/>
                  </a:lnTo>
                  <a:lnTo>
                    <a:pt x="2927521" y="43912"/>
                  </a:lnTo>
                  <a:lnTo>
                    <a:pt x="2952629" y="37170"/>
                  </a:lnTo>
                  <a:lnTo>
                    <a:pt x="2977736" y="0"/>
                  </a:lnTo>
                  <a:lnTo>
                    <a:pt x="3002843" y="32706"/>
                  </a:lnTo>
                  <a:lnTo>
                    <a:pt x="3027951" y="57569"/>
                  </a:lnTo>
                  <a:lnTo>
                    <a:pt x="3053058" y="109736"/>
                  </a:lnTo>
                  <a:lnTo>
                    <a:pt x="3078166" y="181457"/>
                  </a:lnTo>
                  <a:lnTo>
                    <a:pt x="3103273" y="309983"/>
                  </a:lnTo>
                  <a:lnTo>
                    <a:pt x="3128380" y="331936"/>
                  </a:lnTo>
                  <a:lnTo>
                    <a:pt x="3153488" y="407571"/>
                  </a:lnTo>
                  <a:lnTo>
                    <a:pt x="3178595" y="429523"/>
                  </a:lnTo>
                  <a:lnTo>
                    <a:pt x="3203703" y="429523"/>
                  </a:lnTo>
                  <a:lnTo>
                    <a:pt x="3228810" y="475318"/>
                  </a:lnTo>
                  <a:lnTo>
                    <a:pt x="3253917" y="650089"/>
                  </a:lnTo>
                  <a:lnTo>
                    <a:pt x="3279025" y="673931"/>
                  </a:lnTo>
                  <a:lnTo>
                    <a:pt x="3304132" y="667538"/>
                  </a:lnTo>
                  <a:lnTo>
                    <a:pt x="3329239" y="648114"/>
                  </a:lnTo>
                  <a:lnTo>
                    <a:pt x="3354347" y="657767"/>
                  </a:lnTo>
                  <a:lnTo>
                    <a:pt x="3379454" y="682421"/>
                  </a:lnTo>
                  <a:lnTo>
                    <a:pt x="3404562" y="624478"/>
                  </a:lnTo>
                  <a:lnTo>
                    <a:pt x="3429669" y="588054"/>
                  </a:lnTo>
                  <a:lnTo>
                    <a:pt x="3454776" y="588054"/>
                  </a:lnTo>
                  <a:lnTo>
                    <a:pt x="3479884" y="588054"/>
                  </a:lnTo>
                  <a:lnTo>
                    <a:pt x="3504991" y="588054"/>
                  </a:lnTo>
                  <a:lnTo>
                    <a:pt x="3530099" y="588054"/>
                  </a:lnTo>
                  <a:lnTo>
                    <a:pt x="3555206" y="588054"/>
                  </a:lnTo>
                  <a:lnTo>
                    <a:pt x="3580313" y="588054"/>
                  </a:lnTo>
                  <a:lnTo>
                    <a:pt x="3605421" y="588054"/>
                  </a:lnTo>
                  <a:lnTo>
                    <a:pt x="3630528" y="551283"/>
                  </a:lnTo>
                  <a:lnTo>
                    <a:pt x="3655636" y="458179"/>
                  </a:lnTo>
                  <a:lnTo>
                    <a:pt x="3680743" y="309843"/>
                  </a:lnTo>
                  <a:lnTo>
                    <a:pt x="3705850" y="365393"/>
                  </a:lnTo>
                  <a:lnTo>
                    <a:pt x="3730958" y="429523"/>
                  </a:lnTo>
                  <a:lnTo>
                    <a:pt x="3756065" y="429523"/>
                  </a:lnTo>
                  <a:lnTo>
                    <a:pt x="3781173" y="484800"/>
                  </a:lnTo>
                  <a:lnTo>
                    <a:pt x="3806280" y="523891"/>
                  </a:lnTo>
                  <a:lnTo>
                    <a:pt x="3831387" y="523891"/>
                  </a:lnTo>
                  <a:lnTo>
                    <a:pt x="3856495" y="489583"/>
                  </a:lnTo>
                  <a:lnTo>
                    <a:pt x="3881602" y="429523"/>
                  </a:lnTo>
                  <a:lnTo>
                    <a:pt x="3906709" y="407571"/>
                  </a:lnTo>
                  <a:lnTo>
                    <a:pt x="3931817" y="345109"/>
                  </a:lnTo>
                  <a:lnTo>
                    <a:pt x="3956924" y="345109"/>
                  </a:lnTo>
                  <a:lnTo>
                    <a:pt x="3982032" y="345109"/>
                  </a:lnTo>
                  <a:lnTo>
                    <a:pt x="4007139" y="349125"/>
                  </a:lnTo>
                  <a:lnTo>
                    <a:pt x="4032246" y="429523"/>
                  </a:lnTo>
                  <a:lnTo>
                    <a:pt x="4057354" y="484800"/>
                  </a:lnTo>
                  <a:lnTo>
                    <a:pt x="4082461" y="523891"/>
                  </a:lnTo>
                  <a:lnTo>
                    <a:pt x="4107569" y="523891"/>
                  </a:lnTo>
                  <a:lnTo>
                    <a:pt x="4132676" y="499237"/>
                  </a:lnTo>
                  <a:lnTo>
                    <a:pt x="4157783" y="542594"/>
                  </a:lnTo>
                  <a:lnTo>
                    <a:pt x="4182891" y="579564"/>
                  </a:lnTo>
                  <a:lnTo>
                    <a:pt x="4207998" y="673730"/>
                  </a:lnTo>
                  <a:lnTo>
                    <a:pt x="4233106" y="730541"/>
                  </a:lnTo>
                  <a:lnTo>
                    <a:pt x="4258213" y="754555"/>
                  </a:lnTo>
                  <a:lnTo>
                    <a:pt x="4283320" y="754555"/>
                  </a:lnTo>
                  <a:lnTo>
                    <a:pt x="4308428" y="754555"/>
                  </a:lnTo>
                  <a:lnTo>
                    <a:pt x="4333535" y="754555"/>
                  </a:lnTo>
                  <a:lnTo>
                    <a:pt x="4358642" y="754555"/>
                  </a:lnTo>
                  <a:lnTo>
                    <a:pt x="4383750" y="754555"/>
                  </a:lnTo>
                  <a:lnTo>
                    <a:pt x="4408857" y="754555"/>
                  </a:lnTo>
                  <a:lnTo>
                    <a:pt x="4433965" y="754555"/>
                  </a:lnTo>
                  <a:lnTo>
                    <a:pt x="4459072" y="754555"/>
                  </a:lnTo>
                  <a:lnTo>
                    <a:pt x="4484179" y="754555"/>
                  </a:lnTo>
                  <a:lnTo>
                    <a:pt x="4509287" y="754555"/>
                  </a:lnTo>
                  <a:lnTo>
                    <a:pt x="4534394" y="754555"/>
                  </a:lnTo>
                  <a:lnTo>
                    <a:pt x="4559502" y="754555"/>
                  </a:lnTo>
                  <a:lnTo>
                    <a:pt x="4584609" y="754555"/>
                  </a:lnTo>
                  <a:lnTo>
                    <a:pt x="4609716" y="754381"/>
                  </a:lnTo>
                  <a:lnTo>
                    <a:pt x="4634824" y="754381"/>
                  </a:lnTo>
                  <a:lnTo>
                    <a:pt x="4659931" y="754381"/>
                  </a:lnTo>
                  <a:lnTo>
                    <a:pt x="4685039" y="754381"/>
                  </a:lnTo>
                  <a:lnTo>
                    <a:pt x="4710146" y="754381"/>
                  </a:lnTo>
                  <a:lnTo>
                    <a:pt x="4735253" y="754381"/>
                  </a:lnTo>
                  <a:lnTo>
                    <a:pt x="4760361" y="754381"/>
                  </a:lnTo>
                  <a:lnTo>
                    <a:pt x="4785468" y="754381"/>
                  </a:lnTo>
                  <a:lnTo>
                    <a:pt x="4810576" y="754381"/>
                  </a:lnTo>
                  <a:lnTo>
                    <a:pt x="4835683" y="754381"/>
                  </a:lnTo>
                  <a:lnTo>
                    <a:pt x="4860790" y="754381"/>
                  </a:lnTo>
                  <a:lnTo>
                    <a:pt x="4885898" y="754555"/>
                  </a:lnTo>
                  <a:lnTo>
                    <a:pt x="4911005" y="754555"/>
                  </a:lnTo>
                  <a:lnTo>
                    <a:pt x="4936112" y="754555"/>
                  </a:lnTo>
                  <a:lnTo>
                    <a:pt x="4961220" y="754555"/>
                  </a:lnTo>
                  <a:lnTo>
                    <a:pt x="4986327" y="754555"/>
                  </a:lnTo>
                  <a:lnTo>
                    <a:pt x="5011435" y="754555"/>
                  </a:lnTo>
                  <a:lnTo>
                    <a:pt x="5036542" y="754555"/>
                  </a:lnTo>
                  <a:lnTo>
                    <a:pt x="5061649" y="754555"/>
                  </a:lnTo>
                  <a:lnTo>
                    <a:pt x="5086757" y="754555"/>
                  </a:lnTo>
                  <a:lnTo>
                    <a:pt x="5111864" y="754555"/>
                  </a:lnTo>
                  <a:lnTo>
                    <a:pt x="5136972" y="754555"/>
                  </a:lnTo>
                  <a:lnTo>
                    <a:pt x="5162079" y="754555"/>
                  </a:lnTo>
                  <a:lnTo>
                    <a:pt x="5187186" y="754555"/>
                  </a:lnTo>
                  <a:lnTo>
                    <a:pt x="5212294" y="754555"/>
                  </a:lnTo>
                  <a:lnTo>
                    <a:pt x="5237401" y="754555"/>
                  </a:lnTo>
                  <a:lnTo>
                    <a:pt x="5262509" y="754555"/>
                  </a:lnTo>
                  <a:lnTo>
                    <a:pt x="5287616" y="754555"/>
                  </a:lnTo>
                  <a:lnTo>
                    <a:pt x="5312723" y="754555"/>
                  </a:lnTo>
                  <a:lnTo>
                    <a:pt x="5337831" y="754555"/>
                  </a:lnTo>
                  <a:lnTo>
                    <a:pt x="5362938" y="754555"/>
                  </a:lnTo>
                  <a:lnTo>
                    <a:pt x="5388045" y="754555"/>
                  </a:lnTo>
                  <a:lnTo>
                    <a:pt x="5413153" y="754555"/>
                  </a:lnTo>
                  <a:lnTo>
                    <a:pt x="5438260" y="739006"/>
                  </a:lnTo>
                  <a:lnTo>
                    <a:pt x="5463368" y="696554"/>
                  </a:lnTo>
                  <a:lnTo>
                    <a:pt x="5488475" y="639073"/>
                  </a:lnTo>
                  <a:lnTo>
                    <a:pt x="5513582" y="590462"/>
                  </a:lnTo>
                  <a:lnTo>
                    <a:pt x="5538690" y="527772"/>
                  </a:lnTo>
                  <a:lnTo>
                    <a:pt x="5563797" y="564900"/>
                  </a:lnTo>
                  <a:lnTo>
                    <a:pt x="5588905" y="551228"/>
                  </a:lnTo>
                  <a:lnTo>
                    <a:pt x="5614012" y="488555"/>
                  </a:lnTo>
                  <a:lnTo>
                    <a:pt x="5639119" y="468271"/>
                  </a:lnTo>
                  <a:lnTo>
                    <a:pt x="5664227" y="422846"/>
                  </a:lnTo>
                  <a:lnTo>
                    <a:pt x="5689334" y="293434"/>
                  </a:lnTo>
                  <a:lnTo>
                    <a:pt x="5714442" y="293434"/>
                  </a:lnTo>
                  <a:lnTo>
                    <a:pt x="5739549" y="293434"/>
                  </a:lnTo>
                  <a:lnTo>
                    <a:pt x="5764656" y="293434"/>
                  </a:lnTo>
                  <a:lnTo>
                    <a:pt x="5789764" y="293434"/>
                  </a:lnTo>
                  <a:lnTo>
                    <a:pt x="5814871" y="412841"/>
                  </a:lnTo>
                  <a:lnTo>
                    <a:pt x="5839979" y="479359"/>
                  </a:lnTo>
                  <a:lnTo>
                    <a:pt x="5865086" y="542594"/>
                  </a:lnTo>
                  <a:lnTo>
                    <a:pt x="5890193" y="429523"/>
                  </a:lnTo>
                  <a:lnTo>
                    <a:pt x="5915301" y="489583"/>
                  </a:lnTo>
                  <a:lnTo>
                    <a:pt x="5940408" y="523891"/>
                  </a:lnTo>
                  <a:lnTo>
                    <a:pt x="5965515" y="523891"/>
                  </a:lnTo>
                  <a:lnTo>
                    <a:pt x="5990623" y="528914"/>
                  </a:lnTo>
                  <a:lnTo>
                    <a:pt x="6015730" y="630876"/>
                  </a:lnTo>
                  <a:lnTo>
                    <a:pt x="6040838" y="715290"/>
                  </a:lnTo>
                  <a:lnTo>
                    <a:pt x="6065945" y="754381"/>
                  </a:lnTo>
                  <a:lnTo>
                    <a:pt x="6091052" y="754381"/>
                  </a:lnTo>
                  <a:lnTo>
                    <a:pt x="6116160" y="754381"/>
                  </a:lnTo>
                  <a:lnTo>
                    <a:pt x="6141267" y="754381"/>
                  </a:lnTo>
                  <a:lnTo>
                    <a:pt x="6166375" y="754381"/>
                  </a:lnTo>
                  <a:lnTo>
                    <a:pt x="6191482" y="754381"/>
                  </a:lnTo>
                  <a:lnTo>
                    <a:pt x="6216589" y="754381"/>
                  </a:lnTo>
                  <a:lnTo>
                    <a:pt x="6241697" y="754381"/>
                  </a:lnTo>
                  <a:lnTo>
                    <a:pt x="6266804" y="754381"/>
                  </a:lnTo>
                  <a:lnTo>
                    <a:pt x="6291912" y="754381"/>
                  </a:lnTo>
                  <a:lnTo>
                    <a:pt x="6317019" y="642404"/>
                  </a:lnTo>
                  <a:lnTo>
                    <a:pt x="6342126" y="523891"/>
                  </a:lnTo>
                  <a:lnTo>
                    <a:pt x="6367234" y="523891"/>
                  </a:lnTo>
                  <a:lnTo>
                    <a:pt x="6392341" y="523891"/>
                  </a:lnTo>
                  <a:lnTo>
                    <a:pt x="6417449" y="523891"/>
                  </a:lnTo>
                  <a:lnTo>
                    <a:pt x="6442556" y="523891"/>
                  </a:lnTo>
                  <a:lnTo>
                    <a:pt x="6467663" y="452094"/>
                  </a:lnTo>
                  <a:lnTo>
                    <a:pt x="6492771" y="429523"/>
                  </a:lnTo>
                  <a:lnTo>
                    <a:pt x="6517878" y="429523"/>
                  </a:lnTo>
                  <a:lnTo>
                    <a:pt x="6542985" y="394683"/>
                  </a:lnTo>
                  <a:lnTo>
                    <a:pt x="6568093" y="345109"/>
                  </a:lnTo>
                  <a:lnTo>
                    <a:pt x="6593200" y="345109"/>
                  </a:lnTo>
                  <a:lnTo>
                    <a:pt x="6618308" y="345109"/>
                  </a:lnTo>
                  <a:lnTo>
                    <a:pt x="6643415" y="345109"/>
                  </a:lnTo>
                  <a:lnTo>
                    <a:pt x="6668522" y="345109"/>
                  </a:lnTo>
                  <a:lnTo>
                    <a:pt x="6693630" y="420670"/>
                  </a:lnTo>
                  <a:lnTo>
                    <a:pt x="6718737" y="523891"/>
                  </a:lnTo>
                  <a:lnTo>
                    <a:pt x="6743845" y="523891"/>
                  </a:lnTo>
                  <a:lnTo>
                    <a:pt x="6768952" y="523891"/>
                  </a:lnTo>
                  <a:lnTo>
                    <a:pt x="6794059" y="523891"/>
                  </a:lnTo>
                  <a:lnTo>
                    <a:pt x="6819167" y="523891"/>
                  </a:lnTo>
                  <a:lnTo>
                    <a:pt x="6844274" y="602761"/>
                  </a:lnTo>
                  <a:lnTo>
                    <a:pt x="6869382" y="630876"/>
                  </a:lnTo>
                  <a:lnTo>
                    <a:pt x="6894489" y="630876"/>
                  </a:lnTo>
                  <a:lnTo>
                    <a:pt x="6919596" y="678019"/>
                  </a:lnTo>
                  <a:lnTo>
                    <a:pt x="6944704" y="754381"/>
                  </a:lnTo>
                  <a:lnTo>
                    <a:pt x="6969811" y="754381"/>
                  </a:lnTo>
                  <a:lnTo>
                    <a:pt x="6994918" y="754381"/>
                  </a:lnTo>
                  <a:lnTo>
                    <a:pt x="7020026" y="754381"/>
                  </a:lnTo>
                  <a:lnTo>
                    <a:pt x="7045133" y="754381"/>
                  </a:lnTo>
                  <a:lnTo>
                    <a:pt x="7070241" y="754381"/>
                  </a:lnTo>
                  <a:lnTo>
                    <a:pt x="7095348" y="754381"/>
                  </a:lnTo>
                  <a:lnTo>
                    <a:pt x="7120455" y="754381"/>
                  </a:lnTo>
                  <a:lnTo>
                    <a:pt x="7145563" y="754381"/>
                  </a:lnTo>
                  <a:lnTo>
                    <a:pt x="7170670" y="654101"/>
                  </a:lnTo>
                  <a:lnTo>
                    <a:pt x="7195778" y="608305"/>
                  </a:lnTo>
                  <a:lnTo>
                    <a:pt x="7220885" y="523891"/>
                  </a:lnTo>
                  <a:lnTo>
                    <a:pt x="7245992" y="523891"/>
                  </a:lnTo>
                  <a:lnTo>
                    <a:pt x="7271100" y="523891"/>
                  </a:lnTo>
                  <a:lnTo>
                    <a:pt x="7296207" y="523891"/>
                  </a:lnTo>
                  <a:lnTo>
                    <a:pt x="7321315" y="523891"/>
                  </a:lnTo>
                  <a:lnTo>
                    <a:pt x="7346422" y="523891"/>
                  </a:lnTo>
                  <a:lnTo>
                    <a:pt x="7371529" y="523891"/>
                  </a:lnTo>
                  <a:lnTo>
                    <a:pt x="7396637" y="523891"/>
                  </a:lnTo>
                  <a:lnTo>
                    <a:pt x="7421744" y="523891"/>
                  </a:lnTo>
                  <a:lnTo>
                    <a:pt x="7446852" y="523891"/>
                  </a:lnTo>
                  <a:lnTo>
                    <a:pt x="7471959" y="523891"/>
                  </a:lnTo>
                  <a:lnTo>
                    <a:pt x="7497066" y="523891"/>
                  </a:lnTo>
                  <a:lnTo>
                    <a:pt x="7522174" y="523891"/>
                  </a:lnTo>
                  <a:lnTo>
                    <a:pt x="7547281" y="608305"/>
                  </a:lnTo>
                  <a:lnTo>
                    <a:pt x="7572388" y="654101"/>
                  </a:lnTo>
                  <a:lnTo>
                    <a:pt x="7597496" y="754381"/>
                  </a:lnTo>
                  <a:lnTo>
                    <a:pt x="7622603" y="754381"/>
                  </a:lnTo>
                  <a:lnTo>
                    <a:pt x="7647711" y="754381"/>
                  </a:lnTo>
                  <a:lnTo>
                    <a:pt x="7672818" y="754555"/>
                  </a:lnTo>
                  <a:lnTo>
                    <a:pt x="7697925" y="754555"/>
                  </a:lnTo>
                  <a:lnTo>
                    <a:pt x="7723033" y="754555"/>
                  </a:lnTo>
                  <a:lnTo>
                    <a:pt x="7748140" y="754555"/>
                  </a:lnTo>
                  <a:lnTo>
                    <a:pt x="7773248" y="754555"/>
                  </a:lnTo>
                  <a:lnTo>
                    <a:pt x="7798355" y="754555"/>
                  </a:lnTo>
                  <a:lnTo>
                    <a:pt x="7823462" y="754555"/>
                  </a:lnTo>
                  <a:lnTo>
                    <a:pt x="7848570" y="754555"/>
                  </a:lnTo>
                  <a:lnTo>
                    <a:pt x="7873677" y="754555"/>
                  </a:lnTo>
                  <a:lnTo>
                    <a:pt x="7898785" y="754555"/>
                  </a:lnTo>
                  <a:lnTo>
                    <a:pt x="7923892" y="682421"/>
                  </a:lnTo>
                  <a:lnTo>
                    <a:pt x="7948999" y="682421"/>
                  </a:lnTo>
                  <a:lnTo>
                    <a:pt x="7974107" y="682421"/>
                  </a:lnTo>
                  <a:lnTo>
                    <a:pt x="7999214" y="682421"/>
                  </a:lnTo>
                  <a:lnTo>
                    <a:pt x="8024321" y="682421"/>
                  </a:lnTo>
                  <a:lnTo>
                    <a:pt x="8049429" y="673931"/>
                  </a:lnTo>
                  <a:lnTo>
                    <a:pt x="8074536" y="650089"/>
                  </a:lnTo>
                  <a:lnTo>
                    <a:pt x="8099644" y="650089"/>
                  </a:lnTo>
                  <a:lnTo>
                    <a:pt x="8124751" y="632184"/>
                  </a:lnTo>
                  <a:lnTo>
                    <a:pt x="8149858" y="523891"/>
                  </a:lnTo>
                  <a:lnTo>
                    <a:pt x="8174966" y="523891"/>
                  </a:lnTo>
                  <a:lnTo>
                    <a:pt x="8200073" y="523891"/>
                  </a:lnTo>
                  <a:lnTo>
                    <a:pt x="8225181" y="523891"/>
                  </a:lnTo>
                  <a:lnTo>
                    <a:pt x="8250288" y="591785"/>
                  </a:lnTo>
                  <a:lnTo>
                    <a:pt x="8275395" y="648231"/>
                  </a:lnTo>
                  <a:lnTo>
                    <a:pt x="8300503" y="754381"/>
                  </a:lnTo>
                  <a:lnTo>
                    <a:pt x="8325610" y="754381"/>
                  </a:lnTo>
                  <a:lnTo>
                    <a:pt x="8350718" y="754381"/>
                  </a:lnTo>
                  <a:lnTo>
                    <a:pt x="8375825" y="754381"/>
                  </a:lnTo>
                  <a:lnTo>
                    <a:pt x="8375825" y="754555"/>
                  </a:lnTo>
                  <a:lnTo>
                    <a:pt x="8350718" y="754555"/>
                  </a:lnTo>
                  <a:lnTo>
                    <a:pt x="8325610" y="754555"/>
                  </a:lnTo>
                  <a:lnTo>
                    <a:pt x="8300503" y="754555"/>
                  </a:lnTo>
                  <a:lnTo>
                    <a:pt x="8275395" y="754555"/>
                  </a:lnTo>
                  <a:lnTo>
                    <a:pt x="8250288" y="754555"/>
                  </a:lnTo>
                  <a:lnTo>
                    <a:pt x="8225181" y="754555"/>
                  </a:lnTo>
                  <a:lnTo>
                    <a:pt x="8200073" y="754555"/>
                  </a:lnTo>
                  <a:lnTo>
                    <a:pt x="8174966" y="754555"/>
                  </a:lnTo>
                  <a:lnTo>
                    <a:pt x="8149858" y="754555"/>
                  </a:lnTo>
                  <a:lnTo>
                    <a:pt x="8124751" y="754555"/>
                  </a:lnTo>
                  <a:lnTo>
                    <a:pt x="8099644" y="754555"/>
                  </a:lnTo>
                  <a:lnTo>
                    <a:pt x="8074536" y="754555"/>
                  </a:lnTo>
                  <a:lnTo>
                    <a:pt x="8049429" y="754555"/>
                  </a:lnTo>
                  <a:lnTo>
                    <a:pt x="8024321" y="754555"/>
                  </a:lnTo>
                  <a:lnTo>
                    <a:pt x="7999214" y="754555"/>
                  </a:lnTo>
                  <a:lnTo>
                    <a:pt x="7974107" y="754555"/>
                  </a:lnTo>
                  <a:lnTo>
                    <a:pt x="7948999" y="754555"/>
                  </a:lnTo>
                  <a:lnTo>
                    <a:pt x="7923892" y="754555"/>
                  </a:lnTo>
                  <a:lnTo>
                    <a:pt x="7898785" y="754555"/>
                  </a:lnTo>
                  <a:lnTo>
                    <a:pt x="7873677" y="754555"/>
                  </a:lnTo>
                  <a:lnTo>
                    <a:pt x="7848570" y="754555"/>
                  </a:lnTo>
                  <a:lnTo>
                    <a:pt x="7823462" y="754555"/>
                  </a:lnTo>
                  <a:lnTo>
                    <a:pt x="7798355" y="754555"/>
                  </a:lnTo>
                  <a:lnTo>
                    <a:pt x="7773248" y="754555"/>
                  </a:lnTo>
                  <a:lnTo>
                    <a:pt x="7748140" y="754555"/>
                  </a:lnTo>
                  <a:lnTo>
                    <a:pt x="7723033" y="754555"/>
                  </a:lnTo>
                  <a:lnTo>
                    <a:pt x="7697925" y="754555"/>
                  </a:lnTo>
                  <a:lnTo>
                    <a:pt x="7672818" y="754555"/>
                  </a:lnTo>
                  <a:lnTo>
                    <a:pt x="7647711" y="754555"/>
                  </a:lnTo>
                  <a:lnTo>
                    <a:pt x="7622603" y="754555"/>
                  </a:lnTo>
                  <a:lnTo>
                    <a:pt x="7597496" y="754555"/>
                  </a:lnTo>
                  <a:lnTo>
                    <a:pt x="7572388" y="754555"/>
                  </a:lnTo>
                  <a:lnTo>
                    <a:pt x="7547281" y="754555"/>
                  </a:lnTo>
                  <a:lnTo>
                    <a:pt x="7522174" y="754555"/>
                  </a:lnTo>
                  <a:lnTo>
                    <a:pt x="7497066" y="754555"/>
                  </a:lnTo>
                  <a:lnTo>
                    <a:pt x="7471959" y="754555"/>
                  </a:lnTo>
                  <a:lnTo>
                    <a:pt x="7446852" y="754555"/>
                  </a:lnTo>
                  <a:lnTo>
                    <a:pt x="7421744" y="754555"/>
                  </a:lnTo>
                  <a:lnTo>
                    <a:pt x="7396637" y="754555"/>
                  </a:lnTo>
                  <a:lnTo>
                    <a:pt x="7371529" y="754555"/>
                  </a:lnTo>
                  <a:lnTo>
                    <a:pt x="7346422" y="754555"/>
                  </a:lnTo>
                  <a:lnTo>
                    <a:pt x="7321315" y="754555"/>
                  </a:lnTo>
                  <a:lnTo>
                    <a:pt x="7296207" y="754555"/>
                  </a:lnTo>
                  <a:lnTo>
                    <a:pt x="7271100" y="754555"/>
                  </a:lnTo>
                  <a:lnTo>
                    <a:pt x="7245992" y="754555"/>
                  </a:lnTo>
                  <a:lnTo>
                    <a:pt x="7220885" y="754555"/>
                  </a:lnTo>
                  <a:lnTo>
                    <a:pt x="7195778" y="754555"/>
                  </a:lnTo>
                  <a:lnTo>
                    <a:pt x="7170670" y="754555"/>
                  </a:lnTo>
                  <a:lnTo>
                    <a:pt x="7145563" y="754555"/>
                  </a:lnTo>
                  <a:lnTo>
                    <a:pt x="7120455" y="754555"/>
                  </a:lnTo>
                  <a:lnTo>
                    <a:pt x="7095348" y="754555"/>
                  </a:lnTo>
                  <a:lnTo>
                    <a:pt x="7070241" y="754555"/>
                  </a:lnTo>
                  <a:lnTo>
                    <a:pt x="7045133" y="754555"/>
                  </a:lnTo>
                  <a:lnTo>
                    <a:pt x="7020026" y="754555"/>
                  </a:lnTo>
                  <a:lnTo>
                    <a:pt x="6994918" y="754555"/>
                  </a:lnTo>
                  <a:lnTo>
                    <a:pt x="6969811" y="754555"/>
                  </a:lnTo>
                  <a:lnTo>
                    <a:pt x="6944704" y="754555"/>
                  </a:lnTo>
                  <a:lnTo>
                    <a:pt x="6919596" y="754555"/>
                  </a:lnTo>
                  <a:lnTo>
                    <a:pt x="6894489" y="754555"/>
                  </a:lnTo>
                  <a:lnTo>
                    <a:pt x="6869382" y="754555"/>
                  </a:lnTo>
                  <a:lnTo>
                    <a:pt x="6844274" y="754555"/>
                  </a:lnTo>
                  <a:lnTo>
                    <a:pt x="6819167" y="754555"/>
                  </a:lnTo>
                  <a:lnTo>
                    <a:pt x="6794059" y="754555"/>
                  </a:lnTo>
                  <a:lnTo>
                    <a:pt x="6768952" y="754555"/>
                  </a:lnTo>
                  <a:lnTo>
                    <a:pt x="6743845" y="754555"/>
                  </a:lnTo>
                  <a:lnTo>
                    <a:pt x="6718737" y="754555"/>
                  </a:lnTo>
                  <a:lnTo>
                    <a:pt x="6693630" y="754555"/>
                  </a:lnTo>
                  <a:lnTo>
                    <a:pt x="6668522" y="754555"/>
                  </a:lnTo>
                  <a:lnTo>
                    <a:pt x="6643415" y="754555"/>
                  </a:lnTo>
                  <a:lnTo>
                    <a:pt x="6618308" y="754555"/>
                  </a:lnTo>
                  <a:lnTo>
                    <a:pt x="6593200" y="754555"/>
                  </a:lnTo>
                  <a:lnTo>
                    <a:pt x="6568093" y="754555"/>
                  </a:lnTo>
                  <a:lnTo>
                    <a:pt x="6542985" y="754555"/>
                  </a:lnTo>
                  <a:lnTo>
                    <a:pt x="6517878" y="754555"/>
                  </a:lnTo>
                  <a:lnTo>
                    <a:pt x="6492771" y="754555"/>
                  </a:lnTo>
                  <a:lnTo>
                    <a:pt x="6467663" y="754555"/>
                  </a:lnTo>
                  <a:lnTo>
                    <a:pt x="6442556" y="754555"/>
                  </a:lnTo>
                  <a:lnTo>
                    <a:pt x="6417449" y="754555"/>
                  </a:lnTo>
                  <a:lnTo>
                    <a:pt x="6392341" y="754555"/>
                  </a:lnTo>
                  <a:lnTo>
                    <a:pt x="6367234" y="754555"/>
                  </a:lnTo>
                  <a:lnTo>
                    <a:pt x="6342126" y="754555"/>
                  </a:lnTo>
                  <a:lnTo>
                    <a:pt x="6317019" y="754555"/>
                  </a:lnTo>
                  <a:lnTo>
                    <a:pt x="6291912" y="754555"/>
                  </a:lnTo>
                  <a:lnTo>
                    <a:pt x="6266804" y="754555"/>
                  </a:lnTo>
                  <a:lnTo>
                    <a:pt x="6241697" y="754555"/>
                  </a:lnTo>
                  <a:lnTo>
                    <a:pt x="6216589" y="754555"/>
                  </a:lnTo>
                  <a:lnTo>
                    <a:pt x="6191482" y="754555"/>
                  </a:lnTo>
                  <a:lnTo>
                    <a:pt x="6166375" y="754555"/>
                  </a:lnTo>
                  <a:lnTo>
                    <a:pt x="6141267" y="754555"/>
                  </a:lnTo>
                  <a:lnTo>
                    <a:pt x="6116160" y="754555"/>
                  </a:lnTo>
                  <a:lnTo>
                    <a:pt x="6091052" y="754555"/>
                  </a:lnTo>
                  <a:lnTo>
                    <a:pt x="6065945" y="754555"/>
                  </a:lnTo>
                  <a:lnTo>
                    <a:pt x="6040838" y="754555"/>
                  </a:lnTo>
                  <a:lnTo>
                    <a:pt x="6015730" y="754555"/>
                  </a:lnTo>
                  <a:lnTo>
                    <a:pt x="5990623" y="754555"/>
                  </a:lnTo>
                  <a:lnTo>
                    <a:pt x="5965515" y="754555"/>
                  </a:lnTo>
                  <a:lnTo>
                    <a:pt x="5940408" y="754555"/>
                  </a:lnTo>
                  <a:lnTo>
                    <a:pt x="5915301" y="754555"/>
                  </a:lnTo>
                  <a:lnTo>
                    <a:pt x="5890193" y="754555"/>
                  </a:lnTo>
                  <a:lnTo>
                    <a:pt x="5865086" y="754555"/>
                  </a:lnTo>
                  <a:lnTo>
                    <a:pt x="5839979" y="754555"/>
                  </a:lnTo>
                  <a:lnTo>
                    <a:pt x="5814871" y="754555"/>
                  </a:lnTo>
                  <a:lnTo>
                    <a:pt x="5789764" y="754555"/>
                  </a:lnTo>
                  <a:lnTo>
                    <a:pt x="5764656" y="754555"/>
                  </a:lnTo>
                  <a:lnTo>
                    <a:pt x="5739549" y="754555"/>
                  </a:lnTo>
                  <a:lnTo>
                    <a:pt x="5714442" y="754555"/>
                  </a:lnTo>
                  <a:lnTo>
                    <a:pt x="5689334" y="754555"/>
                  </a:lnTo>
                  <a:lnTo>
                    <a:pt x="5664227" y="754555"/>
                  </a:lnTo>
                  <a:lnTo>
                    <a:pt x="5639119" y="754555"/>
                  </a:lnTo>
                  <a:lnTo>
                    <a:pt x="5614012" y="754555"/>
                  </a:lnTo>
                  <a:lnTo>
                    <a:pt x="5588905" y="754555"/>
                  </a:lnTo>
                  <a:lnTo>
                    <a:pt x="5563797" y="754555"/>
                  </a:lnTo>
                  <a:lnTo>
                    <a:pt x="5538690" y="754555"/>
                  </a:lnTo>
                  <a:lnTo>
                    <a:pt x="5513582" y="754555"/>
                  </a:lnTo>
                  <a:lnTo>
                    <a:pt x="5488475" y="754555"/>
                  </a:lnTo>
                  <a:lnTo>
                    <a:pt x="5463368" y="754555"/>
                  </a:lnTo>
                  <a:lnTo>
                    <a:pt x="5438260" y="754555"/>
                  </a:lnTo>
                  <a:lnTo>
                    <a:pt x="5413153" y="754555"/>
                  </a:lnTo>
                  <a:lnTo>
                    <a:pt x="5388045" y="754555"/>
                  </a:lnTo>
                  <a:lnTo>
                    <a:pt x="5362938" y="754555"/>
                  </a:lnTo>
                  <a:lnTo>
                    <a:pt x="5337831" y="754555"/>
                  </a:lnTo>
                  <a:lnTo>
                    <a:pt x="5312723" y="754555"/>
                  </a:lnTo>
                  <a:lnTo>
                    <a:pt x="5287616" y="754555"/>
                  </a:lnTo>
                  <a:lnTo>
                    <a:pt x="5262509" y="754555"/>
                  </a:lnTo>
                  <a:lnTo>
                    <a:pt x="5237401" y="754555"/>
                  </a:lnTo>
                  <a:lnTo>
                    <a:pt x="5212294" y="754555"/>
                  </a:lnTo>
                  <a:lnTo>
                    <a:pt x="5187186" y="754555"/>
                  </a:lnTo>
                  <a:lnTo>
                    <a:pt x="5162079" y="754555"/>
                  </a:lnTo>
                  <a:lnTo>
                    <a:pt x="5136972" y="754555"/>
                  </a:lnTo>
                  <a:lnTo>
                    <a:pt x="5111864" y="754555"/>
                  </a:lnTo>
                  <a:lnTo>
                    <a:pt x="5086757" y="754555"/>
                  </a:lnTo>
                  <a:lnTo>
                    <a:pt x="5061649" y="754555"/>
                  </a:lnTo>
                  <a:lnTo>
                    <a:pt x="5036542" y="754555"/>
                  </a:lnTo>
                  <a:lnTo>
                    <a:pt x="5011435" y="754555"/>
                  </a:lnTo>
                  <a:lnTo>
                    <a:pt x="4986327" y="754555"/>
                  </a:lnTo>
                  <a:lnTo>
                    <a:pt x="4961220" y="754555"/>
                  </a:lnTo>
                  <a:lnTo>
                    <a:pt x="4936112" y="754555"/>
                  </a:lnTo>
                  <a:lnTo>
                    <a:pt x="4911005" y="754555"/>
                  </a:lnTo>
                  <a:lnTo>
                    <a:pt x="4885898" y="754555"/>
                  </a:lnTo>
                  <a:lnTo>
                    <a:pt x="4860790" y="754555"/>
                  </a:lnTo>
                  <a:lnTo>
                    <a:pt x="4835683" y="754555"/>
                  </a:lnTo>
                  <a:lnTo>
                    <a:pt x="4810576" y="754555"/>
                  </a:lnTo>
                  <a:lnTo>
                    <a:pt x="4785468" y="754555"/>
                  </a:lnTo>
                  <a:lnTo>
                    <a:pt x="4760361" y="754555"/>
                  </a:lnTo>
                  <a:lnTo>
                    <a:pt x="4735253" y="754555"/>
                  </a:lnTo>
                  <a:lnTo>
                    <a:pt x="4710146" y="754555"/>
                  </a:lnTo>
                  <a:lnTo>
                    <a:pt x="4685039" y="754555"/>
                  </a:lnTo>
                  <a:lnTo>
                    <a:pt x="4659931" y="754555"/>
                  </a:lnTo>
                  <a:lnTo>
                    <a:pt x="4634824" y="754555"/>
                  </a:lnTo>
                  <a:lnTo>
                    <a:pt x="4609716" y="754555"/>
                  </a:lnTo>
                  <a:lnTo>
                    <a:pt x="4584609" y="754555"/>
                  </a:lnTo>
                  <a:lnTo>
                    <a:pt x="4559502" y="754555"/>
                  </a:lnTo>
                  <a:lnTo>
                    <a:pt x="4534394" y="754555"/>
                  </a:lnTo>
                  <a:lnTo>
                    <a:pt x="4509287" y="754555"/>
                  </a:lnTo>
                  <a:lnTo>
                    <a:pt x="4484179" y="754555"/>
                  </a:lnTo>
                  <a:lnTo>
                    <a:pt x="4459072" y="754555"/>
                  </a:lnTo>
                  <a:lnTo>
                    <a:pt x="4433965" y="754555"/>
                  </a:lnTo>
                  <a:lnTo>
                    <a:pt x="4408857" y="754555"/>
                  </a:lnTo>
                  <a:lnTo>
                    <a:pt x="4383750" y="754555"/>
                  </a:lnTo>
                  <a:lnTo>
                    <a:pt x="4358642" y="754555"/>
                  </a:lnTo>
                  <a:lnTo>
                    <a:pt x="4333535" y="754555"/>
                  </a:lnTo>
                  <a:lnTo>
                    <a:pt x="4308428" y="754555"/>
                  </a:lnTo>
                  <a:lnTo>
                    <a:pt x="4283320" y="754555"/>
                  </a:lnTo>
                  <a:lnTo>
                    <a:pt x="4258213" y="754555"/>
                  </a:lnTo>
                  <a:lnTo>
                    <a:pt x="4233106" y="754555"/>
                  </a:lnTo>
                  <a:lnTo>
                    <a:pt x="4207998" y="754555"/>
                  </a:lnTo>
                  <a:lnTo>
                    <a:pt x="4182891" y="754555"/>
                  </a:lnTo>
                  <a:lnTo>
                    <a:pt x="4157783" y="754555"/>
                  </a:lnTo>
                  <a:lnTo>
                    <a:pt x="4132676" y="754555"/>
                  </a:lnTo>
                  <a:lnTo>
                    <a:pt x="4107569" y="754555"/>
                  </a:lnTo>
                  <a:lnTo>
                    <a:pt x="4082461" y="754555"/>
                  </a:lnTo>
                  <a:lnTo>
                    <a:pt x="4057354" y="754555"/>
                  </a:lnTo>
                  <a:lnTo>
                    <a:pt x="4032246" y="754555"/>
                  </a:lnTo>
                  <a:lnTo>
                    <a:pt x="4007139" y="754555"/>
                  </a:lnTo>
                  <a:lnTo>
                    <a:pt x="3982032" y="754555"/>
                  </a:lnTo>
                  <a:lnTo>
                    <a:pt x="3956924" y="754555"/>
                  </a:lnTo>
                  <a:lnTo>
                    <a:pt x="3931817" y="754555"/>
                  </a:lnTo>
                  <a:lnTo>
                    <a:pt x="3906709" y="754555"/>
                  </a:lnTo>
                  <a:lnTo>
                    <a:pt x="3881602" y="754555"/>
                  </a:lnTo>
                  <a:lnTo>
                    <a:pt x="3856495" y="754555"/>
                  </a:lnTo>
                  <a:lnTo>
                    <a:pt x="3831387" y="754555"/>
                  </a:lnTo>
                  <a:lnTo>
                    <a:pt x="3806280" y="754555"/>
                  </a:lnTo>
                  <a:lnTo>
                    <a:pt x="3781173" y="754555"/>
                  </a:lnTo>
                  <a:lnTo>
                    <a:pt x="3756065" y="754555"/>
                  </a:lnTo>
                  <a:lnTo>
                    <a:pt x="3730958" y="754555"/>
                  </a:lnTo>
                  <a:lnTo>
                    <a:pt x="3705850" y="754555"/>
                  </a:lnTo>
                  <a:lnTo>
                    <a:pt x="3680743" y="754555"/>
                  </a:lnTo>
                  <a:lnTo>
                    <a:pt x="3655636" y="754555"/>
                  </a:lnTo>
                  <a:lnTo>
                    <a:pt x="3630528" y="754555"/>
                  </a:lnTo>
                  <a:lnTo>
                    <a:pt x="3605421" y="754555"/>
                  </a:lnTo>
                  <a:lnTo>
                    <a:pt x="3580313" y="754555"/>
                  </a:lnTo>
                  <a:lnTo>
                    <a:pt x="3555206" y="754555"/>
                  </a:lnTo>
                  <a:lnTo>
                    <a:pt x="3530099" y="754555"/>
                  </a:lnTo>
                  <a:lnTo>
                    <a:pt x="3504991" y="754555"/>
                  </a:lnTo>
                  <a:lnTo>
                    <a:pt x="3479884" y="754555"/>
                  </a:lnTo>
                  <a:lnTo>
                    <a:pt x="3454776" y="754555"/>
                  </a:lnTo>
                  <a:lnTo>
                    <a:pt x="3429669" y="754555"/>
                  </a:lnTo>
                  <a:lnTo>
                    <a:pt x="3404562" y="754555"/>
                  </a:lnTo>
                  <a:lnTo>
                    <a:pt x="3379454" y="754555"/>
                  </a:lnTo>
                  <a:lnTo>
                    <a:pt x="3354347" y="754555"/>
                  </a:lnTo>
                  <a:lnTo>
                    <a:pt x="3329239" y="754555"/>
                  </a:lnTo>
                  <a:lnTo>
                    <a:pt x="3304132" y="754555"/>
                  </a:lnTo>
                  <a:lnTo>
                    <a:pt x="3279025" y="754555"/>
                  </a:lnTo>
                  <a:lnTo>
                    <a:pt x="3253917" y="754555"/>
                  </a:lnTo>
                  <a:lnTo>
                    <a:pt x="3228810" y="754555"/>
                  </a:lnTo>
                  <a:lnTo>
                    <a:pt x="3203703" y="754555"/>
                  </a:lnTo>
                  <a:lnTo>
                    <a:pt x="3178595" y="754555"/>
                  </a:lnTo>
                  <a:lnTo>
                    <a:pt x="3153488" y="754555"/>
                  </a:lnTo>
                  <a:lnTo>
                    <a:pt x="3128380" y="754555"/>
                  </a:lnTo>
                  <a:lnTo>
                    <a:pt x="3103273" y="754555"/>
                  </a:lnTo>
                  <a:lnTo>
                    <a:pt x="3078166" y="754555"/>
                  </a:lnTo>
                  <a:lnTo>
                    <a:pt x="3053058" y="754555"/>
                  </a:lnTo>
                  <a:lnTo>
                    <a:pt x="3027951" y="754555"/>
                  </a:lnTo>
                  <a:lnTo>
                    <a:pt x="3002843" y="754555"/>
                  </a:lnTo>
                  <a:lnTo>
                    <a:pt x="2977736" y="754555"/>
                  </a:lnTo>
                  <a:lnTo>
                    <a:pt x="2952629" y="754555"/>
                  </a:lnTo>
                  <a:lnTo>
                    <a:pt x="2927521" y="754555"/>
                  </a:lnTo>
                  <a:lnTo>
                    <a:pt x="2902414" y="754555"/>
                  </a:lnTo>
                  <a:lnTo>
                    <a:pt x="2877306" y="754555"/>
                  </a:lnTo>
                  <a:lnTo>
                    <a:pt x="2852199" y="754555"/>
                  </a:lnTo>
                  <a:lnTo>
                    <a:pt x="2827092" y="754555"/>
                  </a:lnTo>
                  <a:lnTo>
                    <a:pt x="2801984" y="754555"/>
                  </a:lnTo>
                  <a:lnTo>
                    <a:pt x="2776877" y="754555"/>
                  </a:lnTo>
                  <a:lnTo>
                    <a:pt x="2751769" y="754555"/>
                  </a:lnTo>
                  <a:lnTo>
                    <a:pt x="2726662" y="754555"/>
                  </a:lnTo>
                  <a:lnTo>
                    <a:pt x="2701555" y="754555"/>
                  </a:lnTo>
                  <a:lnTo>
                    <a:pt x="2676447" y="754555"/>
                  </a:lnTo>
                  <a:lnTo>
                    <a:pt x="2651340" y="754555"/>
                  </a:lnTo>
                  <a:lnTo>
                    <a:pt x="2626233" y="754555"/>
                  </a:lnTo>
                  <a:lnTo>
                    <a:pt x="2601125" y="754555"/>
                  </a:lnTo>
                  <a:lnTo>
                    <a:pt x="2576018" y="754555"/>
                  </a:lnTo>
                  <a:lnTo>
                    <a:pt x="2550910" y="754555"/>
                  </a:lnTo>
                  <a:lnTo>
                    <a:pt x="2525803" y="754555"/>
                  </a:lnTo>
                  <a:lnTo>
                    <a:pt x="2500696" y="754555"/>
                  </a:lnTo>
                  <a:lnTo>
                    <a:pt x="2475588" y="754555"/>
                  </a:lnTo>
                  <a:lnTo>
                    <a:pt x="2450481" y="754555"/>
                  </a:lnTo>
                  <a:lnTo>
                    <a:pt x="2425373" y="754555"/>
                  </a:lnTo>
                  <a:lnTo>
                    <a:pt x="2400266" y="754555"/>
                  </a:lnTo>
                  <a:lnTo>
                    <a:pt x="2375159" y="754555"/>
                  </a:lnTo>
                  <a:lnTo>
                    <a:pt x="2350051" y="754555"/>
                  </a:lnTo>
                  <a:lnTo>
                    <a:pt x="2324944" y="754555"/>
                  </a:lnTo>
                  <a:lnTo>
                    <a:pt x="2299836" y="754555"/>
                  </a:lnTo>
                  <a:lnTo>
                    <a:pt x="2274729" y="754555"/>
                  </a:lnTo>
                  <a:lnTo>
                    <a:pt x="2249622" y="754555"/>
                  </a:lnTo>
                  <a:lnTo>
                    <a:pt x="2224514" y="754555"/>
                  </a:lnTo>
                  <a:lnTo>
                    <a:pt x="2199407" y="754555"/>
                  </a:lnTo>
                  <a:lnTo>
                    <a:pt x="2174300" y="754555"/>
                  </a:lnTo>
                  <a:lnTo>
                    <a:pt x="2149192" y="754555"/>
                  </a:lnTo>
                  <a:lnTo>
                    <a:pt x="2124085" y="754555"/>
                  </a:lnTo>
                  <a:lnTo>
                    <a:pt x="2098977" y="754555"/>
                  </a:lnTo>
                  <a:lnTo>
                    <a:pt x="2073870" y="754555"/>
                  </a:lnTo>
                  <a:lnTo>
                    <a:pt x="2048763" y="754555"/>
                  </a:lnTo>
                  <a:lnTo>
                    <a:pt x="2023655" y="754555"/>
                  </a:lnTo>
                  <a:lnTo>
                    <a:pt x="1998548" y="754555"/>
                  </a:lnTo>
                  <a:lnTo>
                    <a:pt x="1973440" y="754555"/>
                  </a:lnTo>
                  <a:lnTo>
                    <a:pt x="1948333" y="754555"/>
                  </a:lnTo>
                  <a:lnTo>
                    <a:pt x="1923226" y="754555"/>
                  </a:lnTo>
                  <a:lnTo>
                    <a:pt x="1898118" y="754555"/>
                  </a:lnTo>
                  <a:lnTo>
                    <a:pt x="1873011" y="754555"/>
                  </a:lnTo>
                  <a:lnTo>
                    <a:pt x="1847903" y="754555"/>
                  </a:lnTo>
                  <a:lnTo>
                    <a:pt x="1822796" y="754555"/>
                  </a:lnTo>
                  <a:lnTo>
                    <a:pt x="1797689" y="754555"/>
                  </a:lnTo>
                  <a:lnTo>
                    <a:pt x="1772581" y="754555"/>
                  </a:lnTo>
                  <a:lnTo>
                    <a:pt x="1747474" y="754555"/>
                  </a:lnTo>
                  <a:lnTo>
                    <a:pt x="1722366" y="754555"/>
                  </a:lnTo>
                  <a:lnTo>
                    <a:pt x="1697259" y="754555"/>
                  </a:lnTo>
                  <a:lnTo>
                    <a:pt x="1672152" y="754555"/>
                  </a:lnTo>
                  <a:lnTo>
                    <a:pt x="1647044" y="754555"/>
                  </a:lnTo>
                  <a:lnTo>
                    <a:pt x="1621937" y="754555"/>
                  </a:lnTo>
                  <a:lnTo>
                    <a:pt x="1596830" y="754555"/>
                  </a:lnTo>
                  <a:lnTo>
                    <a:pt x="1571722" y="754555"/>
                  </a:lnTo>
                  <a:lnTo>
                    <a:pt x="1546615" y="754555"/>
                  </a:lnTo>
                  <a:lnTo>
                    <a:pt x="1521507" y="754555"/>
                  </a:lnTo>
                  <a:lnTo>
                    <a:pt x="1496400" y="754555"/>
                  </a:lnTo>
                  <a:lnTo>
                    <a:pt x="1471293" y="754555"/>
                  </a:lnTo>
                  <a:lnTo>
                    <a:pt x="1446185" y="754555"/>
                  </a:lnTo>
                  <a:lnTo>
                    <a:pt x="1421078" y="754555"/>
                  </a:lnTo>
                  <a:lnTo>
                    <a:pt x="1395970" y="754555"/>
                  </a:lnTo>
                  <a:lnTo>
                    <a:pt x="1370863" y="754555"/>
                  </a:lnTo>
                  <a:lnTo>
                    <a:pt x="1345756" y="754555"/>
                  </a:lnTo>
                  <a:lnTo>
                    <a:pt x="1320648" y="754555"/>
                  </a:lnTo>
                  <a:lnTo>
                    <a:pt x="1295541" y="754555"/>
                  </a:lnTo>
                  <a:lnTo>
                    <a:pt x="1270433" y="754555"/>
                  </a:lnTo>
                  <a:lnTo>
                    <a:pt x="1245326" y="754555"/>
                  </a:lnTo>
                  <a:lnTo>
                    <a:pt x="1220219" y="754555"/>
                  </a:lnTo>
                  <a:lnTo>
                    <a:pt x="1195111" y="754555"/>
                  </a:lnTo>
                  <a:lnTo>
                    <a:pt x="1170004" y="754555"/>
                  </a:lnTo>
                  <a:lnTo>
                    <a:pt x="1144897" y="754555"/>
                  </a:lnTo>
                  <a:lnTo>
                    <a:pt x="1119789" y="754555"/>
                  </a:lnTo>
                  <a:lnTo>
                    <a:pt x="1094682" y="754555"/>
                  </a:lnTo>
                  <a:lnTo>
                    <a:pt x="1069574" y="754555"/>
                  </a:lnTo>
                  <a:lnTo>
                    <a:pt x="1044467" y="754555"/>
                  </a:lnTo>
                  <a:lnTo>
                    <a:pt x="1019360" y="754555"/>
                  </a:lnTo>
                  <a:lnTo>
                    <a:pt x="994252" y="754555"/>
                  </a:lnTo>
                  <a:lnTo>
                    <a:pt x="969145" y="754555"/>
                  </a:lnTo>
                  <a:lnTo>
                    <a:pt x="944037" y="754555"/>
                  </a:lnTo>
                  <a:lnTo>
                    <a:pt x="918930" y="754555"/>
                  </a:lnTo>
                  <a:lnTo>
                    <a:pt x="893823" y="754555"/>
                  </a:lnTo>
                  <a:lnTo>
                    <a:pt x="868715" y="754555"/>
                  </a:lnTo>
                  <a:lnTo>
                    <a:pt x="843608" y="754555"/>
                  </a:lnTo>
                  <a:lnTo>
                    <a:pt x="818500" y="754555"/>
                  </a:lnTo>
                  <a:lnTo>
                    <a:pt x="793393" y="754555"/>
                  </a:lnTo>
                  <a:lnTo>
                    <a:pt x="768286" y="754555"/>
                  </a:lnTo>
                  <a:lnTo>
                    <a:pt x="743178" y="754555"/>
                  </a:lnTo>
                  <a:lnTo>
                    <a:pt x="718071" y="754555"/>
                  </a:lnTo>
                  <a:lnTo>
                    <a:pt x="692963" y="754555"/>
                  </a:lnTo>
                  <a:lnTo>
                    <a:pt x="667856" y="754555"/>
                  </a:lnTo>
                  <a:lnTo>
                    <a:pt x="642749" y="754555"/>
                  </a:lnTo>
                  <a:lnTo>
                    <a:pt x="617641" y="754555"/>
                  </a:lnTo>
                  <a:lnTo>
                    <a:pt x="592534" y="754555"/>
                  </a:lnTo>
                  <a:lnTo>
                    <a:pt x="567427" y="754555"/>
                  </a:lnTo>
                  <a:lnTo>
                    <a:pt x="542319" y="754555"/>
                  </a:lnTo>
                  <a:lnTo>
                    <a:pt x="517212" y="754555"/>
                  </a:lnTo>
                  <a:lnTo>
                    <a:pt x="492104" y="754555"/>
                  </a:lnTo>
                  <a:lnTo>
                    <a:pt x="466997" y="754555"/>
                  </a:lnTo>
                  <a:lnTo>
                    <a:pt x="441890" y="754555"/>
                  </a:lnTo>
                  <a:lnTo>
                    <a:pt x="416782" y="754555"/>
                  </a:lnTo>
                  <a:lnTo>
                    <a:pt x="391675" y="754555"/>
                  </a:lnTo>
                  <a:lnTo>
                    <a:pt x="366567" y="754555"/>
                  </a:lnTo>
                  <a:lnTo>
                    <a:pt x="341460" y="754555"/>
                  </a:lnTo>
                  <a:lnTo>
                    <a:pt x="316353" y="754555"/>
                  </a:lnTo>
                  <a:lnTo>
                    <a:pt x="291245" y="754555"/>
                  </a:lnTo>
                  <a:lnTo>
                    <a:pt x="266138" y="754555"/>
                  </a:lnTo>
                  <a:lnTo>
                    <a:pt x="241030" y="754555"/>
                  </a:lnTo>
                  <a:lnTo>
                    <a:pt x="215923" y="754555"/>
                  </a:lnTo>
                  <a:lnTo>
                    <a:pt x="190816" y="754555"/>
                  </a:lnTo>
                  <a:lnTo>
                    <a:pt x="165708" y="754555"/>
                  </a:lnTo>
                  <a:lnTo>
                    <a:pt x="140601" y="754555"/>
                  </a:lnTo>
                  <a:lnTo>
                    <a:pt x="115493" y="754555"/>
                  </a:lnTo>
                  <a:lnTo>
                    <a:pt x="90386" y="754555"/>
                  </a:lnTo>
                  <a:lnTo>
                    <a:pt x="65279" y="754555"/>
                  </a:lnTo>
                  <a:lnTo>
                    <a:pt x="40171" y="754555"/>
                  </a:lnTo>
                  <a:lnTo>
                    <a:pt x="15064" y="754555"/>
                  </a:lnTo>
                  <a:lnTo>
                    <a:pt x="0" y="75455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44148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05331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22670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488934" y="1901793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488934" y="1344972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488934" y="792680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25" name="pl25"/>
            <p:cNvSpPr/>
            <p:nvPr/>
          </p:nvSpPr>
          <p:spPr>
            <a:xfrm>
              <a:off x="587875" y="19441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87875" y="13887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7875" y="8334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22670" y="206628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918211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428950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939689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 rot="-5400000">
              <a:off x="96391" y="118096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22670" y="126116"/>
              <a:ext cx="59705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wt_k27</a:t>
              </a:r>
            </a:p>
          </p:txBody>
        </p:sp>
        <p:sp>
          <p:nvSpPr>
            <p:cNvPr id="34" name="rc34"/>
            <p:cNvSpPr/>
            <p:nvPr/>
          </p:nvSpPr>
          <p:spPr>
            <a:xfrm>
              <a:off x="622670" y="235558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22670" y="2355589"/>
              <a:ext cx="8375825" cy="1574111"/>
            </a:xfrm>
            <a:custGeom>
              <a:avLst/>
              <a:pathLst>
                <a:path w="8375825" h="1574111">
                  <a:moveTo>
                    <a:pt x="0" y="1350868"/>
                  </a:moveTo>
                  <a:lnTo>
                    <a:pt x="15064" y="1350868"/>
                  </a:lnTo>
                  <a:lnTo>
                    <a:pt x="40171" y="1292603"/>
                  </a:lnTo>
                  <a:lnTo>
                    <a:pt x="65279" y="1143458"/>
                  </a:lnTo>
                  <a:lnTo>
                    <a:pt x="90386" y="1067813"/>
                  </a:lnTo>
                  <a:lnTo>
                    <a:pt x="115493" y="922988"/>
                  </a:lnTo>
                  <a:lnTo>
                    <a:pt x="140601" y="856133"/>
                  </a:lnTo>
                  <a:lnTo>
                    <a:pt x="165708" y="856133"/>
                  </a:lnTo>
                  <a:lnTo>
                    <a:pt x="190816" y="856133"/>
                  </a:lnTo>
                  <a:lnTo>
                    <a:pt x="215923" y="856133"/>
                  </a:lnTo>
                  <a:lnTo>
                    <a:pt x="241030" y="856133"/>
                  </a:lnTo>
                  <a:lnTo>
                    <a:pt x="266138" y="881716"/>
                  </a:lnTo>
                  <a:lnTo>
                    <a:pt x="291245" y="833584"/>
                  </a:lnTo>
                  <a:lnTo>
                    <a:pt x="316353" y="745425"/>
                  </a:lnTo>
                  <a:lnTo>
                    <a:pt x="341460" y="743444"/>
                  </a:lnTo>
                  <a:lnTo>
                    <a:pt x="366567" y="769611"/>
                  </a:lnTo>
                  <a:lnTo>
                    <a:pt x="391675" y="769611"/>
                  </a:lnTo>
                  <a:lnTo>
                    <a:pt x="416782" y="769611"/>
                  </a:lnTo>
                  <a:lnTo>
                    <a:pt x="441890" y="844777"/>
                  </a:lnTo>
                  <a:lnTo>
                    <a:pt x="466997" y="863027"/>
                  </a:lnTo>
                  <a:lnTo>
                    <a:pt x="492104" y="985253"/>
                  </a:lnTo>
                  <a:lnTo>
                    <a:pt x="517212" y="1064816"/>
                  </a:lnTo>
                  <a:lnTo>
                    <a:pt x="542319" y="1064816"/>
                  </a:lnTo>
                  <a:lnTo>
                    <a:pt x="567427" y="1167119"/>
                  </a:lnTo>
                  <a:lnTo>
                    <a:pt x="592534" y="1161336"/>
                  </a:lnTo>
                  <a:lnTo>
                    <a:pt x="617641" y="1126273"/>
                  </a:lnTo>
                  <a:lnTo>
                    <a:pt x="642749" y="1149740"/>
                  </a:lnTo>
                  <a:lnTo>
                    <a:pt x="667856" y="1226316"/>
                  </a:lnTo>
                  <a:lnTo>
                    <a:pt x="692963" y="1348020"/>
                  </a:lnTo>
                  <a:lnTo>
                    <a:pt x="718071" y="1373527"/>
                  </a:lnTo>
                  <a:lnTo>
                    <a:pt x="743178" y="1373527"/>
                  </a:lnTo>
                  <a:lnTo>
                    <a:pt x="768286" y="1373527"/>
                  </a:lnTo>
                  <a:lnTo>
                    <a:pt x="793393" y="1420282"/>
                  </a:lnTo>
                  <a:lnTo>
                    <a:pt x="818500" y="1441213"/>
                  </a:lnTo>
                  <a:lnTo>
                    <a:pt x="843608" y="1499951"/>
                  </a:lnTo>
                  <a:lnTo>
                    <a:pt x="868715" y="1515355"/>
                  </a:lnTo>
                  <a:lnTo>
                    <a:pt x="893823" y="1444757"/>
                  </a:lnTo>
                  <a:lnTo>
                    <a:pt x="918930" y="1423732"/>
                  </a:lnTo>
                  <a:lnTo>
                    <a:pt x="944037" y="1476747"/>
                  </a:lnTo>
                  <a:lnTo>
                    <a:pt x="969145" y="1469158"/>
                  </a:lnTo>
                  <a:lnTo>
                    <a:pt x="994252" y="1456836"/>
                  </a:lnTo>
                  <a:lnTo>
                    <a:pt x="1019360" y="1153453"/>
                  </a:lnTo>
                  <a:lnTo>
                    <a:pt x="1044467" y="1117417"/>
                  </a:lnTo>
                  <a:lnTo>
                    <a:pt x="1069574" y="1058854"/>
                  </a:lnTo>
                  <a:lnTo>
                    <a:pt x="1094682" y="1007167"/>
                  </a:lnTo>
                  <a:lnTo>
                    <a:pt x="1119789" y="971864"/>
                  </a:lnTo>
                  <a:lnTo>
                    <a:pt x="1144897" y="903293"/>
                  </a:lnTo>
                  <a:lnTo>
                    <a:pt x="1170004" y="1032015"/>
                  </a:lnTo>
                  <a:lnTo>
                    <a:pt x="1195111" y="939457"/>
                  </a:lnTo>
                  <a:lnTo>
                    <a:pt x="1220219" y="820910"/>
                  </a:lnTo>
                  <a:lnTo>
                    <a:pt x="1245326" y="741266"/>
                  </a:lnTo>
                  <a:lnTo>
                    <a:pt x="1270433" y="708878"/>
                  </a:lnTo>
                  <a:lnTo>
                    <a:pt x="1295541" y="667255"/>
                  </a:lnTo>
                  <a:lnTo>
                    <a:pt x="1320648" y="659450"/>
                  </a:lnTo>
                  <a:lnTo>
                    <a:pt x="1345756" y="639012"/>
                  </a:lnTo>
                  <a:lnTo>
                    <a:pt x="1370863" y="656866"/>
                  </a:lnTo>
                  <a:lnTo>
                    <a:pt x="1395970" y="688460"/>
                  </a:lnTo>
                  <a:lnTo>
                    <a:pt x="1421078" y="669875"/>
                  </a:lnTo>
                  <a:lnTo>
                    <a:pt x="1446185" y="689805"/>
                  </a:lnTo>
                  <a:lnTo>
                    <a:pt x="1471293" y="714415"/>
                  </a:lnTo>
                  <a:lnTo>
                    <a:pt x="1496400" y="732687"/>
                  </a:lnTo>
                  <a:lnTo>
                    <a:pt x="1521507" y="713027"/>
                  </a:lnTo>
                  <a:lnTo>
                    <a:pt x="1546615" y="696389"/>
                  </a:lnTo>
                  <a:lnTo>
                    <a:pt x="1571722" y="747365"/>
                  </a:lnTo>
                  <a:lnTo>
                    <a:pt x="1596830" y="792684"/>
                  </a:lnTo>
                  <a:lnTo>
                    <a:pt x="1621937" y="693610"/>
                  </a:lnTo>
                  <a:lnTo>
                    <a:pt x="1647044" y="775776"/>
                  </a:lnTo>
                  <a:lnTo>
                    <a:pt x="1672152" y="856133"/>
                  </a:lnTo>
                  <a:lnTo>
                    <a:pt x="1697259" y="905728"/>
                  </a:lnTo>
                  <a:lnTo>
                    <a:pt x="1722366" y="977191"/>
                  </a:lnTo>
                  <a:lnTo>
                    <a:pt x="1747474" y="1007167"/>
                  </a:lnTo>
                  <a:lnTo>
                    <a:pt x="1772581" y="1038344"/>
                  </a:lnTo>
                  <a:lnTo>
                    <a:pt x="1797689" y="1114223"/>
                  </a:lnTo>
                  <a:lnTo>
                    <a:pt x="1822796" y="1098443"/>
                  </a:lnTo>
                  <a:lnTo>
                    <a:pt x="1847903" y="1064816"/>
                  </a:lnTo>
                  <a:lnTo>
                    <a:pt x="1873011" y="1064816"/>
                  </a:lnTo>
                  <a:lnTo>
                    <a:pt x="1898118" y="1150107"/>
                  </a:lnTo>
                  <a:lnTo>
                    <a:pt x="1923226" y="1249700"/>
                  </a:lnTo>
                  <a:lnTo>
                    <a:pt x="1948333" y="1223581"/>
                  </a:lnTo>
                  <a:lnTo>
                    <a:pt x="1973440" y="1257327"/>
                  </a:lnTo>
                  <a:lnTo>
                    <a:pt x="1998548" y="1268908"/>
                  </a:lnTo>
                  <a:lnTo>
                    <a:pt x="2023655" y="1191239"/>
                  </a:lnTo>
                  <a:lnTo>
                    <a:pt x="2048763" y="1127081"/>
                  </a:lnTo>
                  <a:lnTo>
                    <a:pt x="2073870" y="1095325"/>
                  </a:lnTo>
                  <a:lnTo>
                    <a:pt x="2098977" y="1015547"/>
                  </a:lnTo>
                  <a:lnTo>
                    <a:pt x="2124085" y="953497"/>
                  </a:lnTo>
                  <a:lnTo>
                    <a:pt x="2149192" y="953497"/>
                  </a:lnTo>
                  <a:lnTo>
                    <a:pt x="2174300" y="953497"/>
                  </a:lnTo>
                  <a:lnTo>
                    <a:pt x="2199407" y="958701"/>
                  </a:lnTo>
                  <a:lnTo>
                    <a:pt x="2224514" y="953497"/>
                  </a:lnTo>
                  <a:lnTo>
                    <a:pt x="2249622" y="953497"/>
                  </a:lnTo>
                  <a:lnTo>
                    <a:pt x="2274729" y="979869"/>
                  </a:lnTo>
                  <a:lnTo>
                    <a:pt x="2299836" y="865339"/>
                  </a:lnTo>
                  <a:lnTo>
                    <a:pt x="2324944" y="856133"/>
                  </a:lnTo>
                  <a:lnTo>
                    <a:pt x="2350051" y="893629"/>
                  </a:lnTo>
                  <a:lnTo>
                    <a:pt x="2375159" y="874655"/>
                  </a:lnTo>
                  <a:lnTo>
                    <a:pt x="2400266" y="905728"/>
                  </a:lnTo>
                  <a:lnTo>
                    <a:pt x="2425373" y="953497"/>
                  </a:lnTo>
                  <a:lnTo>
                    <a:pt x="2450481" y="979869"/>
                  </a:lnTo>
                  <a:lnTo>
                    <a:pt x="2475588" y="1055891"/>
                  </a:lnTo>
                  <a:lnTo>
                    <a:pt x="2500696" y="1079921"/>
                  </a:lnTo>
                  <a:lnTo>
                    <a:pt x="2525803" y="1064816"/>
                  </a:lnTo>
                  <a:lnTo>
                    <a:pt x="2550910" y="1064816"/>
                  </a:lnTo>
                  <a:lnTo>
                    <a:pt x="2576018" y="1086046"/>
                  </a:lnTo>
                  <a:lnTo>
                    <a:pt x="2601125" y="1092220"/>
                  </a:lnTo>
                  <a:lnTo>
                    <a:pt x="2626233" y="1007167"/>
                  </a:lnTo>
                  <a:lnTo>
                    <a:pt x="2651340" y="1018360"/>
                  </a:lnTo>
                  <a:lnTo>
                    <a:pt x="2676447" y="1114223"/>
                  </a:lnTo>
                  <a:lnTo>
                    <a:pt x="2701555" y="969213"/>
                  </a:lnTo>
                  <a:lnTo>
                    <a:pt x="2726662" y="831364"/>
                  </a:lnTo>
                  <a:lnTo>
                    <a:pt x="2751769" y="779914"/>
                  </a:lnTo>
                  <a:lnTo>
                    <a:pt x="2776877" y="632918"/>
                  </a:lnTo>
                  <a:lnTo>
                    <a:pt x="2801984" y="455566"/>
                  </a:lnTo>
                  <a:lnTo>
                    <a:pt x="2827092" y="330785"/>
                  </a:lnTo>
                  <a:lnTo>
                    <a:pt x="2852199" y="498994"/>
                  </a:lnTo>
                  <a:lnTo>
                    <a:pt x="2877306" y="528821"/>
                  </a:lnTo>
                  <a:lnTo>
                    <a:pt x="2902414" y="486050"/>
                  </a:lnTo>
                  <a:lnTo>
                    <a:pt x="2927521" y="426887"/>
                  </a:lnTo>
                  <a:lnTo>
                    <a:pt x="2952629" y="487776"/>
                  </a:lnTo>
                  <a:lnTo>
                    <a:pt x="2977736" y="469343"/>
                  </a:lnTo>
                  <a:lnTo>
                    <a:pt x="3002843" y="425615"/>
                  </a:lnTo>
                  <a:lnTo>
                    <a:pt x="3027951" y="369711"/>
                  </a:lnTo>
                  <a:lnTo>
                    <a:pt x="3053058" y="337048"/>
                  </a:lnTo>
                  <a:lnTo>
                    <a:pt x="3078166" y="349396"/>
                  </a:lnTo>
                  <a:lnTo>
                    <a:pt x="3103273" y="339093"/>
                  </a:lnTo>
                  <a:lnTo>
                    <a:pt x="3128380" y="334331"/>
                  </a:lnTo>
                  <a:lnTo>
                    <a:pt x="3153488" y="349396"/>
                  </a:lnTo>
                  <a:lnTo>
                    <a:pt x="3178595" y="432509"/>
                  </a:lnTo>
                  <a:lnTo>
                    <a:pt x="3203703" y="468734"/>
                  </a:lnTo>
                  <a:lnTo>
                    <a:pt x="3228810" y="411258"/>
                  </a:lnTo>
                  <a:lnTo>
                    <a:pt x="3253917" y="394225"/>
                  </a:lnTo>
                  <a:lnTo>
                    <a:pt x="3279025" y="549162"/>
                  </a:lnTo>
                  <a:lnTo>
                    <a:pt x="3304132" y="430204"/>
                  </a:lnTo>
                  <a:lnTo>
                    <a:pt x="3329239" y="482215"/>
                  </a:lnTo>
                  <a:lnTo>
                    <a:pt x="3354347" y="487776"/>
                  </a:lnTo>
                  <a:lnTo>
                    <a:pt x="3379454" y="372601"/>
                  </a:lnTo>
                  <a:lnTo>
                    <a:pt x="3404562" y="383418"/>
                  </a:lnTo>
                  <a:lnTo>
                    <a:pt x="3429669" y="406448"/>
                  </a:lnTo>
                  <a:lnTo>
                    <a:pt x="3454776" y="447728"/>
                  </a:lnTo>
                  <a:lnTo>
                    <a:pt x="3479884" y="437931"/>
                  </a:lnTo>
                  <a:lnTo>
                    <a:pt x="3504991" y="429218"/>
                  </a:lnTo>
                  <a:lnTo>
                    <a:pt x="3530099" y="474815"/>
                  </a:lnTo>
                  <a:lnTo>
                    <a:pt x="3555206" y="453666"/>
                  </a:lnTo>
                  <a:lnTo>
                    <a:pt x="3580313" y="474815"/>
                  </a:lnTo>
                  <a:lnTo>
                    <a:pt x="3605421" y="544173"/>
                  </a:lnTo>
                  <a:lnTo>
                    <a:pt x="3630528" y="486050"/>
                  </a:lnTo>
                  <a:lnTo>
                    <a:pt x="3655636" y="198329"/>
                  </a:lnTo>
                  <a:lnTo>
                    <a:pt x="3680743" y="205235"/>
                  </a:lnTo>
                  <a:lnTo>
                    <a:pt x="3705850" y="213204"/>
                  </a:lnTo>
                  <a:lnTo>
                    <a:pt x="3730958" y="213204"/>
                  </a:lnTo>
                  <a:lnTo>
                    <a:pt x="3756065" y="200296"/>
                  </a:lnTo>
                  <a:lnTo>
                    <a:pt x="3781173" y="243833"/>
                  </a:lnTo>
                  <a:lnTo>
                    <a:pt x="3806280" y="274635"/>
                  </a:lnTo>
                  <a:lnTo>
                    <a:pt x="3831387" y="281163"/>
                  </a:lnTo>
                  <a:lnTo>
                    <a:pt x="3856495" y="352033"/>
                  </a:lnTo>
                  <a:lnTo>
                    <a:pt x="3881602" y="382543"/>
                  </a:lnTo>
                  <a:lnTo>
                    <a:pt x="3906709" y="319226"/>
                  </a:lnTo>
                  <a:lnTo>
                    <a:pt x="3931817" y="241753"/>
                  </a:lnTo>
                  <a:lnTo>
                    <a:pt x="3956924" y="218225"/>
                  </a:lnTo>
                  <a:lnTo>
                    <a:pt x="3982032" y="215208"/>
                  </a:lnTo>
                  <a:lnTo>
                    <a:pt x="4007139" y="213203"/>
                  </a:lnTo>
                  <a:lnTo>
                    <a:pt x="4032246" y="250107"/>
                  </a:lnTo>
                  <a:lnTo>
                    <a:pt x="4057354" y="277892"/>
                  </a:lnTo>
                  <a:lnTo>
                    <a:pt x="4082461" y="326140"/>
                  </a:lnTo>
                  <a:lnTo>
                    <a:pt x="4107569" y="340157"/>
                  </a:lnTo>
                  <a:lnTo>
                    <a:pt x="4132676" y="362880"/>
                  </a:lnTo>
                  <a:lnTo>
                    <a:pt x="4157783" y="329621"/>
                  </a:lnTo>
                  <a:lnTo>
                    <a:pt x="4182891" y="322675"/>
                  </a:lnTo>
                  <a:lnTo>
                    <a:pt x="4207998" y="271391"/>
                  </a:lnTo>
                  <a:lnTo>
                    <a:pt x="4233106" y="228368"/>
                  </a:lnTo>
                  <a:lnTo>
                    <a:pt x="4258213" y="237610"/>
                  </a:lnTo>
                  <a:lnTo>
                    <a:pt x="4283320" y="314650"/>
                  </a:lnTo>
                  <a:lnTo>
                    <a:pt x="4308428" y="430014"/>
                  </a:lnTo>
                  <a:lnTo>
                    <a:pt x="4333535" y="500592"/>
                  </a:lnTo>
                  <a:lnTo>
                    <a:pt x="4358642" y="502042"/>
                  </a:lnTo>
                  <a:lnTo>
                    <a:pt x="4383750" y="578218"/>
                  </a:lnTo>
                  <a:lnTo>
                    <a:pt x="4408857" y="548386"/>
                  </a:lnTo>
                  <a:lnTo>
                    <a:pt x="4433965" y="525617"/>
                  </a:lnTo>
                  <a:lnTo>
                    <a:pt x="4459072" y="533133"/>
                  </a:lnTo>
                  <a:lnTo>
                    <a:pt x="4484179" y="556127"/>
                  </a:lnTo>
                  <a:lnTo>
                    <a:pt x="4509287" y="587882"/>
                  </a:lnTo>
                  <a:lnTo>
                    <a:pt x="4534394" y="655568"/>
                  </a:lnTo>
                  <a:lnTo>
                    <a:pt x="4559502" y="678898"/>
                  </a:lnTo>
                  <a:lnTo>
                    <a:pt x="4584609" y="731657"/>
                  </a:lnTo>
                  <a:lnTo>
                    <a:pt x="4609716" y="809512"/>
                  </a:lnTo>
                  <a:lnTo>
                    <a:pt x="4634824" y="796689"/>
                  </a:lnTo>
                  <a:lnTo>
                    <a:pt x="4659931" y="769611"/>
                  </a:lnTo>
                  <a:lnTo>
                    <a:pt x="4685039" y="769611"/>
                  </a:lnTo>
                  <a:lnTo>
                    <a:pt x="4710146" y="777843"/>
                  </a:lnTo>
                  <a:lnTo>
                    <a:pt x="4735253" y="853849"/>
                  </a:lnTo>
                  <a:lnTo>
                    <a:pt x="4760361" y="900866"/>
                  </a:lnTo>
                  <a:lnTo>
                    <a:pt x="4785468" y="1058854"/>
                  </a:lnTo>
                  <a:lnTo>
                    <a:pt x="4810576" y="1194767"/>
                  </a:lnTo>
                  <a:lnTo>
                    <a:pt x="4835683" y="1194767"/>
                  </a:lnTo>
                  <a:lnTo>
                    <a:pt x="4860790" y="1194767"/>
                  </a:lnTo>
                  <a:lnTo>
                    <a:pt x="4885898" y="1329258"/>
                  </a:lnTo>
                  <a:lnTo>
                    <a:pt x="4911005" y="1184559"/>
                  </a:lnTo>
                  <a:lnTo>
                    <a:pt x="4936112" y="1041019"/>
                  </a:lnTo>
                  <a:lnTo>
                    <a:pt x="4961220" y="1030521"/>
                  </a:lnTo>
                  <a:lnTo>
                    <a:pt x="4986327" y="941916"/>
                  </a:lnTo>
                  <a:lnTo>
                    <a:pt x="5011435" y="912696"/>
                  </a:lnTo>
                  <a:lnTo>
                    <a:pt x="5036542" y="834329"/>
                  </a:lnTo>
                  <a:lnTo>
                    <a:pt x="5061649" y="1020603"/>
                  </a:lnTo>
                  <a:lnTo>
                    <a:pt x="5086757" y="955351"/>
                  </a:lnTo>
                  <a:lnTo>
                    <a:pt x="5111864" y="776422"/>
                  </a:lnTo>
                  <a:lnTo>
                    <a:pt x="5136972" y="606875"/>
                  </a:lnTo>
                  <a:lnTo>
                    <a:pt x="5162079" y="571112"/>
                  </a:lnTo>
                  <a:lnTo>
                    <a:pt x="5187186" y="459120"/>
                  </a:lnTo>
                  <a:lnTo>
                    <a:pt x="5212294" y="522463"/>
                  </a:lnTo>
                  <a:lnTo>
                    <a:pt x="5237401" y="454582"/>
                  </a:lnTo>
                  <a:lnTo>
                    <a:pt x="5262509" y="455943"/>
                  </a:lnTo>
                  <a:lnTo>
                    <a:pt x="5287616" y="499476"/>
                  </a:lnTo>
                  <a:lnTo>
                    <a:pt x="5312723" y="492196"/>
                  </a:lnTo>
                  <a:lnTo>
                    <a:pt x="5337831" y="495056"/>
                  </a:lnTo>
                  <a:lnTo>
                    <a:pt x="5362938" y="464161"/>
                  </a:lnTo>
                  <a:lnTo>
                    <a:pt x="5388045" y="443778"/>
                  </a:lnTo>
                  <a:lnTo>
                    <a:pt x="5413153" y="456785"/>
                  </a:lnTo>
                  <a:lnTo>
                    <a:pt x="5438260" y="386367"/>
                  </a:lnTo>
                  <a:lnTo>
                    <a:pt x="5463368" y="364640"/>
                  </a:lnTo>
                  <a:lnTo>
                    <a:pt x="5488475" y="413774"/>
                  </a:lnTo>
                  <a:lnTo>
                    <a:pt x="5513582" y="503735"/>
                  </a:lnTo>
                  <a:lnTo>
                    <a:pt x="5538690" y="371132"/>
                  </a:lnTo>
                  <a:lnTo>
                    <a:pt x="5563797" y="460714"/>
                  </a:lnTo>
                  <a:lnTo>
                    <a:pt x="5588905" y="322341"/>
                  </a:lnTo>
                  <a:lnTo>
                    <a:pt x="5614012" y="324021"/>
                  </a:lnTo>
                  <a:lnTo>
                    <a:pt x="5639119" y="279885"/>
                  </a:lnTo>
                  <a:lnTo>
                    <a:pt x="5664227" y="209399"/>
                  </a:lnTo>
                  <a:lnTo>
                    <a:pt x="5689334" y="0"/>
                  </a:lnTo>
                  <a:lnTo>
                    <a:pt x="5689334" y="0"/>
                  </a:lnTo>
                  <a:lnTo>
                    <a:pt x="5714442" y="16150"/>
                  </a:lnTo>
                  <a:lnTo>
                    <a:pt x="5739549" y="83483"/>
                  </a:lnTo>
                  <a:lnTo>
                    <a:pt x="5764656" y="113722"/>
                  </a:lnTo>
                  <a:lnTo>
                    <a:pt x="5789764" y="144267"/>
                  </a:lnTo>
                  <a:lnTo>
                    <a:pt x="5814871" y="241753"/>
                  </a:lnTo>
                  <a:lnTo>
                    <a:pt x="5839979" y="327299"/>
                  </a:lnTo>
                  <a:lnTo>
                    <a:pt x="5865086" y="393826"/>
                  </a:lnTo>
                  <a:lnTo>
                    <a:pt x="5890193" y="590758"/>
                  </a:lnTo>
                  <a:lnTo>
                    <a:pt x="5915301" y="631086"/>
                  </a:lnTo>
                  <a:lnTo>
                    <a:pt x="5940408" y="628475"/>
                  </a:lnTo>
                  <a:lnTo>
                    <a:pt x="5965515" y="658157"/>
                  </a:lnTo>
                  <a:lnTo>
                    <a:pt x="5990623" y="685778"/>
                  </a:lnTo>
                  <a:lnTo>
                    <a:pt x="6015730" y="741266"/>
                  </a:lnTo>
                  <a:lnTo>
                    <a:pt x="6040838" y="921710"/>
                  </a:lnTo>
                  <a:lnTo>
                    <a:pt x="6065945" y="976157"/>
                  </a:lnTo>
                  <a:lnTo>
                    <a:pt x="6091052" y="976157"/>
                  </a:lnTo>
                  <a:lnTo>
                    <a:pt x="6116160" y="1034703"/>
                  </a:lnTo>
                  <a:lnTo>
                    <a:pt x="6141267" y="1111786"/>
                  </a:lnTo>
                  <a:lnTo>
                    <a:pt x="6166375" y="1174437"/>
                  </a:lnTo>
                  <a:lnTo>
                    <a:pt x="6191482" y="1199944"/>
                  </a:lnTo>
                  <a:lnTo>
                    <a:pt x="6216589" y="1199944"/>
                  </a:lnTo>
                  <a:lnTo>
                    <a:pt x="6241697" y="1149740"/>
                  </a:lnTo>
                  <a:lnTo>
                    <a:pt x="6266804" y="1208760"/>
                  </a:lnTo>
                  <a:lnTo>
                    <a:pt x="6291912" y="1184559"/>
                  </a:lnTo>
                  <a:lnTo>
                    <a:pt x="6317019" y="1141425"/>
                  </a:lnTo>
                  <a:lnTo>
                    <a:pt x="6342126" y="996133"/>
                  </a:lnTo>
                  <a:lnTo>
                    <a:pt x="6367234" y="1160188"/>
                  </a:lnTo>
                  <a:lnTo>
                    <a:pt x="6392341" y="1268908"/>
                  </a:lnTo>
                  <a:lnTo>
                    <a:pt x="6417449" y="1268908"/>
                  </a:lnTo>
                  <a:lnTo>
                    <a:pt x="6442556" y="1268908"/>
                  </a:lnTo>
                  <a:lnTo>
                    <a:pt x="6467663" y="1268908"/>
                  </a:lnTo>
                  <a:lnTo>
                    <a:pt x="6492771" y="1268908"/>
                  </a:lnTo>
                  <a:lnTo>
                    <a:pt x="6517878" y="1198311"/>
                  </a:lnTo>
                  <a:lnTo>
                    <a:pt x="6542985" y="1194767"/>
                  </a:lnTo>
                  <a:lnTo>
                    <a:pt x="6568093" y="1117417"/>
                  </a:lnTo>
                  <a:lnTo>
                    <a:pt x="6593200" y="1064816"/>
                  </a:lnTo>
                  <a:lnTo>
                    <a:pt x="6618308" y="1127081"/>
                  </a:lnTo>
                  <a:lnTo>
                    <a:pt x="6643415" y="1127081"/>
                  </a:lnTo>
                  <a:lnTo>
                    <a:pt x="6668522" y="1201871"/>
                  </a:lnTo>
                  <a:lnTo>
                    <a:pt x="6693630" y="1338010"/>
                  </a:lnTo>
                  <a:lnTo>
                    <a:pt x="6718737" y="1317041"/>
                  </a:lnTo>
                  <a:lnTo>
                    <a:pt x="6743845" y="1268908"/>
                  </a:lnTo>
                  <a:lnTo>
                    <a:pt x="6768952" y="1265029"/>
                  </a:lnTo>
                  <a:lnTo>
                    <a:pt x="6794059" y="1194767"/>
                  </a:lnTo>
                  <a:lnTo>
                    <a:pt x="6819167" y="1194767"/>
                  </a:lnTo>
                  <a:lnTo>
                    <a:pt x="6844274" y="1079921"/>
                  </a:lnTo>
                  <a:lnTo>
                    <a:pt x="6869382" y="1064816"/>
                  </a:lnTo>
                  <a:lnTo>
                    <a:pt x="6894489" y="1089127"/>
                  </a:lnTo>
                  <a:lnTo>
                    <a:pt x="6919596" y="1064816"/>
                  </a:lnTo>
                  <a:lnTo>
                    <a:pt x="6944704" y="1136866"/>
                  </a:lnTo>
                  <a:lnTo>
                    <a:pt x="6969811" y="1143458"/>
                  </a:lnTo>
                  <a:lnTo>
                    <a:pt x="6994918" y="1058854"/>
                  </a:lnTo>
                  <a:lnTo>
                    <a:pt x="7020026" y="1007167"/>
                  </a:lnTo>
                  <a:lnTo>
                    <a:pt x="7045133" y="1007167"/>
                  </a:lnTo>
                  <a:lnTo>
                    <a:pt x="7070241" y="1007167"/>
                  </a:lnTo>
                  <a:lnTo>
                    <a:pt x="7095348" y="1029716"/>
                  </a:lnTo>
                  <a:lnTo>
                    <a:pt x="7120455" y="1064816"/>
                  </a:lnTo>
                  <a:lnTo>
                    <a:pt x="7145563" y="1067813"/>
                  </a:lnTo>
                  <a:lnTo>
                    <a:pt x="7170670" y="1047068"/>
                  </a:lnTo>
                  <a:lnTo>
                    <a:pt x="7195778" y="1007167"/>
                  </a:lnTo>
                  <a:lnTo>
                    <a:pt x="7220885" y="1089127"/>
                  </a:lnTo>
                  <a:lnTo>
                    <a:pt x="7245992" y="1064816"/>
                  </a:lnTo>
                  <a:lnTo>
                    <a:pt x="7271100" y="1098443"/>
                  </a:lnTo>
                  <a:lnTo>
                    <a:pt x="7296207" y="1127081"/>
                  </a:lnTo>
                  <a:lnTo>
                    <a:pt x="7321315" y="1127081"/>
                  </a:lnTo>
                  <a:lnTo>
                    <a:pt x="7346422" y="1177285"/>
                  </a:lnTo>
                  <a:lnTo>
                    <a:pt x="7371529" y="1276727"/>
                  </a:lnTo>
                  <a:lnTo>
                    <a:pt x="7396637" y="1265029"/>
                  </a:lnTo>
                  <a:lnTo>
                    <a:pt x="7421744" y="1173835"/>
                  </a:lnTo>
                  <a:lnTo>
                    <a:pt x="7446852" y="1127081"/>
                  </a:lnTo>
                  <a:lnTo>
                    <a:pt x="7471959" y="1127081"/>
                  </a:lnTo>
                  <a:lnTo>
                    <a:pt x="7497066" y="1127081"/>
                  </a:lnTo>
                  <a:lnTo>
                    <a:pt x="7522174" y="1127081"/>
                  </a:lnTo>
                  <a:lnTo>
                    <a:pt x="7547281" y="1216277"/>
                  </a:lnTo>
                  <a:lnTo>
                    <a:pt x="7572388" y="1234668"/>
                  </a:lnTo>
                  <a:lnTo>
                    <a:pt x="7597496" y="1219920"/>
                  </a:lnTo>
                  <a:lnTo>
                    <a:pt x="7622603" y="1227259"/>
                  </a:lnTo>
                  <a:lnTo>
                    <a:pt x="7647711" y="1170401"/>
                  </a:lnTo>
                  <a:lnTo>
                    <a:pt x="7672818" y="1076876"/>
                  </a:lnTo>
                  <a:lnTo>
                    <a:pt x="7697925" y="1049998"/>
                  </a:lnTo>
                  <a:lnTo>
                    <a:pt x="7723033" y="953497"/>
                  </a:lnTo>
                  <a:lnTo>
                    <a:pt x="7748140" y="953497"/>
                  </a:lnTo>
                  <a:lnTo>
                    <a:pt x="7773248" y="974523"/>
                  </a:lnTo>
                  <a:lnTo>
                    <a:pt x="7798355" y="1024017"/>
                  </a:lnTo>
                  <a:lnTo>
                    <a:pt x="7823462" y="1064816"/>
                  </a:lnTo>
                  <a:lnTo>
                    <a:pt x="7848570" y="1047068"/>
                  </a:lnTo>
                  <a:lnTo>
                    <a:pt x="7873677" y="953497"/>
                  </a:lnTo>
                  <a:lnTo>
                    <a:pt x="7898785" y="925485"/>
                  </a:lnTo>
                  <a:lnTo>
                    <a:pt x="7923892" y="860722"/>
                  </a:lnTo>
                  <a:lnTo>
                    <a:pt x="7948999" y="811669"/>
                  </a:lnTo>
                  <a:lnTo>
                    <a:pt x="7974107" y="972790"/>
                  </a:lnTo>
                  <a:lnTo>
                    <a:pt x="7999214" y="1015704"/>
                  </a:lnTo>
                  <a:lnTo>
                    <a:pt x="8024321" y="1041019"/>
                  </a:lnTo>
                  <a:lnTo>
                    <a:pt x="8049429" y="1093482"/>
                  </a:lnTo>
                  <a:lnTo>
                    <a:pt x="8074536" y="1114105"/>
                  </a:lnTo>
                  <a:lnTo>
                    <a:pt x="8099644" y="1199944"/>
                  </a:lnTo>
                  <a:lnTo>
                    <a:pt x="8124751" y="1199944"/>
                  </a:lnTo>
                  <a:lnTo>
                    <a:pt x="8149858" y="1234405"/>
                  </a:lnTo>
                  <a:lnTo>
                    <a:pt x="8174966" y="1215660"/>
                  </a:lnTo>
                  <a:lnTo>
                    <a:pt x="8200073" y="1184540"/>
                  </a:lnTo>
                  <a:lnTo>
                    <a:pt x="8225181" y="1164464"/>
                  </a:lnTo>
                  <a:lnTo>
                    <a:pt x="8250288" y="1253614"/>
                  </a:lnTo>
                  <a:lnTo>
                    <a:pt x="8275395" y="1284791"/>
                  </a:lnTo>
                  <a:lnTo>
                    <a:pt x="8300503" y="1367072"/>
                  </a:lnTo>
                  <a:lnTo>
                    <a:pt x="8325610" y="1473706"/>
                  </a:lnTo>
                  <a:lnTo>
                    <a:pt x="8350718" y="1574111"/>
                  </a:lnTo>
                  <a:lnTo>
                    <a:pt x="8375825" y="1554048"/>
                  </a:lnTo>
                  <a:lnTo>
                    <a:pt x="8375825" y="155404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22670" y="2355589"/>
              <a:ext cx="8375825" cy="1668810"/>
            </a:xfrm>
            <a:custGeom>
              <a:avLst/>
              <a:pathLst>
                <a:path w="8375825" h="1668810">
                  <a:moveTo>
                    <a:pt x="0" y="1350868"/>
                  </a:moveTo>
                  <a:lnTo>
                    <a:pt x="15064" y="1350868"/>
                  </a:lnTo>
                  <a:lnTo>
                    <a:pt x="40171" y="1292603"/>
                  </a:lnTo>
                  <a:lnTo>
                    <a:pt x="65279" y="1143458"/>
                  </a:lnTo>
                  <a:lnTo>
                    <a:pt x="90386" y="1067813"/>
                  </a:lnTo>
                  <a:lnTo>
                    <a:pt x="115493" y="922988"/>
                  </a:lnTo>
                  <a:lnTo>
                    <a:pt x="140601" y="856133"/>
                  </a:lnTo>
                  <a:lnTo>
                    <a:pt x="165708" y="856133"/>
                  </a:lnTo>
                  <a:lnTo>
                    <a:pt x="190816" y="856133"/>
                  </a:lnTo>
                  <a:lnTo>
                    <a:pt x="215923" y="856133"/>
                  </a:lnTo>
                  <a:lnTo>
                    <a:pt x="241030" y="856133"/>
                  </a:lnTo>
                  <a:lnTo>
                    <a:pt x="266138" y="881716"/>
                  </a:lnTo>
                  <a:lnTo>
                    <a:pt x="291245" y="833584"/>
                  </a:lnTo>
                  <a:lnTo>
                    <a:pt x="316353" y="745425"/>
                  </a:lnTo>
                  <a:lnTo>
                    <a:pt x="341460" y="743444"/>
                  </a:lnTo>
                  <a:lnTo>
                    <a:pt x="366567" y="769611"/>
                  </a:lnTo>
                  <a:lnTo>
                    <a:pt x="391675" y="769611"/>
                  </a:lnTo>
                  <a:lnTo>
                    <a:pt x="416782" y="769611"/>
                  </a:lnTo>
                  <a:lnTo>
                    <a:pt x="441890" y="844777"/>
                  </a:lnTo>
                  <a:lnTo>
                    <a:pt x="466997" y="863027"/>
                  </a:lnTo>
                  <a:lnTo>
                    <a:pt x="492104" y="985253"/>
                  </a:lnTo>
                  <a:lnTo>
                    <a:pt x="517212" y="1064816"/>
                  </a:lnTo>
                  <a:lnTo>
                    <a:pt x="542319" y="1064816"/>
                  </a:lnTo>
                  <a:lnTo>
                    <a:pt x="567427" y="1167119"/>
                  </a:lnTo>
                  <a:lnTo>
                    <a:pt x="592534" y="1161336"/>
                  </a:lnTo>
                  <a:lnTo>
                    <a:pt x="617641" y="1126273"/>
                  </a:lnTo>
                  <a:lnTo>
                    <a:pt x="642749" y="1149740"/>
                  </a:lnTo>
                  <a:lnTo>
                    <a:pt x="667856" y="1226316"/>
                  </a:lnTo>
                  <a:lnTo>
                    <a:pt x="692963" y="1348020"/>
                  </a:lnTo>
                  <a:lnTo>
                    <a:pt x="718071" y="1373527"/>
                  </a:lnTo>
                  <a:lnTo>
                    <a:pt x="743178" y="1373527"/>
                  </a:lnTo>
                  <a:lnTo>
                    <a:pt x="768286" y="1373527"/>
                  </a:lnTo>
                  <a:lnTo>
                    <a:pt x="793393" y="1420282"/>
                  </a:lnTo>
                  <a:lnTo>
                    <a:pt x="818500" y="1441213"/>
                  </a:lnTo>
                  <a:lnTo>
                    <a:pt x="843608" y="1499951"/>
                  </a:lnTo>
                  <a:lnTo>
                    <a:pt x="868715" y="1515355"/>
                  </a:lnTo>
                  <a:lnTo>
                    <a:pt x="893823" y="1444757"/>
                  </a:lnTo>
                  <a:lnTo>
                    <a:pt x="918930" y="1423732"/>
                  </a:lnTo>
                  <a:lnTo>
                    <a:pt x="944037" y="1476747"/>
                  </a:lnTo>
                  <a:lnTo>
                    <a:pt x="969145" y="1469158"/>
                  </a:lnTo>
                  <a:lnTo>
                    <a:pt x="994252" y="1456836"/>
                  </a:lnTo>
                  <a:lnTo>
                    <a:pt x="1019360" y="1153453"/>
                  </a:lnTo>
                  <a:lnTo>
                    <a:pt x="1044467" y="1117417"/>
                  </a:lnTo>
                  <a:lnTo>
                    <a:pt x="1069574" y="1058854"/>
                  </a:lnTo>
                  <a:lnTo>
                    <a:pt x="1094682" y="1007167"/>
                  </a:lnTo>
                  <a:lnTo>
                    <a:pt x="1119789" y="971864"/>
                  </a:lnTo>
                  <a:lnTo>
                    <a:pt x="1144897" y="903293"/>
                  </a:lnTo>
                  <a:lnTo>
                    <a:pt x="1170004" y="1032015"/>
                  </a:lnTo>
                  <a:lnTo>
                    <a:pt x="1195111" y="939457"/>
                  </a:lnTo>
                  <a:lnTo>
                    <a:pt x="1220219" y="820910"/>
                  </a:lnTo>
                  <a:lnTo>
                    <a:pt x="1245326" y="741266"/>
                  </a:lnTo>
                  <a:lnTo>
                    <a:pt x="1270433" y="708878"/>
                  </a:lnTo>
                  <a:lnTo>
                    <a:pt x="1295541" y="667255"/>
                  </a:lnTo>
                  <a:lnTo>
                    <a:pt x="1320648" y="659450"/>
                  </a:lnTo>
                  <a:lnTo>
                    <a:pt x="1345756" y="639012"/>
                  </a:lnTo>
                  <a:lnTo>
                    <a:pt x="1370863" y="656866"/>
                  </a:lnTo>
                  <a:lnTo>
                    <a:pt x="1395970" y="688460"/>
                  </a:lnTo>
                  <a:lnTo>
                    <a:pt x="1421078" y="669875"/>
                  </a:lnTo>
                  <a:lnTo>
                    <a:pt x="1446185" y="689805"/>
                  </a:lnTo>
                  <a:lnTo>
                    <a:pt x="1471293" y="714415"/>
                  </a:lnTo>
                  <a:lnTo>
                    <a:pt x="1496400" y="732687"/>
                  </a:lnTo>
                  <a:lnTo>
                    <a:pt x="1521507" y="713027"/>
                  </a:lnTo>
                  <a:lnTo>
                    <a:pt x="1546615" y="696389"/>
                  </a:lnTo>
                  <a:lnTo>
                    <a:pt x="1571722" y="747365"/>
                  </a:lnTo>
                  <a:lnTo>
                    <a:pt x="1596830" y="792684"/>
                  </a:lnTo>
                  <a:lnTo>
                    <a:pt x="1621937" y="693610"/>
                  </a:lnTo>
                  <a:lnTo>
                    <a:pt x="1647044" y="775776"/>
                  </a:lnTo>
                  <a:lnTo>
                    <a:pt x="1672152" y="856133"/>
                  </a:lnTo>
                  <a:lnTo>
                    <a:pt x="1697259" y="905728"/>
                  </a:lnTo>
                  <a:lnTo>
                    <a:pt x="1722366" y="977191"/>
                  </a:lnTo>
                  <a:lnTo>
                    <a:pt x="1747474" y="1007167"/>
                  </a:lnTo>
                  <a:lnTo>
                    <a:pt x="1772581" y="1038344"/>
                  </a:lnTo>
                  <a:lnTo>
                    <a:pt x="1797689" y="1114223"/>
                  </a:lnTo>
                  <a:lnTo>
                    <a:pt x="1822796" y="1098443"/>
                  </a:lnTo>
                  <a:lnTo>
                    <a:pt x="1847903" y="1064816"/>
                  </a:lnTo>
                  <a:lnTo>
                    <a:pt x="1873011" y="1064816"/>
                  </a:lnTo>
                  <a:lnTo>
                    <a:pt x="1898118" y="1150107"/>
                  </a:lnTo>
                  <a:lnTo>
                    <a:pt x="1923226" y="1249700"/>
                  </a:lnTo>
                  <a:lnTo>
                    <a:pt x="1948333" y="1223581"/>
                  </a:lnTo>
                  <a:lnTo>
                    <a:pt x="1973440" y="1257327"/>
                  </a:lnTo>
                  <a:lnTo>
                    <a:pt x="1998548" y="1268908"/>
                  </a:lnTo>
                  <a:lnTo>
                    <a:pt x="2023655" y="1191239"/>
                  </a:lnTo>
                  <a:lnTo>
                    <a:pt x="2048763" y="1127081"/>
                  </a:lnTo>
                  <a:lnTo>
                    <a:pt x="2073870" y="1095325"/>
                  </a:lnTo>
                  <a:lnTo>
                    <a:pt x="2098977" y="1015547"/>
                  </a:lnTo>
                  <a:lnTo>
                    <a:pt x="2124085" y="953497"/>
                  </a:lnTo>
                  <a:lnTo>
                    <a:pt x="2149192" y="953497"/>
                  </a:lnTo>
                  <a:lnTo>
                    <a:pt x="2174300" y="953497"/>
                  </a:lnTo>
                  <a:lnTo>
                    <a:pt x="2199407" y="958701"/>
                  </a:lnTo>
                  <a:lnTo>
                    <a:pt x="2224514" y="953497"/>
                  </a:lnTo>
                  <a:lnTo>
                    <a:pt x="2249622" y="953497"/>
                  </a:lnTo>
                  <a:lnTo>
                    <a:pt x="2274729" y="979869"/>
                  </a:lnTo>
                  <a:lnTo>
                    <a:pt x="2299836" y="865339"/>
                  </a:lnTo>
                  <a:lnTo>
                    <a:pt x="2324944" y="856133"/>
                  </a:lnTo>
                  <a:lnTo>
                    <a:pt x="2350051" y="893629"/>
                  </a:lnTo>
                  <a:lnTo>
                    <a:pt x="2375159" y="874655"/>
                  </a:lnTo>
                  <a:lnTo>
                    <a:pt x="2400266" y="905728"/>
                  </a:lnTo>
                  <a:lnTo>
                    <a:pt x="2425373" y="953497"/>
                  </a:lnTo>
                  <a:lnTo>
                    <a:pt x="2450481" y="979869"/>
                  </a:lnTo>
                  <a:lnTo>
                    <a:pt x="2475588" y="1055891"/>
                  </a:lnTo>
                  <a:lnTo>
                    <a:pt x="2500696" y="1079921"/>
                  </a:lnTo>
                  <a:lnTo>
                    <a:pt x="2525803" y="1064816"/>
                  </a:lnTo>
                  <a:lnTo>
                    <a:pt x="2550910" y="1064816"/>
                  </a:lnTo>
                  <a:lnTo>
                    <a:pt x="2576018" y="1086046"/>
                  </a:lnTo>
                  <a:lnTo>
                    <a:pt x="2601125" y="1092220"/>
                  </a:lnTo>
                  <a:lnTo>
                    <a:pt x="2626233" y="1007167"/>
                  </a:lnTo>
                  <a:lnTo>
                    <a:pt x="2651340" y="1018360"/>
                  </a:lnTo>
                  <a:lnTo>
                    <a:pt x="2676447" y="1114223"/>
                  </a:lnTo>
                  <a:lnTo>
                    <a:pt x="2701555" y="969213"/>
                  </a:lnTo>
                  <a:lnTo>
                    <a:pt x="2726662" y="831364"/>
                  </a:lnTo>
                  <a:lnTo>
                    <a:pt x="2751769" y="779914"/>
                  </a:lnTo>
                  <a:lnTo>
                    <a:pt x="2776877" y="632918"/>
                  </a:lnTo>
                  <a:lnTo>
                    <a:pt x="2801984" y="455566"/>
                  </a:lnTo>
                  <a:lnTo>
                    <a:pt x="2827092" y="330785"/>
                  </a:lnTo>
                  <a:lnTo>
                    <a:pt x="2852199" y="498994"/>
                  </a:lnTo>
                  <a:lnTo>
                    <a:pt x="2877306" y="528821"/>
                  </a:lnTo>
                  <a:lnTo>
                    <a:pt x="2902414" y="486050"/>
                  </a:lnTo>
                  <a:lnTo>
                    <a:pt x="2927521" y="426887"/>
                  </a:lnTo>
                  <a:lnTo>
                    <a:pt x="2952629" y="487776"/>
                  </a:lnTo>
                  <a:lnTo>
                    <a:pt x="2977736" y="469343"/>
                  </a:lnTo>
                  <a:lnTo>
                    <a:pt x="3002843" y="425615"/>
                  </a:lnTo>
                  <a:lnTo>
                    <a:pt x="3027951" y="369711"/>
                  </a:lnTo>
                  <a:lnTo>
                    <a:pt x="3053058" y="337048"/>
                  </a:lnTo>
                  <a:lnTo>
                    <a:pt x="3078166" y="349396"/>
                  </a:lnTo>
                  <a:lnTo>
                    <a:pt x="3103273" y="339093"/>
                  </a:lnTo>
                  <a:lnTo>
                    <a:pt x="3128380" y="334331"/>
                  </a:lnTo>
                  <a:lnTo>
                    <a:pt x="3153488" y="349396"/>
                  </a:lnTo>
                  <a:lnTo>
                    <a:pt x="3178595" y="432509"/>
                  </a:lnTo>
                  <a:lnTo>
                    <a:pt x="3203703" y="468734"/>
                  </a:lnTo>
                  <a:lnTo>
                    <a:pt x="3228810" y="411258"/>
                  </a:lnTo>
                  <a:lnTo>
                    <a:pt x="3253917" y="394225"/>
                  </a:lnTo>
                  <a:lnTo>
                    <a:pt x="3279025" y="549162"/>
                  </a:lnTo>
                  <a:lnTo>
                    <a:pt x="3304132" y="430204"/>
                  </a:lnTo>
                  <a:lnTo>
                    <a:pt x="3329239" y="482215"/>
                  </a:lnTo>
                  <a:lnTo>
                    <a:pt x="3354347" y="487776"/>
                  </a:lnTo>
                  <a:lnTo>
                    <a:pt x="3379454" y="372601"/>
                  </a:lnTo>
                  <a:lnTo>
                    <a:pt x="3404562" y="383418"/>
                  </a:lnTo>
                  <a:lnTo>
                    <a:pt x="3429669" y="406448"/>
                  </a:lnTo>
                  <a:lnTo>
                    <a:pt x="3454776" y="447728"/>
                  </a:lnTo>
                  <a:lnTo>
                    <a:pt x="3479884" y="437931"/>
                  </a:lnTo>
                  <a:lnTo>
                    <a:pt x="3504991" y="429218"/>
                  </a:lnTo>
                  <a:lnTo>
                    <a:pt x="3530099" y="474815"/>
                  </a:lnTo>
                  <a:lnTo>
                    <a:pt x="3555206" y="453666"/>
                  </a:lnTo>
                  <a:lnTo>
                    <a:pt x="3580313" y="474815"/>
                  </a:lnTo>
                  <a:lnTo>
                    <a:pt x="3605421" y="544173"/>
                  </a:lnTo>
                  <a:lnTo>
                    <a:pt x="3630528" y="486050"/>
                  </a:lnTo>
                  <a:lnTo>
                    <a:pt x="3655636" y="198329"/>
                  </a:lnTo>
                  <a:lnTo>
                    <a:pt x="3680743" y="205235"/>
                  </a:lnTo>
                  <a:lnTo>
                    <a:pt x="3705850" y="213204"/>
                  </a:lnTo>
                  <a:lnTo>
                    <a:pt x="3730958" y="213204"/>
                  </a:lnTo>
                  <a:lnTo>
                    <a:pt x="3756065" y="200296"/>
                  </a:lnTo>
                  <a:lnTo>
                    <a:pt x="3781173" y="243833"/>
                  </a:lnTo>
                  <a:lnTo>
                    <a:pt x="3806280" y="274635"/>
                  </a:lnTo>
                  <a:lnTo>
                    <a:pt x="3831387" y="281163"/>
                  </a:lnTo>
                  <a:lnTo>
                    <a:pt x="3856495" y="352033"/>
                  </a:lnTo>
                  <a:lnTo>
                    <a:pt x="3881602" y="382543"/>
                  </a:lnTo>
                  <a:lnTo>
                    <a:pt x="3906709" y="319226"/>
                  </a:lnTo>
                  <a:lnTo>
                    <a:pt x="3931817" y="241753"/>
                  </a:lnTo>
                  <a:lnTo>
                    <a:pt x="3956924" y="218225"/>
                  </a:lnTo>
                  <a:lnTo>
                    <a:pt x="3982032" y="215208"/>
                  </a:lnTo>
                  <a:lnTo>
                    <a:pt x="4007139" y="213203"/>
                  </a:lnTo>
                  <a:lnTo>
                    <a:pt x="4032246" y="250107"/>
                  </a:lnTo>
                  <a:lnTo>
                    <a:pt x="4057354" y="277892"/>
                  </a:lnTo>
                  <a:lnTo>
                    <a:pt x="4082461" y="326140"/>
                  </a:lnTo>
                  <a:lnTo>
                    <a:pt x="4107569" y="340157"/>
                  </a:lnTo>
                  <a:lnTo>
                    <a:pt x="4132676" y="362880"/>
                  </a:lnTo>
                  <a:lnTo>
                    <a:pt x="4157783" y="329621"/>
                  </a:lnTo>
                  <a:lnTo>
                    <a:pt x="4182891" y="322675"/>
                  </a:lnTo>
                  <a:lnTo>
                    <a:pt x="4207998" y="271391"/>
                  </a:lnTo>
                  <a:lnTo>
                    <a:pt x="4233106" y="228368"/>
                  </a:lnTo>
                  <a:lnTo>
                    <a:pt x="4258213" y="237610"/>
                  </a:lnTo>
                  <a:lnTo>
                    <a:pt x="4283320" y="314650"/>
                  </a:lnTo>
                  <a:lnTo>
                    <a:pt x="4308428" y="430014"/>
                  </a:lnTo>
                  <a:lnTo>
                    <a:pt x="4333535" y="500592"/>
                  </a:lnTo>
                  <a:lnTo>
                    <a:pt x="4358642" y="502042"/>
                  </a:lnTo>
                  <a:lnTo>
                    <a:pt x="4383750" y="578218"/>
                  </a:lnTo>
                  <a:lnTo>
                    <a:pt x="4408857" y="548386"/>
                  </a:lnTo>
                  <a:lnTo>
                    <a:pt x="4433965" y="525617"/>
                  </a:lnTo>
                  <a:lnTo>
                    <a:pt x="4459072" y="533133"/>
                  </a:lnTo>
                  <a:lnTo>
                    <a:pt x="4484179" y="556127"/>
                  </a:lnTo>
                  <a:lnTo>
                    <a:pt x="4509287" y="587882"/>
                  </a:lnTo>
                  <a:lnTo>
                    <a:pt x="4534394" y="655568"/>
                  </a:lnTo>
                  <a:lnTo>
                    <a:pt x="4559502" y="678898"/>
                  </a:lnTo>
                  <a:lnTo>
                    <a:pt x="4584609" y="731657"/>
                  </a:lnTo>
                  <a:lnTo>
                    <a:pt x="4609716" y="809512"/>
                  </a:lnTo>
                  <a:lnTo>
                    <a:pt x="4634824" y="796689"/>
                  </a:lnTo>
                  <a:lnTo>
                    <a:pt x="4659931" y="769611"/>
                  </a:lnTo>
                  <a:lnTo>
                    <a:pt x="4685039" y="769611"/>
                  </a:lnTo>
                  <a:lnTo>
                    <a:pt x="4710146" y="777843"/>
                  </a:lnTo>
                  <a:lnTo>
                    <a:pt x="4735253" y="853849"/>
                  </a:lnTo>
                  <a:lnTo>
                    <a:pt x="4760361" y="900866"/>
                  </a:lnTo>
                  <a:lnTo>
                    <a:pt x="4785468" y="1058854"/>
                  </a:lnTo>
                  <a:lnTo>
                    <a:pt x="4810576" y="1194767"/>
                  </a:lnTo>
                  <a:lnTo>
                    <a:pt x="4835683" y="1194767"/>
                  </a:lnTo>
                  <a:lnTo>
                    <a:pt x="4860790" y="1194767"/>
                  </a:lnTo>
                  <a:lnTo>
                    <a:pt x="4885898" y="1329258"/>
                  </a:lnTo>
                  <a:lnTo>
                    <a:pt x="4911005" y="1184559"/>
                  </a:lnTo>
                  <a:lnTo>
                    <a:pt x="4936112" y="1041019"/>
                  </a:lnTo>
                  <a:lnTo>
                    <a:pt x="4961220" y="1030521"/>
                  </a:lnTo>
                  <a:lnTo>
                    <a:pt x="4986327" y="941916"/>
                  </a:lnTo>
                  <a:lnTo>
                    <a:pt x="5011435" y="912696"/>
                  </a:lnTo>
                  <a:lnTo>
                    <a:pt x="5036542" y="834329"/>
                  </a:lnTo>
                  <a:lnTo>
                    <a:pt x="5061649" y="1020603"/>
                  </a:lnTo>
                  <a:lnTo>
                    <a:pt x="5086757" y="955351"/>
                  </a:lnTo>
                  <a:lnTo>
                    <a:pt x="5111864" y="776422"/>
                  </a:lnTo>
                  <a:lnTo>
                    <a:pt x="5136972" y="606875"/>
                  </a:lnTo>
                  <a:lnTo>
                    <a:pt x="5162079" y="571112"/>
                  </a:lnTo>
                  <a:lnTo>
                    <a:pt x="5187186" y="459120"/>
                  </a:lnTo>
                  <a:lnTo>
                    <a:pt x="5212294" y="522463"/>
                  </a:lnTo>
                  <a:lnTo>
                    <a:pt x="5237401" y="454582"/>
                  </a:lnTo>
                  <a:lnTo>
                    <a:pt x="5262509" y="455943"/>
                  </a:lnTo>
                  <a:lnTo>
                    <a:pt x="5287616" y="499476"/>
                  </a:lnTo>
                  <a:lnTo>
                    <a:pt x="5312723" y="492196"/>
                  </a:lnTo>
                  <a:lnTo>
                    <a:pt x="5337831" y="495056"/>
                  </a:lnTo>
                  <a:lnTo>
                    <a:pt x="5362938" y="464161"/>
                  </a:lnTo>
                  <a:lnTo>
                    <a:pt x="5388045" y="443778"/>
                  </a:lnTo>
                  <a:lnTo>
                    <a:pt x="5413153" y="456785"/>
                  </a:lnTo>
                  <a:lnTo>
                    <a:pt x="5438260" y="386367"/>
                  </a:lnTo>
                  <a:lnTo>
                    <a:pt x="5463368" y="364640"/>
                  </a:lnTo>
                  <a:lnTo>
                    <a:pt x="5488475" y="413774"/>
                  </a:lnTo>
                  <a:lnTo>
                    <a:pt x="5513582" y="503735"/>
                  </a:lnTo>
                  <a:lnTo>
                    <a:pt x="5538690" y="371132"/>
                  </a:lnTo>
                  <a:lnTo>
                    <a:pt x="5563797" y="460714"/>
                  </a:lnTo>
                  <a:lnTo>
                    <a:pt x="5588905" y="322341"/>
                  </a:lnTo>
                  <a:lnTo>
                    <a:pt x="5614012" y="324021"/>
                  </a:lnTo>
                  <a:lnTo>
                    <a:pt x="5639119" y="279885"/>
                  </a:lnTo>
                  <a:lnTo>
                    <a:pt x="5664227" y="209399"/>
                  </a:lnTo>
                  <a:lnTo>
                    <a:pt x="5689334" y="0"/>
                  </a:lnTo>
                  <a:lnTo>
                    <a:pt x="5714442" y="16150"/>
                  </a:lnTo>
                  <a:lnTo>
                    <a:pt x="5739549" y="83483"/>
                  </a:lnTo>
                  <a:lnTo>
                    <a:pt x="5764656" y="113722"/>
                  </a:lnTo>
                  <a:lnTo>
                    <a:pt x="5789764" y="144267"/>
                  </a:lnTo>
                  <a:lnTo>
                    <a:pt x="5814871" y="241753"/>
                  </a:lnTo>
                  <a:lnTo>
                    <a:pt x="5839979" y="327299"/>
                  </a:lnTo>
                  <a:lnTo>
                    <a:pt x="5865086" y="393826"/>
                  </a:lnTo>
                  <a:lnTo>
                    <a:pt x="5890193" y="590758"/>
                  </a:lnTo>
                  <a:lnTo>
                    <a:pt x="5915301" y="631086"/>
                  </a:lnTo>
                  <a:lnTo>
                    <a:pt x="5940408" y="628475"/>
                  </a:lnTo>
                  <a:lnTo>
                    <a:pt x="5965515" y="658157"/>
                  </a:lnTo>
                  <a:lnTo>
                    <a:pt x="5990623" y="685778"/>
                  </a:lnTo>
                  <a:lnTo>
                    <a:pt x="6015730" y="741266"/>
                  </a:lnTo>
                  <a:lnTo>
                    <a:pt x="6040838" y="921710"/>
                  </a:lnTo>
                  <a:lnTo>
                    <a:pt x="6065945" y="976157"/>
                  </a:lnTo>
                  <a:lnTo>
                    <a:pt x="6091052" y="976157"/>
                  </a:lnTo>
                  <a:lnTo>
                    <a:pt x="6116160" y="1034703"/>
                  </a:lnTo>
                  <a:lnTo>
                    <a:pt x="6141267" y="1111786"/>
                  </a:lnTo>
                  <a:lnTo>
                    <a:pt x="6166375" y="1174437"/>
                  </a:lnTo>
                  <a:lnTo>
                    <a:pt x="6191482" y="1199944"/>
                  </a:lnTo>
                  <a:lnTo>
                    <a:pt x="6216589" y="1199944"/>
                  </a:lnTo>
                  <a:lnTo>
                    <a:pt x="6241697" y="1149740"/>
                  </a:lnTo>
                  <a:lnTo>
                    <a:pt x="6266804" y="1208760"/>
                  </a:lnTo>
                  <a:lnTo>
                    <a:pt x="6291912" y="1184559"/>
                  </a:lnTo>
                  <a:lnTo>
                    <a:pt x="6317019" y="1141425"/>
                  </a:lnTo>
                  <a:lnTo>
                    <a:pt x="6342126" y="996133"/>
                  </a:lnTo>
                  <a:lnTo>
                    <a:pt x="6367234" y="1160188"/>
                  </a:lnTo>
                  <a:lnTo>
                    <a:pt x="6392341" y="1268908"/>
                  </a:lnTo>
                  <a:lnTo>
                    <a:pt x="6417449" y="1268908"/>
                  </a:lnTo>
                  <a:lnTo>
                    <a:pt x="6442556" y="1268908"/>
                  </a:lnTo>
                  <a:lnTo>
                    <a:pt x="6467663" y="1268908"/>
                  </a:lnTo>
                  <a:lnTo>
                    <a:pt x="6492771" y="1268908"/>
                  </a:lnTo>
                  <a:lnTo>
                    <a:pt x="6517878" y="1198311"/>
                  </a:lnTo>
                  <a:lnTo>
                    <a:pt x="6542985" y="1194767"/>
                  </a:lnTo>
                  <a:lnTo>
                    <a:pt x="6568093" y="1117417"/>
                  </a:lnTo>
                  <a:lnTo>
                    <a:pt x="6593200" y="1064816"/>
                  </a:lnTo>
                  <a:lnTo>
                    <a:pt x="6618308" y="1127081"/>
                  </a:lnTo>
                  <a:lnTo>
                    <a:pt x="6643415" y="1127081"/>
                  </a:lnTo>
                  <a:lnTo>
                    <a:pt x="6668522" y="1201871"/>
                  </a:lnTo>
                  <a:lnTo>
                    <a:pt x="6693630" y="1338010"/>
                  </a:lnTo>
                  <a:lnTo>
                    <a:pt x="6718737" y="1317041"/>
                  </a:lnTo>
                  <a:lnTo>
                    <a:pt x="6743845" y="1268908"/>
                  </a:lnTo>
                  <a:lnTo>
                    <a:pt x="6768952" y="1265029"/>
                  </a:lnTo>
                  <a:lnTo>
                    <a:pt x="6794059" y="1194767"/>
                  </a:lnTo>
                  <a:lnTo>
                    <a:pt x="6819167" y="1194767"/>
                  </a:lnTo>
                  <a:lnTo>
                    <a:pt x="6844274" y="1079921"/>
                  </a:lnTo>
                  <a:lnTo>
                    <a:pt x="6869382" y="1064816"/>
                  </a:lnTo>
                  <a:lnTo>
                    <a:pt x="6894489" y="1089127"/>
                  </a:lnTo>
                  <a:lnTo>
                    <a:pt x="6919596" y="1064816"/>
                  </a:lnTo>
                  <a:lnTo>
                    <a:pt x="6944704" y="1136866"/>
                  </a:lnTo>
                  <a:lnTo>
                    <a:pt x="6969811" y="1143458"/>
                  </a:lnTo>
                  <a:lnTo>
                    <a:pt x="6994918" y="1058854"/>
                  </a:lnTo>
                  <a:lnTo>
                    <a:pt x="7020026" y="1007167"/>
                  </a:lnTo>
                  <a:lnTo>
                    <a:pt x="7045133" y="1007167"/>
                  </a:lnTo>
                  <a:lnTo>
                    <a:pt x="7070241" y="1007167"/>
                  </a:lnTo>
                  <a:lnTo>
                    <a:pt x="7095348" y="1029716"/>
                  </a:lnTo>
                  <a:lnTo>
                    <a:pt x="7120455" y="1064816"/>
                  </a:lnTo>
                  <a:lnTo>
                    <a:pt x="7145563" y="1067813"/>
                  </a:lnTo>
                  <a:lnTo>
                    <a:pt x="7170670" y="1047068"/>
                  </a:lnTo>
                  <a:lnTo>
                    <a:pt x="7195778" y="1007167"/>
                  </a:lnTo>
                  <a:lnTo>
                    <a:pt x="7220885" y="1089127"/>
                  </a:lnTo>
                  <a:lnTo>
                    <a:pt x="7245992" y="1064816"/>
                  </a:lnTo>
                  <a:lnTo>
                    <a:pt x="7271100" y="1098443"/>
                  </a:lnTo>
                  <a:lnTo>
                    <a:pt x="7296207" y="1127081"/>
                  </a:lnTo>
                  <a:lnTo>
                    <a:pt x="7321315" y="1127081"/>
                  </a:lnTo>
                  <a:lnTo>
                    <a:pt x="7346422" y="1177285"/>
                  </a:lnTo>
                  <a:lnTo>
                    <a:pt x="7371529" y="1276727"/>
                  </a:lnTo>
                  <a:lnTo>
                    <a:pt x="7396637" y="1265029"/>
                  </a:lnTo>
                  <a:lnTo>
                    <a:pt x="7421744" y="1173835"/>
                  </a:lnTo>
                  <a:lnTo>
                    <a:pt x="7446852" y="1127081"/>
                  </a:lnTo>
                  <a:lnTo>
                    <a:pt x="7471959" y="1127081"/>
                  </a:lnTo>
                  <a:lnTo>
                    <a:pt x="7497066" y="1127081"/>
                  </a:lnTo>
                  <a:lnTo>
                    <a:pt x="7522174" y="1127081"/>
                  </a:lnTo>
                  <a:lnTo>
                    <a:pt x="7547281" y="1216277"/>
                  </a:lnTo>
                  <a:lnTo>
                    <a:pt x="7572388" y="1234668"/>
                  </a:lnTo>
                  <a:lnTo>
                    <a:pt x="7597496" y="1219920"/>
                  </a:lnTo>
                  <a:lnTo>
                    <a:pt x="7622603" y="1227259"/>
                  </a:lnTo>
                  <a:lnTo>
                    <a:pt x="7647711" y="1170401"/>
                  </a:lnTo>
                  <a:lnTo>
                    <a:pt x="7672818" y="1076876"/>
                  </a:lnTo>
                  <a:lnTo>
                    <a:pt x="7697925" y="1049998"/>
                  </a:lnTo>
                  <a:lnTo>
                    <a:pt x="7723033" y="953497"/>
                  </a:lnTo>
                  <a:lnTo>
                    <a:pt x="7748140" y="953497"/>
                  </a:lnTo>
                  <a:lnTo>
                    <a:pt x="7773248" y="974523"/>
                  </a:lnTo>
                  <a:lnTo>
                    <a:pt x="7798355" y="1024017"/>
                  </a:lnTo>
                  <a:lnTo>
                    <a:pt x="7823462" y="1064816"/>
                  </a:lnTo>
                  <a:lnTo>
                    <a:pt x="7848570" y="1047068"/>
                  </a:lnTo>
                  <a:lnTo>
                    <a:pt x="7873677" y="953497"/>
                  </a:lnTo>
                  <a:lnTo>
                    <a:pt x="7898785" y="925485"/>
                  </a:lnTo>
                  <a:lnTo>
                    <a:pt x="7923892" y="860722"/>
                  </a:lnTo>
                  <a:lnTo>
                    <a:pt x="7948999" y="811669"/>
                  </a:lnTo>
                  <a:lnTo>
                    <a:pt x="7974107" y="972790"/>
                  </a:lnTo>
                  <a:lnTo>
                    <a:pt x="7999214" y="1015704"/>
                  </a:lnTo>
                  <a:lnTo>
                    <a:pt x="8024321" y="1041019"/>
                  </a:lnTo>
                  <a:lnTo>
                    <a:pt x="8049429" y="1093482"/>
                  </a:lnTo>
                  <a:lnTo>
                    <a:pt x="8074536" y="1114105"/>
                  </a:lnTo>
                  <a:lnTo>
                    <a:pt x="8099644" y="1199944"/>
                  </a:lnTo>
                  <a:lnTo>
                    <a:pt x="8124751" y="1199944"/>
                  </a:lnTo>
                  <a:lnTo>
                    <a:pt x="8149858" y="1234405"/>
                  </a:lnTo>
                  <a:lnTo>
                    <a:pt x="8174966" y="1215660"/>
                  </a:lnTo>
                  <a:lnTo>
                    <a:pt x="8200073" y="1184540"/>
                  </a:lnTo>
                  <a:lnTo>
                    <a:pt x="8225181" y="1164464"/>
                  </a:lnTo>
                  <a:lnTo>
                    <a:pt x="8250288" y="1253614"/>
                  </a:lnTo>
                  <a:lnTo>
                    <a:pt x="8275395" y="1284791"/>
                  </a:lnTo>
                  <a:lnTo>
                    <a:pt x="8300503" y="1367072"/>
                  </a:lnTo>
                  <a:lnTo>
                    <a:pt x="8325610" y="1473706"/>
                  </a:lnTo>
                  <a:lnTo>
                    <a:pt x="8350718" y="1574111"/>
                  </a:lnTo>
                  <a:lnTo>
                    <a:pt x="8375825" y="1554048"/>
                  </a:lnTo>
                  <a:lnTo>
                    <a:pt x="8375825" y="1668810"/>
                  </a:lnTo>
                  <a:lnTo>
                    <a:pt x="8350718" y="1668810"/>
                  </a:lnTo>
                  <a:lnTo>
                    <a:pt x="8325610" y="1668810"/>
                  </a:lnTo>
                  <a:lnTo>
                    <a:pt x="8300503" y="1668810"/>
                  </a:lnTo>
                  <a:lnTo>
                    <a:pt x="8275395" y="1668810"/>
                  </a:lnTo>
                  <a:lnTo>
                    <a:pt x="8250288" y="1668810"/>
                  </a:lnTo>
                  <a:lnTo>
                    <a:pt x="8225181" y="1668810"/>
                  </a:lnTo>
                  <a:lnTo>
                    <a:pt x="8200073" y="1668810"/>
                  </a:lnTo>
                  <a:lnTo>
                    <a:pt x="8174966" y="1668810"/>
                  </a:lnTo>
                  <a:lnTo>
                    <a:pt x="8149858" y="1668810"/>
                  </a:lnTo>
                  <a:lnTo>
                    <a:pt x="8124751" y="1668810"/>
                  </a:lnTo>
                  <a:lnTo>
                    <a:pt x="8099644" y="1668810"/>
                  </a:lnTo>
                  <a:lnTo>
                    <a:pt x="8074536" y="1668810"/>
                  </a:lnTo>
                  <a:lnTo>
                    <a:pt x="8049429" y="1668810"/>
                  </a:lnTo>
                  <a:lnTo>
                    <a:pt x="8024321" y="1668810"/>
                  </a:lnTo>
                  <a:lnTo>
                    <a:pt x="7999214" y="1668810"/>
                  </a:lnTo>
                  <a:lnTo>
                    <a:pt x="7974107" y="1668810"/>
                  </a:lnTo>
                  <a:lnTo>
                    <a:pt x="7948999" y="1668810"/>
                  </a:lnTo>
                  <a:lnTo>
                    <a:pt x="7923892" y="1668810"/>
                  </a:lnTo>
                  <a:lnTo>
                    <a:pt x="7898785" y="1668810"/>
                  </a:lnTo>
                  <a:lnTo>
                    <a:pt x="7873677" y="1668810"/>
                  </a:lnTo>
                  <a:lnTo>
                    <a:pt x="7848570" y="1668810"/>
                  </a:lnTo>
                  <a:lnTo>
                    <a:pt x="7823462" y="1668810"/>
                  </a:lnTo>
                  <a:lnTo>
                    <a:pt x="7798355" y="1668810"/>
                  </a:lnTo>
                  <a:lnTo>
                    <a:pt x="7773248" y="1668810"/>
                  </a:lnTo>
                  <a:lnTo>
                    <a:pt x="7748140" y="1668810"/>
                  </a:lnTo>
                  <a:lnTo>
                    <a:pt x="7723033" y="1668810"/>
                  </a:lnTo>
                  <a:lnTo>
                    <a:pt x="7697925" y="1668810"/>
                  </a:lnTo>
                  <a:lnTo>
                    <a:pt x="7672818" y="1668810"/>
                  </a:lnTo>
                  <a:lnTo>
                    <a:pt x="7647711" y="1668810"/>
                  </a:lnTo>
                  <a:lnTo>
                    <a:pt x="7622603" y="1668810"/>
                  </a:lnTo>
                  <a:lnTo>
                    <a:pt x="7597496" y="1668810"/>
                  </a:lnTo>
                  <a:lnTo>
                    <a:pt x="7572388" y="1668810"/>
                  </a:lnTo>
                  <a:lnTo>
                    <a:pt x="7547281" y="1668810"/>
                  </a:lnTo>
                  <a:lnTo>
                    <a:pt x="7522174" y="1668810"/>
                  </a:lnTo>
                  <a:lnTo>
                    <a:pt x="7497066" y="1668810"/>
                  </a:lnTo>
                  <a:lnTo>
                    <a:pt x="7471959" y="1668810"/>
                  </a:lnTo>
                  <a:lnTo>
                    <a:pt x="7446852" y="1668810"/>
                  </a:lnTo>
                  <a:lnTo>
                    <a:pt x="7421744" y="1668810"/>
                  </a:lnTo>
                  <a:lnTo>
                    <a:pt x="7396637" y="1668810"/>
                  </a:lnTo>
                  <a:lnTo>
                    <a:pt x="7371529" y="1668810"/>
                  </a:lnTo>
                  <a:lnTo>
                    <a:pt x="7346422" y="1668810"/>
                  </a:lnTo>
                  <a:lnTo>
                    <a:pt x="7321315" y="1668810"/>
                  </a:lnTo>
                  <a:lnTo>
                    <a:pt x="7296207" y="1668810"/>
                  </a:lnTo>
                  <a:lnTo>
                    <a:pt x="7271100" y="1668810"/>
                  </a:lnTo>
                  <a:lnTo>
                    <a:pt x="7245992" y="1668810"/>
                  </a:lnTo>
                  <a:lnTo>
                    <a:pt x="7220885" y="1668810"/>
                  </a:lnTo>
                  <a:lnTo>
                    <a:pt x="7195778" y="1668810"/>
                  </a:lnTo>
                  <a:lnTo>
                    <a:pt x="7170670" y="1668810"/>
                  </a:lnTo>
                  <a:lnTo>
                    <a:pt x="7145563" y="1668810"/>
                  </a:lnTo>
                  <a:lnTo>
                    <a:pt x="7120455" y="1668810"/>
                  </a:lnTo>
                  <a:lnTo>
                    <a:pt x="7095348" y="1668810"/>
                  </a:lnTo>
                  <a:lnTo>
                    <a:pt x="7070241" y="1668810"/>
                  </a:lnTo>
                  <a:lnTo>
                    <a:pt x="7045133" y="1668810"/>
                  </a:lnTo>
                  <a:lnTo>
                    <a:pt x="7020026" y="1668810"/>
                  </a:lnTo>
                  <a:lnTo>
                    <a:pt x="6994918" y="1668810"/>
                  </a:lnTo>
                  <a:lnTo>
                    <a:pt x="6969811" y="1668810"/>
                  </a:lnTo>
                  <a:lnTo>
                    <a:pt x="6944704" y="1668810"/>
                  </a:lnTo>
                  <a:lnTo>
                    <a:pt x="6919596" y="1668810"/>
                  </a:lnTo>
                  <a:lnTo>
                    <a:pt x="6894489" y="1668810"/>
                  </a:lnTo>
                  <a:lnTo>
                    <a:pt x="6869382" y="1668810"/>
                  </a:lnTo>
                  <a:lnTo>
                    <a:pt x="6844274" y="1668810"/>
                  </a:lnTo>
                  <a:lnTo>
                    <a:pt x="6819167" y="1668810"/>
                  </a:lnTo>
                  <a:lnTo>
                    <a:pt x="6794059" y="1668810"/>
                  </a:lnTo>
                  <a:lnTo>
                    <a:pt x="6768952" y="1668810"/>
                  </a:lnTo>
                  <a:lnTo>
                    <a:pt x="6743845" y="1668810"/>
                  </a:lnTo>
                  <a:lnTo>
                    <a:pt x="6718737" y="1668810"/>
                  </a:lnTo>
                  <a:lnTo>
                    <a:pt x="6693630" y="1668810"/>
                  </a:lnTo>
                  <a:lnTo>
                    <a:pt x="6668522" y="1668810"/>
                  </a:lnTo>
                  <a:lnTo>
                    <a:pt x="6643415" y="1668810"/>
                  </a:lnTo>
                  <a:lnTo>
                    <a:pt x="6618308" y="1668810"/>
                  </a:lnTo>
                  <a:lnTo>
                    <a:pt x="6593200" y="1668810"/>
                  </a:lnTo>
                  <a:lnTo>
                    <a:pt x="6568093" y="1668810"/>
                  </a:lnTo>
                  <a:lnTo>
                    <a:pt x="6542985" y="1668810"/>
                  </a:lnTo>
                  <a:lnTo>
                    <a:pt x="6517878" y="1668810"/>
                  </a:lnTo>
                  <a:lnTo>
                    <a:pt x="6492771" y="1668810"/>
                  </a:lnTo>
                  <a:lnTo>
                    <a:pt x="6467663" y="1668810"/>
                  </a:lnTo>
                  <a:lnTo>
                    <a:pt x="6442556" y="1668810"/>
                  </a:lnTo>
                  <a:lnTo>
                    <a:pt x="6417449" y="1668810"/>
                  </a:lnTo>
                  <a:lnTo>
                    <a:pt x="6392341" y="1668810"/>
                  </a:lnTo>
                  <a:lnTo>
                    <a:pt x="6367234" y="1668810"/>
                  </a:lnTo>
                  <a:lnTo>
                    <a:pt x="6342126" y="1668810"/>
                  </a:lnTo>
                  <a:lnTo>
                    <a:pt x="6317019" y="1668810"/>
                  </a:lnTo>
                  <a:lnTo>
                    <a:pt x="6291912" y="1668810"/>
                  </a:lnTo>
                  <a:lnTo>
                    <a:pt x="6266804" y="1668810"/>
                  </a:lnTo>
                  <a:lnTo>
                    <a:pt x="6241697" y="1668810"/>
                  </a:lnTo>
                  <a:lnTo>
                    <a:pt x="6216589" y="1668810"/>
                  </a:lnTo>
                  <a:lnTo>
                    <a:pt x="6191482" y="1668810"/>
                  </a:lnTo>
                  <a:lnTo>
                    <a:pt x="6166375" y="1668810"/>
                  </a:lnTo>
                  <a:lnTo>
                    <a:pt x="6141267" y="1668810"/>
                  </a:lnTo>
                  <a:lnTo>
                    <a:pt x="6116160" y="1668810"/>
                  </a:lnTo>
                  <a:lnTo>
                    <a:pt x="6091052" y="1668810"/>
                  </a:lnTo>
                  <a:lnTo>
                    <a:pt x="6065945" y="1668810"/>
                  </a:lnTo>
                  <a:lnTo>
                    <a:pt x="6040838" y="1668810"/>
                  </a:lnTo>
                  <a:lnTo>
                    <a:pt x="6015730" y="1668810"/>
                  </a:lnTo>
                  <a:lnTo>
                    <a:pt x="5990623" y="1668810"/>
                  </a:lnTo>
                  <a:lnTo>
                    <a:pt x="5965515" y="1668810"/>
                  </a:lnTo>
                  <a:lnTo>
                    <a:pt x="5940408" y="1668810"/>
                  </a:lnTo>
                  <a:lnTo>
                    <a:pt x="5915301" y="1668810"/>
                  </a:lnTo>
                  <a:lnTo>
                    <a:pt x="5890193" y="1668810"/>
                  </a:lnTo>
                  <a:lnTo>
                    <a:pt x="5865086" y="1668810"/>
                  </a:lnTo>
                  <a:lnTo>
                    <a:pt x="5839979" y="1668810"/>
                  </a:lnTo>
                  <a:lnTo>
                    <a:pt x="5814871" y="1668810"/>
                  </a:lnTo>
                  <a:lnTo>
                    <a:pt x="5789764" y="1668810"/>
                  </a:lnTo>
                  <a:lnTo>
                    <a:pt x="5764656" y="1668810"/>
                  </a:lnTo>
                  <a:lnTo>
                    <a:pt x="5739549" y="1668810"/>
                  </a:lnTo>
                  <a:lnTo>
                    <a:pt x="5714442" y="1668810"/>
                  </a:lnTo>
                  <a:lnTo>
                    <a:pt x="5689334" y="1668810"/>
                  </a:lnTo>
                  <a:lnTo>
                    <a:pt x="5664227" y="1668810"/>
                  </a:lnTo>
                  <a:lnTo>
                    <a:pt x="5639119" y="1668810"/>
                  </a:lnTo>
                  <a:lnTo>
                    <a:pt x="5614012" y="1668810"/>
                  </a:lnTo>
                  <a:lnTo>
                    <a:pt x="5588905" y="1668810"/>
                  </a:lnTo>
                  <a:lnTo>
                    <a:pt x="5563797" y="1668810"/>
                  </a:lnTo>
                  <a:lnTo>
                    <a:pt x="5538690" y="1668810"/>
                  </a:lnTo>
                  <a:lnTo>
                    <a:pt x="5513582" y="1668810"/>
                  </a:lnTo>
                  <a:lnTo>
                    <a:pt x="5488475" y="1668810"/>
                  </a:lnTo>
                  <a:lnTo>
                    <a:pt x="5463368" y="1668810"/>
                  </a:lnTo>
                  <a:lnTo>
                    <a:pt x="5438260" y="1668810"/>
                  </a:lnTo>
                  <a:lnTo>
                    <a:pt x="5413153" y="1668810"/>
                  </a:lnTo>
                  <a:lnTo>
                    <a:pt x="5388045" y="1668810"/>
                  </a:lnTo>
                  <a:lnTo>
                    <a:pt x="5362938" y="1668810"/>
                  </a:lnTo>
                  <a:lnTo>
                    <a:pt x="5337831" y="1668810"/>
                  </a:lnTo>
                  <a:lnTo>
                    <a:pt x="5312723" y="1668810"/>
                  </a:lnTo>
                  <a:lnTo>
                    <a:pt x="5287616" y="1668810"/>
                  </a:lnTo>
                  <a:lnTo>
                    <a:pt x="5262509" y="1668810"/>
                  </a:lnTo>
                  <a:lnTo>
                    <a:pt x="5237401" y="1668810"/>
                  </a:lnTo>
                  <a:lnTo>
                    <a:pt x="5212294" y="1668810"/>
                  </a:lnTo>
                  <a:lnTo>
                    <a:pt x="5187186" y="1668810"/>
                  </a:lnTo>
                  <a:lnTo>
                    <a:pt x="5162079" y="1668810"/>
                  </a:lnTo>
                  <a:lnTo>
                    <a:pt x="5136972" y="1668810"/>
                  </a:lnTo>
                  <a:lnTo>
                    <a:pt x="5111864" y="1668810"/>
                  </a:lnTo>
                  <a:lnTo>
                    <a:pt x="5086757" y="1668810"/>
                  </a:lnTo>
                  <a:lnTo>
                    <a:pt x="5061649" y="1668810"/>
                  </a:lnTo>
                  <a:lnTo>
                    <a:pt x="5036542" y="1668810"/>
                  </a:lnTo>
                  <a:lnTo>
                    <a:pt x="5011435" y="1668810"/>
                  </a:lnTo>
                  <a:lnTo>
                    <a:pt x="4986327" y="1668810"/>
                  </a:lnTo>
                  <a:lnTo>
                    <a:pt x="4961220" y="1668810"/>
                  </a:lnTo>
                  <a:lnTo>
                    <a:pt x="4936112" y="1668810"/>
                  </a:lnTo>
                  <a:lnTo>
                    <a:pt x="4911005" y="1668810"/>
                  </a:lnTo>
                  <a:lnTo>
                    <a:pt x="4885898" y="1668810"/>
                  </a:lnTo>
                  <a:lnTo>
                    <a:pt x="4860790" y="1668810"/>
                  </a:lnTo>
                  <a:lnTo>
                    <a:pt x="4835683" y="1668810"/>
                  </a:lnTo>
                  <a:lnTo>
                    <a:pt x="4810576" y="1668810"/>
                  </a:lnTo>
                  <a:lnTo>
                    <a:pt x="4785468" y="1668810"/>
                  </a:lnTo>
                  <a:lnTo>
                    <a:pt x="4760361" y="1668810"/>
                  </a:lnTo>
                  <a:lnTo>
                    <a:pt x="4735253" y="1668810"/>
                  </a:lnTo>
                  <a:lnTo>
                    <a:pt x="4710146" y="1668810"/>
                  </a:lnTo>
                  <a:lnTo>
                    <a:pt x="4685039" y="1668810"/>
                  </a:lnTo>
                  <a:lnTo>
                    <a:pt x="4659931" y="1668810"/>
                  </a:lnTo>
                  <a:lnTo>
                    <a:pt x="4634824" y="1668810"/>
                  </a:lnTo>
                  <a:lnTo>
                    <a:pt x="4609716" y="1668810"/>
                  </a:lnTo>
                  <a:lnTo>
                    <a:pt x="4584609" y="1668810"/>
                  </a:lnTo>
                  <a:lnTo>
                    <a:pt x="4559502" y="1668810"/>
                  </a:lnTo>
                  <a:lnTo>
                    <a:pt x="4534394" y="1668810"/>
                  </a:lnTo>
                  <a:lnTo>
                    <a:pt x="4509287" y="1668810"/>
                  </a:lnTo>
                  <a:lnTo>
                    <a:pt x="4484179" y="1668810"/>
                  </a:lnTo>
                  <a:lnTo>
                    <a:pt x="4459072" y="1668810"/>
                  </a:lnTo>
                  <a:lnTo>
                    <a:pt x="4433965" y="1668810"/>
                  </a:lnTo>
                  <a:lnTo>
                    <a:pt x="4408857" y="1668810"/>
                  </a:lnTo>
                  <a:lnTo>
                    <a:pt x="4383750" y="1668810"/>
                  </a:lnTo>
                  <a:lnTo>
                    <a:pt x="4358642" y="1668810"/>
                  </a:lnTo>
                  <a:lnTo>
                    <a:pt x="4333535" y="1668810"/>
                  </a:lnTo>
                  <a:lnTo>
                    <a:pt x="4308428" y="1668810"/>
                  </a:lnTo>
                  <a:lnTo>
                    <a:pt x="4283320" y="1668810"/>
                  </a:lnTo>
                  <a:lnTo>
                    <a:pt x="4258213" y="1668810"/>
                  </a:lnTo>
                  <a:lnTo>
                    <a:pt x="4233106" y="1668810"/>
                  </a:lnTo>
                  <a:lnTo>
                    <a:pt x="4207998" y="1668810"/>
                  </a:lnTo>
                  <a:lnTo>
                    <a:pt x="4182891" y="1668810"/>
                  </a:lnTo>
                  <a:lnTo>
                    <a:pt x="4157783" y="1668810"/>
                  </a:lnTo>
                  <a:lnTo>
                    <a:pt x="4132676" y="1668810"/>
                  </a:lnTo>
                  <a:lnTo>
                    <a:pt x="4107569" y="1668810"/>
                  </a:lnTo>
                  <a:lnTo>
                    <a:pt x="4082461" y="1668810"/>
                  </a:lnTo>
                  <a:lnTo>
                    <a:pt x="4057354" y="1668810"/>
                  </a:lnTo>
                  <a:lnTo>
                    <a:pt x="4032246" y="1668810"/>
                  </a:lnTo>
                  <a:lnTo>
                    <a:pt x="4007139" y="1668810"/>
                  </a:lnTo>
                  <a:lnTo>
                    <a:pt x="3982032" y="1668810"/>
                  </a:lnTo>
                  <a:lnTo>
                    <a:pt x="3956924" y="1668810"/>
                  </a:lnTo>
                  <a:lnTo>
                    <a:pt x="3931817" y="1668810"/>
                  </a:lnTo>
                  <a:lnTo>
                    <a:pt x="3906709" y="1668810"/>
                  </a:lnTo>
                  <a:lnTo>
                    <a:pt x="3881602" y="1668810"/>
                  </a:lnTo>
                  <a:lnTo>
                    <a:pt x="3856495" y="1668810"/>
                  </a:lnTo>
                  <a:lnTo>
                    <a:pt x="3831387" y="1668810"/>
                  </a:lnTo>
                  <a:lnTo>
                    <a:pt x="3806280" y="1668810"/>
                  </a:lnTo>
                  <a:lnTo>
                    <a:pt x="3781173" y="1668810"/>
                  </a:lnTo>
                  <a:lnTo>
                    <a:pt x="3756065" y="1668810"/>
                  </a:lnTo>
                  <a:lnTo>
                    <a:pt x="3730958" y="1668810"/>
                  </a:lnTo>
                  <a:lnTo>
                    <a:pt x="3705850" y="1668810"/>
                  </a:lnTo>
                  <a:lnTo>
                    <a:pt x="3680743" y="1668810"/>
                  </a:lnTo>
                  <a:lnTo>
                    <a:pt x="3655636" y="1668810"/>
                  </a:lnTo>
                  <a:lnTo>
                    <a:pt x="3630528" y="1668810"/>
                  </a:lnTo>
                  <a:lnTo>
                    <a:pt x="3605421" y="1668810"/>
                  </a:lnTo>
                  <a:lnTo>
                    <a:pt x="3580313" y="1668810"/>
                  </a:lnTo>
                  <a:lnTo>
                    <a:pt x="3555206" y="1668810"/>
                  </a:lnTo>
                  <a:lnTo>
                    <a:pt x="3530099" y="1668810"/>
                  </a:lnTo>
                  <a:lnTo>
                    <a:pt x="3504991" y="1668810"/>
                  </a:lnTo>
                  <a:lnTo>
                    <a:pt x="3479884" y="1668810"/>
                  </a:lnTo>
                  <a:lnTo>
                    <a:pt x="3454776" y="1668810"/>
                  </a:lnTo>
                  <a:lnTo>
                    <a:pt x="3429669" y="1668810"/>
                  </a:lnTo>
                  <a:lnTo>
                    <a:pt x="3404562" y="1668810"/>
                  </a:lnTo>
                  <a:lnTo>
                    <a:pt x="3379454" y="1668810"/>
                  </a:lnTo>
                  <a:lnTo>
                    <a:pt x="3354347" y="1668810"/>
                  </a:lnTo>
                  <a:lnTo>
                    <a:pt x="3329239" y="1668810"/>
                  </a:lnTo>
                  <a:lnTo>
                    <a:pt x="3304132" y="1668810"/>
                  </a:lnTo>
                  <a:lnTo>
                    <a:pt x="3279025" y="1668810"/>
                  </a:lnTo>
                  <a:lnTo>
                    <a:pt x="3253917" y="1668810"/>
                  </a:lnTo>
                  <a:lnTo>
                    <a:pt x="3228810" y="1668810"/>
                  </a:lnTo>
                  <a:lnTo>
                    <a:pt x="3203703" y="1668810"/>
                  </a:lnTo>
                  <a:lnTo>
                    <a:pt x="3178595" y="1668810"/>
                  </a:lnTo>
                  <a:lnTo>
                    <a:pt x="3153488" y="1668810"/>
                  </a:lnTo>
                  <a:lnTo>
                    <a:pt x="3128380" y="1668810"/>
                  </a:lnTo>
                  <a:lnTo>
                    <a:pt x="3103273" y="1668810"/>
                  </a:lnTo>
                  <a:lnTo>
                    <a:pt x="3078166" y="1668810"/>
                  </a:lnTo>
                  <a:lnTo>
                    <a:pt x="3053058" y="1668810"/>
                  </a:lnTo>
                  <a:lnTo>
                    <a:pt x="3027951" y="1668810"/>
                  </a:lnTo>
                  <a:lnTo>
                    <a:pt x="3002843" y="1668810"/>
                  </a:lnTo>
                  <a:lnTo>
                    <a:pt x="2977736" y="1668810"/>
                  </a:lnTo>
                  <a:lnTo>
                    <a:pt x="2952629" y="1668810"/>
                  </a:lnTo>
                  <a:lnTo>
                    <a:pt x="2927521" y="1668810"/>
                  </a:lnTo>
                  <a:lnTo>
                    <a:pt x="2902414" y="1668810"/>
                  </a:lnTo>
                  <a:lnTo>
                    <a:pt x="2877306" y="1668810"/>
                  </a:lnTo>
                  <a:lnTo>
                    <a:pt x="2852199" y="1668810"/>
                  </a:lnTo>
                  <a:lnTo>
                    <a:pt x="2827092" y="1668810"/>
                  </a:lnTo>
                  <a:lnTo>
                    <a:pt x="2801984" y="1668810"/>
                  </a:lnTo>
                  <a:lnTo>
                    <a:pt x="2776877" y="1668810"/>
                  </a:lnTo>
                  <a:lnTo>
                    <a:pt x="2751769" y="1668810"/>
                  </a:lnTo>
                  <a:lnTo>
                    <a:pt x="2726662" y="1668810"/>
                  </a:lnTo>
                  <a:lnTo>
                    <a:pt x="2701555" y="1668810"/>
                  </a:lnTo>
                  <a:lnTo>
                    <a:pt x="2676447" y="1668810"/>
                  </a:lnTo>
                  <a:lnTo>
                    <a:pt x="2651340" y="1668810"/>
                  </a:lnTo>
                  <a:lnTo>
                    <a:pt x="2626233" y="1668810"/>
                  </a:lnTo>
                  <a:lnTo>
                    <a:pt x="2601125" y="1668810"/>
                  </a:lnTo>
                  <a:lnTo>
                    <a:pt x="2576018" y="1668810"/>
                  </a:lnTo>
                  <a:lnTo>
                    <a:pt x="2550910" y="1668810"/>
                  </a:lnTo>
                  <a:lnTo>
                    <a:pt x="2525803" y="1668810"/>
                  </a:lnTo>
                  <a:lnTo>
                    <a:pt x="2500696" y="1668810"/>
                  </a:lnTo>
                  <a:lnTo>
                    <a:pt x="2475588" y="1668810"/>
                  </a:lnTo>
                  <a:lnTo>
                    <a:pt x="2450481" y="1668810"/>
                  </a:lnTo>
                  <a:lnTo>
                    <a:pt x="2425373" y="1668810"/>
                  </a:lnTo>
                  <a:lnTo>
                    <a:pt x="2400266" y="1668810"/>
                  </a:lnTo>
                  <a:lnTo>
                    <a:pt x="2375159" y="1668810"/>
                  </a:lnTo>
                  <a:lnTo>
                    <a:pt x="2350051" y="1668810"/>
                  </a:lnTo>
                  <a:lnTo>
                    <a:pt x="2324944" y="1668810"/>
                  </a:lnTo>
                  <a:lnTo>
                    <a:pt x="2299836" y="1668810"/>
                  </a:lnTo>
                  <a:lnTo>
                    <a:pt x="2274729" y="1668810"/>
                  </a:lnTo>
                  <a:lnTo>
                    <a:pt x="2249622" y="1668810"/>
                  </a:lnTo>
                  <a:lnTo>
                    <a:pt x="2224514" y="1668810"/>
                  </a:lnTo>
                  <a:lnTo>
                    <a:pt x="2199407" y="1668810"/>
                  </a:lnTo>
                  <a:lnTo>
                    <a:pt x="2174300" y="1668810"/>
                  </a:lnTo>
                  <a:lnTo>
                    <a:pt x="2149192" y="1668810"/>
                  </a:lnTo>
                  <a:lnTo>
                    <a:pt x="2124085" y="1668810"/>
                  </a:lnTo>
                  <a:lnTo>
                    <a:pt x="2098977" y="1668810"/>
                  </a:lnTo>
                  <a:lnTo>
                    <a:pt x="2073870" y="1668810"/>
                  </a:lnTo>
                  <a:lnTo>
                    <a:pt x="2048763" y="1668810"/>
                  </a:lnTo>
                  <a:lnTo>
                    <a:pt x="2023655" y="1668810"/>
                  </a:lnTo>
                  <a:lnTo>
                    <a:pt x="1998548" y="1668810"/>
                  </a:lnTo>
                  <a:lnTo>
                    <a:pt x="1973440" y="1668810"/>
                  </a:lnTo>
                  <a:lnTo>
                    <a:pt x="1948333" y="1668810"/>
                  </a:lnTo>
                  <a:lnTo>
                    <a:pt x="1923226" y="1668810"/>
                  </a:lnTo>
                  <a:lnTo>
                    <a:pt x="1898118" y="1668810"/>
                  </a:lnTo>
                  <a:lnTo>
                    <a:pt x="1873011" y="1668810"/>
                  </a:lnTo>
                  <a:lnTo>
                    <a:pt x="1847903" y="1668810"/>
                  </a:lnTo>
                  <a:lnTo>
                    <a:pt x="1822796" y="1668810"/>
                  </a:lnTo>
                  <a:lnTo>
                    <a:pt x="1797689" y="1668810"/>
                  </a:lnTo>
                  <a:lnTo>
                    <a:pt x="1772581" y="1668810"/>
                  </a:lnTo>
                  <a:lnTo>
                    <a:pt x="1747474" y="1668810"/>
                  </a:lnTo>
                  <a:lnTo>
                    <a:pt x="1722366" y="1668810"/>
                  </a:lnTo>
                  <a:lnTo>
                    <a:pt x="1697259" y="1668810"/>
                  </a:lnTo>
                  <a:lnTo>
                    <a:pt x="1672152" y="1668810"/>
                  </a:lnTo>
                  <a:lnTo>
                    <a:pt x="1647044" y="1668810"/>
                  </a:lnTo>
                  <a:lnTo>
                    <a:pt x="1621937" y="1668810"/>
                  </a:lnTo>
                  <a:lnTo>
                    <a:pt x="1596830" y="1668810"/>
                  </a:lnTo>
                  <a:lnTo>
                    <a:pt x="1571722" y="1668810"/>
                  </a:lnTo>
                  <a:lnTo>
                    <a:pt x="1546615" y="1668810"/>
                  </a:lnTo>
                  <a:lnTo>
                    <a:pt x="1521507" y="1668810"/>
                  </a:lnTo>
                  <a:lnTo>
                    <a:pt x="1496400" y="1668810"/>
                  </a:lnTo>
                  <a:lnTo>
                    <a:pt x="1471293" y="1668810"/>
                  </a:lnTo>
                  <a:lnTo>
                    <a:pt x="1446185" y="1668810"/>
                  </a:lnTo>
                  <a:lnTo>
                    <a:pt x="1421078" y="1668810"/>
                  </a:lnTo>
                  <a:lnTo>
                    <a:pt x="1395970" y="1668810"/>
                  </a:lnTo>
                  <a:lnTo>
                    <a:pt x="1370863" y="1668810"/>
                  </a:lnTo>
                  <a:lnTo>
                    <a:pt x="1345756" y="1668810"/>
                  </a:lnTo>
                  <a:lnTo>
                    <a:pt x="1320648" y="1668810"/>
                  </a:lnTo>
                  <a:lnTo>
                    <a:pt x="1295541" y="1668810"/>
                  </a:lnTo>
                  <a:lnTo>
                    <a:pt x="1270433" y="1668810"/>
                  </a:lnTo>
                  <a:lnTo>
                    <a:pt x="1245326" y="1668810"/>
                  </a:lnTo>
                  <a:lnTo>
                    <a:pt x="1220219" y="1668810"/>
                  </a:lnTo>
                  <a:lnTo>
                    <a:pt x="1195111" y="1668810"/>
                  </a:lnTo>
                  <a:lnTo>
                    <a:pt x="1170004" y="1668810"/>
                  </a:lnTo>
                  <a:lnTo>
                    <a:pt x="1144897" y="1668810"/>
                  </a:lnTo>
                  <a:lnTo>
                    <a:pt x="1119789" y="1668810"/>
                  </a:lnTo>
                  <a:lnTo>
                    <a:pt x="1094682" y="1668810"/>
                  </a:lnTo>
                  <a:lnTo>
                    <a:pt x="1069574" y="1668810"/>
                  </a:lnTo>
                  <a:lnTo>
                    <a:pt x="1044467" y="1668810"/>
                  </a:lnTo>
                  <a:lnTo>
                    <a:pt x="1019360" y="1668810"/>
                  </a:lnTo>
                  <a:lnTo>
                    <a:pt x="994252" y="1668810"/>
                  </a:lnTo>
                  <a:lnTo>
                    <a:pt x="969145" y="1668810"/>
                  </a:lnTo>
                  <a:lnTo>
                    <a:pt x="944037" y="1668810"/>
                  </a:lnTo>
                  <a:lnTo>
                    <a:pt x="918930" y="1668810"/>
                  </a:lnTo>
                  <a:lnTo>
                    <a:pt x="893823" y="1668810"/>
                  </a:lnTo>
                  <a:lnTo>
                    <a:pt x="868715" y="1668810"/>
                  </a:lnTo>
                  <a:lnTo>
                    <a:pt x="843608" y="1668810"/>
                  </a:lnTo>
                  <a:lnTo>
                    <a:pt x="818500" y="1668810"/>
                  </a:lnTo>
                  <a:lnTo>
                    <a:pt x="793393" y="1668810"/>
                  </a:lnTo>
                  <a:lnTo>
                    <a:pt x="768286" y="1668810"/>
                  </a:lnTo>
                  <a:lnTo>
                    <a:pt x="743178" y="1668810"/>
                  </a:lnTo>
                  <a:lnTo>
                    <a:pt x="718071" y="1668810"/>
                  </a:lnTo>
                  <a:lnTo>
                    <a:pt x="692963" y="1668810"/>
                  </a:lnTo>
                  <a:lnTo>
                    <a:pt x="667856" y="1668810"/>
                  </a:lnTo>
                  <a:lnTo>
                    <a:pt x="642749" y="1668810"/>
                  </a:lnTo>
                  <a:lnTo>
                    <a:pt x="617641" y="1668810"/>
                  </a:lnTo>
                  <a:lnTo>
                    <a:pt x="592534" y="1668810"/>
                  </a:lnTo>
                  <a:lnTo>
                    <a:pt x="567427" y="1668810"/>
                  </a:lnTo>
                  <a:lnTo>
                    <a:pt x="542319" y="1668810"/>
                  </a:lnTo>
                  <a:lnTo>
                    <a:pt x="517212" y="1668810"/>
                  </a:lnTo>
                  <a:lnTo>
                    <a:pt x="492104" y="1668810"/>
                  </a:lnTo>
                  <a:lnTo>
                    <a:pt x="466997" y="1668810"/>
                  </a:lnTo>
                  <a:lnTo>
                    <a:pt x="441890" y="1668810"/>
                  </a:lnTo>
                  <a:lnTo>
                    <a:pt x="416782" y="1668810"/>
                  </a:lnTo>
                  <a:lnTo>
                    <a:pt x="391675" y="1668810"/>
                  </a:lnTo>
                  <a:lnTo>
                    <a:pt x="366567" y="1668810"/>
                  </a:lnTo>
                  <a:lnTo>
                    <a:pt x="341460" y="1668810"/>
                  </a:lnTo>
                  <a:lnTo>
                    <a:pt x="316353" y="1668810"/>
                  </a:lnTo>
                  <a:lnTo>
                    <a:pt x="291245" y="1668810"/>
                  </a:lnTo>
                  <a:lnTo>
                    <a:pt x="266138" y="1668810"/>
                  </a:lnTo>
                  <a:lnTo>
                    <a:pt x="241030" y="1668810"/>
                  </a:lnTo>
                  <a:lnTo>
                    <a:pt x="215923" y="1668810"/>
                  </a:lnTo>
                  <a:lnTo>
                    <a:pt x="190816" y="1668810"/>
                  </a:lnTo>
                  <a:lnTo>
                    <a:pt x="165708" y="1668810"/>
                  </a:lnTo>
                  <a:lnTo>
                    <a:pt x="140601" y="1668810"/>
                  </a:lnTo>
                  <a:lnTo>
                    <a:pt x="115493" y="1668810"/>
                  </a:lnTo>
                  <a:lnTo>
                    <a:pt x="90386" y="1668810"/>
                  </a:lnTo>
                  <a:lnTo>
                    <a:pt x="65279" y="1668810"/>
                  </a:lnTo>
                  <a:lnTo>
                    <a:pt x="40171" y="1668810"/>
                  </a:lnTo>
                  <a:lnTo>
                    <a:pt x="15064" y="1668810"/>
                  </a:lnTo>
                  <a:lnTo>
                    <a:pt x="0" y="166881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44148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505331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22670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88934" y="3814928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88934" y="327425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88934" y="2738113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43" name="pl43"/>
            <p:cNvSpPr/>
            <p:nvPr/>
          </p:nvSpPr>
          <p:spPr>
            <a:xfrm>
              <a:off x="587875" y="38572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87875" y="331804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87875" y="27788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622670" y="402439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918211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428950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6939689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669343" y="4083973"/>
              <a:ext cx="49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8942000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180082" y="4083973"/>
              <a:ext cx="49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8944000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690821" y="4083973"/>
              <a:ext cx="49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8946000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4533911" y="4193188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96391" y="313907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622670" y="2084226"/>
              <a:ext cx="70027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dko_k27</a:t>
              </a:r>
            </a:p>
          </p:txBody>
        </p:sp>
        <p:sp>
          <p:nvSpPr>
            <p:cNvPr id="56" name="rc56"/>
            <p:cNvSpPr/>
            <p:nvPr/>
          </p:nvSpPr>
          <p:spPr>
            <a:xfrm>
              <a:off x="622670" y="4685334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22670" y="5352858"/>
              <a:ext cx="8375825" cy="945659"/>
            </a:xfrm>
            <a:custGeom>
              <a:avLst/>
              <a:pathLst>
                <a:path w="8375825" h="945659">
                  <a:moveTo>
                    <a:pt x="0" y="792684"/>
                  </a:moveTo>
                  <a:lnTo>
                    <a:pt x="15064" y="778778"/>
                  </a:lnTo>
                  <a:lnTo>
                    <a:pt x="40171" y="762090"/>
                  </a:lnTo>
                  <a:lnTo>
                    <a:pt x="65279" y="723151"/>
                  </a:lnTo>
                  <a:lnTo>
                    <a:pt x="90386" y="723151"/>
                  </a:lnTo>
                  <a:lnTo>
                    <a:pt x="115493" y="723151"/>
                  </a:lnTo>
                  <a:lnTo>
                    <a:pt x="140601" y="723151"/>
                  </a:lnTo>
                  <a:lnTo>
                    <a:pt x="165708" y="723151"/>
                  </a:lnTo>
                  <a:lnTo>
                    <a:pt x="190816" y="723151"/>
                  </a:lnTo>
                  <a:lnTo>
                    <a:pt x="215923" y="678649"/>
                  </a:lnTo>
                  <a:lnTo>
                    <a:pt x="241030" y="667524"/>
                  </a:lnTo>
                  <a:lnTo>
                    <a:pt x="266138" y="667524"/>
                  </a:lnTo>
                  <a:lnTo>
                    <a:pt x="291245" y="667524"/>
                  </a:lnTo>
                  <a:lnTo>
                    <a:pt x="316353" y="667524"/>
                  </a:lnTo>
                  <a:lnTo>
                    <a:pt x="341460" y="667524"/>
                  </a:lnTo>
                  <a:lnTo>
                    <a:pt x="366567" y="667524"/>
                  </a:lnTo>
                  <a:lnTo>
                    <a:pt x="391675" y="631366"/>
                  </a:lnTo>
                  <a:lnTo>
                    <a:pt x="416782" y="673086"/>
                  </a:lnTo>
                  <a:lnTo>
                    <a:pt x="441890" y="723151"/>
                  </a:lnTo>
                  <a:lnTo>
                    <a:pt x="466997" y="667524"/>
                  </a:lnTo>
                  <a:lnTo>
                    <a:pt x="492104" y="667524"/>
                  </a:lnTo>
                  <a:lnTo>
                    <a:pt x="517212" y="670305"/>
                  </a:lnTo>
                  <a:lnTo>
                    <a:pt x="542319" y="723151"/>
                  </a:lnTo>
                  <a:lnTo>
                    <a:pt x="567427" y="723151"/>
                  </a:lnTo>
                  <a:lnTo>
                    <a:pt x="592534" y="723151"/>
                  </a:lnTo>
                  <a:lnTo>
                    <a:pt x="617641" y="745402"/>
                  </a:lnTo>
                  <a:lnTo>
                    <a:pt x="642749" y="778778"/>
                  </a:lnTo>
                  <a:lnTo>
                    <a:pt x="667856" y="792684"/>
                  </a:lnTo>
                  <a:lnTo>
                    <a:pt x="692963" y="834405"/>
                  </a:lnTo>
                  <a:lnTo>
                    <a:pt x="718071" y="834405"/>
                  </a:lnTo>
                  <a:lnTo>
                    <a:pt x="743178" y="834405"/>
                  </a:lnTo>
                  <a:lnTo>
                    <a:pt x="768286" y="773215"/>
                  </a:lnTo>
                  <a:lnTo>
                    <a:pt x="793393" y="723151"/>
                  </a:lnTo>
                  <a:lnTo>
                    <a:pt x="818500" y="723151"/>
                  </a:lnTo>
                  <a:lnTo>
                    <a:pt x="843608" y="737057"/>
                  </a:lnTo>
                  <a:lnTo>
                    <a:pt x="868715" y="723151"/>
                  </a:lnTo>
                  <a:lnTo>
                    <a:pt x="893823" y="684212"/>
                  </a:lnTo>
                  <a:lnTo>
                    <a:pt x="918930" y="600771"/>
                  </a:lnTo>
                  <a:lnTo>
                    <a:pt x="944037" y="497861"/>
                  </a:lnTo>
                  <a:lnTo>
                    <a:pt x="969145" y="445016"/>
                  </a:lnTo>
                  <a:lnTo>
                    <a:pt x="994252" y="445016"/>
                  </a:lnTo>
                  <a:lnTo>
                    <a:pt x="1019360" y="497861"/>
                  </a:lnTo>
                  <a:lnTo>
                    <a:pt x="1044467" y="492299"/>
                  </a:lnTo>
                  <a:lnTo>
                    <a:pt x="1069574" y="403295"/>
                  </a:lnTo>
                  <a:lnTo>
                    <a:pt x="1094682" y="422765"/>
                  </a:lnTo>
                  <a:lnTo>
                    <a:pt x="1119789" y="389389"/>
                  </a:lnTo>
                  <a:lnTo>
                    <a:pt x="1144897" y="347669"/>
                  </a:lnTo>
                  <a:lnTo>
                    <a:pt x="1170004" y="289260"/>
                  </a:lnTo>
                  <a:lnTo>
                    <a:pt x="1195111" y="278135"/>
                  </a:lnTo>
                  <a:lnTo>
                    <a:pt x="1220219" y="278135"/>
                  </a:lnTo>
                  <a:lnTo>
                    <a:pt x="1245326" y="278135"/>
                  </a:lnTo>
                  <a:lnTo>
                    <a:pt x="1270433" y="278135"/>
                  </a:lnTo>
                  <a:lnTo>
                    <a:pt x="1295541" y="278135"/>
                  </a:lnTo>
                  <a:lnTo>
                    <a:pt x="1320648" y="278135"/>
                  </a:lnTo>
                  <a:lnTo>
                    <a:pt x="1345756" y="278135"/>
                  </a:lnTo>
                  <a:lnTo>
                    <a:pt x="1370863" y="278135"/>
                  </a:lnTo>
                  <a:lnTo>
                    <a:pt x="1395970" y="333762"/>
                  </a:lnTo>
                  <a:lnTo>
                    <a:pt x="1421078" y="389389"/>
                  </a:lnTo>
                  <a:lnTo>
                    <a:pt x="1446185" y="389389"/>
                  </a:lnTo>
                  <a:lnTo>
                    <a:pt x="1471293" y="372700"/>
                  </a:lnTo>
                  <a:lnTo>
                    <a:pt x="1496400" y="389389"/>
                  </a:lnTo>
                  <a:lnTo>
                    <a:pt x="1521507" y="425546"/>
                  </a:lnTo>
                  <a:lnTo>
                    <a:pt x="1546615" y="506205"/>
                  </a:lnTo>
                  <a:lnTo>
                    <a:pt x="1571722" y="609115"/>
                  </a:lnTo>
                  <a:lnTo>
                    <a:pt x="1596830" y="667524"/>
                  </a:lnTo>
                  <a:lnTo>
                    <a:pt x="1621937" y="667524"/>
                  </a:lnTo>
                  <a:lnTo>
                    <a:pt x="1647044" y="667524"/>
                  </a:lnTo>
                  <a:lnTo>
                    <a:pt x="1672152" y="673086"/>
                  </a:lnTo>
                  <a:lnTo>
                    <a:pt x="1697259" y="762090"/>
                  </a:lnTo>
                  <a:lnTo>
                    <a:pt x="1722366" y="795466"/>
                  </a:lnTo>
                  <a:lnTo>
                    <a:pt x="1747474" y="834405"/>
                  </a:lnTo>
                  <a:lnTo>
                    <a:pt x="1772581" y="873344"/>
                  </a:lnTo>
                  <a:lnTo>
                    <a:pt x="1797689" y="931752"/>
                  </a:lnTo>
                  <a:lnTo>
                    <a:pt x="1822796" y="945659"/>
                  </a:lnTo>
                  <a:lnTo>
                    <a:pt x="1847903" y="945659"/>
                  </a:lnTo>
                  <a:lnTo>
                    <a:pt x="1873011" y="945659"/>
                  </a:lnTo>
                  <a:lnTo>
                    <a:pt x="1898118" y="945659"/>
                  </a:lnTo>
                  <a:lnTo>
                    <a:pt x="1923226" y="945659"/>
                  </a:lnTo>
                  <a:lnTo>
                    <a:pt x="1948333" y="945659"/>
                  </a:lnTo>
                  <a:lnTo>
                    <a:pt x="1973440" y="945659"/>
                  </a:lnTo>
                  <a:lnTo>
                    <a:pt x="1998548" y="945659"/>
                  </a:lnTo>
                  <a:lnTo>
                    <a:pt x="2023655" y="945659"/>
                  </a:lnTo>
                  <a:lnTo>
                    <a:pt x="2048763" y="945659"/>
                  </a:lnTo>
                  <a:lnTo>
                    <a:pt x="2073870" y="909501"/>
                  </a:lnTo>
                  <a:lnTo>
                    <a:pt x="2098977" y="928971"/>
                  </a:lnTo>
                  <a:lnTo>
                    <a:pt x="2124085" y="945659"/>
                  </a:lnTo>
                  <a:lnTo>
                    <a:pt x="2149192" y="945659"/>
                  </a:lnTo>
                  <a:lnTo>
                    <a:pt x="2174300" y="945659"/>
                  </a:lnTo>
                  <a:lnTo>
                    <a:pt x="2199407" y="945659"/>
                  </a:lnTo>
                  <a:lnTo>
                    <a:pt x="2224514" y="945659"/>
                  </a:lnTo>
                  <a:lnTo>
                    <a:pt x="2249622" y="945659"/>
                  </a:lnTo>
                  <a:lnTo>
                    <a:pt x="2274729" y="945659"/>
                  </a:lnTo>
                  <a:lnTo>
                    <a:pt x="2299836" y="945659"/>
                  </a:lnTo>
                  <a:lnTo>
                    <a:pt x="2324944" y="945659"/>
                  </a:lnTo>
                  <a:lnTo>
                    <a:pt x="2350051" y="945659"/>
                  </a:lnTo>
                  <a:lnTo>
                    <a:pt x="2375159" y="917845"/>
                  </a:lnTo>
                  <a:lnTo>
                    <a:pt x="2400266" y="890032"/>
                  </a:lnTo>
                  <a:lnTo>
                    <a:pt x="2425373" y="890032"/>
                  </a:lnTo>
                  <a:lnTo>
                    <a:pt x="2450481" y="890032"/>
                  </a:lnTo>
                  <a:lnTo>
                    <a:pt x="2475588" y="845530"/>
                  </a:lnTo>
                  <a:lnTo>
                    <a:pt x="2500696" y="834405"/>
                  </a:lnTo>
                  <a:lnTo>
                    <a:pt x="2525803" y="834405"/>
                  </a:lnTo>
                  <a:lnTo>
                    <a:pt x="2550910" y="834405"/>
                  </a:lnTo>
                  <a:lnTo>
                    <a:pt x="2576018" y="814935"/>
                  </a:lnTo>
                  <a:lnTo>
                    <a:pt x="2601125" y="778778"/>
                  </a:lnTo>
                  <a:lnTo>
                    <a:pt x="2626233" y="778778"/>
                  </a:lnTo>
                  <a:lnTo>
                    <a:pt x="2651340" y="778778"/>
                  </a:lnTo>
                  <a:lnTo>
                    <a:pt x="2676447" y="728713"/>
                  </a:lnTo>
                  <a:lnTo>
                    <a:pt x="2701555" y="742620"/>
                  </a:lnTo>
                  <a:lnTo>
                    <a:pt x="2726662" y="723151"/>
                  </a:lnTo>
                  <a:lnTo>
                    <a:pt x="2751769" y="720369"/>
                  </a:lnTo>
                  <a:lnTo>
                    <a:pt x="2776877" y="667524"/>
                  </a:lnTo>
                  <a:lnTo>
                    <a:pt x="2801984" y="667524"/>
                  </a:lnTo>
                  <a:lnTo>
                    <a:pt x="2827092" y="667524"/>
                  </a:lnTo>
                  <a:lnTo>
                    <a:pt x="2852199" y="667524"/>
                  </a:lnTo>
                  <a:lnTo>
                    <a:pt x="2877306" y="667524"/>
                  </a:lnTo>
                  <a:lnTo>
                    <a:pt x="2902414" y="623022"/>
                  </a:lnTo>
                  <a:lnTo>
                    <a:pt x="2927521" y="567395"/>
                  </a:lnTo>
                  <a:lnTo>
                    <a:pt x="2952629" y="556270"/>
                  </a:lnTo>
                  <a:lnTo>
                    <a:pt x="2977736" y="556270"/>
                  </a:lnTo>
                  <a:lnTo>
                    <a:pt x="3002843" y="581302"/>
                  </a:lnTo>
                  <a:lnTo>
                    <a:pt x="3027951" y="611897"/>
                  </a:lnTo>
                  <a:lnTo>
                    <a:pt x="3053058" y="611897"/>
                  </a:lnTo>
                  <a:lnTo>
                    <a:pt x="3078166" y="561832"/>
                  </a:lnTo>
                  <a:lnTo>
                    <a:pt x="3103273" y="531237"/>
                  </a:lnTo>
                  <a:lnTo>
                    <a:pt x="3128380" y="500643"/>
                  </a:lnTo>
                  <a:lnTo>
                    <a:pt x="3153488" y="467266"/>
                  </a:lnTo>
                  <a:lnTo>
                    <a:pt x="3178595" y="445016"/>
                  </a:lnTo>
                  <a:lnTo>
                    <a:pt x="3203703" y="461704"/>
                  </a:lnTo>
                  <a:lnTo>
                    <a:pt x="3228810" y="472829"/>
                  </a:lnTo>
                  <a:lnTo>
                    <a:pt x="3253917" y="445016"/>
                  </a:lnTo>
                  <a:lnTo>
                    <a:pt x="3279025" y="445016"/>
                  </a:lnTo>
                  <a:lnTo>
                    <a:pt x="3304132" y="492299"/>
                  </a:lnTo>
                  <a:lnTo>
                    <a:pt x="3329239" y="472829"/>
                  </a:lnTo>
                  <a:lnTo>
                    <a:pt x="3354347" y="500643"/>
                  </a:lnTo>
                  <a:lnTo>
                    <a:pt x="3379454" y="500643"/>
                  </a:lnTo>
                  <a:lnTo>
                    <a:pt x="3404562" y="556270"/>
                  </a:lnTo>
                  <a:lnTo>
                    <a:pt x="3429669" y="556270"/>
                  </a:lnTo>
                  <a:lnTo>
                    <a:pt x="3454776" y="525675"/>
                  </a:lnTo>
                  <a:lnTo>
                    <a:pt x="3479884" y="500643"/>
                  </a:lnTo>
                  <a:lnTo>
                    <a:pt x="3504991" y="456141"/>
                  </a:lnTo>
                  <a:lnTo>
                    <a:pt x="3530099" y="486736"/>
                  </a:lnTo>
                  <a:lnTo>
                    <a:pt x="3555206" y="542363"/>
                  </a:lnTo>
                  <a:lnTo>
                    <a:pt x="3580313" y="556270"/>
                  </a:lnTo>
                  <a:lnTo>
                    <a:pt x="3605421" y="556270"/>
                  </a:lnTo>
                  <a:lnTo>
                    <a:pt x="3630528" y="556270"/>
                  </a:lnTo>
                  <a:lnTo>
                    <a:pt x="3655636" y="556270"/>
                  </a:lnTo>
                  <a:lnTo>
                    <a:pt x="3680743" y="556270"/>
                  </a:lnTo>
                  <a:lnTo>
                    <a:pt x="3705850" y="603553"/>
                  </a:lnTo>
                  <a:lnTo>
                    <a:pt x="3730958" y="673086"/>
                  </a:lnTo>
                  <a:lnTo>
                    <a:pt x="3756065" y="723151"/>
                  </a:lnTo>
                  <a:lnTo>
                    <a:pt x="3781173" y="753746"/>
                  </a:lnTo>
                  <a:lnTo>
                    <a:pt x="3806280" y="670305"/>
                  </a:lnTo>
                  <a:lnTo>
                    <a:pt x="3831387" y="611897"/>
                  </a:lnTo>
                  <a:lnTo>
                    <a:pt x="3856495" y="636929"/>
                  </a:lnTo>
                  <a:lnTo>
                    <a:pt x="3881602" y="667524"/>
                  </a:lnTo>
                  <a:lnTo>
                    <a:pt x="3906709" y="667524"/>
                  </a:lnTo>
                  <a:lnTo>
                    <a:pt x="3931817" y="667524"/>
                  </a:lnTo>
                  <a:lnTo>
                    <a:pt x="3956924" y="659180"/>
                  </a:lnTo>
                  <a:lnTo>
                    <a:pt x="3982032" y="620241"/>
                  </a:lnTo>
                  <a:lnTo>
                    <a:pt x="4007139" y="556270"/>
                  </a:lnTo>
                  <a:lnTo>
                    <a:pt x="4032246" y="556270"/>
                  </a:lnTo>
                  <a:lnTo>
                    <a:pt x="4057354" y="556270"/>
                  </a:lnTo>
                  <a:lnTo>
                    <a:pt x="4082461" y="520112"/>
                  </a:lnTo>
                  <a:lnTo>
                    <a:pt x="4107569" y="500643"/>
                  </a:lnTo>
                  <a:lnTo>
                    <a:pt x="4132676" y="542363"/>
                  </a:lnTo>
                  <a:lnTo>
                    <a:pt x="4157783" y="556270"/>
                  </a:lnTo>
                  <a:lnTo>
                    <a:pt x="4182891" y="556270"/>
                  </a:lnTo>
                  <a:lnTo>
                    <a:pt x="4207998" y="556270"/>
                  </a:lnTo>
                  <a:lnTo>
                    <a:pt x="4233106" y="556270"/>
                  </a:lnTo>
                  <a:lnTo>
                    <a:pt x="4258213" y="556270"/>
                  </a:lnTo>
                  <a:lnTo>
                    <a:pt x="4283320" y="556270"/>
                  </a:lnTo>
                  <a:lnTo>
                    <a:pt x="4308428" y="511768"/>
                  </a:lnTo>
                  <a:lnTo>
                    <a:pt x="4333535" y="500643"/>
                  </a:lnTo>
                  <a:lnTo>
                    <a:pt x="4358642" y="500643"/>
                  </a:lnTo>
                  <a:lnTo>
                    <a:pt x="4383750" y="497861"/>
                  </a:lnTo>
                  <a:lnTo>
                    <a:pt x="4408857" y="445016"/>
                  </a:lnTo>
                  <a:lnTo>
                    <a:pt x="4433965" y="545144"/>
                  </a:lnTo>
                  <a:lnTo>
                    <a:pt x="4459072" y="611897"/>
                  </a:lnTo>
                  <a:lnTo>
                    <a:pt x="4484179" y="611897"/>
                  </a:lnTo>
                  <a:lnTo>
                    <a:pt x="4509287" y="611897"/>
                  </a:lnTo>
                  <a:lnTo>
                    <a:pt x="4534394" y="611897"/>
                  </a:lnTo>
                  <a:lnTo>
                    <a:pt x="4559502" y="578520"/>
                  </a:lnTo>
                  <a:lnTo>
                    <a:pt x="4584609" y="561832"/>
                  </a:lnTo>
                  <a:lnTo>
                    <a:pt x="4609716" y="597990"/>
                  </a:lnTo>
                  <a:lnTo>
                    <a:pt x="4634824" y="667524"/>
                  </a:lnTo>
                  <a:lnTo>
                    <a:pt x="4659931" y="667524"/>
                  </a:lnTo>
                  <a:lnTo>
                    <a:pt x="4685039" y="667524"/>
                  </a:lnTo>
                  <a:lnTo>
                    <a:pt x="4710146" y="681430"/>
                  </a:lnTo>
                  <a:lnTo>
                    <a:pt x="4735253" y="667524"/>
                  </a:lnTo>
                  <a:lnTo>
                    <a:pt x="4760361" y="606334"/>
                  </a:lnTo>
                  <a:lnTo>
                    <a:pt x="4785468" y="508987"/>
                  </a:lnTo>
                  <a:lnTo>
                    <a:pt x="4810576" y="500643"/>
                  </a:lnTo>
                  <a:lnTo>
                    <a:pt x="4835683" y="481173"/>
                  </a:lnTo>
                  <a:lnTo>
                    <a:pt x="4860790" y="445016"/>
                  </a:lnTo>
                  <a:lnTo>
                    <a:pt x="4885898" y="445016"/>
                  </a:lnTo>
                  <a:lnTo>
                    <a:pt x="4911005" y="445016"/>
                  </a:lnTo>
                  <a:lnTo>
                    <a:pt x="4936112" y="486736"/>
                  </a:lnTo>
                  <a:lnTo>
                    <a:pt x="4961220" y="458922"/>
                  </a:lnTo>
                  <a:lnTo>
                    <a:pt x="4986327" y="389389"/>
                  </a:lnTo>
                  <a:lnTo>
                    <a:pt x="5011435" y="350450"/>
                  </a:lnTo>
                  <a:lnTo>
                    <a:pt x="5036542" y="297604"/>
                  </a:lnTo>
                  <a:lnTo>
                    <a:pt x="5061649" y="278135"/>
                  </a:lnTo>
                  <a:lnTo>
                    <a:pt x="5086757" y="225289"/>
                  </a:lnTo>
                  <a:lnTo>
                    <a:pt x="5111864" y="222508"/>
                  </a:lnTo>
                  <a:lnTo>
                    <a:pt x="5136972" y="222508"/>
                  </a:lnTo>
                  <a:lnTo>
                    <a:pt x="5162079" y="222508"/>
                  </a:lnTo>
                  <a:lnTo>
                    <a:pt x="5187186" y="253103"/>
                  </a:lnTo>
                  <a:lnTo>
                    <a:pt x="5212294" y="286479"/>
                  </a:lnTo>
                  <a:lnTo>
                    <a:pt x="5237401" y="258665"/>
                  </a:lnTo>
                  <a:lnTo>
                    <a:pt x="5262509" y="200257"/>
                  </a:lnTo>
                  <a:lnTo>
                    <a:pt x="5287616" y="111254"/>
                  </a:lnTo>
                  <a:lnTo>
                    <a:pt x="5312723" y="111254"/>
                  </a:lnTo>
                  <a:lnTo>
                    <a:pt x="5337831" y="152974"/>
                  </a:lnTo>
                  <a:lnTo>
                    <a:pt x="5362938" y="211382"/>
                  </a:lnTo>
                  <a:lnTo>
                    <a:pt x="5388045" y="225289"/>
                  </a:lnTo>
                  <a:lnTo>
                    <a:pt x="5413153" y="305948"/>
                  </a:lnTo>
                  <a:lnTo>
                    <a:pt x="5438260" y="244759"/>
                  </a:lnTo>
                  <a:lnTo>
                    <a:pt x="5463368" y="216945"/>
                  </a:lnTo>
                  <a:lnTo>
                    <a:pt x="5488475" y="141849"/>
                  </a:lnTo>
                  <a:lnTo>
                    <a:pt x="5513582" y="55627"/>
                  </a:lnTo>
                  <a:lnTo>
                    <a:pt x="5538690" y="38938"/>
                  </a:lnTo>
                  <a:lnTo>
                    <a:pt x="5563797" y="0"/>
                  </a:lnTo>
                  <a:lnTo>
                    <a:pt x="5588905" y="36157"/>
                  </a:lnTo>
                  <a:lnTo>
                    <a:pt x="5614012" y="111254"/>
                  </a:lnTo>
                  <a:lnTo>
                    <a:pt x="5639119" y="100128"/>
                  </a:lnTo>
                  <a:lnTo>
                    <a:pt x="5664227" y="200257"/>
                  </a:lnTo>
                  <a:lnTo>
                    <a:pt x="5689334" y="222508"/>
                  </a:lnTo>
                  <a:lnTo>
                    <a:pt x="5714442" y="272572"/>
                  </a:lnTo>
                  <a:lnTo>
                    <a:pt x="5739549" y="278135"/>
                  </a:lnTo>
                  <a:lnTo>
                    <a:pt x="5764656" y="278135"/>
                  </a:lnTo>
                  <a:lnTo>
                    <a:pt x="5789764" y="278135"/>
                  </a:lnTo>
                  <a:lnTo>
                    <a:pt x="5814871" y="278135"/>
                  </a:lnTo>
                  <a:lnTo>
                    <a:pt x="5839979" y="300386"/>
                  </a:lnTo>
                  <a:lnTo>
                    <a:pt x="5865086" y="350450"/>
                  </a:lnTo>
                  <a:lnTo>
                    <a:pt x="5890193" y="406077"/>
                  </a:lnTo>
                  <a:lnTo>
                    <a:pt x="5915301" y="500643"/>
                  </a:lnTo>
                  <a:lnTo>
                    <a:pt x="5940408" y="500643"/>
                  </a:lnTo>
                  <a:lnTo>
                    <a:pt x="5965515" y="500643"/>
                  </a:lnTo>
                  <a:lnTo>
                    <a:pt x="5990623" y="503424"/>
                  </a:lnTo>
                  <a:lnTo>
                    <a:pt x="6015730" y="556270"/>
                  </a:lnTo>
                  <a:lnTo>
                    <a:pt x="6040838" y="570176"/>
                  </a:lnTo>
                  <a:lnTo>
                    <a:pt x="6065945" y="625803"/>
                  </a:lnTo>
                  <a:lnTo>
                    <a:pt x="6091052" y="628585"/>
                  </a:lnTo>
                  <a:lnTo>
                    <a:pt x="6116160" y="742620"/>
                  </a:lnTo>
                  <a:lnTo>
                    <a:pt x="6141267" y="831623"/>
                  </a:lnTo>
                  <a:lnTo>
                    <a:pt x="6166375" y="792684"/>
                  </a:lnTo>
                  <a:lnTo>
                    <a:pt x="6191482" y="834405"/>
                  </a:lnTo>
                  <a:lnTo>
                    <a:pt x="6216589" y="834405"/>
                  </a:lnTo>
                  <a:lnTo>
                    <a:pt x="6241697" y="739839"/>
                  </a:lnTo>
                  <a:lnTo>
                    <a:pt x="6266804" y="764871"/>
                  </a:lnTo>
                  <a:lnTo>
                    <a:pt x="6291912" y="778778"/>
                  </a:lnTo>
                  <a:lnTo>
                    <a:pt x="6317019" y="778778"/>
                  </a:lnTo>
                  <a:lnTo>
                    <a:pt x="6342126" y="778778"/>
                  </a:lnTo>
                  <a:lnTo>
                    <a:pt x="6367234" y="778778"/>
                  </a:lnTo>
                  <a:lnTo>
                    <a:pt x="6392341" y="762090"/>
                  </a:lnTo>
                  <a:lnTo>
                    <a:pt x="6417449" y="723151"/>
                  </a:lnTo>
                  <a:lnTo>
                    <a:pt x="6442556" y="712025"/>
                  </a:lnTo>
                  <a:lnTo>
                    <a:pt x="6467663" y="667524"/>
                  </a:lnTo>
                  <a:lnTo>
                    <a:pt x="6492771" y="667524"/>
                  </a:lnTo>
                  <a:lnTo>
                    <a:pt x="6517878" y="667524"/>
                  </a:lnTo>
                  <a:lnTo>
                    <a:pt x="6542985" y="667524"/>
                  </a:lnTo>
                  <a:lnTo>
                    <a:pt x="6568093" y="667524"/>
                  </a:lnTo>
                  <a:lnTo>
                    <a:pt x="6593200" y="667524"/>
                  </a:lnTo>
                  <a:lnTo>
                    <a:pt x="6618308" y="645273"/>
                  </a:lnTo>
                  <a:lnTo>
                    <a:pt x="6643415" y="611897"/>
                  </a:lnTo>
                  <a:lnTo>
                    <a:pt x="6668522" y="611897"/>
                  </a:lnTo>
                  <a:lnTo>
                    <a:pt x="6693630" y="625803"/>
                  </a:lnTo>
                  <a:lnTo>
                    <a:pt x="6718737" y="667524"/>
                  </a:lnTo>
                  <a:lnTo>
                    <a:pt x="6743845" y="667524"/>
                  </a:lnTo>
                  <a:lnTo>
                    <a:pt x="6768952" y="667524"/>
                  </a:lnTo>
                  <a:lnTo>
                    <a:pt x="6794059" y="723151"/>
                  </a:lnTo>
                  <a:lnTo>
                    <a:pt x="6819167" y="723151"/>
                  </a:lnTo>
                  <a:lnTo>
                    <a:pt x="6844274" y="723151"/>
                  </a:lnTo>
                  <a:lnTo>
                    <a:pt x="6869382" y="787122"/>
                  </a:lnTo>
                  <a:lnTo>
                    <a:pt x="6894489" y="778778"/>
                  </a:lnTo>
                  <a:lnTo>
                    <a:pt x="6919596" y="778778"/>
                  </a:lnTo>
                  <a:lnTo>
                    <a:pt x="6944704" y="778778"/>
                  </a:lnTo>
                  <a:lnTo>
                    <a:pt x="6969811" y="745401"/>
                  </a:lnTo>
                  <a:lnTo>
                    <a:pt x="6994918" y="723151"/>
                  </a:lnTo>
                  <a:lnTo>
                    <a:pt x="7020026" y="737057"/>
                  </a:lnTo>
                  <a:lnTo>
                    <a:pt x="7045133" y="778778"/>
                  </a:lnTo>
                  <a:lnTo>
                    <a:pt x="7070241" y="773215"/>
                  </a:lnTo>
                  <a:lnTo>
                    <a:pt x="7095348" y="778778"/>
                  </a:lnTo>
                  <a:lnTo>
                    <a:pt x="7120455" y="778778"/>
                  </a:lnTo>
                  <a:lnTo>
                    <a:pt x="7145563" y="778778"/>
                  </a:lnTo>
                  <a:lnTo>
                    <a:pt x="7170670" y="778778"/>
                  </a:lnTo>
                  <a:lnTo>
                    <a:pt x="7195778" y="778778"/>
                  </a:lnTo>
                  <a:lnTo>
                    <a:pt x="7220885" y="778778"/>
                  </a:lnTo>
                  <a:lnTo>
                    <a:pt x="7245992" y="798247"/>
                  </a:lnTo>
                  <a:lnTo>
                    <a:pt x="7271100" y="834405"/>
                  </a:lnTo>
                  <a:lnTo>
                    <a:pt x="7296207" y="834405"/>
                  </a:lnTo>
                  <a:lnTo>
                    <a:pt x="7321315" y="801028"/>
                  </a:lnTo>
                  <a:lnTo>
                    <a:pt x="7346422" y="778778"/>
                  </a:lnTo>
                  <a:lnTo>
                    <a:pt x="7371529" y="778778"/>
                  </a:lnTo>
                  <a:lnTo>
                    <a:pt x="7396637" y="778778"/>
                  </a:lnTo>
                  <a:lnTo>
                    <a:pt x="7421744" y="778778"/>
                  </a:lnTo>
                  <a:lnTo>
                    <a:pt x="7446852" y="778778"/>
                  </a:lnTo>
                  <a:lnTo>
                    <a:pt x="7471959" y="778778"/>
                  </a:lnTo>
                  <a:lnTo>
                    <a:pt x="7497066" y="801029"/>
                  </a:lnTo>
                  <a:lnTo>
                    <a:pt x="7522174" y="834405"/>
                  </a:lnTo>
                  <a:lnTo>
                    <a:pt x="7547281" y="834405"/>
                  </a:lnTo>
                  <a:lnTo>
                    <a:pt x="7572388" y="834405"/>
                  </a:lnTo>
                  <a:lnTo>
                    <a:pt x="7597496" y="865000"/>
                  </a:lnTo>
                  <a:lnTo>
                    <a:pt x="7622603" y="890032"/>
                  </a:lnTo>
                  <a:lnTo>
                    <a:pt x="7647711" y="890032"/>
                  </a:lnTo>
                  <a:lnTo>
                    <a:pt x="7672818" y="890032"/>
                  </a:lnTo>
                  <a:lnTo>
                    <a:pt x="7697925" y="901157"/>
                  </a:lnTo>
                  <a:lnTo>
                    <a:pt x="7723033" y="945659"/>
                  </a:lnTo>
                  <a:lnTo>
                    <a:pt x="7748140" y="945659"/>
                  </a:lnTo>
                  <a:lnTo>
                    <a:pt x="7773248" y="945659"/>
                  </a:lnTo>
                  <a:lnTo>
                    <a:pt x="7798355" y="945659"/>
                  </a:lnTo>
                  <a:lnTo>
                    <a:pt x="7823462" y="876125"/>
                  </a:lnTo>
                  <a:lnTo>
                    <a:pt x="7848570" y="834405"/>
                  </a:lnTo>
                  <a:lnTo>
                    <a:pt x="7873677" y="834405"/>
                  </a:lnTo>
                  <a:lnTo>
                    <a:pt x="7898785" y="834405"/>
                  </a:lnTo>
                  <a:lnTo>
                    <a:pt x="7923892" y="834405"/>
                  </a:lnTo>
                  <a:lnTo>
                    <a:pt x="7948999" y="865000"/>
                  </a:lnTo>
                  <a:lnTo>
                    <a:pt x="7974107" y="890032"/>
                  </a:lnTo>
                  <a:lnTo>
                    <a:pt x="7999214" y="890032"/>
                  </a:lnTo>
                  <a:lnTo>
                    <a:pt x="8024321" y="853874"/>
                  </a:lnTo>
                  <a:lnTo>
                    <a:pt x="8049429" y="828842"/>
                  </a:lnTo>
                  <a:lnTo>
                    <a:pt x="8074536" y="778778"/>
                  </a:lnTo>
                  <a:lnTo>
                    <a:pt x="8099644" y="778778"/>
                  </a:lnTo>
                  <a:lnTo>
                    <a:pt x="8124751" y="778778"/>
                  </a:lnTo>
                  <a:lnTo>
                    <a:pt x="8149858" y="778778"/>
                  </a:lnTo>
                  <a:lnTo>
                    <a:pt x="8174966" y="778778"/>
                  </a:lnTo>
                  <a:lnTo>
                    <a:pt x="8200073" y="737057"/>
                  </a:lnTo>
                  <a:lnTo>
                    <a:pt x="8225181" y="723151"/>
                  </a:lnTo>
                  <a:lnTo>
                    <a:pt x="8250288" y="723151"/>
                  </a:lnTo>
                  <a:lnTo>
                    <a:pt x="8275395" y="723151"/>
                  </a:lnTo>
                  <a:lnTo>
                    <a:pt x="8300503" y="723151"/>
                  </a:lnTo>
                  <a:lnTo>
                    <a:pt x="8325610" y="723151"/>
                  </a:lnTo>
                  <a:lnTo>
                    <a:pt x="8350718" y="723151"/>
                  </a:lnTo>
                  <a:lnTo>
                    <a:pt x="8375825" y="723151"/>
                  </a:lnTo>
                  <a:lnTo>
                    <a:pt x="8375825" y="723151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644148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6505331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622670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311199" y="631035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11199" y="603221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11199" y="575408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11199" y="547594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11199" y="519781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0.04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11199" y="491967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0.05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311199" y="464154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0.06</a:t>
              </a:r>
            </a:p>
          </p:txBody>
        </p:sp>
        <p:sp>
          <p:nvSpPr>
            <p:cNvPr id="68" name="pl68"/>
            <p:cNvSpPr/>
            <p:nvPr/>
          </p:nvSpPr>
          <p:spPr>
            <a:xfrm>
              <a:off x="587875" y="63541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87875" y="60760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87875" y="57978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87875" y="55197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87875" y="52416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87875" y="49634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87875" y="46853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22670" y="6354144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1918211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428950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939689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1669343" y="6413719"/>
              <a:ext cx="49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8942000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180082" y="6413719"/>
              <a:ext cx="49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8944000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6690821" y="6413719"/>
              <a:ext cx="49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8946000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533911" y="6522933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83" name="tx83"/>
            <p:cNvSpPr/>
            <p:nvPr/>
          </p:nvSpPr>
          <p:spPr>
            <a:xfrm rot="-5400000">
              <a:off x="96391" y="5468818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622670" y="4416918"/>
              <a:ext cx="1990479" cy="1639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seq.CG_500_mean_new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2026-03-09T14:32:48Z</dcterms:modified>
  <cp:category/>
</cp:coreProperties>
</file>