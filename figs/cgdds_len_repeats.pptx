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23581" y="4354709"/>
              <a:ext cx="6879170" cy="732826"/>
            </a:xfrm>
            <a:custGeom>
              <a:avLst/>
              <a:pathLst>
                <a:path w="6879170" h="732826">
                  <a:moveTo>
                    <a:pt x="0" y="732826"/>
                  </a:moveTo>
                  <a:lnTo>
                    <a:pt x="22477" y="732432"/>
                  </a:lnTo>
                  <a:lnTo>
                    <a:pt x="44954" y="731813"/>
                  </a:lnTo>
                  <a:lnTo>
                    <a:pt x="67432" y="730848"/>
                  </a:lnTo>
                  <a:lnTo>
                    <a:pt x="89909" y="729419"/>
                  </a:lnTo>
                  <a:lnTo>
                    <a:pt x="112386" y="727354"/>
                  </a:lnTo>
                  <a:lnTo>
                    <a:pt x="134864" y="724448"/>
                  </a:lnTo>
                  <a:lnTo>
                    <a:pt x="157341" y="720462"/>
                  </a:lnTo>
                  <a:lnTo>
                    <a:pt x="179818" y="715127"/>
                  </a:lnTo>
                  <a:lnTo>
                    <a:pt x="202296" y="708159"/>
                  </a:lnTo>
                  <a:lnTo>
                    <a:pt x="224773" y="699270"/>
                  </a:lnTo>
                  <a:lnTo>
                    <a:pt x="247251" y="688194"/>
                  </a:lnTo>
                  <a:lnTo>
                    <a:pt x="269728" y="674702"/>
                  </a:lnTo>
                  <a:lnTo>
                    <a:pt x="292205" y="658533"/>
                  </a:lnTo>
                  <a:lnTo>
                    <a:pt x="314683" y="639560"/>
                  </a:lnTo>
                  <a:lnTo>
                    <a:pt x="337160" y="618068"/>
                  </a:lnTo>
                  <a:lnTo>
                    <a:pt x="359637" y="594294"/>
                  </a:lnTo>
                  <a:lnTo>
                    <a:pt x="382115" y="568599"/>
                  </a:lnTo>
                  <a:lnTo>
                    <a:pt x="404592" y="541454"/>
                  </a:lnTo>
                  <a:lnTo>
                    <a:pt x="427070" y="513413"/>
                  </a:lnTo>
                  <a:lnTo>
                    <a:pt x="449547" y="485081"/>
                  </a:lnTo>
                  <a:lnTo>
                    <a:pt x="472024" y="457072"/>
                  </a:lnTo>
                  <a:lnTo>
                    <a:pt x="494502" y="429973"/>
                  </a:lnTo>
                  <a:lnTo>
                    <a:pt x="516979" y="404305"/>
                  </a:lnTo>
                  <a:lnTo>
                    <a:pt x="539456" y="380572"/>
                  </a:lnTo>
                  <a:lnTo>
                    <a:pt x="561934" y="359184"/>
                  </a:lnTo>
                  <a:lnTo>
                    <a:pt x="584411" y="340127"/>
                  </a:lnTo>
                  <a:lnTo>
                    <a:pt x="606889" y="323405"/>
                  </a:lnTo>
                  <a:lnTo>
                    <a:pt x="629366" y="308917"/>
                  </a:lnTo>
                  <a:lnTo>
                    <a:pt x="651843" y="296481"/>
                  </a:lnTo>
                  <a:lnTo>
                    <a:pt x="674321" y="285854"/>
                  </a:lnTo>
                  <a:lnTo>
                    <a:pt x="696798" y="276758"/>
                  </a:lnTo>
                  <a:lnTo>
                    <a:pt x="719275" y="268897"/>
                  </a:lnTo>
                  <a:lnTo>
                    <a:pt x="741753" y="261979"/>
                  </a:lnTo>
                  <a:lnTo>
                    <a:pt x="764230" y="255725"/>
                  </a:lnTo>
                  <a:lnTo>
                    <a:pt x="786708" y="249889"/>
                  </a:lnTo>
                  <a:lnTo>
                    <a:pt x="809185" y="244226"/>
                  </a:lnTo>
                  <a:lnTo>
                    <a:pt x="831662" y="238523"/>
                  </a:lnTo>
                  <a:lnTo>
                    <a:pt x="854140" y="232621"/>
                  </a:lnTo>
                  <a:lnTo>
                    <a:pt x="876617" y="226380"/>
                  </a:lnTo>
                  <a:lnTo>
                    <a:pt x="899094" y="219670"/>
                  </a:lnTo>
                  <a:lnTo>
                    <a:pt x="921572" y="212365"/>
                  </a:lnTo>
                  <a:lnTo>
                    <a:pt x="944049" y="204339"/>
                  </a:lnTo>
                  <a:lnTo>
                    <a:pt x="966527" y="195469"/>
                  </a:lnTo>
                  <a:lnTo>
                    <a:pt x="989004" y="185634"/>
                  </a:lnTo>
                  <a:lnTo>
                    <a:pt x="1011481" y="174727"/>
                  </a:lnTo>
                  <a:lnTo>
                    <a:pt x="1033959" y="162635"/>
                  </a:lnTo>
                  <a:lnTo>
                    <a:pt x="1056436" y="149265"/>
                  </a:lnTo>
                  <a:lnTo>
                    <a:pt x="1078913" y="134776"/>
                  </a:lnTo>
                  <a:lnTo>
                    <a:pt x="1101391" y="119326"/>
                  </a:lnTo>
                  <a:lnTo>
                    <a:pt x="1123868" y="103169"/>
                  </a:lnTo>
                  <a:lnTo>
                    <a:pt x="1146346" y="86661"/>
                  </a:lnTo>
                  <a:lnTo>
                    <a:pt x="1168823" y="70243"/>
                  </a:lnTo>
                  <a:lnTo>
                    <a:pt x="1191300" y="54423"/>
                  </a:lnTo>
                  <a:lnTo>
                    <a:pt x="1213778" y="39737"/>
                  </a:lnTo>
                  <a:lnTo>
                    <a:pt x="1236255" y="26716"/>
                  </a:lnTo>
                  <a:lnTo>
                    <a:pt x="1258732" y="15842"/>
                  </a:lnTo>
                  <a:lnTo>
                    <a:pt x="1281210" y="7567"/>
                  </a:lnTo>
                  <a:lnTo>
                    <a:pt x="1303687" y="2346"/>
                  </a:lnTo>
                  <a:lnTo>
                    <a:pt x="1326165" y="0"/>
                  </a:lnTo>
                  <a:lnTo>
                    <a:pt x="1348642" y="418"/>
                  </a:lnTo>
                  <a:lnTo>
                    <a:pt x="1371119" y="3349"/>
                  </a:lnTo>
                  <a:lnTo>
                    <a:pt x="1393597" y="8425"/>
                  </a:lnTo>
                  <a:lnTo>
                    <a:pt x="1416074" y="15196"/>
                  </a:lnTo>
                  <a:lnTo>
                    <a:pt x="1438551" y="23167"/>
                  </a:lnTo>
                  <a:lnTo>
                    <a:pt x="1461029" y="31829"/>
                  </a:lnTo>
                  <a:lnTo>
                    <a:pt x="1483506" y="40699"/>
                  </a:lnTo>
                  <a:lnTo>
                    <a:pt x="1505984" y="49339"/>
                  </a:lnTo>
                  <a:lnTo>
                    <a:pt x="1528461" y="57363"/>
                  </a:lnTo>
                  <a:lnTo>
                    <a:pt x="1550938" y="64393"/>
                  </a:lnTo>
                  <a:lnTo>
                    <a:pt x="1573416" y="70316"/>
                  </a:lnTo>
                  <a:lnTo>
                    <a:pt x="1595893" y="75045"/>
                  </a:lnTo>
                  <a:lnTo>
                    <a:pt x="1618370" y="78561"/>
                  </a:lnTo>
                  <a:lnTo>
                    <a:pt x="1640848" y="80903"/>
                  </a:lnTo>
                  <a:lnTo>
                    <a:pt x="1663325" y="82155"/>
                  </a:lnTo>
                  <a:lnTo>
                    <a:pt x="1685803" y="82427"/>
                  </a:lnTo>
                  <a:lnTo>
                    <a:pt x="1708280" y="81848"/>
                  </a:lnTo>
                  <a:lnTo>
                    <a:pt x="1730757" y="80544"/>
                  </a:lnTo>
                  <a:lnTo>
                    <a:pt x="1753235" y="78635"/>
                  </a:lnTo>
                  <a:lnTo>
                    <a:pt x="1775712" y="76214"/>
                  </a:lnTo>
                  <a:lnTo>
                    <a:pt x="1798189" y="73330"/>
                  </a:lnTo>
                  <a:lnTo>
                    <a:pt x="1820667" y="70070"/>
                  </a:lnTo>
                  <a:lnTo>
                    <a:pt x="1843144" y="66460"/>
                  </a:lnTo>
                  <a:lnTo>
                    <a:pt x="1865622" y="62510"/>
                  </a:lnTo>
                  <a:lnTo>
                    <a:pt x="1888099" y="58234"/>
                  </a:lnTo>
                  <a:lnTo>
                    <a:pt x="1910576" y="53656"/>
                  </a:lnTo>
                  <a:lnTo>
                    <a:pt x="1933054" y="48819"/>
                  </a:lnTo>
                  <a:lnTo>
                    <a:pt x="1955531" y="43793"/>
                  </a:lnTo>
                  <a:lnTo>
                    <a:pt x="1978008" y="38680"/>
                  </a:lnTo>
                  <a:lnTo>
                    <a:pt x="2000486" y="33612"/>
                  </a:lnTo>
                  <a:lnTo>
                    <a:pt x="2022963" y="28750"/>
                  </a:lnTo>
                  <a:lnTo>
                    <a:pt x="2045441" y="24330"/>
                  </a:lnTo>
                  <a:lnTo>
                    <a:pt x="2067918" y="20510"/>
                  </a:lnTo>
                  <a:lnTo>
                    <a:pt x="2090395" y="17451"/>
                  </a:lnTo>
                  <a:lnTo>
                    <a:pt x="2112873" y="15287"/>
                  </a:lnTo>
                  <a:lnTo>
                    <a:pt x="2135350" y="14112"/>
                  </a:lnTo>
                  <a:lnTo>
                    <a:pt x="2157827" y="13974"/>
                  </a:lnTo>
                  <a:lnTo>
                    <a:pt x="2180305" y="14872"/>
                  </a:lnTo>
                  <a:lnTo>
                    <a:pt x="2202782" y="16759"/>
                  </a:lnTo>
                  <a:lnTo>
                    <a:pt x="2225260" y="19541"/>
                  </a:lnTo>
                  <a:lnTo>
                    <a:pt x="2247737" y="23089"/>
                  </a:lnTo>
                  <a:lnTo>
                    <a:pt x="2270214" y="27249"/>
                  </a:lnTo>
                  <a:lnTo>
                    <a:pt x="2292692" y="31867"/>
                  </a:lnTo>
                  <a:lnTo>
                    <a:pt x="2315169" y="36706"/>
                  </a:lnTo>
                  <a:lnTo>
                    <a:pt x="2337646" y="41604"/>
                  </a:lnTo>
                  <a:lnTo>
                    <a:pt x="2360124" y="46421"/>
                  </a:lnTo>
                  <a:lnTo>
                    <a:pt x="2382601" y="51046"/>
                  </a:lnTo>
                  <a:lnTo>
                    <a:pt x="2405079" y="55397"/>
                  </a:lnTo>
                  <a:lnTo>
                    <a:pt x="2427556" y="59427"/>
                  </a:lnTo>
                  <a:lnTo>
                    <a:pt x="2450033" y="63120"/>
                  </a:lnTo>
                  <a:lnTo>
                    <a:pt x="2472511" y="66494"/>
                  </a:lnTo>
                  <a:lnTo>
                    <a:pt x="2494988" y="69593"/>
                  </a:lnTo>
                  <a:lnTo>
                    <a:pt x="2517465" y="72483"/>
                  </a:lnTo>
                  <a:lnTo>
                    <a:pt x="2539943" y="75243"/>
                  </a:lnTo>
                  <a:lnTo>
                    <a:pt x="2562420" y="77985"/>
                  </a:lnTo>
                  <a:lnTo>
                    <a:pt x="2584898" y="80795"/>
                  </a:lnTo>
                  <a:lnTo>
                    <a:pt x="2607375" y="83746"/>
                  </a:lnTo>
                  <a:lnTo>
                    <a:pt x="2629852" y="86898"/>
                  </a:lnTo>
                  <a:lnTo>
                    <a:pt x="2652330" y="90294"/>
                  </a:lnTo>
                  <a:lnTo>
                    <a:pt x="2674807" y="93956"/>
                  </a:lnTo>
                  <a:lnTo>
                    <a:pt x="2697284" y="97891"/>
                  </a:lnTo>
                  <a:lnTo>
                    <a:pt x="2719762" y="102089"/>
                  </a:lnTo>
                  <a:lnTo>
                    <a:pt x="2742239" y="106532"/>
                  </a:lnTo>
                  <a:lnTo>
                    <a:pt x="2764717" y="111196"/>
                  </a:lnTo>
                  <a:lnTo>
                    <a:pt x="2787194" y="116076"/>
                  </a:lnTo>
                  <a:lnTo>
                    <a:pt x="2809671" y="121132"/>
                  </a:lnTo>
                  <a:lnTo>
                    <a:pt x="2832149" y="126357"/>
                  </a:lnTo>
                  <a:lnTo>
                    <a:pt x="2854626" y="131750"/>
                  </a:lnTo>
                  <a:lnTo>
                    <a:pt x="2877103" y="137322"/>
                  </a:lnTo>
                  <a:lnTo>
                    <a:pt x="2899581" y="143084"/>
                  </a:lnTo>
                  <a:lnTo>
                    <a:pt x="2922058" y="149052"/>
                  </a:lnTo>
                  <a:lnTo>
                    <a:pt x="2944536" y="155240"/>
                  </a:lnTo>
                  <a:lnTo>
                    <a:pt x="2967013" y="161656"/>
                  </a:lnTo>
                  <a:lnTo>
                    <a:pt x="2989490" y="168303"/>
                  </a:lnTo>
                  <a:lnTo>
                    <a:pt x="3011968" y="175174"/>
                  </a:lnTo>
                  <a:lnTo>
                    <a:pt x="3034445" y="182275"/>
                  </a:lnTo>
                  <a:lnTo>
                    <a:pt x="3056922" y="189561"/>
                  </a:lnTo>
                  <a:lnTo>
                    <a:pt x="3079400" y="197007"/>
                  </a:lnTo>
                  <a:lnTo>
                    <a:pt x="3101877" y="204587"/>
                  </a:lnTo>
                  <a:lnTo>
                    <a:pt x="3124355" y="212283"/>
                  </a:lnTo>
                  <a:lnTo>
                    <a:pt x="3146832" y="220084"/>
                  </a:lnTo>
                  <a:lnTo>
                    <a:pt x="3169309" y="227986"/>
                  </a:lnTo>
                  <a:lnTo>
                    <a:pt x="3191787" y="236001"/>
                  </a:lnTo>
                  <a:lnTo>
                    <a:pt x="3214264" y="244147"/>
                  </a:lnTo>
                  <a:lnTo>
                    <a:pt x="3236741" y="252456"/>
                  </a:lnTo>
                  <a:lnTo>
                    <a:pt x="3259219" y="260962"/>
                  </a:lnTo>
                  <a:lnTo>
                    <a:pt x="3281696" y="269727"/>
                  </a:lnTo>
                  <a:lnTo>
                    <a:pt x="3304174" y="278764"/>
                  </a:lnTo>
                  <a:lnTo>
                    <a:pt x="3326651" y="288082"/>
                  </a:lnTo>
                  <a:lnTo>
                    <a:pt x="3349128" y="297676"/>
                  </a:lnTo>
                  <a:lnTo>
                    <a:pt x="3371606" y="307521"/>
                  </a:lnTo>
                  <a:lnTo>
                    <a:pt x="3394083" y="317570"/>
                  </a:lnTo>
                  <a:lnTo>
                    <a:pt x="3416560" y="327757"/>
                  </a:lnTo>
                  <a:lnTo>
                    <a:pt x="3439038" y="338003"/>
                  </a:lnTo>
                  <a:lnTo>
                    <a:pt x="3461515" y="348217"/>
                  </a:lnTo>
                  <a:lnTo>
                    <a:pt x="3483993" y="358304"/>
                  </a:lnTo>
                  <a:lnTo>
                    <a:pt x="3506470" y="368174"/>
                  </a:lnTo>
                  <a:lnTo>
                    <a:pt x="3528947" y="377711"/>
                  </a:lnTo>
                  <a:lnTo>
                    <a:pt x="3551425" y="386869"/>
                  </a:lnTo>
                  <a:lnTo>
                    <a:pt x="3573902" y="395615"/>
                  </a:lnTo>
                  <a:lnTo>
                    <a:pt x="3596379" y="403934"/>
                  </a:lnTo>
                  <a:lnTo>
                    <a:pt x="3618857" y="411832"/>
                  </a:lnTo>
                  <a:lnTo>
                    <a:pt x="3641334" y="419331"/>
                  </a:lnTo>
                  <a:lnTo>
                    <a:pt x="3663812" y="426469"/>
                  </a:lnTo>
                  <a:lnTo>
                    <a:pt x="3686289" y="433294"/>
                  </a:lnTo>
                  <a:lnTo>
                    <a:pt x="3708766" y="439858"/>
                  </a:lnTo>
                  <a:lnTo>
                    <a:pt x="3731244" y="446214"/>
                  </a:lnTo>
                  <a:lnTo>
                    <a:pt x="3753721" y="452405"/>
                  </a:lnTo>
                  <a:lnTo>
                    <a:pt x="3776198" y="458458"/>
                  </a:lnTo>
                  <a:lnTo>
                    <a:pt x="3798676" y="464401"/>
                  </a:lnTo>
                  <a:lnTo>
                    <a:pt x="3821153" y="470238"/>
                  </a:lnTo>
                  <a:lnTo>
                    <a:pt x="3843631" y="475953"/>
                  </a:lnTo>
                  <a:lnTo>
                    <a:pt x="3866108" y="481524"/>
                  </a:lnTo>
                  <a:lnTo>
                    <a:pt x="3888585" y="486920"/>
                  </a:lnTo>
                  <a:lnTo>
                    <a:pt x="3911063" y="492112"/>
                  </a:lnTo>
                  <a:lnTo>
                    <a:pt x="3933540" y="497076"/>
                  </a:lnTo>
                  <a:lnTo>
                    <a:pt x="3956017" y="501798"/>
                  </a:lnTo>
                  <a:lnTo>
                    <a:pt x="3978495" y="506281"/>
                  </a:lnTo>
                  <a:lnTo>
                    <a:pt x="4000972" y="510543"/>
                  </a:lnTo>
                  <a:lnTo>
                    <a:pt x="4023450" y="514615"/>
                  </a:lnTo>
                  <a:lnTo>
                    <a:pt x="4045927" y="518572"/>
                  </a:lnTo>
                  <a:lnTo>
                    <a:pt x="4068404" y="522485"/>
                  </a:lnTo>
                  <a:lnTo>
                    <a:pt x="4090882" y="526424"/>
                  </a:lnTo>
                  <a:lnTo>
                    <a:pt x="4113359" y="530453"/>
                  </a:lnTo>
                  <a:lnTo>
                    <a:pt x="4135836" y="534626"/>
                  </a:lnTo>
                  <a:lnTo>
                    <a:pt x="4158314" y="538980"/>
                  </a:lnTo>
                  <a:lnTo>
                    <a:pt x="4180791" y="543536"/>
                  </a:lnTo>
                  <a:lnTo>
                    <a:pt x="4203269" y="548295"/>
                  </a:lnTo>
                  <a:lnTo>
                    <a:pt x="4225746" y="553239"/>
                  </a:lnTo>
                  <a:lnTo>
                    <a:pt x="4248223" y="558336"/>
                  </a:lnTo>
                  <a:lnTo>
                    <a:pt x="4270701" y="563543"/>
                  </a:lnTo>
                  <a:lnTo>
                    <a:pt x="4293178" y="568792"/>
                  </a:lnTo>
                  <a:lnTo>
                    <a:pt x="4315655" y="574020"/>
                  </a:lnTo>
                  <a:lnTo>
                    <a:pt x="4338133" y="579169"/>
                  </a:lnTo>
                  <a:lnTo>
                    <a:pt x="4360610" y="584183"/>
                  </a:lnTo>
                  <a:lnTo>
                    <a:pt x="4383088" y="589011"/>
                  </a:lnTo>
                  <a:lnTo>
                    <a:pt x="4405565" y="593610"/>
                  </a:lnTo>
                  <a:lnTo>
                    <a:pt x="4428042" y="597946"/>
                  </a:lnTo>
                  <a:lnTo>
                    <a:pt x="4450520" y="601995"/>
                  </a:lnTo>
                  <a:lnTo>
                    <a:pt x="4472997" y="605745"/>
                  </a:lnTo>
                  <a:lnTo>
                    <a:pt x="4495474" y="609198"/>
                  </a:lnTo>
                  <a:lnTo>
                    <a:pt x="4517952" y="612348"/>
                  </a:lnTo>
                  <a:lnTo>
                    <a:pt x="4540429" y="615241"/>
                  </a:lnTo>
                  <a:lnTo>
                    <a:pt x="4562907" y="617926"/>
                  </a:lnTo>
                  <a:lnTo>
                    <a:pt x="4585384" y="620450"/>
                  </a:lnTo>
                  <a:lnTo>
                    <a:pt x="4607861" y="622860"/>
                  </a:lnTo>
                  <a:lnTo>
                    <a:pt x="4630339" y="625207"/>
                  </a:lnTo>
                  <a:lnTo>
                    <a:pt x="4652816" y="627535"/>
                  </a:lnTo>
                  <a:lnTo>
                    <a:pt x="4675293" y="629881"/>
                  </a:lnTo>
                  <a:lnTo>
                    <a:pt x="4697771" y="632277"/>
                  </a:lnTo>
                  <a:lnTo>
                    <a:pt x="4720248" y="634743"/>
                  </a:lnTo>
                  <a:lnTo>
                    <a:pt x="4742726" y="637288"/>
                  </a:lnTo>
                  <a:lnTo>
                    <a:pt x="4765203" y="639917"/>
                  </a:lnTo>
                  <a:lnTo>
                    <a:pt x="4787680" y="642614"/>
                  </a:lnTo>
                  <a:lnTo>
                    <a:pt x="4810158" y="645357"/>
                  </a:lnTo>
                  <a:lnTo>
                    <a:pt x="4832635" y="648120"/>
                  </a:lnTo>
                  <a:lnTo>
                    <a:pt x="4855112" y="650875"/>
                  </a:lnTo>
                  <a:lnTo>
                    <a:pt x="4877590" y="653592"/>
                  </a:lnTo>
                  <a:lnTo>
                    <a:pt x="4900067" y="656242"/>
                  </a:lnTo>
                  <a:lnTo>
                    <a:pt x="4922545" y="658801"/>
                  </a:lnTo>
                  <a:lnTo>
                    <a:pt x="4945022" y="661248"/>
                  </a:lnTo>
                  <a:lnTo>
                    <a:pt x="4967499" y="663569"/>
                  </a:lnTo>
                  <a:lnTo>
                    <a:pt x="4989977" y="665756"/>
                  </a:lnTo>
                  <a:lnTo>
                    <a:pt x="5012454" y="667802"/>
                  </a:lnTo>
                  <a:lnTo>
                    <a:pt x="5034931" y="669717"/>
                  </a:lnTo>
                  <a:lnTo>
                    <a:pt x="5057409" y="671520"/>
                  </a:lnTo>
                  <a:lnTo>
                    <a:pt x="5079886" y="673226"/>
                  </a:lnTo>
                  <a:lnTo>
                    <a:pt x="5102363" y="674850"/>
                  </a:lnTo>
                  <a:lnTo>
                    <a:pt x="5124841" y="676409"/>
                  </a:lnTo>
                  <a:lnTo>
                    <a:pt x="5147318" y="677914"/>
                  </a:lnTo>
                  <a:lnTo>
                    <a:pt x="5169796" y="679378"/>
                  </a:lnTo>
                  <a:lnTo>
                    <a:pt x="5192273" y="680810"/>
                  </a:lnTo>
                  <a:lnTo>
                    <a:pt x="5214750" y="682215"/>
                  </a:lnTo>
                  <a:lnTo>
                    <a:pt x="5237228" y="683598"/>
                  </a:lnTo>
                  <a:lnTo>
                    <a:pt x="5259705" y="684957"/>
                  </a:lnTo>
                  <a:lnTo>
                    <a:pt x="5282182" y="686295"/>
                  </a:lnTo>
                  <a:lnTo>
                    <a:pt x="5304660" y="687611"/>
                  </a:lnTo>
                  <a:lnTo>
                    <a:pt x="5327137" y="688906"/>
                  </a:lnTo>
                  <a:lnTo>
                    <a:pt x="5349615" y="690179"/>
                  </a:lnTo>
                  <a:lnTo>
                    <a:pt x="5372092" y="691433"/>
                  </a:lnTo>
                  <a:lnTo>
                    <a:pt x="5394569" y="692670"/>
                  </a:lnTo>
                  <a:lnTo>
                    <a:pt x="5417047" y="693895"/>
                  </a:lnTo>
                  <a:lnTo>
                    <a:pt x="5439524" y="695116"/>
                  </a:lnTo>
                  <a:lnTo>
                    <a:pt x="5462001" y="696339"/>
                  </a:lnTo>
                  <a:lnTo>
                    <a:pt x="5484479" y="697573"/>
                  </a:lnTo>
                  <a:lnTo>
                    <a:pt x="5506956" y="698829"/>
                  </a:lnTo>
                  <a:lnTo>
                    <a:pt x="5529434" y="700114"/>
                  </a:lnTo>
                  <a:lnTo>
                    <a:pt x="5551911" y="701431"/>
                  </a:lnTo>
                  <a:lnTo>
                    <a:pt x="5574388" y="702777"/>
                  </a:lnTo>
                  <a:lnTo>
                    <a:pt x="5596866" y="704149"/>
                  </a:lnTo>
                  <a:lnTo>
                    <a:pt x="5619343" y="705534"/>
                  </a:lnTo>
                  <a:lnTo>
                    <a:pt x="5641820" y="706919"/>
                  </a:lnTo>
                  <a:lnTo>
                    <a:pt x="5664298" y="708284"/>
                  </a:lnTo>
                  <a:lnTo>
                    <a:pt x="5686775" y="709610"/>
                  </a:lnTo>
                  <a:lnTo>
                    <a:pt x="5709253" y="710875"/>
                  </a:lnTo>
                  <a:lnTo>
                    <a:pt x="5731730" y="712061"/>
                  </a:lnTo>
                  <a:lnTo>
                    <a:pt x="5754207" y="713142"/>
                  </a:lnTo>
                  <a:lnTo>
                    <a:pt x="5776685" y="714106"/>
                  </a:lnTo>
                  <a:lnTo>
                    <a:pt x="5799162" y="714951"/>
                  </a:lnTo>
                  <a:lnTo>
                    <a:pt x="5821639" y="715676"/>
                  </a:lnTo>
                  <a:lnTo>
                    <a:pt x="5844117" y="716287"/>
                  </a:lnTo>
                  <a:lnTo>
                    <a:pt x="5866594" y="716791"/>
                  </a:lnTo>
                  <a:lnTo>
                    <a:pt x="5889072" y="717203"/>
                  </a:lnTo>
                  <a:lnTo>
                    <a:pt x="5911549" y="717537"/>
                  </a:lnTo>
                  <a:lnTo>
                    <a:pt x="5934026" y="717813"/>
                  </a:lnTo>
                  <a:lnTo>
                    <a:pt x="5956504" y="718049"/>
                  </a:lnTo>
                  <a:lnTo>
                    <a:pt x="5978981" y="718264"/>
                  </a:lnTo>
                  <a:lnTo>
                    <a:pt x="6001458" y="718477"/>
                  </a:lnTo>
                  <a:lnTo>
                    <a:pt x="6023936" y="718704"/>
                  </a:lnTo>
                  <a:lnTo>
                    <a:pt x="6046413" y="718956"/>
                  </a:lnTo>
                  <a:lnTo>
                    <a:pt x="6068891" y="719239"/>
                  </a:lnTo>
                  <a:lnTo>
                    <a:pt x="6091368" y="719556"/>
                  </a:lnTo>
                  <a:lnTo>
                    <a:pt x="6113845" y="719903"/>
                  </a:lnTo>
                  <a:lnTo>
                    <a:pt x="6136323" y="720275"/>
                  </a:lnTo>
                  <a:lnTo>
                    <a:pt x="6158800" y="720663"/>
                  </a:lnTo>
                  <a:lnTo>
                    <a:pt x="6181277" y="721054"/>
                  </a:lnTo>
                  <a:lnTo>
                    <a:pt x="6203755" y="721436"/>
                  </a:lnTo>
                  <a:lnTo>
                    <a:pt x="6226232" y="721798"/>
                  </a:lnTo>
                  <a:lnTo>
                    <a:pt x="6248710" y="722128"/>
                  </a:lnTo>
                  <a:lnTo>
                    <a:pt x="6271187" y="722416"/>
                  </a:lnTo>
                  <a:lnTo>
                    <a:pt x="6293664" y="722664"/>
                  </a:lnTo>
                  <a:lnTo>
                    <a:pt x="6316142" y="722875"/>
                  </a:lnTo>
                  <a:lnTo>
                    <a:pt x="6338619" y="723053"/>
                  </a:lnTo>
                  <a:lnTo>
                    <a:pt x="6361096" y="723210"/>
                  </a:lnTo>
                  <a:lnTo>
                    <a:pt x="6383574" y="723356"/>
                  </a:lnTo>
                  <a:lnTo>
                    <a:pt x="6406051" y="723503"/>
                  </a:lnTo>
                  <a:lnTo>
                    <a:pt x="6428529" y="723663"/>
                  </a:lnTo>
                  <a:lnTo>
                    <a:pt x="6451006" y="723845"/>
                  </a:lnTo>
                  <a:lnTo>
                    <a:pt x="6473483" y="724059"/>
                  </a:lnTo>
                  <a:lnTo>
                    <a:pt x="6495961" y="724310"/>
                  </a:lnTo>
                  <a:lnTo>
                    <a:pt x="6518438" y="724603"/>
                  </a:lnTo>
                  <a:lnTo>
                    <a:pt x="6540915" y="724933"/>
                  </a:lnTo>
                  <a:lnTo>
                    <a:pt x="6563393" y="725298"/>
                  </a:lnTo>
                  <a:lnTo>
                    <a:pt x="6585870" y="725694"/>
                  </a:lnTo>
                  <a:lnTo>
                    <a:pt x="6608348" y="726114"/>
                  </a:lnTo>
                  <a:lnTo>
                    <a:pt x="6630825" y="726551"/>
                  </a:lnTo>
                  <a:lnTo>
                    <a:pt x="6653302" y="726999"/>
                  </a:lnTo>
                  <a:lnTo>
                    <a:pt x="6675780" y="727451"/>
                  </a:lnTo>
                  <a:lnTo>
                    <a:pt x="6698257" y="727898"/>
                  </a:lnTo>
                  <a:lnTo>
                    <a:pt x="6720734" y="728335"/>
                  </a:lnTo>
                  <a:lnTo>
                    <a:pt x="6743212" y="728754"/>
                  </a:lnTo>
                  <a:lnTo>
                    <a:pt x="6765689" y="729148"/>
                  </a:lnTo>
                  <a:lnTo>
                    <a:pt x="6788167" y="729514"/>
                  </a:lnTo>
                  <a:lnTo>
                    <a:pt x="6810644" y="729850"/>
                  </a:lnTo>
                  <a:lnTo>
                    <a:pt x="6833121" y="730156"/>
                  </a:lnTo>
                  <a:lnTo>
                    <a:pt x="6855599" y="730432"/>
                  </a:lnTo>
                  <a:lnTo>
                    <a:pt x="6878076" y="730680"/>
                  </a:lnTo>
                  <a:lnTo>
                    <a:pt x="6879170" y="730690"/>
                  </a:lnTo>
                </a:path>
              </a:pathLst>
            </a:custGeom>
            <a:ln w="9525" cap="rnd">
              <a:solidFill>
                <a:srgbClr val="006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78383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09786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41189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72592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9.5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614175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928202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10.5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242229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11.0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556255" y="5409400"/>
              <a:ext cx="339328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11.5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870282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12.0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207008" y="2619874"/>
              <a:ext cx="0" cy="2468287"/>
            </a:xfrm>
            <a:custGeom>
              <a:avLst/>
              <a:pathLst>
                <a:path w="0" h="2468287">
                  <a:moveTo>
                    <a:pt x="0" y="246828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467678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426539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15567" y="385401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15567" y="344263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115567" y="303125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115567" y="261987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 rot="-5400000">
              <a:off x="808735" y="503052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808735" y="461914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808735" y="420776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809739" y="3797388"/>
              <a:ext cx="242366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1.5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808735" y="338500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2.0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808735" y="297362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2.5</a:t>
              </a:r>
            </a:p>
          </p:txBody>
        </p:sp>
        <p:sp>
          <p:nvSpPr>
            <p:cNvPr id="33" name="tx32"/>
            <p:cNvSpPr/>
            <p:nvPr/>
          </p:nvSpPr>
          <p:spPr>
            <a:xfrm rot="-5400000">
              <a:off x="808735" y="2562240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3.0</a:t>
              </a:r>
            </a:p>
          </p:txBody>
        </p:sp>
        <p:sp>
          <p:nvSpPr>
            <p:cNvPr id="34" name="pg33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3640544" y="1864777"/>
              <a:ext cx="2228671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density(x = log2(cgd$l))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437453" y="5770472"/>
              <a:ext cx="2634853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 = 19448   Bandwidth = 0.05442</a:t>
              </a:r>
            </a:p>
          </p:txBody>
        </p:sp>
        <p:sp>
          <p:nvSpPr>
            <p:cNvPr id="37" name="tx36"/>
            <p:cNvSpPr/>
            <p:nvPr/>
          </p:nvSpPr>
          <p:spPr>
            <a:xfrm rot="-5400000">
              <a:off x="258353" y="3697997"/>
              <a:ext cx="579387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Density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1207008" y="5088161"/>
              <a:ext cx="7095744" cy="0"/>
            </a:xfrm>
            <a:custGeom>
              <a:avLst/>
              <a:pathLst>
                <a:path w="7095744" h="0">
                  <a:moveTo>
                    <a:pt x="0" y="0"/>
                  </a:moveTo>
                  <a:lnTo>
                    <a:pt x="7095744" y="0"/>
                  </a:lnTo>
                </a:path>
              </a:pathLst>
            </a:custGeom>
            <a:ln w="2381" cap="rnd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351061" y="4016531"/>
              <a:ext cx="6951690" cy="1070157"/>
            </a:xfrm>
            <a:custGeom>
              <a:avLst/>
              <a:pathLst>
                <a:path w="6951690" h="1070157">
                  <a:moveTo>
                    <a:pt x="0" y="1069277"/>
                  </a:moveTo>
                  <a:lnTo>
                    <a:pt x="21105" y="1068150"/>
                  </a:lnTo>
                  <a:lnTo>
                    <a:pt x="42211" y="1066537"/>
                  </a:lnTo>
                  <a:lnTo>
                    <a:pt x="63317" y="1064206"/>
                  </a:lnTo>
                  <a:lnTo>
                    <a:pt x="84423" y="1060993"/>
                  </a:lnTo>
                  <a:lnTo>
                    <a:pt x="105529" y="1056642"/>
                  </a:lnTo>
                  <a:lnTo>
                    <a:pt x="126635" y="1050853"/>
                  </a:lnTo>
                  <a:lnTo>
                    <a:pt x="147741" y="1043282"/>
                  </a:lnTo>
                  <a:lnTo>
                    <a:pt x="168847" y="1033546"/>
                  </a:lnTo>
                  <a:lnTo>
                    <a:pt x="189953" y="1021227"/>
                  </a:lnTo>
                  <a:lnTo>
                    <a:pt x="211059" y="1005887"/>
                  </a:lnTo>
                  <a:lnTo>
                    <a:pt x="232165" y="986954"/>
                  </a:lnTo>
                  <a:lnTo>
                    <a:pt x="253271" y="963607"/>
                  </a:lnTo>
                  <a:lnTo>
                    <a:pt x="274377" y="935870"/>
                  </a:lnTo>
                  <a:lnTo>
                    <a:pt x="295483" y="903473"/>
                  </a:lnTo>
                  <a:lnTo>
                    <a:pt x="316589" y="866258"/>
                  </a:lnTo>
                  <a:lnTo>
                    <a:pt x="337695" y="824203"/>
                  </a:lnTo>
                  <a:lnTo>
                    <a:pt x="358801" y="777447"/>
                  </a:lnTo>
                  <a:lnTo>
                    <a:pt x="379907" y="726297"/>
                  </a:lnTo>
                  <a:lnTo>
                    <a:pt x="401013" y="671243"/>
                  </a:lnTo>
                  <a:lnTo>
                    <a:pt x="422119" y="612897"/>
                  </a:lnTo>
                  <a:lnTo>
                    <a:pt x="443225" y="552072"/>
                  </a:lnTo>
                  <a:lnTo>
                    <a:pt x="464331" y="490184"/>
                  </a:lnTo>
                  <a:lnTo>
                    <a:pt x="485437" y="428341"/>
                  </a:lnTo>
                  <a:lnTo>
                    <a:pt x="506543" y="367683"/>
                  </a:lnTo>
                  <a:lnTo>
                    <a:pt x="527649" y="309338"/>
                  </a:lnTo>
                  <a:lnTo>
                    <a:pt x="548755" y="254377"/>
                  </a:lnTo>
                  <a:lnTo>
                    <a:pt x="569861" y="203770"/>
                  </a:lnTo>
                  <a:lnTo>
                    <a:pt x="590967" y="158357"/>
                  </a:lnTo>
                  <a:lnTo>
                    <a:pt x="612073" y="118901"/>
                  </a:lnTo>
                  <a:lnTo>
                    <a:pt x="633179" y="86665"/>
                  </a:lnTo>
                  <a:lnTo>
                    <a:pt x="654285" y="61080"/>
                  </a:lnTo>
                  <a:lnTo>
                    <a:pt x="675391" y="42140"/>
                  </a:lnTo>
                  <a:lnTo>
                    <a:pt x="696497" y="29663"/>
                  </a:lnTo>
                  <a:lnTo>
                    <a:pt x="717602" y="23313"/>
                  </a:lnTo>
                  <a:lnTo>
                    <a:pt x="738708" y="22617"/>
                  </a:lnTo>
                  <a:lnTo>
                    <a:pt x="759814" y="26991"/>
                  </a:lnTo>
                  <a:lnTo>
                    <a:pt x="780920" y="35762"/>
                  </a:lnTo>
                  <a:lnTo>
                    <a:pt x="802026" y="48210"/>
                  </a:lnTo>
                  <a:lnTo>
                    <a:pt x="823132" y="63785"/>
                  </a:lnTo>
                  <a:lnTo>
                    <a:pt x="844238" y="81194"/>
                  </a:lnTo>
                  <a:lnTo>
                    <a:pt x="865344" y="99662"/>
                  </a:lnTo>
                  <a:lnTo>
                    <a:pt x="886450" y="118442"/>
                  </a:lnTo>
                  <a:lnTo>
                    <a:pt x="907556" y="136832"/>
                  </a:lnTo>
                  <a:lnTo>
                    <a:pt x="928662" y="154185"/>
                  </a:lnTo>
                  <a:lnTo>
                    <a:pt x="949768" y="169913"/>
                  </a:lnTo>
                  <a:lnTo>
                    <a:pt x="970874" y="183502"/>
                  </a:lnTo>
                  <a:lnTo>
                    <a:pt x="991980" y="194511"/>
                  </a:lnTo>
                  <a:lnTo>
                    <a:pt x="1013086" y="202130"/>
                  </a:lnTo>
                  <a:lnTo>
                    <a:pt x="1034192" y="206468"/>
                  </a:lnTo>
                  <a:lnTo>
                    <a:pt x="1055298" y="207399"/>
                  </a:lnTo>
                  <a:lnTo>
                    <a:pt x="1076404" y="204875"/>
                  </a:lnTo>
                  <a:lnTo>
                    <a:pt x="1097510" y="198940"/>
                  </a:lnTo>
                  <a:lnTo>
                    <a:pt x="1118616" y="189737"/>
                  </a:lnTo>
                  <a:lnTo>
                    <a:pt x="1139722" y="177504"/>
                  </a:lnTo>
                  <a:lnTo>
                    <a:pt x="1160828" y="162582"/>
                  </a:lnTo>
                  <a:lnTo>
                    <a:pt x="1181934" y="145406"/>
                  </a:lnTo>
                  <a:lnTo>
                    <a:pt x="1203040" y="126392"/>
                  </a:lnTo>
                  <a:lnTo>
                    <a:pt x="1224146" y="106476"/>
                  </a:lnTo>
                  <a:lnTo>
                    <a:pt x="1245252" y="86385"/>
                  </a:lnTo>
                  <a:lnTo>
                    <a:pt x="1266358" y="66854"/>
                  </a:lnTo>
                  <a:lnTo>
                    <a:pt x="1287464" y="48619"/>
                  </a:lnTo>
                  <a:lnTo>
                    <a:pt x="1308570" y="32392"/>
                  </a:lnTo>
                  <a:lnTo>
                    <a:pt x="1329676" y="18836"/>
                  </a:lnTo>
                  <a:lnTo>
                    <a:pt x="1350782" y="8532"/>
                  </a:lnTo>
                  <a:lnTo>
                    <a:pt x="1371888" y="1961"/>
                  </a:lnTo>
                  <a:lnTo>
                    <a:pt x="1392994" y="0"/>
                  </a:lnTo>
                  <a:lnTo>
                    <a:pt x="1414100" y="2459"/>
                  </a:lnTo>
                  <a:lnTo>
                    <a:pt x="1435205" y="9254"/>
                  </a:lnTo>
                  <a:lnTo>
                    <a:pt x="1456311" y="20265"/>
                  </a:lnTo>
                  <a:lnTo>
                    <a:pt x="1477417" y="35255"/>
                  </a:lnTo>
                  <a:lnTo>
                    <a:pt x="1498523" y="53887"/>
                  </a:lnTo>
                  <a:lnTo>
                    <a:pt x="1519629" y="75740"/>
                  </a:lnTo>
                  <a:lnTo>
                    <a:pt x="1540735" y="100331"/>
                  </a:lnTo>
                  <a:lnTo>
                    <a:pt x="1561841" y="127126"/>
                  </a:lnTo>
                  <a:lnTo>
                    <a:pt x="1582947" y="155666"/>
                  </a:lnTo>
                  <a:lnTo>
                    <a:pt x="1604053" y="185134"/>
                  </a:lnTo>
                  <a:lnTo>
                    <a:pt x="1625159" y="214912"/>
                  </a:lnTo>
                  <a:lnTo>
                    <a:pt x="1646265" y="244443"/>
                  </a:lnTo>
                  <a:lnTo>
                    <a:pt x="1667371" y="273196"/>
                  </a:lnTo>
                  <a:lnTo>
                    <a:pt x="1688477" y="300669"/>
                  </a:lnTo>
                  <a:lnTo>
                    <a:pt x="1709583" y="326399"/>
                  </a:lnTo>
                  <a:lnTo>
                    <a:pt x="1730689" y="349971"/>
                  </a:lnTo>
                  <a:lnTo>
                    <a:pt x="1751795" y="371023"/>
                  </a:lnTo>
                  <a:lnTo>
                    <a:pt x="1772901" y="388950"/>
                  </a:lnTo>
                  <a:lnTo>
                    <a:pt x="1794007" y="403687"/>
                  </a:lnTo>
                  <a:lnTo>
                    <a:pt x="1815113" y="415267"/>
                  </a:lnTo>
                  <a:lnTo>
                    <a:pt x="1836219" y="423700"/>
                  </a:lnTo>
                  <a:lnTo>
                    <a:pt x="1857325" y="429095"/>
                  </a:lnTo>
                  <a:lnTo>
                    <a:pt x="1878431" y="431659"/>
                  </a:lnTo>
                  <a:lnTo>
                    <a:pt x="1899537" y="431694"/>
                  </a:lnTo>
                  <a:lnTo>
                    <a:pt x="1920643" y="429585"/>
                  </a:lnTo>
                  <a:lnTo>
                    <a:pt x="1941749" y="425796"/>
                  </a:lnTo>
                  <a:lnTo>
                    <a:pt x="1962855" y="420809"/>
                  </a:lnTo>
                  <a:lnTo>
                    <a:pt x="1983961" y="415363"/>
                  </a:lnTo>
                  <a:lnTo>
                    <a:pt x="2005067" y="410087"/>
                  </a:lnTo>
                  <a:lnTo>
                    <a:pt x="2026173" y="405527"/>
                  </a:lnTo>
                  <a:lnTo>
                    <a:pt x="2047279" y="402184"/>
                  </a:lnTo>
                  <a:lnTo>
                    <a:pt x="2068385" y="400492"/>
                  </a:lnTo>
                  <a:lnTo>
                    <a:pt x="2089491" y="400800"/>
                  </a:lnTo>
                  <a:lnTo>
                    <a:pt x="2110597" y="403365"/>
                  </a:lnTo>
                  <a:lnTo>
                    <a:pt x="2131702" y="408335"/>
                  </a:lnTo>
                  <a:lnTo>
                    <a:pt x="2152808" y="415949"/>
                  </a:lnTo>
                  <a:lnTo>
                    <a:pt x="2173914" y="426036"/>
                  </a:lnTo>
                  <a:lnTo>
                    <a:pt x="2195020" y="438248"/>
                  </a:lnTo>
                  <a:lnTo>
                    <a:pt x="2216126" y="452305"/>
                  </a:lnTo>
                  <a:lnTo>
                    <a:pt x="2237232" y="467871"/>
                  </a:lnTo>
                  <a:lnTo>
                    <a:pt x="2258338" y="484572"/>
                  </a:lnTo>
                  <a:lnTo>
                    <a:pt x="2279444" y="502005"/>
                  </a:lnTo>
                  <a:lnTo>
                    <a:pt x="2300550" y="519765"/>
                  </a:lnTo>
                  <a:lnTo>
                    <a:pt x="2321656" y="537449"/>
                  </a:lnTo>
                  <a:lnTo>
                    <a:pt x="2342762" y="554614"/>
                  </a:lnTo>
                  <a:lnTo>
                    <a:pt x="2363868" y="570847"/>
                  </a:lnTo>
                  <a:lnTo>
                    <a:pt x="2384974" y="585908"/>
                  </a:lnTo>
                  <a:lnTo>
                    <a:pt x="2406080" y="599577"/>
                  </a:lnTo>
                  <a:lnTo>
                    <a:pt x="2427186" y="611696"/>
                  </a:lnTo>
                  <a:lnTo>
                    <a:pt x="2448292" y="622167"/>
                  </a:lnTo>
                  <a:lnTo>
                    <a:pt x="2469398" y="630958"/>
                  </a:lnTo>
                  <a:lnTo>
                    <a:pt x="2490504" y="638097"/>
                  </a:lnTo>
                  <a:lnTo>
                    <a:pt x="2511610" y="643672"/>
                  </a:lnTo>
                  <a:lnTo>
                    <a:pt x="2532716" y="647754"/>
                  </a:lnTo>
                  <a:lnTo>
                    <a:pt x="2553822" y="650588"/>
                  </a:lnTo>
                  <a:lnTo>
                    <a:pt x="2574928" y="652537"/>
                  </a:lnTo>
                  <a:lnTo>
                    <a:pt x="2596034" y="653882"/>
                  </a:lnTo>
                  <a:lnTo>
                    <a:pt x="2617140" y="654917"/>
                  </a:lnTo>
                  <a:lnTo>
                    <a:pt x="2638246" y="655935"/>
                  </a:lnTo>
                  <a:lnTo>
                    <a:pt x="2659352" y="657215"/>
                  </a:lnTo>
                  <a:lnTo>
                    <a:pt x="2680458" y="659015"/>
                  </a:lnTo>
                  <a:lnTo>
                    <a:pt x="2701564" y="661558"/>
                  </a:lnTo>
                  <a:lnTo>
                    <a:pt x="2722670" y="665081"/>
                  </a:lnTo>
                  <a:lnTo>
                    <a:pt x="2743776" y="669753"/>
                  </a:lnTo>
                  <a:lnTo>
                    <a:pt x="2764882" y="675531"/>
                  </a:lnTo>
                  <a:lnTo>
                    <a:pt x="2785988" y="682394"/>
                  </a:lnTo>
                  <a:lnTo>
                    <a:pt x="2807094" y="690267"/>
                  </a:lnTo>
                  <a:lnTo>
                    <a:pt x="2828200" y="699029"/>
                  </a:lnTo>
                  <a:lnTo>
                    <a:pt x="2849305" y="708516"/>
                  </a:lnTo>
                  <a:lnTo>
                    <a:pt x="2870411" y="718534"/>
                  </a:lnTo>
                  <a:lnTo>
                    <a:pt x="2891517" y="728869"/>
                  </a:lnTo>
                  <a:lnTo>
                    <a:pt x="2912623" y="739289"/>
                  </a:lnTo>
                  <a:lnTo>
                    <a:pt x="2933729" y="749518"/>
                  </a:lnTo>
                  <a:lnTo>
                    <a:pt x="2954835" y="759355"/>
                  </a:lnTo>
                  <a:lnTo>
                    <a:pt x="2975941" y="768634"/>
                  </a:lnTo>
                  <a:lnTo>
                    <a:pt x="2997047" y="777224"/>
                  </a:lnTo>
                  <a:lnTo>
                    <a:pt x="3018153" y="785036"/>
                  </a:lnTo>
                  <a:lnTo>
                    <a:pt x="3039259" y="792021"/>
                  </a:lnTo>
                  <a:lnTo>
                    <a:pt x="3060365" y="798174"/>
                  </a:lnTo>
                  <a:lnTo>
                    <a:pt x="3081471" y="803529"/>
                  </a:lnTo>
                  <a:lnTo>
                    <a:pt x="3102577" y="808135"/>
                  </a:lnTo>
                  <a:lnTo>
                    <a:pt x="3123683" y="812085"/>
                  </a:lnTo>
                  <a:lnTo>
                    <a:pt x="3144789" y="815589"/>
                  </a:lnTo>
                  <a:lnTo>
                    <a:pt x="3165895" y="818795"/>
                  </a:lnTo>
                  <a:lnTo>
                    <a:pt x="3187001" y="821851"/>
                  </a:lnTo>
                  <a:lnTo>
                    <a:pt x="3208107" y="824899"/>
                  </a:lnTo>
                  <a:lnTo>
                    <a:pt x="3229213" y="828068"/>
                  </a:lnTo>
                  <a:lnTo>
                    <a:pt x="3250319" y="831470"/>
                  </a:lnTo>
                  <a:lnTo>
                    <a:pt x="3271425" y="835192"/>
                  </a:lnTo>
                  <a:lnTo>
                    <a:pt x="3292531" y="839304"/>
                  </a:lnTo>
                  <a:lnTo>
                    <a:pt x="3313637" y="843871"/>
                  </a:lnTo>
                  <a:lnTo>
                    <a:pt x="3334743" y="848834"/>
                  </a:lnTo>
                  <a:lnTo>
                    <a:pt x="3355849" y="854156"/>
                  </a:lnTo>
                  <a:lnTo>
                    <a:pt x="3376955" y="859775"/>
                  </a:lnTo>
                  <a:lnTo>
                    <a:pt x="3398061" y="865615"/>
                  </a:lnTo>
                  <a:lnTo>
                    <a:pt x="3419167" y="871588"/>
                  </a:lnTo>
                  <a:lnTo>
                    <a:pt x="3440273" y="877601"/>
                  </a:lnTo>
                  <a:lnTo>
                    <a:pt x="3461379" y="883558"/>
                  </a:lnTo>
                  <a:lnTo>
                    <a:pt x="3482485" y="889367"/>
                  </a:lnTo>
                  <a:lnTo>
                    <a:pt x="3503591" y="894912"/>
                  </a:lnTo>
                  <a:lnTo>
                    <a:pt x="3524697" y="900153"/>
                  </a:lnTo>
                  <a:lnTo>
                    <a:pt x="3545802" y="905051"/>
                  </a:lnTo>
                  <a:lnTo>
                    <a:pt x="3566908" y="909583"/>
                  </a:lnTo>
                  <a:lnTo>
                    <a:pt x="3588014" y="913745"/>
                  </a:lnTo>
                  <a:lnTo>
                    <a:pt x="3609120" y="917546"/>
                  </a:lnTo>
                  <a:lnTo>
                    <a:pt x="3630226" y="921013"/>
                  </a:lnTo>
                  <a:lnTo>
                    <a:pt x="3651332" y="924181"/>
                  </a:lnTo>
                  <a:lnTo>
                    <a:pt x="3672438" y="927091"/>
                  </a:lnTo>
                  <a:lnTo>
                    <a:pt x="3693544" y="929778"/>
                  </a:lnTo>
                  <a:lnTo>
                    <a:pt x="3714650" y="932327"/>
                  </a:lnTo>
                  <a:lnTo>
                    <a:pt x="3735756" y="934782"/>
                  </a:lnTo>
                  <a:lnTo>
                    <a:pt x="3756862" y="937187"/>
                  </a:lnTo>
                  <a:lnTo>
                    <a:pt x="3777968" y="939577"/>
                  </a:lnTo>
                  <a:lnTo>
                    <a:pt x="3799074" y="941980"/>
                  </a:lnTo>
                  <a:lnTo>
                    <a:pt x="3820180" y="944421"/>
                  </a:lnTo>
                  <a:lnTo>
                    <a:pt x="3841286" y="946916"/>
                  </a:lnTo>
                  <a:lnTo>
                    <a:pt x="3862392" y="949478"/>
                  </a:lnTo>
                  <a:lnTo>
                    <a:pt x="3883498" y="952128"/>
                  </a:lnTo>
                  <a:lnTo>
                    <a:pt x="3904604" y="954865"/>
                  </a:lnTo>
                  <a:lnTo>
                    <a:pt x="3925710" y="957696"/>
                  </a:lnTo>
                  <a:lnTo>
                    <a:pt x="3946816" y="960628"/>
                  </a:lnTo>
                  <a:lnTo>
                    <a:pt x="3967922" y="963671"/>
                  </a:lnTo>
                  <a:lnTo>
                    <a:pt x="3989028" y="966832"/>
                  </a:lnTo>
                  <a:lnTo>
                    <a:pt x="4010134" y="970118"/>
                  </a:lnTo>
                  <a:lnTo>
                    <a:pt x="4031240" y="973533"/>
                  </a:lnTo>
                  <a:lnTo>
                    <a:pt x="4052346" y="977078"/>
                  </a:lnTo>
                  <a:lnTo>
                    <a:pt x="4073452" y="980759"/>
                  </a:lnTo>
                  <a:lnTo>
                    <a:pt x="4094558" y="984542"/>
                  </a:lnTo>
                  <a:lnTo>
                    <a:pt x="4115664" y="988401"/>
                  </a:lnTo>
                  <a:lnTo>
                    <a:pt x="4136770" y="992301"/>
                  </a:lnTo>
                  <a:lnTo>
                    <a:pt x="4157876" y="996201"/>
                  </a:lnTo>
                  <a:lnTo>
                    <a:pt x="4178982" y="1000056"/>
                  </a:lnTo>
                  <a:lnTo>
                    <a:pt x="4200088" y="1003819"/>
                  </a:lnTo>
                  <a:lnTo>
                    <a:pt x="4221194" y="1007440"/>
                  </a:lnTo>
                  <a:lnTo>
                    <a:pt x="4242300" y="1010877"/>
                  </a:lnTo>
                  <a:lnTo>
                    <a:pt x="4263405" y="1014056"/>
                  </a:lnTo>
                  <a:lnTo>
                    <a:pt x="4284511" y="1016972"/>
                  </a:lnTo>
                  <a:lnTo>
                    <a:pt x="4305617" y="1019614"/>
                  </a:lnTo>
                  <a:lnTo>
                    <a:pt x="4326723" y="1021982"/>
                  </a:lnTo>
                  <a:lnTo>
                    <a:pt x="4347829" y="1024083"/>
                  </a:lnTo>
                  <a:lnTo>
                    <a:pt x="4368935" y="1025938"/>
                  </a:lnTo>
                  <a:lnTo>
                    <a:pt x="4390041" y="1027571"/>
                  </a:lnTo>
                  <a:lnTo>
                    <a:pt x="4411147" y="1029016"/>
                  </a:lnTo>
                  <a:lnTo>
                    <a:pt x="4432253" y="1030309"/>
                  </a:lnTo>
                  <a:lnTo>
                    <a:pt x="4453359" y="1031476"/>
                  </a:lnTo>
                  <a:lnTo>
                    <a:pt x="4474465" y="1032568"/>
                  </a:lnTo>
                  <a:lnTo>
                    <a:pt x="4495571" y="1033615"/>
                  </a:lnTo>
                  <a:lnTo>
                    <a:pt x="4516677" y="1034636"/>
                  </a:lnTo>
                  <a:lnTo>
                    <a:pt x="4537783" y="1035647"/>
                  </a:lnTo>
                  <a:lnTo>
                    <a:pt x="4558889" y="1036656"/>
                  </a:lnTo>
                  <a:lnTo>
                    <a:pt x="4579995" y="1037665"/>
                  </a:lnTo>
                  <a:lnTo>
                    <a:pt x="4601101" y="1038672"/>
                  </a:lnTo>
                  <a:lnTo>
                    <a:pt x="4622207" y="1039673"/>
                  </a:lnTo>
                  <a:lnTo>
                    <a:pt x="4643313" y="1040655"/>
                  </a:lnTo>
                  <a:lnTo>
                    <a:pt x="4664419" y="1041611"/>
                  </a:lnTo>
                  <a:lnTo>
                    <a:pt x="4685525" y="1042534"/>
                  </a:lnTo>
                  <a:lnTo>
                    <a:pt x="4706631" y="1043419"/>
                  </a:lnTo>
                  <a:lnTo>
                    <a:pt x="4727737" y="1044264"/>
                  </a:lnTo>
                  <a:lnTo>
                    <a:pt x="4748843" y="1045066"/>
                  </a:lnTo>
                  <a:lnTo>
                    <a:pt x="4769949" y="1045828"/>
                  </a:lnTo>
                  <a:lnTo>
                    <a:pt x="4791055" y="1046553"/>
                  </a:lnTo>
                  <a:lnTo>
                    <a:pt x="4812161" y="1047245"/>
                  </a:lnTo>
                  <a:lnTo>
                    <a:pt x="4833267" y="1047906"/>
                  </a:lnTo>
                  <a:lnTo>
                    <a:pt x="4854373" y="1048544"/>
                  </a:lnTo>
                  <a:lnTo>
                    <a:pt x="4875479" y="1049164"/>
                  </a:lnTo>
                  <a:lnTo>
                    <a:pt x="4896585" y="1049770"/>
                  </a:lnTo>
                  <a:lnTo>
                    <a:pt x="4917691" y="1050363"/>
                  </a:lnTo>
                  <a:lnTo>
                    <a:pt x="4938797" y="1050944"/>
                  </a:lnTo>
                  <a:lnTo>
                    <a:pt x="4959903" y="1051513"/>
                  </a:lnTo>
                  <a:lnTo>
                    <a:pt x="4981008" y="1052070"/>
                  </a:lnTo>
                  <a:lnTo>
                    <a:pt x="5002114" y="1052612"/>
                  </a:lnTo>
                  <a:lnTo>
                    <a:pt x="5023220" y="1053139"/>
                  </a:lnTo>
                  <a:lnTo>
                    <a:pt x="5044326" y="1053648"/>
                  </a:lnTo>
                  <a:lnTo>
                    <a:pt x="5065432" y="1054143"/>
                  </a:lnTo>
                  <a:lnTo>
                    <a:pt x="5086538" y="1054624"/>
                  </a:lnTo>
                  <a:lnTo>
                    <a:pt x="5107644" y="1055094"/>
                  </a:lnTo>
                  <a:lnTo>
                    <a:pt x="5128750" y="1055558"/>
                  </a:lnTo>
                  <a:lnTo>
                    <a:pt x="5149856" y="1056019"/>
                  </a:lnTo>
                  <a:lnTo>
                    <a:pt x="5170962" y="1056483"/>
                  </a:lnTo>
                  <a:lnTo>
                    <a:pt x="5192068" y="1056955"/>
                  </a:lnTo>
                  <a:lnTo>
                    <a:pt x="5213174" y="1057445"/>
                  </a:lnTo>
                  <a:lnTo>
                    <a:pt x="5234280" y="1057956"/>
                  </a:lnTo>
                  <a:lnTo>
                    <a:pt x="5255386" y="1058493"/>
                  </a:lnTo>
                  <a:lnTo>
                    <a:pt x="5276492" y="1059057"/>
                  </a:lnTo>
                  <a:lnTo>
                    <a:pt x="5297598" y="1059648"/>
                  </a:lnTo>
                  <a:lnTo>
                    <a:pt x="5318704" y="1060265"/>
                  </a:lnTo>
                  <a:lnTo>
                    <a:pt x="5339810" y="1060904"/>
                  </a:lnTo>
                  <a:lnTo>
                    <a:pt x="5360916" y="1061560"/>
                  </a:lnTo>
                  <a:lnTo>
                    <a:pt x="5382022" y="1062224"/>
                  </a:lnTo>
                  <a:lnTo>
                    <a:pt x="5403128" y="1062887"/>
                  </a:lnTo>
                  <a:lnTo>
                    <a:pt x="5424234" y="1063537"/>
                  </a:lnTo>
                  <a:lnTo>
                    <a:pt x="5445340" y="1064163"/>
                  </a:lnTo>
                  <a:lnTo>
                    <a:pt x="5466446" y="1064757"/>
                  </a:lnTo>
                  <a:lnTo>
                    <a:pt x="5487552" y="1065310"/>
                  </a:lnTo>
                  <a:lnTo>
                    <a:pt x="5508658" y="1065815"/>
                  </a:lnTo>
                  <a:lnTo>
                    <a:pt x="5529764" y="1066267"/>
                  </a:lnTo>
                  <a:lnTo>
                    <a:pt x="5550870" y="1066665"/>
                  </a:lnTo>
                  <a:lnTo>
                    <a:pt x="5571976" y="1067008"/>
                  </a:lnTo>
                  <a:lnTo>
                    <a:pt x="5593082" y="1067293"/>
                  </a:lnTo>
                  <a:lnTo>
                    <a:pt x="5614188" y="1067525"/>
                  </a:lnTo>
                  <a:lnTo>
                    <a:pt x="5635294" y="1067712"/>
                  </a:lnTo>
                  <a:lnTo>
                    <a:pt x="5656400" y="1067860"/>
                  </a:lnTo>
                  <a:lnTo>
                    <a:pt x="5677505" y="1067971"/>
                  </a:lnTo>
                  <a:lnTo>
                    <a:pt x="5698611" y="1068051"/>
                  </a:lnTo>
                  <a:lnTo>
                    <a:pt x="5719717" y="1068101"/>
                  </a:lnTo>
                  <a:lnTo>
                    <a:pt x="5740823" y="1068123"/>
                  </a:lnTo>
                  <a:lnTo>
                    <a:pt x="5761929" y="1068115"/>
                  </a:lnTo>
                  <a:lnTo>
                    <a:pt x="5783035" y="1068074"/>
                  </a:lnTo>
                  <a:lnTo>
                    <a:pt x="5804141" y="1067995"/>
                  </a:lnTo>
                  <a:lnTo>
                    <a:pt x="5825247" y="1067878"/>
                  </a:lnTo>
                  <a:lnTo>
                    <a:pt x="5846353" y="1067720"/>
                  </a:lnTo>
                  <a:lnTo>
                    <a:pt x="5867459" y="1067522"/>
                  </a:lnTo>
                  <a:lnTo>
                    <a:pt x="5888565" y="1067282"/>
                  </a:lnTo>
                  <a:lnTo>
                    <a:pt x="5909671" y="1067005"/>
                  </a:lnTo>
                  <a:lnTo>
                    <a:pt x="5930777" y="1066695"/>
                  </a:lnTo>
                  <a:lnTo>
                    <a:pt x="5951883" y="1066361"/>
                  </a:lnTo>
                  <a:lnTo>
                    <a:pt x="5972989" y="1066013"/>
                  </a:lnTo>
                  <a:lnTo>
                    <a:pt x="5994095" y="1065665"/>
                  </a:lnTo>
                  <a:lnTo>
                    <a:pt x="6015201" y="1065333"/>
                  </a:lnTo>
                  <a:lnTo>
                    <a:pt x="6036307" y="1065029"/>
                  </a:lnTo>
                  <a:lnTo>
                    <a:pt x="6057413" y="1064767"/>
                  </a:lnTo>
                  <a:lnTo>
                    <a:pt x="6078519" y="1064557"/>
                  </a:lnTo>
                  <a:lnTo>
                    <a:pt x="6099625" y="1064409"/>
                  </a:lnTo>
                  <a:lnTo>
                    <a:pt x="6120731" y="1064328"/>
                  </a:lnTo>
                  <a:lnTo>
                    <a:pt x="6141837" y="1064318"/>
                  </a:lnTo>
                  <a:lnTo>
                    <a:pt x="6162943" y="1064382"/>
                  </a:lnTo>
                  <a:lnTo>
                    <a:pt x="6184049" y="1064523"/>
                  </a:lnTo>
                  <a:lnTo>
                    <a:pt x="6205155" y="1064726"/>
                  </a:lnTo>
                  <a:lnTo>
                    <a:pt x="6226261" y="1064986"/>
                  </a:lnTo>
                  <a:lnTo>
                    <a:pt x="6247367" y="1065294"/>
                  </a:lnTo>
                  <a:lnTo>
                    <a:pt x="6268473" y="1065641"/>
                  </a:lnTo>
                  <a:lnTo>
                    <a:pt x="6289579" y="1066017"/>
                  </a:lnTo>
                  <a:lnTo>
                    <a:pt x="6310685" y="1066414"/>
                  </a:lnTo>
                  <a:lnTo>
                    <a:pt x="6331791" y="1066823"/>
                  </a:lnTo>
                  <a:lnTo>
                    <a:pt x="6352897" y="1067235"/>
                  </a:lnTo>
                  <a:lnTo>
                    <a:pt x="6374003" y="1067639"/>
                  </a:lnTo>
                  <a:lnTo>
                    <a:pt x="6395108" y="1068030"/>
                  </a:lnTo>
                  <a:lnTo>
                    <a:pt x="6416214" y="1068400"/>
                  </a:lnTo>
                  <a:lnTo>
                    <a:pt x="6437320" y="1068744"/>
                  </a:lnTo>
                  <a:lnTo>
                    <a:pt x="6458426" y="1069056"/>
                  </a:lnTo>
                  <a:lnTo>
                    <a:pt x="6479532" y="1069335"/>
                  </a:lnTo>
                  <a:lnTo>
                    <a:pt x="6500638" y="1069575"/>
                  </a:lnTo>
                  <a:lnTo>
                    <a:pt x="6521744" y="1069775"/>
                  </a:lnTo>
                  <a:lnTo>
                    <a:pt x="6542850" y="1069933"/>
                  </a:lnTo>
                  <a:lnTo>
                    <a:pt x="6563956" y="1070045"/>
                  </a:lnTo>
                  <a:lnTo>
                    <a:pt x="6585062" y="1070118"/>
                  </a:lnTo>
                  <a:lnTo>
                    <a:pt x="6606168" y="1070154"/>
                  </a:lnTo>
                  <a:lnTo>
                    <a:pt x="6627274" y="1070157"/>
                  </a:lnTo>
                  <a:lnTo>
                    <a:pt x="6648380" y="1070132"/>
                  </a:lnTo>
                  <a:lnTo>
                    <a:pt x="6669486" y="1070084"/>
                  </a:lnTo>
                  <a:lnTo>
                    <a:pt x="6690592" y="1070017"/>
                  </a:lnTo>
                  <a:lnTo>
                    <a:pt x="6711698" y="1069938"/>
                  </a:lnTo>
                  <a:lnTo>
                    <a:pt x="6732804" y="1069852"/>
                  </a:lnTo>
                  <a:lnTo>
                    <a:pt x="6753910" y="1069766"/>
                  </a:lnTo>
                  <a:lnTo>
                    <a:pt x="6775016" y="1069685"/>
                  </a:lnTo>
                  <a:lnTo>
                    <a:pt x="6796122" y="1069614"/>
                  </a:lnTo>
                  <a:lnTo>
                    <a:pt x="6817228" y="1069557"/>
                  </a:lnTo>
                  <a:lnTo>
                    <a:pt x="6838334" y="1069515"/>
                  </a:lnTo>
                  <a:lnTo>
                    <a:pt x="6859440" y="1069491"/>
                  </a:lnTo>
                  <a:lnTo>
                    <a:pt x="6880546" y="1069485"/>
                  </a:lnTo>
                  <a:lnTo>
                    <a:pt x="6901652" y="1069498"/>
                  </a:lnTo>
                  <a:lnTo>
                    <a:pt x="6922758" y="1069529"/>
                  </a:lnTo>
                  <a:lnTo>
                    <a:pt x="6943864" y="1069577"/>
                  </a:lnTo>
                  <a:lnTo>
                    <a:pt x="6951690" y="1069599"/>
                  </a:lnTo>
                </a:path>
              </a:pathLst>
            </a:custGeom>
            <a:ln w="6667" cap="rnd">
              <a:solidFill>
                <a:srgbClr val="A9A9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643762" y="2504966"/>
              <a:ext cx="4102614" cy="2583166"/>
            </a:xfrm>
            <a:custGeom>
              <a:avLst/>
              <a:pathLst>
                <a:path w="4102614" h="2583166">
                  <a:moveTo>
                    <a:pt x="0" y="2580415"/>
                  </a:moveTo>
                  <a:lnTo>
                    <a:pt x="8028" y="2579202"/>
                  </a:lnTo>
                  <a:lnTo>
                    <a:pt x="16057" y="2577540"/>
                  </a:lnTo>
                  <a:lnTo>
                    <a:pt x="24085" y="2575295"/>
                  </a:lnTo>
                  <a:lnTo>
                    <a:pt x="32114" y="2572302"/>
                  </a:lnTo>
                  <a:lnTo>
                    <a:pt x="40143" y="2568268"/>
                  </a:lnTo>
                  <a:lnTo>
                    <a:pt x="48171" y="2562876"/>
                  </a:lnTo>
                  <a:lnTo>
                    <a:pt x="56200" y="2555904"/>
                  </a:lnTo>
                  <a:lnTo>
                    <a:pt x="64228" y="2547012"/>
                  </a:lnTo>
                  <a:lnTo>
                    <a:pt x="72257" y="2535826"/>
                  </a:lnTo>
                  <a:lnTo>
                    <a:pt x="80286" y="2521935"/>
                  </a:lnTo>
                  <a:lnTo>
                    <a:pt x="88314" y="2504905"/>
                  </a:lnTo>
                  <a:lnTo>
                    <a:pt x="96343" y="2484280"/>
                  </a:lnTo>
                  <a:lnTo>
                    <a:pt x="104371" y="2459507"/>
                  </a:lnTo>
                  <a:lnTo>
                    <a:pt x="112400" y="2429505"/>
                  </a:lnTo>
                  <a:lnTo>
                    <a:pt x="120429" y="2394431"/>
                  </a:lnTo>
                  <a:lnTo>
                    <a:pt x="128457" y="2353944"/>
                  </a:lnTo>
                  <a:lnTo>
                    <a:pt x="136486" y="2307786"/>
                  </a:lnTo>
                  <a:lnTo>
                    <a:pt x="144514" y="2255797"/>
                  </a:lnTo>
                  <a:lnTo>
                    <a:pt x="152543" y="2197934"/>
                  </a:lnTo>
                  <a:lnTo>
                    <a:pt x="160572" y="2134281"/>
                  </a:lnTo>
                  <a:lnTo>
                    <a:pt x="168600" y="2065067"/>
                  </a:lnTo>
                  <a:lnTo>
                    <a:pt x="176629" y="1990139"/>
                  </a:lnTo>
                  <a:lnTo>
                    <a:pt x="184657" y="1910629"/>
                  </a:lnTo>
                  <a:lnTo>
                    <a:pt x="192686" y="1827478"/>
                  </a:lnTo>
                  <a:lnTo>
                    <a:pt x="200715" y="1741543"/>
                  </a:lnTo>
                  <a:lnTo>
                    <a:pt x="208743" y="1653763"/>
                  </a:lnTo>
                  <a:lnTo>
                    <a:pt x="216772" y="1565127"/>
                  </a:lnTo>
                  <a:lnTo>
                    <a:pt x="224800" y="1476639"/>
                  </a:lnTo>
                  <a:lnTo>
                    <a:pt x="232829" y="1389286"/>
                  </a:lnTo>
                  <a:lnTo>
                    <a:pt x="240858" y="1304182"/>
                  </a:lnTo>
                  <a:lnTo>
                    <a:pt x="248886" y="1222417"/>
                  </a:lnTo>
                  <a:lnTo>
                    <a:pt x="256915" y="1144370"/>
                  </a:lnTo>
                  <a:lnTo>
                    <a:pt x="264943" y="1070442"/>
                  </a:lnTo>
                  <a:lnTo>
                    <a:pt x="272972" y="1000839"/>
                  </a:lnTo>
                  <a:lnTo>
                    <a:pt x="281001" y="935575"/>
                  </a:lnTo>
                  <a:lnTo>
                    <a:pt x="289029" y="874480"/>
                  </a:lnTo>
                  <a:lnTo>
                    <a:pt x="297058" y="817211"/>
                  </a:lnTo>
                  <a:lnTo>
                    <a:pt x="305086" y="763291"/>
                  </a:lnTo>
                  <a:lnTo>
                    <a:pt x="313115" y="712377"/>
                  </a:lnTo>
                  <a:lnTo>
                    <a:pt x="321144" y="663278"/>
                  </a:lnTo>
                  <a:lnTo>
                    <a:pt x="329172" y="615336"/>
                  </a:lnTo>
                  <a:lnTo>
                    <a:pt x="337201" y="567958"/>
                  </a:lnTo>
                  <a:lnTo>
                    <a:pt x="345229" y="520662"/>
                  </a:lnTo>
                  <a:lnTo>
                    <a:pt x="353258" y="473101"/>
                  </a:lnTo>
                  <a:lnTo>
                    <a:pt x="361287" y="425099"/>
                  </a:lnTo>
                  <a:lnTo>
                    <a:pt x="369315" y="376664"/>
                  </a:lnTo>
                  <a:lnTo>
                    <a:pt x="377344" y="328038"/>
                  </a:lnTo>
                  <a:lnTo>
                    <a:pt x="385372" y="279806"/>
                  </a:lnTo>
                  <a:lnTo>
                    <a:pt x="393401" y="232652"/>
                  </a:lnTo>
                  <a:lnTo>
                    <a:pt x="401430" y="187369"/>
                  </a:lnTo>
                  <a:lnTo>
                    <a:pt x="409458" y="144840"/>
                  </a:lnTo>
                  <a:lnTo>
                    <a:pt x="417487" y="105989"/>
                  </a:lnTo>
                  <a:lnTo>
                    <a:pt x="425515" y="71741"/>
                  </a:lnTo>
                  <a:lnTo>
                    <a:pt x="433544" y="42986"/>
                  </a:lnTo>
                  <a:lnTo>
                    <a:pt x="441573" y="20862"/>
                  </a:lnTo>
                  <a:lnTo>
                    <a:pt x="449601" y="6626"/>
                  </a:lnTo>
                  <a:lnTo>
                    <a:pt x="457630" y="0"/>
                  </a:lnTo>
                  <a:lnTo>
                    <a:pt x="465658" y="1222"/>
                  </a:lnTo>
                  <a:lnTo>
                    <a:pt x="473687" y="10345"/>
                  </a:lnTo>
                  <a:lnTo>
                    <a:pt x="481716" y="27231"/>
                  </a:lnTo>
                  <a:lnTo>
                    <a:pt x="489744" y="51568"/>
                  </a:lnTo>
                  <a:lnTo>
                    <a:pt x="497773" y="82882"/>
                  </a:lnTo>
                  <a:lnTo>
                    <a:pt x="505801" y="120555"/>
                  </a:lnTo>
                  <a:lnTo>
                    <a:pt x="513830" y="164505"/>
                  </a:lnTo>
                  <a:lnTo>
                    <a:pt x="521859" y="212980"/>
                  </a:lnTo>
                  <a:lnTo>
                    <a:pt x="529887" y="265030"/>
                  </a:lnTo>
                  <a:lnTo>
                    <a:pt x="537916" y="319762"/>
                  </a:lnTo>
                  <a:lnTo>
                    <a:pt x="545944" y="376307"/>
                  </a:lnTo>
                  <a:lnTo>
                    <a:pt x="553973" y="433837"/>
                  </a:lnTo>
                  <a:lnTo>
                    <a:pt x="562002" y="491587"/>
                  </a:lnTo>
                  <a:lnTo>
                    <a:pt x="570030" y="548867"/>
                  </a:lnTo>
                  <a:lnTo>
                    <a:pt x="578059" y="604918"/>
                  </a:lnTo>
                  <a:lnTo>
                    <a:pt x="586087" y="659142"/>
                  </a:lnTo>
                  <a:lnTo>
                    <a:pt x="594116" y="711240"/>
                  </a:lnTo>
                  <a:lnTo>
                    <a:pt x="602145" y="760905"/>
                  </a:lnTo>
                  <a:lnTo>
                    <a:pt x="610173" y="807890"/>
                  </a:lnTo>
                  <a:lnTo>
                    <a:pt x="618202" y="851995"/>
                  </a:lnTo>
                  <a:lnTo>
                    <a:pt x="626230" y="893048"/>
                  </a:lnTo>
                  <a:lnTo>
                    <a:pt x="634259" y="930897"/>
                  </a:lnTo>
                  <a:lnTo>
                    <a:pt x="642288" y="965283"/>
                  </a:lnTo>
                  <a:lnTo>
                    <a:pt x="650316" y="995660"/>
                  </a:lnTo>
                  <a:lnTo>
                    <a:pt x="658345" y="1022252"/>
                  </a:lnTo>
                  <a:lnTo>
                    <a:pt x="666373" y="1044829"/>
                  </a:lnTo>
                  <a:lnTo>
                    <a:pt x="674402" y="1063139"/>
                  </a:lnTo>
                  <a:lnTo>
                    <a:pt x="682431" y="1076908"/>
                  </a:lnTo>
                  <a:lnTo>
                    <a:pt x="690459" y="1085861"/>
                  </a:lnTo>
                  <a:lnTo>
                    <a:pt x="698488" y="1089728"/>
                  </a:lnTo>
                  <a:lnTo>
                    <a:pt x="706516" y="1088270"/>
                  </a:lnTo>
                  <a:lnTo>
                    <a:pt x="714545" y="1080561"/>
                  </a:lnTo>
                  <a:lnTo>
                    <a:pt x="722574" y="1067082"/>
                  </a:lnTo>
                  <a:lnTo>
                    <a:pt x="730602" y="1048045"/>
                  </a:lnTo>
                  <a:lnTo>
                    <a:pt x="738631" y="1023646"/>
                  </a:lnTo>
                  <a:lnTo>
                    <a:pt x="746659" y="994231"/>
                  </a:lnTo>
                  <a:lnTo>
                    <a:pt x="754688" y="960297"/>
                  </a:lnTo>
                  <a:lnTo>
                    <a:pt x="762717" y="922492"/>
                  </a:lnTo>
                  <a:lnTo>
                    <a:pt x="770745" y="881614"/>
                  </a:lnTo>
                  <a:lnTo>
                    <a:pt x="778774" y="838539"/>
                  </a:lnTo>
                  <a:lnTo>
                    <a:pt x="786802" y="794611"/>
                  </a:lnTo>
                  <a:lnTo>
                    <a:pt x="794831" y="751150"/>
                  </a:lnTo>
                  <a:lnTo>
                    <a:pt x="802860" y="709305"/>
                  </a:lnTo>
                  <a:lnTo>
                    <a:pt x="810888" y="670187"/>
                  </a:lnTo>
                  <a:lnTo>
                    <a:pt x="818917" y="634825"/>
                  </a:lnTo>
                  <a:lnTo>
                    <a:pt x="826945" y="604134"/>
                  </a:lnTo>
                  <a:lnTo>
                    <a:pt x="834974" y="578871"/>
                  </a:lnTo>
                  <a:lnTo>
                    <a:pt x="843003" y="559704"/>
                  </a:lnTo>
                  <a:lnTo>
                    <a:pt x="851031" y="547804"/>
                  </a:lnTo>
                  <a:lnTo>
                    <a:pt x="859060" y="542298"/>
                  </a:lnTo>
                  <a:lnTo>
                    <a:pt x="867088" y="542938"/>
                  </a:lnTo>
                  <a:lnTo>
                    <a:pt x="875117" y="549276"/>
                  </a:lnTo>
                  <a:lnTo>
                    <a:pt x="883146" y="560682"/>
                  </a:lnTo>
                  <a:lnTo>
                    <a:pt x="891174" y="576383"/>
                  </a:lnTo>
                  <a:lnTo>
                    <a:pt x="899203" y="595502"/>
                  </a:lnTo>
                  <a:lnTo>
                    <a:pt x="907231" y="617097"/>
                  </a:lnTo>
                  <a:lnTo>
                    <a:pt x="915260" y="640255"/>
                  </a:lnTo>
                  <a:lnTo>
                    <a:pt x="923289" y="663788"/>
                  </a:lnTo>
                  <a:lnTo>
                    <a:pt x="931317" y="686905"/>
                  </a:lnTo>
                  <a:lnTo>
                    <a:pt x="939346" y="709037"/>
                  </a:lnTo>
                  <a:lnTo>
                    <a:pt x="947374" y="729803"/>
                  </a:lnTo>
                  <a:lnTo>
                    <a:pt x="955403" y="749025"/>
                  </a:lnTo>
                  <a:lnTo>
                    <a:pt x="963432" y="766742"/>
                  </a:lnTo>
                  <a:lnTo>
                    <a:pt x="971460" y="783202"/>
                  </a:lnTo>
                  <a:lnTo>
                    <a:pt x="979489" y="798850"/>
                  </a:lnTo>
                  <a:lnTo>
                    <a:pt x="987517" y="814515"/>
                  </a:lnTo>
                  <a:lnTo>
                    <a:pt x="995546" y="831087"/>
                  </a:lnTo>
                  <a:lnTo>
                    <a:pt x="1003575" y="849424"/>
                  </a:lnTo>
                  <a:lnTo>
                    <a:pt x="1011603" y="870383"/>
                  </a:lnTo>
                  <a:lnTo>
                    <a:pt x="1019632" y="894763"/>
                  </a:lnTo>
                  <a:lnTo>
                    <a:pt x="1027660" y="923268"/>
                  </a:lnTo>
                  <a:lnTo>
                    <a:pt x="1035689" y="956460"/>
                  </a:lnTo>
                  <a:lnTo>
                    <a:pt x="1043718" y="994728"/>
                  </a:lnTo>
                  <a:lnTo>
                    <a:pt x="1051746" y="1039057"/>
                  </a:lnTo>
                  <a:lnTo>
                    <a:pt x="1059775" y="1088482"/>
                  </a:lnTo>
                  <a:lnTo>
                    <a:pt x="1067803" y="1142623"/>
                  </a:lnTo>
                  <a:lnTo>
                    <a:pt x="1075832" y="1200922"/>
                  </a:lnTo>
                  <a:lnTo>
                    <a:pt x="1083861" y="1262671"/>
                  </a:lnTo>
                  <a:lnTo>
                    <a:pt x="1091889" y="1327047"/>
                  </a:lnTo>
                  <a:lnTo>
                    <a:pt x="1099918" y="1393145"/>
                  </a:lnTo>
                  <a:lnTo>
                    <a:pt x="1107946" y="1460029"/>
                  </a:lnTo>
                  <a:lnTo>
                    <a:pt x="1115975" y="1526635"/>
                  </a:lnTo>
                  <a:lnTo>
                    <a:pt x="1124004" y="1591894"/>
                  </a:lnTo>
                  <a:lnTo>
                    <a:pt x="1132032" y="1655080"/>
                  </a:lnTo>
                  <a:lnTo>
                    <a:pt x="1140061" y="1715569"/>
                  </a:lnTo>
                  <a:lnTo>
                    <a:pt x="1148089" y="1772864"/>
                  </a:lnTo>
                  <a:lnTo>
                    <a:pt x="1156118" y="1826599"/>
                  </a:lnTo>
                  <a:lnTo>
                    <a:pt x="1164147" y="1876528"/>
                  </a:lnTo>
                  <a:lnTo>
                    <a:pt x="1172175" y="1922528"/>
                  </a:lnTo>
                  <a:lnTo>
                    <a:pt x="1180204" y="1964418"/>
                  </a:lnTo>
                  <a:lnTo>
                    <a:pt x="1188232" y="2002020"/>
                  </a:lnTo>
                  <a:lnTo>
                    <a:pt x="1196261" y="2035963"/>
                  </a:lnTo>
                  <a:lnTo>
                    <a:pt x="1204290" y="2066454"/>
                  </a:lnTo>
                  <a:lnTo>
                    <a:pt x="1212318" y="2093721"/>
                  </a:lnTo>
                  <a:lnTo>
                    <a:pt x="1220347" y="2118004"/>
                  </a:lnTo>
                  <a:lnTo>
                    <a:pt x="1228375" y="2139539"/>
                  </a:lnTo>
                  <a:lnTo>
                    <a:pt x="1236404" y="2158557"/>
                  </a:lnTo>
                  <a:lnTo>
                    <a:pt x="1244433" y="2175273"/>
                  </a:lnTo>
                  <a:lnTo>
                    <a:pt x="1252461" y="2189623"/>
                  </a:lnTo>
                  <a:lnTo>
                    <a:pt x="1260490" y="2202072"/>
                  </a:lnTo>
                  <a:lnTo>
                    <a:pt x="1268518" y="2212805"/>
                  </a:lnTo>
                  <a:lnTo>
                    <a:pt x="1276547" y="2221954"/>
                  </a:lnTo>
                  <a:lnTo>
                    <a:pt x="1284576" y="2229639"/>
                  </a:lnTo>
                  <a:lnTo>
                    <a:pt x="1292604" y="2235964"/>
                  </a:lnTo>
                  <a:lnTo>
                    <a:pt x="1300633" y="2241024"/>
                  </a:lnTo>
                  <a:lnTo>
                    <a:pt x="1308661" y="2244901"/>
                  </a:lnTo>
                  <a:lnTo>
                    <a:pt x="1316690" y="2247582"/>
                  </a:lnTo>
                  <a:lnTo>
                    <a:pt x="1324719" y="2249155"/>
                  </a:lnTo>
                  <a:lnTo>
                    <a:pt x="1332747" y="2249755"/>
                  </a:lnTo>
                  <a:lnTo>
                    <a:pt x="1340776" y="2249427"/>
                  </a:lnTo>
                  <a:lnTo>
                    <a:pt x="1348804" y="2248216"/>
                  </a:lnTo>
                  <a:lnTo>
                    <a:pt x="1356833" y="2246162"/>
                  </a:lnTo>
                  <a:lnTo>
                    <a:pt x="1364862" y="2243306"/>
                  </a:lnTo>
                  <a:lnTo>
                    <a:pt x="1372890" y="2239693"/>
                  </a:lnTo>
                  <a:lnTo>
                    <a:pt x="1380919" y="2235354"/>
                  </a:lnTo>
                  <a:lnTo>
                    <a:pt x="1388947" y="2230290"/>
                  </a:lnTo>
                  <a:lnTo>
                    <a:pt x="1396976" y="2224665"/>
                  </a:lnTo>
                  <a:lnTo>
                    <a:pt x="1405005" y="2218556"/>
                  </a:lnTo>
                  <a:lnTo>
                    <a:pt x="1413033" y="2212052"/>
                  </a:lnTo>
                  <a:lnTo>
                    <a:pt x="1421062" y="2205250"/>
                  </a:lnTo>
                  <a:lnTo>
                    <a:pt x="1429090" y="2198253"/>
                  </a:lnTo>
                  <a:lnTo>
                    <a:pt x="1437119" y="2191169"/>
                  </a:lnTo>
                  <a:lnTo>
                    <a:pt x="1445148" y="2184108"/>
                  </a:lnTo>
                  <a:lnTo>
                    <a:pt x="1453176" y="2177211"/>
                  </a:lnTo>
                  <a:lnTo>
                    <a:pt x="1461205" y="2170588"/>
                  </a:lnTo>
                  <a:lnTo>
                    <a:pt x="1469233" y="2164327"/>
                  </a:lnTo>
                  <a:lnTo>
                    <a:pt x="1477262" y="2158507"/>
                  </a:lnTo>
                  <a:lnTo>
                    <a:pt x="1485291" y="2153197"/>
                  </a:lnTo>
                  <a:lnTo>
                    <a:pt x="1493319" y="2148457"/>
                  </a:lnTo>
                  <a:lnTo>
                    <a:pt x="1501348" y="2144337"/>
                  </a:lnTo>
                  <a:lnTo>
                    <a:pt x="1509376" y="2140875"/>
                  </a:lnTo>
                  <a:lnTo>
                    <a:pt x="1517405" y="2138157"/>
                  </a:lnTo>
                  <a:lnTo>
                    <a:pt x="1525434" y="2136236"/>
                  </a:lnTo>
                  <a:lnTo>
                    <a:pt x="1533462" y="2135079"/>
                  </a:lnTo>
                  <a:lnTo>
                    <a:pt x="1541491" y="2134716"/>
                  </a:lnTo>
                  <a:lnTo>
                    <a:pt x="1549519" y="2135182"/>
                  </a:lnTo>
                  <a:lnTo>
                    <a:pt x="1557548" y="2136513"/>
                  </a:lnTo>
                  <a:lnTo>
                    <a:pt x="1565577" y="2138745"/>
                  </a:lnTo>
                  <a:lnTo>
                    <a:pt x="1573605" y="2141917"/>
                  </a:lnTo>
                  <a:lnTo>
                    <a:pt x="1581634" y="2146074"/>
                  </a:lnTo>
                  <a:lnTo>
                    <a:pt x="1589662" y="2151386"/>
                  </a:lnTo>
                  <a:lnTo>
                    <a:pt x="1597691" y="2157724"/>
                  </a:lnTo>
                  <a:lnTo>
                    <a:pt x="1605720" y="2165082"/>
                  </a:lnTo>
                  <a:lnTo>
                    <a:pt x="1613748" y="2173439"/>
                  </a:lnTo>
                  <a:lnTo>
                    <a:pt x="1621777" y="2182754"/>
                  </a:lnTo>
                  <a:lnTo>
                    <a:pt x="1629805" y="2192963"/>
                  </a:lnTo>
                  <a:lnTo>
                    <a:pt x="1637834" y="2203981"/>
                  </a:lnTo>
                  <a:lnTo>
                    <a:pt x="1645863" y="2215705"/>
                  </a:lnTo>
                  <a:lnTo>
                    <a:pt x="1653891" y="2228055"/>
                  </a:lnTo>
                  <a:lnTo>
                    <a:pt x="1661920" y="2240819"/>
                  </a:lnTo>
                  <a:lnTo>
                    <a:pt x="1669948" y="2253816"/>
                  </a:lnTo>
                  <a:lnTo>
                    <a:pt x="1677977" y="2266891"/>
                  </a:lnTo>
                  <a:lnTo>
                    <a:pt x="1686006" y="2279890"/>
                  </a:lnTo>
                  <a:lnTo>
                    <a:pt x="1694034" y="2292666"/>
                  </a:lnTo>
                  <a:lnTo>
                    <a:pt x="1702063" y="2305080"/>
                  </a:lnTo>
                  <a:lnTo>
                    <a:pt x="1710091" y="2317008"/>
                  </a:lnTo>
                  <a:lnTo>
                    <a:pt x="1718120" y="2328302"/>
                  </a:lnTo>
                  <a:lnTo>
                    <a:pt x="1726149" y="2338818"/>
                  </a:lnTo>
                  <a:lnTo>
                    <a:pt x="1734177" y="2348554"/>
                  </a:lnTo>
                  <a:lnTo>
                    <a:pt x="1742206" y="2357467"/>
                  </a:lnTo>
                  <a:lnTo>
                    <a:pt x="1750234" y="2365524"/>
                  </a:lnTo>
                  <a:lnTo>
                    <a:pt x="1758263" y="2372709"/>
                  </a:lnTo>
                  <a:lnTo>
                    <a:pt x="1766292" y="2379016"/>
                  </a:lnTo>
                  <a:lnTo>
                    <a:pt x="1774320" y="2384453"/>
                  </a:lnTo>
                  <a:lnTo>
                    <a:pt x="1782349" y="2389031"/>
                  </a:lnTo>
                  <a:lnTo>
                    <a:pt x="1790377" y="2392651"/>
                  </a:lnTo>
                  <a:lnTo>
                    <a:pt x="1798406" y="2395468"/>
                  </a:lnTo>
                  <a:lnTo>
                    <a:pt x="1806435" y="2397520"/>
                  </a:lnTo>
                  <a:lnTo>
                    <a:pt x="1814463" y="2398844"/>
                  </a:lnTo>
                  <a:lnTo>
                    <a:pt x="1822492" y="2399482"/>
                  </a:lnTo>
                  <a:lnTo>
                    <a:pt x="1830520" y="2399478"/>
                  </a:lnTo>
                  <a:lnTo>
                    <a:pt x="1838549" y="2398883"/>
                  </a:lnTo>
                  <a:lnTo>
                    <a:pt x="1846578" y="2397749"/>
                  </a:lnTo>
                  <a:lnTo>
                    <a:pt x="1854606" y="2396098"/>
                  </a:lnTo>
                  <a:lnTo>
                    <a:pt x="1862635" y="2394025"/>
                  </a:lnTo>
                  <a:lnTo>
                    <a:pt x="1870663" y="2391629"/>
                  </a:lnTo>
                  <a:lnTo>
                    <a:pt x="1878692" y="2388982"/>
                  </a:lnTo>
                  <a:lnTo>
                    <a:pt x="1886721" y="2386159"/>
                  </a:lnTo>
                  <a:lnTo>
                    <a:pt x="1894749" y="2383236"/>
                  </a:lnTo>
                  <a:lnTo>
                    <a:pt x="1902778" y="2380288"/>
                  </a:lnTo>
                  <a:lnTo>
                    <a:pt x="1910806" y="2377387"/>
                  </a:lnTo>
                  <a:lnTo>
                    <a:pt x="1918835" y="2374609"/>
                  </a:lnTo>
                  <a:lnTo>
                    <a:pt x="1926864" y="2372046"/>
                  </a:lnTo>
                  <a:lnTo>
                    <a:pt x="1934892" y="2369732"/>
                  </a:lnTo>
                  <a:lnTo>
                    <a:pt x="1942921" y="2367703"/>
                  </a:lnTo>
                  <a:lnTo>
                    <a:pt x="1950949" y="2365985"/>
                  </a:lnTo>
                  <a:lnTo>
                    <a:pt x="1958978" y="2364585"/>
                  </a:lnTo>
                  <a:lnTo>
                    <a:pt x="1967007" y="2363500"/>
                  </a:lnTo>
                  <a:lnTo>
                    <a:pt x="1975035" y="2362710"/>
                  </a:lnTo>
                  <a:lnTo>
                    <a:pt x="1983064" y="2362180"/>
                  </a:lnTo>
                  <a:lnTo>
                    <a:pt x="1991092" y="2361881"/>
                  </a:lnTo>
                  <a:lnTo>
                    <a:pt x="1999121" y="2361714"/>
                  </a:lnTo>
                  <a:lnTo>
                    <a:pt x="2007150" y="2361604"/>
                  </a:lnTo>
                  <a:lnTo>
                    <a:pt x="2015178" y="2361479"/>
                  </a:lnTo>
                  <a:lnTo>
                    <a:pt x="2023207" y="2361270"/>
                  </a:lnTo>
                  <a:lnTo>
                    <a:pt x="2031235" y="2360909"/>
                  </a:lnTo>
                  <a:lnTo>
                    <a:pt x="2039264" y="2360343"/>
                  </a:lnTo>
                  <a:lnTo>
                    <a:pt x="2047293" y="2359526"/>
                  </a:lnTo>
                  <a:lnTo>
                    <a:pt x="2055321" y="2358407"/>
                  </a:lnTo>
                  <a:lnTo>
                    <a:pt x="2063350" y="2356976"/>
                  </a:lnTo>
                  <a:lnTo>
                    <a:pt x="2071378" y="2355272"/>
                  </a:lnTo>
                  <a:lnTo>
                    <a:pt x="2079407" y="2353327"/>
                  </a:lnTo>
                  <a:lnTo>
                    <a:pt x="2087436" y="2351189"/>
                  </a:lnTo>
                  <a:lnTo>
                    <a:pt x="2095464" y="2348918"/>
                  </a:lnTo>
                  <a:lnTo>
                    <a:pt x="2103493" y="2346583"/>
                  </a:lnTo>
                  <a:lnTo>
                    <a:pt x="2111521" y="2344259"/>
                  </a:lnTo>
                  <a:lnTo>
                    <a:pt x="2119550" y="2342031"/>
                  </a:lnTo>
                  <a:lnTo>
                    <a:pt x="2127579" y="2340014"/>
                  </a:lnTo>
                  <a:lnTo>
                    <a:pt x="2135607" y="2338269"/>
                  </a:lnTo>
                  <a:lnTo>
                    <a:pt x="2143636" y="2336860"/>
                  </a:lnTo>
                  <a:lnTo>
                    <a:pt x="2151664" y="2335843"/>
                  </a:lnTo>
                  <a:lnTo>
                    <a:pt x="2159693" y="2335260"/>
                  </a:lnTo>
                  <a:lnTo>
                    <a:pt x="2167722" y="2335143"/>
                  </a:lnTo>
                  <a:lnTo>
                    <a:pt x="2175750" y="2335510"/>
                  </a:lnTo>
                  <a:lnTo>
                    <a:pt x="2183779" y="2336366"/>
                  </a:lnTo>
                  <a:lnTo>
                    <a:pt x="2191807" y="2337758"/>
                  </a:lnTo>
                  <a:lnTo>
                    <a:pt x="2199836" y="2339615"/>
                  </a:lnTo>
                  <a:lnTo>
                    <a:pt x="2207865" y="2341882"/>
                  </a:lnTo>
                  <a:lnTo>
                    <a:pt x="2215893" y="2344514"/>
                  </a:lnTo>
                  <a:lnTo>
                    <a:pt x="2223922" y="2347460"/>
                  </a:lnTo>
                  <a:lnTo>
                    <a:pt x="2231950" y="2350668"/>
                  </a:lnTo>
                  <a:lnTo>
                    <a:pt x="2239979" y="2354083"/>
                  </a:lnTo>
                  <a:lnTo>
                    <a:pt x="2248008" y="2357653"/>
                  </a:lnTo>
                  <a:lnTo>
                    <a:pt x="2256036" y="2361335"/>
                  </a:lnTo>
                  <a:lnTo>
                    <a:pt x="2264065" y="2365085"/>
                  </a:lnTo>
                  <a:lnTo>
                    <a:pt x="2272093" y="2368872"/>
                  </a:lnTo>
                  <a:lnTo>
                    <a:pt x="2280122" y="2372685"/>
                  </a:lnTo>
                  <a:lnTo>
                    <a:pt x="2288151" y="2376529"/>
                  </a:lnTo>
                  <a:lnTo>
                    <a:pt x="2296179" y="2380420"/>
                  </a:lnTo>
                  <a:lnTo>
                    <a:pt x="2304208" y="2384386"/>
                  </a:lnTo>
                  <a:lnTo>
                    <a:pt x="2312236" y="2388467"/>
                  </a:lnTo>
                  <a:lnTo>
                    <a:pt x="2320265" y="2392711"/>
                  </a:lnTo>
                  <a:lnTo>
                    <a:pt x="2328294" y="2397217"/>
                  </a:lnTo>
                  <a:lnTo>
                    <a:pt x="2336322" y="2402019"/>
                  </a:lnTo>
                  <a:lnTo>
                    <a:pt x="2344351" y="2407167"/>
                  </a:lnTo>
                  <a:lnTo>
                    <a:pt x="2352379" y="2412709"/>
                  </a:lnTo>
                  <a:lnTo>
                    <a:pt x="2360408" y="2418678"/>
                  </a:lnTo>
                  <a:lnTo>
                    <a:pt x="2368437" y="2425095"/>
                  </a:lnTo>
                  <a:lnTo>
                    <a:pt x="2376465" y="2431966"/>
                  </a:lnTo>
                  <a:lnTo>
                    <a:pt x="2384494" y="2439277"/>
                  </a:lnTo>
                  <a:lnTo>
                    <a:pt x="2392522" y="2447033"/>
                  </a:lnTo>
                  <a:lnTo>
                    <a:pt x="2400551" y="2455142"/>
                  </a:lnTo>
                  <a:lnTo>
                    <a:pt x="2408580" y="2463507"/>
                  </a:lnTo>
                  <a:lnTo>
                    <a:pt x="2416608" y="2472038"/>
                  </a:lnTo>
                  <a:lnTo>
                    <a:pt x="2424637" y="2480640"/>
                  </a:lnTo>
                  <a:lnTo>
                    <a:pt x="2432665" y="2489209"/>
                  </a:lnTo>
                  <a:lnTo>
                    <a:pt x="2440694" y="2497643"/>
                  </a:lnTo>
                  <a:lnTo>
                    <a:pt x="2448723" y="2505843"/>
                  </a:lnTo>
                  <a:lnTo>
                    <a:pt x="2456751" y="2513697"/>
                  </a:lnTo>
                  <a:lnTo>
                    <a:pt x="2464780" y="2521083"/>
                  </a:lnTo>
                  <a:lnTo>
                    <a:pt x="2472808" y="2527979"/>
                  </a:lnTo>
                  <a:lnTo>
                    <a:pt x="2480837" y="2534345"/>
                  </a:lnTo>
                  <a:lnTo>
                    <a:pt x="2488866" y="2540154"/>
                  </a:lnTo>
                  <a:lnTo>
                    <a:pt x="2496894" y="2545396"/>
                  </a:lnTo>
                  <a:lnTo>
                    <a:pt x="2504923" y="2550074"/>
                  </a:lnTo>
                  <a:lnTo>
                    <a:pt x="2512951" y="2554204"/>
                  </a:lnTo>
                  <a:lnTo>
                    <a:pt x="2520980" y="2557809"/>
                  </a:lnTo>
                  <a:lnTo>
                    <a:pt x="2529009" y="2560857"/>
                  </a:lnTo>
                  <a:lnTo>
                    <a:pt x="2537037" y="2563460"/>
                  </a:lnTo>
                  <a:lnTo>
                    <a:pt x="2545066" y="2565662"/>
                  </a:lnTo>
                  <a:lnTo>
                    <a:pt x="2553094" y="2567501"/>
                  </a:lnTo>
                  <a:lnTo>
                    <a:pt x="2561123" y="2569012"/>
                  </a:lnTo>
                  <a:lnTo>
                    <a:pt x="2569152" y="2570230"/>
                  </a:lnTo>
                  <a:lnTo>
                    <a:pt x="2577180" y="2571182"/>
                  </a:lnTo>
                  <a:lnTo>
                    <a:pt x="2585209" y="2571896"/>
                  </a:lnTo>
                  <a:lnTo>
                    <a:pt x="2593237" y="2572377"/>
                  </a:lnTo>
                  <a:lnTo>
                    <a:pt x="2601266" y="2572652"/>
                  </a:lnTo>
                  <a:lnTo>
                    <a:pt x="2609295" y="2572754"/>
                  </a:lnTo>
                  <a:lnTo>
                    <a:pt x="2617323" y="2572696"/>
                  </a:lnTo>
                  <a:lnTo>
                    <a:pt x="2625352" y="2572494"/>
                  </a:lnTo>
                  <a:lnTo>
                    <a:pt x="2633380" y="2572163"/>
                  </a:lnTo>
                  <a:lnTo>
                    <a:pt x="2641409" y="2571720"/>
                  </a:lnTo>
                  <a:lnTo>
                    <a:pt x="2649438" y="2571182"/>
                  </a:lnTo>
                  <a:lnTo>
                    <a:pt x="2657466" y="2570565"/>
                  </a:lnTo>
                  <a:lnTo>
                    <a:pt x="2665495" y="2569892"/>
                  </a:lnTo>
                  <a:lnTo>
                    <a:pt x="2673523" y="2569194"/>
                  </a:lnTo>
                  <a:lnTo>
                    <a:pt x="2681552" y="2568495"/>
                  </a:lnTo>
                  <a:lnTo>
                    <a:pt x="2689581" y="2567817"/>
                  </a:lnTo>
                  <a:lnTo>
                    <a:pt x="2697609" y="2567185"/>
                  </a:lnTo>
                  <a:lnTo>
                    <a:pt x="2705638" y="2566619"/>
                  </a:lnTo>
                  <a:lnTo>
                    <a:pt x="2713666" y="2566141"/>
                  </a:lnTo>
                  <a:lnTo>
                    <a:pt x="2721695" y="2565767"/>
                  </a:lnTo>
                  <a:lnTo>
                    <a:pt x="2729724" y="2565530"/>
                  </a:lnTo>
                  <a:lnTo>
                    <a:pt x="2737752" y="2565428"/>
                  </a:lnTo>
                  <a:lnTo>
                    <a:pt x="2745781" y="2565461"/>
                  </a:lnTo>
                  <a:lnTo>
                    <a:pt x="2753809" y="2565629"/>
                  </a:lnTo>
                  <a:lnTo>
                    <a:pt x="2761838" y="2565926"/>
                  </a:lnTo>
                  <a:lnTo>
                    <a:pt x="2769867" y="2566344"/>
                  </a:lnTo>
                  <a:lnTo>
                    <a:pt x="2777895" y="2566868"/>
                  </a:lnTo>
                  <a:lnTo>
                    <a:pt x="2785924" y="2567484"/>
                  </a:lnTo>
                  <a:lnTo>
                    <a:pt x="2793952" y="2568175"/>
                  </a:lnTo>
                  <a:lnTo>
                    <a:pt x="2801981" y="2568915"/>
                  </a:lnTo>
                  <a:lnTo>
                    <a:pt x="2810010" y="2569677"/>
                  </a:lnTo>
                  <a:lnTo>
                    <a:pt x="2818038" y="2570440"/>
                  </a:lnTo>
                  <a:lnTo>
                    <a:pt x="2826067" y="2571183"/>
                  </a:lnTo>
                  <a:lnTo>
                    <a:pt x="2834095" y="2571891"/>
                  </a:lnTo>
                  <a:lnTo>
                    <a:pt x="2842124" y="2572546"/>
                  </a:lnTo>
                  <a:lnTo>
                    <a:pt x="2850153" y="2573139"/>
                  </a:lnTo>
                  <a:lnTo>
                    <a:pt x="2858181" y="2573659"/>
                  </a:lnTo>
                  <a:lnTo>
                    <a:pt x="2866210" y="2574092"/>
                  </a:lnTo>
                  <a:lnTo>
                    <a:pt x="2874238" y="2574451"/>
                  </a:lnTo>
                  <a:lnTo>
                    <a:pt x="2882267" y="2574739"/>
                  </a:lnTo>
                  <a:lnTo>
                    <a:pt x="2890296" y="2574964"/>
                  </a:lnTo>
                  <a:lnTo>
                    <a:pt x="2898324" y="2575137"/>
                  </a:lnTo>
                  <a:lnTo>
                    <a:pt x="2906353" y="2575268"/>
                  </a:lnTo>
                  <a:lnTo>
                    <a:pt x="2914381" y="2575370"/>
                  </a:lnTo>
                  <a:lnTo>
                    <a:pt x="2922410" y="2575457"/>
                  </a:lnTo>
                  <a:lnTo>
                    <a:pt x="2930439" y="2575540"/>
                  </a:lnTo>
                  <a:lnTo>
                    <a:pt x="2938467" y="2575635"/>
                  </a:lnTo>
                  <a:lnTo>
                    <a:pt x="2946496" y="2575749"/>
                  </a:lnTo>
                  <a:lnTo>
                    <a:pt x="2954524" y="2575888"/>
                  </a:lnTo>
                  <a:lnTo>
                    <a:pt x="2962553" y="2576055"/>
                  </a:lnTo>
                  <a:lnTo>
                    <a:pt x="2970582" y="2576250"/>
                  </a:lnTo>
                  <a:lnTo>
                    <a:pt x="2978610" y="2576472"/>
                  </a:lnTo>
                  <a:lnTo>
                    <a:pt x="2986639" y="2576714"/>
                  </a:lnTo>
                  <a:lnTo>
                    <a:pt x="2994667" y="2576972"/>
                  </a:lnTo>
                  <a:lnTo>
                    <a:pt x="3002696" y="2577233"/>
                  </a:lnTo>
                  <a:lnTo>
                    <a:pt x="3010725" y="2577486"/>
                  </a:lnTo>
                  <a:lnTo>
                    <a:pt x="3018753" y="2577722"/>
                  </a:lnTo>
                  <a:lnTo>
                    <a:pt x="3026782" y="2577932"/>
                  </a:lnTo>
                  <a:lnTo>
                    <a:pt x="3034810" y="2578107"/>
                  </a:lnTo>
                  <a:lnTo>
                    <a:pt x="3042839" y="2578243"/>
                  </a:lnTo>
                  <a:lnTo>
                    <a:pt x="3050868" y="2578335"/>
                  </a:lnTo>
                  <a:lnTo>
                    <a:pt x="3058896" y="2578382"/>
                  </a:lnTo>
                  <a:lnTo>
                    <a:pt x="3066925" y="2578380"/>
                  </a:lnTo>
                  <a:lnTo>
                    <a:pt x="3074953" y="2578340"/>
                  </a:lnTo>
                  <a:lnTo>
                    <a:pt x="3082982" y="2578270"/>
                  </a:lnTo>
                  <a:lnTo>
                    <a:pt x="3091011" y="2578178"/>
                  </a:lnTo>
                  <a:lnTo>
                    <a:pt x="3099039" y="2578072"/>
                  </a:lnTo>
                  <a:lnTo>
                    <a:pt x="3107068" y="2577962"/>
                  </a:lnTo>
                  <a:lnTo>
                    <a:pt x="3115096" y="2577858"/>
                  </a:lnTo>
                  <a:lnTo>
                    <a:pt x="3123125" y="2577766"/>
                  </a:lnTo>
                  <a:lnTo>
                    <a:pt x="3131154" y="2577694"/>
                  </a:lnTo>
                  <a:lnTo>
                    <a:pt x="3139182" y="2577648"/>
                  </a:lnTo>
                  <a:lnTo>
                    <a:pt x="3147211" y="2577625"/>
                  </a:lnTo>
                  <a:lnTo>
                    <a:pt x="3155239" y="2577624"/>
                  </a:lnTo>
                  <a:lnTo>
                    <a:pt x="3163268" y="2577641"/>
                  </a:lnTo>
                  <a:lnTo>
                    <a:pt x="3171297" y="2577670"/>
                  </a:lnTo>
                  <a:lnTo>
                    <a:pt x="3179325" y="2577704"/>
                  </a:lnTo>
                  <a:lnTo>
                    <a:pt x="3187354" y="2577735"/>
                  </a:lnTo>
                  <a:lnTo>
                    <a:pt x="3195382" y="2577755"/>
                  </a:lnTo>
                  <a:lnTo>
                    <a:pt x="3203411" y="2577754"/>
                  </a:lnTo>
                  <a:lnTo>
                    <a:pt x="3211440" y="2577729"/>
                  </a:lnTo>
                  <a:lnTo>
                    <a:pt x="3219468" y="2577675"/>
                  </a:lnTo>
                  <a:lnTo>
                    <a:pt x="3227497" y="2577593"/>
                  </a:lnTo>
                  <a:lnTo>
                    <a:pt x="3235525" y="2577483"/>
                  </a:lnTo>
                  <a:lnTo>
                    <a:pt x="3243554" y="2577350"/>
                  </a:lnTo>
                  <a:lnTo>
                    <a:pt x="3251583" y="2577199"/>
                  </a:lnTo>
                  <a:lnTo>
                    <a:pt x="3259611" y="2577037"/>
                  </a:lnTo>
                  <a:lnTo>
                    <a:pt x="3267640" y="2576876"/>
                  </a:lnTo>
                  <a:lnTo>
                    <a:pt x="3275668" y="2576725"/>
                  </a:lnTo>
                  <a:lnTo>
                    <a:pt x="3283697" y="2576595"/>
                  </a:lnTo>
                  <a:lnTo>
                    <a:pt x="3291726" y="2576495"/>
                  </a:lnTo>
                  <a:lnTo>
                    <a:pt x="3299754" y="2576430"/>
                  </a:lnTo>
                  <a:lnTo>
                    <a:pt x="3307783" y="2576408"/>
                  </a:lnTo>
                  <a:lnTo>
                    <a:pt x="3315811" y="2576433"/>
                  </a:lnTo>
                  <a:lnTo>
                    <a:pt x="3323840" y="2576506"/>
                  </a:lnTo>
                  <a:lnTo>
                    <a:pt x="3331869" y="2576631"/>
                  </a:lnTo>
                  <a:lnTo>
                    <a:pt x="3339897" y="2576805"/>
                  </a:lnTo>
                  <a:lnTo>
                    <a:pt x="3347926" y="2577019"/>
                  </a:lnTo>
                  <a:lnTo>
                    <a:pt x="3355954" y="2577265"/>
                  </a:lnTo>
                  <a:lnTo>
                    <a:pt x="3363983" y="2577537"/>
                  </a:lnTo>
                  <a:lnTo>
                    <a:pt x="3372012" y="2577826"/>
                  </a:lnTo>
                  <a:lnTo>
                    <a:pt x="3380040" y="2578122"/>
                  </a:lnTo>
                  <a:lnTo>
                    <a:pt x="3388069" y="2578416"/>
                  </a:lnTo>
                  <a:lnTo>
                    <a:pt x="3396097" y="2578698"/>
                  </a:lnTo>
                  <a:lnTo>
                    <a:pt x="3404126" y="2578955"/>
                  </a:lnTo>
                  <a:lnTo>
                    <a:pt x="3412155" y="2579181"/>
                  </a:lnTo>
                  <a:lnTo>
                    <a:pt x="3420183" y="2579370"/>
                  </a:lnTo>
                  <a:lnTo>
                    <a:pt x="3428212" y="2579516"/>
                  </a:lnTo>
                  <a:lnTo>
                    <a:pt x="3436240" y="2579618"/>
                  </a:lnTo>
                  <a:lnTo>
                    <a:pt x="3444269" y="2579672"/>
                  </a:lnTo>
                  <a:lnTo>
                    <a:pt x="3452298" y="2579679"/>
                  </a:lnTo>
                  <a:lnTo>
                    <a:pt x="3460326" y="2579641"/>
                  </a:lnTo>
                  <a:lnTo>
                    <a:pt x="3468355" y="2579557"/>
                  </a:lnTo>
                  <a:lnTo>
                    <a:pt x="3476383" y="2579437"/>
                  </a:lnTo>
                  <a:lnTo>
                    <a:pt x="3484412" y="2579290"/>
                  </a:lnTo>
                  <a:lnTo>
                    <a:pt x="3492441" y="2579122"/>
                  </a:lnTo>
                  <a:lnTo>
                    <a:pt x="3500469" y="2578941"/>
                  </a:lnTo>
                  <a:lnTo>
                    <a:pt x="3508498" y="2578756"/>
                  </a:lnTo>
                  <a:lnTo>
                    <a:pt x="3516526" y="2578574"/>
                  </a:lnTo>
                  <a:lnTo>
                    <a:pt x="3524555" y="2578403"/>
                  </a:lnTo>
                  <a:lnTo>
                    <a:pt x="3532584" y="2578250"/>
                  </a:lnTo>
                  <a:lnTo>
                    <a:pt x="3540612" y="2578122"/>
                  </a:lnTo>
                  <a:lnTo>
                    <a:pt x="3548641" y="2578021"/>
                  </a:lnTo>
                  <a:lnTo>
                    <a:pt x="3556669" y="2577950"/>
                  </a:lnTo>
                  <a:lnTo>
                    <a:pt x="3564698" y="2577908"/>
                  </a:lnTo>
                  <a:lnTo>
                    <a:pt x="3572727" y="2577896"/>
                  </a:lnTo>
                  <a:lnTo>
                    <a:pt x="3580755" y="2577914"/>
                  </a:lnTo>
                  <a:lnTo>
                    <a:pt x="3588784" y="2577958"/>
                  </a:lnTo>
                  <a:lnTo>
                    <a:pt x="3596812" y="2578029"/>
                  </a:lnTo>
                  <a:lnTo>
                    <a:pt x="3604841" y="2578124"/>
                  </a:lnTo>
                  <a:lnTo>
                    <a:pt x="3612870" y="2578239"/>
                  </a:lnTo>
                  <a:lnTo>
                    <a:pt x="3620898" y="2578371"/>
                  </a:lnTo>
                  <a:lnTo>
                    <a:pt x="3628927" y="2578518"/>
                  </a:lnTo>
                  <a:lnTo>
                    <a:pt x="3636955" y="2578679"/>
                  </a:lnTo>
                  <a:lnTo>
                    <a:pt x="3644984" y="2578853"/>
                  </a:lnTo>
                  <a:lnTo>
                    <a:pt x="3653013" y="2579038"/>
                  </a:lnTo>
                  <a:lnTo>
                    <a:pt x="3661041" y="2579234"/>
                  </a:lnTo>
                  <a:lnTo>
                    <a:pt x="3669070" y="2579440"/>
                  </a:lnTo>
                  <a:lnTo>
                    <a:pt x="3677098" y="2579654"/>
                  </a:lnTo>
                  <a:lnTo>
                    <a:pt x="3685127" y="2579874"/>
                  </a:lnTo>
                  <a:lnTo>
                    <a:pt x="3693156" y="2580098"/>
                  </a:lnTo>
                  <a:lnTo>
                    <a:pt x="3701184" y="2580323"/>
                  </a:lnTo>
                  <a:lnTo>
                    <a:pt x="3709213" y="2580546"/>
                  </a:lnTo>
                  <a:lnTo>
                    <a:pt x="3717241" y="2580762"/>
                  </a:lnTo>
                  <a:lnTo>
                    <a:pt x="3725270" y="2580969"/>
                  </a:lnTo>
                  <a:lnTo>
                    <a:pt x="3733299" y="2581161"/>
                  </a:lnTo>
                  <a:lnTo>
                    <a:pt x="3741327" y="2581332"/>
                  </a:lnTo>
                  <a:lnTo>
                    <a:pt x="3749356" y="2581481"/>
                  </a:lnTo>
                  <a:lnTo>
                    <a:pt x="3757384" y="2581603"/>
                  </a:lnTo>
                  <a:lnTo>
                    <a:pt x="3765413" y="2581696"/>
                  </a:lnTo>
                  <a:lnTo>
                    <a:pt x="3773442" y="2581759"/>
                  </a:lnTo>
                  <a:lnTo>
                    <a:pt x="3781470" y="2581791"/>
                  </a:lnTo>
                  <a:lnTo>
                    <a:pt x="3789499" y="2581792"/>
                  </a:lnTo>
                  <a:lnTo>
                    <a:pt x="3797527" y="2581763"/>
                  </a:lnTo>
                  <a:lnTo>
                    <a:pt x="3805556" y="2581702"/>
                  </a:lnTo>
                  <a:lnTo>
                    <a:pt x="3813585" y="2581619"/>
                  </a:lnTo>
                  <a:lnTo>
                    <a:pt x="3821613" y="2581517"/>
                  </a:lnTo>
                  <a:lnTo>
                    <a:pt x="3829642" y="2581402"/>
                  </a:lnTo>
                  <a:lnTo>
                    <a:pt x="3837670" y="2581281"/>
                  </a:lnTo>
                  <a:lnTo>
                    <a:pt x="3845699" y="2581158"/>
                  </a:lnTo>
                  <a:lnTo>
                    <a:pt x="3853728" y="2581040"/>
                  </a:lnTo>
                  <a:lnTo>
                    <a:pt x="3861756" y="2580934"/>
                  </a:lnTo>
                  <a:lnTo>
                    <a:pt x="3869785" y="2580846"/>
                  </a:lnTo>
                  <a:lnTo>
                    <a:pt x="3877813" y="2580783"/>
                  </a:lnTo>
                  <a:lnTo>
                    <a:pt x="3885842" y="2580746"/>
                  </a:lnTo>
                  <a:lnTo>
                    <a:pt x="3893871" y="2580737"/>
                  </a:lnTo>
                  <a:lnTo>
                    <a:pt x="3901899" y="2580758"/>
                  </a:lnTo>
                  <a:lnTo>
                    <a:pt x="3909928" y="2580809"/>
                  </a:lnTo>
                  <a:lnTo>
                    <a:pt x="3917956" y="2580888"/>
                  </a:lnTo>
                  <a:lnTo>
                    <a:pt x="3925985" y="2580992"/>
                  </a:lnTo>
                  <a:lnTo>
                    <a:pt x="3934014" y="2581120"/>
                  </a:lnTo>
                  <a:lnTo>
                    <a:pt x="3942042" y="2581267"/>
                  </a:lnTo>
                  <a:lnTo>
                    <a:pt x="3950071" y="2581427"/>
                  </a:lnTo>
                  <a:lnTo>
                    <a:pt x="3958099" y="2581593"/>
                  </a:lnTo>
                  <a:lnTo>
                    <a:pt x="3966128" y="2581763"/>
                  </a:lnTo>
                  <a:lnTo>
                    <a:pt x="3974157" y="2581932"/>
                  </a:lnTo>
                  <a:lnTo>
                    <a:pt x="3982185" y="2582095"/>
                  </a:lnTo>
                  <a:lnTo>
                    <a:pt x="3990214" y="2582251"/>
                  </a:lnTo>
                  <a:lnTo>
                    <a:pt x="3998242" y="2582395"/>
                  </a:lnTo>
                  <a:lnTo>
                    <a:pt x="4006271" y="2582525"/>
                  </a:lnTo>
                  <a:lnTo>
                    <a:pt x="4014300" y="2582641"/>
                  </a:lnTo>
                  <a:lnTo>
                    <a:pt x="4022328" y="2582743"/>
                  </a:lnTo>
                  <a:lnTo>
                    <a:pt x="4030357" y="2582831"/>
                  </a:lnTo>
                  <a:lnTo>
                    <a:pt x="4038385" y="2582906"/>
                  </a:lnTo>
                  <a:lnTo>
                    <a:pt x="4046414" y="2582969"/>
                  </a:lnTo>
                  <a:lnTo>
                    <a:pt x="4054443" y="2583020"/>
                  </a:lnTo>
                  <a:lnTo>
                    <a:pt x="4062471" y="2583062"/>
                  </a:lnTo>
                  <a:lnTo>
                    <a:pt x="4070500" y="2583095"/>
                  </a:lnTo>
                  <a:lnTo>
                    <a:pt x="4078528" y="2583120"/>
                  </a:lnTo>
                  <a:lnTo>
                    <a:pt x="4086557" y="2583140"/>
                  </a:lnTo>
                  <a:lnTo>
                    <a:pt x="4094586" y="2583155"/>
                  </a:lnTo>
                  <a:lnTo>
                    <a:pt x="4102614" y="2583166"/>
                  </a:lnTo>
                </a:path>
              </a:pathLst>
            </a:custGeom>
            <a:ln w="6667" cap="rnd">
              <a:solidFill>
                <a:srgbClr val="A9A9A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2026-03-10T12:37:48Z</dcterms:modified>
  <cp:category/>
</cp:coreProperties>
</file>