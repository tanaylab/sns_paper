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632839"/>
                  </a:moveTo>
                  <a:lnTo>
                    <a:pt x="0" y="2561681"/>
                  </a:lnTo>
                  <a:lnTo>
                    <a:pt x="18403" y="2561681"/>
                  </a:lnTo>
                  <a:lnTo>
                    <a:pt x="36807" y="2561681"/>
                  </a:lnTo>
                  <a:lnTo>
                    <a:pt x="36807" y="2490524"/>
                  </a:lnTo>
                  <a:lnTo>
                    <a:pt x="36807" y="2419366"/>
                  </a:lnTo>
                  <a:lnTo>
                    <a:pt x="55211" y="2419366"/>
                  </a:lnTo>
                  <a:lnTo>
                    <a:pt x="73614" y="2419366"/>
                  </a:lnTo>
                  <a:lnTo>
                    <a:pt x="73614" y="2348208"/>
                  </a:lnTo>
                  <a:lnTo>
                    <a:pt x="92018" y="2348208"/>
                  </a:lnTo>
                  <a:lnTo>
                    <a:pt x="110422" y="2348208"/>
                  </a:lnTo>
                  <a:lnTo>
                    <a:pt x="128826" y="2348208"/>
                  </a:lnTo>
                  <a:lnTo>
                    <a:pt x="147229" y="2348208"/>
                  </a:lnTo>
                  <a:lnTo>
                    <a:pt x="147229" y="2277050"/>
                  </a:lnTo>
                  <a:lnTo>
                    <a:pt x="165633" y="2277050"/>
                  </a:lnTo>
                  <a:lnTo>
                    <a:pt x="165633" y="2205892"/>
                  </a:lnTo>
                  <a:lnTo>
                    <a:pt x="184037" y="2205892"/>
                  </a:lnTo>
                  <a:lnTo>
                    <a:pt x="184037" y="2134734"/>
                  </a:lnTo>
                  <a:lnTo>
                    <a:pt x="184037" y="2063577"/>
                  </a:lnTo>
                  <a:lnTo>
                    <a:pt x="202441" y="2063577"/>
                  </a:lnTo>
                  <a:lnTo>
                    <a:pt x="220844" y="2063577"/>
                  </a:lnTo>
                  <a:lnTo>
                    <a:pt x="239248" y="2063577"/>
                  </a:lnTo>
                  <a:lnTo>
                    <a:pt x="257652" y="2063577"/>
                  </a:lnTo>
                  <a:lnTo>
                    <a:pt x="276056" y="2063577"/>
                  </a:lnTo>
                  <a:lnTo>
                    <a:pt x="294459" y="2063577"/>
                  </a:lnTo>
                  <a:lnTo>
                    <a:pt x="294459" y="1992419"/>
                  </a:lnTo>
                  <a:lnTo>
                    <a:pt x="312863" y="1992419"/>
                  </a:lnTo>
                  <a:lnTo>
                    <a:pt x="331267" y="1992419"/>
                  </a:lnTo>
                  <a:lnTo>
                    <a:pt x="349670" y="1992419"/>
                  </a:lnTo>
                  <a:lnTo>
                    <a:pt x="368074" y="1992419"/>
                  </a:lnTo>
                  <a:lnTo>
                    <a:pt x="386478" y="1992419"/>
                  </a:lnTo>
                  <a:lnTo>
                    <a:pt x="404882" y="1992419"/>
                  </a:lnTo>
                  <a:lnTo>
                    <a:pt x="404882" y="1921261"/>
                  </a:lnTo>
                  <a:lnTo>
                    <a:pt x="423285" y="1921261"/>
                  </a:lnTo>
                  <a:lnTo>
                    <a:pt x="441689" y="1921261"/>
                  </a:lnTo>
                  <a:lnTo>
                    <a:pt x="460093" y="1921261"/>
                  </a:lnTo>
                  <a:lnTo>
                    <a:pt x="478497" y="1921261"/>
                  </a:lnTo>
                  <a:lnTo>
                    <a:pt x="496900" y="1921261"/>
                  </a:lnTo>
                  <a:lnTo>
                    <a:pt x="515304" y="1921261"/>
                  </a:lnTo>
                  <a:lnTo>
                    <a:pt x="515304" y="1850103"/>
                  </a:lnTo>
                  <a:lnTo>
                    <a:pt x="533708" y="1850103"/>
                  </a:lnTo>
                  <a:lnTo>
                    <a:pt x="552112" y="1850103"/>
                  </a:lnTo>
                  <a:lnTo>
                    <a:pt x="570515" y="1850103"/>
                  </a:lnTo>
                  <a:lnTo>
                    <a:pt x="588919" y="1850103"/>
                  </a:lnTo>
                  <a:lnTo>
                    <a:pt x="607323" y="1850103"/>
                  </a:lnTo>
                  <a:lnTo>
                    <a:pt x="625726" y="1850103"/>
                  </a:lnTo>
                  <a:lnTo>
                    <a:pt x="644130" y="1850103"/>
                  </a:lnTo>
                  <a:lnTo>
                    <a:pt x="644130" y="1778945"/>
                  </a:lnTo>
                  <a:lnTo>
                    <a:pt x="662534" y="1778945"/>
                  </a:lnTo>
                  <a:lnTo>
                    <a:pt x="680938" y="1778945"/>
                  </a:lnTo>
                  <a:lnTo>
                    <a:pt x="699341" y="1778945"/>
                  </a:lnTo>
                  <a:lnTo>
                    <a:pt x="699341" y="1707787"/>
                  </a:lnTo>
                  <a:lnTo>
                    <a:pt x="717745" y="1707787"/>
                  </a:lnTo>
                  <a:lnTo>
                    <a:pt x="736149" y="1707787"/>
                  </a:lnTo>
                  <a:lnTo>
                    <a:pt x="754553" y="1707787"/>
                  </a:lnTo>
                  <a:lnTo>
                    <a:pt x="772956" y="1707787"/>
                  </a:lnTo>
                  <a:lnTo>
                    <a:pt x="772956" y="1636630"/>
                  </a:lnTo>
                  <a:lnTo>
                    <a:pt x="772956" y="1565472"/>
                  </a:lnTo>
                  <a:lnTo>
                    <a:pt x="772956" y="1494314"/>
                  </a:lnTo>
                  <a:lnTo>
                    <a:pt x="791360" y="1494314"/>
                  </a:lnTo>
                  <a:lnTo>
                    <a:pt x="809764" y="1494314"/>
                  </a:lnTo>
                  <a:lnTo>
                    <a:pt x="828168" y="1494314"/>
                  </a:lnTo>
                  <a:lnTo>
                    <a:pt x="846571" y="1494314"/>
                  </a:lnTo>
                  <a:lnTo>
                    <a:pt x="864975" y="1494314"/>
                  </a:lnTo>
                  <a:lnTo>
                    <a:pt x="864975" y="1423156"/>
                  </a:lnTo>
                  <a:lnTo>
                    <a:pt x="883379" y="1423156"/>
                  </a:lnTo>
                  <a:lnTo>
                    <a:pt x="901783" y="1423156"/>
                  </a:lnTo>
                  <a:lnTo>
                    <a:pt x="901783" y="1351998"/>
                  </a:lnTo>
                  <a:lnTo>
                    <a:pt x="920186" y="1351998"/>
                  </a:lnTo>
                  <a:lnTo>
                    <a:pt x="938590" y="1351998"/>
                  </a:lnTo>
                  <a:lnTo>
                    <a:pt x="956994" y="1351998"/>
                  </a:lnTo>
                  <a:lnTo>
                    <a:pt x="956994" y="1280840"/>
                  </a:lnTo>
                  <a:lnTo>
                    <a:pt x="975397" y="1280840"/>
                  </a:lnTo>
                  <a:lnTo>
                    <a:pt x="993801" y="1280840"/>
                  </a:lnTo>
                  <a:lnTo>
                    <a:pt x="1012205" y="1280840"/>
                  </a:lnTo>
                  <a:lnTo>
                    <a:pt x="1030609" y="1280840"/>
                  </a:lnTo>
                  <a:lnTo>
                    <a:pt x="1049012" y="1280840"/>
                  </a:lnTo>
                  <a:lnTo>
                    <a:pt x="1067416" y="1280840"/>
                  </a:lnTo>
                  <a:lnTo>
                    <a:pt x="1085820" y="1280840"/>
                  </a:lnTo>
                  <a:lnTo>
                    <a:pt x="1104224" y="1280840"/>
                  </a:lnTo>
                  <a:lnTo>
                    <a:pt x="1122627" y="1280840"/>
                  </a:lnTo>
                  <a:lnTo>
                    <a:pt x="1141031" y="1280840"/>
                  </a:lnTo>
                  <a:lnTo>
                    <a:pt x="1159435" y="1280840"/>
                  </a:lnTo>
                  <a:lnTo>
                    <a:pt x="1177839" y="1280840"/>
                  </a:lnTo>
                  <a:lnTo>
                    <a:pt x="1196242" y="1280840"/>
                  </a:lnTo>
                  <a:lnTo>
                    <a:pt x="1214646" y="1280840"/>
                  </a:lnTo>
                  <a:lnTo>
                    <a:pt x="1233050" y="1280840"/>
                  </a:lnTo>
                  <a:lnTo>
                    <a:pt x="1251453" y="1280840"/>
                  </a:lnTo>
                  <a:lnTo>
                    <a:pt x="1269857" y="1280840"/>
                  </a:lnTo>
                  <a:lnTo>
                    <a:pt x="1288261" y="1280840"/>
                  </a:lnTo>
                  <a:lnTo>
                    <a:pt x="1306665" y="1280840"/>
                  </a:lnTo>
                  <a:lnTo>
                    <a:pt x="1325068" y="1280840"/>
                  </a:lnTo>
                  <a:lnTo>
                    <a:pt x="1343472" y="1280840"/>
                  </a:lnTo>
                  <a:lnTo>
                    <a:pt x="1361876" y="1280840"/>
                  </a:lnTo>
                  <a:lnTo>
                    <a:pt x="1380280" y="1280840"/>
                  </a:lnTo>
                  <a:lnTo>
                    <a:pt x="1398683" y="1280840"/>
                  </a:lnTo>
                  <a:lnTo>
                    <a:pt x="1417087" y="1280840"/>
                  </a:lnTo>
                  <a:lnTo>
                    <a:pt x="1417087" y="1209683"/>
                  </a:lnTo>
                  <a:lnTo>
                    <a:pt x="1435491" y="1209683"/>
                  </a:lnTo>
                  <a:lnTo>
                    <a:pt x="1453895" y="1209683"/>
                  </a:lnTo>
                  <a:lnTo>
                    <a:pt x="1472298" y="1209683"/>
                  </a:lnTo>
                  <a:lnTo>
                    <a:pt x="1490702" y="1209683"/>
                  </a:lnTo>
                  <a:lnTo>
                    <a:pt x="1509106" y="1209683"/>
                  </a:lnTo>
                  <a:lnTo>
                    <a:pt x="1509106" y="1138525"/>
                  </a:lnTo>
                  <a:lnTo>
                    <a:pt x="1527509" y="1138525"/>
                  </a:lnTo>
                  <a:lnTo>
                    <a:pt x="1545913" y="1138525"/>
                  </a:lnTo>
                  <a:lnTo>
                    <a:pt x="1564317" y="1138525"/>
                  </a:lnTo>
                  <a:lnTo>
                    <a:pt x="1582721" y="1138525"/>
                  </a:lnTo>
                  <a:lnTo>
                    <a:pt x="1601124" y="1138525"/>
                  </a:lnTo>
                  <a:lnTo>
                    <a:pt x="1619528" y="1138525"/>
                  </a:lnTo>
                  <a:lnTo>
                    <a:pt x="1637932" y="1138525"/>
                  </a:lnTo>
                  <a:lnTo>
                    <a:pt x="1656336" y="1138525"/>
                  </a:lnTo>
                  <a:lnTo>
                    <a:pt x="1656336" y="1067367"/>
                  </a:lnTo>
                  <a:lnTo>
                    <a:pt x="1674739" y="1067367"/>
                  </a:lnTo>
                  <a:lnTo>
                    <a:pt x="1693143" y="1067367"/>
                  </a:lnTo>
                  <a:lnTo>
                    <a:pt x="1711547" y="1067367"/>
                  </a:lnTo>
                  <a:lnTo>
                    <a:pt x="1711547" y="996209"/>
                  </a:lnTo>
                  <a:lnTo>
                    <a:pt x="1729951" y="996209"/>
                  </a:lnTo>
                  <a:lnTo>
                    <a:pt x="1748354" y="996209"/>
                  </a:lnTo>
                  <a:lnTo>
                    <a:pt x="1748354" y="925051"/>
                  </a:lnTo>
                  <a:lnTo>
                    <a:pt x="1766758" y="925051"/>
                  </a:lnTo>
                  <a:lnTo>
                    <a:pt x="1766758" y="853893"/>
                  </a:lnTo>
                  <a:lnTo>
                    <a:pt x="1785162" y="853893"/>
                  </a:lnTo>
                  <a:lnTo>
                    <a:pt x="1803566" y="853893"/>
                  </a:lnTo>
                  <a:lnTo>
                    <a:pt x="1821969" y="853893"/>
                  </a:lnTo>
                  <a:lnTo>
                    <a:pt x="1840373" y="853893"/>
                  </a:lnTo>
                  <a:lnTo>
                    <a:pt x="1858777" y="853893"/>
                  </a:lnTo>
                  <a:lnTo>
                    <a:pt x="1877180" y="853893"/>
                  </a:lnTo>
                  <a:lnTo>
                    <a:pt x="1895584" y="853893"/>
                  </a:lnTo>
                  <a:lnTo>
                    <a:pt x="1913988" y="853893"/>
                  </a:lnTo>
                  <a:lnTo>
                    <a:pt x="1932392" y="853893"/>
                  </a:lnTo>
                  <a:lnTo>
                    <a:pt x="1950795" y="853893"/>
                  </a:lnTo>
                  <a:lnTo>
                    <a:pt x="1969199" y="853893"/>
                  </a:lnTo>
                  <a:lnTo>
                    <a:pt x="1987603" y="853893"/>
                  </a:lnTo>
                  <a:lnTo>
                    <a:pt x="2006007" y="853893"/>
                  </a:lnTo>
                  <a:lnTo>
                    <a:pt x="2024410" y="853893"/>
                  </a:lnTo>
                  <a:lnTo>
                    <a:pt x="2042814" y="853893"/>
                  </a:lnTo>
                  <a:lnTo>
                    <a:pt x="2061218" y="853893"/>
                  </a:lnTo>
                  <a:lnTo>
                    <a:pt x="2079622" y="853893"/>
                  </a:lnTo>
                  <a:lnTo>
                    <a:pt x="2098025" y="853893"/>
                  </a:lnTo>
                  <a:lnTo>
                    <a:pt x="2116429" y="853893"/>
                  </a:lnTo>
                  <a:lnTo>
                    <a:pt x="2134833" y="853893"/>
                  </a:lnTo>
                  <a:lnTo>
                    <a:pt x="2153236" y="853893"/>
                  </a:lnTo>
                  <a:lnTo>
                    <a:pt x="2171640" y="853893"/>
                  </a:lnTo>
                  <a:lnTo>
                    <a:pt x="2190044" y="853893"/>
                  </a:lnTo>
                  <a:lnTo>
                    <a:pt x="2190044" y="782736"/>
                  </a:lnTo>
                  <a:lnTo>
                    <a:pt x="2208448" y="782736"/>
                  </a:lnTo>
                  <a:lnTo>
                    <a:pt x="2226851" y="782736"/>
                  </a:lnTo>
                  <a:lnTo>
                    <a:pt x="2245255" y="782736"/>
                  </a:lnTo>
                  <a:lnTo>
                    <a:pt x="2263659" y="782736"/>
                  </a:lnTo>
                  <a:lnTo>
                    <a:pt x="2263659" y="711578"/>
                  </a:lnTo>
                  <a:lnTo>
                    <a:pt x="2282063" y="711578"/>
                  </a:lnTo>
                  <a:lnTo>
                    <a:pt x="2282063" y="640420"/>
                  </a:lnTo>
                  <a:lnTo>
                    <a:pt x="2300466" y="640420"/>
                  </a:lnTo>
                  <a:lnTo>
                    <a:pt x="2318870" y="640420"/>
                  </a:lnTo>
                  <a:lnTo>
                    <a:pt x="2337274" y="640420"/>
                  </a:lnTo>
                  <a:lnTo>
                    <a:pt x="2355678" y="640420"/>
                  </a:lnTo>
                  <a:lnTo>
                    <a:pt x="2355678" y="569262"/>
                  </a:lnTo>
                  <a:lnTo>
                    <a:pt x="2374081" y="569262"/>
                  </a:lnTo>
                  <a:lnTo>
                    <a:pt x="2374081" y="498104"/>
                  </a:lnTo>
                  <a:lnTo>
                    <a:pt x="2392485" y="498104"/>
                  </a:lnTo>
                  <a:lnTo>
                    <a:pt x="2410889" y="498104"/>
                  </a:lnTo>
                  <a:lnTo>
                    <a:pt x="2429292" y="498104"/>
                  </a:lnTo>
                  <a:lnTo>
                    <a:pt x="2447696" y="498104"/>
                  </a:lnTo>
                  <a:lnTo>
                    <a:pt x="2466100" y="498104"/>
                  </a:lnTo>
                  <a:lnTo>
                    <a:pt x="2484504" y="498104"/>
                  </a:lnTo>
                  <a:lnTo>
                    <a:pt x="2502907" y="498104"/>
                  </a:lnTo>
                  <a:lnTo>
                    <a:pt x="2521311" y="498104"/>
                  </a:lnTo>
                  <a:lnTo>
                    <a:pt x="2539715" y="498104"/>
                  </a:lnTo>
                  <a:lnTo>
                    <a:pt x="2558119" y="498104"/>
                  </a:lnTo>
                  <a:lnTo>
                    <a:pt x="2576522" y="498104"/>
                  </a:lnTo>
                  <a:lnTo>
                    <a:pt x="2594926" y="498104"/>
                  </a:lnTo>
                  <a:lnTo>
                    <a:pt x="2613330" y="498104"/>
                  </a:lnTo>
                  <a:lnTo>
                    <a:pt x="2631734" y="498104"/>
                  </a:lnTo>
                  <a:lnTo>
                    <a:pt x="2650137" y="498104"/>
                  </a:lnTo>
                  <a:lnTo>
                    <a:pt x="2668541" y="498104"/>
                  </a:lnTo>
                  <a:lnTo>
                    <a:pt x="2686945" y="498104"/>
                  </a:lnTo>
                  <a:lnTo>
                    <a:pt x="2686945" y="426946"/>
                  </a:lnTo>
                  <a:lnTo>
                    <a:pt x="2705349" y="426946"/>
                  </a:lnTo>
                  <a:lnTo>
                    <a:pt x="2723752" y="426946"/>
                  </a:lnTo>
                  <a:lnTo>
                    <a:pt x="2742156" y="426946"/>
                  </a:lnTo>
                  <a:lnTo>
                    <a:pt x="2760560" y="426946"/>
                  </a:lnTo>
                  <a:lnTo>
                    <a:pt x="2778963" y="426946"/>
                  </a:lnTo>
                  <a:lnTo>
                    <a:pt x="2797367" y="426946"/>
                  </a:lnTo>
                  <a:lnTo>
                    <a:pt x="2815771" y="426946"/>
                  </a:lnTo>
                  <a:lnTo>
                    <a:pt x="2834175" y="426946"/>
                  </a:lnTo>
                  <a:lnTo>
                    <a:pt x="2852578" y="426946"/>
                  </a:lnTo>
                  <a:lnTo>
                    <a:pt x="2870982" y="426946"/>
                  </a:lnTo>
                  <a:lnTo>
                    <a:pt x="2889386" y="426946"/>
                  </a:lnTo>
                  <a:lnTo>
                    <a:pt x="2907790" y="426946"/>
                  </a:lnTo>
                  <a:lnTo>
                    <a:pt x="2926193" y="426946"/>
                  </a:lnTo>
                  <a:lnTo>
                    <a:pt x="2944597" y="426946"/>
                  </a:lnTo>
                  <a:lnTo>
                    <a:pt x="2944597" y="355789"/>
                  </a:lnTo>
                  <a:lnTo>
                    <a:pt x="2963001" y="355789"/>
                  </a:lnTo>
                  <a:lnTo>
                    <a:pt x="2981405" y="355789"/>
                  </a:lnTo>
                  <a:lnTo>
                    <a:pt x="2999808" y="355789"/>
                  </a:lnTo>
                  <a:lnTo>
                    <a:pt x="2999808" y="284631"/>
                  </a:lnTo>
                  <a:lnTo>
                    <a:pt x="3018212" y="284631"/>
                  </a:lnTo>
                  <a:lnTo>
                    <a:pt x="3036616" y="284631"/>
                  </a:lnTo>
                  <a:lnTo>
                    <a:pt x="3055019" y="284631"/>
                  </a:lnTo>
                  <a:lnTo>
                    <a:pt x="3073423" y="284631"/>
                  </a:lnTo>
                  <a:lnTo>
                    <a:pt x="3091827" y="284631"/>
                  </a:lnTo>
                  <a:lnTo>
                    <a:pt x="3110231" y="284631"/>
                  </a:lnTo>
                  <a:lnTo>
                    <a:pt x="3128634" y="284631"/>
                  </a:lnTo>
                  <a:lnTo>
                    <a:pt x="3147038" y="284631"/>
                  </a:lnTo>
                  <a:lnTo>
                    <a:pt x="3165442" y="284631"/>
                  </a:lnTo>
                  <a:lnTo>
                    <a:pt x="3183846" y="284631"/>
                  </a:lnTo>
                  <a:lnTo>
                    <a:pt x="3202249" y="284631"/>
                  </a:lnTo>
                  <a:lnTo>
                    <a:pt x="3220653" y="284631"/>
                  </a:lnTo>
                  <a:lnTo>
                    <a:pt x="3239057" y="284631"/>
                  </a:lnTo>
                  <a:lnTo>
                    <a:pt x="3257461" y="284631"/>
                  </a:lnTo>
                  <a:lnTo>
                    <a:pt x="3275864" y="284631"/>
                  </a:lnTo>
                  <a:lnTo>
                    <a:pt x="3275864" y="213473"/>
                  </a:lnTo>
                  <a:lnTo>
                    <a:pt x="3294268" y="213473"/>
                  </a:lnTo>
                  <a:lnTo>
                    <a:pt x="3312672" y="213473"/>
                  </a:lnTo>
                  <a:lnTo>
                    <a:pt x="3331076" y="213473"/>
                  </a:lnTo>
                  <a:lnTo>
                    <a:pt x="3349479" y="213473"/>
                  </a:lnTo>
                  <a:lnTo>
                    <a:pt x="3367883" y="213473"/>
                  </a:lnTo>
                  <a:lnTo>
                    <a:pt x="3386287" y="213473"/>
                  </a:lnTo>
                  <a:lnTo>
                    <a:pt x="3404690" y="213473"/>
                  </a:lnTo>
                  <a:lnTo>
                    <a:pt x="3423094" y="213473"/>
                  </a:lnTo>
                  <a:lnTo>
                    <a:pt x="3441498" y="213473"/>
                  </a:lnTo>
                  <a:lnTo>
                    <a:pt x="3459902" y="213473"/>
                  </a:lnTo>
                  <a:lnTo>
                    <a:pt x="3478305" y="213473"/>
                  </a:lnTo>
                  <a:lnTo>
                    <a:pt x="3496709" y="213473"/>
                  </a:lnTo>
                  <a:lnTo>
                    <a:pt x="3515113" y="213473"/>
                  </a:lnTo>
                  <a:lnTo>
                    <a:pt x="3533517" y="213473"/>
                  </a:lnTo>
                  <a:lnTo>
                    <a:pt x="3551920" y="213473"/>
                  </a:lnTo>
                  <a:lnTo>
                    <a:pt x="3570324" y="213473"/>
                  </a:lnTo>
                  <a:lnTo>
                    <a:pt x="3570324" y="142315"/>
                  </a:lnTo>
                  <a:lnTo>
                    <a:pt x="3588728" y="142315"/>
                  </a:lnTo>
                  <a:lnTo>
                    <a:pt x="3607132" y="142315"/>
                  </a:lnTo>
                  <a:lnTo>
                    <a:pt x="3625535" y="142315"/>
                  </a:lnTo>
                  <a:lnTo>
                    <a:pt x="3643939" y="142315"/>
                  </a:lnTo>
                  <a:lnTo>
                    <a:pt x="3662343" y="142315"/>
                  </a:lnTo>
                  <a:lnTo>
                    <a:pt x="3680746" y="142315"/>
                  </a:lnTo>
                  <a:lnTo>
                    <a:pt x="3699150" y="142315"/>
                  </a:lnTo>
                  <a:lnTo>
                    <a:pt x="3717554" y="142315"/>
                  </a:lnTo>
                  <a:lnTo>
                    <a:pt x="3735958" y="142315"/>
                  </a:lnTo>
                  <a:lnTo>
                    <a:pt x="3754361" y="142315"/>
                  </a:lnTo>
                  <a:lnTo>
                    <a:pt x="3772765" y="142315"/>
                  </a:lnTo>
                  <a:lnTo>
                    <a:pt x="3791169" y="142315"/>
                  </a:lnTo>
                  <a:lnTo>
                    <a:pt x="3809573" y="142315"/>
                  </a:lnTo>
                  <a:lnTo>
                    <a:pt x="3827976" y="142315"/>
                  </a:lnTo>
                  <a:lnTo>
                    <a:pt x="3846380" y="142315"/>
                  </a:lnTo>
                  <a:lnTo>
                    <a:pt x="3864784" y="142315"/>
                  </a:lnTo>
                  <a:lnTo>
                    <a:pt x="3883188" y="142315"/>
                  </a:lnTo>
                  <a:lnTo>
                    <a:pt x="3901591" y="142315"/>
                  </a:lnTo>
                  <a:lnTo>
                    <a:pt x="3919995" y="142315"/>
                  </a:lnTo>
                  <a:lnTo>
                    <a:pt x="3938399" y="142315"/>
                  </a:lnTo>
                  <a:lnTo>
                    <a:pt x="3956802" y="142315"/>
                  </a:lnTo>
                  <a:lnTo>
                    <a:pt x="3975206" y="142315"/>
                  </a:lnTo>
                  <a:lnTo>
                    <a:pt x="3993610" y="142315"/>
                  </a:lnTo>
                  <a:lnTo>
                    <a:pt x="4012014" y="142315"/>
                  </a:lnTo>
                  <a:lnTo>
                    <a:pt x="4030417" y="142315"/>
                  </a:lnTo>
                  <a:lnTo>
                    <a:pt x="4048821" y="142315"/>
                  </a:lnTo>
                  <a:lnTo>
                    <a:pt x="4067225" y="142315"/>
                  </a:lnTo>
                  <a:lnTo>
                    <a:pt x="4085629" y="142315"/>
                  </a:lnTo>
                  <a:lnTo>
                    <a:pt x="4104032" y="142315"/>
                  </a:lnTo>
                  <a:lnTo>
                    <a:pt x="4104032" y="71157"/>
                  </a:lnTo>
                  <a:lnTo>
                    <a:pt x="4122436" y="71157"/>
                  </a:lnTo>
                  <a:lnTo>
                    <a:pt x="4140840" y="71157"/>
                  </a:lnTo>
                  <a:lnTo>
                    <a:pt x="4159244" y="71157"/>
                  </a:lnTo>
                  <a:lnTo>
                    <a:pt x="4177647" y="71157"/>
                  </a:lnTo>
                  <a:lnTo>
                    <a:pt x="4177647" y="0"/>
                  </a:lnTo>
                  <a:lnTo>
                    <a:pt x="4196051" y="0"/>
                  </a:lnTo>
                  <a:lnTo>
                    <a:pt x="4214455" y="0"/>
                  </a:lnTo>
                  <a:lnTo>
                    <a:pt x="4232859" y="0"/>
                  </a:lnTo>
                  <a:lnTo>
                    <a:pt x="4251262" y="0"/>
                  </a:lnTo>
                  <a:lnTo>
                    <a:pt x="4269666" y="0"/>
                  </a:lnTo>
                  <a:lnTo>
                    <a:pt x="4288070" y="0"/>
                  </a:lnTo>
                  <a:lnTo>
                    <a:pt x="4306473" y="0"/>
                  </a:lnTo>
                  <a:lnTo>
                    <a:pt x="4324877" y="0"/>
                  </a:lnTo>
                  <a:lnTo>
                    <a:pt x="4343281" y="0"/>
                  </a:lnTo>
                  <a:lnTo>
                    <a:pt x="4361685" y="0"/>
                  </a:lnTo>
                  <a:lnTo>
                    <a:pt x="4380088" y="0"/>
                  </a:lnTo>
                  <a:lnTo>
                    <a:pt x="4398492" y="0"/>
                  </a:lnTo>
                  <a:lnTo>
                    <a:pt x="4416896" y="0"/>
                  </a:lnTo>
                  <a:lnTo>
                    <a:pt x="4435300" y="0"/>
                  </a:lnTo>
                  <a:lnTo>
                    <a:pt x="4453703" y="0"/>
                  </a:lnTo>
                  <a:lnTo>
                    <a:pt x="4472107" y="0"/>
                  </a:lnTo>
                  <a:lnTo>
                    <a:pt x="4490511" y="0"/>
                  </a:lnTo>
                  <a:lnTo>
                    <a:pt x="4508915" y="0"/>
                  </a:lnTo>
                  <a:lnTo>
                    <a:pt x="4527318" y="0"/>
                  </a:lnTo>
                  <a:lnTo>
                    <a:pt x="4545722" y="0"/>
                  </a:lnTo>
                  <a:lnTo>
                    <a:pt x="4564126" y="0"/>
                  </a:lnTo>
                  <a:lnTo>
                    <a:pt x="4582529" y="0"/>
                  </a:lnTo>
                  <a:lnTo>
                    <a:pt x="4600933" y="0"/>
                  </a:lnTo>
                  <a:lnTo>
                    <a:pt x="4619337" y="0"/>
                  </a:lnTo>
                  <a:lnTo>
                    <a:pt x="4637741" y="0"/>
                  </a:lnTo>
                  <a:lnTo>
                    <a:pt x="4656144" y="0"/>
                  </a:lnTo>
                  <a:lnTo>
                    <a:pt x="4674548" y="0"/>
                  </a:lnTo>
                  <a:lnTo>
                    <a:pt x="4692952" y="0"/>
                  </a:lnTo>
                  <a:lnTo>
                    <a:pt x="4711356" y="0"/>
                  </a:lnTo>
                  <a:lnTo>
                    <a:pt x="4729759" y="0"/>
                  </a:lnTo>
                  <a:lnTo>
                    <a:pt x="4748163" y="0"/>
                  </a:lnTo>
                  <a:lnTo>
                    <a:pt x="4766567" y="0"/>
                  </a:lnTo>
                  <a:lnTo>
                    <a:pt x="4784971" y="0"/>
                  </a:lnTo>
                  <a:lnTo>
                    <a:pt x="4803374" y="0"/>
                  </a:lnTo>
                  <a:lnTo>
                    <a:pt x="4821778" y="0"/>
                  </a:lnTo>
                  <a:lnTo>
                    <a:pt x="4840182" y="0"/>
                  </a:lnTo>
                  <a:lnTo>
                    <a:pt x="4858585" y="0"/>
                  </a:lnTo>
                  <a:lnTo>
                    <a:pt x="4876989" y="0"/>
                  </a:lnTo>
                  <a:lnTo>
                    <a:pt x="4895393" y="0"/>
                  </a:lnTo>
                  <a:lnTo>
                    <a:pt x="4913797" y="0"/>
                  </a:lnTo>
                  <a:lnTo>
                    <a:pt x="4932200" y="0"/>
                  </a:lnTo>
                  <a:lnTo>
                    <a:pt x="4950604" y="0"/>
                  </a:lnTo>
                  <a:lnTo>
                    <a:pt x="4969008" y="0"/>
                  </a:lnTo>
                  <a:lnTo>
                    <a:pt x="4987412" y="0"/>
                  </a:lnTo>
                  <a:lnTo>
                    <a:pt x="5005815" y="0"/>
                  </a:lnTo>
                  <a:lnTo>
                    <a:pt x="5024219" y="0"/>
                  </a:lnTo>
                  <a:lnTo>
                    <a:pt x="5042623" y="0"/>
                  </a:lnTo>
                  <a:lnTo>
                    <a:pt x="5061027" y="0"/>
                  </a:lnTo>
                  <a:lnTo>
                    <a:pt x="5079430" y="0"/>
                  </a:lnTo>
                  <a:lnTo>
                    <a:pt x="5097834" y="0"/>
                  </a:lnTo>
                  <a:lnTo>
                    <a:pt x="5116238" y="0"/>
                  </a:lnTo>
                  <a:lnTo>
                    <a:pt x="5134642" y="0"/>
                  </a:lnTo>
                  <a:lnTo>
                    <a:pt x="5153045" y="0"/>
                  </a:lnTo>
                  <a:lnTo>
                    <a:pt x="5171449" y="0"/>
                  </a:lnTo>
                  <a:lnTo>
                    <a:pt x="5189853" y="0"/>
                  </a:lnTo>
                  <a:lnTo>
                    <a:pt x="5208256" y="0"/>
                  </a:lnTo>
                  <a:lnTo>
                    <a:pt x="5226660" y="0"/>
                  </a:lnTo>
                  <a:lnTo>
                    <a:pt x="5245064" y="0"/>
                  </a:lnTo>
                  <a:lnTo>
                    <a:pt x="5263468" y="0"/>
                  </a:lnTo>
                  <a:lnTo>
                    <a:pt x="5281871" y="0"/>
                  </a:lnTo>
                  <a:lnTo>
                    <a:pt x="5300275" y="0"/>
                  </a:lnTo>
                  <a:lnTo>
                    <a:pt x="5318679" y="0"/>
                  </a:lnTo>
                  <a:lnTo>
                    <a:pt x="5337083" y="0"/>
                  </a:lnTo>
                  <a:lnTo>
                    <a:pt x="5355486" y="0"/>
                  </a:lnTo>
                  <a:lnTo>
                    <a:pt x="5373890" y="0"/>
                  </a:lnTo>
                  <a:lnTo>
                    <a:pt x="5392294" y="0"/>
                  </a:lnTo>
                  <a:lnTo>
                    <a:pt x="5410698" y="0"/>
                  </a:lnTo>
                  <a:lnTo>
                    <a:pt x="5429101" y="0"/>
                  </a:lnTo>
                  <a:lnTo>
                    <a:pt x="5447505" y="0"/>
                  </a:lnTo>
                  <a:lnTo>
                    <a:pt x="5465909" y="0"/>
                  </a:lnTo>
                  <a:lnTo>
                    <a:pt x="5484312" y="0"/>
                  </a:lnTo>
                  <a:lnTo>
                    <a:pt x="5502716" y="0"/>
                  </a:lnTo>
                  <a:lnTo>
                    <a:pt x="5521120" y="0"/>
                  </a:lnTo>
                  <a:lnTo>
                    <a:pt x="5539524" y="0"/>
                  </a:lnTo>
                  <a:lnTo>
                    <a:pt x="5557927" y="0"/>
                  </a:lnTo>
                  <a:lnTo>
                    <a:pt x="5576331" y="0"/>
                  </a:lnTo>
                  <a:lnTo>
                    <a:pt x="5594735" y="0"/>
                  </a:lnTo>
                  <a:lnTo>
                    <a:pt x="5613139" y="0"/>
                  </a:lnTo>
                  <a:lnTo>
                    <a:pt x="5631542" y="0"/>
                  </a:lnTo>
                  <a:lnTo>
                    <a:pt x="5649946" y="0"/>
                  </a:lnTo>
                  <a:lnTo>
                    <a:pt x="5668350" y="0"/>
                  </a:lnTo>
                  <a:lnTo>
                    <a:pt x="5686754" y="0"/>
                  </a:lnTo>
                  <a:lnTo>
                    <a:pt x="5705157" y="0"/>
                  </a:lnTo>
                  <a:lnTo>
                    <a:pt x="5723561" y="0"/>
                  </a:lnTo>
                  <a:lnTo>
                    <a:pt x="5741965" y="0"/>
                  </a:lnTo>
                  <a:lnTo>
                    <a:pt x="5760369" y="0"/>
                  </a:lnTo>
                  <a:lnTo>
                    <a:pt x="5778772" y="0"/>
                  </a:lnTo>
                  <a:lnTo>
                    <a:pt x="5797176" y="0"/>
                  </a:lnTo>
                  <a:lnTo>
                    <a:pt x="5815580" y="0"/>
                  </a:lnTo>
                  <a:lnTo>
                    <a:pt x="5833983" y="0"/>
                  </a:lnTo>
                  <a:lnTo>
                    <a:pt x="5852387" y="0"/>
                  </a:lnTo>
                  <a:lnTo>
                    <a:pt x="5870791" y="0"/>
                  </a:lnTo>
                  <a:lnTo>
                    <a:pt x="5889195" y="0"/>
                  </a:lnTo>
                  <a:lnTo>
                    <a:pt x="5907598" y="0"/>
                  </a:lnTo>
                  <a:lnTo>
                    <a:pt x="5926002" y="0"/>
                  </a:lnTo>
                  <a:lnTo>
                    <a:pt x="5944406" y="0"/>
                  </a:lnTo>
                  <a:lnTo>
                    <a:pt x="5962810" y="0"/>
                  </a:lnTo>
                  <a:lnTo>
                    <a:pt x="5981213" y="0"/>
                  </a:lnTo>
                  <a:lnTo>
                    <a:pt x="5999617" y="0"/>
                  </a:lnTo>
                  <a:lnTo>
                    <a:pt x="6018021" y="0"/>
                  </a:lnTo>
                  <a:lnTo>
                    <a:pt x="6036425" y="0"/>
                  </a:lnTo>
                  <a:lnTo>
                    <a:pt x="6054828" y="0"/>
                  </a:lnTo>
                  <a:lnTo>
                    <a:pt x="6073232" y="0"/>
                  </a:lnTo>
                  <a:lnTo>
                    <a:pt x="6091636" y="0"/>
                  </a:lnTo>
                  <a:lnTo>
                    <a:pt x="6110039" y="0"/>
                  </a:lnTo>
                  <a:lnTo>
                    <a:pt x="6128443" y="0"/>
                  </a:lnTo>
                  <a:lnTo>
                    <a:pt x="6146847" y="0"/>
                  </a:lnTo>
                  <a:lnTo>
                    <a:pt x="6165251" y="0"/>
                  </a:lnTo>
                  <a:lnTo>
                    <a:pt x="6183654" y="0"/>
                  </a:lnTo>
                  <a:lnTo>
                    <a:pt x="6202058" y="0"/>
                  </a:lnTo>
                  <a:lnTo>
                    <a:pt x="6220462" y="0"/>
                  </a:lnTo>
                  <a:lnTo>
                    <a:pt x="6238866" y="0"/>
                  </a:lnTo>
                  <a:lnTo>
                    <a:pt x="6257269" y="0"/>
                  </a:lnTo>
                  <a:lnTo>
                    <a:pt x="6275673" y="0"/>
                  </a:lnTo>
                  <a:lnTo>
                    <a:pt x="6294077" y="0"/>
                  </a:lnTo>
                  <a:lnTo>
                    <a:pt x="6312481" y="0"/>
                  </a:lnTo>
                  <a:lnTo>
                    <a:pt x="6330884" y="0"/>
                  </a:lnTo>
                  <a:lnTo>
                    <a:pt x="6349288" y="0"/>
                  </a:lnTo>
                  <a:lnTo>
                    <a:pt x="6367692" y="0"/>
                  </a:lnTo>
                  <a:lnTo>
                    <a:pt x="6386095" y="0"/>
                  </a:lnTo>
                  <a:lnTo>
                    <a:pt x="6404499" y="0"/>
                  </a:lnTo>
                  <a:lnTo>
                    <a:pt x="6422903" y="0"/>
                  </a:lnTo>
                  <a:lnTo>
                    <a:pt x="6441307" y="0"/>
                  </a:lnTo>
                  <a:lnTo>
                    <a:pt x="6459710" y="0"/>
                  </a:lnTo>
                  <a:lnTo>
                    <a:pt x="6478114" y="0"/>
                  </a:lnTo>
                  <a:lnTo>
                    <a:pt x="6496518" y="0"/>
                  </a:lnTo>
                  <a:lnTo>
                    <a:pt x="6514922" y="0"/>
                  </a:lnTo>
                  <a:lnTo>
                    <a:pt x="6533325" y="0"/>
                  </a:lnTo>
                  <a:lnTo>
                    <a:pt x="6551729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D600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6265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7668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9071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0473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187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703997"/>
            </a:xfrm>
            <a:custGeom>
              <a:avLst/>
              <a:pathLst>
                <a:path w="0" h="2703997">
                  <a:moveTo>
                    <a:pt x="0" y="270399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1593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618519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07772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53692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9961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808735" y="5101685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456088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402008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479286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29384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884887" y="1884780"/>
              <a:ext cx="7739985" cy="1569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auc nearK4 =  0.786,auc nearK27 = 0.805, nearK27 n = 1261, n1 = 104, n0 = 1157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679759" y="5772630"/>
              <a:ext cx="150241" cy="115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fn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474191" y="3702387"/>
              <a:ext cx="15649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455321"/>
              <a:ext cx="6570133" cy="2701660"/>
            </a:xfrm>
            <a:custGeom>
              <a:avLst/>
              <a:pathLst>
                <a:path w="6570133" h="2701660">
                  <a:moveTo>
                    <a:pt x="0" y="2701660"/>
                  </a:moveTo>
                  <a:lnTo>
                    <a:pt x="0" y="2699323"/>
                  </a:lnTo>
                  <a:lnTo>
                    <a:pt x="0" y="2696986"/>
                  </a:lnTo>
                  <a:lnTo>
                    <a:pt x="0" y="2694649"/>
                  </a:lnTo>
                  <a:lnTo>
                    <a:pt x="0" y="2692312"/>
                  </a:lnTo>
                  <a:lnTo>
                    <a:pt x="0" y="2689975"/>
                  </a:lnTo>
                  <a:lnTo>
                    <a:pt x="0" y="2687638"/>
                  </a:lnTo>
                  <a:lnTo>
                    <a:pt x="0" y="2685301"/>
                  </a:lnTo>
                  <a:lnTo>
                    <a:pt x="0" y="2682963"/>
                  </a:lnTo>
                  <a:lnTo>
                    <a:pt x="0" y="2680626"/>
                  </a:lnTo>
                  <a:lnTo>
                    <a:pt x="0" y="2678289"/>
                  </a:lnTo>
                  <a:lnTo>
                    <a:pt x="0" y="2675952"/>
                  </a:lnTo>
                  <a:lnTo>
                    <a:pt x="0" y="2673615"/>
                  </a:lnTo>
                  <a:lnTo>
                    <a:pt x="0" y="2671278"/>
                  </a:lnTo>
                  <a:lnTo>
                    <a:pt x="0" y="2668941"/>
                  </a:lnTo>
                  <a:lnTo>
                    <a:pt x="0" y="2666604"/>
                  </a:lnTo>
                  <a:lnTo>
                    <a:pt x="0" y="2664267"/>
                  </a:lnTo>
                  <a:lnTo>
                    <a:pt x="0" y="2661930"/>
                  </a:lnTo>
                  <a:lnTo>
                    <a:pt x="0" y="2659593"/>
                  </a:lnTo>
                  <a:lnTo>
                    <a:pt x="0" y="2657256"/>
                  </a:lnTo>
                  <a:lnTo>
                    <a:pt x="0" y="2654919"/>
                  </a:lnTo>
                  <a:lnTo>
                    <a:pt x="0" y="2652581"/>
                  </a:lnTo>
                  <a:lnTo>
                    <a:pt x="0" y="2650244"/>
                  </a:lnTo>
                  <a:lnTo>
                    <a:pt x="0" y="2647907"/>
                  </a:lnTo>
                  <a:lnTo>
                    <a:pt x="0" y="2645570"/>
                  </a:lnTo>
                  <a:lnTo>
                    <a:pt x="0" y="2643233"/>
                  </a:lnTo>
                  <a:lnTo>
                    <a:pt x="0" y="2640896"/>
                  </a:lnTo>
                  <a:lnTo>
                    <a:pt x="0" y="2638559"/>
                  </a:lnTo>
                  <a:lnTo>
                    <a:pt x="0" y="2636222"/>
                  </a:lnTo>
                  <a:lnTo>
                    <a:pt x="0" y="2633885"/>
                  </a:lnTo>
                  <a:lnTo>
                    <a:pt x="0" y="2631548"/>
                  </a:lnTo>
                  <a:lnTo>
                    <a:pt x="0" y="2629211"/>
                  </a:lnTo>
                  <a:lnTo>
                    <a:pt x="0" y="2626874"/>
                  </a:lnTo>
                  <a:lnTo>
                    <a:pt x="0" y="2624537"/>
                  </a:lnTo>
                  <a:lnTo>
                    <a:pt x="0" y="2622199"/>
                  </a:lnTo>
                  <a:lnTo>
                    <a:pt x="0" y="2619862"/>
                  </a:lnTo>
                  <a:lnTo>
                    <a:pt x="0" y="2617525"/>
                  </a:lnTo>
                  <a:lnTo>
                    <a:pt x="0" y="2615188"/>
                  </a:lnTo>
                  <a:lnTo>
                    <a:pt x="0" y="2612851"/>
                  </a:lnTo>
                  <a:lnTo>
                    <a:pt x="0" y="2610514"/>
                  </a:lnTo>
                  <a:lnTo>
                    <a:pt x="0" y="2608177"/>
                  </a:lnTo>
                  <a:lnTo>
                    <a:pt x="0" y="2605840"/>
                  </a:lnTo>
                  <a:lnTo>
                    <a:pt x="0" y="2603503"/>
                  </a:lnTo>
                  <a:lnTo>
                    <a:pt x="0" y="2601166"/>
                  </a:lnTo>
                  <a:lnTo>
                    <a:pt x="0" y="2598829"/>
                  </a:lnTo>
                  <a:lnTo>
                    <a:pt x="0" y="2596492"/>
                  </a:lnTo>
                  <a:lnTo>
                    <a:pt x="0" y="2594155"/>
                  </a:lnTo>
                  <a:lnTo>
                    <a:pt x="0" y="2591817"/>
                  </a:lnTo>
                  <a:lnTo>
                    <a:pt x="0" y="2589480"/>
                  </a:lnTo>
                  <a:lnTo>
                    <a:pt x="0" y="2587143"/>
                  </a:lnTo>
                  <a:lnTo>
                    <a:pt x="0" y="2584806"/>
                  </a:lnTo>
                  <a:lnTo>
                    <a:pt x="0" y="2582469"/>
                  </a:lnTo>
                  <a:lnTo>
                    <a:pt x="0" y="2580132"/>
                  </a:lnTo>
                  <a:lnTo>
                    <a:pt x="0" y="2577795"/>
                  </a:lnTo>
                  <a:lnTo>
                    <a:pt x="0" y="2575458"/>
                  </a:lnTo>
                  <a:lnTo>
                    <a:pt x="0" y="2573121"/>
                  </a:lnTo>
                  <a:lnTo>
                    <a:pt x="0" y="2570784"/>
                  </a:lnTo>
                  <a:lnTo>
                    <a:pt x="0" y="2568447"/>
                  </a:lnTo>
                  <a:lnTo>
                    <a:pt x="0" y="2566110"/>
                  </a:lnTo>
                  <a:lnTo>
                    <a:pt x="0" y="2563773"/>
                  </a:lnTo>
                  <a:lnTo>
                    <a:pt x="0" y="2561435"/>
                  </a:lnTo>
                  <a:lnTo>
                    <a:pt x="0" y="2559098"/>
                  </a:lnTo>
                  <a:lnTo>
                    <a:pt x="0" y="2556761"/>
                  </a:lnTo>
                  <a:lnTo>
                    <a:pt x="0" y="2554424"/>
                  </a:lnTo>
                  <a:lnTo>
                    <a:pt x="0" y="2552087"/>
                  </a:lnTo>
                  <a:lnTo>
                    <a:pt x="0" y="2549750"/>
                  </a:lnTo>
                  <a:lnTo>
                    <a:pt x="0" y="2547413"/>
                  </a:lnTo>
                  <a:lnTo>
                    <a:pt x="0" y="2545076"/>
                  </a:lnTo>
                  <a:lnTo>
                    <a:pt x="0" y="2542739"/>
                  </a:lnTo>
                  <a:lnTo>
                    <a:pt x="0" y="2540402"/>
                  </a:lnTo>
                  <a:lnTo>
                    <a:pt x="0" y="2538065"/>
                  </a:lnTo>
                  <a:lnTo>
                    <a:pt x="0" y="2535728"/>
                  </a:lnTo>
                  <a:lnTo>
                    <a:pt x="0" y="2533391"/>
                  </a:lnTo>
                  <a:lnTo>
                    <a:pt x="0" y="2531053"/>
                  </a:lnTo>
                  <a:lnTo>
                    <a:pt x="0" y="2528716"/>
                  </a:lnTo>
                  <a:lnTo>
                    <a:pt x="0" y="2526379"/>
                  </a:lnTo>
                  <a:lnTo>
                    <a:pt x="0" y="2524042"/>
                  </a:lnTo>
                  <a:lnTo>
                    <a:pt x="0" y="2521705"/>
                  </a:lnTo>
                  <a:lnTo>
                    <a:pt x="0" y="2519368"/>
                  </a:lnTo>
                  <a:lnTo>
                    <a:pt x="0" y="2517031"/>
                  </a:lnTo>
                  <a:lnTo>
                    <a:pt x="0" y="2514694"/>
                  </a:lnTo>
                  <a:lnTo>
                    <a:pt x="0" y="2512357"/>
                  </a:lnTo>
                  <a:lnTo>
                    <a:pt x="0" y="2510020"/>
                  </a:lnTo>
                  <a:lnTo>
                    <a:pt x="0" y="2507683"/>
                  </a:lnTo>
                  <a:lnTo>
                    <a:pt x="0" y="2505346"/>
                  </a:lnTo>
                  <a:lnTo>
                    <a:pt x="0" y="2503009"/>
                  </a:lnTo>
                  <a:lnTo>
                    <a:pt x="0" y="2500671"/>
                  </a:lnTo>
                  <a:lnTo>
                    <a:pt x="0" y="2498334"/>
                  </a:lnTo>
                  <a:lnTo>
                    <a:pt x="63174" y="2498334"/>
                  </a:lnTo>
                  <a:lnTo>
                    <a:pt x="63174" y="2495997"/>
                  </a:lnTo>
                  <a:lnTo>
                    <a:pt x="63174" y="2493660"/>
                  </a:lnTo>
                  <a:lnTo>
                    <a:pt x="63174" y="2491323"/>
                  </a:lnTo>
                  <a:lnTo>
                    <a:pt x="63174" y="2488986"/>
                  </a:lnTo>
                  <a:lnTo>
                    <a:pt x="63174" y="2486649"/>
                  </a:lnTo>
                  <a:lnTo>
                    <a:pt x="63174" y="2484312"/>
                  </a:lnTo>
                  <a:lnTo>
                    <a:pt x="63174" y="2481975"/>
                  </a:lnTo>
                  <a:lnTo>
                    <a:pt x="63174" y="2479638"/>
                  </a:lnTo>
                  <a:lnTo>
                    <a:pt x="63174" y="2477301"/>
                  </a:lnTo>
                  <a:lnTo>
                    <a:pt x="63174" y="2474964"/>
                  </a:lnTo>
                  <a:lnTo>
                    <a:pt x="63174" y="2472627"/>
                  </a:lnTo>
                  <a:lnTo>
                    <a:pt x="63174" y="2470289"/>
                  </a:lnTo>
                  <a:lnTo>
                    <a:pt x="63174" y="2467952"/>
                  </a:lnTo>
                  <a:lnTo>
                    <a:pt x="63174" y="2465615"/>
                  </a:lnTo>
                  <a:lnTo>
                    <a:pt x="63174" y="2463278"/>
                  </a:lnTo>
                  <a:lnTo>
                    <a:pt x="63174" y="2460941"/>
                  </a:lnTo>
                  <a:lnTo>
                    <a:pt x="63174" y="2458604"/>
                  </a:lnTo>
                  <a:lnTo>
                    <a:pt x="63174" y="2456267"/>
                  </a:lnTo>
                  <a:lnTo>
                    <a:pt x="63174" y="2453930"/>
                  </a:lnTo>
                  <a:lnTo>
                    <a:pt x="63174" y="2451593"/>
                  </a:lnTo>
                  <a:lnTo>
                    <a:pt x="63174" y="2449256"/>
                  </a:lnTo>
                  <a:lnTo>
                    <a:pt x="63174" y="2446919"/>
                  </a:lnTo>
                  <a:lnTo>
                    <a:pt x="63174" y="2444582"/>
                  </a:lnTo>
                  <a:lnTo>
                    <a:pt x="63174" y="2442245"/>
                  </a:lnTo>
                  <a:lnTo>
                    <a:pt x="63174" y="2439907"/>
                  </a:lnTo>
                  <a:lnTo>
                    <a:pt x="63174" y="2437570"/>
                  </a:lnTo>
                  <a:lnTo>
                    <a:pt x="63174" y="2435233"/>
                  </a:lnTo>
                  <a:lnTo>
                    <a:pt x="63174" y="2432896"/>
                  </a:lnTo>
                  <a:lnTo>
                    <a:pt x="126348" y="2432896"/>
                  </a:lnTo>
                  <a:lnTo>
                    <a:pt x="126348" y="2430559"/>
                  </a:lnTo>
                  <a:lnTo>
                    <a:pt x="126348" y="2428222"/>
                  </a:lnTo>
                  <a:lnTo>
                    <a:pt x="126348" y="2425885"/>
                  </a:lnTo>
                  <a:lnTo>
                    <a:pt x="126348" y="2423548"/>
                  </a:lnTo>
                  <a:lnTo>
                    <a:pt x="126348" y="2421211"/>
                  </a:lnTo>
                  <a:lnTo>
                    <a:pt x="126348" y="2418874"/>
                  </a:lnTo>
                  <a:lnTo>
                    <a:pt x="126348" y="2416537"/>
                  </a:lnTo>
                  <a:lnTo>
                    <a:pt x="126348" y="2414200"/>
                  </a:lnTo>
                  <a:lnTo>
                    <a:pt x="126348" y="2411863"/>
                  </a:lnTo>
                  <a:lnTo>
                    <a:pt x="126348" y="2409525"/>
                  </a:lnTo>
                  <a:lnTo>
                    <a:pt x="126348" y="2407188"/>
                  </a:lnTo>
                  <a:lnTo>
                    <a:pt x="126348" y="2404851"/>
                  </a:lnTo>
                  <a:lnTo>
                    <a:pt x="126348" y="2402514"/>
                  </a:lnTo>
                  <a:lnTo>
                    <a:pt x="126348" y="2400177"/>
                  </a:lnTo>
                  <a:lnTo>
                    <a:pt x="126348" y="2397840"/>
                  </a:lnTo>
                  <a:lnTo>
                    <a:pt x="126348" y="2395503"/>
                  </a:lnTo>
                  <a:lnTo>
                    <a:pt x="126348" y="2393166"/>
                  </a:lnTo>
                  <a:lnTo>
                    <a:pt x="126348" y="2390829"/>
                  </a:lnTo>
                  <a:lnTo>
                    <a:pt x="126348" y="2388492"/>
                  </a:lnTo>
                  <a:lnTo>
                    <a:pt x="126348" y="2386155"/>
                  </a:lnTo>
                  <a:lnTo>
                    <a:pt x="126348" y="2383818"/>
                  </a:lnTo>
                  <a:lnTo>
                    <a:pt x="126348" y="2381481"/>
                  </a:lnTo>
                  <a:lnTo>
                    <a:pt x="126348" y="2379143"/>
                  </a:lnTo>
                  <a:lnTo>
                    <a:pt x="126348" y="2376806"/>
                  </a:lnTo>
                  <a:lnTo>
                    <a:pt x="126348" y="2374469"/>
                  </a:lnTo>
                  <a:lnTo>
                    <a:pt x="126348" y="2372132"/>
                  </a:lnTo>
                  <a:lnTo>
                    <a:pt x="126348" y="2369795"/>
                  </a:lnTo>
                  <a:lnTo>
                    <a:pt x="126348" y="2367458"/>
                  </a:lnTo>
                  <a:lnTo>
                    <a:pt x="126348" y="2365121"/>
                  </a:lnTo>
                  <a:lnTo>
                    <a:pt x="126348" y="2362784"/>
                  </a:lnTo>
                  <a:lnTo>
                    <a:pt x="126348" y="2360447"/>
                  </a:lnTo>
                  <a:lnTo>
                    <a:pt x="126348" y="2358110"/>
                  </a:lnTo>
                  <a:lnTo>
                    <a:pt x="126348" y="2355773"/>
                  </a:lnTo>
                  <a:lnTo>
                    <a:pt x="126348" y="2353436"/>
                  </a:lnTo>
                  <a:lnTo>
                    <a:pt x="126348" y="2351099"/>
                  </a:lnTo>
                  <a:lnTo>
                    <a:pt x="126348" y="2348762"/>
                  </a:lnTo>
                  <a:lnTo>
                    <a:pt x="126348" y="2346424"/>
                  </a:lnTo>
                  <a:lnTo>
                    <a:pt x="126348" y="2344087"/>
                  </a:lnTo>
                  <a:lnTo>
                    <a:pt x="126348" y="2341750"/>
                  </a:lnTo>
                  <a:lnTo>
                    <a:pt x="126348" y="2339413"/>
                  </a:lnTo>
                  <a:lnTo>
                    <a:pt x="126348" y="2337076"/>
                  </a:lnTo>
                  <a:lnTo>
                    <a:pt x="126348" y="2334739"/>
                  </a:lnTo>
                  <a:lnTo>
                    <a:pt x="126348" y="2332402"/>
                  </a:lnTo>
                  <a:lnTo>
                    <a:pt x="126348" y="2330065"/>
                  </a:lnTo>
                  <a:lnTo>
                    <a:pt x="126348" y="2327728"/>
                  </a:lnTo>
                  <a:lnTo>
                    <a:pt x="126348" y="2325391"/>
                  </a:lnTo>
                  <a:lnTo>
                    <a:pt x="126348" y="2323054"/>
                  </a:lnTo>
                  <a:lnTo>
                    <a:pt x="126348" y="2320717"/>
                  </a:lnTo>
                  <a:lnTo>
                    <a:pt x="126348" y="2318380"/>
                  </a:lnTo>
                  <a:lnTo>
                    <a:pt x="126348" y="2316042"/>
                  </a:lnTo>
                  <a:lnTo>
                    <a:pt x="126348" y="2313705"/>
                  </a:lnTo>
                  <a:lnTo>
                    <a:pt x="126348" y="2311368"/>
                  </a:lnTo>
                  <a:lnTo>
                    <a:pt x="126348" y="2309031"/>
                  </a:lnTo>
                  <a:lnTo>
                    <a:pt x="126348" y="2306694"/>
                  </a:lnTo>
                  <a:lnTo>
                    <a:pt x="126348" y="2304357"/>
                  </a:lnTo>
                  <a:lnTo>
                    <a:pt x="126348" y="2302020"/>
                  </a:lnTo>
                  <a:lnTo>
                    <a:pt x="126348" y="2299683"/>
                  </a:lnTo>
                  <a:lnTo>
                    <a:pt x="126348" y="2297346"/>
                  </a:lnTo>
                  <a:lnTo>
                    <a:pt x="126348" y="2295009"/>
                  </a:lnTo>
                  <a:lnTo>
                    <a:pt x="126348" y="2292672"/>
                  </a:lnTo>
                  <a:lnTo>
                    <a:pt x="126348" y="2290335"/>
                  </a:lnTo>
                  <a:lnTo>
                    <a:pt x="126348" y="2287998"/>
                  </a:lnTo>
                  <a:lnTo>
                    <a:pt x="126348" y="2285660"/>
                  </a:lnTo>
                  <a:lnTo>
                    <a:pt x="126348" y="2283323"/>
                  </a:lnTo>
                  <a:lnTo>
                    <a:pt x="126348" y="2280986"/>
                  </a:lnTo>
                  <a:lnTo>
                    <a:pt x="126348" y="2278649"/>
                  </a:lnTo>
                  <a:lnTo>
                    <a:pt x="126348" y="2276312"/>
                  </a:lnTo>
                  <a:lnTo>
                    <a:pt x="126348" y="2273975"/>
                  </a:lnTo>
                  <a:lnTo>
                    <a:pt x="126348" y="2271638"/>
                  </a:lnTo>
                  <a:lnTo>
                    <a:pt x="126348" y="2269301"/>
                  </a:lnTo>
                  <a:lnTo>
                    <a:pt x="126348" y="2266964"/>
                  </a:lnTo>
                  <a:lnTo>
                    <a:pt x="126348" y="2264627"/>
                  </a:lnTo>
                  <a:lnTo>
                    <a:pt x="126348" y="2262290"/>
                  </a:lnTo>
                  <a:lnTo>
                    <a:pt x="126348" y="2259953"/>
                  </a:lnTo>
                  <a:lnTo>
                    <a:pt x="126348" y="2257616"/>
                  </a:lnTo>
                  <a:lnTo>
                    <a:pt x="126348" y="2255278"/>
                  </a:lnTo>
                  <a:lnTo>
                    <a:pt x="126348" y="2252941"/>
                  </a:lnTo>
                  <a:lnTo>
                    <a:pt x="126348" y="2250604"/>
                  </a:lnTo>
                  <a:lnTo>
                    <a:pt x="126348" y="2248267"/>
                  </a:lnTo>
                  <a:lnTo>
                    <a:pt x="126348" y="2245930"/>
                  </a:lnTo>
                  <a:lnTo>
                    <a:pt x="126348" y="2243593"/>
                  </a:lnTo>
                  <a:lnTo>
                    <a:pt x="126348" y="2241256"/>
                  </a:lnTo>
                  <a:lnTo>
                    <a:pt x="126348" y="2238919"/>
                  </a:lnTo>
                  <a:lnTo>
                    <a:pt x="126348" y="2236582"/>
                  </a:lnTo>
                  <a:lnTo>
                    <a:pt x="126348" y="2234245"/>
                  </a:lnTo>
                  <a:lnTo>
                    <a:pt x="126348" y="2231908"/>
                  </a:lnTo>
                  <a:lnTo>
                    <a:pt x="126348" y="2229571"/>
                  </a:lnTo>
                  <a:lnTo>
                    <a:pt x="126348" y="2227234"/>
                  </a:lnTo>
                  <a:lnTo>
                    <a:pt x="126348" y="2224896"/>
                  </a:lnTo>
                  <a:lnTo>
                    <a:pt x="126348" y="2222559"/>
                  </a:lnTo>
                  <a:lnTo>
                    <a:pt x="126348" y="2220222"/>
                  </a:lnTo>
                  <a:lnTo>
                    <a:pt x="126348" y="2217885"/>
                  </a:lnTo>
                  <a:lnTo>
                    <a:pt x="126348" y="2215548"/>
                  </a:lnTo>
                  <a:lnTo>
                    <a:pt x="126348" y="2213211"/>
                  </a:lnTo>
                  <a:lnTo>
                    <a:pt x="126348" y="2210874"/>
                  </a:lnTo>
                  <a:lnTo>
                    <a:pt x="126348" y="2208537"/>
                  </a:lnTo>
                  <a:lnTo>
                    <a:pt x="126348" y="2206200"/>
                  </a:lnTo>
                  <a:lnTo>
                    <a:pt x="126348" y="2203863"/>
                  </a:lnTo>
                  <a:lnTo>
                    <a:pt x="126348" y="2201526"/>
                  </a:lnTo>
                  <a:lnTo>
                    <a:pt x="189523" y="2201526"/>
                  </a:lnTo>
                  <a:lnTo>
                    <a:pt x="189523" y="2199189"/>
                  </a:lnTo>
                  <a:lnTo>
                    <a:pt x="189523" y="2196852"/>
                  </a:lnTo>
                  <a:lnTo>
                    <a:pt x="189523" y="2194514"/>
                  </a:lnTo>
                  <a:lnTo>
                    <a:pt x="189523" y="2192177"/>
                  </a:lnTo>
                  <a:lnTo>
                    <a:pt x="189523" y="2189840"/>
                  </a:lnTo>
                  <a:lnTo>
                    <a:pt x="189523" y="2187503"/>
                  </a:lnTo>
                  <a:lnTo>
                    <a:pt x="189523" y="2185166"/>
                  </a:lnTo>
                  <a:lnTo>
                    <a:pt x="189523" y="2182829"/>
                  </a:lnTo>
                  <a:lnTo>
                    <a:pt x="189523" y="2180492"/>
                  </a:lnTo>
                  <a:lnTo>
                    <a:pt x="189523" y="2178155"/>
                  </a:lnTo>
                  <a:lnTo>
                    <a:pt x="189523" y="2175818"/>
                  </a:lnTo>
                  <a:lnTo>
                    <a:pt x="189523" y="2173481"/>
                  </a:lnTo>
                  <a:lnTo>
                    <a:pt x="189523" y="2171144"/>
                  </a:lnTo>
                  <a:lnTo>
                    <a:pt x="189523" y="2168807"/>
                  </a:lnTo>
                  <a:lnTo>
                    <a:pt x="189523" y="2166470"/>
                  </a:lnTo>
                  <a:lnTo>
                    <a:pt x="189523" y="2164132"/>
                  </a:lnTo>
                  <a:lnTo>
                    <a:pt x="189523" y="2161795"/>
                  </a:lnTo>
                  <a:lnTo>
                    <a:pt x="189523" y="2159458"/>
                  </a:lnTo>
                  <a:lnTo>
                    <a:pt x="189523" y="2157121"/>
                  </a:lnTo>
                  <a:lnTo>
                    <a:pt x="189523" y="2154784"/>
                  </a:lnTo>
                  <a:lnTo>
                    <a:pt x="189523" y="2152447"/>
                  </a:lnTo>
                  <a:lnTo>
                    <a:pt x="189523" y="2150110"/>
                  </a:lnTo>
                  <a:lnTo>
                    <a:pt x="189523" y="2147773"/>
                  </a:lnTo>
                  <a:lnTo>
                    <a:pt x="189523" y="2145436"/>
                  </a:lnTo>
                  <a:lnTo>
                    <a:pt x="189523" y="2143099"/>
                  </a:lnTo>
                  <a:lnTo>
                    <a:pt x="189523" y="2140762"/>
                  </a:lnTo>
                  <a:lnTo>
                    <a:pt x="189523" y="2138425"/>
                  </a:lnTo>
                  <a:lnTo>
                    <a:pt x="189523" y="2136088"/>
                  </a:lnTo>
                  <a:lnTo>
                    <a:pt x="252697" y="2136088"/>
                  </a:lnTo>
                  <a:lnTo>
                    <a:pt x="252697" y="2133750"/>
                  </a:lnTo>
                  <a:lnTo>
                    <a:pt x="252697" y="2131413"/>
                  </a:lnTo>
                  <a:lnTo>
                    <a:pt x="252697" y="2129076"/>
                  </a:lnTo>
                  <a:lnTo>
                    <a:pt x="252697" y="2126739"/>
                  </a:lnTo>
                  <a:lnTo>
                    <a:pt x="252697" y="2124402"/>
                  </a:lnTo>
                  <a:lnTo>
                    <a:pt x="252697" y="2122065"/>
                  </a:lnTo>
                  <a:lnTo>
                    <a:pt x="252697" y="2119728"/>
                  </a:lnTo>
                  <a:lnTo>
                    <a:pt x="252697" y="2117391"/>
                  </a:lnTo>
                  <a:lnTo>
                    <a:pt x="252697" y="2115054"/>
                  </a:lnTo>
                  <a:lnTo>
                    <a:pt x="252697" y="2112717"/>
                  </a:lnTo>
                  <a:lnTo>
                    <a:pt x="252697" y="2110380"/>
                  </a:lnTo>
                  <a:lnTo>
                    <a:pt x="252697" y="2108043"/>
                  </a:lnTo>
                  <a:lnTo>
                    <a:pt x="252697" y="2105706"/>
                  </a:lnTo>
                  <a:lnTo>
                    <a:pt x="252697" y="2103368"/>
                  </a:lnTo>
                  <a:lnTo>
                    <a:pt x="252697" y="2101031"/>
                  </a:lnTo>
                  <a:lnTo>
                    <a:pt x="252697" y="2098694"/>
                  </a:lnTo>
                  <a:lnTo>
                    <a:pt x="252697" y="2096357"/>
                  </a:lnTo>
                  <a:lnTo>
                    <a:pt x="252697" y="2094020"/>
                  </a:lnTo>
                  <a:lnTo>
                    <a:pt x="252697" y="2091683"/>
                  </a:lnTo>
                  <a:lnTo>
                    <a:pt x="252697" y="2089346"/>
                  </a:lnTo>
                  <a:lnTo>
                    <a:pt x="252697" y="2087009"/>
                  </a:lnTo>
                  <a:lnTo>
                    <a:pt x="252697" y="2084672"/>
                  </a:lnTo>
                  <a:lnTo>
                    <a:pt x="252697" y="2082335"/>
                  </a:lnTo>
                  <a:lnTo>
                    <a:pt x="252697" y="2079998"/>
                  </a:lnTo>
                  <a:lnTo>
                    <a:pt x="252697" y="2077661"/>
                  </a:lnTo>
                  <a:lnTo>
                    <a:pt x="252697" y="2075324"/>
                  </a:lnTo>
                  <a:lnTo>
                    <a:pt x="252697" y="2072986"/>
                  </a:lnTo>
                  <a:lnTo>
                    <a:pt x="252697" y="2070649"/>
                  </a:lnTo>
                  <a:lnTo>
                    <a:pt x="252697" y="2068312"/>
                  </a:lnTo>
                  <a:lnTo>
                    <a:pt x="252697" y="2065975"/>
                  </a:lnTo>
                  <a:lnTo>
                    <a:pt x="252697" y="2063638"/>
                  </a:lnTo>
                  <a:lnTo>
                    <a:pt x="252697" y="2061301"/>
                  </a:lnTo>
                  <a:lnTo>
                    <a:pt x="252697" y="2058964"/>
                  </a:lnTo>
                  <a:lnTo>
                    <a:pt x="252697" y="2056627"/>
                  </a:lnTo>
                  <a:lnTo>
                    <a:pt x="252697" y="2054290"/>
                  </a:lnTo>
                  <a:lnTo>
                    <a:pt x="252697" y="2051953"/>
                  </a:lnTo>
                  <a:lnTo>
                    <a:pt x="252697" y="2049616"/>
                  </a:lnTo>
                  <a:lnTo>
                    <a:pt x="315871" y="2049616"/>
                  </a:lnTo>
                  <a:lnTo>
                    <a:pt x="315871" y="2047279"/>
                  </a:lnTo>
                  <a:lnTo>
                    <a:pt x="315871" y="2044942"/>
                  </a:lnTo>
                  <a:lnTo>
                    <a:pt x="315871" y="2042604"/>
                  </a:lnTo>
                  <a:lnTo>
                    <a:pt x="315871" y="2040267"/>
                  </a:lnTo>
                  <a:lnTo>
                    <a:pt x="315871" y="2037930"/>
                  </a:lnTo>
                  <a:lnTo>
                    <a:pt x="315871" y="2035593"/>
                  </a:lnTo>
                  <a:lnTo>
                    <a:pt x="315871" y="2033256"/>
                  </a:lnTo>
                  <a:lnTo>
                    <a:pt x="315871" y="2030919"/>
                  </a:lnTo>
                  <a:lnTo>
                    <a:pt x="315871" y="2028582"/>
                  </a:lnTo>
                  <a:lnTo>
                    <a:pt x="315871" y="2026245"/>
                  </a:lnTo>
                  <a:lnTo>
                    <a:pt x="315871" y="2023908"/>
                  </a:lnTo>
                  <a:lnTo>
                    <a:pt x="315871" y="2021571"/>
                  </a:lnTo>
                  <a:lnTo>
                    <a:pt x="315871" y="2019234"/>
                  </a:lnTo>
                  <a:lnTo>
                    <a:pt x="315871" y="2016897"/>
                  </a:lnTo>
                  <a:lnTo>
                    <a:pt x="315871" y="2014560"/>
                  </a:lnTo>
                  <a:lnTo>
                    <a:pt x="315871" y="2012222"/>
                  </a:lnTo>
                  <a:lnTo>
                    <a:pt x="315871" y="2009885"/>
                  </a:lnTo>
                  <a:lnTo>
                    <a:pt x="315871" y="2007548"/>
                  </a:lnTo>
                  <a:lnTo>
                    <a:pt x="315871" y="2005211"/>
                  </a:lnTo>
                  <a:lnTo>
                    <a:pt x="315871" y="2002874"/>
                  </a:lnTo>
                  <a:lnTo>
                    <a:pt x="315871" y="2000537"/>
                  </a:lnTo>
                  <a:lnTo>
                    <a:pt x="315871" y="1998200"/>
                  </a:lnTo>
                  <a:lnTo>
                    <a:pt x="315871" y="1995863"/>
                  </a:lnTo>
                  <a:lnTo>
                    <a:pt x="315871" y="1993526"/>
                  </a:lnTo>
                  <a:lnTo>
                    <a:pt x="315871" y="1991189"/>
                  </a:lnTo>
                  <a:lnTo>
                    <a:pt x="315871" y="1988852"/>
                  </a:lnTo>
                  <a:lnTo>
                    <a:pt x="315871" y="1986515"/>
                  </a:lnTo>
                  <a:lnTo>
                    <a:pt x="315871" y="1984178"/>
                  </a:lnTo>
                  <a:lnTo>
                    <a:pt x="379046" y="1984178"/>
                  </a:lnTo>
                  <a:lnTo>
                    <a:pt x="379046" y="1981840"/>
                  </a:lnTo>
                  <a:lnTo>
                    <a:pt x="379046" y="1979503"/>
                  </a:lnTo>
                  <a:lnTo>
                    <a:pt x="379046" y="1977166"/>
                  </a:lnTo>
                  <a:lnTo>
                    <a:pt x="379046" y="1974829"/>
                  </a:lnTo>
                  <a:lnTo>
                    <a:pt x="379046" y="1972492"/>
                  </a:lnTo>
                  <a:lnTo>
                    <a:pt x="379046" y="1970155"/>
                  </a:lnTo>
                  <a:lnTo>
                    <a:pt x="379046" y="1967818"/>
                  </a:lnTo>
                  <a:lnTo>
                    <a:pt x="379046" y="1965481"/>
                  </a:lnTo>
                  <a:lnTo>
                    <a:pt x="379046" y="1963144"/>
                  </a:lnTo>
                  <a:lnTo>
                    <a:pt x="379046" y="1960807"/>
                  </a:lnTo>
                  <a:lnTo>
                    <a:pt x="442220" y="1960807"/>
                  </a:lnTo>
                  <a:lnTo>
                    <a:pt x="442220" y="1958470"/>
                  </a:lnTo>
                  <a:lnTo>
                    <a:pt x="442220" y="1956133"/>
                  </a:lnTo>
                  <a:lnTo>
                    <a:pt x="442220" y="1953796"/>
                  </a:lnTo>
                  <a:lnTo>
                    <a:pt x="442220" y="1951458"/>
                  </a:lnTo>
                  <a:lnTo>
                    <a:pt x="442220" y="1949121"/>
                  </a:lnTo>
                  <a:lnTo>
                    <a:pt x="442220" y="1946784"/>
                  </a:lnTo>
                  <a:lnTo>
                    <a:pt x="442220" y="1944447"/>
                  </a:lnTo>
                  <a:lnTo>
                    <a:pt x="442220" y="1942110"/>
                  </a:lnTo>
                  <a:lnTo>
                    <a:pt x="442220" y="1939773"/>
                  </a:lnTo>
                  <a:lnTo>
                    <a:pt x="442220" y="1937436"/>
                  </a:lnTo>
                  <a:lnTo>
                    <a:pt x="442220" y="1935099"/>
                  </a:lnTo>
                  <a:lnTo>
                    <a:pt x="442220" y="1932762"/>
                  </a:lnTo>
                  <a:lnTo>
                    <a:pt x="442220" y="1930425"/>
                  </a:lnTo>
                  <a:lnTo>
                    <a:pt x="442220" y="1928088"/>
                  </a:lnTo>
                  <a:lnTo>
                    <a:pt x="442220" y="1925751"/>
                  </a:lnTo>
                  <a:lnTo>
                    <a:pt x="442220" y="1923414"/>
                  </a:lnTo>
                  <a:lnTo>
                    <a:pt x="442220" y="1921076"/>
                  </a:lnTo>
                  <a:lnTo>
                    <a:pt x="442220" y="1918739"/>
                  </a:lnTo>
                  <a:lnTo>
                    <a:pt x="442220" y="1916402"/>
                  </a:lnTo>
                  <a:lnTo>
                    <a:pt x="442220" y="1914065"/>
                  </a:lnTo>
                  <a:lnTo>
                    <a:pt x="442220" y="1911728"/>
                  </a:lnTo>
                  <a:lnTo>
                    <a:pt x="442220" y="1909391"/>
                  </a:lnTo>
                  <a:lnTo>
                    <a:pt x="442220" y="1907054"/>
                  </a:lnTo>
                  <a:lnTo>
                    <a:pt x="442220" y="1904717"/>
                  </a:lnTo>
                  <a:lnTo>
                    <a:pt x="442220" y="1902380"/>
                  </a:lnTo>
                  <a:lnTo>
                    <a:pt x="442220" y="1900043"/>
                  </a:lnTo>
                  <a:lnTo>
                    <a:pt x="442220" y="1897706"/>
                  </a:lnTo>
                  <a:lnTo>
                    <a:pt x="442220" y="1895369"/>
                  </a:lnTo>
                  <a:lnTo>
                    <a:pt x="442220" y="1893032"/>
                  </a:lnTo>
                  <a:lnTo>
                    <a:pt x="442220" y="1890694"/>
                  </a:lnTo>
                  <a:lnTo>
                    <a:pt x="442220" y="1888357"/>
                  </a:lnTo>
                  <a:lnTo>
                    <a:pt x="442220" y="1886020"/>
                  </a:lnTo>
                  <a:lnTo>
                    <a:pt x="442220" y="1883683"/>
                  </a:lnTo>
                  <a:lnTo>
                    <a:pt x="442220" y="1881346"/>
                  </a:lnTo>
                  <a:lnTo>
                    <a:pt x="505394" y="1881346"/>
                  </a:lnTo>
                  <a:lnTo>
                    <a:pt x="505394" y="1879009"/>
                  </a:lnTo>
                  <a:lnTo>
                    <a:pt x="505394" y="1876672"/>
                  </a:lnTo>
                  <a:lnTo>
                    <a:pt x="505394" y="1874335"/>
                  </a:lnTo>
                  <a:lnTo>
                    <a:pt x="505394" y="1871998"/>
                  </a:lnTo>
                  <a:lnTo>
                    <a:pt x="505394" y="1869661"/>
                  </a:lnTo>
                  <a:lnTo>
                    <a:pt x="505394" y="1867324"/>
                  </a:lnTo>
                  <a:lnTo>
                    <a:pt x="505394" y="1864987"/>
                  </a:lnTo>
                  <a:lnTo>
                    <a:pt x="505394" y="1862650"/>
                  </a:lnTo>
                  <a:lnTo>
                    <a:pt x="505394" y="1860312"/>
                  </a:lnTo>
                  <a:lnTo>
                    <a:pt x="505394" y="1857975"/>
                  </a:lnTo>
                  <a:lnTo>
                    <a:pt x="505394" y="1855638"/>
                  </a:lnTo>
                  <a:lnTo>
                    <a:pt x="505394" y="1853301"/>
                  </a:lnTo>
                  <a:lnTo>
                    <a:pt x="505394" y="1850964"/>
                  </a:lnTo>
                  <a:lnTo>
                    <a:pt x="505394" y="1848627"/>
                  </a:lnTo>
                  <a:lnTo>
                    <a:pt x="505394" y="1846290"/>
                  </a:lnTo>
                  <a:lnTo>
                    <a:pt x="505394" y="1843953"/>
                  </a:lnTo>
                  <a:lnTo>
                    <a:pt x="505394" y="1841616"/>
                  </a:lnTo>
                  <a:lnTo>
                    <a:pt x="505394" y="1839279"/>
                  </a:lnTo>
                  <a:lnTo>
                    <a:pt x="505394" y="1836942"/>
                  </a:lnTo>
                  <a:lnTo>
                    <a:pt x="505394" y="1834605"/>
                  </a:lnTo>
                  <a:lnTo>
                    <a:pt x="505394" y="1832268"/>
                  </a:lnTo>
                  <a:lnTo>
                    <a:pt x="505394" y="1829930"/>
                  </a:lnTo>
                  <a:lnTo>
                    <a:pt x="505394" y="1827593"/>
                  </a:lnTo>
                  <a:lnTo>
                    <a:pt x="505394" y="1825256"/>
                  </a:lnTo>
                  <a:lnTo>
                    <a:pt x="505394" y="1822919"/>
                  </a:lnTo>
                  <a:lnTo>
                    <a:pt x="505394" y="1820582"/>
                  </a:lnTo>
                  <a:lnTo>
                    <a:pt x="505394" y="1818245"/>
                  </a:lnTo>
                  <a:lnTo>
                    <a:pt x="505394" y="1815908"/>
                  </a:lnTo>
                  <a:lnTo>
                    <a:pt x="505394" y="1813571"/>
                  </a:lnTo>
                  <a:lnTo>
                    <a:pt x="505394" y="1811234"/>
                  </a:lnTo>
                  <a:lnTo>
                    <a:pt x="505394" y="1808897"/>
                  </a:lnTo>
                  <a:lnTo>
                    <a:pt x="505394" y="1806560"/>
                  </a:lnTo>
                  <a:lnTo>
                    <a:pt x="505394" y="1804223"/>
                  </a:lnTo>
                  <a:lnTo>
                    <a:pt x="505394" y="1801886"/>
                  </a:lnTo>
                  <a:lnTo>
                    <a:pt x="505394" y="1799548"/>
                  </a:lnTo>
                  <a:lnTo>
                    <a:pt x="505394" y="1797211"/>
                  </a:lnTo>
                  <a:lnTo>
                    <a:pt x="505394" y="1794874"/>
                  </a:lnTo>
                  <a:lnTo>
                    <a:pt x="505394" y="1792537"/>
                  </a:lnTo>
                  <a:lnTo>
                    <a:pt x="505394" y="1790200"/>
                  </a:lnTo>
                  <a:lnTo>
                    <a:pt x="505394" y="1787863"/>
                  </a:lnTo>
                  <a:lnTo>
                    <a:pt x="505394" y="1785526"/>
                  </a:lnTo>
                  <a:lnTo>
                    <a:pt x="505394" y="1783189"/>
                  </a:lnTo>
                  <a:lnTo>
                    <a:pt x="505394" y="1780852"/>
                  </a:lnTo>
                  <a:lnTo>
                    <a:pt x="505394" y="1778515"/>
                  </a:lnTo>
                  <a:lnTo>
                    <a:pt x="505394" y="1776178"/>
                  </a:lnTo>
                  <a:lnTo>
                    <a:pt x="505394" y="1773841"/>
                  </a:lnTo>
                  <a:lnTo>
                    <a:pt x="505394" y="1771504"/>
                  </a:lnTo>
                  <a:lnTo>
                    <a:pt x="505394" y="1769167"/>
                  </a:lnTo>
                  <a:lnTo>
                    <a:pt x="505394" y="1766829"/>
                  </a:lnTo>
                  <a:lnTo>
                    <a:pt x="505394" y="1764492"/>
                  </a:lnTo>
                  <a:lnTo>
                    <a:pt x="505394" y="1762155"/>
                  </a:lnTo>
                  <a:lnTo>
                    <a:pt x="505394" y="1759818"/>
                  </a:lnTo>
                  <a:lnTo>
                    <a:pt x="505394" y="1757481"/>
                  </a:lnTo>
                  <a:lnTo>
                    <a:pt x="505394" y="1755144"/>
                  </a:lnTo>
                  <a:lnTo>
                    <a:pt x="505394" y="1752807"/>
                  </a:lnTo>
                  <a:lnTo>
                    <a:pt x="505394" y="1750470"/>
                  </a:lnTo>
                  <a:lnTo>
                    <a:pt x="568569" y="1750470"/>
                  </a:lnTo>
                  <a:lnTo>
                    <a:pt x="568569" y="1748133"/>
                  </a:lnTo>
                  <a:lnTo>
                    <a:pt x="568569" y="1745796"/>
                  </a:lnTo>
                  <a:lnTo>
                    <a:pt x="568569" y="1743459"/>
                  </a:lnTo>
                  <a:lnTo>
                    <a:pt x="568569" y="1741122"/>
                  </a:lnTo>
                  <a:lnTo>
                    <a:pt x="568569" y="1738785"/>
                  </a:lnTo>
                  <a:lnTo>
                    <a:pt x="568569" y="1736447"/>
                  </a:lnTo>
                  <a:lnTo>
                    <a:pt x="568569" y="1734110"/>
                  </a:lnTo>
                  <a:lnTo>
                    <a:pt x="568569" y="1731773"/>
                  </a:lnTo>
                  <a:lnTo>
                    <a:pt x="568569" y="1729436"/>
                  </a:lnTo>
                  <a:lnTo>
                    <a:pt x="568569" y="1727099"/>
                  </a:lnTo>
                  <a:lnTo>
                    <a:pt x="568569" y="1724762"/>
                  </a:lnTo>
                  <a:lnTo>
                    <a:pt x="568569" y="1722425"/>
                  </a:lnTo>
                  <a:lnTo>
                    <a:pt x="568569" y="1720088"/>
                  </a:lnTo>
                  <a:lnTo>
                    <a:pt x="568569" y="1717751"/>
                  </a:lnTo>
                  <a:lnTo>
                    <a:pt x="568569" y="1715414"/>
                  </a:lnTo>
                  <a:lnTo>
                    <a:pt x="568569" y="1713077"/>
                  </a:lnTo>
                  <a:lnTo>
                    <a:pt x="568569" y="1710740"/>
                  </a:lnTo>
                  <a:lnTo>
                    <a:pt x="568569" y="1708403"/>
                  </a:lnTo>
                  <a:lnTo>
                    <a:pt x="568569" y="1706065"/>
                  </a:lnTo>
                  <a:lnTo>
                    <a:pt x="568569" y="1703728"/>
                  </a:lnTo>
                  <a:lnTo>
                    <a:pt x="568569" y="1701391"/>
                  </a:lnTo>
                  <a:lnTo>
                    <a:pt x="568569" y="1699054"/>
                  </a:lnTo>
                  <a:lnTo>
                    <a:pt x="568569" y="1696717"/>
                  </a:lnTo>
                  <a:lnTo>
                    <a:pt x="568569" y="1694380"/>
                  </a:lnTo>
                  <a:lnTo>
                    <a:pt x="568569" y="1692043"/>
                  </a:lnTo>
                  <a:lnTo>
                    <a:pt x="568569" y="1689706"/>
                  </a:lnTo>
                  <a:lnTo>
                    <a:pt x="568569" y="1687369"/>
                  </a:lnTo>
                  <a:lnTo>
                    <a:pt x="568569" y="1685032"/>
                  </a:lnTo>
                  <a:lnTo>
                    <a:pt x="568569" y="1682695"/>
                  </a:lnTo>
                  <a:lnTo>
                    <a:pt x="568569" y="1680358"/>
                  </a:lnTo>
                  <a:lnTo>
                    <a:pt x="568569" y="1678021"/>
                  </a:lnTo>
                  <a:lnTo>
                    <a:pt x="568569" y="1675683"/>
                  </a:lnTo>
                  <a:lnTo>
                    <a:pt x="568569" y="1673346"/>
                  </a:lnTo>
                  <a:lnTo>
                    <a:pt x="568569" y="1671009"/>
                  </a:lnTo>
                  <a:lnTo>
                    <a:pt x="568569" y="1668672"/>
                  </a:lnTo>
                  <a:lnTo>
                    <a:pt x="568569" y="1666335"/>
                  </a:lnTo>
                  <a:lnTo>
                    <a:pt x="568569" y="1663998"/>
                  </a:lnTo>
                  <a:lnTo>
                    <a:pt x="568569" y="1661661"/>
                  </a:lnTo>
                  <a:lnTo>
                    <a:pt x="568569" y="1659324"/>
                  </a:lnTo>
                  <a:lnTo>
                    <a:pt x="568569" y="1656987"/>
                  </a:lnTo>
                  <a:lnTo>
                    <a:pt x="568569" y="1654650"/>
                  </a:lnTo>
                  <a:lnTo>
                    <a:pt x="568569" y="1652313"/>
                  </a:lnTo>
                  <a:lnTo>
                    <a:pt x="568569" y="1649976"/>
                  </a:lnTo>
                  <a:lnTo>
                    <a:pt x="568569" y="1647639"/>
                  </a:lnTo>
                  <a:lnTo>
                    <a:pt x="568569" y="1645301"/>
                  </a:lnTo>
                  <a:lnTo>
                    <a:pt x="568569" y="1642964"/>
                  </a:lnTo>
                  <a:lnTo>
                    <a:pt x="568569" y="1640627"/>
                  </a:lnTo>
                  <a:lnTo>
                    <a:pt x="568569" y="1638290"/>
                  </a:lnTo>
                  <a:lnTo>
                    <a:pt x="568569" y="1635953"/>
                  </a:lnTo>
                  <a:lnTo>
                    <a:pt x="568569" y="1633616"/>
                  </a:lnTo>
                  <a:lnTo>
                    <a:pt x="568569" y="1631279"/>
                  </a:lnTo>
                  <a:lnTo>
                    <a:pt x="568569" y="1628942"/>
                  </a:lnTo>
                  <a:lnTo>
                    <a:pt x="568569" y="1626605"/>
                  </a:lnTo>
                  <a:lnTo>
                    <a:pt x="568569" y="1624268"/>
                  </a:lnTo>
                  <a:lnTo>
                    <a:pt x="568569" y="1621931"/>
                  </a:lnTo>
                  <a:lnTo>
                    <a:pt x="568569" y="1619594"/>
                  </a:lnTo>
                  <a:lnTo>
                    <a:pt x="568569" y="1617257"/>
                  </a:lnTo>
                  <a:lnTo>
                    <a:pt x="568569" y="1614919"/>
                  </a:lnTo>
                  <a:lnTo>
                    <a:pt x="568569" y="1612582"/>
                  </a:lnTo>
                  <a:lnTo>
                    <a:pt x="568569" y="1610245"/>
                  </a:lnTo>
                  <a:lnTo>
                    <a:pt x="568569" y="1607908"/>
                  </a:lnTo>
                  <a:lnTo>
                    <a:pt x="568569" y="1605571"/>
                  </a:lnTo>
                  <a:lnTo>
                    <a:pt x="568569" y="1603234"/>
                  </a:lnTo>
                  <a:lnTo>
                    <a:pt x="568569" y="1600897"/>
                  </a:lnTo>
                  <a:lnTo>
                    <a:pt x="568569" y="1598560"/>
                  </a:lnTo>
                  <a:lnTo>
                    <a:pt x="568569" y="1596223"/>
                  </a:lnTo>
                  <a:lnTo>
                    <a:pt x="568569" y="1593886"/>
                  </a:lnTo>
                  <a:lnTo>
                    <a:pt x="568569" y="1591549"/>
                  </a:lnTo>
                  <a:lnTo>
                    <a:pt x="568569" y="1589212"/>
                  </a:lnTo>
                  <a:lnTo>
                    <a:pt x="568569" y="1586875"/>
                  </a:lnTo>
                  <a:lnTo>
                    <a:pt x="568569" y="1584537"/>
                  </a:lnTo>
                  <a:lnTo>
                    <a:pt x="568569" y="1582200"/>
                  </a:lnTo>
                  <a:lnTo>
                    <a:pt x="568569" y="1579863"/>
                  </a:lnTo>
                  <a:lnTo>
                    <a:pt x="568569" y="1577526"/>
                  </a:lnTo>
                  <a:lnTo>
                    <a:pt x="568569" y="1575189"/>
                  </a:lnTo>
                  <a:lnTo>
                    <a:pt x="568569" y="1572852"/>
                  </a:lnTo>
                  <a:lnTo>
                    <a:pt x="568569" y="1570515"/>
                  </a:lnTo>
                  <a:lnTo>
                    <a:pt x="568569" y="1568178"/>
                  </a:lnTo>
                  <a:lnTo>
                    <a:pt x="568569" y="1565841"/>
                  </a:lnTo>
                  <a:lnTo>
                    <a:pt x="568569" y="1563504"/>
                  </a:lnTo>
                  <a:lnTo>
                    <a:pt x="568569" y="1561167"/>
                  </a:lnTo>
                  <a:lnTo>
                    <a:pt x="568569" y="1558830"/>
                  </a:lnTo>
                  <a:lnTo>
                    <a:pt x="568569" y="1556493"/>
                  </a:lnTo>
                  <a:lnTo>
                    <a:pt x="568569" y="1554155"/>
                  </a:lnTo>
                  <a:lnTo>
                    <a:pt x="568569" y="1551818"/>
                  </a:lnTo>
                  <a:lnTo>
                    <a:pt x="568569" y="1549481"/>
                  </a:lnTo>
                  <a:lnTo>
                    <a:pt x="568569" y="1547144"/>
                  </a:lnTo>
                  <a:lnTo>
                    <a:pt x="568569" y="1544807"/>
                  </a:lnTo>
                  <a:lnTo>
                    <a:pt x="568569" y="1542470"/>
                  </a:lnTo>
                  <a:lnTo>
                    <a:pt x="568569" y="1540133"/>
                  </a:lnTo>
                  <a:lnTo>
                    <a:pt x="568569" y="1537796"/>
                  </a:lnTo>
                  <a:lnTo>
                    <a:pt x="568569" y="1535459"/>
                  </a:lnTo>
                  <a:lnTo>
                    <a:pt x="568569" y="1533122"/>
                  </a:lnTo>
                  <a:lnTo>
                    <a:pt x="631743" y="1533122"/>
                  </a:lnTo>
                  <a:lnTo>
                    <a:pt x="631743" y="1530785"/>
                  </a:lnTo>
                  <a:lnTo>
                    <a:pt x="631743" y="1528448"/>
                  </a:lnTo>
                  <a:lnTo>
                    <a:pt x="631743" y="1526111"/>
                  </a:lnTo>
                  <a:lnTo>
                    <a:pt x="631743" y="1523773"/>
                  </a:lnTo>
                  <a:lnTo>
                    <a:pt x="631743" y="1521436"/>
                  </a:lnTo>
                  <a:lnTo>
                    <a:pt x="631743" y="1519099"/>
                  </a:lnTo>
                  <a:lnTo>
                    <a:pt x="631743" y="1516762"/>
                  </a:lnTo>
                  <a:lnTo>
                    <a:pt x="631743" y="1514425"/>
                  </a:lnTo>
                  <a:lnTo>
                    <a:pt x="631743" y="1512088"/>
                  </a:lnTo>
                  <a:lnTo>
                    <a:pt x="631743" y="1509751"/>
                  </a:lnTo>
                  <a:lnTo>
                    <a:pt x="631743" y="1507414"/>
                  </a:lnTo>
                  <a:lnTo>
                    <a:pt x="631743" y="1505077"/>
                  </a:lnTo>
                  <a:lnTo>
                    <a:pt x="631743" y="1502740"/>
                  </a:lnTo>
                  <a:lnTo>
                    <a:pt x="631743" y="1500403"/>
                  </a:lnTo>
                  <a:lnTo>
                    <a:pt x="631743" y="1498066"/>
                  </a:lnTo>
                  <a:lnTo>
                    <a:pt x="631743" y="1495729"/>
                  </a:lnTo>
                  <a:lnTo>
                    <a:pt x="631743" y="1493391"/>
                  </a:lnTo>
                  <a:lnTo>
                    <a:pt x="631743" y="1491054"/>
                  </a:lnTo>
                  <a:lnTo>
                    <a:pt x="631743" y="1488717"/>
                  </a:lnTo>
                  <a:lnTo>
                    <a:pt x="631743" y="1486380"/>
                  </a:lnTo>
                  <a:lnTo>
                    <a:pt x="631743" y="1484043"/>
                  </a:lnTo>
                  <a:lnTo>
                    <a:pt x="631743" y="1481706"/>
                  </a:lnTo>
                  <a:lnTo>
                    <a:pt x="631743" y="1479369"/>
                  </a:lnTo>
                  <a:lnTo>
                    <a:pt x="631743" y="1477032"/>
                  </a:lnTo>
                  <a:lnTo>
                    <a:pt x="631743" y="1474695"/>
                  </a:lnTo>
                  <a:lnTo>
                    <a:pt x="631743" y="1472358"/>
                  </a:lnTo>
                  <a:lnTo>
                    <a:pt x="631743" y="1470021"/>
                  </a:lnTo>
                  <a:lnTo>
                    <a:pt x="631743" y="1467684"/>
                  </a:lnTo>
                  <a:lnTo>
                    <a:pt x="631743" y="1465347"/>
                  </a:lnTo>
                  <a:lnTo>
                    <a:pt x="631743" y="1463009"/>
                  </a:lnTo>
                  <a:lnTo>
                    <a:pt x="631743" y="1460672"/>
                  </a:lnTo>
                  <a:lnTo>
                    <a:pt x="631743" y="1458335"/>
                  </a:lnTo>
                  <a:lnTo>
                    <a:pt x="631743" y="1455998"/>
                  </a:lnTo>
                  <a:lnTo>
                    <a:pt x="631743" y="1453661"/>
                  </a:lnTo>
                  <a:lnTo>
                    <a:pt x="631743" y="1451324"/>
                  </a:lnTo>
                  <a:lnTo>
                    <a:pt x="631743" y="1448987"/>
                  </a:lnTo>
                  <a:lnTo>
                    <a:pt x="631743" y="1446650"/>
                  </a:lnTo>
                  <a:lnTo>
                    <a:pt x="631743" y="1444313"/>
                  </a:lnTo>
                  <a:lnTo>
                    <a:pt x="631743" y="1441976"/>
                  </a:lnTo>
                  <a:lnTo>
                    <a:pt x="631743" y="1439639"/>
                  </a:lnTo>
                  <a:lnTo>
                    <a:pt x="631743" y="1437302"/>
                  </a:lnTo>
                  <a:lnTo>
                    <a:pt x="631743" y="1434965"/>
                  </a:lnTo>
                  <a:lnTo>
                    <a:pt x="631743" y="1432627"/>
                  </a:lnTo>
                  <a:lnTo>
                    <a:pt x="631743" y="1430290"/>
                  </a:lnTo>
                  <a:lnTo>
                    <a:pt x="631743" y="1427953"/>
                  </a:lnTo>
                  <a:lnTo>
                    <a:pt x="631743" y="1425616"/>
                  </a:lnTo>
                  <a:lnTo>
                    <a:pt x="631743" y="1423279"/>
                  </a:lnTo>
                  <a:lnTo>
                    <a:pt x="631743" y="1420942"/>
                  </a:lnTo>
                  <a:lnTo>
                    <a:pt x="694917" y="1420942"/>
                  </a:lnTo>
                  <a:lnTo>
                    <a:pt x="694917" y="1418605"/>
                  </a:lnTo>
                  <a:lnTo>
                    <a:pt x="694917" y="1416268"/>
                  </a:lnTo>
                  <a:lnTo>
                    <a:pt x="758092" y="1416268"/>
                  </a:lnTo>
                  <a:lnTo>
                    <a:pt x="758092" y="1413931"/>
                  </a:lnTo>
                  <a:lnTo>
                    <a:pt x="758092" y="1411594"/>
                  </a:lnTo>
                  <a:lnTo>
                    <a:pt x="758092" y="1409257"/>
                  </a:lnTo>
                  <a:lnTo>
                    <a:pt x="758092" y="1406920"/>
                  </a:lnTo>
                  <a:lnTo>
                    <a:pt x="821266" y="1406920"/>
                  </a:lnTo>
                  <a:lnTo>
                    <a:pt x="821266" y="1404583"/>
                  </a:lnTo>
                  <a:lnTo>
                    <a:pt x="821266" y="1402245"/>
                  </a:lnTo>
                  <a:lnTo>
                    <a:pt x="821266" y="1399908"/>
                  </a:lnTo>
                  <a:lnTo>
                    <a:pt x="821266" y="1397571"/>
                  </a:lnTo>
                  <a:lnTo>
                    <a:pt x="821266" y="1395234"/>
                  </a:lnTo>
                  <a:lnTo>
                    <a:pt x="821266" y="1392897"/>
                  </a:lnTo>
                  <a:lnTo>
                    <a:pt x="821266" y="1390560"/>
                  </a:lnTo>
                  <a:lnTo>
                    <a:pt x="821266" y="1388223"/>
                  </a:lnTo>
                  <a:lnTo>
                    <a:pt x="821266" y="1385886"/>
                  </a:lnTo>
                  <a:lnTo>
                    <a:pt x="821266" y="1383549"/>
                  </a:lnTo>
                  <a:lnTo>
                    <a:pt x="821266" y="1381212"/>
                  </a:lnTo>
                  <a:lnTo>
                    <a:pt x="821266" y="1378875"/>
                  </a:lnTo>
                  <a:lnTo>
                    <a:pt x="821266" y="1376538"/>
                  </a:lnTo>
                  <a:lnTo>
                    <a:pt x="821266" y="1374201"/>
                  </a:lnTo>
                  <a:lnTo>
                    <a:pt x="821266" y="1371863"/>
                  </a:lnTo>
                  <a:lnTo>
                    <a:pt x="821266" y="1369526"/>
                  </a:lnTo>
                  <a:lnTo>
                    <a:pt x="821266" y="1367189"/>
                  </a:lnTo>
                  <a:lnTo>
                    <a:pt x="821266" y="1364852"/>
                  </a:lnTo>
                  <a:lnTo>
                    <a:pt x="821266" y="1362515"/>
                  </a:lnTo>
                  <a:lnTo>
                    <a:pt x="821266" y="1360178"/>
                  </a:lnTo>
                  <a:lnTo>
                    <a:pt x="821266" y="1357841"/>
                  </a:lnTo>
                  <a:lnTo>
                    <a:pt x="821266" y="1355504"/>
                  </a:lnTo>
                  <a:lnTo>
                    <a:pt x="821266" y="1353167"/>
                  </a:lnTo>
                  <a:lnTo>
                    <a:pt x="821266" y="1350830"/>
                  </a:lnTo>
                  <a:lnTo>
                    <a:pt x="821266" y="1348493"/>
                  </a:lnTo>
                  <a:lnTo>
                    <a:pt x="821266" y="1346156"/>
                  </a:lnTo>
                  <a:lnTo>
                    <a:pt x="821266" y="1343819"/>
                  </a:lnTo>
                  <a:lnTo>
                    <a:pt x="821266" y="1341481"/>
                  </a:lnTo>
                  <a:lnTo>
                    <a:pt x="821266" y="1339144"/>
                  </a:lnTo>
                  <a:lnTo>
                    <a:pt x="821266" y="1336807"/>
                  </a:lnTo>
                  <a:lnTo>
                    <a:pt x="821266" y="1334470"/>
                  </a:lnTo>
                  <a:lnTo>
                    <a:pt x="821266" y="1332133"/>
                  </a:lnTo>
                  <a:lnTo>
                    <a:pt x="821266" y="1329796"/>
                  </a:lnTo>
                  <a:lnTo>
                    <a:pt x="821266" y="1327459"/>
                  </a:lnTo>
                  <a:lnTo>
                    <a:pt x="821266" y="1325122"/>
                  </a:lnTo>
                  <a:lnTo>
                    <a:pt x="821266" y="1322785"/>
                  </a:lnTo>
                  <a:lnTo>
                    <a:pt x="821266" y="1320448"/>
                  </a:lnTo>
                  <a:lnTo>
                    <a:pt x="821266" y="1318111"/>
                  </a:lnTo>
                  <a:lnTo>
                    <a:pt x="821266" y="1315774"/>
                  </a:lnTo>
                  <a:lnTo>
                    <a:pt x="821266" y="1313437"/>
                  </a:lnTo>
                  <a:lnTo>
                    <a:pt x="821266" y="1311099"/>
                  </a:lnTo>
                  <a:lnTo>
                    <a:pt x="821266" y="1308762"/>
                  </a:lnTo>
                  <a:lnTo>
                    <a:pt x="821266" y="1306425"/>
                  </a:lnTo>
                  <a:lnTo>
                    <a:pt x="821266" y="1304088"/>
                  </a:lnTo>
                  <a:lnTo>
                    <a:pt x="821266" y="1301751"/>
                  </a:lnTo>
                  <a:lnTo>
                    <a:pt x="821266" y="1299414"/>
                  </a:lnTo>
                  <a:lnTo>
                    <a:pt x="821266" y="1297077"/>
                  </a:lnTo>
                  <a:lnTo>
                    <a:pt x="821266" y="1294740"/>
                  </a:lnTo>
                  <a:lnTo>
                    <a:pt x="821266" y="1292403"/>
                  </a:lnTo>
                  <a:lnTo>
                    <a:pt x="821266" y="1290066"/>
                  </a:lnTo>
                  <a:lnTo>
                    <a:pt x="821266" y="1287729"/>
                  </a:lnTo>
                  <a:lnTo>
                    <a:pt x="821266" y="1285392"/>
                  </a:lnTo>
                  <a:lnTo>
                    <a:pt x="821266" y="1283055"/>
                  </a:lnTo>
                  <a:lnTo>
                    <a:pt x="821266" y="1280717"/>
                  </a:lnTo>
                  <a:lnTo>
                    <a:pt x="821266" y="1278380"/>
                  </a:lnTo>
                  <a:lnTo>
                    <a:pt x="821266" y="1276043"/>
                  </a:lnTo>
                  <a:lnTo>
                    <a:pt x="821266" y="1273706"/>
                  </a:lnTo>
                  <a:lnTo>
                    <a:pt x="821266" y="1271369"/>
                  </a:lnTo>
                  <a:lnTo>
                    <a:pt x="821266" y="1269032"/>
                  </a:lnTo>
                  <a:lnTo>
                    <a:pt x="821266" y="1266695"/>
                  </a:lnTo>
                  <a:lnTo>
                    <a:pt x="884441" y="1266695"/>
                  </a:lnTo>
                  <a:lnTo>
                    <a:pt x="884441" y="1264358"/>
                  </a:lnTo>
                  <a:lnTo>
                    <a:pt x="884441" y="1262021"/>
                  </a:lnTo>
                  <a:lnTo>
                    <a:pt x="884441" y="1259684"/>
                  </a:lnTo>
                  <a:lnTo>
                    <a:pt x="884441" y="1257347"/>
                  </a:lnTo>
                  <a:lnTo>
                    <a:pt x="884441" y="1255010"/>
                  </a:lnTo>
                  <a:lnTo>
                    <a:pt x="947615" y="1255010"/>
                  </a:lnTo>
                  <a:lnTo>
                    <a:pt x="947615" y="1252673"/>
                  </a:lnTo>
                  <a:lnTo>
                    <a:pt x="947615" y="1250335"/>
                  </a:lnTo>
                  <a:lnTo>
                    <a:pt x="947615" y="1247998"/>
                  </a:lnTo>
                  <a:lnTo>
                    <a:pt x="947615" y="1245661"/>
                  </a:lnTo>
                  <a:lnTo>
                    <a:pt x="947615" y="1243324"/>
                  </a:lnTo>
                  <a:lnTo>
                    <a:pt x="947615" y="1240987"/>
                  </a:lnTo>
                  <a:lnTo>
                    <a:pt x="947615" y="1238650"/>
                  </a:lnTo>
                  <a:lnTo>
                    <a:pt x="947615" y="1236313"/>
                  </a:lnTo>
                  <a:lnTo>
                    <a:pt x="947615" y="1233976"/>
                  </a:lnTo>
                  <a:lnTo>
                    <a:pt x="947615" y="1231639"/>
                  </a:lnTo>
                  <a:lnTo>
                    <a:pt x="947615" y="1229302"/>
                  </a:lnTo>
                  <a:lnTo>
                    <a:pt x="947615" y="1226965"/>
                  </a:lnTo>
                  <a:lnTo>
                    <a:pt x="947615" y="1224628"/>
                  </a:lnTo>
                  <a:lnTo>
                    <a:pt x="947615" y="1222291"/>
                  </a:lnTo>
                  <a:lnTo>
                    <a:pt x="947615" y="1219953"/>
                  </a:lnTo>
                  <a:lnTo>
                    <a:pt x="947615" y="1217616"/>
                  </a:lnTo>
                  <a:lnTo>
                    <a:pt x="947615" y="1215279"/>
                  </a:lnTo>
                  <a:lnTo>
                    <a:pt x="947615" y="1212942"/>
                  </a:lnTo>
                  <a:lnTo>
                    <a:pt x="947615" y="1210605"/>
                  </a:lnTo>
                  <a:lnTo>
                    <a:pt x="947615" y="1208268"/>
                  </a:lnTo>
                  <a:lnTo>
                    <a:pt x="947615" y="1205931"/>
                  </a:lnTo>
                  <a:lnTo>
                    <a:pt x="947615" y="1203594"/>
                  </a:lnTo>
                  <a:lnTo>
                    <a:pt x="1010789" y="1203594"/>
                  </a:lnTo>
                  <a:lnTo>
                    <a:pt x="1010789" y="1201257"/>
                  </a:lnTo>
                  <a:lnTo>
                    <a:pt x="1010789" y="1198920"/>
                  </a:lnTo>
                  <a:lnTo>
                    <a:pt x="1010789" y="1196583"/>
                  </a:lnTo>
                  <a:lnTo>
                    <a:pt x="1073964" y="1196583"/>
                  </a:lnTo>
                  <a:lnTo>
                    <a:pt x="1073964" y="1194246"/>
                  </a:lnTo>
                  <a:lnTo>
                    <a:pt x="1073964" y="1191909"/>
                  </a:lnTo>
                  <a:lnTo>
                    <a:pt x="1073964" y="1189571"/>
                  </a:lnTo>
                  <a:lnTo>
                    <a:pt x="1073964" y="1187234"/>
                  </a:lnTo>
                  <a:lnTo>
                    <a:pt x="1073964" y="1184897"/>
                  </a:lnTo>
                  <a:lnTo>
                    <a:pt x="1137138" y="1184897"/>
                  </a:lnTo>
                  <a:lnTo>
                    <a:pt x="1137138" y="1182560"/>
                  </a:lnTo>
                  <a:lnTo>
                    <a:pt x="1137138" y="1180223"/>
                  </a:lnTo>
                  <a:lnTo>
                    <a:pt x="1137138" y="1177886"/>
                  </a:lnTo>
                  <a:lnTo>
                    <a:pt x="1137138" y="1175549"/>
                  </a:lnTo>
                  <a:lnTo>
                    <a:pt x="1137138" y="1173212"/>
                  </a:lnTo>
                  <a:lnTo>
                    <a:pt x="1137138" y="1170875"/>
                  </a:lnTo>
                  <a:lnTo>
                    <a:pt x="1137138" y="1168538"/>
                  </a:lnTo>
                  <a:lnTo>
                    <a:pt x="1137138" y="1166201"/>
                  </a:lnTo>
                  <a:lnTo>
                    <a:pt x="1137138" y="1163864"/>
                  </a:lnTo>
                  <a:lnTo>
                    <a:pt x="1137138" y="1161527"/>
                  </a:lnTo>
                  <a:lnTo>
                    <a:pt x="1137138" y="1159190"/>
                  </a:lnTo>
                  <a:lnTo>
                    <a:pt x="1137138" y="1156852"/>
                  </a:lnTo>
                  <a:lnTo>
                    <a:pt x="1137138" y="1154515"/>
                  </a:lnTo>
                  <a:lnTo>
                    <a:pt x="1137138" y="1152178"/>
                  </a:lnTo>
                  <a:lnTo>
                    <a:pt x="1137138" y="1149841"/>
                  </a:lnTo>
                  <a:lnTo>
                    <a:pt x="1137138" y="1147504"/>
                  </a:lnTo>
                  <a:lnTo>
                    <a:pt x="1137138" y="1145167"/>
                  </a:lnTo>
                  <a:lnTo>
                    <a:pt x="1200312" y="1145167"/>
                  </a:lnTo>
                  <a:lnTo>
                    <a:pt x="1200312" y="1142830"/>
                  </a:lnTo>
                  <a:lnTo>
                    <a:pt x="1200312" y="1140493"/>
                  </a:lnTo>
                  <a:lnTo>
                    <a:pt x="1200312" y="1138156"/>
                  </a:lnTo>
                  <a:lnTo>
                    <a:pt x="1263487" y="1138156"/>
                  </a:lnTo>
                  <a:lnTo>
                    <a:pt x="1263487" y="1135819"/>
                  </a:lnTo>
                  <a:lnTo>
                    <a:pt x="1263487" y="1133482"/>
                  </a:lnTo>
                  <a:lnTo>
                    <a:pt x="1263487" y="1131145"/>
                  </a:lnTo>
                  <a:lnTo>
                    <a:pt x="1263487" y="1128808"/>
                  </a:lnTo>
                  <a:lnTo>
                    <a:pt x="1326661" y="1128808"/>
                  </a:lnTo>
                  <a:lnTo>
                    <a:pt x="1326661" y="1126470"/>
                  </a:lnTo>
                  <a:lnTo>
                    <a:pt x="1326661" y="1124133"/>
                  </a:lnTo>
                  <a:lnTo>
                    <a:pt x="1326661" y="1121796"/>
                  </a:lnTo>
                  <a:lnTo>
                    <a:pt x="1326661" y="1119459"/>
                  </a:lnTo>
                  <a:lnTo>
                    <a:pt x="1326661" y="1117122"/>
                  </a:lnTo>
                  <a:lnTo>
                    <a:pt x="1326661" y="1114785"/>
                  </a:lnTo>
                  <a:lnTo>
                    <a:pt x="1326661" y="1112448"/>
                  </a:lnTo>
                  <a:lnTo>
                    <a:pt x="1326661" y="1110111"/>
                  </a:lnTo>
                  <a:lnTo>
                    <a:pt x="1326661" y="1107774"/>
                  </a:lnTo>
                  <a:lnTo>
                    <a:pt x="1326661" y="1105437"/>
                  </a:lnTo>
                  <a:lnTo>
                    <a:pt x="1326661" y="1103100"/>
                  </a:lnTo>
                  <a:lnTo>
                    <a:pt x="1326661" y="1100763"/>
                  </a:lnTo>
                  <a:lnTo>
                    <a:pt x="1326661" y="1098426"/>
                  </a:lnTo>
                  <a:lnTo>
                    <a:pt x="1326661" y="1096088"/>
                  </a:lnTo>
                  <a:lnTo>
                    <a:pt x="1326661" y="1093751"/>
                  </a:lnTo>
                  <a:lnTo>
                    <a:pt x="1326661" y="1091414"/>
                  </a:lnTo>
                  <a:lnTo>
                    <a:pt x="1326661" y="1089077"/>
                  </a:lnTo>
                  <a:lnTo>
                    <a:pt x="1389835" y="1089077"/>
                  </a:lnTo>
                  <a:lnTo>
                    <a:pt x="1389835" y="1086740"/>
                  </a:lnTo>
                  <a:lnTo>
                    <a:pt x="1389835" y="1084403"/>
                  </a:lnTo>
                  <a:lnTo>
                    <a:pt x="1389835" y="1082066"/>
                  </a:lnTo>
                  <a:lnTo>
                    <a:pt x="1389835" y="1079729"/>
                  </a:lnTo>
                  <a:lnTo>
                    <a:pt x="1389835" y="1077392"/>
                  </a:lnTo>
                  <a:lnTo>
                    <a:pt x="1389835" y="1075055"/>
                  </a:lnTo>
                  <a:lnTo>
                    <a:pt x="1389835" y="1072718"/>
                  </a:lnTo>
                  <a:lnTo>
                    <a:pt x="1389835" y="1070381"/>
                  </a:lnTo>
                  <a:lnTo>
                    <a:pt x="1389835" y="1068044"/>
                  </a:lnTo>
                  <a:lnTo>
                    <a:pt x="1389835" y="1065706"/>
                  </a:lnTo>
                  <a:lnTo>
                    <a:pt x="1389835" y="1063369"/>
                  </a:lnTo>
                  <a:lnTo>
                    <a:pt x="1389835" y="1061032"/>
                  </a:lnTo>
                  <a:lnTo>
                    <a:pt x="1389835" y="1058695"/>
                  </a:lnTo>
                  <a:lnTo>
                    <a:pt x="1389835" y="1056358"/>
                  </a:lnTo>
                  <a:lnTo>
                    <a:pt x="1389835" y="1054021"/>
                  </a:lnTo>
                  <a:lnTo>
                    <a:pt x="1389835" y="1051684"/>
                  </a:lnTo>
                  <a:lnTo>
                    <a:pt x="1453010" y="1051684"/>
                  </a:lnTo>
                  <a:lnTo>
                    <a:pt x="1453010" y="1049347"/>
                  </a:lnTo>
                  <a:lnTo>
                    <a:pt x="1453010" y="1047010"/>
                  </a:lnTo>
                  <a:lnTo>
                    <a:pt x="1453010" y="1044673"/>
                  </a:lnTo>
                  <a:lnTo>
                    <a:pt x="1453010" y="1042336"/>
                  </a:lnTo>
                  <a:lnTo>
                    <a:pt x="1453010" y="1039999"/>
                  </a:lnTo>
                  <a:lnTo>
                    <a:pt x="1453010" y="1037662"/>
                  </a:lnTo>
                  <a:lnTo>
                    <a:pt x="1453010" y="1035324"/>
                  </a:lnTo>
                  <a:lnTo>
                    <a:pt x="1453010" y="1032987"/>
                  </a:lnTo>
                  <a:lnTo>
                    <a:pt x="1453010" y="1030650"/>
                  </a:lnTo>
                  <a:lnTo>
                    <a:pt x="1453010" y="1028313"/>
                  </a:lnTo>
                  <a:lnTo>
                    <a:pt x="1453010" y="1025976"/>
                  </a:lnTo>
                  <a:lnTo>
                    <a:pt x="1453010" y="1023639"/>
                  </a:lnTo>
                  <a:lnTo>
                    <a:pt x="1453010" y="1021302"/>
                  </a:lnTo>
                  <a:lnTo>
                    <a:pt x="1453010" y="1018965"/>
                  </a:lnTo>
                  <a:lnTo>
                    <a:pt x="1453010" y="1016628"/>
                  </a:lnTo>
                  <a:lnTo>
                    <a:pt x="1453010" y="1014291"/>
                  </a:lnTo>
                  <a:lnTo>
                    <a:pt x="1453010" y="1011954"/>
                  </a:lnTo>
                  <a:lnTo>
                    <a:pt x="1453010" y="1009617"/>
                  </a:lnTo>
                  <a:lnTo>
                    <a:pt x="1453010" y="1007280"/>
                  </a:lnTo>
                  <a:lnTo>
                    <a:pt x="1453010" y="1004942"/>
                  </a:lnTo>
                  <a:lnTo>
                    <a:pt x="1453010" y="1002605"/>
                  </a:lnTo>
                  <a:lnTo>
                    <a:pt x="1453010" y="1000268"/>
                  </a:lnTo>
                  <a:lnTo>
                    <a:pt x="1453010" y="997931"/>
                  </a:lnTo>
                  <a:lnTo>
                    <a:pt x="1453010" y="995594"/>
                  </a:lnTo>
                  <a:lnTo>
                    <a:pt x="1453010" y="993257"/>
                  </a:lnTo>
                  <a:lnTo>
                    <a:pt x="1453010" y="990920"/>
                  </a:lnTo>
                  <a:lnTo>
                    <a:pt x="1453010" y="988583"/>
                  </a:lnTo>
                  <a:lnTo>
                    <a:pt x="1453010" y="986246"/>
                  </a:lnTo>
                  <a:lnTo>
                    <a:pt x="1453010" y="983909"/>
                  </a:lnTo>
                  <a:lnTo>
                    <a:pt x="1453010" y="981572"/>
                  </a:lnTo>
                  <a:lnTo>
                    <a:pt x="1453010" y="979235"/>
                  </a:lnTo>
                  <a:lnTo>
                    <a:pt x="1453010" y="976898"/>
                  </a:lnTo>
                  <a:lnTo>
                    <a:pt x="1453010" y="974560"/>
                  </a:lnTo>
                  <a:lnTo>
                    <a:pt x="1453010" y="972223"/>
                  </a:lnTo>
                  <a:lnTo>
                    <a:pt x="1453010" y="969886"/>
                  </a:lnTo>
                  <a:lnTo>
                    <a:pt x="1453010" y="967549"/>
                  </a:lnTo>
                  <a:lnTo>
                    <a:pt x="1453010" y="965212"/>
                  </a:lnTo>
                  <a:lnTo>
                    <a:pt x="1453010" y="962875"/>
                  </a:lnTo>
                  <a:lnTo>
                    <a:pt x="1453010" y="960538"/>
                  </a:lnTo>
                  <a:lnTo>
                    <a:pt x="1453010" y="958201"/>
                  </a:lnTo>
                  <a:lnTo>
                    <a:pt x="1453010" y="955864"/>
                  </a:lnTo>
                  <a:lnTo>
                    <a:pt x="1516184" y="955864"/>
                  </a:lnTo>
                  <a:lnTo>
                    <a:pt x="1516184" y="953527"/>
                  </a:lnTo>
                  <a:lnTo>
                    <a:pt x="1516184" y="951190"/>
                  </a:lnTo>
                  <a:lnTo>
                    <a:pt x="1516184" y="948853"/>
                  </a:lnTo>
                  <a:lnTo>
                    <a:pt x="1516184" y="946516"/>
                  </a:lnTo>
                  <a:lnTo>
                    <a:pt x="1516184" y="944178"/>
                  </a:lnTo>
                  <a:lnTo>
                    <a:pt x="1516184" y="941841"/>
                  </a:lnTo>
                  <a:lnTo>
                    <a:pt x="1516184" y="939504"/>
                  </a:lnTo>
                  <a:lnTo>
                    <a:pt x="1516184" y="937167"/>
                  </a:lnTo>
                  <a:lnTo>
                    <a:pt x="1516184" y="934830"/>
                  </a:lnTo>
                  <a:lnTo>
                    <a:pt x="1516184" y="932493"/>
                  </a:lnTo>
                  <a:lnTo>
                    <a:pt x="1516184" y="930156"/>
                  </a:lnTo>
                  <a:lnTo>
                    <a:pt x="1516184" y="927819"/>
                  </a:lnTo>
                  <a:lnTo>
                    <a:pt x="1516184" y="925482"/>
                  </a:lnTo>
                  <a:lnTo>
                    <a:pt x="1516184" y="923145"/>
                  </a:lnTo>
                  <a:lnTo>
                    <a:pt x="1516184" y="920808"/>
                  </a:lnTo>
                  <a:lnTo>
                    <a:pt x="1516184" y="918471"/>
                  </a:lnTo>
                  <a:lnTo>
                    <a:pt x="1516184" y="916134"/>
                  </a:lnTo>
                  <a:lnTo>
                    <a:pt x="1516184" y="913796"/>
                  </a:lnTo>
                  <a:lnTo>
                    <a:pt x="1516184" y="911459"/>
                  </a:lnTo>
                  <a:lnTo>
                    <a:pt x="1516184" y="909122"/>
                  </a:lnTo>
                  <a:lnTo>
                    <a:pt x="1516184" y="906785"/>
                  </a:lnTo>
                  <a:lnTo>
                    <a:pt x="1516184" y="904448"/>
                  </a:lnTo>
                  <a:lnTo>
                    <a:pt x="1579358" y="904448"/>
                  </a:lnTo>
                  <a:lnTo>
                    <a:pt x="1579358" y="902111"/>
                  </a:lnTo>
                  <a:lnTo>
                    <a:pt x="1579358" y="899774"/>
                  </a:lnTo>
                  <a:lnTo>
                    <a:pt x="1579358" y="897437"/>
                  </a:lnTo>
                  <a:lnTo>
                    <a:pt x="1579358" y="895100"/>
                  </a:lnTo>
                  <a:lnTo>
                    <a:pt x="1579358" y="892763"/>
                  </a:lnTo>
                  <a:lnTo>
                    <a:pt x="1579358" y="890426"/>
                  </a:lnTo>
                  <a:lnTo>
                    <a:pt x="1642533" y="890426"/>
                  </a:lnTo>
                  <a:lnTo>
                    <a:pt x="1642533" y="888089"/>
                  </a:lnTo>
                  <a:lnTo>
                    <a:pt x="1642533" y="885752"/>
                  </a:lnTo>
                  <a:lnTo>
                    <a:pt x="1642533" y="883414"/>
                  </a:lnTo>
                  <a:lnTo>
                    <a:pt x="1705707" y="883414"/>
                  </a:lnTo>
                  <a:lnTo>
                    <a:pt x="1705707" y="881077"/>
                  </a:lnTo>
                  <a:lnTo>
                    <a:pt x="1705707" y="878740"/>
                  </a:lnTo>
                  <a:lnTo>
                    <a:pt x="1705707" y="876403"/>
                  </a:lnTo>
                  <a:lnTo>
                    <a:pt x="1705707" y="874066"/>
                  </a:lnTo>
                  <a:lnTo>
                    <a:pt x="1705707" y="871729"/>
                  </a:lnTo>
                  <a:lnTo>
                    <a:pt x="1705707" y="869392"/>
                  </a:lnTo>
                  <a:lnTo>
                    <a:pt x="1705707" y="867055"/>
                  </a:lnTo>
                  <a:lnTo>
                    <a:pt x="1705707" y="864718"/>
                  </a:lnTo>
                  <a:lnTo>
                    <a:pt x="1705707" y="862381"/>
                  </a:lnTo>
                  <a:lnTo>
                    <a:pt x="1705707" y="860044"/>
                  </a:lnTo>
                  <a:lnTo>
                    <a:pt x="1705707" y="857707"/>
                  </a:lnTo>
                  <a:lnTo>
                    <a:pt x="1705707" y="855370"/>
                  </a:lnTo>
                  <a:lnTo>
                    <a:pt x="1705707" y="853032"/>
                  </a:lnTo>
                  <a:lnTo>
                    <a:pt x="1705707" y="850695"/>
                  </a:lnTo>
                  <a:lnTo>
                    <a:pt x="1705707" y="848358"/>
                  </a:lnTo>
                  <a:lnTo>
                    <a:pt x="1768882" y="848358"/>
                  </a:lnTo>
                  <a:lnTo>
                    <a:pt x="1768882" y="846021"/>
                  </a:lnTo>
                  <a:lnTo>
                    <a:pt x="1768882" y="843684"/>
                  </a:lnTo>
                  <a:lnTo>
                    <a:pt x="1768882" y="841347"/>
                  </a:lnTo>
                  <a:lnTo>
                    <a:pt x="1768882" y="839010"/>
                  </a:lnTo>
                  <a:lnTo>
                    <a:pt x="1768882" y="836673"/>
                  </a:lnTo>
                  <a:lnTo>
                    <a:pt x="1768882" y="834336"/>
                  </a:lnTo>
                  <a:lnTo>
                    <a:pt x="1768882" y="831999"/>
                  </a:lnTo>
                  <a:lnTo>
                    <a:pt x="1768882" y="829662"/>
                  </a:lnTo>
                  <a:lnTo>
                    <a:pt x="1768882" y="827325"/>
                  </a:lnTo>
                  <a:lnTo>
                    <a:pt x="1768882" y="824988"/>
                  </a:lnTo>
                  <a:lnTo>
                    <a:pt x="1768882" y="822650"/>
                  </a:lnTo>
                  <a:lnTo>
                    <a:pt x="1768882" y="820313"/>
                  </a:lnTo>
                  <a:lnTo>
                    <a:pt x="1768882" y="817976"/>
                  </a:lnTo>
                  <a:lnTo>
                    <a:pt x="1768882" y="815639"/>
                  </a:lnTo>
                  <a:lnTo>
                    <a:pt x="1768882" y="813302"/>
                  </a:lnTo>
                  <a:lnTo>
                    <a:pt x="1768882" y="810965"/>
                  </a:lnTo>
                  <a:lnTo>
                    <a:pt x="1768882" y="808628"/>
                  </a:lnTo>
                  <a:lnTo>
                    <a:pt x="1768882" y="806291"/>
                  </a:lnTo>
                  <a:lnTo>
                    <a:pt x="1768882" y="803954"/>
                  </a:lnTo>
                  <a:lnTo>
                    <a:pt x="1832056" y="803954"/>
                  </a:lnTo>
                  <a:lnTo>
                    <a:pt x="1832056" y="801617"/>
                  </a:lnTo>
                  <a:lnTo>
                    <a:pt x="1832056" y="799280"/>
                  </a:lnTo>
                  <a:lnTo>
                    <a:pt x="1832056" y="796943"/>
                  </a:lnTo>
                  <a:lnTo>
                    <a:pt x="1832056" y="794606"/>
                  </a:lnTo>
                  <a:lnTo>
                    <a:pt x="1832056" y="792268"/>
                  </a:lnTo>
                  <a:lnTo>
                    <a:pt x="1832056" y="789931"/>
                  </a:lnTo>
                  <a:lnTo>
                    <a:pt x="1832056" y="787594"/>
                  </a:lnTo>
                  <a:lnTo>
                    <a:pt x="1832056" y="785257"/>
                  </a:lnTo>
                  <a:lnTo>
                    <a:pt x="1832056" y="782920"/>
                  </a:lnTo>
                  <a:lnTo>
                    <a:pt x="1832056" y="780583"/>
                  </a:lnTo>
                  <a:lnTo>
                    <a:pt x="1832056" y="778246"/>
                  </a:lnTo>
                  <a:lnTo>
                    <a:pt x="1832056" y="775909"/>
                  </a:lnTo>
                  <a:lnTo>
                    <a:pt x="1832056" y="773572"/>
                  </a:lnTo>
                  <a:lnTo>
                    <a:pt x="1832056" y="771235"/>
                  </a:lnTo>
                  <a:lnTo>
                    <a:pt x="1832056" y="768898"/>
                  </a:lnTo>
                  <a:lnTo>
                    <a:pt x="1832056" y="766561"/>
                  </a:lnTo>
                  <a:lnTo>
                    <a:pt x="1832056" y="764224"/>
                  </a:lnTo>
                  <a:lnTo>
                    <a:pt x="1832056" y="761886"/>
                  </a:lnTo>
                  <a:lnTo>
                    <a:pt x="1832056" y="759549"/>
                  </a:lnTo>
                  <a:lnTo>
                    <a:pt x="1832056" y="757212"/>
                  </a:lnTo>
                  <a:lnTo>
                    <a:pt x="1832056" y="754875"/>
                  </a:lnTo>
                  <a:lnTo>
                    <a:pt x="1832056" y="752538"/>
                  </a:lnTo>
                  <a:lnTo>
                    <a:pt x="1832056" y="750201"/>
                  </a:lnTo>
                  <a:lnTo>
                    <a:pt x="1895230" y="750201"/>
                  </a:lnTo>
                  <a:lnTo>
                    <a:pt x="1895230" y="747864"/>
                  </a:lnTo>
                  <a:lnTo>
                    <a:pt x="1895230" y="745527"/>
                  </a:lnTo>
                  <a:lnTo>
                    <a:pt x="1895230" y="743190"/>
                  </a:lnTo>
                  <a:lnTo>
                    <a:pt x="1895230" y="740853"/>
                  </a:lnTo>
                  <a:lnTo>
                    <a:pt x="1895230" y="738516"/>
                  </a:lnTo>
                  <a:lnTo>
                    <a:pt x="1895230" y="736179"/>
                  </a:lnTo>
                  <a:lnTo>
                    <a:pt x="1895230" y="733842"/>
                  </a:lnTo>
                  <a:lnTo>
                    <a:pt x="1895230" y="731504"/>
                  </a:lnTo>
                  <a:lnTo>
                    <a:pt x="1895230" y="729167"/>
                  </a:lnTo>
                  <a:lnTo>
                    <a:pt x="1895230" y="726830"/>
                  </a:lnTo>
                  <a:lnTo>
                    <a:pt x="1895230" y="724493"/>
                  </a:lnTo>
                  <a:lnTo>
                    <a:pt x="1895230" y="722156"/>
                  </a:lnTo>
                  <a:lnTo>
                    <a:pt x="1895230" y="719819"/>
                  </a:lnTo>
                  <a:lnTo>
                    <a:pt x="1895230" y="717482"/>
                  </a:lnTo>
                  <a:lnTo>
                    <a:pt x="1895230" y="715145"/>
                  </a:lnTo>
                  <a:lnTo>
                    <a:pt x="1895230" y="712808"/>
                  </a:lnTo>
                  <a:lnTo>
                    <a:pt x="1895230" y="710471"/>
                  </a:lnTo>
                  <a:lnTo>
                    <a:pt x="1895230" y="708134"/>
                  </a:lnTo>
                  <a:lnTo>
                    <a:pt x="1895230" y="705797"/>
                  </a:lnTo>
                  <a:lnTo>
                    <a:pt x="1895230" y="703460"/>
                  </a:lnTo>
                  <a:lnTo>
                    <a:pt x="1895230" y="701122"/>
                  </a:lnTo>
                  <a:lnTo>
                    <a:pt x="1895230" y="698785"/>
                  </a:lnTo>
                  <a:lnTo>
                    <a:pt x="1958405" y="698785"/>
                  </a:lnTo>
                  <a:lnTo>
                    <a:pt x="1958405" y="696448"/>
                  </a:lnTo>
                  <a:lnTo>
                    <a:pt x="1958405" y="694111"/>
                  </a:lnTo>
                  <a:lnTo>
                    <a:pt x="1958405" y="691774"/>
                  </a:lnTo>
                  <a:lnTo>
                    <a:pt x="1958405" y="689437"/>
                  </a:lnTo>
                  <a:lnTo>
                    <a:pt x="1958405" y="687100"/>
                  </a:lnTo>
                  <a:lnTo>
                    <a:pt x="1958405" y="684763"/>
                  </a:lnTo>
                  <a:lnTo>
                    <a:pt x="1958405" y="682426"/>
                  </a:lnTo>
                  <a:lnTo>
                    <a:pt x="1958405" y="680089"/>
                  </a:lnTo>
                  <a:lnTo>
                    <a:pt x="2021579" y="680089"/>
                  </a:lnTo>
                  <a:lnTo>
                    <a:pt x="2021579" y="677752"/>
                  </a:lnTo>
                  <a:lnTo>
                    <a:pt x="2021579" y="675415"/>
                  </a:lnTo>
                  <a:lnTo>
                    <a:pt x="2021579" y="673078"/>
                  </a:lnTo>
                  <a:lnTo>
                    <a:pt x="2021579" y="670740"/>
                  </a:lnTo>
                  <a:lnTo>
                    <a:pt x="2021579" y="668403"/>
                  </a:lnTo>
                  <a:lnTo>
                    <a:pt x="2021579" y="666066"/>
                  </a:lnTo>
                  <a:lnTo>
                    <a:pt x="2021579" y="663729"/>
                  </a:lnTo>
                  <a:lnTo>
                    <a:pt x="2021579" y="661392"/>
                  </a:lnTo>
                  <a:lnTo>
                    <a:pt x="2021579" y="659055"/>
                  </a:lnTo>
                  <a:lnTo>
                    <a:pt x="2021579" y="656718"/>
                  </a:lnTo>
                  <a:lnTo>
                    <a:pt x="2021579" y="654381"/>
                  </a:lnTo>
                  <a:lnTo>
                    <a:pt x="2021579" y="652044"/>
                  </a:lnTo>
                  <a:lnTo>
                    <a:pt x="2021579" y="649707"/>
                  </a:lnTo>
                  <a:lnTo>
                    <a:pt x="2021579" y="647370"/>
                  </a:lnTo>
                  <a:lnTo>
                    <a:pt x="2021579" y="645033"/>
                  </a:lnTo>
                  <a:lnTo>
                    <a:pt x="2021579" y="642696"/>
                  </a:lnTo>
                  <a:lnTo>
                    <a:pt x="2021579" y="640358"/>
                  </a:lnTo>
                  <a:lnTo>
                    <a:pt x="2021579" y="638021"/>
                  </a:lnTo>
                  <a:lnTo>
                    <a:pt x="2021579" y="635684"/>
                  </a:lnTo>
                  <a:lnTo>
                    <a:pt x="2021579" y="633347"/>
                  </a:lnTo>
                  <a:lnTo>
                    <a:pt x="2084753" y="633347"/>
                  </a:lnTo>
                  <a:lnTo>
                    <a:pt x="2084753" y="631010"/>
                  </a:lnTo>
                  <a:lnTo>
                    <a:pt x="2084753" y="628673"/>
                  </a:lnTo>
                  <a:lnTo>
                    <a:pt x="2147928" y="628673"/>
                  </a:lnTo>
                  <a:lnTo>
                    <a:pt x="2147928" y="626336"/>
                  </a:lnTo>
                  <a:lnTo>
                    <a:pt x="2147928" y="623999"/>
                  </a:lnTo>
                  <a:lnTo>
                    <a:pt x="2147928" y="621662"/>
                  </a:lnTo>
                  <a:lnTo>
                    <a:pt x="2147928" y="619325"/>
                  </a:lnTo>
                  <a:lnTo>
                    <a:pt x="2147928" y="616988"/>
                  </a:lnTo>
                  <a:lnTo>
                    <a:pt x="2147928" y="614651"/>
                  </a:lnTo>
                  <a:lnTo>
                    <a:pt x="2147928" y="612314"/>
                  </a:lnTo>
                  <a:lnTo>
                    <a:pt x="2147928" y="609976"/>
                  </a:lnTo>
                  <a:lnTo>
                    <a:pt x="2147928" y="607639"/>
                  </a:lnTo>
                  <a:lnTo>
                    <a:pt x="2147928" y="605302"/>
                  </a:lnTo>
                  <a:lnTo>
                    <a:pt x="2211102" y="605302"/>
                  </a:lnTo>
                  <a:lnTo>
                    <a:pt x="2211102" y="602965"/>
                  </a:lnTo>
                  <a:lnTo>
                    <a:pt x="2211102" y="600628"/>
                  </a:lnTo>
                  <a:lnTo>
                    <a:pt x="2211102" y="598291"/>
                  </a:lnTo>
                  <a:lnTo>
                    <a:pt x="2211102" y="595954"/>
                  </a:lnTo>
                  <a:lnTo>
                    <a:pt x="2211102" y="593617"/>
                  </a:lnTo>
                  <a:lnTo>
                    <a:pt x="2211102" y="591280"/>
                  </a:lnTo>
                  <a:lnTo>
                    <a:pt x="2211102" y="588943"/>
                  </a:lnTo>
                  <a:lnTo>
                    <a:pt x="2211102" y="586606"/>
                  </a:lnTo>
                  <a:lnTo>
                    <a:pt x="2211102" y="584269"/>
                  </a:lnTo>
                  <a:lnTo>
                    <a:pt x="2211102" y="581932"/>
                  </a:lnTo>
                  <a:lnTo>
                    <a:pt x="2211102" y="579595"/>
                  </a:lnTo>
                  <a:lnTo>
                    <a:pt x="2211102" y="577257"/>
                  </a:lnTo>
                  <a:lnTo>
                    <a:pt x="2211102" y="574920"/>
                  </a:lnTo>
                  <a:lnTo>
                    <a:pt x="2211102" y="572583"/>
                  </a:lnTo>
                  <a:lnTo>
                    <a:pt x="2211102" y="570246"/>
                  </a:lnTo>
                  <a:lnTo>
                    <a:pt x="2211102" y="567909"/>
                  </a:lnTo>
                  <a:lnTo>
                    <a:pt x="2211102" y="565572"/>
                  </a:lnTo>
                  <a:lnTo>
                    <a:pt x="2211102" y="563235"/>
                  </a:lnTo>
                  <a:lnTo>
                    <a:pt x="2211102" y="560898"/>
                  </a:lnTo>
                  <a:lnTo>
                    <a:pt x="2211102" y="558561"/>
                  </a:lnTo>
                  <a:lnTo>
                    <a:pt x="2211102" y="556224"/>
                  </a:lnTo>
                  <a:lnTo>
                    <a:pt x="2211102" y="553887"/>
                  </a:lnTo>
                  <a:lnTo>
                    <a:pt x="2211102" y="551550"/>
                  </a:lnTo>
                  <a:lnTo>
                    <a:pt x="2211102" y="549213"/>
                  </a:lnTo>
                  <a:lnTo>
                    <a:pt x="2211102" y="546875"/>
                  </a:lnTo>
                  <a:lnTo>
                    <a:pt x="2211102" y="544538"/>
                  </a:lnTo>
                  <a:lnTo>
                    <a:pt x="2211102" y="542201"/>
                  </a:lnTo>
                  <a:lnTo>
                    <a:pt x="2211102" y="539864"/>
                  </a:lnTo>
                  <a:lnTo>
                    <a:pt x="2274276" y="539864"/>
                  </a:lnTo>
                  <a:lnTo>
                    <a:pt x="2274276" y="537527"/>
                  </a:lnTo>
                  <a:lnTo>
                    <a:pt x="2274276" y="535190"/>
                  </a:lnTo>
                  <a:lnTo>
                    <a:pt x="2274276" y="532853"/>
                  </a:lnTo>
                  <a:lnTo>
                    <a:pt x="2274276" y="530516"/>
                  </a:lnTo>
                  <a:lnTo>
                    <a:pt x="2274276" y="528179"/>
                  </a:lnTo>
                  <a:lnTo>
                    <a:pt x="2274276" y="525842"/>
                  </a:lnTo>
                  <a:lnTo>
                    <a:pt x="2274276" y="523505"/>
                  </a:lnTo>
                  <a:lnTo>
                    <a:pt x="2274276" y="521168"/>
                  </a:lnTo>
                  <a:lnTo>
                    <a:pt x="2274276" y="518831"/>
                  </a:lnTo>
                  <a:lnTo>
                    <a:pt x="2274276" y="516493"/>
                  </a:lnTo>
                  <a:lnTo>
                    <a:pt x="2337451" y="516493"/>
                  </a:lnTo>
                  <a:lnTo>
                    <a:pt x="2400625" y="516493"/>
                  </a:lnTo>
                  <a:lnTo>
                    <a:pt x="2400625" y="514156"/>
                  </a:lnTo>
                  <a:lnTo>
                    <a:pt x="2400625" y="511819"/>
                  </a:lnTo>
                  <a:lnTo>
                    <a:pt x="2400625" y="509482"/>
                  </a:lnTo>
                  <a:lnTo>
                    <a:pt x="2400625" y="507145"/>
                  </a:lnTo>
                  <a:lnTo>
                    <a:pt x="2400625" y="504808"/>
                  </a:lnTo>
                  <a:lnTo>
                    <a:pt x="2400625" y="502471"/>
                  </a:lnTo>
                  <a:lnTo>
                    <a:pt x="2400625" y="500134"/>
                  </a:lnTo>
                  <a:lnTo>
                    <a:pt x="2400625" y="497797"/>
                  </a:lnTo>
                  <a:lnTo>
                    <a:pt x="2400625" y="495460"/>
                  </a:lnTo>
                  <a:lnTo>
                    <a:pt x="2400625" y="493123"/>
                  </a:lnTo>
                  <a:lnTo>
                    <a:pt x="2400625" y="490786"/>
                  </a:lnTo>
                  <a:lnTo>
                    <a:pt x="2400625" y="488449"/>
                  </a:lnTo>
                  <a:lnTo>
                    <a:pt x="2463799" y="488449"/>
                  </a:lnTo>
                  <a:lnTo>
                    <a:pt x="2463799" y="486111"/>
                  </a:lnTo>
                  <a:lnTo>
                    <a:pt x="2463799" y="483774"/>
                  </a:lnTo>
                  <a:lnTo>
                    <a:pt x="2463799" y="481437"/>
                  </a:lnTo>
                  <a:lnTo>
                    <a:pt x="2463799" y="479100"/>
                  </a:lnTo>
                  <a:lnTo>
                    <a:pt x="2463799" y="476763"/>
                  </a:lnTo>
                  <a:lnTo>
                    <a:pt x="2463799" y="474426"/>
                  </a:lnTo>
                  <a:lnTo>
                    <a:pt x="2526974" y="474426"/>
                  </a:lnTo>
                  <a:lnTo>
                    <a:pt x="2526974" y="472089"/>
                  </a:lnTo>
                  <a:lnTo>
                    <a:pt x="2526974" y="469752"/>
                  </a:lnTo>
                  <a:lnTo>
                    <a:pt x="2526974" y="467415"/>
                  </a:lnTo>
                  <a:lnTo>
                    <a:pt x="2526974" y="465078"/>
                  </a:lnTo>
                  <a:lnTo>
                    <a:pt x="2526974" y="462741"/>
                  </a:lnTo>
                  <a:lnTo>
                    <a:pt x="2526974" y="460404"/>
                  </a:lnTo>
                  <a:lnTo>
                    <a:pt x="2526974" y="458067"/>
                  </a:lnTo>
                  <a:lnTo>
                    <a:pt x="2526974" y="455729"/>
                  </a:lnTo>
                  <a:lnTo>
                    <a:pt x="2526974" y="453392"/>
                  </a:lnTo>
                  <a:lnTo>
                    <a:pt x="2526974" y="451055"/>
                  </a:lnTo>
                  <a:lnTo>
                    <a:pt x="2526974" y="448718"/>
                  </a:lnTo>
                  <a:lnTo>
                    <a:pt x="2526974" y="446381"/>
                  </a:lnTo>
                  <a:lnTo>
                    <a:pt x="2526974" y="444044"/>
                  </a:lnTo>
                  <a:lnTo>
                    <a:pt x="2526974" y="441707"/>
                  </a:lnTo>
                  <a:lnTo>
                    <a:pt x="2590148" y="441707"/>
                  </a:lnTo>
                  <a:lnTo>
                    <a:pt x="2590148" y="439370"/>
                  </a:lnTo>
                  <a:lnTo>
                    <a:pt x="2590148" y="437033"/>
                  </a:lnTo>
                  <a:lnTo>
                    <a:pt x="2590148" y="434696"/>
                  </a:lnTo>
                  <a:lnTo>
                    <a:pt x="2590148" y="432359"/>
                  </a:lnTo>
                  <a:lnTo>
                    <a:pt x="2590148" y="430022"/>
                  </a:lnTo>
                  <a:lnTo>
                    <a:pt x="2590148" y="427685"/>
                  </a:lnTo>
                  <a:lnTo>
                    <a:pt x="2590148" y="425347"/>
                  </a:lnTo>
                  <a:lnTo>
                    <a:pt x="2590148" y="423010"/>
                  </a:lnTo>
                  <a:lnTo>
                    <a:pt x="2590148" y="420673"/>
                  </a:lnTo>
                  <a:lnTo>
                    <a:pt x="2590148" y="418336"/>
                  </a:lnTo>
                  <a:lnTo>
                    <a:pt x="2590148" y="415999"/>
                  </a:lnTo>
                  <a:lnTo>
                    <a:pt x="2653323" y="415999"/>
                  </a:lnTo>
                  <a:lnTo>
                    <a:pt x="2653323" y="413662"/>
                  </a:lnTo>
                  <a:lnTo>
                    <a:pt x="2653323" y="411325"/>
                  </a:lnTo>
                  <a:lnTo>
                    <a:pt x="2653323" y="408988"/>
                  </a:lnTo>
                  <a:lnTo>
                    <a:pt x="2653323" y="406651"/>
                  </a:lnTo>
                  <a:lnTo>
                    <a:pt x="2653323" y="404314"/>
                  </a:lnTo>
                  <a:lnTo>
                    <a:pt x="2653323" y="401977"/>
                  </a:lnTo>
                  <a:lnTo>
                    <a:pt x="2653323" y="399640"/>
                  </a:lnTo>
                  <a:lnTo>
                    <a:pt x="2653323" y="397303"/>
                  </a:lnTo>
                  <a:lnTo>
                    <a:pt x="2653323" y="394965"/>
                  </a:lnTo>
                  <a:lnTo>
                    <a:pt x="2653323" y="392628"/>
                  </a:lnTo>
                  <a:lnTo>
                    <a:pt x="2653323" y="390291"/>
                  </a:lnTo>
                  <a:lnTo>
                    <a:pt x="2653323" y="387954"/>
                  </a:lnTo>
                  <a:lnTo>
                    <a:pt x="2653323" y="385617"/>
                  </a:lnTo>
                  <a:lnTo>
                    <a:pt x="2653323" y="383280"/>
                  </a:lnTo>
                  <a:lnTo>
                    <a:pt x="2653323" y="380943"/>
                  </a:lnTo>
                  <a:lnTo>
                    <a:pt x="2716497" y="380943"/>
                  </a:lnTo>
                  <a:lnTo>
                    <a:pt x="2716497" y="378606"/>
                  </a:lnTo>
                  <a:lnTo>
                    <a:pt x="2779671" y="378606"/>
                  </a:lnTo>
                  <a:lnTo>
                    <a:pt x="2779671" y="376269"/>
                  </a:lnTo>
                  <a:lnTo>
                    <a:pt x="2779671" y="373932"/>
                  </a:lnTo>
                  <a:lnTo>
                    <a:pt x="2779671" y="371595"/>
                  </a:lnTo>
                  <a:lnTo>
                    <a:pt x="2779671" y="369258"/>
                  </a:lnTo>
                  <a:lnTo>
                    <a:pt x="2779671" y="366921"/>
                  </a:lnTo>
                  <a:lnTo>
                    <a:pt x="2779671" y="364583"/>
                  </a:lnTo>
                  <a:lnTo>
                    <a:pt x="2779671" y="362246"/>
                  </a:lnTo>
                  <a:lnTo>
                    <a:pt x="2779671" y="359909"/>
                  </a:lnTo>
                  <a:lnTo>
                    <a:pt x="2779671" y="357572"/>
                  </a:lnTo>
                  <a:lnTo>
                    <a:pt x="2779671" y="355235"/>
                  </a:lnTo>
                  <a:lnTo>
                    <a:pt x="2779671" y="352898"/>
                  </a:lnTo>
                  <a:lnTo>
                    <a:pt x="2779671" y="350561"/>
                  </a:lnTo>
                  <a:lnTo>
                    <a:pt x="2842846" y="350561"/>
                  </a:lnTo>
                  <a:lnTo>
                    <a:pt x="2842846" y="348224"/>
                  </a:lnTo>
                  <a:lnTo>
                    <a:pt x="2842846" y="345887"/>
                  </a:lnTo>
                  <a:lnTo>
                    <a:pt x="2842846" y="343550"/>
                  </a:lnTo>
                  <a:lnTo>
                    <a:pt x="2906020" y="343550"/>
                  </a:lnTo>
                  <a:lnTo>
                    <a:pt x="2906020" y="341213"/>
                  </a:lnTo>
                  <a:lnTo>
                    <a:pt x="2906020" y="338876"/>
                  </a:lnTo>
                  <a:lnTo>
                    <a:pt x="2906020" y="336539"/>
                  </a:lnTo>
                  <a:lnTo>
                    <a:pt x="2906020" y="334201"/>
                  </a:lnTo>
                  <a:lnTo>
                    <a:pt x="2906020" y="331864"/>
                  </a:lnTo>
                  <a:lnTo>
                    <a:pt x="2906020" y="329527"/>
                  </a:lnTo>
                  <a:lnTo>
                    <a:pt x="2906020" y="327190"/>
                  </a:lnTo>
                  <a:lnTo>
                    <a:pt x="2906020" y="324853"/>
                  </a:lnTo>
                  <a:lnTo>
                    <a:pt x="2906020" y="322516"/>
                  </a:lnTo>
                  <a:lnTo>
                    <a:pt x="2906020" y="320179"/>
                  </a:lnTo>
                  <a:lnTo>
                    <a:pt x="2906020" y="317842"/>
                  </a:lnTo>
                  <a:lnTo>
                    <a:pt x="2969194" y="317842"/>
                  </a:lnTo>
                  <a:lnTo>
                    <a:pt x="2969194" y="315505"/>
                  </a:lnTo>
                  <a:lnTo>
                    <a:pt x="2969194" y="313168"/>
                  </a:lnTo>
                  <a:lnTo>
                    <a:pt x="2969194" y="310831"/>
                  </a:lnTo>
                  <a:lnTo>
                    <a:pt x="2969194" y="308494"/>
                  </a:lnTo>
                  <a:lnTo>
                    <a:pt x="2969194" y="306157"/>
                  </a:lnTo>
                  <a:lnTo>
                    <a:pt x="2969194" y="303819"/>
                  </a:lnTo>
                  <a:lnTo>
                    <a:pt x="2969194" y="301482"/>
                  </a:lnTo>
                  <a:lnTo>
                    <a:pt x="2969194" y="299145"/>
                  </a:lnTo>
                  <a:lnTo>
                    <a:pt x="3032369" y="299145"/>
                  </a:lnTo>
                  <a:lnTo>
                    <a:pt x="3032369" y="296808"/>
                  </a:lnTo>
                  <a:lnTo>
                    <a:pt x="3032369" y="294471"/>
                  </a:lnTo>
                  <a:lnTo>
                    <a:pt x="3095543" y="294471"/>
                  </a:lnTo>
                  <a:lnTo>
                    <a:pt x="3095543" y="292134"/>
                  </a:lnTo>
                  <a:lnTo>
                    <a:pt x="3158717" y="292134"/>
                  </a:lnTo>
                  <a:lnTo>
                    <a:pt x="3158717" y="289797"/>
                  </a:lnTo>
                  <a:lnTo>
                    <a:pt x="3158717" y="287460"/>
                  </a:lnTo>
                  <a:lnTo>
                    <a:pt x="3158717" y="285123"/>
                  </a:lnTo>
                  <a:lnTo>
                    <a:pt x="3158717" y="282786"/>
                  </a:lnTo>
                  <a:lnTo>
                    <a:pt x="3158717" y="280449"/>
                  </a:lnTo>
                  <a:lnTo>
                    <a:pt x="3158717" y="278112"/>
                  </a:lnTo>
                  <a:lnTo>
                    <a:pt x="3158717" y="275775"/>
                  </a:lnTo>
                  <a:lnTo>
                    <a:pt x="3158717" y="273437"/>
                  </a:lnTo>
                  <a:lnTo>
                    <a:pt x="3158717" y="271100"/>
                  </a:lnTo>
                  <a:lnTo>
                    <a:pt x="3221892" y="271100"/>
                  </a:lnTo>
                  <a:lnTo>
                    <a:pt x="3221892" y="268763"/>
                  </a:lnTo>
                  <a:lnTo>
                    <a:pt x="3221892" y="266426"/>
                  </a:lnTo>
                  <a:lnTo>
                    <a:pt x="3221892" y="264089"/>
                  </a:lnTo>
                  <a:lnTo>
                    <a:pt x="3221892" y="261752"/>
                  </a:lnTo>
                  <a:lnTo>
                    <a:pt x="3285066" y="261752"/>
                  </a:lnTo>
                  <a:lnTo>
                    <a:pt x="3285066" y="259415"/>
                  </a:lnTo>
                  <a:lnTo>
                    <a:pt x="3285066" y="257078"/>
                  </a:lnTo>
                  <a:lnTo>
                    <a:pt x="3285066" y="254741"/>
                  </a:lnTo>
                  <a:lnTo>
                    <a:pt x="3285066" y="252404"/>
                  </a:lnTo>
                  <a:lnTo>
                    <a:pt x="3348241" y="252404"/>
                  </a:lnTo>
                  <a:lnTo>
                    <a:pt x="3348241" y="250067"/>
                  </a:lnTo>
                  <a:lnTo>
                    <a:pt x="3348241" y="247730"/>
                  </a:lnTo>
                  <a:lnTo>
                    <a:pt x="3348241" y="245393"/>
                  </a:lnTo>
                  <a:lnTo>
                    <a:pt x="3348241" y="243055"/>
                  </a:lnTo>
                  <a:lnTo>
                    <a:pt x="3348241" y="240718"/>
                  </a:lnTo>
                  <a:lnTo>
                    <a:pt x="3348241" y="238381"/>
                  </a:lnTo>
                  <a:lnTo>
                    <a:pt x="3348241" y="236044"/>
                  </a:lnTo>
                  <a:lnTo>
                    <a:pt x="3348241" y="233707"/>
                  </a:lnTo>
                  <a:lnTo>
                    <a:pt x="3348241" y="231370"/>
                  </a:lnTo>
                  <a:lnTo>
                    <a:pt x="3348241" y="229033"/>
                  </a:lnTo>
                  <a:lnTo>
                    <a:pt x="3348241" y="226696"/>
                  </a:lnTo>
                  <a:lnTo>
                    <a:pt x="3348241" y="224359"/>
                  </a:lnTo>
                  <a:lnTo>
                    <a:pt x="3348241" y="222022"/>
                  </a:lnTo>
                  <a:lnTo>
                    <a:pt x="3348241" y="219685"/>
                  </a:lnTo>
                  <a:lnTo>
                    <a:pt x="3348241" y="217348"/>
                  </a:lnTo>
                  <a:lnTo>
                    <a:pt x="3348241" y="215011"/>
                  </a:lnTo>
                  <a:lnTo>
                    <a:pt x="3348241" y="212673"/>
                  </a:lnTo>
                  <a:lnTo>
                    <a:pt x="3348241" y="210336"/>
                  </a:lnTo>
                  <a:lnTo>
                    <a:pt x="3348241" y="207999"/>
                  </a:lnTo>
                  <a:lnTo>
                    <a:pt x="3348241" y="205662"/>
                  </a:lnTo>
                  <a:lnTo>
                    <a:pt x="3348241" y="203325"/>
                  </a:lnTo>
                  <a:lnTo>
                    <a:pt x="3348241" y="200988"/>
                  </a:lnTo>
                  <a:lnTo>
                    <a:pt x="3411415" y="200988"/>
                  </a:lnTo>
                  <a:lnTo>
                    <a:pt x="3411415" y="198651"/>
                  </a:lnTo>
                  <a:lnTo>
                    <a:pt x="3411415" y="196314"/>
                  </a:lnTo>
                  <a:lnTo>
                    <a:pt x="3411415" y="193977"/>
                  </a:lnTo>
                  <a:lnTo>
                    <a:pt x="3411415" y="191640"/>
                  </a:lnTo>
                  <a:lnTo>
                    <a:pt x="3474589" y="191640"/>
                  </a:lnTo>
                  <a:lnTo>
                    <a:pt x="3474589" y="189303"/>
                  </a:lnTo>
                  <a:lnTo>
                    <a:pt x="3474589" y="186966"/>
                  </a:lnTo>
                  <a:lnTo>
                    <a:pt x="3474589" y="184629"/>
                  </a:lnTo>
                  <a:lnTo>
                    <a:pt x="3474589" y="182291"/>
                  </a:lnTo>
                  <a:lnTo>
                    <a:pt x="3474589" y="179954"/>
                  </a:lnTo>
                  <a:lnTo>
                    <a:pt x="3537764" y="179954"/>
                  </a:lnTo>
                  <a:lnTo>
                    <a:pt x="3537764" y="177617"/>
                  </a:lnTo>
                  <a:lnTo>
                    <a:pt x="3537764" y="175280"/>
                  </a:lnTo>
                  <a:lnTo>
                    <a:pt x="3537764" y="172943"/>
                  </a:lnTo>
                  <a:lnTo>
                    <a:pt x="3537764" y="170606"/>
                  </a:lnTo>
                  <a:lnTo>
                    <a:pt x="3537764" y="168269"/>
                  </a:lnTo>
                  <a:lnTo>
                    <a:pt x="3537764" y="165932"/>
                  </a:lnTo>
                  <a:lnTo>
                    <a:pt x="3537764" y="163595"/>
                  </a:lnTo>
                  <a:lnTo>
                    <a:pt x="3537764" y="161258"/>
                  </a:lnTo>
                  <a:lnTo>
                    <a:pt x="3600938" y="161258"/>
                  </a:lnTo>
                  <a:lnTo>
                    <a:pt x="3600938" y="158921"/>
                  </a:lnTo>
                  <a:lnTo>
                    <a:pt x="3600938" y="156584"/>
                  </a:lnTo>
                  <a:lnTo>
                    <a:pt x="3600938" y="154247"/>
                  </a:lnTo>
                  <a:lnTo>
                    <a:pt x="3600938" y="151909"/>
                  </a:lnTo>
                  <a:lnTo>
                    <a:pt x="3600938" y="149572"/>
                  </a:lnTo>
                  <a:lnTo>
                    <a:pt x="3600938" y="147235"/>
                  </a:lnTo>
                  <a:lnTo>
                    <a:pt x="3600938" y="144898"/>
                  </a:lnTo>
                  <a:lnTo>
                    <a:pt x="3600938" y="142561"/>
                  </a:lnTo>
                  <a:lnTo>
                    <a:pt x="3664112" y="142561"/>
                  </a:lnTo>
                  <a:lnTo>
                    <a:pt x="3664112" y="140224"/>
                  </a:lnTo>
                  <a:lnTo>
                    <a:pt x="3664112" y="137887"/>
                  </a:lnTo>
                  <a:lnTo>
                    <a:pt x="3664112" y="135550"/>
                  </a:lnTo>
                  <a:lnTo>
                    <a:pt x="3664112" y="133213"/>
                  </a:lnTo>
                  <a:lnTo>
                    <a:pt x="3664112" y="130876"/>
                  </a:lnTo>
                  <a:lnTo>
                    <a:pt x="3664112" y="128539"/>
                  </a:lnTo>
                  <a:lnTo>
                    <a:pt x="3664112" y="126202"/>
                  </a:lnTo>
                  <a:lnTo>
                    <a:pt x="3664112" y="123865"/>
                  </a:lnTo>
                  <a:lnTo>
                    <a:pt x="3664112" y="121527"/>
                  </a:lnTo>
                  <a:lnTo>
                    <a:pt x="3664112" y="119190"/>
                  </a:lnTo>
                  <a:lnTo>
                    <a:pt x="3664112" y="116853"/>
                  </a:lnTo>
                  <a:lnTo>
                    <a:pt x="3664112" y="114516"/>
                  </a:lnTo>
                  <a:lnTo>
                    <a:pt x="3664112" y="112179"/>
                  </a:lnTo>
                  <a:lnTo>
                    <a:pt x="3664112" y="109842"/>
                  </a:lnTo>
                  <a:lnTo>
                    <a:pt x="3664112" y="107505"/>
                  </a:lnTo>
                  <a:lnTo>
                    <a:pt x="3664112" y="105168"/>
                  </a:lnTo>
                  <a:lnTo>
                    <a:pt x="3664112" y="102831"/>
                  </a:lnTo>
                  <a:lnTo>
                    <a:pt x="3664112" y="100494"/>
                  </a:lnTo>
                  <a:lnTo>
                    <a:pt x="3664112" y="98157"/>
                  </a:lnTo>
                  <a:lnTo>
                    <a:pt x="3664112" y="95820"/>
                  </a:lnTo>
                  <a:lnTo>
                    <a:pt x="3664112" y="93483"/>
                  </a:lnTo>
                  <a:lnTo>
                    <a:pt x="3727287" y="93483"/>
                  </a:lnTo>
                  <a:lnTo>
                    <a:pt x="3727287" y="91145"/>
                  </a:lnTo>
                  <a:lnTo>
                    <a:pt x="3727287" y="88808"/>
                  </a:lnTo>
                  <a:lnTo>
                    <a:pt x="3790461" y="88808"/>
                  </a:lnTo>
                  <a:lnTo>
                    <a:pt x="3790461" y="86471"/>
                  </a:lnTo>
                  <a:lnTo>
                    <a:pt x="3790461" y="84134"/>
                  </a:lnTo>
                  <a:lnTo>
                    <a:pt x="3790461" y="81797"/>
                  </a:lnTo>
                  <a:lnTo>
                    <a:pt x="3790461" y="79460"/>
                  </a:lnTo>
                  <a:lnTo>
                    <a:pt x="3790461" y="77123"/>
                  </a:lnTo>
                  <a:lnTo>
                    <a:pt x="3853635" y="77123"/>
                  </a:lnTo>
                  <a:lnTo>
                    <a:pt x="3916810" y="77123"/>
                  </a:lnTo>
                  <a:lnTo>
                    <a:pt x="3916810" y="74786"/>
                  </a:lnTo>
                  <a:lnTo>
                    <a:pt x="3979984" y="74786"/>
                  </a:lnTo>
                  <a:lnTo>
                    <a:pt x="3979984" y="72449"/>
                  </a:lnTo>
                  <a:lnTo>
                    <a:pt x="3979984" y="70112"/>
                  </a:lnTo>
                  <a:lnTo>
                    <a:pt x="4043158" y="70112"/>
                  </a:lnTo>
                  <a:lnTo>
                    <a:pt x="4043158" y="67775"/>
                  </a:lnTo>
                  <a:lnTo>
                    <a:pt x="4043158" y="65438"/>
                  </a:lnTo>
                  <a:lnTo>
                    <a:pt x="4106333" y="65438"/>
                  </a:lnTo>
                  <a:lnTo>
                    <a:pt x="4106333" y="63101"/>
                  </a:lnTo>
                  <a:lnTo>
                    <a:pt x="4169507" y="63101"/>
                  </a:lnTo>
                  <a:lnTo>
                    <a:pt x="4169507" y="60763"/>
                  </a:lnTo>
                  <a:lnTo>
                    <a:pt x="4169507" y="58426"/>
                  </a:lnTo>
                  <a:lnTo>
                    <a:pt x="4232682" y="58426"/>
                  </a:lnTo>
                  <a:lnTo>
                    <a:pt x="4295856" y="58426"/>
                  </a:lnTo>
                  <a:lnTo>
                    <a:pt x="4295856" y="56089"/>
                  </a:lnTo>
                  <a:lnTo>
                    <a:pt x="4359030" y="56089"/>
                  </a:lnTo>
                  <a:lnTo>
                    <a:pt x="4422205" y="56089"/>
                  </a:lnTo>
                  <a:lnTo>
                    <a:pt x="4485379" y="56089"/>
                  </a:lnTo>
                  <a:lnTo>
                    <a:pt x="4548553" y="56089"/>
                  </a:lnTo>
                  <a:lnTo>
                    <a:pt x="4548553" y="53752"/>
                  </a:lnTo>
                  <a:lnTo>
                    <a:pt x="4548553" y="51415"/>
                  </a:lnTo>
                  <a:lnTo>
                    <a:pt x="4611728" y="51415"/>
                  </a:lnTo>
                  <a:lnTo>
                    <a:pt x="4674902" y="51415"/>
                  </a:lnTo>
                  <a:lnTo>
                    <a:pt x="4674902" y="49078"/>
                  </a:lnTo>
                  <a:lnTo>
                    <a:pt x="4674902" y="46741"/>
                  </a:lnTo>
                  <a:lnTo>
                    <a:pt x="4674902" y="44404"/>
                  </a:lnTo>
                  <a:lnTo>
                    <a:pt x="4674902" y="42067"/>
                  </a:lnTo>
                  <a:lnTo>
                    <a:pt x="4738076" y="42067"/>
                  </a:lnTo>
                  <a:lnTo>
                    <a:pt x="4801251" y="42067"/>
                  </a:lnTo>
                  <a:lnTo>
                    <a:pt x="4801251" y="39730"/>
                  </a:lnTo>
                  <a:lnTo>
                    <a:pt x="4864425" y="39730"/>
                  </a:lnTo>
                  <a:lnTo>
                    <a:pt x="4864425" y="37393"/>
                  </a:lnTo>
                  <a:lnTo>
                    <a:pt x="4927600" y="37393"/>
                  </a:lnTo>
                  <a:lnTo>
                    <a:pt x="4990774" y="37393"/>
                  </a:lnTo>
                  <a:lnTo>
                    <a:pt x="4990774" y="35056"/>
                  </a:lnTo>
                  <a:lnTo>
                    <a:pt x="4990774" y="32719"/>
                  </a:lnTo>
                  <a:lnTo>
                    <a:pt x="5053948" y="32719"/>
                  </a:lnTo>
                  <a:lnTo>
                    <a:pt x="5053948" y="30381"/>
                  </a:lnTo>
                  <a:lnTo>
                    <a:pt x="5117123" y="30381"/>
                  </a:lnTo>
                  <a:lnTo>
                    <a:pt x="5117123" y="28044"/>
                  </a:lnTo>
                  <a:lnTo>
                    <a:pt x="5117123" y="25707"/>
                  </a:lnTo>
                  <a:lnTo>
                    <a:pt x="5117123" y="23370"/>
                  </a:lnTo>
                  <a:lnTo>
                    <a:pt x="5180297" y="23370"/>
                  </a:lnTo>
                  <a:lnTo>
                    <a:pt x="5180297" y="21033"/>
                  </a:lnTo>
                  <a:lnTo>
                    <a:pt x="5243471" y="21033"/>
                  </a:lnTo>
                  <a:lnTo>
                    <a:pt x="5243471" y="18696"/>
                  </a:lnTo>
                  <a:lnTo>
                    <a:pt x="5243471" y="16359"/>
                  </a:lnTo>
                  <a:lnTo>
                    <a:pt x="5306646" y="16359"/>
                  </a:lnTo>
                  <a:lnTo>
                    <a:pt x="5306646" y="14022"/>
                  </a:lnTo>
                  <a:lnTo>
                    <a:pt x="5369820" y="14022"/>
                  </a:lnTo>
                  <a:lnTo>
                    <a:pt x="5432994" y="14022"/>
                  </a:lnTo>
                  <a:lnTo>
                    <a:pt x="5432994" y="11685"/>
                  </a:lnTo>
                  <a:lnTo>
                    <a:pt x="5496169" y="11685"/>
                  </a:lnTo>
                  <a:lnTo>
                    <a:pt x="5496169" y="9348"/>
                  </a:lnTo>
                  <a:lnTo>
                    <a:pt x="5559343" y="9348"/>
                  </a:lnTo>
                  <a:lnTo>
                    <a:pt x="5622517" y="9348"/>
                  </a:lnTo>
                  <a:lnTo>
                    <a:pt x="5622517" y="7011"/>
                  </a:lnTo>
                  <a:lnTo>
                    <a:pt x="5685692" y="7011"/>
                  </a:lnTo>
                  <a:lnTo>
                    <a:pt x="5748866" y="7011"/>
                  </a:lnTo>
                  <a:lnTo>
                    <a:pt x="5748866" y="4674"/>
                  </a:lnTo>
                  <a:lnTo>
                    <a:pt x="5812041" y="4674"/>
                  </a:lnTo>
                  <a:lnTo>
                    <a:pt x="5875215" y="4674"/>
                  </a:lnTo>
                  <a:lnTo>
                    <a:pt x="5938389" y="4674"/>
                  </a:lnTo>
                  <a:lnTo>
                    <a:pt x="6001564" y="4674"/>
                  </a:lnTo>
                  <a:lnTo>
                    <a:pt x="6001564" y="2337"/>
                  </a:lnTo>
                  <a:lnTo>
                    <a:pt x="6001564" y="0"/>
                  </a:lnTo>
                  <a:lnTo>
                    <a:pt x="6064738" y="0"/>
                  </a:lnTo>
                  <a:lnTo>
                    <a:pt x="6127912" y="0"/>
                  </a:lnTo>
                  <a:lnTo>
                    <a:pt x="6191087" y="0"/>
                  </a:lnTo>
                  <a:lnTo>
                    <a:pt x="6254261" y="0"/>
                  </a:lnTo>
                  <a:lnTo>
                    <a:pt x="6317435" y="0"/>
                  </a:lnTo>
                  <a:lnTo>
                    <a:pt x="6380610" y="0"/>
                  </a:lnTo>
                  <a:lnTo>
                    <a:pt x="6443784" y="0"/>
                  </a:lnTo>
                  <a:lnTo>
                    <a:pt x="6506958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66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386822" y="2350008"/>
              <a:ext cx="6909013" cy="2843466"/>
            </a:xfrm>
            <a:custGeom>
              <a:avLst/>
              <a:pathLst>
                <a:path w="6909013" h="2843466">
                  <a:moveTo>
                    <a:pt x="0" y="2843466"/>
                  </a:moveTo>
                  <a:lnTo>
                    <a:pt x="690901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2026-03-09T10:14:11Z</dcterms:modified>
  <cp:category/>
</cp:coreProperties>
</file>