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4263" y="1965652"/>
              <a:ext cx="6704882" cy="3207801"/>
            </a:xfrm>
            <a:custGeom>
              <a:avLst/>
              <a:pathLst>
                <a:path w="6704882" h="3207801">
                  <a:moveTo>
                    <a:pt x="0" y="14636"/>
                  </a:moveTo>
                  <a:lnTo>
                    <a:pt x="609534" y="0"/>
                  </a:lnTo>
                  <a:lnTo>
                    <a:pt x="1219069" y="374117"/>
                  </a:lnTo>
                  <a:lnTo>
                    <a:pt x="1828604" y="1026356"/>
                  </a:lnTo>
                  <a:lnTo>
                    <a:pt x="2438138" y="1793917"/>
                  </a:lnTo>
                  <a:lnTo>
                    <a:pt x="3047673" y="2287545"/>
                  </a:lnTo>
                  <a:lnTo>
                    <a:pt x="3657208" y="2611759"/>
                  </a:lnTo>
                  <a:lnTo>
                    <a:pt x="4266743" y="2780082"/>
                  </a:lnTo>
                  <a:lnTo>
                    <a:pt x="4876277" y="2890021"/>
                  </a:lnTo>
                  <a:lnTo>
                    <a:pt x="5485812" y="2996162"/>
                  </a:lnTo>
                  <a:lnTo>
                    <a:pt x="6095347" y="3106028"/>
                  </a:lnTo>
                  <a:lnTo>
                    <a:pt x="6704882" y="3207801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4263" y="1659276"/>
              <a:ext cx="6704882" cy="3385043"/>
            </a:xfrm>
            <a:custGeom>
              <a:avLst/>
              <a:pathLst>
                <a:path w="6704882" h="3385043">
                  <a:moveTo>
                    <a:pt x="0" y="0"/>
                  </a:moveTo>
                  <a:lnTo>
                    <a:pt x="609534" y="140815"/>
                  </a:lnTo>
                  <a:lnTo>
                    <a:pt x="1219069" y="363777"/>
                  </a:lnTo>
                  <a:lnTo>
                    <a:pt x="1828604" y="1014323"/>
                  </a:lnTo>
                  <a:lnTo>
                    <a:pt x="2438138" y="1757515"/>
                  </a:lnTo>
                  <a:lnTo>
                    <a:pt x="3047673" y="2293772"/>
                  </a:lnTo>
                  <a:lnTo>
                    <a:pt x="3657208" y="2596601"/>
                  </a:lnTo>
                  <a:lnTo>
                    <a:pt x="4266743" y="2808800"/>
                  </a:lnTo>
                  <a:lnTo>
                    <a:pt x="4876277" y="2960939"/>
                  </a:lnTo>
                  <a:lnTo>
                    <a:pt x="5485812" y="3081452"/>
                  </a:lnTo>
                  <a:lnTo>
                    <a:pt x="6095347" y="3211919"/>
                  </a:lnTo>
                  <a:lnTo>
                    <a:pt x="6704882" y="3385043"/>
                  </a:lnTo>
                </a:path>
              </a:pathLst>
            </a:custGeom>
            <a:ln w="13550" cap="flat">
              <a:solidFill>
                <a:srgbClr val="D3C6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4263" y="1532611"/>
              <a:ext cx="6704882" cy="3339446"/>
            </a:xfrm>
            <a:custGeom>
              <a:avLst/>
              <a:pathLst>
                <a:path w="6704882" h="3339446">
                  <a:moveTo>
                    <a:pt x="0" y="0"/>
                  </a:moveTo>
                  <a:lnTo>
                    <a:pt x="609534" y="27209"/>
                  </a:lnTo>
                  <a:lnTo>
                    <a:pt x="1219069" y="368152"/>
                  </a:lnTo>
                  <a:lnTo>
                    <a:pt x="1828604" y="930508"/>
                  </a:lnTo>
                  <a:lnTo>
                    <a:pt x="2438138" y="1674868"/>
                  </a:lnTo>
                  <a:lnTo>
                    <a:pt x="3047673" y="2236423"/>
                  </a:lnTo>
                  <a:lnTo>
                    <a:pt x="3657208" y="2533634"/>
                  </a:lnTo>
                  <a:lnTo>
                    <a:pt x="4266743" y="2704610"/>
                  </a:lnTo>
                  <a:lnTo>
                    <a:pt x="4876277" y="2872691"/>
                  </a:lnTo>
                  <a:lnTo>
                    <a:pt x="5485812" y="2991209"/>
                  </a:lnTo>
                  <a:lnTo>
                    <a:pt x="6095347" y="3128882"/>
                  </a:lnTo>
                  <a:lnTo>
                    <a:pt x="6704882" y="3339446"/>
                  </a:lnTo>
                </a:path>
              </a:pathLst>
            </a:custGeom>
            <a:ln w="13550" cap="flat">
              <a:solidFill>
                <a:srgbClr val="E9CE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4263" y="1508339"/>
              <a:ext cx="6704882" cy="3051220"/>
            </a:xfrm>
            <a:custGeom>
              <a:avLst/>
              <a:pathLst>
                <a:path w="6704882" h="3051220">
                  <a:moveTo>
                    <a:pt x="0" y="93881"/>
                  </a:moveTo>
                  <a:lnTo>
                    <a:pt x="609534" y="0"/>
                  </a:lnTo>
                  <a:lnTo>
                    <a:pt x="1219069" y="207864"/>
                  </a:lnTo>
                  <a:lnTo>
                    <a:pt x="1828604" y="896583"/>
                  </a:lnTo>
                  <a:lnTo>
                    <a:pt x="2438138" y="1558144"/>
                  </a:lnTo>
                  <a:lnTo>
                    <a:pt x="3047673" y="2164109"/>
                  </a:lnTo>
                  <a:lnTo>
                    <a:pt x="3657208" y="2444594"/>
                  </a:lnTo>
                  <a:lnTo>
                    <a:pt x="4266743" y="2562081"/>
                  </a:lnTo>
                  <a:lnTo>
                    <a:pt x="4876277" y="2746313"/>
                  </a:lnTo>
                  <a:lnTo>
                    <a:pt x="5485812" y="2790771"/>
                  </a:lnTo>
                  <a:lnTo>
                    <a:pt x="6095347" y="2902112"/>
                  </a:lnTo>
                  <a:lnTo>
                    <a:pt x="6704882" y="3051220"/>
                  </a:lnTo>
                </a:path>
              </a:pathLst>
            </a:custGeom>
            <a:ln w="13550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9019" y="6165102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019" y="4350961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9019" y="2536820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9019" y="722679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98629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4326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346095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105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7909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06627" y="69589"/>
              <a:ext cx="2524190" cy="6385776"/>
            </a:xfrm>
            <a:custGeom>
              <a:avLst/>
              <a:pathLst>
                <a:path w="2524190" h="6385776">
                  <a:moveTo>
                    <a:pt x="0" y="0"/>
                  </a:moveTo>
                  <a:lnTo>
                    <a:pt x="2524190" y="638577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35284" y="612436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5284" y="430864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5284" y="249302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5284" y="68194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334224" y="61651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4224" y="4350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34224" y="2536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34224" y="722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949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23332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447169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97100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494843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10628" y="6516412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98912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322749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12.5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846586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370423" y="6516412"/>
              <a:ext cx="248840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17.5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69426" y="6620266"/>
              <a:ext cx="374556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d_bin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-583174" y="3192934"/>
              <a:ext cx="137012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log2(k27_eb4_sum)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7883567" y="2653731"/>
              <a:ext cx="1190843" cy="12174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7953156" y="2700605"/>
              <a:ext cx="45136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cg_bin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7953156" y="292380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75102" y="303353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953156" y="314326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975102" y="32529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3C6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953156" y="336272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975102" y="347244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E9CE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953156" y="35821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75102" y="36919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242201" y="2974629"/>
              <a:ext cx="554106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(-1,0.005]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2201" y="3194085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(0.005,0.01]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242201" y="3413541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(0.01,0.015]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242201" y="3632997"/>
              <a:ext cx="762620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(0.015,0.035]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2026-03-10T18:03:34Z</dcterms:modified>
  <cp:category/>
</cp:coreProperties>
</file>