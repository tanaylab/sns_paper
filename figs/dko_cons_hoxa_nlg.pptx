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3224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3293792"/>
              <a:ext cx="9004821" cy="349461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87144" y="397479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69425" y="458918"/>
              <a:ext cx="8245368" cy="2772243"/>
            </a:xfrm>
            <a:custGeom>
              <a:avLst/>
              <a:pathLst>
                <a:path w="8245368" h="2772243">
                  <a:moveTo>
                    <a:pt x="0" y="2772243"/>
                  </a:moveTo>
                  <a:lnTo>
                    <a:pt x="325" y="2649505"/>
                  </a:lnTo>
                  <a:lnTo>
                    <a:pt x="1166" y="2648542"/>
                  </a:lnTo>
                  <a:lnTo>
                    <a:pt x="2008" y="2647189"/>
                  </a:lnTo>
                  <a:lnTo>
                    <a:pt x="2849" y="2645858"/>
                  </a:lnTo>
                  <a:lnTo>
                    <a:pt x="3690" y="2644526"/>
                  </a:lnTo>
                  <a:lnTo>
                    <a:pt x="4531" y="2643139"/>
                  </a:lnTo>
                  <a:lnTo>
                    <a:pt x="5372" y="2641723"/>
                  </a:lnTo>
                  <a:lnTo>
                    <a:pt x="6214" y="2640271"/>
                  </a:lnTo>
                  <a:lnTo>
                    <a:pt x="7055" y="2638713"/>
                  </a:lnTo>
                  <a:lnTo>
                    <a:pt x="7896" y="2637156"/>
                  </a:lnTo>
                  <a:lnTo>
                    <a:pt x="8737" y="2635598"/>
                  </a:lnTo>
                  <a:lnTo>
                    <a:pt x="9578" y="2634040"/>
                  </a:lnTo>
                  <a:lnTo>
                    <a:pt x="10420" y="2632492"/>
                  </a:lnTo>
                  <a:lnTo>
                    <a:pt x="11261" y="2631081"/>
                  </a:lnTo>
                  <a:lnTo>
                    <a:pt x="12102" y="2629878"/>
                  </a:lnTo>
                  <a:lnTo>
                    <a:pt x="12943" y="2628576"/>
                  </a:lnTo>
                  <a:lnTo>
                    <a:pt x="13784" y="2627540"/>
                  </a:lnTo>
                  <a:lnTo>
                    <a:pt x="14626" y="2626932"/>
                  </a:lnTo>
                  <a:lnTo>
                    <a:pt x="15467" y="2626431"/>
                  </a:lnTo>
                  <a:lnTo>
                    <a:pt x="16308" y="2625970"/>
                  </a:lnTo>
                  <a:lnTo>
                    <a:pt x="17149" y="2625510"/>
                  </a:lnTo>
                  <a:lnTo>
                    <a:pt x="17990" y="2625162"/>
                  </a:lnTo>
                  <a:lnTo>
                    <a:pt x="18832" y="2624863"/>
                  </a:lnTo>
                  <a:lnTo>
                    <a:pt x="19673" y="2624565"/>
                  </a:lnTo>
                  <a:lnTo>
                    <a:pt x="20514" y="2624266"/>
                  </a:lnTo>
                  <a:lnTo>
                    <a:pt x="21355" y="2623967"/>
                  </a:lnTo>
                  <a:lnTo>
                    <a:pt x="22197" y="2623748"/>
                  </a:lnTo>
                  <a:lnTo>
                    <a:pt x="23038" y="2623509"/>
                  </a:lnTo>
                  <a:lnTo>
                    <a:pt x="23879" y="2623409"/>
                  </a:lnTo>
                  <a:lnTo>
                    <a:pt x="24720" y="2623328"/>
                  </a:lnTo>
                  <a:lnTo>
                    <a:pt x="25561" y="2623407"/>
                  </a:lnTo>
                  <a:lnTo>
                    <a:pt x="26403" y="2623380"/>
                  </a:lnTo>
                  <a:lnTo>
                    <a:pt x="27244" y="2623347"/>
                  </a:lnTo>
                  <a:lnTo>
                    <a:pt x="28085" y="2623364"/>
                  </a:lnTo>
                  <a:lnTo>
                    <a:pt x="28926" y="2623415"/>
                  </a:lnTo>
                  <a:lnTo>
                    <a:pt x="29767" y="2623451"/>
                  </a:lnTo>
                  <a:lnTo>
                    <a:pt x="30609" y="2623432"/>
                  </a:lnTo>
                  <a:lnTo>
                    <a:pt x="31450" y="2623151"/>
                  </a:lnTo>
                  <a:lnTo>
                    <a:pt x="32291" y="2622753"/>
                  </a:lnTo>
                  <a:lnTo>
                    <a:pt x="33132" y="2622401"/>
                  </a:lnTo>
                  <a:lnTo>
                    <a:pt x="33973" y="2622010"/>
                  </a:lnTo>
                  <a:lnTo>
                    <a:pt x="34815" y="2621645"/>
                  </a:lnTo>
                  <a:lnTo>
                    <a:pt x="35656" y="2621502"/>
                  </a:lnTo>
                  <a:lnTo>
                    <a:pt x="36497" y="2621437"/>
                  </a:lnTo>
                  <a:lnTo>
                    <a:pt x="37338" y="2621471"/>
                  </a:lnTo>
                  <a:lnTo>
                    <a:pt x="38179" y="2621417"/>
                  </a:lnTo>
                  <a:lnTo>
                    <a:pt x="39021" y="2621357"/>
                  </a:lnTo>
                  <a:lnTo>
                    <a:pt x="39862" y="2621170"/>
                  </a:lnTo>
                  <a:lnTo>
                    <a:pt x="40703" y="2620983"/>
                  </a:lnTo>
                  <a:lnTo>
                    <a:pt x="41544" y="2620818"/>
                  </a:lnTo>
                  <a:lnTo>
                    <a:pt x="42385" y="2620540"/>
                  </a:lnTo>
                  <a:lnTo>
                    <a:pt x="43227" y="2620159"/>
                  </a:lnTo>
                  <a:lnTo>
                    <a:pt x="44068" y="2620013"/>
                  </a:lnTo>
                  <a:lnTo>
                    <a:pt x="44909" y="2619927"/>
                  </a:lnTo>
                  <a:lnTo>
                    <a:pt x="45750" y="2620028"/>
                  </a:lnTo>
                  <a:lnTo>
                    <a:pt x="46591" y="2619841"/>
                  </a:lnTo>
                  <a:lnTo>
                    <a:pt x="47433" y="2619598"/>
                  </a:lnTo>
                  <a:lnTo>
                    <a:pt x="48274" y="2619177"/>
                  </a:lnTo>
                  <a:lnTo>
                    <a:pt x="49115" y="2618600"/>
                  </a:lnTo>
                  <a:lnTo>
                    <a:pt x="49956" y="2618265"/>
                  </a:lnTo>
                  <a:lnTo>
                    <a:pt x="50797" y="2618254"/>
                  </a:lnTo>
                  <a:lnTo>
                    <a:pt x="51639" y="2618409"/>
                  </a:lnTo>
                  <a:lnTo>
                    <a:pt x="52480" y="2618469"/>
                  </a:lnTo>
                  <a:lnTo>
                    <a:pt x="53321" y="2618505"/>
                  </a:lnTo>
                  <a:lnTo>
                    <a:pt x="54162" y="2618396"/>
                  </a:lnTo>
                  <a:lnTo>
                    <a:pt x="55003" y="2618238"/>
                  </a:lnTo>
                  <a:lnTo>
                    <a:pt x="55845" y="2618213"/>
                  </a:lnTo>
                  <a:lnTo>
                    <a:pt x="56686" y="2617923"/>
                  </a:lnTo>
                  <a:lnTo>
                    <a:pt x="57527" y="2617473"/>
                  </a:lnTo>
                  <a:lnTo>
                    <a:pt x="58368" y="2616796"/>
                  </a:lnTo>
                  <a:lnTo>
                    <a:pt x="59209" y="2616144"/>
                  </a:lnTo>
                  <a:lnTo>
                    <a:pt x="60051" y="2615413"/>
                  </a:lnTo>
                  <a:lnTo>
                    <a:pt x="60892" y="2614577"/>
                  </a:lnTo>
                  <a:lnTo>
                    <a:pt x="61733" y="2613672"/>
                  </a:lnTo>
                  <a:lnTo>
                    <a:pt x="62574" y="2612677"/>
                  </a:lnTo>
                  <a:lnTo>
                    <a:pt x="63415" y="2612173"/>
                  </a:lnTo>
                  <a:lnTo>
                    <a:pt x="64257" y="2611562"/>
                  </a:lnTo>
                  <a:lnTo>
                    <a:pt x="65098" y="2610934"/>
                  </a:lnTo>
                  <a:lnTo>
                    <a:pt x="65939" y="2610430"/>
                  </a:lnTo>
                  <a:lnTo>
                    <a:pt x="66780" y="2610046"/>
                  </a:lnTo>
                  <a:lnTo>
                    <a:pt x="67621" y="2609917"/>
                  </a:lnTo>
                  <a:lnTo>
                    <a:pt x="68463" y="2609671"/>
                  </a:lnTo>
                  <a:lnTo>
                    <a:pt x="69304" y="2609603"/>
                  </a:lnTo>
                  <a:lnTo>
                    <a:pt x="70145" y="2609684"/>
                  </a:lnTo>
                  <a:lnTo>
                    <a:pt x="70986" y="2609888"/>
                  </a:lnTo>
                  <a:lnTo>
                    <a:pt x="71827" y="2609934"/>
                  </a:lnTo>
                  <a:lnTo>
                    <a:pt x="72669" y="2610113"/>
                  </a:lnTo>
                  <a:lnTo>
                    <a:pt x="73510" y="2610257"/>
                  </a:lnTo>
                  <a:lnTo>
                    <a:pt x="74351" y="2610453"/>
                  </a:lnTo>
                  <a:lnTo>
                    <a:pt x="75192" y="2610637"/>
                  </a:lnTo>
                  <a:lnTo>
                    <a:pt x="76033" y="2610949"/>
                  </a:lnTo>
                  <a:lnTo>
                    <a:pt x="76875" y="2611350"/>
                  </a:lnTo>
                  <a:lnTo>
                    <a:pt x="77716" y="2611700"/>
                  </a:lnTo>
                  <a:lnTo>
                    <a:pt x="78557" y="2611918"/>
                  </a:lnTo>
                  <a:lnTo>
                    <a:pt x="79398" y="2612395"/>
                  </a:lnTo>
                  <a:lnTo>
                    <a:pt x="80239" y="2613108"/>
                  </a:lnTo>
                  <a:lnTo>
                    <a:pt x="81081" y="2613830"/>
                  </a:lnTo>
                  <a:lnTo>
                    <a:pt x="81922" y="2614593"/>
                  </a:lnTo>
                  <a:lnTo>
                    <a:pt x="82763" y="2615135"/>
                  </a:lnTo>
                  <a:lnTo>
                    <a:pt x="83604" y="2615758"/>
                  </a:lnTo>
                  <a:lnTo>
                    <a:pt x="84445" y="2616479"/>
                  </a:lnTo>
                  <a:lnTo>
                    <a:pt x="85287" y="2617134"/>
                  </a:lnTo>
                  <a:lnTo>
                    <a:pt x="86128" y="2617944"/>
                  </a:lnTo>
                  <a:lnTo>
                    <a:pt x="86969" y="2618826"/>
                  </a:lnTo>
                  <a:lnTo>
                    <a:pt x="87810" y="2619797"/>
                  </a:lnTo>
                  <a:lnTo>
                    <a:pt x="88651" y="2620631"/>
                  </a:lnTo>
                  <a:lnTo>
                    <a:pt x="89493" y="2621440"/>
                  </a:lnTo>
                  <a:lnTo>
                    <a:pt x="90334" y="2622290"/>
                  </a:lnTo>
                  <a:lnTo>
                    <a:pt x="91175" y="2623173"/>
                  </a:lnTo>
                  <a:lnTo>
                    <a:pt x="92016" y="2623950"/>
                  </a:lnTo>
                  <a:lnTo>
                    <a:pt x="92858" y="2624605"/>
                  </a:lnTo>
                  <a:lnTo>
                    <a:pt x="93699" y="2625253"/>
                  </a:lnTo>
                  <a:lnTo>
                    <a:pt x="94540" y="2625827"/>
                  </a:lnTo>
                  <a:lnTo>
                    <a:pt x="95381" y="2626313"/>
                  </a:lnTo>
                  <a:lnTo>
                    <a:pt x="96222" y="2626574"/>
                  </a:lnTo>
                  <a:lnTo>
                    <a:pt x="97064" y="2626720"/>
                  </a:lnTo>
                  <a:lnTo>
                    <a:pt x="97905" y="2626721"/>
                  </a:lnTo>
                  <a:lnTo>
                    <a:pt x="98746" y="2626781"/>
                  </a:lnTo>
                  <a:lnTo>
                    <a:pt x="99587" y="2626774"/>
                  </a:lnTo>
                  <a:lnTo>
                    <a:pt x="100428" y="2626641"/>
                  </a:lnTo>
                  <a:lnTo>
                    <a:pt x="101270" y="2626376"/>
                  </a:lnTo>
                  <a:lnTo>
                    <a:pt x="102111" y="2625977"/>
                  </a:lnTo>
                  <a:lnTo>
                    <a:pt x="102952" y="2625579"/>
                  </a:lnTo>
                  <a:lnTo>
                    <a:pt x="103793" y="2625180"/>
                  </a:lnTo>
                  <a:lnTo>
                    <a:pt x="104634" y="2624775"/>
                  </a:lnTo>
                  <a:lnTo>
                    <a:pt x="105476" y="2624244"/>
                  </a:lnTo>
                  <a:lnTo>
                    <a:pt x="106317" y="2623713"/>
                  </a:lnTo>
                  <a:lnTo>
                    <a:pt x="107158" y="2623181"/>
                  </a:lnTo>
                  <a:lnTo>
                    <a:pt x="107999" y="2622650"/>
                  </a:lnTo>
                  <a:lnTo>
                    <a:pt x="108840" y="2622270"/>
                  </a:lnTo>
                  <a:lnTo>
                    <a:pt x="109682" y="2621804"/>
                  </a:lnTo>
                  <a:lnTo>
                    <a:pt x="110523" y="2621368"/>
                  </a:lnTo>
                  <a:lnTo>
                    <a:pt x="111364" y="2620889"/>
                  </a:lnTo>
                  <a:lnTo>
                    <a:pt x="112205" y="2620574"/>
                  </a:lnTo>
                  <a:lnTo>
                    <a:pt x="113046" y="2620412"/>
                  </a:lnTo>
                  <a:lnTo>
                    <a:pt x="113888" y="2620412"/>
                  </a:lnTo>
                  <a:lnTo>
                    <a:pt x="114729" y="2620574"/>
                  </a:lnTo>
                  <a:lnTo>
                    <a:pt x="115570" y="2620736"/>
                  </a:lnTo>
                  <a:lnTo>
                    <a:pt x="116411" y="2620898"/>
                  </a:lnTo>
                  <a:lnTo>
                    <a:pt x="117252" y="2620914"/>
                  </a:lnTo>
                  <a:lnTo>
                    <a:pt x="118094" y="2620914"/>
                  </a:lnTo>
                  <a:lnTo>
                    <a:pt x="118935" y="2620833"/>
                  </a:lnTo>
                  <a:lnTo>
                    <a:pt x="119776" y="2620582"/>
                  </a:lnTo>
                  <a:lnTo>
                    <a:pt x="120617" y="2620469"/>
                  </a:lnTo>
                  <a:lnTo>
                    <a:pt x="121458" y="2620566"/>
                  </a:lnTo>
                  <a:lnTo>
                    <a:pt x="122300" y="2620590"/>
                  </a:lnTo>
                  <a:lnTo>
                    <a:pt x="123141" y="2620558"/>
                  </a:lnTo>
                  <a:lnTo>
                    <a:pt x="123982" y="2620396"/>
                  </a:lnTo>
                  <a:lnTo>
                    <a:pt x="124823" y="2620234"/>
                  </a:lnTo>
                  <a:lnTo>
                    <a:pt x="125664" y="2620218"/>
                  </a:lnTo>
                  <a:lnTo>
                    <a:pt x="126506" y="2620380"/>
                  </a:lnTo>
                  <a:lnTo>
                    <a:pt x="127347" y="2620752"/>
                  </a:lnTo>
                  <a:lnTo>
                    <a:pt x="128188" y="2621556"/>
                  </a:lnTo>
                  <a:lnTo>
                    <a:pt x="129029" y="2622601"/>
                  </a:lnTo>
                  <a:lnTo>
                    <a:pt x="129870" y="2623895"/>
                  </a:lnTo>
                  <a:lnTo>
                    <a:pt x="130712" y="2625635"/>
                  </a:lnTo>
                  <a:lnTo>
                    <a:pt x="131553" y="2627538"/>
                  </a:lnTo>
                  <a:lnTo>
                    <a:pt x="132394" y="2629815"/>
                  </a:lnTo>
                  <a:lnTo>
                    <a:pt x="133235" y="2631942"/>
                  </a:lnTo>
                  <a:lnTo>
                    <a:pt x="134076" y="2633452"/>
                  </a:lnTo>
                  <a:lnTo>
                    <a:pt x="134918" y="2634992"/>
                  </a:lnTo>
                  <a:lnTo>
                    <a:pt x="135759" y="2636578"/>
                  </a:lnTo>
                  <a:lnTo>
                    <a:pt x="136600" y="2638258"/>
                  </a:lnTo>
                  <a:lnTo>
                    <a:pt x="137441" y="2639984"/>
                  </a:lnTo>
                  <a:lnTo>
                    <a:pt x="138282" y="2641592"/>
                  </a:lnTo>
                  <a:lnTo>
                    <a:pt x="139124" y="2643053"/>
                  </a:lnTo>
                  <a:lnTo>
                    <a:pt x="139965" y="2644341"/>
                  </a:lnTo>
                  <a:lnTo>
                    <a:pt x="140806" y="2645320"/>
                  </a:lnTo>
                  <a:lnTo>
                    <a:pt x="141647" y="2646121"/>
                  </a:lnTo>
                  <a:lnTo>
                    <a:pt x="142488" y="2646526"/>
                  </a:lnTo>
                  <a:lnTo>
                    <a:pt x="143330" y="2646566"/>
                  </a:lnTo>
                  <a:lnTo>
                    <a:pt x="144171" y="2646526"/>
                  </a:lnTo>
                  <a:lnTo>
                    <a:pt x="145012" y="2646294"/>
                  </a:lnTo>
                  <a:lnTo>
                    <a:pt x="145853" y="2646061"/>
                  </a:lnTo>
                  <a:lnTo>
                    <a:pt x="146694" y="2646052"/>
                  </a:lnTo>
                  <a:lnTo>
                    <a:pt x="147536" y="2646244"/>
                  </a:lnTo>
                  <a:lnTo>
                    <a:pt x="148377" y="2646747"/>
                  </a:lnTo>
                  <a:lnTo>
                    <a:pt x="149218" y="2647459"/>
                  </a:lnTo>
                  <a:lnTo>
                    <a:pt x="150059" y="2648374"/>
                  </a:lnTo>
                  <a:lnTo>
                    <a:pt x="150900" y="2649345"/>
                  </a:lnTo>
                  <a:lnTo>
                    <a:pt x="151742" y="2650316"/>
                  </a:lnTo>
                  <a:lnTo>
                    <a:pt x="152583" y="2651295"/>
                  </a:lnTo>
                  <a:lnTo>
                    <a:pt x="153424" y="2652623"/>
                  </a:lnTo>
                  <a:lnTo>
                    <a:pt x="154265" y="2654015"/>
                  </a:lnTo>
                  <a:lnTo>
                    <a:pt x="155106" y="2655472"/>
                  </a:lnTo>
                  <a:lnTo>
                    <a:pt x="155948" y="2656929"/>
                  </a:lnTo>
                  <a:lnTo>
                    <a:pt x="156789" y="2658386"/>
                  </a:lnTo>
                  <a:lnTo>
                    <a:pt x="157630" y="2659843"/>
                  </a:lnTo>
                  <a:lnTo>
                    <a:pt x="158471" y="2661267"/>
                  </a:lnTo>
                  <a:lnTo>
                    <a:pt x="159312" y="2662352"/>
                  </a:lnTo>
                  <a:lnTo>
                    <a:pt x="160154" y="2663178"/>
                  </a:lnTo>
                  <a:lnTo>
                    <a:pt x="160995" y="2663631"/>
                  </a:lnTo>
                  <a:lnTo>
                    <a:pt x="161836" y="2664108"/>
                  </a:lnTo>
                  <a:lnTo>
                    <a:pt x="162677" y="2664173"/>
                  </a:lnTo>
                  <a:lnTo>
                    <a:pt x="163519" y="2664173"/>
                  </a:lnTo>
                  <a:lnTo>
                    <a:pt x="164360" y="2664173"/>
                  </a:lnTo>
                  <a:lnTo>
                    <a:pt x="165201" y="2664262"/>
                  </a:lnTo>
                  <a:lnTo>
                    <a:pt x="166042" y="2664238"/>
                  </a:lnTo>
                  <a:lnTo>
                    <a:pt x="166883" y="2664768"/>
                  </a:lnTo>
                  <a:lnTo>
                    <a:pt x="167725" y="2665556"/>
                  </a:lnTo>
                  <a:lnTo>
                    <a:pt x="168566" y="2666401"/>
                  </a:lnTo>
                  <a:lnTo>
                    <a:pt x="169407" y="2667331"/>
                  </a:lnTo>
                  <a:lnTo>
                    <a:pt x="170248" y="2668651"/>
                  </a:lnTo>
                  <a:lnTo>
                    <a:pt x="171089" y="2669976"/>
                  </a:lnTo>
                  <a:lnTo>
                    <a:pt x="171931" y="2671406"/>
                  </a:lnTo>
                  <a:lnTo>
                    <a:pt x="172772" y="2672857"/>
                  </a:lnTo>
                  <a:lnTo>
                    <a:pt x="173613" y="2674343"/>
                  </a:lnTo>
                  <a:lnTo>
                    <a:pt x="174454" y="2675809"/>
                  </a:lnTo>
                  <a:lnTo>
                    <a:pt x="175295" y="2677382"/>
                  </a:lnTo>
                  <a:lnTo>
                    <a:pt x="176137" y="2678848"/>
                  </a:lnTo>
                  <a:lnTo>
                    <a:pt x="176978" y="2680189"/>
                  </a:lnTo>
                  <a:lnTo>
                    <a:pt x="177819" y="2681522"/>
                  </a:lnTo>
                  <a:lnTo>
                    <a:pt x="178660" y="2682846"/>
                  </a:lnTo>
                  <a:lnTo>
                    <a:pt x="179501" y="2683895"/>
                  </a:lnTo>
                  <a:lnTo>
                    <a:pt x="180343" y="2684665"/>
                  </a:lnTo>
                  <a:lnTo>
                    <a:pt x="181184" y="2685166"/>
                  </a:lnTo>
                  <a:lnTo>
                    <a:pt x="182025" y="2685554"/>
                  </a:lnTo>
                  <a:lnTo>
                    <a:pt x="182866" y="2685514"/>
                  </a:lnTo>
                  <a:lnTo>
                    <a:pt x="183707" y="2685489"/>
                  </a:lnTo>
                  <a:lnTo>
                    <a:pt x="184549" y="2685464"/>
                  </a:lnTo>
                  <a:lnTo>
                    <a:pt x="185390" y="2685440"/>
                  </a:lnTo>
                  <a:lnTo>
                    <a:pt x="186231" y="2685415"/>
                  </a:lnTo>
                  <a:lnTo>
                    <a:pt x="187072" y="2685390"/>
                  </a:lnTo>
                  <a:lnTo>
                    <a:pt x="187913" y="2685389"/>
                  </a:lnTo>
                  <a:lnTo>
                    <a:pt x="188755" y="2685526"/>
                  </a:lnTo>
                  <a:lnTo>
                    <a:pt x="189596" y="2685816"/>
                  </a:lnTo>
                  <a:lnTo>
                    <a:pt x="190437" y="2686036"/>
                  </a:lnTo>
                  <a:lnTo>
                    <a:pt x="191278" y="2686275"/>
                  </a:lnTo>
                  <a:lnTo>
                    <a:pt x="192119" y="2686479"/>
                  </a:lnTo>
                  <a:lnTo>
                    <a:pt x="192961" y="2686747"/>
                  </a:lnTo>
                  <a:lnTo>
                    <a:pt x="193802" y="2686992"/>
                  </a:lnTo>
                  <a:lnTo>
                    <a:pt x="194643" y="2687342"/>
                  </a:lnTo>
                  <a:lnTo>
                    <a:pt x="195484" y="2687699"/>
                  </a:lnTo>
                  <a:lnTo>
                    <a:pt x="196325" y="2687885"/>
                  </a:lnTo>
                  <a:lnTo>
                    <a:pt x="197167" y="2687995"/>
                  </a:lnTo>
                  <a:lnTo>
                    <a:pt x="198008" y="2688122"/>
                  </a:lnTo>
                  <a:lnTo>
                    <a:pt x="198849" y="2688188"/>
                  </a:lnTo>
                  <a:lnTo>
                    <a:pt x="199690" y="2688469"/>
                  </a:lnTo>
                  <a:lnTo>
                    <a:pt x="200531" y="2688868"/>
                  </a:lnTo>
                  <a:lnTo>
                    <a:pt x="201373" y="2689220"/>
                  </a:lnTo>
                  <a:lnTo>
                    <a:pt x="202214" y="2689611"/>
                  </a:lnTo>
                  <a:lnTo>
                    <a:pt x="203055" y="2690016"/>
                  </a:lnTo>
                  <a:lnTo>
                    <a:pt x="203896" y="2690378"/>
                  </a:lnTo>
                  <a:lnTo>
                    <a:pt x="204737" y="2690767"/>
                  </a:lnTo>
                  <a:lnTo>
                    <a:pt x="205579" y="2691057"/>
                  </a:lnTo>
                  <a:lnTo>
                    <a:pt x="206420" y="2691434"/>
                  </a:lnTo>
                  <a:lnTo>
                    <a:pt x="207261" y="2691818"/>
                  </a:lnTo>
                  <a:lnTo>
                    <a:pt x="208102" y="2692329"/>
                  </a:lnTo>
                  <a:lnTo>
                    <a:pt x="208943" y="2692839"/>
                  </a:lnTo>
                  <a:lnTo>
                    <a:pt x="209785" y="2693329"/>
                  </a:lnTo>
                  <a:lnTo>
                    <a:pt x="210626" y="2693930"/>
                  </a:lnTo>
                  <a:lnTo>
                    <a:pt x="211467" y="2694635"/>
                  </a:lnTo>
                  <a:lnTo>
                    <a:pt x="212308" y="2695072"/>
                  </a:lnTo>
                  <a:lnTo>
                    <a:pt x="213149" y="2695344"/>
                  </a:lnTo>
                  <a:lnTo>
                    <a:pt x="213991" y="2695187"/>
                  </a:lnTo>
                  <a:lnTo>
                    <a:pt x="214832" y="2695155"/>
                  </a:lnTo>
                  <a:lnTo>
                    <a:pt x="215673" y="2694581"/>
                  </a:lnTo>
                  <a:lnTo>
                    <a:pt x="216514" y="2693837"/>
                  </a:lnTo>
                  <a:lnTo>
                    <a:pt x="217355" y="2692964"/>
                  </a:lnTo>
                  <a:lnTo>
                    <a:pt x="218197" y="2691857"/>
                  </a:lnTo>
                  <a:lnTo>
                    <a:pt x="219038" y="2690481"/>
                  </a:lnTo>
                  <a:lnTo>
                    <a:pt x="219879" y="2689065"/>
                  </a:lnTo>
                  <a:lnTo>
                    <a:pt x="220720" y="2687754"/>
                  </a:lnTo>
                  <a:lnTo>
                    <a:pt x="221561" y="2686426"/>
                  </a:lnTo>
                  <a:lnTo>
                    <a:pt x="222403" y="2685172"/>
                  </a:lnTo>
                  <a:lnTo>
                    <a:pt x="223244" y="2683876"/>
                  </a:lnTo>
                  <a:lnTo>
                    <a:pt x="224085" y="2682950"/>
                  </a:lnTo>
                  <a:lnTo>
                    <a:pt x="224926" y="2682398"/>
                  </a:lnTo>
                  <a:lnTo>
                    <a:pt x="225767" y="2682273"/>
                  </a:lnTo>
                  <a:lnTo>
                    <a:pt x="226609" y="2682659"/>
                  </a:lnTo>
                  <a:lnTo>
                    <a:pt x="227450" y="2683331"/>
                  </a:lnTo>
                  <a:lnTo>
                    <a:pt x="228291" y="2684566"/>
                  </a:lnTo>
                  <a:lnTo>
                    <a:pt x="229132" y="2686046"/>
                  </a:lnTo>
                  <a:lnTo>
                    <a:pt x="229973" y="2687692"/>
                  </a:lnTo>
                  <a:lnTo>
                    <a:pt x="230815" y="2689410"/>
                  </a:lnTo>
                  <a:lnTo>
                    <a:pt x="231656" y="2690714"/>
                  </a:lnTo>
                  <a:lnTo>
                    <a:pt x="232497" y="2691911"/>
                  </a:lnTo>
                  <a:lnTo>
                    <a:pt x="233338" y="2693145"/>
                  </a:lnTo>
                  <a:lnTo>
                    <a:pt x="234180" y="2694122"/>
                  </a:lnTo>
                  <a:lnTo>
                    <a:pt x="235021" y="2694939"/>
                  </a:lnTo>
                  <a:lnTo>
                    <a:pt x="235862" y="2695520"/>
                  </a:lnTo>
                  <a:lnTo>
                    <a:pt x="236703" y="2695948"/>
                  </a:lnTo>
                  <a:lnTo>
                    <a:pt x="237544" y="2695833"/>
                  </a:lnTo>
                  <a:lnTo>
                    <a:pt x="238386" y="2695487"/>
                  </a:lnTo>
                  <a:lnTo>
                    <a:pt x="239227" y="2694724"/>
                  </a:lnTo>
                  <a:lnTo>
                    <a:pt x="240068" y="2693909"/>
                  </a:lnTo>
                  <a:lnTo>
                    <a:pt x="240909" y="2693018"/>
                  </a:lnTo>
                  <a:lnTo>
                    <a:pt x="241750" y="2691814"/>
                  </a:lnTo>
                  <a:lnTo>
                    <a:pt x="242592" y="2690274"/>
                  </a:lnTo>
                  <a:lnTo>
                    <a:pt x="243433" y="2688471"/>
                  </a:lnTo>
                  <a:lnTo>
                    <a:pt x="244274" y="2686767"/>
                  </a:lnTo>
                  <a:lnTo>
                    <a:pt x="245115" y="2685071"/>
                  </a:lnTo>
                  <a:lnTo>
                    <a:pt x="245956" y="2683385"/>
                  </a:lnTo>
                  <a:lnTo>
                    <a:pt x="246798" y="2682099"/>
                  </a:lnTo>
                  <a:lnTo>
                    <a:pt x="247639" y="2680934"/>
                  </a:lnTo>
                  <a:lnTo>
                    <a:pt x="248480" y="2679889"/>
                  </a:lnTo>
                  <a:lnTo>
                    <a:pt x="249321" y="2678957"/>
                  </a:lnTo>
                  <a:lnTo>
                    <a:pt x="250162" y="2678396"/>
                  </a:lnTo>
                  <a:lnTo>
                    <a:pt x="251004" y="2678073"/>
                  </a:lnTo>
                  <a:lnTo>
                    <a:pt x="251845" y="2677749"/>
                  </a:lnTo>
                  <a:lnTo>
                    <a:pt x="252686" y="2677344"/>
                  </a:lnTo>
                  <a:lnTo>
                    <a:pt x="253527" y="2676915"/>
                  </a:lnTo>
                  <a:lnTo>
                    <a:pt x="254368" y="2676680"/>
                  </a:lnTo>
                  <a:lnTo>
                    <a:pt x="255210" y="2676656"/>
                  </a:lnTo>
                  <a:lnTo>
                    <a:pt x="256051" y="2676818"/>
                  </a:lnTo>
                  <a:lnTo>
                    <a:pt x="256892" y="2676980"/>
                  </a:lnTo>
                  <a:lnTo>
                    <a:pt x="257733" y="2677142"/>
                  </a:lnTo>
                  <a:lnTo>
                    <a:pt x="258574" y="2677263"/>
                  </a:lnTo>
                  <a:lnTo>
                    <a:pt x="259416" y="2677263"/>
                  </a:lnTo>
                  <a:lnTo>
                    <a:pt x="260257" y="2677263"/>
                  </a:lnTo>
                  <a:lnTo>
                    <a:pt x="261098" y="2677263"/>
                  </a:lnTo>
                  <a:lnTo>
                    <a:pt x="261939" y="2677263"/>
                  </a:lnTo>
                  <a:lnTo>
                    <a:pt x="262780" y="2677263"/>
                  </a:lnTo>
                  <a:lnTo>
                    <a:pt x="263622" y="2677263"/>
                  </a:lnTo>
                  <a:lnTo>
                    <a:pt x="264463" y="2677350"/>
                  </a:lnTo>
                  <a:lnTo>
                    <a:pt x="265304" y="2677634"/>
                  </a:lnTo>
                  <a:lnTo>
                    <a:pt x="266145" y="2678123"/>
                  </a:lnTo>
                  <a:lnTo>
                    <a:pt x="266986" y="2678613"/>
                  </a:lnTo>
                  <a:lnTo>
                    <a:pt x="267828" y="2679109"/>
                  </a:lnTo>
                  <a:lnTo>
                    <a:pt x="268669" y="2679732"/>
                  </a:lnTo>
                  <a:lnTo>
                    <a:pt x="269510" y="2680487"/>
                  </a:lnTo>
                  <a:lnTo>
                    <a:pt x="270351" y="2681376"/>
                  </a:lnTo>
                  <a:lnTo>
                    <a:pt x="271192" y="2682264"/>
                  </a:lnTo>
                  <a:lnTo>
                    <a:pt x="272034" y="2683152"/>
                  </a:lnTo>
                  <a:lnTo>
                    <a:pt x="272875" y="2683878"/>
                  </a:lnTo>
                  <a:lnTo>
                    <a:pt x="273716" y="2684281"/>
                  </a:lnTo>
                  <a:lnTo>
                    <a:pt x="274557" y="2684546"/>
                  </a:lnTo>
                  <a:lnTo>
                    <a:pt x="275398" y="2684786"/>
                  </a:lnTo>
                  <a:lnTo>
                    <a:pt x="276240" y="2685027"/>
                  </a:lnTo>
                  <a:lnTo>
                    <a:pt x="277081" y="2685116"/>
                  </a:lnTo>
                  <a:lnTo>
                    <a:pt x="277922" y="2685205"/>
                  </a:lnTo>
                  <a:lnTo>
                    <a:pt x="278763" y="2685043"/>
                  </a:lnTo>
                  <a:lnTo>
                    <a:pt x="279604" y="2684881"/>
                  </a:lnTo>
                  <a:lnTo>
                    <a:pt x="280446" y="2684712"/>
                  </a:lnTo>
                  <a:lnTo>
                    <a:pt x="281287" y="2684388"/>
                  </a:lnTo>
                  <a:lnTo>
                    <a:pt x="282128" y="2683902"/>
                  </a:lnTo>
                  <a:lnTo>
                    <a:pt x="282969" y="2683117"/>
                  </a:lnTo>
                  <a:lnTo>
                    <a:pt x="283810" y="2682308"/>
                  </a:lnTo>
                  <a:lnTo>
                    <a:pt x="284652" y="2681385"/>
                  </a:lnTo>
                  <a:lnTo>
                    <a:pt x="285493" y="2680575"/>
                  </a:lnTo>
                  <a:lnTo>
                    <a:pt x="286334" y="2680090"/>
                  </a:lnTo>
                  <a:lnTo>
                    <a:pt x="287175" y="2679823"/>
                  </a:lnTo>
                  <a:lnTo>
                    <a:pt x="288016" y="2679750"/>
                  </a:lnTo>
                  <a:lnTo>
                    <a:pt x="288858" y="2679750"/>
                  </a:lnTo>
                  <a:lnTo>
                    <a:pt x="289699" y="2679750"/>
                  </a:lnTo>
                  <a:lnTo>
                    <a:pt x="290540" y="2679887"/>
                  </a:lnTo>
                  <a:lnTo>
                    <a:pt x="291381" y="2680082"/>
                  </a:lnTo>
                  <a:lnTo>
                    <a:pt x="292222" y="2680405"/>
                  </a:lnTo>
                  <a:lnTo>
                    <a:pt x="293064" y="2680766"/>
                  </a:lnTo>
                  <a:lnTo>
                    <a:pt x="293905" y="2681002"/>
                  </a:lnTo>
                  <a:lnTo>
                    <a:pt x="294746" y="2681238"/>
                  </a:lnTo>
                  <a:lnTo>
                    <a:pt x="295587" y="2681508"/>
                  </a:lnTo>
                  <a:lnTo>
                    <a:pt x="296428" y="2681586"/>
                  </a:lnTo>
                  <a:lnTo>
                    <a:pt x="297270" y="2681634"/>
                  </a:lnTo>
                  <a:lnTo>
                    <a:pt x="298111" y="2681634"/>
                  </a:lnTo>
                  <a:lnTo>
                    <a:pt x="298952" y="2681634"/>
                  </a:lnTo>
                  <a:lnTo>
                    <a:pt x="299793" y="2681567"/>
                  </a:lnTo>
                  <a:lnTo>
                    <a:pt x="300634" y="2681489"/>
                  </a:lnTo>
                  <a:lnTo>
                    <a:pt x="301476" y="2681194"/>
                  </a:lnTo>
                  <a:lnTo>
                    <a:pt x="302317" y="2680510"/>
                  </a:lnTo>
                  <a:lnTo>
                    <a:pt x="303158" y="2679227"/>
                  </a:lnTo>
                  <a:lnTo>
                    <a:pt x="303999" y="2677730"/>
                  </a:lnTo>
                  <a:lnTo>
                    <a:pt x="304841" y="2676063"/>
                  </a:lnTo>
                  <a:lnTo>
                    <a:pt x="305682" y="2674400"/>
                  </a:lnTo>
                  <a:lnTo>
                    <a:pt x="306523" y="2672866"/>
                  </a:lnTo>
                  <a:lnTo>
                    <a:pt x="307364" y="2671276"/>
                  </a:lnTo>
                  <a:lnTo>
                    <a:pt x="308205" y="2669549"/>
                  </a:lnTo>
                  <a:lnTo>
                    <a:pt x="309047" y="2667952"/>
                  </a:lnTo>
                  <a:lnTo>
                    <a:pt x="309888" y="2666507"/>
                  </a:lnTo>
                  <a:lnTo>
                    <a:pt x="310729" y="2665412"/>
                  </a:lnTo>
                  <a:lnTo>
                    <a:pt x="311570" y="2664316"/>
                  </a:lnTo>
                  <a:lnTo>
                    <a:pt x="312411" y="2663220"/>
                  </a:lnTo>
                  <a:lnTo>
                    <a:pt x="313253" y="2662067"/>
                  </a:lnTo>
                  <a:lnTo>
                    <a:pt x="314094" y="2661101"/>
                  </a:lnTo>
                  <a:lnTo>
                    <a:pt x="314935" y="2660308"/>
                  </a:lnTo>
                  <a:lnTo>
                    <a:pt x="315776" y="2660195"/>
                  </a:lnTo>
                  <a:lnTo>
                    <a:pt x="316617" y="2660316"/>
                  </a:lnTo>
                  <a:lnTo>
                    <a:pt x="317459" y="2660527"/>
                  </a:lnTo>
                  <a:lnTo>
                    <a:pt x="318300" y="2660608"/>
                  </a:lnTo>
                  <a:lnTo>
                    <a:pt x="319141" y="2660430"/>
                  </a:lnTo>
                  <a:lnTo>
                    <a:pt x="319982" y="2659952"/>
                  </a:lnTo>
                  <a:lnTo>
                    <a:pt x="320823" y="2659305"/>
                  </a:lnTo>
                  <a:lnTo>
                    <a:pt x="321665" y="2658683"/>
                  </a:lnTo>
                  <a:lnTo>
                    <a:pt x="322506" y="2657880"/>
                  </a:lnTo>
                  <a:lnTo>
                    <a:pt x="323347" y="2656825"/>
                  </a:lnTo>
                  <a:lnTo>
                    <a:pt x="324188" y="2655538"/>
                  </a:lnTo>
                  <a:lnTo>
                    <a:pt x="325029" y="2654369"/>
                  </a:lnTo>
                  <a:lnTo>
                    <a:pt x="325871" y="2653044"/>
                  </a:lnTo>
                  <a:lnTo>
                    <a:pt x="326712" y="2651642"/>
                  </a:lnTo>
                  <a:lnTo>
                    <a:pt x="327553" y="2650155"/>
                  </a:lnTo>
                  <a:lnTo>
                    <a:pt x="328394" y="2648501"/>
                  </a:lnTo>
                  <a:lnTo>
                    <a:pt x="329235" y="2646667"/>
                  </a:lnTo>
                  <a:lnTo>
                    <a:pt x="330077" y="2644370"/>
                  </a:lnTo>
                  <a:lnTo>
                    <a:pt x="330918" y="2642071"/>
                  </a:lnTo>
                  <a:lnTo>
                    <a:pt x="331759" y="2639878"/>
                  </a:lnTo>
                  <a:lnTo>
                    <a:pt x="332600" y="2637541"/>
                  </a:lnTo>
                  <a:lnTo>
                    <a:pt x="333441" y="2635181"/>
                  </a:lnTo>
                  <a:lnTo>
                    <a:pt x="334283" y="2632791"/>
                  </a:lnTo>
                  <a:lnTo>
                    <a:pt x="335124" y="2629833"/>
                  </a:lnTo>
                  <a:lnTo>
                    <a:pt x="335965" y="2626439"/>
                  </a:lnTo>
                  <a:lnTo>
                    <a:pt x="336806" y="2622682"/>
                  </a:lnTo>
                  <a:lnTo>
                    <a:pt x="337647" y="2618752"/>
                  </a:lnTo>
                  <a:lnTo>
                    <a:pt x="338489" y="2615043"/>
                  </a:lnTo>
                  <a:lnTo>
                    <a:pt x="339330" y="2611510"/>
                  </a:lnTo>
                  <a:lnTo>
                    <a:pt x="340171" y="2607905"/>
                  </a:lnTo>
                  <a:lnTo>
                    <a:pt x="341012" y="2604593"/>
                  </a:lnTo>
                  <a:lnTo>
                    <a:pt x="341853" y="2601786"/>
                  </a:lnTo>
                  <a:lnTo>
                    <a:pt x="342695" y="2599209"/>
                  </a:lnTo>
                  <a:lnTo>
                    <a:pt x="343536" y="2596750"/>
                  </a:lnTo>
                  <a:lnTo>
                    <a:pt x="344377" y="2594377"/>
                  </a:lnTo>
                  <a:lnTo>
                    <a:pt x="345218" y="2592299"/>
                  </a:lnTo>
                  <a:lnTo>
                    <a:pt x="346059" y="2590281"/>
                  </a:lnTo>
                  <a:lnTo>
                    <a:pt x="346901" y="2588340"/>
                  </a:lnTo>
                  <a:lnTo>
                    <a:pt x="347742" y="2586878"/>
                  </a:lnTo>
                  <a:lnTo>
                    <a:pt x="348583" y="2585826"/>
                  </a:lnTo>
                  <a:lnTo>
                    <a:pt x="349424" y="2585181"/>
                  </a:lnTo>
                  <a:lnTo>
                    <a:pt x="350265" y="2584458"/>
                  </a:lnTo>
                  <a:lnTo>
                    <a:pt x="351107" y="2583954"/>
                  </a:lnTo>
                  <a:lnTo>
                    <a:pt x="351948" y="2583221"/>
                  </a:lnTo>
                  <a:lnTo>
                    <a:pt x="352789" y="2582415"/>
                  </a:lnTo>
                  <a:lnTo>
                    <a:pt x="353630" y="2581528"/>
                  </a:lnTo>
                  <a:lnTo>
                    <a:pt x="354471" y="2580350"/>
                  </a:lnTo>
                  <a:lnTo>
                    <a:pt x="355313" y="2579051"/>
                  </a:lnTo>
                  <a:lnTo>
                    <a:pt x="356154" y="2577581"/>
                  </a:lnTo>
                  <a:lnTo>
                    <a:pt x="356995" y="2575828"/>
                  </a:lnTo>
                  <a:lnTo>
                    <a:pt x="357836" y="2573433"/>
                  </a:lnTo>
                  <a:lnTo>
                    <a:pt x="358677" y="2570628"/>
                  </a:lnTo>
                  <a:lnTo>
                    <a:pt x="359519" y="2567762"/>
                  </a:lnTo>
                  <a:lnTo>
                    <a:pt x="360360" y="2564790"/>
                  </a:lnTo>
                  <a:lnTo>
                    <a:pt x="361201" y="2561906"/>
                  </a:lnTo>
                  <a:lnTo>
                    <a:pt x="362042" y="2558981"/>
                  </a:lnTo>
                  <a:lnTo>
                    <a:pt x="362883" y="2556336"/>
                  </a:lnTo>
                  <a:lnTo>
                    <a:pt x="363725" y="2553686"/>
                  </a:lnTo>
                  <a:lnTo>
                    <a:pt x="364566" y="2551155"/>
                  </a:lnTo>
                  <a:lnTo>
                    <a:pt x="365407" y="2548542"/>
                  </a:lnTo>
                  <a:lnTo>
                    <a:pt x="366248" y="2545803"/>
                  </a:lnTo>
                  <a:lnTo>
                    <a:pt x="367089" y="2543146"/>
                  </a:lnTo>
                  <a:lnTo>
                    <a:pt x="367931" y="2540371"/>
                  </a:lnTo>
                  <a:lnTo>
                    <a:pt x="368772" y="2537576"/>
                  </a:lnTo>
                  <a:lnTo>
                    <a:pt x="369613" y="2535104"/>
                  </a:lnTo>
                  <a:lnTo>
                    <a:pt x="370454" y="2532963"/>
                  </a:lnTo>
                  <a:lnTo>
                    <a:pt x="371295" y="2531177"/>
                  </a:lnTo>
                  <a:lnTo>
                    <a:pt x="372137" y="2529245"/>
                  </a:lnTo>
                  <a:lnTo>
                    <a:pt x="372978" y="2527225"/>
                  </a:lnTo>
                  <a:lnTo>
                    <a:pt x="373819" y="2525283"/>
                  </a:lnTo>
                  <a:lnTo>
                    <a:pt x="374660" y="2523206"/>
                  </a:lnTo>
                  <a:lnTo>
                    <a:pt x="375502" y="2521210"/>
                  </a:lnTo>
                  <a:lnTo>
                    <a:pt x="376343" y="2518982"/>
                  </a:lnTo>
                  <a:lnTo>
                    <a:pt x="377184" y="2516516"/>
                  </a:lnTo>
                  <a:lnTo>
                    <a:pt x="378025" y="2513583"/>
                  </a:lnTo>
                  <a:lnTo>
                    <a:pt x="378866" y="2510463"/>
                  </a:lnTo>
                  <a:lnTo>
                    <a:pt x="379708" y="2506480"/>
                  </a:lnTo>
                  <a:lnTo>
                    <a:pt x="380549" y="2502244"/>
                  </a:lnTo>
                  <a:lnTo>
                    <a:pt x="381390" y="2498234"/>
                  </a:lnTo>
                  <a:lnTo>
                    <a:pt x="382231" y="2494673"/>
                  </a:lnTo>
                  <a:lnTo>
                    <a:pt x="383072" y="2492052"/>
                  </a:lnTo>
                  <a:lnTo>
                    <a:pt x="383914" y="2490369"/>
                  </a:lnTo>
                  <a:lnTo>
                    <a:pt x="384755" y="2489048"/>
                  </a:lnTo>
                  <a:lnTo>
                    <a:pt x="385596" y="2487468"/>
                  </a:lnTo>
                  <a:lnTo>
                    <a:pt x="386437" y="2485551"/>
                  </a:lnTo>
                  <a:lnTo>
                    <a:pt x="387278" y="2483476"/>
                  </a:lnTo>
                  <a:lnTo>
                    <a:pt x="388120" y="2481262"/>
                  </a:lnTo>
                  <a:lnTo>
                    <a:pt x="388961" y="2479092"/>
                  </a:lnTo>
                  <a:lnTo>
                    <a:pt x="389802" y="2477311"/>
                  </a:lnTo>
                  <a:lnTo>
                    <a:pt x="390643" y="2475680"/>
                  </a:lnTo>
                  <a:lnTo>
                    <a:pt x="391484" y="2474065"/>
                  </a:lnTo>
                  <a:lnTo>
                    <a:pt x="392326" y="2472581"/>
                  </a:lnTo>
                  <a:lnTo>
                    <a:pt x="393167" y="2471050"/>
                  </a:lnTo>
                  <a:lnTo>
                    <a:pt x="394008" y="2468921"/>
                  </a:lnTo>
                  <a:lnTo>
                    <a:pt x="394849" y="2466033"/>
                  </a:lnTo>
                  <a:lnTo>
                    <a:pt x="395690" y="2462321"/>
                  </a:lnTo>
                  <a:lnTo>
                    <a:pt x="396532" y="2457545"/>
                  </a:lnTo>
                  <a:lnTo>
                    <a:pt x="397373" y="2452066"/>
                  </a:lnTo>
                  <a:lnTo>
                    <a:pt x="398214" y="2446324"/>
                  </a:lnTo>
                  <a:lnTo>
                    <a:pt x="399055" y="2439854"/>
                  </a:lnTo>
                  <a:lnTo>
                    <a:pt x="399896" y="2434354"/>
                  </a:lnTo>
                  <a:lnTo>
                    <a:pt x="400738" y="2429105"/>
                  </a:lnTo>
                  <a:lnTo>
                    <a:pt x="401579" y="2423926"/>
                  </a:lnTo>
                  <a:lnTo>
                    <a:pt x="402420" y="2418956"/>
                  </a:lnTo>
                  <a:lnTo>
                    <a:pt x="403261" y="2414434"/>
                  </a:lnTo>
                  <a:lnTo>
                    <a:pt x="404102" y="2410597"/>
                  </a:lnTo>
                  <a:lnTo>
                    <a:pt x="404944" y="2407027"/>
                  </a:lnTo>
                  <a:lnTo>
                    <a:pt x="405785" y="2404116"/>
                  </a:lnTo>
                  <a:lnTo>
                    <a:pt x="406626" y="2401816"/>
                  </a:lnTo>
                  <a:lnTo>
                    <a:pt x="407467" y="2400076"/>
                  </a:lnTo>
                  <a:lnTo>
                    <a:pt x="408308" y="2398737"/>
                  </a:lnTo>
                  <a:lnTo>
                    <a:pt x="409150" y="2397684"/>
                  </a:lnTo>
                  <a:lnTo>
                    <a:pt x="409991" y="2396668"/>
                  </a:lnTo>
                  <a:lnTo>
                    <a:pt x="410832" y="2395596"/>
                  </a:lnTo>
                  <a:lnTo>
                    <a:pt x="411673" y="2394737"/>
                  </a:lnTo>
                  <a:lnTo>
                    <a:pt x="412514" y="2393788"/>
                  </a:lnTo>
                  <a:lnTo>
                    <a:pt x="413356" y="2392177"/>
                  </a:lnTo>
                  <a:lnTo>
                    <a:pt x="414197" y="2390129"/>
                  </a:lnTo>
                  <a:lnTo>
                    <a:pt x="415038" y="2387426"/>
                  </a:lnTo>
                  <a:lnTo>
                    <a:pt x="415879" y="2384334"/>
                  </a:lnTo>
                  <a:lnTo>
                    <a:pt x="416720" y="2380700"/>
                  </a:lnTo>
                  <a:lnTo>
                    <a:pt x="417562" y="2376021"/>
                  </a:lnTo>
                  <a:lnTo>
                    <a:pt x="418403" y="2370607"/>
                  </a:lnTo>
                  <a:lnTo>
                    <a:pt x="419244" y="2365273"/>
                  </a:lnTo>
                  <a:lnTo>
                    <a:pt x="420085" y="2359849"/>
                  </a:lnTo>
                  <a:lnTo>
                    <a:pt x="420926" y="2354459"/>
                  </a:lnTo>
                  <a:lnTo>
                    <a:pt x="421768" y="2348939"/>
                  </a:lnTo>
                  <a:lnTo>
                    <a:pt x="422609" y="2343524"/>
                  </a:lnTo>
                  <a:lnTo>
                    <a:pt x="423450" y="2338667"/>
                  </a:lnTo>
                  <a:lnTo>
                    <a:pt x="424291" y="2334329"/>
                  </a:lnTo>
                  <a:lnTo>
                    <a:pt x="425132" y="2330589"/>
                  </a:lnTo>
                  <a:lnTo>
                    <a:pt x="425974" y="2327020"/>
                  </a:lnTo>
                  <a:lnTo>
                    <a:pt x="426815" y="2323887"/>
                  </a:lnTo>
                  <a:lnTo>
                    <a:pt x="427656" y="2321111"/>
                  </a:lnTo>
                  <a:lnTo>
                    <a:pt x="428497" y="2318602"/>
                  </a:lnTo>
                  <a:lnTo>
                    <a:pt x="429338" y="2316506"/>
                  </a:lnTo>
                  <a:lnTo>
                    <a:pt x="430180" y="2315016"/>
                  </a:lnTo>
                  <a:lnTo>
                    <a:pt x="431021" y="2313867"/>
                  </a:lnTo>
                  <a:lnTo>
                    <a:pt x="431862" y="2312426"/>
                  </a:lnTo>
                  <a:lnTo>
                    <a:pt x="432703" y="2310969"/>
                  </a:lnTo>
                  <a:lnTo>
                    <a:pt x="433544" y="2309561"/>
                  </a:lnTo>
                  <a:lnTo>
                    <a:pt x="434386" y="2308266"/>
                  </a:lnTo>
                  <a:lnTo>
                    <a:pt x="435227" y="2306971"/>
                  </a:lnTo>
                  <a:lnTo>
                    <a:pt x="436068" y="2305676"/>
                  </a:lnTo>
                  <a:lnTo>
                    <a:pt x="436909" y="2304381"/>
                  </a:lnTo>
                  <a:lnTo>
                    <a:pt x="437750" y="2303086"/>
                  </a:lnTo>
                  <a:lnTo>
                    <a:pt x="438592" y="2301791"/>
                  </a:lnTo>
                  <a:lnTo>
                    <a:pt x="439433" y="2300415"/>
                  </a:lnTo>
                  <a:lnTo>
                    <a:pt x="440274" y="2298958"/>
                  </a:lnTo>
                  <a:lnTo>
                    <a:pt x="441115" y="2297663"/>
                  </a:lnTo>
                  <a:lnTo>
                    <a:pt x="441956" y="2296756"/>
                  </a:lnTo>
                  <a:lnTo>
                    <a:pt x="442798" y="2296392"/>
                  </a:lnTo>
                  <a:lnTo>
                    <a:pt x="443639" y="2296189"/>
                  </a:lnTo>
                  <a:lnTo>
                    <a:pt x="444480" y="2296400"/>
                  </a:lnTo>
                  <a:lnTo>
                    <a:pt x="445321" y="2296886"/>
                  </a:lnTo>
                  <a:lnTo>
                    <a:pt x="446163" y="2297371"/>
                  </a:lnTo>
                  <a:lnTo>
                    <a:pt x="447004" y="2297857"/>
                  </a:lnTo>
                  <a:lnTo>
                    <a:pt x="447845" y="2298342"/>
                  </a:lnTo>
                  <a:lnTo>
                    <a:pt x="448686" y="2298828"/>
                  </a:lnTo>
                  <a:lnTo>
                    <a:pt x="449527" y="2299314"/>
                  </a:lnTo>
                  <a:lnTo>
                    <a:pt x="450369" y="2299799"/>
                  </a:lnTo>
                  <a:lnTo>
                    <a:pt x="451210" y="2300423"/>
                  </a:lnTo>
                  <a:lnTo>
                    <a:pt x="452051" y="2301070"/>
                  </a:lnTo>
                  <a:lnTo>
                    <a:pt x="452892" y="2301766"/>
                  </a:lnTo>
                  <a:lnTo>
                    <a:pt x="453733" y="2302252"/>
                  </a:lnTo>
                  <a:lnTo>
                    <a:pt x="454575" y="2302414"/>
                  </a:lnTo>
                  <a:lnTo>
                    <a:pt x="455416" y="2302438"/>
                  </a:lnTo>
                  <a:lnTo>
                    <a:pt x="456257" y="2302438"/>
                  </a:lnTo>
                  <a:lnTo>
                    <a:pt x="457098" y="2302438"/>
                  </a:lnTo>
                  <a:lnTo>
                    <a:pt x="457939" y="2302438"/>
                  </a:lnTo>
                  <a:lnTo>
                    <a:pt x="458781" y="2302381"/>
                  </a:lnTo>
                  <a:lnTo>
                    <a:pt x="459622" y="2302082"/>
                  </a:lnTo>
                  <a:lnTo>
                    <a:pt x="460463" y="2301661"/>
                  </a:lnTo>
                  <a:lnTo>
                    <a:pt x="461304" y="2301139"/>
                  </a:lnTo>
                  <a:lnTo>
                    <a:pt x="462145" y="2300741"/>
                  </a:lnTo>
                  <a:lnTo>
                    <a:pt x="462987" y="2300343"/>
                  </a:lnTo>
                  <a:lnTo>
                    <a:pt x="463828" y="2299911"/>
                  </a:lnTo>
                  <a:lnTo>
                    <a:pt x="464669" y="2299539"/>
                  </a:lnTo>
                  <a:lnTo>
                    <a:pt x="465510" y="2299085"/>
                  </a:lnTo>
                  <a:lnTo>
                    <a:pt x="466351" y="2298528"/>
                  </a:lnTo>
                  <a:lnTo>
                    <a:pt x="467193" y="2297913"/>
                  </a:lnTo>
                  <a:lnTo>
                    <a:pt x="468034" y="2297299"/>
                  </a:lnTo>
                  <a:lnTo>
                    <a:pt x="468875" y="2296557"/>
                  </a:lnTo>
                  <a:lnTo>
                    <a:pt x="469716" y="2295972"/>
                  </a:lnTo>
                  <a:lnTo>
                    <a:pt x="470557" y="2295776"/>
                  </a:lnTo>
                  <a:lnTo>
                    <a:pt x="471399" y="2296123"/>
                  </a:lnTo>
                  <a:lnTo>
                    <a:pt x="472240" y="2296880"/>
                  </a:lnTo>
                  <a:lnTo>
                    <a:pt x="473081" y="2297822"/>
                  </a:lnTo>
                  <a:lnTo>
                    <a:pt x="473922" y="2298825"/>
                  </a:lnTo>
                  <a:lnTo>
                    <a:pt x="474763" y="2299699"/>
                  </a:lnTo>
                  <a:lnTo>
                    <a:pt x="475605" y="2300629"/>
                  </a:lnTo>
                  <a:lnTo>
                    <a:pt x="476446" y="2301696"/>
                  </a:lnTo>
                  <a:lnTo>
                    <a:pt x="477287" y="2302600"/>
                  </a:lnTo>
                  <a:lnTo>
                    <a:pt x="478128" y="2303640"/>
                  </a:lnTo>
                  <a:lnTo>
                    <a:pt x="478969" y="2304841"/>
                  </a:lnTo>
                  <a:lnTo>
                    <a:pt x="479811" y="2305945"/>
                  </a:lnTo>
                  <a:lnTo>
                    <a:pt x="480652" y="2306911"/>
                  </a:lnTo>
                  <a:lnTo>
                    <a:pt x="481493" y="2307667"/>
                  </a:lnTo>
                  <a:lnTo>
                    <a:pt x="482334" y="2308148"/>
                  </a:lnTo>
                  <a:lnTo>
                    <a:pt x="483175" y="2308374"/>
                  </a:lnTo>
                  <a:lnTo>
                    <a:pt x="484017" y="2307767"/>
                  </a:lnTo>
                  <a:lnTo>
                    <a:pt x="484858" y="2306836"/>
                  </a:lnTo>
                  <a:lnTo>
                    <a:pt x="485699" y="2305816"/>
                  </a:lnTo>
                  <a:lnTo>
                    <a:pt x="486540" y="2304886"/>
                  </a:lnTo>
                  <a:lnTo>
                    <a:pt x="487381" y="2304092"/>
                  </a:lnTo>
                  <a:lnTo>
                    <a:pt x="488223" y="2303445"/>
                  </a:lnTo>
                  <a:lnTo>
                    <a:pt x="489064" y="2302959"/>
                  </a:lnTo>
                  <a:lnTo>
                    <a:pt x="489905" y="2302213"/>
                  </a:lnTo>
                  <a:lnTo>
                    <a:pt x="490746" y="2301162"/>
                  </a:lnTo>
                  <a:lnTo>
                    <a:pt x="491587" y="2299741"/>
                  </a:lnTo>
                  <a:lnTo>
                    <a:pt x="492429" y="2298235"/>
                  </a:lnTo>
                  <a:lnTo>
                    <a:pt x="493270" y="2296433"/>
                  </a:lnTo>
                  <a:lnTo>
                    <a:pt x="494111" y="2294634"/>
                  </a:lnTo>
                  <a:lnTo>
                    <a:pt x="494952" y="2292750"/>
                  </a:lnTo>
                  <a:lnTo>
                    <a:pt x="495793" y="2290870"/>
                  </a:lnTo>
                  <a:lnTo>
                    <a:pt x="496635" y="2288914"/>
                  </a:lnTo>
                  <a:lnTo>
                    <a:pt x="497476" y="2286644"/>
                  </a:lnTo>
                  <a:lnTo>
                    <a:pt x="498317" y="2284570"/>
                  </a:lnTo>
                  <a:lnTo>
                    <a:pt x="499158" y="2282506"/>
                  </a:lnTo>
                  <a:lnTo>
                    <a:pt x="499999" y="2279827"/>
                  </a:lnTo>
                  <a:lnTo>
                    <a:pt x="500841" y="2277032"/>
                  </a:lnTo>
                  <a:lnTo>
                    <a:pt x="501682" y="2273986"/>
                  </a:lnTo>
                  <a:lnTo>
                    <a:pt x="502523" y="2271041"/>
                  </a:lnTo>
                  <a:lnTo>
                    <a:pt x="503364" y="2268507"/>
                  </a:lnTo>
                  <a:lnTo>
                    <a:pt x="504205" y="2266274"/>
                  </a:lnTo>
                  <a:lnTo>
                    <a:pt x="505047" y="2265110"/>
                  </a:lnTo>
                  <a:lnTo>
                    <a:pt x="505888" y="2264138"/>
                  </a:lnTo>
                  <a:lnTo>
                    <a:pt x="506729" y="2262685"/>
                  </a:lnTo>
                  <a:lnTo>
                    <a:pt x="507570" y="2260168"/>
                  </a:lnTo>
                  <a:lnTo>
                    <a:pt x="508411" y="2256813"/>
                  </a:lnTo>
                  <a:lnTo>
                    <a:pt x="509253" y="2252767"/>
                  </a:lnTo>
                  <a:lnTo>
                    <a:pt x="510094" y="2248646"/>
                  </a:lnTo>
                  <a:lnTo>
                    <a:pt x="510935" y="2243696"/>
                  </a:lnTo>
                  <a:lnTo>
                    <a:pt x="511776" y="2237863"/>
                  </a:lnTo>
                  <a:lnTo>
                    <a:pt x="512617" y="2232771"/>
                  </a:lnTo>
                  <a:lnTo>
                    <a:pt x="513459" y="2226924"/>
                  </a:lnTo>
                  <a:lnTo>
                    <a:pt x="514300" y="2220585"/>
                  </a:lnTo>
                  <a:lnTo>
                    <a:pt x="515141" y="2213723"/>
                  </a:lnTo>
                  <a:lnTo>
                    <a:pt x="515982" y="2206989"/>
                  </a:lnTo>
                  <a:lnTo>
                    <a:pt x="516824" y="2199894"/>
                  </a:lnTo>
                  <a:lnTo>
                    <a:pt x="517665" y="2192853"/>
                  </a:lnTo>
                  <a:lnTo>
                    <a:pt x="518506" y="2185797"/>
                  </a:lnTo>
                  <a:lnTo>
                    <a:pt x="519347" y="2179177"/>
                  </a:lnTo>
                  <a:lnTo>
                    <a:pt x="520188" y="2172751"/>
                  </a:lnTo>
                  <a:lnTo>
                    <a:pt x="521030" y="2166550"/>
                  </a:lnTo>
                  <a:lnTo>
                    <a:pt x="521871" y="2160496"/>
                  </a:lnTo>
                  <a:lnTo>
                    <a:pt x="522712" y="2155022"/>
                  </a:lnTo>
                  <a:lnTo>
                    <a:pt x="523553" y="2150083"/>
                  </a:lnTo>
                  <a:lnTo>
                    <a:pt x="524394" y="2145749"/>
                  </a:lnTo>
                  <a:lnTo>
                    <a:pt x="525236" y="2141602"/>
                  </a:lnTo>
                  <a:lnTo>
                    <a:pt x="526077" y="2138461"/>
                  </a:lnTo>
                  <a:lnTo>
                    <a:pt x="526918" y="2135974"/>
                  </a:lnTo>
                  <a:lnTo>
                    <a:pt x="527759" y="2133495"/>
                  </a:lnTo>
                  <a:lnTo>
                    <a:pt x="528600" y="2131080"/>
                  </a:lnTo>
                  <a:lnTo>
                    <a:pt x="529442" y="2129264"/>
                  </a:lnTo>
                  <a:lnTo>
                    <a:pt x="530283" y="2127771"/>
                  </a:lnTo>
                  <a:lnTo>
                    <a:pt x="531124" y="2125681"/>
                  </a:lnTo>
                  <a:lnTo>
                    <a:pt x="531965" y="2123367"/>
                  </a:lnTo>
                  <a:lnTo>
                    <a:pt x="532806" y="2121323"/>
                  </a:lnTo>
                  <a:lnTo>
                    <a:pt x="533648" y="2119729"/>
                  </a:lnTo>
                  <a:lnTo>
                    <a:pt x="534489" y="2118302"/>
                  </a:lnTo>
                  <a:lnTo>
                    <a:pt x="535330" y="2116864"/>
                  </a:lnTo>
                  <a:lnTo>
                    <a:pt x="536171" y="2115363"/>
                  </a:lnTo>
                  <a:lnTo>
                    <a:pt x="537012" y="2114186"/>
                  </a:lnTo>
                  <a:lnTo>
                    <a:pt x="537854" y="2112595"/>
                  </a:lnTo>
                  <a:lnTo>
                    <a:pt x="538695" y="2110463"/>
                  </a:lnTo>
                  <a:lnTo>
                    <a:pt x="539536" y="2108350"/>
                  </a:lnTo>
                  <a:lnTo>
                    <a:pt x="540377" y="2106323"/>
                  </a:lnTo>
                  <a:lnTo>
                    <a:pt x="541218" y="2104023"/>
                  </a:lnTo>
                  <a:lnTo>
                    <a:pt x="542060" y="2101494"/>
                  </a:lnTo>
                  <a:lnTo>
                    <a:pt x="542901" y="2099088"/>
                  </a:lnTo>
                  <a:lnTo>
                    <a:pt x="543742" y="2096759"/>
                  </a:lnTo>
                  <a:lnTo>
                    <a:pt x="544583" y="2094837"/>
                  </a:lnTo>
                  <a:lnTo>
                    <a:pt x="545424" y="2093490"/>
                  </a:lnTo>
                  <a:lnTo>
                    <a:pt x="546266" y="2092317"/>
                  </a:lnTo>
                  <a:lnTo>
                    <a:pt x="547107" y="2091415"/>
                  </a:lnTo>
                  <a:lnTo>
                    <a:pt x="547948" y="2091485"/>
                  </a:lnTo>
                  <a:lnTo>
                    <a:pt x="548789" y="2091652"/>
                  </a:lnTo>
                  <a:lnTo>
                    <a:pt x="549630" y="2091670"/>
                  </a:lnTo>
                  <a:lnTo>
                    <a:pt x="550472" y="2091573"/>
                  </a:lnTo>
                  <a:lnTo>
                    <a:pt x="551313" y="2091108"/>
                  </a:lnTo>
                  <a:lnTo>
                    <a:pt x="552154" y="2090023"/>
                  </a:lnTo>
                  <a:lnTo>
                    <a:pt x="552995" y="2089260"/>
                  </a:lnTo>
                  <a:lnTo>
                    <a:pt x="553836" y="2088888"/>
                  </a:lnTo>
                  <a:lnTo>
                    <a:pt x="554678" y="2089489"/>
                  </a:lnTo>
                  <a:lnTo>
                    <a:pt x="555519" y="2091006"/>
                  </a:lnTo>
                  <a:lnTo>
                    <a:pt x="556360" y="2093466"/>
                  </a:lnTo>
                  <a:lnTo>
                    <a:pt x="557201" y="2096241"/>
                  </a:lnTo>
                  <a:lnTo>
                    <a:pt x="558042" y="2099148"/>
                  </a:lnTo>
                  <a:lnTo>
                    <a:pt x="558884" y="2101693"/>
                  </a:lnTo>
                  <a:lnTo>
                    <a:pt x="559725" y="2104280"/>
                  </a:lnTo>
                  <a:lnTo>
                    <a:pt x="560566" y="2106326"/>
                  </a:lnTo>
                  <a:lnTo>
                    <a:pt x="561407" y="2107866"/>
                  </a:lnTo>
                  <a:lnTo>
                    <a:pt x="562248" y="2109521"/>
                  </a:lnTo>
                  <a:lnTo>
                    <a:pt x="563090" y="2111426"/>
                  </a:lnTo>
                  <a:lnTo>
                    <a:pt x="563931" y="2114061"/>
                  </a:lnTo>
                  <a:lnTo>
                    <a:pt x="564772" y="2117140"/>
                  </a:lnTo>
                  <a:lnTo>
                    <a:pt x="565613" y="2120305"/>
                  </a:lnTo>
                  <a:lnTo>
                    <a:pt x="566454" y="2123365"/>
                  </a:lnTo>
                  <a:lnTo>
                    <a:pt x="567296" y="2127145"/>
                  </a:lnTo>
                  <a:lnTo>
                    <a:pt x="568137" y="2129651"/>
                  </a:lnTo>
                  <a:lnTo>
                    <a:pt x="568978" y="2131434"/>
                  </a:lnTo>
                  <a:lnTo>
                    <a:pt x="569819" y="2132315"/>
                  </a:lnTo>
                  <a:lnTo>
                    <a:pt x="570660" y="2132288"/>
                  </a:lnTo>
                  <a:lnTo>
                    <a:pt x="571502" y="2131157"/>
                  </a:lnTo>
                  <a:lnTo>
                    <a:pt x="572343" y="2128698"/>
                  </a:lnTo>
                  <a:lnTo>
                    <a:pt x="573184" y="2125618"/>
                  </a:lnTo>
                  <a:lnTo>
                    <a:pt x="574025" y="2122415"/>
                  </a:lnTo>
                  <a:lnTo>
                    <a:pt x="574866" y="2118919"/>
                  </a:lnTo>
                  <a:lnTo>
                    <a:pt x="575708" y="2115381"/>
                  </a:lnTo>
                  <a:lnTo>
                    <a:pt x="576549" y="2111378"/>
                  </a:lnTo>
                  <a:lnTo>
                    <a:pt x="577390" y="2107316"/>
                  </a:lnTo>
                  <a:lnTo>
                    <a:pt x="578231" y="2103977"/>
                  </a:lnTo>
                  <a:lnTo>
                    <a:pt x="579072" y="2101099"/>
                  </a:lnTo>
                  <a:lnTo>
                    <a:pt x="579914" y="2098072"/>
                  </a:lnTo>
                  <a:lnTo>
                    <a:pt x="580755" y="2095161"/>
                  </a:lnTo>
                  <a:lnTo>
                    <a:pt x="581596" y="2092935"/>
                  </a:lnTo>
                  <a:lnTo>
                    <a:pt x="582437" y="2091883"/>
                  </a:lnTo>
                  <a:lnTo>
                    <a:pt x="583278" y="2092012"/>
                  </a:lnTo>
                  <a:lnTo>
                    <a:pt x="584120" y="2093234"/>
                  </a:lnTo>
                  <a:lnTo>
                    <a:pt x="584961" y="2095727"/>
                  </a:lnTo>
                  <a:lnTo>
                    <a:pt x="585802" y="2099728"/>
                  </a:lnTo>
                  <a:lnTo>
                    <a:pt x="586643" y="2104228"/>
                  </a:lnTo>
                  <a:lnTo>
                    <a:pt x="587485" y="2108282"/>
                  </a:lnTo>
                  <a:lnTo>
                    <a:pt x="588326" y="2112239"/>
                  </a:lnTo>
                  <a:lnTo>
                    <a:pt x="589167" y="2116136"/>
                  </a:lnTo>
                  <a:lnTo>
                    <a:pt x="590008" y="2120312"/>
                  </a:lnTo>
                  <a:lnTo>
                    <a:pt x="590849" y="2124367"/>
                  </a:lnTo>
                  <a:lnTo>
                    <a:pt x="591691" y="2127768"/>
                  </a:lnTo>
                  <a:lnTo>
                    <a:pt x="592532" y="2130554"/>
                  </a:lnTo>
                  <a:lnTo>
                    <a:pt x="593373" y="2132854"/>
                  </a:lnTo>
                  <a:lnTo>
                    <a:pt x="594214" y="2135336"/>
                  </a:lnTo>
                  <a:lnTo>
                    <a:pt x="595055" y="2137394"/>
                  </a:lnTo>
                  <a:lnTo>
                    <a:pt x="595897" y="2139016"/>
                  </a:lnTo>
                  <a:lnTo>
                    <a:pt x="596738" y="2140179"/>
                  </a:lnTo>
                  <a:lnTo>
                    <a:pt x="597579" y="2140551"/>
                  </a:lnTo>
                  <a:lnTo>
                    <a:pt x="598420" y="2140162"/>
                  </a:lnTo>
                  <a:lnTo>
                    <a:pt x="599261" y="2139165"/>
                  </a:lnTo>
                  <a:lnTo>
                    <a:pt x="600103" y="2138251"/>
                  </a:lnTo>
                  <a:lnTo>
                    <a:pt x="600944" y="2136696"/>
                  </a:lnTo>
                  <a:lnTo>
                    <a:pt x="601785" y="2134706"/>
                  </a:lnTo>
                  <a:lnTo>
                    <a:pt x="602626" y="2131899"/>
                  </a:lnTo>
                  <a:lnTo>
                    <a:pt x="603467" y="2128693"/>
                  </a:lnTo>
                  <a:lnTo>
                    <a:pt x="604309" y="2125079"/>
                  </a:lnTo>
                  <a:lnTo>
                    <a:pt x="605150" y="2120941"/>
                  </a:lnTo>
                  <a:lnTo>
                    <a:pt x="605991" y="2116446"/>
                  </a:lnTo>
                  <a:lnTo>
                    <a:pt x="606832" y="2111175"/>
                  </a:lnTo>
                  <a:lnTo>
                    <a:pt x="607673" y="2105506"/>
                  </a:lnTo>
                  <a:lnTo>
                    <a:pt x="608515" y="2099449"/>
                  </a:lnTo>
                  <a:lnTo>
                    <a:pt x="609356" y="2093022"/>
                  </a:lnTo>
                  <a:lnTo>
                    <a:pt x="610197" y="2086762"/>
                  </a:lnTo>
                  <a:lnTo>
                    <a:pt x="611038" y="2080415"/>
                  </a:lnTo>
                  <a:lnTo>
                    <a:pt x="611879" y="2074289"/>
                  </a:lnTo>
                  <a:lnTo>
                    <a:pt x="612721" y="2068120"/>
                  </a:lnTo>
                  <a:lnTo>
                    <a:pt x="613562" y="2062226"/>
                  </a:lnTo>
                  <a:lnTo>
                    <a:pt x="614403" y="2056535"/>
                  </a:lnTo>
                  <a:lnTo>
                    <a:pt x="615244" y="2051502"/>
                  </a:lnTo>
                  <a:lnTo>
                    <a:pt x="616085" y="2046313"/>
                  </a:lnTo>
                  <a:lnTo>
                    <a:pt x="616927" y="2041451"/>
                  </a:lnTo>
                  <a:lnTo>
                    <a:pt x="617768" y="2037048"/>
                  </a:lnTo>
                  <a:lnTo>
                    <a:pt x="618609" y="2032184"/>
                  </a:lnTo>
                  <a:lnTo>
                    <a:pt x="619450" y="2028250"/>
                  </a:lnTo>
                  <a:lnTo>
                    <a:pt x="620291" y="2024875"/>
                  </a:lnTo>
                  <a:lnTo>
                    <a:pt x="621133" y="2022683"/>
                  </a:lnTo>
                  <a:lnTo>
                    <a:pt x="621974" y="2020863"/>
                  </a:lnTo>
                  <a:lnTo>
                    <a:pt x="622815" y="2018714"/>
                  </a:lnTo>
                  <a:lnTo>
                    <a:pt x="623656" y="2016539"/>
                  </a:lnTo>
                  <a:lnTo>
                    <a:pt x="624497" y="2014340"/>
                  </a:lnTo>
                  <a:lnTo>
                    <a:pt x="625339" y="2012148"/>
                  </a:lnTo>
                  <a:lnTo>
                    <a:pt x="626180" y="2009932"/>
                  </a:lnTo>
                  <a:lnTo>
                    <a:pt x="627021" y="2007703"/>
                  </a:lnTo>
                  <a:lnTo>
                    <a:pt x="627862" y="2005503"/>
                  </a:lnTo>
                  <a:lnTo>
                    <a:pt x="628703" y="2003477"/>
                  </a:lnTo>
                  <a:lnTo>
                    <a:pt x="629545" y="2001423"/>
                  </a:lnTo>
                  <a:lnTo>
                    <a:pt x="630386" y="1999398"/>
                  </a:lnTo>
                  <a:lnTo>
                    <a:pt x="631227" y="1997436"/>
                  </a:lnTo>
                  <a:lnTo>
                    <a:pt x="632068" y="1995452"/>
                  </a:lnTo>
                  <a:lnTo>
                    <a:pt x="632909" y="1993398"/>
                  </a:lnTo>
                  <a:lnTo>
                    <a:pt x="633751" y="1991558"/>
                  </a:lnTo>
                  <a:lnTo>
                    <a:pt x="634592" y="1990102"/>
                  </a:lnTo>
                  <a:lnTo>
                    <a:pt x="635433" y="1989011"/>
                  </a:lnTo>
                  <a:lnTo>
                    <a:pt x="636274" y="1987554"/>
                  </a:lnTo>
                  <a:lnTo>
                    <a:pt x="637115" y="1986129"/>
                  </a:lnTo>
                  <a:lnTo>
                    <a:pt x="637957" y="1984697"/>
                  </a:lnTo>
                  <a:lnTo>
                    <a:pt x="638798" y="1983507"/>
                  </a:lnTo>
                  <a:lnTo>
                    <a:pt x="639639" y="1982633"/>
                  </a:lnTo>
                  <a:lnTo>
                    <a:pt x="640480" y="1981872"/>
                  </a:lnTo>
                  <a:lnTo>
                    <a:pt x="641321" y="1981176"/>
                  </a:lnTo>
                  <a:lnTo>
                    <a:pt x="642163" y="1980682"/>
                  </a:lnTo>
                  <a:lnTo>
                    <a:pt x="643004" y="1980148"/>
                  </a:lnTo>
                  <a:lnTo>
                    <a:pt x="643845" y="1979547"/>
                  </a:lnTo>
                  <a:lnTo>
                    <a:pt x="644686" y="1978394"/>
                  </a:lnTo>
                  <a:lnTo>
                    <a:pt x="645527" y="1976866"/>
                  </a:lnTo>
                  <a:lnTo>
                    <a:pt x="646369" y="1974395"/>
                  </a:lnTo>
                  <a:lnTo>
                    <a:pt x="647210" y="1971393"/>
                  </a:lnTo>
                  <a:lnTo>
                    <a:pt x="648051" y="1967904"/>
                  </a:lnTo>
                  <a:lnTo>
                    <a:pt x="648892" y="1964522"/>
                  </a:lnTo>
                  <a:lnTo>
                    <a:pt x="649733" y="1960993"/>
                  </a:lnTo>
                  <a:lnTo>
                    <a:pt x="650575" y="1957100"/>
                  </a:lnTo>
                  <a:lnTo>
                    <a:pt x="651416" y="1952937"/>
                  </a:lnTo>
                  <a:lnTo>
                    <a:pt x="652257" y="1948637"/>
                  </a:lnTo>
                  <a:lnTo>
                    <a:pt x="653098" y="1943971"/>
                  </a:lnTo>
                  <a:lnTo>
                    <a:pt x="653939" y="1938880"/>
                  </a:lnTo>
                  <a:lnTo>
                    <a:pt x="654781" y="1933990"/>
                  </a:lnTo>
                  <a:lnTo>
                    <a:pt x="655622" y="1928966"/>
                  </a:lnTo>
                  <a:lnTo>
                    <a:pt x="656463" y="1924707"/>
                  </a:lnTo>
                  <a:lnTo>
                    <a:pt x="657304" y="1920286"/>
                  </a:lnTo>
                  <a:lnTo>
                    <a:pt x="658146" y="1916468"/>
                  </a:lnTo>
                  <a:lnTo>
                    <a:pt x="658987" y="1913262"/>
                  </a:lnTo>
                  <a:lnTo>
                    <a:pt x="659828" y="1910665"/>
                  </a:lnTo>
                  <a:lnTo>
                    <a:pt x="660669" y="1908830"/>
                  </a:lnTo>
                  <a:lnTo>
                    <a:pt x="661510" y="1907505"/>
                  </a:lnTo>
                  <a:lnTo>
                    <a:pt x="662352" y="1906806"/>
                  </a:lnTo>
                  <a:lnTo>
                    <a:pt x="663193" y="1906865"/>
                  </a:lnTo>
                  <a:lnTo>
                    <a:pt x="664034" y="1907192"/>
                  </a:lnTo>
                  <a:lnTo>
                    <a:pt x="664875" y="1908322"/>
                  </a:lnTo>
                  <a:lnTo>
                    <a:pt x="665716" y="1910632"/>
                  </a:lnTo>
                  <a:lnTo>
                    <a:pt x="666558" y="1913598"/>
                  </a:lnTo>
                  <a:lnTo>
                    <a:pt x="667399" y="1917108"/>
                  </a:lnTo>
                  <a:lnTo>
                    <a:pt x="668240" y="1921045"/>
                  </a:lnTo>
                  <a:lnTo>
                    <a:pt x="669081" y="1925205"/>
                  </a:lnTo>
                  <a:lnTo>
                    <a:pt x="669922" y="1929730"/>
                  </a:lnTo>
                  <a:lnTo>
                    <a:pt x="670764" y="1934416"/>
                  </a:lnTo>
                  <a:lnTo>
                    <a:pt x="671605" y="1939062"/>
                  </a:lnTo>
                  <a:lnTo>
                    <a:pt x="672446" y="1943830"/>
                  </a:lnTo>
                  <a:lnTo>
                    <a:pt x="673287" y="1947849"/>
                  </a:lnTo>
                  <a:lnTo>
                    <a:pt x="674128" y="1951974"/>
                  </a:lnTo>
                  <a:lnTo>
                    <a:pt x="674970" y="1956360"/>
                  </a:lnTo>
                  <a:lnTo>
                    <a:pt x="675811" y="1961413"/>
                  </a:lnTo>
                  <a:lnTo>
                    <a:pt x="676652" y="1967229"/>
                  </a:lnTo>
                  <a:lnTo>
                    <a:pt x="677493" y="1973618"/>
                  </a:lnTo>
                  <a:lnTo>
                    <a:pt x="678334" y="1979204"/>
                  </a:lnTo>
                  <a:lnTo>
                    <a:pt x="679176" y="1985042"/>
                  </a:lnTo>
                  <a:lnTo>
                    <a:pt x="680017" y="1991110"/>
                  </a:lnTo>
                  <a:lnTo>
                    <a:pt x="680858" y="1996407"/>
                  </a:lnTo>
                  <a:lnTo>
                    <a:pt x="681699" y="2001871"/>
                  </a:lnTo>
                  <a:lnTo>
                    <a:pt x="682540" y="2007327"/>
                  </a:lnTo>
                  <a:lnTo>
                    <a:pt x="683382" y="2013088"/>
                  </a:lnTo>
                  <a:lnTo>
                    <a:pt x="684223" y="2017853"/>
                  </a:lnTo>
                  <a:lnTo>
                    <a:pt x="685064" y="2022185"/>
                  </a:lnTo>
                  <a:lnTo>
                    <a:pt x="685905" y="2026386"/>
                  </a:lnTo>
                  <a:lnTo>
                    <a:pt x="686746" y="2029946"/>
                  </a:lnTo>
                  <a:lnTo>
                    <a:pt x="687588" y="2032366"/>
                  </a:lnTo>
                  <a:lnTo>
                    <a:pt x="688429" y="2034954"/>
                  </a:lnTo>
                  <a:lnTo>
                    <a:pt x="689270" y="2037566"/>
                  </a:lnTo>
                  <a:lnTo>
                    <a:pt x="690111" y="2040249"/>
                  </a:lnTo>
                  <a:lnTo>
                    <a:pt x="690952" y="2042857"/>
                  </a:lnTo>
                  <a:lnTo>
                    <a:pt x="691794" y="2045179"/>
                  </a:lnTo>
                  <a:lnTo>
                    <a:pt x="692635" y="2047146"/>
                  </a:lnTo>
                  <a:lnTo>
                    <a:pt x="693476" y="2049083"/>
                  </a:lnTo>
                  <a:lnTo>
                    <a:pt x="694317" y="2050572"/>
                  </a:lnTo>
                  <a:lnTo>
                    <a:pt x="695158" y="2052070"/>
                  </a:lnTo>
                  <a:lnTo>
                    <a:pt x="696000" y="2053792"/>
                  </a:lnTo>
                  <a:lnTo>
                    <a:pt x="696841" y="2055258"/>
                  </a:lnTo>
                  <a:lnTo>
                    <a:pt x="697682" y="2055169"/>
                  </a:lnTo>
                  <a:lnTo>
                    <a:pt x="698523" y="2054764"/>
                  </a:lnTo>
                  <a:lnTo>
                    <a:pt x="699364" y="2055163"/>
                  </a:lnTo>
                  <a:lnTo>
                    <a:pt x="700206" y="2055319"/>
                  </a:lnTo>
                  <a:lnTo>
                    <a:pt x="701047" y="2054997"/>
                  </a:lnTo>
                  <a:lnTo>
                    <a:pt x="701888" y="2053692"/>
                  </a:lnTo>
                  <a:lnTo>
                    <a:pt x="702729" y="2051894"/>
                  </a:lnTo>
                  <a:lnTo>
                    <a:pt x="703570" y="2049659"/>
                  </a:lnTo>
                  <a:lnTo>
                    <a:pt x="704412" y="2047289"/>
                  </a:lnTo>
                  <a:lnTo>
                    <a:pt x="705253" y="2044931"/>
                  </a:lnTo>
                  <a:lnTo>
                    <a:pt x="706094" y="2042600"/>
                  </a:lnTo>
                  <a:lnTo>
                    <a:pt x="706935" y="2040471"/>
                  </a:lnTo>
                  <a:lnTo>
                    <a:pt x="707776" y="2037782"/>
                  </a:lnTo>
                  <a:lnTo>
                    <a:pt x="708618" y="2035412"/>
                  </a:lnTo>
                  <a:lnTo>
                    <a:pt x="709459" y="2034276"/>
                  </a:lnTo>
                  <a:lnTo>
                    <a:pt x="710300" y="2033906"/>
                  </a:lnTo>
                  <a:lnTo>
                    <a:pt x="711141" y="2034019"/>
                  </a:lnTo>
                  <a:lnTo>
                    <a:pt x="711982" y="2034110"/>
                  </a:lnTo>
                  <a:lnTo>
                    <a:pt x="712824" y="2034277"/>
                  </a:lnTo>
                  <a:lnTo>
                    <a:pt x="713665" y="2034132"/>
                  </a:lnTo>
                  <a:lnTo>
                    <a:pt x="714506" y="2034847"/>
                  </a:lnTo>
                  <a:lnTo>
                    <a:pt x="715347" y="2035809"/>
                  </a:lnTo>
                  <a:lnTo>
                    <a:pt x="716188" y="2037084"/>
                  </a:lnTo>
                  <a:lnTo>
                    <a:pt x="717030" y="2038903"/>
                  </a:lnTo>
                  <a:lnTo>
                    <a:pt x="717871" y="2040637"/>
                  </a:lnTo>
                  <a:lnTo>
                    <a:pt x="718712" y="2042255"/>
                  </a:lnTo>
                  <a:lnTo>
                    <a:pt x="719553" y="2043179"/>
                  </a:lnTo>
                  <a:lnTo>
                    <a:pt x="720394" y="2044361"/>
                  </a:lnTo>
                  <a:lnTo>
                    <a:pt x="721236" y="2045094"/>
                  </a:lnTo>
                  <a:lnTo>
                    <a:pt x="722077" y="2045751"/>
                  </a:lnTo>
                  <a:lnTo>
                    <a:pt x="722918" y="2045877"/>
                  </a:lnTo>
                  <a:lnTo>
                    <a:pt x="723759" y="2045456"/>
                  </a:lnTo>
                  <a:lnTo>
                    <a:pt x="724600" y="2044068"/>
                  </a:lnTo>
                  <a:lnTo>
                    <a:pt x="725442" y="2042209"/>
                  </a:lnTo>
                  <a:lnTo>
                    <a:pt x="726283" y="2039966"/>
                  </a:lnTo>
                  <a:lnTo>
                    <a:pt x="727124" y="2037991"/>
                  </a:lnTo>
                  <a:lnTo>
                    <a:pt x="727965" y="2036170"/>
                  </a:lnTo>
                  <a:lnTo>
                    <a:pt x="728807" y="2034462"/>
                  </a:lnTo>
                  <a:lnTo>
                    <a:pt x="729648" y="2033353"/>
                  </a:lnTo>
                  <a:lnTo>
                    <a:pt x="730489" y="2032608"/>
                  </a:lnTo>
                  <a:lnTo>
                    <a:pt x="731330" y="2032147"/>
                  </a:lnTo>
                  <a:lnTo>
                    <a:pt x="732171" y="2031961"/>
                  </a:lnTo>
                  <a:lnTo>
                    <a:pt x="733013" y="2031305"/>
                  </a:lnTo>
                  <a:lnTo>
                    <a:pt x="733854" y="2030900"/>
                  </a:lnTo>
                  <a:lnTo>
                    <a:pt x="734695" y="2030488"/>
                  </a:lnTo>
                  <a:lnTo>
                    <a:pt x="735536" y="2029662"/>
                  </a:lnTo>
                  <a:lnTo>
                    <a:pt x="736377" y="2028634"/>
                  </a:lnTo>
                  <a:lnTo>
                    <a:pt x="737219" y="2028778"/>
                  </a:lnTo>
                  <a:lnTo>
                    <a:pt x="738060" y="2030081"/>
                  </a:lnTo>
                  <a:lnTo>
                    <a:pt x="738901" y="2032148"/>
                  </a:lnTo>
                  <a:lnTo>
                    <a:pt x="739742" y="2034565"/>
                  </a:lnTo>
                  <a:lnTo>
                    <a:pt x="740583" y="2037043"/>
                  </a:lnTo>
                  <a:lnTo>
                    <a:pt x="741425" y="2039338"/>
                  </a:lnTo>
                  <a:lnTo>
                    <a:pt x="742266" y="2040979"/>
                  </a:lnTo>
                  <a:lnTo>
                    <a:pt x="743107" y="2042169"/>
                  </a:lnTo>
                  <a:lnTo>
                    <a:pt x="743948" y="2043089"/>
                  </a:lnTo>
                  <a:lnTo>
                    <a:pt x="744789" y="2044080"/>
                  </a:lnTo>
                  <a:lnTo>
                    <a:pt x="745631" y="2045342"/>
                  </a:lnTo>
                  <a:lnTo>
                    <a:pt x="746472" y="2046243"/>
                  </a:lnTo>
                  <a:lnTo>
                    <a:pt x="747313" y="2047037"/>
                  </a:lnTo>
                  <a:lnTo>
                    <a:pt x="748154" y="2048133"/>
                  </a:lnTo>
                  <a:lnTo>
                    <a:pt x="748995" y="2049257"/>
                  </a:lnTo>
                  <a:lnTo>
                    <a:pt x="749837" y="2049866"/>
                  </a:lnTo>
                  <a:lnTo>
                    <a:pt x="750678" y="2049338"/>
                  </a:lnTo>
                  <a:lnTo>
                    <a:pt x="751519" y="2047744"/>
                  </a:lnTo>
                  <a:lnTo>
                    <a:pt x="752360" y="2045520"/>
                  </a:lnTo>
                  <a:lnTo>
                    <a:pt x="753201" y="2041967"/>
                  </a:lnTo>
                  <a:lnTo>
                    <a:pt x="754043" y="2038371"/>
                  </a:lnTo>
                  <a:lnTo>
                    <a:pt x="754884" y="2034940"/>
                  </a:lnTo>
                  <a:lnTo>
                    <a:pt x="755725" y="2031606"/>
                  </a:lnTo>
                  <a:lnTo>
                    <a:pt x="756566" y="2028207"/>
                  </a:lnTo>
                  <a:lnTo>
                    <a:pt x="757407" y="2024845"/>
                  </a:lnTo>
                  <a:lnTo>
                    <a:pt x="758249" y="2021414"/>
                  </a:lnTo>
                  <a:lnTo>
                    <a:pt x="759090" y="2017973"/>
                  </a:lnTo>
                  <a:lnTo>
                    <a:pt x="759931" y="2014743"/>
                  </a:lnTo>
                  <a:lnTo>
                    <a:pt x="760772" y="2011795"/>
                  </a:lnTo>
                  <a:lnTo>
                    <a:pt x="761613" y="2008515"/>
                  </a:lnTo>
                  <a:lnTo>
                    <a:pt x="762455" y="2004941"/>
                  </a:lnTo>
                  <a:lnTo>
                    <a:pt x="763296" y="2001506"/>
                  </a:lnTo>
                  <a:lnTo>
                    <a:pt x="764137" y="1998492"/>
                  </a:lnTo>
                  <a:lnTo>
                    <a:pt x="764978" y="1995629"/>
                  </a:lnTo>
                  <a:lnTo>
                    <a:pt x="765819" y="1993194"/>
                  </a:lnTo>
                  <a:lnTo>
                    <a:pt x="766661" y="1990911"/>
                  </a:lnTo>
                  <a:lnTo>
                    <a:pt x="767502" y="1988971"/>
                  </a:lnTo>
                  <a:lnTo>
                    <a:pt x="768343" y="1987149"/>
                  </a:lnTo>
                  <a:lnTo>
                    <a:pt x="769184" y="1986032"/>
                  </a:lnTo>
                  <a:lnTo>
                    <a:pt x="770025" y="1984842"/>
                  </a:lnTo>
                  <a:lnTo>
                    <a:pt x="770867" y="1983950"/>
                  </a:lnTo>
                  <a:lnTo>
                    <a:pt x="771708" y="1983141"/>
                  </a:lnTo>
                  <a:lnTo>
                    <a:pt x="772549" y="1982481"/>
                  </a:lnTo>
                  <a:lnTo>
                    <a:pt x="773390" y="1982006"/>
                  </a:lnTo>
                  <a:lnTo>
                    <a:pt x="774231" y="1981709"/>
                  </a:lnTo>
                  <a:lnTo>
                    <a:pt x="775073" y="1982333"/>
                  </a:lnTo>
                  <a:lnTo>
                    <a:pt x="775914" y="1982806"/>
                  </a:lnTo>
                  <a:lnTo>
                    <a:pt x="776755" y="1982898"/>
                  </a:lnTo>
                  <a:lnTo>
                    <a:pt x="777596" y="1983303"/>
                  </a:lnTo>
                  <a:lnTo>
                    <a:pt x="778437" y="1983177"/>
                  </a:lnTo>
                  <a:lnTo>
                    <a:pt x="779279" y="1982336"/>
                  </a:lnTo>
                  <a:lnTo>
                    <a:pt x="780120" y="1980716"/>
                  </a:lnTo>
                  <a:lnTo>
                    <a:pt x="780961" y="1978516"/>
                  </a:lnTo>
                  <a:lnTo>
                    <a:pt x="781802" y="1975579"/>
                  </a:lnTo>
                  <a:lnTo>
                    <a:pt x="782643" y="1972674"/>
                  </a:lnTo>
                  <a:lnTo>
                    <a:pt x="783485" y="1968860"/>
                  </a:lnTo>
                  <a:lnTo>
                    <a:pt x="784326" y="1965793"/>
                  </a:lnTo>
                  <a:lnTo>
                    <a:pt x="785167" y="1964201"/>
                  </a:lnTo>
                  <a:lnTo>
                    <a:pt x="786008" y="1961437"/>
                  </a:lnTo>
                  <a:lnTo>
                    <a:pt x="786849" y="1958763"/>
                  </a:lnTo>
                  <a:lnTo>
                    <a:pt x="787691" y="1954818"/>
                  </a:lnTo>
                  <a:lnTo>
                    <a:pt x="788532" y="1949580"/>
                  </a:lnTo>
                  <a:lnTo>
                    <a:pt x="789373" y="1943210"/>
                  </a:lnTo>
                  <a:lnTo>
                    <a:pt x="790214" y="1937128"/>
                  </a:lnTo>
                  <a:lnTo>
                    <a:pt x="791055" y="1931005"/>
                  </a:lnTo>
                  <a:lnTo>
                    <a:pt x="791897" y="1924250"/>
                  </a:lnTo>
                  <a:lnTo>
                    <a:pt x="792738" y="1916989"/>
                  </a:lnTo>
                  <a:lnTo>
                    <a:pt x="793579" y="1909427"/>
                  </a:lnTo>
                  <a:lnTo>
                    <a:pt x="794420" y="1901313"/>
                  </a:lnTo>
                  <a:lnTo>
                    <a:pt x="795261" y="1893549"/>
                  </a:lnTo>
                  <a:lnTo>
                    <a:pt x="796103" y="1885637"/>
                  </a:lnTo>
                  <a:lnTo>
                    <a:pt x="796944" y="1877450"/>
                  </a:lnTo>
                  <a:lnTo>
                    <a:pt x="797785" y="1868351"/>
                  </a:lnTo>
                  <a:lnTo>
                    <a:pt x="798626" y="1860137"/>
                  </a:lnTo>
                  <a:lnTo>
                    <a:pt x="799468" y="1850724"/>
                  </a:lnTo>
                  <a:lnTo>
                    <a:pt x="800309" y="1841428"/>
                  </a:lnTo>
                  <a:lnTo>
                    <a:pt x="801150" y="1832701"/>
                  </a:lnTo>
                  <a:lnTo>
                    <a:pt x="801991" y="1824176"/>
                  </a:lnTo>
                  <a:lnTo>
                    <a:pt x="802832" y="1814921"/>
                  </a:lnTo>
                  <a:lnTo>
                    <a:pt x="803674" y="1805802"/>
                  </a:lnTo>
                  <a:lnTo>
                    <a:pt x="804515" y="1797804"/>
                  </a:lnTo>
                  <a:lnTo>
                    <a:pt x="805356" y="1789303"/>
                  </a:lnTo>
                  <a:lnTo>
                    <a:pt x="806197" y="1781691"/>
                  </a:lnTo>
                  <a:lnTo>
                    <a:pt x="807038" y="1773625"/>
                  </a:lnTo>
                  <a:lnTo>
                    <a:pt x="807880" y="1765847"/>
                  </a:lnTo>
                  <a:lnTo>
                    <a:pt x="808721" y="1757425"/>
                  </a:lnTo>
                  <a:lnTo>
                    <a:pt x="809562" y="1748655"/>
                  </a:lnTo>
                  <a:lnTo>
                    <a:pt x="810403" y="1739972"/>
                  </a:lnTo>
                  <a:lnTo>
                    <a:pt x="811244" y="1730233"/>
                  </a:lnTo>
                  <a:lnTo>
                    <a:pt x="812086" y="1720431"/>
                  </a:lnTo>
                  <a:lnTo>
                    <a:pt x="812927" y="1712564"/>
                  </a:lnTo>
                  <a:lnTo>
                    <a:pt x="813768" y="1705427"/>
                  </a:lnTo>
                  <a:lnTo>
                    <a:pt x="814609" y="1698231"/>
                  </a:lnTo>
                  <a:lnTo>
                    <a:pt x="815450" y="1690432"/>
                  </a:lnTo>
                  <a:lnTo>
                    <a:pt x="816292" y="1683098"/>
                  </a:lnTo>
                  <a:lnTo>
                    <a:pt x="817133" y="1676271"/>
                  </a:lnTo>
                  <a:lnTo>
                    <a:pt x="817974" y="1670843"/>
                  </a:lnTo>
                  <a:lnTo>
                    <a:pt x="818815" y="1666415"/>
                  </a:lnTo>
                  <a:lnTo>
                    <a:pt x="819656" y="1663099"/>
                  </a:lnTo>
                  <a:lnTo>
                    <a:pt x="820498" y="1659727"/>
                  </a:lnTo>
                  <a:lnTo>
                    <a:pt x="821339" y="1656954"/>
                  </a:lnTo>
                  <a:lnTo>
                    <a:pt x="822180" y="1654461"/>
                  </a:lnTo>
                  <a:lnTo>
                    <a:pt x="823021" y="1651280"/>
                  </a:lnTo>
                  <a:lnTo>
                    <a:pt x="823862" y="1649053"/>
                  </a:lnTo>
                  <a:lnTo>
                    <a:pt x="824704" y="1646254"/>
                  </a:lnTo>
                  <a:lnTo>
                    <a:pt x="825545" y="1643422"/>
                  </a:lnTo>
                  <a:lnTo>
                    <a:pt x="826386" y="1640495"/>
                  </a:lnTo>
                  <a:lnTo>
                    <a:pt x="827227" y="1636762"/>
                  </a:lnTo>
                  <a:lnTo>
                    <a:pt x="828068" y="1633031"/>
                  </a:lnTo>
                  <a:lnTo>
                    <a:pt x="828910" y="1628841"/>
                  </a:lnTo>
                  <a:lnTo>
                    <a:pt x="829751" y="1624263"/>
                  </a:lnTo>
                  <a:lnTo>
                    <a:pt x="830592" y="1618809"/>
                  </a:lnTo>
                  <a:lnTo>
                    <a:pt x="831433" y="1612670"/>
                  </a:lnTo>
                  <a:lnTo>
                    <a:pt x="832274" y="1605868"/>
                  </a:lnTo>
                  <a:lnTo>
                    <a:pt x="833116" y="1597658"/>
                  </a:lnTo>
                  <a:lnTo>
                    <a:pt x="833957" y="1588777"/>
                  </a:lnTo>
                  <a:lnTo>
                    <a:pt x="834798" y="1579282"/>
                  </a:lnTo>
                  <a:lnTo>
                    <a:pt x="835639" y="1569508"/>
                  </a:lnTo>
                  <a:lnTo>
                    <a:pt x="836480" y="1559797"/>
                  </a:lnTo>
                  <a:lnTo>
                    <a:pt x="837322" y="1549378"/>
                  </a:lnTo>
                  <a:lnTo>
                    <a:pt x="838163" y="1538954"/>
                  </a:lnTo>
                  <a:lnTo>
                    <a:pt x="839004" y="1528170"/>
                  </a:lnTo>
                  <a:lnTo>
                    <a:pt x="839845" y="1518026"/>
                  </a:lnTo>
                  <a:lnTo>
                    <a:pt x="840686" y="1509076"/>
                  </a:lnTo>
                  <a:lnTo>
                    <a:pt x="841528" y="1500350"/>
                  </a:lnTo>
                  <a:lnTo>
                    <a:pt x="842369" y="1491335"/>
                  </a:lnTo>
                  <a:lnTo>
                    <a:pt x="843210" y="1483658"/>
                  </a:lnTo>
                  <a:lnTo>
                    <a:pt x="844051" y="1476385"/>
                  </a:lnTo>
                  <a:lnTo>
                    <a:pt x="844892" y="1470611"/>
                  </a:lnTo>
                  <a:lnTo>
                    <a:pt x="845734" y="1465543"/>
                  </a:lnTo>
                  <a:lnTo>
                    <a:pt x="846575" y="1462026"/>
                  </a:lnTo>
                  <a:lnTo>
                    <a:pt x="847416" y="1458878"/>
                  </a:lnTo>
                  <a:lnTo>
                    <a:pt x="848257" y="1456245"/>
                  </a:lnTo>
                  <a:lnTo>
                    <a:pt x="849098" y="1453901"/>
                  </a:lnTo>
                  <a:lnTo>
                    <a:pt x="849940" y="1452290"/>
                  </a:lnTo>
                  <a:lnTo>
                    <a:pt x="850781" y="1451333"/>
                  </a:lnTo>
                  <a:lnTo>
                    <a:pt x="851622" y="1450779"/>
                  </a:lnTo>
                  <a:lnTo>
                    <a:pt x="852463" y="1450887"/>
                  </a:lnTo>
                  <a:lnTo>
                    <a:pt x="853304" y="1452141"/>
                  </a:lnTo>
                  <a:lnTo>
                    <a:pt x="854146" y="1453461"/>
                  </a:lnTo>
                  <a:lnTo>
                    <a:pt x="854987" y="1455335"/>
                  </a:lnTo>
                  <a:lnTo>
                    <a:pt x="855828" y="1457940"/>
                  </a:lnTo>
                  <a:lnTo>
                    <a:pt x="856669" y="1460364"/>
                  </a:lnTo>
                  <a:lnTo>
                    <a:pt x="857510" y="1462844"/>
                  </a:lnTo>
                  <a:lnTo>
                    <a:pt x="858352" y="1465069"/>
                  </a:lnTo>
                  <a:lnTo>
                    <a:pt x="859193" y="1467366"/>
                  </a:lnTo>
                  <a:lnTo>
                    <a:pt x="860034" y="1469639"/>
                  </a:lnTo>
                  <a:lnTo>
                    <a:pt x="860875" y="1471840"/>
                  </a:lnTo>
                  <a:lnTo>
                    <a:pt x="861716" y="1474042"/>
                  </a:lnTo>
                  <a:lnTo>
                    <a:pt x="862558" y="1475993"/>
                  </a:lnTo>
                  <a:lnTo>
                    <a:pt x="863399" y="1477539"/>
                  </a:lnTo>
                  <a:lnTo>
                    <a:pt x="864240" y="1478924"/>
                  </a:lnTo>
                  <a:lnTo>
                    <a:pt x="865081" y="1480512"/>
                  </a:lnTo>
                  <a:lnTo>
                    <a:pt x="865922" y="1482743"/>
                  </a:lnTo>
                  <a:lnTo>
                    <a:pt x="866764" y="1484711"/>
                  </a:lnTo>
                  <a:lnTo>
                    <a:pt x="867605" y="1486511"/>
                  </a:lnTo>
                  <a:lnTo>
                    <a:pt x="868446" y="1488418"/>
                  </a:lnTo>
                  <a:lnTo>
                    <a:pt x="869287" y="1490407"/>
                  </a:lnTo>
                  <a:lnTo>
                    <a:pt x="870128" y="1492887"/>
                  </a:lnTo>
                  <a:lnTo>
                    <a:pt x="870970" y="1495945"/>
                  </a:lnTo>
                  <a:lnTo>
                    <a:pt x="871811" y="1499348"/>
                  </a:lnTo>
                  <a:lnTo>
                    <a:pt x="872652" y="1503289"/>
                  </a:lnTo>
                  <a:lnTo>
                    <a:pt x="873493" y="1507088"/>
                  </a:lnTo>
                  <a:lnTo>
                    <a:pt x="874335" y="1511087"/>
                  </a:lnTo>
                  <a:lnTo>
                    <a:pt x="875176" y="1515110"/>
                  </a:lnTo>
                  <a:lnTo>
                    <a:pt x="876017" y="1519415"/>
                  </a:lnTo>
                  <a:lnTo>
                    <a:pt x="876858" y="1523435"/>
                  </a:lnTo>
                  <a:lnTo>
                    <a:pt x="877699" y="1526668"/>
                  </a:lnTo>
                  <a:lnTo>
                    <a:pt x="878541" y="1529359"/>
                  </a:lnTo>
                  <a:lnTo>
                    <a:pt x="879382" y="1531538"/>
                  </a:lnTo>
                  <a:lnTo>
                    <a:pt x="880223" y="1533686"/>
                  </a:lnTo>
                  <a:lnTo>
                    <a:pt x="881064" y="1535408"/>
                  </a:lnTo>
                  <a:lnTo>
                    <a:pt x="881905" y="1537144"/>
                  </a:lnTo>
                  <a:lnTo>
                    <a:pt x="882747" y="1538192"/>
                  </a:lnTo>
                  <a:lnTo>
                    <a:pt x="883588" y="1539027"/>
                  </a:lnTo>
                  <a:lnTo>
                    <a:pt x="884429" y="1539121"/>
                  </a:lnTo>
                  <a:lnTo>
                    <a:pt x="885270" y="1538893"/>
                  </a:lnTo>
                  <a:lnTo>
                    <a:pt x="886111" y="1538834"/>
                  </a:lnTo>
                  <a:lnTo>
                    <a:pt x="886953" y="1538772"/>
                  </a:lnTo>
                  <a:lnTo>
                    <a:pt x="887794" y="1539073"/>
                  </a:lnTo>
                  <a:lnTo>
                    <a:pt x="888635" y="1539081"/>
                  </a:lnTo>
                  <a:lnTo>
                    <a:pt x="889476" y="1538817"/>
                  </a:lnTo>
                  <a:lnTo>
                    <a:pt x="890317" y="1538357"/>
                  </a:lnTo>
                  <a:lnTo>
                    <a:pt x="891159" y="1537315"/>
                  </a:lnTo>
                  <a:lnTo>
                    <a:pt x="892000" y="1536007"/>
                  </a:lnTo>
                  <a:lnTo>
                    <a:pt x="892841" y="1534061"/>
                  </a:lnTo>
                  <a:lnTo>
                    <a:pt x="893682" y="1532247"/>
                  </a:lnTo>
                  <a:lnTo>
                    <a:pt x="894523" y="1530376"/>
                  </a:lnTo>
                  <a:lnTo>
                    <a:pt x="895365" y="1528519"/>
                  </a:lnTo>
                  <a:lnTo>
                    <a:pt x="896206" y="1526560"/>
                  </a:lnTo>
                  <a:lnTo>
                    <a:pt x="897047" y="1524564"/>
                  </a:lnTo>
                  <a:lnTo>
                    <a:pt x="897888" y="1522337"/>
                  </a:lnTo>
                  <a:lnTo>
                    <a:pt x="898729" y="1520157"/>
                  </a:lnTo>
                  <a:lnTo>
                    <a:pt x="899571" y="1517983"/>
                  </a:lnTo>
                  <a:lnTo>
                    <a:pt x="900412" y="1515798"/>
                  </a:lnTo>
                  <a:lnTo>
                    <a:pt x="901253" y="1514158"/>
                  </a:lnTo>
                  <a:lnTo>
                    <a:pt x="902094" y="1512864"/>
                  </a:lnTo>
                  <a:lnTo>
                    <a:pt x="902935" y="1511839"/>
                  </a:lnTo>
                  <a:lnTo>
                    <a:pt x="903777" y="1511150"/>
                  </a:lnTo>
                  <a:lnTo>
                    <a:pt x="904618" y="1510958"/>
                  </a:lnTo>
                  <a:lnTo>
                    <a:pt x="905459" y="1510140"/>
                  </a:lnTo>
                  <a:lnTo>
                    <a:pt x="906300" y="1509044"/>
                  </a:lnTo>
                  <a:lnTo>
                    <a:pt x="907141" y="1507447"/>
                  </a:lnTo>
                  <a:lnTo>
                    <a:pt x="907983" y="1505530"/>
                  </a:lnTo>
                  <a:lnTo>
                    <a:pt x="908824" y="1503712"/>
                  </a:lnTo>
                  <a:lnTo>
                    <a:pt x="909665" y="1502254"/>
                  </a:lnTo>
                  <a:lnTo>
                    <a:pt x="910506" y="1501160"/>
                  </a:lnTo>
                  <a:lnTo>
                    <a:pt x="911347" y="1500018"/>
                  </a:lnTo>
                  <a:lnTo>
                    <a:pt x="912189" y="1499181"/>
                  </a:lnTo>
                  <a:lnTo>
                    <a:pt x="913030" y="1498467"/>
                  </a:lnTo>
                  <a:lnTo>
                    <a:pt x="913871" y="1497597"/>
                  </a:lnTo>
                  <a:lnTo>
                    <a:pt x="914712" y="1496809"/>
                  </a:lnTo>
                  <a:lnTo>
                    <a:pt x="915553" y="1496568"/>
                  </a:lnTo>
                  <a:lnTo>
                    <a:pt x="916395" y="1496069"/>
                  </a:lnTo>
                  <a:lnTo>
                    <a:pt x="917236" y="1495395"/>
                  </a:lnTo>
                  <a:lnTo>
                    <a:pt x="918077" y="1494861"/>
                  </a:lnTo>
                  <a:lnTo>
                    <a:pt x="918918" y="1494572"/>
                  </a:lnTo>
                  <a:lnTo>
                    <a:pt x="919759" y="1495345"/>
                  </a:lnTo>
                  <a:lnTo>
                    <a:pt x="920601" y="1495755"/>
                  </a:lnTo>
                  <a:lnTo>
                    <a:pt x="921442" y="1496959"/>
                  </a:lnTo>
                  <a:lnTo>
                    <a:pt x="922283" y="1498140"/>
                  </a:lnTo>
                  <a:lnTo>
                    <a:pt x="923124" y="1498165"/>
                  </a:lnTo>
                  <a:lnTo>
                    <a:pt x="923965" y="1498500"/>
                  </a:lnTo>
                  <a:lnTo>
                    <a:pt x="924807" y="1499573"/>
                  </a:lnTo>
                  <a:lnTo>
                    <a:pt x="925648" y="1500316"/>
                  </a:lnTo>
                  <a:lnTo>
                    <a:pt x="926489" y="1500831"/>
                  </a:lnTo>
                  <a:lnTo>
                    <a:pt x="927330" y="1500408"/>
                  </a:lnTo>
                  <a:lnTo>
                    <a:pt x="928171" y="1499478"/>
                  </a:lnTo>
                  <a:lnTo>
                    <a:pt x="929013" y="1497854"/>
                  </a:lnTo>
                  <a:lnTo>
                    <a:pt x="929854" y="1496307"/>
                  </a:lnTo>
                  <a:lnTo>
                    <a:pt x="930695" y="1494550"/>
                  </a:lnTo>
                  <a:lnTo>
                    <a:pt x="931536" y="1492521"/>
                  </a:lnTo>
                  <a:lnTo>
                    <a:pt x="932377" y="1490224"/>
                  </a:lnTo>
                  <a:lnTo>
                    <a:pt x="933219" y="1487945"/>
                  </a:lnTo>
                  <a:lnTo>
                    <a:pt x="934060" y="1485460"/>
                  </a:lnTo>
                  <a:lnTo>
                    <a:pt x="934901" y="1483218"/>
                  </a:lnTo>
                  <a:lnTo>
                    <a:pt x="935742" y="1481017"/>
                  </a:lnTo>
                  <a:lnTo>
                    <a:pt x="936583" y="1479536"/>
                  </a:lnTo>
                  <a:lnTo>
                    <a:pt x="937425" y="1477774"/>
                  </a:lnTo>
                  <a:lnTo>
                    <a:pt x="938266" y="1476302"/>
                  </a:lnTo>
                  <a:lnTo>
                    <a:pt x="939107" y="1475409"/>
                  </a:lnTo>
                  <a:lnTo>
                    <a:pt x="939948" y="1475137"/>
                  </a:lnTo>
                  <a:lnTo>
                    <a:pt x="940789" y="1475230"/>
                  </a:lnTo>
                  <a:lnTo>
                    <a:pt x="941631" y="1475569"/>
                  </a:lnTo>
                  <a:lnTo>
                    <a:pt x="942472" y="1475368"/>
                  </a:lnTo>
                  <a:lnTo>
                    <a:pt x="943313" y="1474946"/>
                  </a:lnTo>
                  <a:lnTo>
                    <a:pt x="944154" y="1474357"/>
                  </a:lnTo>
                  <a:lnTo>
                    <a:pt x="944996" y="1474176"/>
                  </a:lnTo>
                  <a:lnTo>
                    <a:pt x="945837" y="1473618"/>
                  </a:lnTo>
                  <a:lnTo>
                    <a:pt x="946678" y="1473318"/>
                  </a:lnTo>
                  <a:lnTo>
                    <a:pt x="947519" y="1472645"/>
                  </a:lnTo>
                  <a:lnTo>
                    <a:pt x="948360" y="1472205"/>
                  </a:lnTo>
                  <a:lnTo>
                    <a:pt x="949202" y="1471206"/>
                  </a:lnTo>
                  <a:lnTo>
                    <a:pt x="950043" y="1470623"/>
                  </a:lnTo>
                  <a:lnTo>
                    <a:pt x="950884" y="1470804"/>
                  </a:lnTo>
                  <a:lnTo>
                    <a:pt x="951725" y="1471506"/>
                  </a:lnTo>
                  <a:lnTo>
                    <a:pt x="952566" y="1473368"/>
                  </a:lnTo>
                  <a:lnTo>
                    <a:pt x="953408" y="1473921"/>
                  </a:lnTo>
                  <a:lnTo>
                    <a:pt x="954249" y="1475613"/>
                  </a:lnTo>
                  <a:lnTo>
                    <a:pt x="955090" y="1477501"/>
                  </a:lnTo>
                  <a:lnTo>
                    <a:pt x="955931" y="1479608"/>
                  </a:lnTo>
                  <a:lnTo>
                    <a:pt x="956772" y="1483175"/>
                  </a:lnTo>
                  <a:lnTo>
                    <a:pt x="957614" y="1486927"/>
                  </a:lnTo>
                  <a:lnTo>
                    <a:pt x="958455" y="1490310"/>
                  </a:lnTo>
                  <a:lnTo>
                    <a:pt x="959296" y="1494024"/>
                  </a:lnTo>
                  <a:lnTo>
                    <a:pt x="960137" y="1498472"/>
                  </a:lnTo>
                  <a:lnTo>
                    <a:pt x="960978" y="1503414"/>
                  </a:lnTo>
                  <a:lnTo>
                    <a:pt x="961820" y="1508753"/>
                  </a:lnTo>
                  <a:lnTo>
                    <a:pt x="962661" y="1514807"/>
                  </a:lnTo>
                  <a:lnTo>
                    <a:pt x="963502" y="1520341"/>
                  </a:lnTo>
                  <a:lnTo>
                    <a:pt x="964343" y="1526440"/>
                  </a:lnTo>
                  <a:lnTo>
                    <a:pt x="965184" y="1531734"/>
                  </a:lnTo>
                  <a:lnTo>
                    <a:pt x="966026" y="1537623"/>
                  </a:lnTo>
                  <a:lnTo>
                    <a:pt x="966867" y="1542374"/>
                  </a:lnTo>
                  <a:lnTo>
                    <a:pt x="967708" y="1548232"/>
                  </a:lnTo>
                  <a:lnTo>
                    <a:pt x="968549" y="1553987"/>
                  </a:lnTo>
                  <a:lnTo>
                    <a:pt x="969390" y="1559455"/>
                  </a:lnTo>
                  <a:lnTo>
                    <a:pt x="970232" y="1564788"/>
                  </a:lnTo>
                  <a:lnTo>
                    <a:pt x="971073" y="1571005"/>
                  </a:lnTo>
                  <a:lnTo>
                    <a:pt x="971914" y="1577342"/>
                  </a:lnTo>
                  <a:lnTo>
                    <a:pt x="972755" y="1582959"/>
                  </a:lnTo>
                  <a:lnTo>
                    <a:pt x="973596" y="1589253"/>
                  </a:lnTo>
                  <a:lnTo>
                    <a:pt x="974438" y="1594784"/>
                  </a:lnTo>
                  <a:lnTo>
                    <a:pt x="975279" y="1600946"/>
                  </a:lnTo>
                  <a:lnTo>
                    <a:pt x="976120" y="1606525"/>
                  </a:lnTo>
                  <a:lnTo>
                    <a:pt x="976961" y="1612606"/>
                  </a:lnTo>
                  <a:lnTo>
                    <a:pt x="977802" y="1619145"/>
                  </a:lnTo>
                  <a:lnTo>
                    <a:pt x="978644" y="1625428"/>
                  </a:lnTo>
                  <a:lnTo>
                    <a:pt x="979485" y="1632800"/>
                  </a:lnTo>
                  <a:lnTo>
                    <a:pt x="980326" y="1639946"/>
                  </a:lnTo>
                  <a:lnTo>
                    <a:pt x="981167" y="1645379"/>
                  </a:lnTo>
                  <a:lnTo>
                    <a:pt x="982008" y="1650118"/>
                  </a:lnTo>
                  <a:lnTo>
                    <a:pt x="982850" y="1655502"/>
                  </a:lnTo>
                  <a:lnTo>
                    <a:pt x="983691" y="1661791"/>
                  </a:lnTo>
                  <a:lnTo>
                    <a:pt x="984532" y="1668021"/>
                  </a:lnTo>
                  <a:lnTo>
                    <a:pt x="985373" y="1673591"/>
                  </a:lnTo>
                  <a:lnTo>
                    <a:pt x="986214" y="1678101"/>
                  </a:lnTo>
                  <a:lnTo>
                    <a:pt x="987056" y="1681934"/>
                  </a:lnTo>
                  <a:lnTo>
                    <a:pt x="987897" y="1685022"/>
                  </a:lnTo>
                  <a:lnTo>
                    <a:pt x="988738" y="1688690"/>
                  </a:lnTo>
                  <a:lnTo>
                    <a:pt x="989579" y="1692167"/>
                  </a:lnTo>
                  <a:lnTo>
                    <a:pt x="990420" y="1696400"/>
                  </a:lnTo>
                  <a:lnTo>
                    <a:pt x="991262" y="1701471"/>
                  </a:lnTo>
                  <a:lnTo>
                    <a:pt x="992103" y="1706028"/>
                  </a:lnTo>
                  <a:lnTo>
                    <a:pt x="992944" y="1711397"/>
                  </a:lnTo>
                  <a:lnTo>
                    <a:pt x="993785" y="1717943"/>
                  </a:lnTo>
                  <a:lnTo>
                    <a:pt x="994626" y="1724713"/>
                  </a:lnTo>
                  <a:lnTo>
                    <a:pt x="995468" y="1732381"/>
                  </a:lnTo>
                  <a:lnTo>
                    <a:pt x="996309" y="1739965"/>
                  </a:lnTo>
                  <a:lnTo>
                    <a:pt x="997150" y="1747826"/>
                  </a:lnTo>
                  <a:lnTo>
                    <a:pt x="997991" y="1756090"/>
                  </a:lnTo>
                  <a:lnTo>
                    <a:pt x="998832" y="1764842"/>
                  </a:lnTo>
                  <a:lnTo>
                    <a:pt x="999674" y="1773844"/>
                  </a:lnTo>
                  <a:lnTo>
                    <a:pt x="1000515" y="1783022"/>
                  </a:lnTo>
                  <a:lnTo>
                    <a:pt x="1001356" y="1792473"/>
                  </a:lnTo>
                  <a:lnTo>
                    <a:pt x="1002197" y="1801666"/>
                  </a:lnTo>
                  <a:lnTo>
                    <a:pt x="1003038" y="1810818"/>
                  </a:lnTo>
                  <a:lnTo>
                    <a:pt x="1003880" y="1819818"/>
                  </a:lnTo>
                  <a:lnTo>
                    <a:pt x="1004721" y="1828846"/>
                  </a:lnTo>
                  <a:lnTo>
                    <a:pt x="1005562" y="1838618"/>
                  </a:lnTo>
                  <a:lnTo>
                    <a:pt x="1006403" y="1848005"/>
                  </a:lnTo>
                  <a:lnTo>
                    <a:pt x="1007244" y="1856976"/>
                  </a:lnTo>
                  <a:lnTo>
                    <a:pt x="1008086" y="1864991"/>
                  </a:lnTo>
                  <a:lnTo>
                    <a:pt x="1008927" y="1871675"/>
                  </a:lnTo>
                  <a:lnTo>
                    <a:pt x="1009768" y="1878135"/>
                  </a:lnTo>
                  <a:lnTo>
                    <a:pt x="1010609" y="1884722"/>
                  </a:lnTo>
                  <a:lnTo>
                    <a:pt x="1011450" y="1889809"/>
                  </a:lnTo>
                  <a:lnTo>
                    <a:pt x="1012292" y="1894572"/>
                  </a:lnTo>
                  <a:lnTo>
                    <a:pt x="1013133" y="1897829"/>
                  </a:lnTo>
                  <a:lnTo>
                    <a:pt x="1013974" y="1900639"/>
                  </a:lnTo>
                  <a:lnTo>
                    <a:pt x="1014815" y="1902537"/>
                  </a:lnTo>
                  <a:lnTo>
                    <a:pt x="1015657" y="1904398"/>
                  </a:lnTo>
                  <a:lnTo>
                    <a:pt x="1016498" y="1905938"/>
                  </a:lnTo>
                  <a:lnTo>
                    <a:pt x="1017339" y="1906849"/>
                  </a:lnTo>
                  <a:lnTo>
                    <a:pt x="1018180" y="1907239"/>
                  </a:lnTo>
                  <a:lnTo>
                    <a:pt x="1019021" y="1907572"/>
                  </a:lnTo>
                  <a:lnTo>
                    <a:pt x="1019863" y="1908188"/>
                  </a:lnTo>
                  <a:lnTo>
                    <a:pt x="1020704" y="1908903"/>
                  </a:lnTo>
                  <a:lnTo>
                    <a:pt x="1021545" y="1908983"/>
                  </a:lnTo>
                  <a:lnTo>
                    <a:pt x="1022386" y="1909034"/>
                  </a:lnTo>
                  <a:lnTo>
                    <a:pt x="1023227" y="1909276"/>
                  </a:lnTo>
                  <a:lnTo>
                    <a:pt x="1024069" y="1909431"/>
                  </a:lnTo>
                  <a:lnTo>
                    <a:pt x="1024910" y="1910015"/>
                  </a:lnTo>
                  <a:lnTo>
                    <a:pt x="1025751" y="1910977"/>
                  </a:lnTo>
                  <a:lnTo>
                    <a:pt x="1026592" y="1912201"/>
                  </a:lnTo>
                  <a:lnTo>
                    <a:pt x="1027433" y="1913137"/>
                  </a:lnTo>
                  <a:lnTo>
                    <a:pt x="1028275" y="1914255"/>
                  </a:lnTo>
                  <a:lnTo>
                    <a:pt x="1029116" y="1915607"/>
                  </a:lnTo>
                  <a:lnTo>
                    <a:pt x="1029957" y="1917336"/>
                  </a:lnTo>
                  <a:lnTo>
                    <a:pt x="1030798" y="1919456"/>
                  </a:lnTo>
                  <a:lnTo>
                    <a:pt x="1031639" y="1921867"/>
                  </a:lnTo>
                  <a:lnTo>
                    <a:pt x="1032481" y="1924267"/>
                  </a:lnTo>
                  <a:lnTo>
                    <a:pt x="1033322" y="1926697"/>
                  </a:lnTo>
                  <a:lnTo>
                    <a:pt x="1034163" y="1929222"/>
                  </a:lnTo>
                  <a:lnTo>
                    <a:pt x="1035004" y="1931754"/>
                  </a:lnTo>
                  <a:lnTo>
                    <a:pt x="1035845" y="1933965"/>
                  </a:lnTo>
                  <a:lnTo>
                    <a:pt x="1036687" y="1936283"/>
                  </a:lnTo>
                  <a:lnTo>
                    <a:pt x="1037528" y="1938382"/>
                  </a:lnTo>
                  <a:lnTo>
                    <a:pt x="1038369" y="1940491"/>
                  </a:lnTo>
                  <a:lnTo>
                    <a:pt x="1039210" y="1942411"/>
                  </a:lnTo>
                  <a:lnTo>
                    <a:pt x="1040051" y="1944026"/>
                  </a:lnTo>
                  <a:lnTo>
                    <a:pt x="1040893" y="1945274"/>
                  </a:lnTo>
                  <a:lnTo>
                    <a:pt x="1041734" y="1946307"/>
                  </a:lnTo>
                  <a:lnTo>
                    <a:pt x="1042575" y="1946856"/>
                  </a:lnTo>
                  <a:lnTo>
                    <a:pt x="1043416" y="1947124"/>
                  </a:lnTo>
                  <a:lnTo>
                    <a:pt x="1044257" y="1946978"/>
                  </a:lnTo>
                  <a:lnTo>
                    <a:pt x="1045099" y="1945953"/>
                  </a:lnTo>
                  <a:lnTo>
                    <a:pt x="1045940" y="1944382"/>
                  </a:lnTo>
                  <a:lnTo>
                    <a:pt x="1046781" y="1942364"/>
                  </a:lnTo>
                  <a:lnTo>
                    <a:pt x="1047622" y="1940045"/>
                  </a:lnTo>
                  <a:lnTo>
                    <a:pt x="1048463" y="1936792"/>
                  </a:lnTo>
                  <a:lnTo>
                    <a:pt x="1049305" y="1933024"/>
                  </a:lnTo>
                  <a:lnTo>
                    <a:pt x="1050146" y="1928613"/>
                  </a:lnTo>
                  <a:lnTo>
                    <a:pt x="1050987" y="1923580"/>
                  </a:lnTo>
                  <a:lnTo>
                    <a:pt x="1051828" y="1918742"/>
                  </a:lnTo>
                  <a:lnTo>
                    <a:pt x="1052669" y="1914158"/>
                  </a:lnTo>
                  <a:lnTo>
                    <a:pt x="1053511" y="1909742"/>
                  </a:lnTo>
                  <a:lnTo>
                    <a:pt x="1054352" y="1905059"/>
                  </a:lnTo>
                  <a:lnTo>
                    <a:pt x="1055193" y="1900790"/>
                  </a:lnTo>
                  <a:lnTo>
                    <a:pt x="1056034" y="1896151"/>
                  </a:lnTo>
                  <a:lnTo>
                    <a:pt x="1056875" y="1891843"/>
                  </a:lnTo>
                  <a:lnTo>
                    <a:pt x="1057717" y="1887779"/>
                  </a:lnTo>
                  <a:lnTo>
                    <a:pt x="1058558" y="1883975"/>
                  </a:lnTo>
                  <a:lnTo>
                    <a:pt x="1059399" y="1880320"/>
                  </a:lnTo>
                  <a:lnTo>
                    <a:pt x="1060240" y="1876483"/>
                  </a:lnTo>
                  <a:lnTo>
                    <a:pt x="1061081" y="1873178"/>
                  </a:lnTo>
                  <a:lnTo>
                    <a:pt x="1061923" y="1870359"/>
                  </a:lnTo>
                  <a:lnTo>
                    <a:pt x="1062764" y="1867789"/>
                  </a:lnTo>
                  <a:lnTo>
                    <a:pt x="1063605" y="1865034"/>
                  </a:lnTo>
                  <a:lnTo>
                    <a:pt x="1064446" y="1862311"/>
                  </a:lnTo>
                  <a:lnTo>
                    <a:pt x="1065287" y="1859325"/>
                  </a:lnTo>
                  <a:lnTo>
                    <a:pt x="1066129" y="1856928"/>
                  </a:lnTo>
                  <a:lnTo>
                    <a:pt x="1066970" y="1853821"/>
                  </a:lnTo>
                  <a:lnTo>
                    <a:pt x="1067811" y="1849969"/>
                  </a:lnTo>
                  <a:lnTo>
                    <a:pt x="1068652" y="1846578"/>
                  </a:lnTo>
                  <a:lnTo>
                    <a:pt x="1069493" y="1842971"/>
                  </a:lnTo>
                  <a:lnTo>
                    <a:pt x="1070335" y="1839703"/>
                  </a:lnTo>
                  <a:lnTo>
                    <a:pt x="1071176" y="1836270"/>
                  </a:lnTo>
                  <a:lnTo>
                    <a:pt x="1072017" y="1833365"/>
                  </a:lnTo>
                  <a:lnTo>
                    <a:pt x="1072858" y="1830910"/>
                  </a:lnTo>
                  <a:lnTo>
                    <a:pt x="1073699" y="1828638"/>
                  </a:lnTo>
                  <a:lnTo>
                    <a:pt x="1074541" y="1825489"/>
                  </a:lnTo>
                  <a:lnTo>
                    <a:pt x="1075382" y="1823473"/>
                  </a:lnTo>
                  <a:lnTo>
                    <a:pt x="1076223" y="1822407"/>
                  </a:lnTo>
                  <a:lnTo>
                    <a:pt x="1077064" y="1821520"/>
                  </a:lnTo>
                  <a:lnTo>
                    <a:pt x="1077905" y="1820086"/>
                  </a:lnTo>
                  <a:lnTo>
                    <a:pt x="1078747" y="1818138"/>
                  </a:lnTo>
                  <a:lnTo>
                    <a:pt x="1079588" y="1816863"/>
                  </a:lnTo>
                  <a:lnTo>
                    <a:pt x="1080429" y="1815208"/>
                  </a:lnTo>
                  <a:lnTo>
                    <a:pt x="1081270" y="1813265"/>
                  </a:lnTo>
                  <a:lnTo>
                    <a:pt x="1082111" y="1811812"/>
                  </a:lnTo>
                  <a:lnTo>
                    <a:pt x="1082953" y="1809729"/>
                  </a:lnTo>
                  <a:lnTo>
                    <a:pt x="1083794" y="1807780"/>
                  </a:lnTo>
                  <a:lnTo>
                    <a:pt x="1084635" y="1805797"/>
                  </a:lnTo>
                  <a:lnTo>
                    <a:pt x="1085476" y="1803777"/>
                  </a:lnTo>
                  <a:lnTo>
                    <a:pt x="1086318" y="1802364"/>
                  </a:lnTo>
                  <a:lnTo>
                    <a:pt x="1087159" y="1801534"/>
                  </a:lnTo>
                  <a:lnTo>
                    <a:pt x="1088000" y="1800205"/>
                  </a:lnTo>
                  <a:lnTo>
                    <a:pt x="1088841" y="1799117"/>
                  </a:lnTo>
                  <a:lnTo>
                    <a:pt x="1089682" y="1797393"/>
                  </a:lnTo>
                  <a:lnTo>
                    <a:pt x="1090524" y="1795634"/>
                  </a:lnTo>
                  <a:lnTo>
                    <a:pt x="1091365" y="1794907"/>
                  </a:lnTo>
                  <a:lnTo>
                    <a:pt x="1092206" y="1794552"/>
                  </a:lnTo>
                  <a:lnTo>
                    <a:pt x="1093047" y="1794068"/>
                  </a:lnTo>
                  <a:lnTo>
                    <a:pt x="1093888" y="1794177"/>
                  </a:lnTo>
                  <a:lnTo>
                    <a:pt x="1094730" y="1794420"/>
                  </a:lnTo>
                  <a:lnTo>
                    <a:pt x="1095571" y="1794758"/>
                  </a:lnTo>
                  <a:lnTo>
                    <a:pt x="1096412" y="1794930"/>
                  </a:lnTo>
                  <a:lnTo>
                    <a:pt x="1097253" y="1793971"/>
                  </a:lnTo>
                  <a:lnTo>
                    <a:pt x="1098094" y="1792689"/>
                  </a:lnTo>
                  <a:lnTo>
                    <a:pt x="1098936" y="1790405"/>
                  </a:lnTo>
                  <a:lnTo>
                    <a:pt x="1099777" y="1787041"/>
                  </a:lnTo>
                  <a:lnTo>
                    <a:pt x="1100618" y="1783703"/>
                  </a:lnTo>
                  <a:lnTo>
                    <a:pt x="1101459" y="1780477"/>
                  </a:lnTo>
                  <a:lnTo>
                    <a:pt x="1102300" y="1777994"/>
                  </a:lnTo>
                  <a:lnTo>
                    <a:pt x="1103142" y="1775564"/>
                  </a:lnTo>
                  <a:lnTo>
                    <a:pt x="1103983" y="1773026"/>
                  </a:lnTo>
                  <a:lnTo>
                    <a:pt x="1104824" y="1770182"/>
                  </a:lnTo>
                  <a:lnTo>
                    <a:pt x="1105665" y="1765863"/>
                  </a:lnTo>
                  <a:lnTo>
                    <a:pt x="1106506" y="1761686"/>
                  </a:lnTo>
                  <a:lnTo>
                    <a:pt x="1107348" y="1757401"/>
                  </a:lnTo>
                  <a:lnTo>
                    <a:pt x="1108189" y="1753391"/>
                  </a:lnTo>
                  <a:lnTo>
                    <a:pt x="1109030" y="1750264"/>
                  </a:lnTo>
                  <a:lnTo>
                    <a:pt x="1109871" y="1748309"/>
                  </a:lnTo>
                  <a:lnTo>
                    <a:pt x="1110712" y="1747658"/>
                  </a:lnTo>
                  <a:lnTo>
                    <a:pt x="1111554" y="1747098"/>
                  </a:lnTo>
                  <a:lnTo>
                    <a:pt x="1112395" y="1748202"/>
                  </a:lnTo>
                  <a:lnTo>
                    <a:pt x="1113236" y="1749779"/>
                  </a:lnTo>
                  <a:lnTo>
                    <a:pt x="1114077" y="1751868"/>
                  </a:lnTo>
                  <a:lnTo>
                    <a:pt x="1114918" y="1753365"/>
                  </a:lnTo>
                  <a:lnTo>
                    <a:pt x="1115760" y="1755741"/>
                  </a:lnTo>
                  <a:lnTo>
                    <a:pt x="1116601" y="1758584"/>
                  </a:lnTo>
                  <a:lnTo>
                    <a:pt x="1117442" y="1762469"/>
                  </a:lnTo>
                  <a:lnTo>
                    <a:pt x="1118283" y="1766550"/>
                  </a:lnTo>
                  <a:lnTo>
                    <a:pt x="1119124" y="1769383"/>
                  </a:lnTo>
                  <a:lnTo>
                    <a:pt x="1119966" y="1772565"/>
                  </a:lnTo>
                  <a:lnTo>
                    <a:pt x="1120807" y="1773666"/>
                  </a:lnTo>
                  <a:lnTo>
                    <a:pt x="1121648" y="1773938"/>
                  </a:lnTo>
                  <a:lnTo>
                    <a:pt x="1122489" y="1773696"/>
                  </a:lnTo>
                  <a:lnTo>
                    <a:pt x="1123330" y="1773438"/>
                  </a:lnTo>
                  <a:lnTo>
                    <a:pt x="1124172" y="1772742"/>
                  </a:lnTo>
                  <a:lnTo>
                    <a:pt x="1125013" y="1771099"/>
                  </a:lnTo>
                  <a:lnTo>
                    <a:pt x="1125854" y="1768826"/>
                  </a:lnTo>
                  <a:lnTo>
                    <a:pt x="1126695" y="1765653"/>
                  </a:lnTo>
                  <a:lnTo>
                    <a:pt x="1127536" y="1762390"/>
                  </a:lnTo>
                  <a:lnTo>
                    <a:pt x="1128378" y="1757782"/>
                  </a:lnTo>
                  <a:lnTo>
                    <a:pt x="1129219" y="1753662"/>
                  </a:lnTo>
                  <a:lnTo>
                    <a:pt x="1130060" y="1749345"/>
                  </a:lnTo>
                  <a:lnTo>
                    <a:pt x="1130901" y="1744045"/>
                  </a:lnTo>
                  <a:lnTo>
                    <a:pt x="1131742" y="1739292"/>
                  </a:lnTo>
                  <a:lnTo>
                    <a:pt x="1132584" y="1733802"/>
                  </a:lnTo>
                  <a:lnTo>
                    <a:pt x="1133425" y="1729836"/>
                  </a:lnTo>
                  <a:lnTo>
                    <a:pt x="1134266" y="1726859"/>
                  </a:lnTo>
                  <a:lnTo>
                    <a:pt x="1135107" y="1724934"/>
                  </a:lnTo>
                  <a:lnTo>
                    <a:pt x="1135948" y="1722019"/>
                  </a:lnTo>
                  <a:lnTo>
                    <a:pt x="1136790" y="1718151"/>
                  </a:lnTo>
                  <a:lnTo>
                    <a:pt x="1137631" y="1714904"/>
                  </a:lnTo>
                  <a:lnTo>
                    <a:pt x="1138472" y="1713118"/>
                  </a:lnTo>
                  <a:lnTo>
                    <a:pt x="1139313" y="1711483"/>
                  </a:lnTo>
                  <a:lnTo>
                    <a:pt x="1140154" y="1710535"/>
                  </a:lnTo>
                  <a:lnTo>
                    <a:pt x="1140996" y="1709774"/>
                  </a:lnTo>
                  <a:lnTo>
                    <a:pt x="1141837" y="1709096"/>
                  </a:lnTo>
                  <a:lnTo>
                    <a:pt x="1142678" y="1708694"/>
                  </a:lnTo>
                  <a:lnTo>
                    <a:pt x="1143519" y="1707731"/>
                  </a:lnTo>
                  <a:lnTo>
                    <a:pt x="1144360" y="1707038"/>
                  </a:lnTo>
                  <a:lnTo>
                    <a:pt x="1145202" y="1706005"/>
                  </a:lnTo>
                  <a:lnTo>
                    <a:pt x="1146043" y="1704615"/>
                  </a:lnTo>
                  <a:lnTo>
                    <a:pt x="1146884" y="1702868"/>
                  </a:lnTo>
                  <a:lnTo>
                    <a:pt x="1147725" y="1700978"/>
                  </a:lnTo>
                  <a:lnTo>
                    <a:pt x="1148566" y="1699475"/>
                  </a:lnTo>
                  <a:lnTo>
                    <a:pt x="1149408" y="1698282"/>
                  </a:lnTo>
                  <a:lnTo>
                    <a:pt x="1150249" y="1697561"/>
                  </a:lnTo>
                  <a:lnTo>
                    <a:pt x="1151090" y="1696575"/>
                  </a:lnTo>
                  <a:lnTo>
                    <a:pt x="1151931" y="1695527"/>
                  </a:lnTo>
                  <a:lnTo>
                    <a:pt x="1152772" y="1693969"/>
                  </a:lnTo>
                  <a:lnTo>
                    <a:pt x="1153614" y="1691647"/>
                  </a:lnTo>
                  <a:lnTo>
                    <a:pt x="1154455" y="1688625"/>
                  </a:lnTo>
                  <a:lnTo>
                    <a:pt x="1155296" y="1684323"/>
                  </a:lnTo>
                  <a:lnTo>
                    <a:pt x="1156137" y="1679114"/>
                  </a:lnTo>
                  <a:lnTo>
                    <a:pt x="1156979" y="1671947"/>
                  </a:lnTo>
                  <a:lnTo>
                    <a:pt x="1157820" y="1664121"/>
                  </a:lnTo>
                  <a:lnTo>
                    <a:pt x="1158661" y="1655127"/>
                  </a:lnTo>
                  <a:lnTo>
                    <a:pt x="1159502" y="1645916"/>
                  </a:lnTo>
                  <a:lnTo>
                    <a:pt x="1160343" y="1638621"/>
                  </a:lnTo>
                  <a:lnTo>
                    <a:pt x="1161185" y="1630145"/>
                  </a:lnTo>
                  <a:lnTo>
                    <a:pt x="1162026" y="1621831"/>
                  </a:lnTo>
                  <a:lnTo>
                    <a:pt x="1162867" y="1614290"/>
                  </a:lnTo>
                  <a:lnTo>
                    <a:pt x="1163708" y="1607169"/>
                  </a:lnTo>
                  <a:lnTo>
                    <a:pt x="1164549" y="1599562"/>
                  </a:lnTo>
                  <a:lnTo>
                    <a:pt x="1165391" y="1591014"/>
                  </a:lnTo>
                  <a:lnTo>
                    <a:pt x="1166232" y="1582833"/>
                  </a:lnTo>
                  <a:lnTo>
                    <a:pt x="1167073" y="1574125"/>
                  </a:lnTo>
                  <a:lnTo>
                    <a:pt x="1167914" y="1565806"/>
                  </a:lnTo>
                  <a:lnTo>
                    <a:pt x="1168755" y="1557616"/>
                  </a:lnTo>
                  <a:lnTo>
                    <a:pt x="1169597" y="1551277"/>
                  </a:lnTo>
                  <a:lnTo>
                    <a:pt x="1170438" y="1545451"/>
                  </a:lnTo>
                  <a:lnTo>
                    <a:pt x="1171279" y="1539800"/>
                  </a:lnTo>
                  <a:lnTo>
                    <a:pt x="1172120" y="1533932"/>
                  </a:lnTo>
                  <a:lnTo>
                    <a:pt x="1172961" y="1528042"/>
                  </a:lnTo>
                  <a:lnTo>
                    <a:pt x="1173803" y="1522050"/>
                  </a:lnTo>
                  <a:lnTo>
                    <a:pt x="1174644" y="1517135"/>
                  </a:lnTo>
                  <a:lnTo>
                    <a:pt x="1175485" y="1511426"/>
                  </a:lnTo>
                  <a:lnTo>
                    <a:pt x="1176326" y="1506864"/>
                  </a:lnTo>
                  <a:lnTo>
                    <a:pt x="1177167" y="1502321"/>
                  </a:lnTo>
                  <a:lnTo>
                    <a:pt x="1178009" y="1497852"/>
                  </a:lnTo>
                  <a:lnTo>
                    <a:pt x="1178850" y="1494066"/>
                  </a:lnTo>
                  <a:lnTo>
                    <a:pt x="1179691" y="1489231"/>
                  </a:lnTo>
                  <a:lnTo>
                    <a:pt x="1180532" y="1484564"/>
                  </a:lnTo>
                  <a:lnTo>
                    <a:pt x="1181373" y="1479985"/>
                  </a:lnTo>
                  <a:lnTo>
                    <a:pt x="1182215" y="1474897"/>
                  </a:lnTo>
                  <a:lnTo>
                    <a:pt x="1183056" y="1469269"/>
                  </a:lnTo>
                  <a:lnTo>
                    <a:pt x="1183897" y="1463600"/>
                  </a:lnTo>
                  <a:lnTo>
                    <a:pt x="1184738" y="1458168"/>
                  </a:lnTo>
                  <a:lnTo>
                    <a:pt x="1185579" y="1452995"/>
                  </a:lnTo>
                  <a:lnTo>
                    <a:pt x="1186421" y="1446969"/>
                  </a:lnTo>
                  <a:lnTo>
                    <a:pt x="1187262" y="1440137"/>
                  </a:lnTo>
                  <a:lnTo>
                    <a:pt x="1188103" y="1433319"/>
                  </a:lnTo>
                  <a:lnTo>
                    <a:pt x="1188944" y="1425675"/>
                  </a:lnTo>
                  <a:lnTo>
                    <a:pt x="1189785" y="1417516"/>
                  </a:lnTo>
                  <a:lnTo>
                    <a:pt x="1190627" y="1408678"/>
                  </a:lnTo>
                  <a:lnTo>
                    <a:pt x="1191468" y="1400776"/>
                  </a:lnTo>
                  <a:lnTo>
                    <a:pt x="1192309" y="1393039"/>
                  </a:lnTo>
                  <a:lnTo>
                    <a:pt x="1193150" y="1384499"/>
                  </a:lnTo>
                  <a:lnTo>
                    <a:pt x="1193991" y="1375757"/>
                  </a:lnTo>
                  <a:lnTo>
                    <a:pt x="1194833" y="1367185"/>
                  </a:lnTo>
                  <a:lnTo>
                    <a:pt x="1195674" y="1358905"/>
                  </a:lnTo>
                  <a:lnTo>
                    <a:pt x="1196515" y="1350458"/>
                  </a:lnTo>
                  <a:lnTo>
                    <a:pt x="1197356" y="1342146"/>
                  </a:lnTo>
                  <a:lnTo>
                    <a:pt x="1198197" y="1333316"/>
                  </a:lnTo>
                  <a:lnTo>
                    <a:pt x="1199039" y="1324694"/>
                  </a:lnTo>
                  <a:lnTo>
                    <a:pt x="1199880" y="1315987"/>
                  </a:lnTo>
                  <a:lnTo>
                    <a:pt x="1200721" y="1306654"/>
                  </a:lnTo>
                  <a:lnTo>
                    <a:pt x="1201562" y="1296925"/>
                  </a:lnTo>
                  <a:lnTo>
                    <a:pt x="1202403" y="1287508"/>
                  </a:lnTo>
                  <a:lnTo>
                    <a:pt x="1203245" y="1278274"/>
                  </a:lnTo>
                  <a:lnTo>
                    <a:pt x="1204086" y="1266092"/>
                  </a:lnTo>
                  <a:lnTo>
                    <a:pt x="1204927" y="1253231"/>
                  </a:lnTo>
                  <a:lnTo>
                    <a:pt x="1205768" y="1240021"/>
                  </a:lnTo>
                  <a:lnTo>
                    <a:pt x="1206609" y="1226536"/>
                  </a:lnTo>
                  <a:lnTo>
                    <a:pt x="1207451" y="1213481"/>
                  </a:lnTo>
                  <a:lnTo>
                    <a:pt x="1208292" y="1201340"/>
                  </a:lnTo>
                  <a:lnTo>
                    <a:pt x="1209133" y="1189927"/>
                  </a:lnTo>
                  <a:lnTo>
                    <a:pt x="1209974" y="1178352"/>
                  </a:lnTo>
                  <a:lnTo>
                    <a:pt x="1210815" y="1167061"/>
                  </a:lnTo>
                  <a:lnTo>
                    <a:pt x="1211657" y="1156053"/>
                  </a:lnTo>
                  <a:lnTo>
                    <a:pt x="1212498" y="1144576"/>
                  </a:lnTo>
                  <a:lnTo>
                    <a:pt x="1213339" y="1133171"/>
                  </a:lnTo>
                  <a:lnTo>
                    <a:pt x="1214180" y="1121951"/>
                  </a:lnTo>
                  <a:lnTo>
                    <a:pt x="1215021" y="1110868"/>
                  </a:lnTo>
                  <a:lnTo>
                    <a:pt x="1215863" y="1099831"/>
                  </a:lnTo>
                  <a:lnTo>
                    <a:pt x="1216704" y="1090713"/>
                  </a:lnTo>
                  <a:lnTo>
                    <a:pt x="1217545" y="1083143"/>
                  </a:lnTo>
                  <a:lnTo>
                    <a:pt x="1218386" y="1078579"/>
                  </a:lnTo>
                  <a:lnTo>
                    <a:pt x="1219227" y="1074933"/>
                  </a:lnTo>
                  <a:lnTo>
                    <a:pt x="1220069" y="1071844"/>
                  </a:lnTo>
                  <a:lnTo>
                    <a:pt x="1220910" y="1068260"/>
                  </a:lnTo>
                  <a:lnTo>
                    <a:pt x="1221751" y="1063971"/>
                  </a:lnTo>
                  <a:lnTo>
                    <a:pt x="1222592" y="1059376"/>
                  </a:lnTo>
                  <a:lnTo>
                    <a:pt x="1223433" y="1054130"/>
                  </a:lnTo>
                  <a:lnTo>
                    <a:pt x="1224275" y="1049458"/>
                  </a:lnTo>
                  <a:lnTo>
                    <a:pt x="1225116" y="1045364"/>
                  </a:lnTo>
                  <a:lnTo>
                    <a:pt x="1225957" y="1041873"/>
                  </a:lnTo>
                  <a:lnTo>
                    <a:pt x="1226798" y="1039015"/>
                  </a:lnTo>
                  <a:lnTo>
                    <a:pt x="1227640" y="1036746"/>
                  </a:lnTo>
                  <a:lnTo>
                    <a:pt x="1228481" y="1035418"/>
                  </a:lnTo>
                  <a:lnTo>
                    <a:pt x="1229322" y="1034775"/>
                  </a:lnTo>
                  <a:lnTo>
                    <a:pt x="1230163" y="1034101"/>
                  </a:lnTo>
                  <a:lnTo>
                    <a:pt x="1231004" y="1034069"/>
                  </a:lnTo>
                  <a:lnTo>
                    <a:pt x="1231846" y="1034015"/>
                  </a:lnTo>
                  <a:lnTo>
                    <a:pt x="1232687" y="1034832"/>
                  </a:lnTo>
                  <a:lnTo>
                    <a:pt x="1233528" y="1035272"/>
                  </a:lnTo>
                  <a:lnTo>
                    <a:pt x="1234369" y="1035412"/>
                  </a:lnTo>
                  <a:lnTo>
                    <a:pt x="1235210" y="1036248"/>
                  </a:lnTo>
                  <a:lnTo>
                    <a:pt x="1236052" y="1037846"/>
                  </a:lnTo>
                  <a:lnTo>
                    <a:pt x="1236893" y="1038428"/>
                  </a:lnTo>
                  <a:lnTo>
                    <a:pt x="1237734" y="1039109"/>
                  </a:lnTo>
                  <a:lnTo>
                    <a:pt x="1238575" y="1040592"/>
                  </a:lnTo>
                  <a:lnTo>
                    <a:pt x="1239416" y="1042370"/>
                  </a:lnTo>
                  <a:lnTo>
                    <a:pt x="1240258" y="1043897"/>
                  </a:lnTo>
                  <a:lnTo>
                    <a:pt x="1241099" y="1044948"/>
                  </a:lnTo>
                  <a:lnTo>
                    <a:pt x="1241940" y="1045604"/>
                  </a:lnTo>
                  <a:lnTo>
                    <a:pt x="1242781" y="1046525"/>
                  </a:lnTo>
                  <a:lnTo>
                    <a:pt x="1243622" y="1046195"/>
                  </a:lnTo>
                  <a:lnTo>
                    <a:pt x="1244464" y="1045253"/>
                  </a:lnTo>
                  <a:lnTo>
                    <a:pt x="1245305" y="1045225"/>
                  </a:lnTo>
                  <a:lnTo>
                    <a:pt x="1246146" y="1046391"/>
                  </a:lnTo>
                  <a:lnTo>
                    <a:pt x="1246987" y="1047962"/>
                  </a:lnTo>
                  <a:lnTo>
                    <a:pt x="1247828" y="1049600"/>
                  </a:lnTo>
                  <a:lnTo>
                    <a:pt x="1248670" y="1052113"/>
                  </a:lnTo>
                  <a:lnTo>
                    <a:pt x="1249511" y="1055300"/>
                  </a:lnTo>
                  <a:lnTo>
                    <a:pt x="1250352" y="1057788"/>
                  </a:lnTo>
                  <a:lnTo>
                    <a:pt x="1251193" y="1060245"/>
                  </a:lnTo>
                  <a:lnTo>
                    <a:pt x="1252034" y="1061772"/>
                  </a:lnTo>
                  <a:lnTo>
                    <a:pt x="1252876" y="1063249"/>
                  </a:lnTo>
                  <a:lnTo>
                    <a:pt x="1253717" y="1064571"/>
                  </a:lnTo>
                  <a:lnTo>
                    <a:pt x="1254558" y="1065209"/>
                  </a:lnTo>
                  <a:lnTo>
                    <a:pt x="1255399" y="1065350"/>
                  </a:lnTo>
                  <a:lnTo>
                    <a:pt x="1256240" y="1065268"/>
                  </a:lnTo>
                  <a:lnTo>
                    <a:pt x="1257082" y="1065043"/>
                  </a:lnTo>
                  <a:lnTo>
                    <a:pt x="1257923" y="1064699"/>
                  </a:lnTo>
                  <a:lnTo>
                    <a:pt x="1258764" y="1063119"/>
                  </a:lnTo>
                  <a:lnTo>
                    <a:pt x="1259605" y="1062017"/>
                  </a:lnTo>
                  <a:lnTo>
                    <a:pt x="1260446" y="1060030"/>
                  </a:lnTo>
                  <a:lnTo>
                    <a:pt x="1261288" y="1056558"/>
                  </a:lnTo>
                  <a:lnTo>
                    <a:pt x="1262129" y="1051746"/>
                  </a:lnTo>
                  <a:lnTo>
                    <a:pt x="1262970" y="1045842"/>
                  </a:lnTo>
                  <a:lnTo>
                    <a:pt x="1263811" y="1039630"/>
                  </a:lnTo>
                  <a:lnTo>
                    <a:pt x="1264652" y="1034416"/>
                  </a:lnTo>
                  <a:lnTo>
                    <a:pt x="1265494" y="1031700"/>
                  </a:lnTo>
                  <a:lnTo>
                    <a:pt x="1266335" y="1029823"/>
                  </a:lnTo>
                  <a:lnTo>
                    <a:pt x="1267176" y="1030033"/>
                  </a:lnTo>
                  <a:lnTo>
                    <a:pt x="1268017" y="1032067"/>
                  </a:lnTo>
                  <a:lnTo>
                    <a:pt x="1268858" y="1034059"/>
                  </a:lnTo>
                  <a:lnTo>
                    <a:pt x="1269700" y="1036415"/>
                  </a:lnTo>
                  <a:lnTo>
                    <a:pt x="1270541" y="1039706"/>
                  </a:lnTo>
                  <a:lnTo>
                    <a:pt x="1271382" y="1043467"/>
                  </a:lnTo>
                  <a:lnTo>
                    <a:pt x="1272223" y="1047248"/>
                  </a:lnTo>
                  <a:lnTo>
                    <a:pt x="1273064" y="1051047"/>
                  </a:lnTo>
                  <a:lnTo>
                    <a:pt x="1273906" y="1057153"/>
                  </a:lnTo>
                  <a:lnTo>
                    <a:pt x="1274747" y="1063146"/>
                  </a:lnTo>
                  <a:lnTo>
                    <a:pt x="1275588" y="1068704"/>
                  </a:lnTo>
                  <a:lnTo>
                    <a:pt x="1276429" y="1075072"/>
                  </a:lnTo>
                  <a:lnTo>
                    <a:pt x="1277270" y="1080448"/>
                  </a:lnTo>
                  <a:lnTo>
                    <a:pt x="1278112" y="1084635"/>
                  </a:lnTo>
                  <a:lnTo>
                    <a:pt x="1278953" y="1087624"/>
                  </a:lnTo>
                  <a:lnTo>
                    <a:pt x="1279794" y="1089909"/>
                  </a:lnTo>
                  <a:lnTo>
                    <a:pt x="1280635" y="1090668"/>
                  </a:lnTo>
                  <a:lnTo>
                    <a:pt x="1281476" y="1090992"/>
                  </a:lnTo>
                  <a:lnTo>
                    <a:pt x="1282318" y="1090635"/>
                  </a:lnTo>
                  <a:lnTo>
                    <a:pt x="1283159" y="1089858"/>
                  </a:lnTo>
                  <a:lnTo>
                    <a:pt x="1284000" y="1088796"/>
                  </a:lnTo>
                  <a:lnTo>
                    <a:pt x="1284841" y="1086871"/>
                  </a:lnTo>
                  <a:lnTo>
                    <a:pt x="1285682" y="1083930"/>
                  </a:lnTo>
                  <a:lnTo>
                    <a:pt x="1286524" y="1080332"/>
                  </a:lnTo>
                  <a:lnTo>
                    <a:pt x="1287365" y="1076979"/>
                  </a:lnTo>
                  <a:lnTo>
                    <a:pt x="1288206" y="1072907"/>
                  </a:lnTo>
                  <a:lnTo>
                    <a:pt x="1289047" y="1068329"/>
                  </a:lnTo>
                  <a:lnTo>
                    <a:pt x="1289888" y="1063872"/>
                  </a:lnTo>
                  <a:lnTo>
                    <a:pt x="1290730" y="1059455"/>
                  </a:lnTo>
                  <a:lnTo>
                    <a:pt x="1291571" y="1054532"/>
                  </a:lnTo>
                  <a:lnTo>
                    <a:pt x="1292412" y="1049882"/>
                  </a:lnTo>
                  <a:lnTo>
                    <a:pt x="1293253" y="1046322"/>
                  </a:lnTo>
                  <a:lnTo>
                    <a:pt x="1294094" y="1043765"/>
                  </a:lnTo>
                  <a:lnTo>
                    <a:pt x="1294936" y="1042705"/>
                  </a:lnTo>
                  <a:lnTo>
                    <a:pt x="1295777" y="1042521"/>
                  </a:lnTo>
                  <a:lnTo>
                    <a:pt x="1296618" y="1043344"/>
                  </a:lnTo>
                  <a:lnTo>
                    <a:pt x="1297459" y="1043731"/>
                  </a:lnTo>
                  <a:lnTo>
                    <a:pt x="1298301" y="1044160"/>
                  </a:lnTo>
                  <a:lnTo>
                    <a:pt x="1299142" y="1045296"/>
                  </a:lnTo>
                  <a:lnTo>
                    <a:pt x="1299983" y="1046912"/>
                  </a:lnTo>
                  <a:lnTo>
                    <a:pt x="1300824" y="1048929"/>
                  </a:lnTo>
                  <a:lnTo>
                    <a:pt x="1301665" y="1050576"/>
                  </a:lnTo>
                  <a:lnTo>
                    <a:pt x="1302507" y="1052097"/>
                  </a:lnTo>
                  <a:lnTo>
                    <a:pt x="1303348" y="1053246"/>
                  </a:lnTo>
                  <a:lnTo>
                    <a:pt x="1304189" y="1055953"/>
                  </a:lnTo>
                  <a:lnTo>
                    <a:pt x="1305030" y="1060190"/>
                  </a:lnTo>
                  <a:lnTo>
                    <a:pt x="1305871" y="1063252"/>
                  </a:lnTo>
                  <a:lnTo>
                    <a:pt x="1306713" y="1064690"/>
                  </a:lnTo>
                  <a:lnTo>
                    <a:pt x="1307554" y="1066182"/>
                  </a:lnTo>
                  <a:lnTo>
                    <a:pt x="1308395" y="1066491"/>
                  </a:lnTo>
                  <a:lnTo>
                    <a:pt x="1309236" y="1067407"/>
                  </a:lnTo>
                  <a:lnTo>
                    <a:pt x="1310077" y="1068085"/>
                  </a:lnTo>
                  <a:lnTo>
                    <a:pt x="1310919" y="1068806"/>
                  </a:lnTo>
                  <a:lnTo>
                    <a:pt x="1311760" y="1070166"/>
                  </a:lnTo>
                  <a:lnTo>
                    <a:pt x="1312601" y="1071844"/>
                  </a:lnTo>
                  <a:lnTo>
                    <a:pt x="1313442" y="1074546"/>
                  </a:lnTo>
                  <a:lnTo>
                    <a:pt x="1314283" y="1077794"/>
                  </a:lnTo>
                  <a:lnTo>
                    <a:pt x="1315125" y="1081814"/>
                  </a:lnTo>
                  <a:lnTo>
                    <a:pt x="1315966" y="1086030"/>
                  </a:lnTo>
                  <a:lnTo>
                    <a:pt x="1316807" y="1090846"/>
                  </a:lnTo>
                  <a:lnTo>
                    <a:pt x="1317648" y="1095788"/>
                  </a:lnTo>
                  <a:lnTo>
                    <a:pt x="1318489" y="1100759"/>
                  </a:lnTo>
                  <a:lnTo>
                    <a:pt x="1319331" y="1106182"/>
                  </a:lnTo>
                  <a:lnTo>
                    <a:pt x="1320172" y="1111888"/>
                  </a:lnTo>
                  <a:lnTo>
                    <a:pt x="1321013" y="1117999"/>
                  </a:lnTo>
                  <a:lnTo>
                    <a:pt x="1321854" y="1124441"/>
                  </a:lnTo>
                  <a:lnTo>
                    <a:pt x="1322695" y="1131247"/>
                  </a:lnTo>
                  <a:lnTo>
                    <a:pt x="1323537" y="1139389"/>
                  </a:lnTo>
                  <a:lnTo>
                    <a:pt x="1324378" y="1148268"/>
                  </a:lnTo>
                  <a:lnTo>
                    <a:pt x="1325219" y="1158865"/>
                  </a:lnTo>
                  <a:lnTo>
                    <a:pt x="1326060" y="1170168"/>
                  </a:lnTo>
                  <a:lnTo>
                    <a:pt x="1326901" y="1182010"/>
                  </a:lnTo>
                  <a:lnTo>
                    <a:pt x="1327743" y="1193614"/>
                  </a:lnTo>
                  <a:lnTo>
                    <a:pt x="1328584" y="1203118"/>
                  </a:lnTo>
                  <a:lnTo>
                    <a:pt x="1329425" y="1212815"/>
                  </a:lnTo>
                  <a:lnTo>
                    <a:pt x="1330266" y="1220897"/>
                  </a:lnTo>
                  <a:lnTo>
                    <a:pt x="1331107" y="1227227"/>
                  </a:lnTo>
                  <a:lnTo>
                    <a:pt x="1331949" y="1231407"/>
                  </a:lnTo>
                  <a:lnTo>
                    <a:pt x="1332790" y="1235037"/>
                  </a:lnTo>
                  <a:lnTo>
                    <a:pt x="1333631" y="1238787"/>
                  </a:lnTo>
                  <a:lnTo>
                    <a:pt x="1334472" y="1241754"/>
                  </a:lnTo>
                  <a:lnTo>
                    <a:pt x="1335313" y="1245392"/>
                  </a:lnTo>
                  <a:lnTo>
                    <a:pt x="1336155" y="1248511"/>
                  </a:lnTo>
                  <a:lnTo>
                    <a:pt x="1336996" y="1251391"/>
                  </a:lnTo>
                  <a:lnTo>
                    <a:pt x="1337837" y="1251918"/>
                  </a:lnTo>
                  <a:lnTo>
                    <a:pt x="1338678" y="1251761"/>
                  </a:lnTo>
                  <a:lnTo>
                    <a:pt x="1339519" y="1251490"/>
                  </a:lnTo>
                  <a:lnTo>
                    <a:pt x="1340361" y="1250034"/>
                  </a:lnTo>
                  <a:lnTo>
                    <a:pt x="1341202" y="1248015"/>
                  </a:lnTo>
                  <a:lnTo>
                    <a:pt x="1342043" y="1245602"/>
                  </a:lnTo>
                  <a:lnTo>
                    <a:pt x="1342884" y="1242133"/>
                  </a:lnTo>
                  <a:lnTo>
                    <a:pt x="1343725" y="1238275"/>
                  </a:lnTo>
                  <a:lnTo>
                    <a:pt x="1344567" y="1234167"/>
                  </a:lnTo>
                  <a:lnTo>
                    <a:pt x="1345408" y="1230113"/>
                  </a:lnTo>
                  <a:lnTo>
                    <a:pt x="1346249" y="1225073"/>
                  </a:lnTo>
                  <a:lnTo>
                    <a:pt x="1347090" y="1218228"/>
                  </a:lnTo>
                  <a:lnTo>
                    <a:pt x="1347931" y="1210834"/>
                  </a:lnTo>
                  <a:lnTo>
                    <a:pt x="1348773" y="1201676"/>
                  </a:lnTo>
                  <a:lnTo>
                    <a:pt x="1349614" y="1191373"/>
                  </a:lnTo>
                  <a:lnTo>
                    <a:pt x="1350455" y="1181534"/>
                  </a:lnTo>
                  <a:lnTo>
                    <a:pt x="1351296" y="1172079"/>
                  </a:lnTo>
                  <a:lnTo>
                    <a:pt x="1352137" y="1162607"/>
                  </a:lnTo>
                  <a:lnTo>
                    <a:pt x="1352979" y="1154527"/>
                  </a:lnTo>
                  <a:lnTo>
                    <a:pt x="1353820" y="1146427"/>
                  </a:lnTo>
                  <a:lnTo>
                    <a:pt x="1354661" y="1139048"/>
                  </a:lnTo>
                  <a:lnTo>
                    <a:pt x="1355502" y="1132120"/>
                  </a:lnTo>
                  <a:lnTo>
                    <a:pt x="1356343" y="1126114"/>
                  </a:lnTo>
                  <a:lnTo>
                    <a:pt x="1357185" y="1120534"/>
                  </a:lnTo>
                  <a:lnTo>
                    <a:pt x="1358026" y="1117065"/>
                  </a:lnTo>
                  <a:lnTo>
                    <a:pt x="1358867" y="1114342"/>
                  </a:lnTo>
                  <a:lnTo>
                    <a:pt x="1359708" y="1112226"/>
                  </a:lnTo>
                  <a:lnTo>
                    <a:pt x="1360549" y="1109902"/>
                  </a:lnTo>
                  <a:lnTo>
                    <a:pt x="1361391" y="1109636"/>
                  </a:lnTo>
                  <a:lnTo>
                    <a:pt x="1362232" y="1109286"/>
                  </a:lnTo>
                  <a:lnTo>
                    <a:pt x="1363073" y="1108833"/>
                  </a:lnTo>
                  <a:lnTo>
                    <a:pt x="1363914" y="1108086"/>
                  </a:lnTo>
                  <a:lnTo>
                    <a:pt x="1364755" y="1105941"/>
                  </a:lnTo>
                  <a:lnTo>
                    <a:pt x="1365597" y="1104769"/>
                  </a:lnTo>
                  <a:lnTo>
                    <a:pt x="1366438" y="1102937"/>
                  </a:lnTo>
                  <a:lnTo>
                    <a:pt x="1367279" y="1101357"/>
                  </a:lnTo>
                  <a:lnTo>
                    <a:pt x="1368120" y="1099843"/>
                  </a:lnTo>
                  <a:lnTo>
                    <a:pt x="1368962" y="1098748"/>
                  </a:lnTo>
                  <a:lnTo>
                    <a:pt x="1369803" y="1098205"/>
                  </a:lnTo>
                  <a:lnTo>
                    <a:pt x="1370644" y="1098446"/>
                  </a:lnTo>
                  <a:lnTo>
                    <a:pt x="1371485" y="1099672"/>
                  </a:lnTo>
                  <a:lnTo>
                    <a:pt x="1372326" y="1103866"/>
                  </a:lnTo>
                  <a:lnTo>
                    <a:pt x="1373168" y="1110048"/>
                  </a:lnTo>
                  <a:lnTo>
                    <a:pt x="1374009" y="1117592"/>
                  </a:lnTo>
                  <a:lnTo>
                    <a:pt x="1374850" y="1125892"/>
                  </a:lnTo>
                  <a:lnTo>
                    <a:pt x="1375691" y="1133478"/>
                  </a:lnTo>
                  <a:lnTo>
                    <a:pt x="1376532" y="1140950"/>
                  </a:lnTo>
                  <a:lnTo>
                    <a:pt x="1377374" y="1147739"/>
                  </a:lnTo>
                  <a:lnTo>
                    <a:pt x="1378215" y="1154613"/>
                  </a:lnTo>
                  <a:lnTo>
                    <a:pt x="1379056" y="1161235"/>
                  </a:lnTo>
                  <a:lnTo>
                    <a:pt x="1379897" y="1168281"/>
                  </a:lnTo>
                  <a:lnTo>
                    <a:pt x="1380738" y="1175961"/>
                  </a:lnTo>
                  <a:lnTo>
                    <a:pt x="1381580" y="1184406"/>
                  </a:lnTo>
                  <a:lnTo>
                    <a:pt x="1382421" y="1193084"/>
                  </a:lnTo>
                  <a:lnTo>
                    <a:pt x="1383262" y="1202074"/>
                  </a:lnTo>
                  <a:lnTo>
                    <a:pt x="1384103" y="1211412"/>
                  </a:lnTo>
                  <a:lnTo>
                    <a:pt x="1384944" y="1218910"/>
                  </a:lnTo>
                  <a:lnTo>
                    <a:pt x="1385786" y="1225482"/>
                  </a:lnTo>
                  <a:lnTo>
                    <a:pt x="1386627" y="1229062"/>
                  </a:lnTo>
                  <a:lnTo>
                    <a:pt x="1387468" y="1232070"/>
                  </a:lnTo>
                  <a:lnTo>
                    <a:pt x="1388309" y="1234725"/>
                  </a:lnTo>
                  <a:lnTo>
                    <a:pt x="1389150" y="1237522"/>
                  </a:lnTo>
                  <a:lnTo>
                    <a:pt x="1389992" y="1240299"/>
                  </a:lnTo>
                  <a:lnTo>
                    <a:pt x="1390833" y="1244105"/>
                  </a:lnTo>
                  <a:lnTo>
                    <a:pt x="1391674" y="1247544"/>
                  </a:lnTo>
                  <a:lnTo>
                    <a:pt x="1392515" y="1249800"/>
                  </a:lnTo>
                  <a:lnTo>
                    <a:pt x="1393356" y="1250082"/>
                  </a:lnTo>
                  <a:lnTo>
                    <a:pt x="1394198" y="1248864"/>
                  </a:lnTo>
                  <a:lnTo>
                    <a:pt x="1395039" y="1247035"/>
                  </a:lnTo>
                  <a:lnTo>
                    <a:pt x="1395880" y="1243263"/>
                  </a:lnTo>
                  <a:lnTo>
                    <a:pt x="1396721" y="1238373"/>
                  </a:lnTo>
                  <a:lnTo>
                    <a:pt x="1397562" y="1233828"/>
                  </a:lnTo>
                  <a:lnTo>
                    <a:pt x="1398404" y="1229556"/>
                  </a:lnTo>
                  <a:lnTo>
                    <a:pt x="1399245" y="1224653"/>
                  </a:lnTo>
                  <a:lnTo>
                    <a:pt x="1400086" y="1218460"/>
                  </a:lnTo>
                  <a:lnTo>
                    <a:pt x="1400927" y="1211774"/>
                  </a:lnTo>
                  <a:lnTo>
                    <a:pt x="1401768" y="1205728"/>
                  </a:lnTo>
                  <a:lnTo>
                    <a:pt x="1402610" y="1199700"/>
                  </a:lnTo>
                  <a:lnTo>
                    <a:pt x="1403451" y="1193326"/>
                  </a:lnTo>
                  <a:lnTo>
                    <a:pt x="1404292" y="1186948"/>
                  </a:lnTo>
                  <a:lnTo>
                    <a:pt x="1405133" y="1181004"/>
                  </a:lnTo>
                  <a:lnTo>
                    <a:pt x="1405974" y="1174451"/>
                  </a:lnTo>
                  <a:lnTo>
                    <a:pt x="1406816" y="1165744"/>
                  </a:lnTo>
                  <a:lnTo>
                    <a:pt x="1407657" y="1157956"/>
                  </a:lnTo>
                  <a:lnTo>
                    <a:pt x="1408498" y="1149735"/>
                  </a:lnTo>
                  <a:lnTo>
                    <a:pt x="1409339" y="1141460"/>
                  </a:lnTo>
                  <a:lnTo>
                    <a:pt x="1410180" y="1133102"/>
                  </a:lnTo>
                  <a:lnTo>
                    <a:pt x="1411022" y="1126144"/>
                  </a:lnTo>
                  <a:lnTo>
                    <a:pt x="1411863" y="1119653"/>
                  </a:lnTo>
                  <a:lnTo>
                    <a:pt x="1412704" y="1113308"/>
                  </a:lnTo>
                  <a:lnTo>
                    <a:pt x="1413545" y="1106000"/>
                  </a:lnTo>
                  <a:lnTo>
                    <a:pt x="1414386" y="1098164"/>
                  </a:lnTo>
                  <a:lnTo>
                    <a:pt x="1415228" y="1090125"/>
                  </a:lnTo>
                  <a:lnTo>
                    <a:pt x="1416069" y="1081655"/>
                  </a:lnTo>
                  <a:lnTo>
                    <a:pt x="1416910" y="1071526"/>
                  </a:lnTo>
                  <a:lnTo>
                    <a:pt x="1417751" y="1061610"/>
                  </a:lnTo>
                  <a:lnTo>
                    <a:pt x="1418592" y="1052038"/>
                  </a:lnTo>
                  <a:lnTo>
                    <a:pt x="1419434" y="1043753"/>
                  </a:lnTo>
                  <a:lnTo>
                    <a:pt x="1420275" y="1036302"/>
                  </a:lnTo>
                  <a:lnTo>
                    <a:pt x="1421116" y="1028853"/>
                  </a:lnTo>
                  <a:lnTo>
                    <a:pt x="1421957" y="1021981"/>
                  </a:lnTo>
                  <a:lnTo>
                    <a:pt x="1422798" y="1014080"/>
                  </a:lnTo>
                  <a:lnTo>
                    <a:pt x="1423640" y="1004300"/>
                  </a:lnTo>
                  <a:lnTo>
                    <a:pt x="1424481" y="995948"/>
                  </a:lnTo>
                  <a:lnTo>
                    <a:pt x="1425322" y="987924"/>
                  </a:lnTo>
                  <a:lnTo>
                    <a:pt x="1426163" y="981249"/>
                  </a:lnTo>
                  <a:lnTo>
                    <a:pt x="1427004" y="976026"/>
                  </a:lnTo>
                  <a:lnTo>
                    <a:pt x="1427846" y="970820"/>
                  </a:lnTo>
                  <a:lnTo>
                    <a:pt x="1428687" y="966566"/>
                  </a:lnTo>
                  <a:lnTo>
                    <a:pt x="1429528" y="963908"/>
                  </a:lnTo>
                  <a:lnTo>
                    <a:pt x="1430369" y="962847"/>
                  </a:lnTo>
                  <a:lnTo>
                    <a:pt x="1431210" y="963828"/>
                  </a:lnTo>
                  <a:lnTo>
                    <a:pt x="1432052" y="966174"/>
                  </a:lnTo>
                  <a:lnTo>
                    <a:pt x="1432893" y="967655"/>
                  </a:lnTo>
                  <a:lnTo>
                    <a:pt x="1433734" y="968066"/>
                  </a:lnTo>
                  <a:lnTo>
                    <a:pt x="1434575" y="968874"/>
                  </a:lnTo>
                  <a:lnTo>
                    <a:pt x="1435416" y="968924"/>
                  </a:lnTo>
                  <a:lnTo>
                    <a:pt x="1436258" y="968305"/>
                  </a:lnTo>
                  <a:lnTo>
                    <a:pt x="1437099" y="967520"/>
                  </a:lnTo>
                  <a:lnTo>
                    <a:pt x="1437940" y="966183"/>
                  </a:lnTo>
                  <a:lnTo>
                    <a:pt x="1438781" y="963574"/>
                  </a:lnTo>
                  <a:lnTo>
                    <a:pt x="1439623" y="959884"/>
                  </a:lnTo>
                  <a:lnTo>
                    <a:pt x="1440464" y="956559"/>
                  </a:lnTo>
                  <a:lnTo>
                    <a:pt x="1441305" y="953237"/>
                  </a:lnTo>
                  <a:lnTo>
                    <a:pt x="1442146" y="950051"/>
                  </a:lnTo>
                  <a:lnTo>
                    <a:pt x="1442987" y="946860"/>
                  </a:lnTo>
                  <a:lnTo>
                    <a:pt x="1443829" y="943936"/>
                  </a:lnTo>
                  <a:lnTo>
                    <a:pt x="1444670" y="939642"/>
                  </a:lnTo>
                  <a:lnTo>
                    <a:pt x="1445511" y="935487"/>
                  </a:lnTo>
                  <a:lnTo>
                    <a:pt x="1446352" y="931348"/>
                  </a:lnTo>
                  <a:lnTo>
                    <a:pt x="1447193" y="928538"/>
                  </a:lnTo>
                  <a:lnTo>
                    <a:pt x="1448035" y="926251"/>
                  </a:lnTo>
                  <a:lnTo>
                    <a:pt x="1448876" y="925192"/>
                  </a:lnTo>
                  <a:lnTo>
                    <a:pt x="1449717" y="925243"/>
                  </a:lnTo>
                  <a:lnTo>
                    <a:pt x="1450558" y="926901"/>
                  </a:lnTo>
                  <a:lnTo>
                    <a:pt x="1451399" y="929850"/>
                  </a:lnTo>
                  <a:lnTo>
                    <a:pt x="1452241" y="933445"/>
                  </a:lnTo>
                  <a:lnTo>
                    <a:pt x="1453082" y="937708"/>
                  </a:lnTo>
                  <a:lnTo>
                    <a:pt x="1453923" y="942914"/>
                  </a:lnTo>
                  <a:lnTo>
                    <a:pt x="1454764" y="948390"/>
                  </a:lnTo>
                  <a:lnTo>
                    <a:pt x="1455605" y="954162"/>
                  </a:lnTo>
                  <a:lnTo>
                    <a:pt x="1456447" y="959918"/>
                  </a:lnTo>
                  <a:lnTo>
                    <a:pt x="1457288" y="966566"/>
                  </a:lnTo>
                  <a:lnTo>
                    <a:pt x="1458129" y="973636"/>
                  </a:lnTo>
                  <a:lnTo>
                    <a:pt x="1458970" y="980554"/>
                  </a:lnTo>
                  <a:lnTo>
                    <a:pt x="1459811" y="988081"/>
                  </a:lnTo>
                  <a:lnTo>
                    <a:pt x="1460653" y="995788"/>
                  </a:lnTo>
                  <a:lnTo>
                    <a:pt x="1461494" y="1002555"/>
                  </a:lnTo>
                  <a:lnTo>
                    <a:pt x="1462335" y="1008763"/>
                  </a:lnTo>
                  <a:lnTo>
                    <a:pt x="1463176" y="1014277"/>
                  </a:lnTo>
                  <a:lnTo>
                    <a:pt x="1464017" y="1018824"/>
                  </a:lnTo>
                  <a:lnTo>
                    <a:pt x="1464859" y="1023831"/>
                  </a:lnTo>
                  <a:lnTo>
                    <a:pt x="1465700" y="1028826"/>
                  </a:lnTo>
                  <a:lnTo>
                    <a:pt x="1466541" y="1033844"/>
                  </a:lnTo>
                  <a:lnTo>
                    <a:pt x="1467382" y="1039186"/>
                  </a:lnTo>
                  <a:lnTo>
                    <a:pt x="1468223" y="1043805"/>
                  </a:lnTo>
                  <a:lnTo>
                    <a:pt x="1469065" y="1048788"/>
                  </a:lnTo>
                  <a:lnTo>
                    <a:pt x="1469906" y="1053580"/>
                  </a:lnTo>
                  <a:lnTo>
                    <a:pt x="1470747" y="1057413"/>
                  </a:lnTo>
                  <a:lnTo>
                    <a:pt x="1471588" y="1060923"/>
                  </a:lnTo>
                  <a:lnTo>
                    <a:pt x="1472429" y="1063754"/>
                  </a:lnTo>
                  <a:lnTo>
                    <a:pt x="1473271" y="1064994"/>
                  </a:lnTo>
                  <a:lnTo>
                    <a:pt x="1474112" y="1065330"/>
                  </a:lnTo>
                  <a:lnTo>
                    <a:pt x="1474953" y="1064588"/>
                  </a:lnTo>
                  <a:lnTo>
                    <a:pt x="1475794" y="1061948"/>
                  </a:lnTo>
                  <a:lnTo>
                    <a:pt x="1476635" y="1059130"/>
                  </a:lnTo>
                  <a:lnTo>
                    <a:pt x="1477477" y="1055760"/>
                  </a:lnTo>
                  <a:lnTo>
                    <a:pt x="1478318" y="1052262"/>
                  </a:lnTo>
                  <a:lnTo>
                    <a:pt x="1479159" y="1048231"/>
                  </a:lnTo>
                  <a:lnTo>
                    <a:pt x="1480000" y="1042962"/>
                  </a:lnTo>
                  <a:lnTo>
                    <a:pt x="1480841" y="1036170"/>
                  </a:lnTo>
                  <a:lnTo>
                    <a:pt x="1481683" y="1027823"/>
                  </a:lnTo>
                  <a:lnTo>
                    <a:pt x="1482524" y="1018432"/>
                  </a:lnTo>
                  <a:lnTo>
                    <a:pt x="1483365" y="1009273"/>
                  </a:lnTo>
                  <a:lnTo>
                    <a:pt x="1484206" y="998071"/>
                  </a:lnTo>
                  <a:lnTo>
                    <a:pt x="1485047" y="988249"/>
                  </a:lnTo>
                  <a:lnTo>
                    <a:pt x="1485889" y="977976"/>
                  </a:lnTo>
                  <a:lnTo>
                    <a:pt x="1486730" y="966498"/>
                  </a:lnTo>
                  <a:lnTo>
                    <a:pt x="1487571" y="955409"/>
                  </a:lnTo>
                  <a:lnTo>
                    <a:pt x="1488412" y="944719"/>
                  </a:lnTo>
                  <a:lnTo>
                    <a:pt x="1489253" y="934045"/>
                  </a:lnTo>
                  <a:lnTo>
                    <a:pt x="1490095" y="924288"/>
                  </a:lnTo>
                  <a:lnTo>
                    <a:pt x="1490936" y="915011"/>
                  </a:lnTo>
                  <a:lnTo>
                    <a:pt x="1491777" y="905760"/>
                  </a:lnTo>
                  <a:lnTo>
                    <a:pt x="1492618" y="896101"/>
                  </a:lnTo>
                  <a:lnTo>
                    <a:pt x="1493459" y="886424"/>
                  </a:lnTo>
                  <a:lnTo>
                    <a:pt x="1494301" y="876737"/>
                  </a:lnTo>
                  <a:lnTo>
                    <a:pt x="1495142" y="867477"/>
                  </a:lnTo>
                  <a:lnTo>
                    <a:pt x="1495983" y="858877"/>
                  </a:lnTo>
                  <a:lnTo>
                    <a:pt x="1496824" y="850756"/>
                  </a:lnTo>
                  <a:lnTo>
                    <a:pt x="1497665" y="842809"/>
                  </a:lnTo>
                  <a:lnTo>
                    <a:pt x="1498507" y="835407"/>
                  </a:lnTo>
                  <a:lnTo>
                    <a:pt x="1499348" y="829091"/>
                  </a:lnTo>
                  <a:lnTo>
                    <a:pt x="1500189" y="824279"/>
                  </a:lnTo>
                  <a:lnTo>
                    <a:pt x="1501030" y="821006"/>
                  </a:lnTo>
                  <a:lnTo>
                    <a:pt x="1501871" y="817267"/>
                  </a:lnTo>
                  <a:lnTo>
                    <a:pt x="1502713" y="813422"/>
                  </a:lnTo>
                  <a:lnTo>
                    <a:pt x="1503554" y="809836"/>
                  </a:lnTo>
                  <a:lnTo>
                    <a:pt x="1504395" y="806609"/>
                  </a:lnTo>
                  <a:lnTo>
                    <a:pt x="1505236" y="804942"/>
                  </a:lnTo>
                  <a:lnTo>
                    <a:pt x="1506077" y="805068"/>
                  </a:lnTo>
                  <a:lnTo>
                    <a:pt x="1506919" y="806469"/>
                  </a:lnTo>
                  <a:lnTo>
                    <a:pt x="1507760" y="808043"/>
                  </a:lnTo>
                  <a:lnTo>
                    <a:pt x="1508601" y="810786"/>
                  </a:lnTo>
                  <a:lnTo>
                    <a:pt x="1509442" y="813980"/>
                  </a:lnTo>
                  <a:lnTo>
                    <a:pt x="1510284" y="818249"/>
                  </a:lnTo>
                  <a:lnTo>
                    <a:pt x="1511125" y="823350"/>
                  </a:lnTo>
                  <a:lnTo>
                    <a:pt x="1511966" y="830759"/>
                  </a:lnTo>
                  <a:lnTo>
                    <a:pt x="1512807" y="837138"/>
                  </a:lnTo>
                  <a:lnTo>
                    <a:pt x="1513648" y="844334"/>
                  </a:lnTo>
                  <a:lnTo>
                    <a:pt x="1514490" y="853083"/>
                  </a:lnTo>
                  <a:lnTo>
                    <a:pt x="1515331" y="863616"/>
                  </a:lnTo>
                  <a:lnTo>
                    <a:pt x="1516172" y="876047"/>
                  </a:lnTo>
                  <a:lnTo>
                    <a:pt x="1517013" y="890447"/>
                  </a:lnTo>
                  <a:lnTo>
                    <a:pt x="1517854" y="906559"/>
                  </a:lnTo>
                  <a:lnTo>
                    <a:pt x="1518696" y="922604"/>
                  </a:lnTo>
                  <a:lnTo>
                    <a:pt x="1519537" y="938497"/>
                  </a:lnTo>
                  <a:lnTo>
                    <a:pt x="1520378" y="954682"/>
                  </a:lnTo>
                  <a:lnTo>
                    <a:pt x="1521219" y="969691"/>
                  </a:lnTo>
                  <a:lnTo>
                    <a:pt x="1522060" y="985255"/>
                  </a:lnTo>
                  <a:lnTo>
                    <a:pt x="1522902" y="1001178"/>
                  </a:lnTo>
                  <a:lnTo>
                    <a:pt x="1523743" y="1017422"/>
                  </a:lnTo>
                  <a:lnTo>
                    <a:pt x="1524584" y="1031695"/>
                  </a:lnTo>
                  <a:lnTo>
                    <a:pt x="1525425" y="1045809"/>
                  </a:lnTo>
                  <a:lnTo>
                    <a:pt x="1526266" y="1058101"/>
                  </a:lnTo>
                  <a:lnTo>
                    <a:pt x="1527108" y="1070221"/>
                  </a:lnTo>
                  <a:lnTo>
                    <a:pt x="1527949" y="1080263"/>
                  </a:lnTo>
                  <a:lnTo>
                    <a:pt x="1528790" y="1089916"/>
                  </a:lnTo>
                  <a:lnTo>
                    <a:pt x="1529631" y="1097852"/>
                  </a:lnTo>
                  <a:lnTo>
                    <a:pt x="1530472" y="1105400"/>
                  </a:lnTo>
                  <a:lnTo>
                    <a:pt x="1531314" y="1112737"/>
                  </a:lnTo>
                  <a:lnTo>
                    <a:pt x="1532155" y="1120160"/>
                  </a:lnTo>
                  <a:lnTo>
                    <a:pt x="1532996" y="1129013"/>
                  </a:lnTo>
                  <a:lnTo>
                    <a:pt x="1533837" y="1136649"/>
                  </a:lnTo>
                  <a:lnTo>
                    <a:pt x="1534678" y="1145280"/>
                  </a:lnTo>
                  <a:lnTo>
                    <a:pt x="1535520" y="1153435"/>
                  </a:lnTo>
                  <a:lnTo>
                    <a:pt x="1536361" y="1161415"/>
                  </a:lnTo>
                  <a:lnTo>
                    <a:pt x="1537202" y="1170034"/>
                  </a:lnTo>
                  <a:lnTo>
                    <a:pt x="1538043" y="1178723"/>
                  </a:lnTo>
                  <a:lnTo>
                    <a:pt x="1538884" y="1186503"/>
                  </a:lnTo>
                  <a:lnTo>
                    <a:pt x="1539726" y="1193739"/>
                  </a:lnTo>
                  <a:lnTo>
                    <a:pt x="1540567" y="1201313"/>
                  </a:lnTo>
                  <a:lnTo>
                    <a:pt x="1541408" y="1207922"/>
                  </a:lnTo>
                  <a:lnTo>
                    <a:pt x="1542249" y="1213417"/>
                  </a:lnTo>
                  <a:lnTo>
                    <a:pt x="1543090" y="1218335"/>
                  </a:lnTo>
                  <a:lnTo>
                    <a:pt x="1543932" y="1223359"/>
                  </a:lnTo>
                  <a:lnTo>
                    <a:pt x="1544773" y="1227568"/>
                  </a:lnTo>
                  <a:lnTo>
                    <a:pt x="1545614" y="1231738"/>
                  </a:lnTo>
                  <a:lnTo>
                    <a:pt x="1546455" y="1235994"/>
                  </a:lnTo>
                  <a:lnTo>
                    <a:pt x="1547296" y="1240492"/>
                  </a:lnTo>
                  <a:lnTo>
                    <a:pt x="1548138" y="1244082"/>
                  </a:lnTo>
                  <a:lnTo>
                    <a:pt x="1548979" y="1247321"/>
                  </a:lnTo>
                  <a:lnTo>
                    <a:pt x="1549820" y="1249633"/>
                  </a:lnTo>
                  <a:lnTo>
                    <a:pt x="1550661" y="1251186"/>
                  </a:lnTo>
                  <a:lnTo>
                    <a:pt x="1551502" y="1251537"/>
                  </a:lnTo>
                  <a:lnTo>
                    <a:pt x="1552344" y="1251434"/>
                  </a:lnTo>
                  <a:lnTo>
                    <a:pt x="1553185" y="1252030"/>
                  </a:lnTo>
                  <a:lnTo>
                    <a:pt x="1554026" y="1252581"/>
                  </a:lnTo>
                  <a:lnTo>
                    <a:pt x="1554867" y="1253780"/>
                  </a:lnTo>
                  <a:lnTo>
                    <a:pt x="1555708" y="1255302"/>
                  </a:lnTo>
                  <a:lnTo>
                    <a:pt x="1556550" y="1255927"/>
                  </a:lnTo>
                  <a:lnTo>
                    <a:pt x="1557391" y="1256315"/>
                  </a:lnTo>
                  <a:lnTo>
                    <a:pt x="1558232" y="1257946"/>
                  </a:lnTo>
                  <a:lnTo>
                    <a:pt x="1559073" y="1259032"/>
                  </a:lnTo>
                  <a:lnTo>
                    <a:pt x="1559914" y="1260508"/>
                  </a:lnTo>
                  <a:lnTo>
                    <a:pt x="1560756" y="1262621"/>
                  </a:lnTo>
                  <a:lnTo>
                    <a:pt x="1561597" y="1266388"/>
                  </a:lnTo>
                  <a:lnTo>
                    <a:pt x="1562438" y="1271043"/>
                  </a:lnTo>
                  <a:lnTo>
                    <a:pt x="1563279" y="1275581"/>
                  </a:lnTo>
                  <a:lnTo>
                    <a:pt x="1564120" y="1282226"/>
                  </a:lnTo>
                  <a:lnTo>
                    <a:pt x="1564962" y="1289529"/>
                  </a:lnTo>
                  <a:lnTo>
                    <a:pt x="1565803" y="1296264"/>
                  </a:lnTo>
                  <a:lnTo>
                    <a:pt x="1566644" y="1302915"/>
                  </a:lnTo>
                  <a:lnTo>
                    <a:pt x="1567485" y="1309569"/>
                  </a:lnTo>
                  <a:lnTo>
                    <a:pt x="1568326" y="1317805"/>
                  </a:lnTo>
                  <a:lnTo>
                    <a:pt x="1569168" y="1325422"/>
                  </a:lnTo>
                  <a:lnTo>
                    <a:pt x="1570009" y="1332811"/>
                  </a:lnTo>
                  <a:lnTo>
                    <a:pt x="1570850" y="1340251"/>
                  </a:lnTo>
                  <a:lnTo>
                    <a:pt x="1571691" y="1347322"/>
                  </a:lnTo>
                  <a:lnTo>
                    <a:pt x="1572532" y="1353908"/>
                  </a:lnTo>
                  <a:lnTo>
                    <a:pt x="1573374" y="1360576"/>
                  </a:lnTo>
                  <a:lnTo>
                    <a:pt x="1574215" y="1367806"/>
                  </a:lnTo>
                  <a:lnTo>
                    <a:pt x="1575056" y="1375756"/>
                  </a:lnTo>
                  <a:lnTo>
                    <a:pt x="1575897" y="1382727"/>
                  </a:lnTo>
                  <a:lnTo>
                    <a:pt x="1576738" y="1390738"/>
                  </a:lnTo>
                  <a:lnTo>
                    <a:pt x="1577580" y="1398205"/>
                  </a:lnTo>
                  <a:lnTo>
                    <a:pt x="1578421" y="1406172"/>
                  </a:lnTo>
                  <a:lnTo>
                    <a:pt x="1579262" y="1413378"/>
                  </a:lnTo>
                  <a:lnTo>
                    <a:pt x="1580103" y="1420877"/>
                  </a:lnTo>
                  <a:lnTo>
                    <a:pt x="1580945" y="1428639"/>
                  </a:lnTo>
                  <a:lnTo>
                    <a:pt x="1581786" y="1436733"/>
                  </a:lnTo>
                  <a:lnTo>
                    <a:pt x="1582627" y="1445000"/>
                  </a:lnTo>
                  <a:lnTo>
                    <a:pt x="1583468" y="1453908"/>
                  </a:lnTo>
                  <a:lnTo>
                    <a:pt x="1584309" y="1463003"/>
                  </a:lnTo>
                  <a:lnTo>
                    <a:pt x="1585151" y="1473721"/>
                  </a:lnTo>
                  <a:lnTo>
                    <a:pt x="1585992" y="1483401"/>
                  </a:lnTo>
                  <a:lnTo>
                    <a:pt x="1586833" y="1493012"/>
                  </a:lnTo>
                  <a:lnTo>
                    <a:pt x="1587674" y="1502164"/>
                  </a:lnTo>
                  <a:lnTo>
                    <a:pt x="1588515" y="1510332"/>
                  </a:lnTo>
                  <a:lnTo>
                    <a:pt x="1589357" y="1518843"/>
                  </a:lnTo>
                  <a:lnTo>
                    <a:pt x="1590198" y="1526958"/>
                  </a:lnTo>
                  <a:lnTo>
                    <a:pt x="1591039" y="1536275"/>
                  </a:lnTo>
                  <a:lnTo>
                    <a:pt x="1591880" y="1546891"/>
                  </a:lnTo>
                  <a:lnTo>
                    <a:pt x="1592721" y="1556087"/>
                  </a:lnTo>
                  <a:lnTo>
                    <a:pt x="1593563" y="1564602"/>
                  </a:lnTo>
                  <a:lnTo>
                    <a:pt x="1594404" y="1572356"/>
                  </a:lnTo>
                  <a:lnTo>
                    <a:pt x="1595245" y="1578742"/>
                  </a:lnTo>
                  <a:lnTo>
                    <a:pt x="1596086" y="1584573"/>
                  </a:lnTo>
                  <a:lnTo>
                    <a:pt x="1596927" y="1589688"/>
                  </a:lnTo>
                  <a:lnTo>
                    <a:pt x="1597769" y="1595489"/>
                  </a:lnTo>
                  <a:lnTo>
                    <a:pt x="1598610" y="1601310"/>
                  </a:lnTo>
                  <a:lnTo>
                    <a:pt x="1599451" y="1607082"/>
                  </a:lnTo>
                  <a:lnTo>
                    <a:pt x="1600292" y="1612129"/>
                  </a:lnTo>
                  <a:lnTo>
                    <a:pt x="1601133" y="1617569"/>
                  </a:lnTo>
                  <a:lnTo>
                    <a:pt x="1601975" y="1623148"/>
                  </a:lnTo>
                  <a:lnTo>
                    <a:pt x="1602816" y="1627950"/>
                  </a:lnTo>
                  <a:lnTo>
                    <a:pt x="1603657" y="1632587"/>
                  </a:lnTo>
                  <a:lnTo>
                    <a:pt x="1604498" y="1637437"/>
                  </a:lnTo>
                  <a:lnTo>
                    <a:pt x="1605339" y="1642527"/>
                  </a:lnTo>
                  <a:lnTo>
                    <a:pt x="1606181" y="1647822"/>
                  </a:lnTo>
                  <a:lnTo>
                    <a:pt x="1607022" y="1652942"/>
                  </a:lnTo>
                  <a:lnTo>
                    <a:pt x="1607863" y="1658543"/>
                  </a:lnTo>
                  <a:lnTo>
                    <a:pt x="1608704" y="1663909"/>
                  </a:lnTo>
                  <a:lnTo>
                    <a:pt x="1609545" y="1669190"/>
                  </a:lnTo>
                  <a:lnTo>
                    <a:pt x="1610387" y="1673789"/>
                  </a:lnTo>
                  <a:lnTo>
                    <a:pt x="1611228" y="1678446"/>
                  </a:lnTo>
                  <a:lnTo>
                    <a:pt x="1612069" y="1682958"/>
                  </a:lnTo>
                  <a:lnTo>
                    <a:pt x="1612910" y="1687422"/>
                  </a:lnTo>
                  <a:lnTo>
                    <a:pt x="1613751" y="1691323"/>
                  </a:lnTo>
                  <a:lnTo>
                    <a:pt x="1614593" y="1694503"/>
                  </a:lnTo>
                  <a:lnTo>
                    <a:pt x="1615434" y="1696097"/>
                  </a:lnTo>
                  <a:lnTo>
                    <a:pt x="1616275" y="1697739"/>
                  </a:lnTo>
                  <a:lnTo>
                    <a:pt x="1617116" y="1698673"/>
                  </a:lnTo>
                  <a:lnTo>
                    <a:pt x="1617957" y="1698065"/>
                  </a:lnTo>
                  <a:lnTo>
                    <a:pt x="1618799" y="1696293"/>
                  </a:lnTo>
                  <a:lnTo>
                    <a:pt x="1619640" y="1694175"/>
                  </a:lnTo>
                  <a:lnTo>
                    <a:pt x="1620481" y="1691200"/>
                  </a:lnTo>
                  <a:lnTo>
                    <a:pt x="1621322" y="1687809"/>
                  </a:lnTo>
                  <a:lnTo>
                    <a:pt x="1622163" y="1684142"/>
                  </a:lnTo>
                  <a:lnTo>
                    <a:pt x="1623005" y="1681284"/>
                  </a:lnTo>
                  <a:lnTo>
                    <a:pt x="1623846" y="1677774"/>
                  </a:lnTo>
                  <a:lnTo>
                    <a:pt x="1624687" y="1674612"/>
                  </a:lnTo>
                  <a:lnTo>
                    <a:pt x="1625528" y="1670806"/>
                  </a:lnTo>
                  <a:lnTo>
                    <a:pt x="1626369" y="1667090"/>
                  </a:lnTo>
                  <a:lnTo>
                    <a:pt x="1627211" y="1663425"/>
                  </a:lnTo>
                  <a:lnTo>
                    <a:pt x="1628052" y="1660069"/>
                  </a:lnTo>
                  <a:lnTo>
                    <a:pt x="1628893" y="1656561"/>
                  </a:lnTo>
                  <a:lnTo>
                    <a:pt x="1629734" y="1652840"/>
                  </a:lnTo>
                  <a:lnTo>
                    <a:pt x="1630575" y="1648981"/>
                  </a:lnTo>
                  <a:lnTo>
                    <a:pt x="1631417" y="1645511"/>
                  </a:lnTo>
                  <a:lnTo>
                    <a:pt x="1632258" y="1642290"/>
                  </a:lnTo>
                  <a:lnTo>
                    <a:pt x="1633099" y="1639167"/>
                  </a:lnTo>
                  <a:lnTo>
                    <a:pt x="1633940" y="1636268"/>
                  </a:lnTo>
                  <a:lnTo>
                    <a:pt x="1634781" y="1633090"/>
                  </a:lnTo>
                  <a:lnTo>
                    <a:pt x="1635623" y="1629448"/>
                  </a:lnTo>
                  <a:lnTo>
                    <a:pt x="1636464" y="1625912"/>
                  </a:lnTo>
                  <a:lnTo>
                    <a:pt x="1637305" y="1621033"/>
                  </a:lnTo>
                  <a:lnTo>
                    <a:pt x="1638146" y="1616083"/>
                  </a:lnTo>
                  <a:lnTo>
                    <a:pt x="1638987" y="1610243"/>
                  </a:lnTo>
                  <a:lnTo>
                    <a:pt x="1639829" y="1604219"/>
                  </a:lnTo>
                  <a:lnTo>
                    <a:pt x="1640670" y="1599185"/>
                  </a:lnTo>
                  <a:lnTo>
                    <a:pt x="1641511" y="1595290"/>
                  </a:lnTo>
                  <a:lnTo>
                    <a:pt x="1642352" y="1593154"/>
                  </a:lnTo>
                  <a:lnTo>
                    <a:pt x="1643193" y="1592465"/>
                  </a:lnTo>
                  <a:lnTo>
                    <a:pt x="1644035" y="1593662"/>
                  </a:lnTo>
                  <a:lnTo>
                    <a:pt x="1644876" y="1595385"/>
                  </a:lnTo>
                  <a:lnTo>
                    <a:pt x="1645717" y="1596891"/>
                  </a:lnTo>
                  <a:lnTo>
                    <a:pt x="1646558" y="1598424"/>
                  </a:lnTo>
                  <a:lnTo>
                    <a:pt x="1647399" y="1599439"/>
                  </a:lnTo>
                  <a:lnTo>
                    <a:pt x="1648241" y="1601074"/>
                  </a:lnTo>
                  <a:lnTo>
                    <a:pt x="1649082" y="1602993"/>
                  </a:lnTo>
                  <a:lnTo>
                    <a:pt x="1649923" y="1605876"/>
                  </a:lnTo>
                  <a:lnTo>
                    <a:pt x="1650764" y="1608701"/>
                  </a:lnTo>
                  <a:lnTo>
                    <a:pt x="1651606" y="1610885"/>
                  </a:lnTo>
                  <a:lnTo>
                    <a:pt x="1652447" y="1614679"/>
                  </a:lnTo>
                  <a:lnTo>
                    <a:pt x="1653288" y="1617127"/>
                  </a:lnTo>
                  <a:lnTo>
                    <a:pt x="1654129" y="1620132"/>
                  </a:lnTo>
                  <a:lnTo>
                    <a:pt x="1654970" y="1624568"/>
                  </a:lnTo>
                  <a:lnTo>
                    <a:pt x="1655812" y="1629733"/>
                  </a:lnTo>
                  <a:lnTo>
                    <a:pt x="1656653" y="1633881"/>
                  </a:lnTo>
                  <a:lnTo>
                    <a:pt x="1657494" y="1638821"/>
                  </a:lnTo>
                  <a:lnTo>
                    <a:pt x="1658335" y="1643433"/>
                  </a:lnTo>
                  <a:lnTo>
                    <a:pt x="1659176" y="1648107"/>
                  </a:lnTo>
                  <a:lnTo>
                    <a:pt x="1660018" y="1653289"/>
                  </a:lnTo>
                  <a:lnTo>
                    <a:pt x="1660859" y="1658622"/>
                  </a:lnTo>
                  <a:lnTo>
                    <a:pt x="1661700" y="1664469"/>
                  </a:lnTo>
                  <a:lnTo>
                    <a:pt x="1662541" y="1670145"/>
                  </a:lnTo>
                  <a:lnTo>
                    <a:pt x="1663382" y="1675456"/>
                  </a:lnTo>
                  <a:lnTo>
                    <a:pt x="1664224" y="1680794"/>
                  </a:lnTo>
                  <a:lnTo>
                    <a:pt x="1665065" y="1685757"/>
                  </a:lnTo>
                  <a:lnTo>
                    <a:pt x="1665906" y="1690425"/>
                  </a:lnTo>
                  <a:lnTo>
                    <a:pt x="1666747" y="1695295"/>
                  </a:lnTo>
                  <a:lnTo>
                    <a:pt x="1667588" y="1699201"/>
                  </a:lnTo>
                  <a:lnTo>
                    <a:pt x="1668430" y="1703472"/>
                  </a:lnTo>
                  <a:lnTo>
                    <a:pt x="1669271" y="1707131"/>
                  </a:lnTo>
                  <a:lnTo>
                    <a:pt x="1670112" y="1711681"/>
                  </a:lnTo>
                  <a:lnTo>
                    <a:pt x="1670953" y="1716800"/>
                  </a:lnTo>
                  <a:lnTo>
                    <a:pt x="1671794" y="1721230"/>
                  </a:lnTo>
                  <a:lnTo>
                    <a:pt x="1672636" y="1725396"/>
                  </a:lnTo>
                  <a:lnTo>
                    <a:pt x="1673477" y="1729163"/>
                  </a:lnTo>
                  <a:lnTo>
                    <a:pt x="1674318" y="1730931"/>
                  </a:lnTo>
                  <a:lnTo>
                    <a:pt x="1675159" y="1731040"/>
                  </a:lnTo>
                  <a:lnTo>
                    <a:pt x="1676000" y="1731286"/>
                  </a:lnTo>
                  <a:lnTo>
                    <a:pt x="1676842" y="1731361"/>
                  </a:lnTo>
                  <a:lnTo>
                    <a:pt x="1677683" y="1730942"/>
                  </a:lnTo>
                  <a:lnTo>
                    <a:pt x="1678524" y="1730618"/>
                  </a:lnTo>
                  <a:lnTo>
                    <a:pt x="1679365" y="1729300"/>
                  </a:lnTo>
                  <a:lnTo>
                    <a:pt x="1680206" y="1728419"/>
                  </a:lnTo>
                  <a:lnTo>
                    <a:pt x="1681048" y="1727379"/>
                  </a:lnTo>
                  <a:lnTo>
                    <a:pt x="1681889" y="1725057"/>
                  </a:lnTo>
                  <a:lnTo>
                    <a:pt x="1682730" y="1721370"/>
                  </a:lnTo>
                  <a:lnTo>
                    <a:pt x="1683571" y="1716465"/>
                  </a:lnTo>
                  <a:lnTo>
                    <a:pt x="1684412" y="1711166"/>
                  </a:lnTo>
                  <a:lnTo>
                    <a:pt x="1685254" y="1705723"/>
                  </a:lnTo>
                  <a:lnTo>
                    <a:pt x="1686095" y="1699540"/>
                  </a:lnTo>
                  <a:lnTo>
                    <a:pt x="1686936" y="1692360"/>
                  </a:lnTo>
                  <a:lnTo>
                    <a:pt x="1687777" y="1685122"/>
                  </a:lnTo>
                  <a:lnTo>
                    <a:pt x="1688618" y="1677646"/>
                  </a:lnTo>
                  <a:lnTo>
                    <a:pt x="1689460" y="1669844"/>
                  </a:lnTo>
                  <a:lnTo>
                    <a:pt x="1690301" y="1661113"/>
                  </a:lnTo>
                  <a:lnTo>
                    <a:pt x="1691142" y="1651373"/>
                  </a:lnTo>
                  <a:lnTo>
                    <a:pt x="1691983" y="1641407"/>
                  </a:lnTo>
                  <a:lnTo>
                    <a:pt x="1692824" y="1631687"/>
                  </a:lnTo>
                  <a:lnTo>
                    <a:pt x="1693666" y="1621632"/>
                  </a:lnTo>
                  <a:lnTo>
                    <a:pt x="1694507" y="1610894"/>
                  </a:lnTo>
                  <a:lnTo>
                    <a:pt x="1695348" y="1601413"/>
                  </a:lnTo>
                  <a:lnTo>
                    <a:pt x="1696189" y="1591765"/>
                  </a:lnTo>
                  <a:lnTo>
                    <a:pt x="1697030" y="1583099"/>
                  </a:lnTo>
                  <a:lnTo>
                    <a:pt x="1697872" y="1574702"/>
                  </a:lnTo>
                  <a:lnTo>
                    <a:pt x="1698713" y="1567067"/>
                  </a:lnTo>
                  <a:lnTo>
                    <a:pt x="1699554" y="1560427"/>
                  </a:lnTo>
                  <a:lnTo>
                    <a:pt x="1700395" y="1554656"/>
                  </a:lnTo>
                  <a:lnTo>
                    <a:pt x="1701236" y="1549913"/>
                  </a:lnTo>
                  <a:lnTo>
                    <a:pt x="1702078" y="1545852"/>
                  </a:lnTo>
                  <a:lnTo>
                    <a:pt x="1702919" y="1543050"/>
                  </a:lnTo>
                  <a:lnTo>
                    <a:pt x="1703760" y="1540687"/>
                  </a:lnTo>
                  <a:lnTo>
                    <a:pt x="1704601" y="1538654"/>
                  </a:lnTo>
                  <a:lnTo>
                    <a:pt x="1705442" y="1536035"/>
                  </a:lnTo>
                  <a:lnTo>
                    <a:pt x="1706284" y="1531929"/>
                  </a:lnTo>
                  <a:lnTo>
                    <a:pt x="1707125" y="1526898"/>
                  </a:lnTo>
                  <a:lnTo>
                    <a:pt x="1707966" y="1520750"/>
                  </a:lnTo>
                  <a:lnTo>
                    <a:pt x="1708807" y="1514185"/>
                  </a:lnTo>
                  <a:lnTo>
                    <a:pt x="1709648" y="1507716"/>
                  </a:lnTo>
                  <a:lnTo>
                    <a:pt x="1710490" y="1501775"/>
                  </a:lnTo>
                  <a:lnTo>
                    <a:pt x="1711331" y="1496166"/>
                  </a:lnTo>
                  <a:lnTo>
                    <a:pt x="1712172" y="1490791"/>
                  </a:lnTo>
                  <a:lnTo>
                    <a:pt x="1713013" y="1485231"/>
                  </a:lnTo>
                  <a:lnTo>
                    <a:pt x="1713854" y="1479419"/>
                  </a:lnTo>
                  <a:lnTo>
                    <a:pt x="1714696" y="1473519"/>
                  </a:lnTo>
                  <a:lnTo>
                    <a:pt x="1715537" y="1466971"/>
                  </a:lnTo>
                  <a:lnTo>
                    <a:pt x="1716378" y="1460568"/>
                  </a:lnTo>
                  <a:lnTo>
                    <a:pt x="1717219" y="1455905"/>
                  </a:lnTo>
                  <a:lnTo>
                    <a:pt x="1718060" y="1452306"/>
                  </a:lnTo>
                  <a:lnTo>
                    <a:pt x="1718902" y="1450040"/>
                  </a:lnTo>
                  <a:lnTo>
                    <a:pt x="1719743" y="1449044"/>
                  </a:lnTo>
                  <a:lnTo>
                    <a:pt x="1720584" y="1448280"/>
                  </a:lnTo>
                  <a:lnTo>
                    <a:pt x="1721425" y="1446680"/>
                  </a:lnTo>
                  <a:lnTo>
                    <a:pt x="1722267" y="1444059"/>
                  </a:lnTo>
                  <a:lnTo>
                    <a:pt x="1723108" y="1440247"/>
                  </a:lnTo>
                  <a:lnTo>
                    <a:pt x="1723949" y="1435777"/>
                  </a:lnTo>
                  <a:lnTo>
                    <a:pt x="1724790" y="1430710"/>
                  </a:lnTo>
                  <a:lnTo>
                    <a:pt x="1725631" y="1425926"/>
                  </a:lnTo>
                  <a:lnTo>
                    <a:pt x="1726473" y="1419600"/>
                  </a:lnTo>
                  <a:lnTo>
                    <a:pt x="1727314" y="1412167"/>
                  </a:lnTo>
                  <a:lnTo>
                    <a:pt x="1728155" y="1404025"/>
                  </a:lnTo>
                  <a:lnTo>
                    <a:pt x="1728996" y="1396079"/>
                  </a:lnTo>
                  <a:lnTo>
                    <a:pt x="1729837" y="1384462"/>
                  </a:lnTo>
                  <a:lnTo>
                    <a:pt x="1730679" y="1374679"/>
                  </a:lnTo>
                  <a:lnTo>
                    <a:pt x="1731520" y="1364081"/>
                  </a:lnTo>
                  <a:lnTo>
                    <a:pt x="1732361" y="1351820"/>
                  </a:lnTo>
                  <a:lnTo>
                    <a:pt x="1733202" y="1340366"/>
                  </a:lnTo>
                  <a:lnTo>
                    <a:pt x="1734043" y="1327952"/>
                  </a:lnTo>
                  <a:lnTo>
                    <a:pt x="1734885" y="1314406"/>
                  </a:lnTo>
                  <a:lnTo>
                    <a:pt x="1735726" y="1300499"/>
                  </a:lnTo>
                  <a:lnTo>
                    <a:pt x="1736567" y="1285687"/>
                  </a:lnTo>
                  <a:lnTo>
                    <a:pt x="1737408" y="1270940"/>
                  </a:lnTo>
                  <a:lnTo>
                    <a:pt x="1738249" y="1256301"/>
                  </a:lnTo>
                  <a:lnTo>
                    <a:pt x="1739091" y="1241039"/>
                  </a:lnTo>
                  <a:lnTo>
                    <a:pt x="1739932" y="1227387"/>
                  </a:lnTo>
                  <a:lnTo>
                    <a:pt x="1740773" y="1214269"/>
                  </a:lnTo>
                  <a:lnTo>
                    <a:pt x="1741614" y="1201501"/>
                  </a:lnTo>
                  <a:lnTo>
                    <a:pt x="1742455" y="1188030"/>
                  </a:lnTo>
                  <a:lnTo>
                    <a:pt x="1743297" y="1174544"/>
                  </a:lnTo>
                  <a:lnTo>
                    <a:pt x="1744138" y="1161592"/>
                  </a:lnTo>
                  <a:lnTo>
                    <a:pt x="1744979" y="1148660"/>
                  </a:lnTo>
                  <a:lnTo>
                    <a:pt x="1745820" y="1136433"/>
                  </a:lnTo>
                  <a:lnTo>
                    <a:pt x="1746661" y="1125602"/>
                  </a:lnTo>
                  <a:lnTo>
                    <a:pt x="1747503" y="1115720"/>
                  </a:lnTo>
                  <a:lnTo>
                    <a:pt x="1748344" y="1105627"/>
                  </a:lnTo>
                  <a:lnTo>
                    <a:pt x="1749185" y="1096302"/>
                  </a:lnTo>
                  <a:lnTo>
                    <a:pt x="1750026" y="1086356"/>
                  </a:lnTo>
                  <a:lnTo>
                    <a:pt x="1750867" y="1076353"/>
                  </a:lnTo>
                  <a:lnTo>
                    <a:pt x="1751709" y="1065670"/>
                  </a:lnTo>
                  <a:lnTo>
                    <a:pt x="1752550" y="1055519"/>
                  </a:lnTo>
                  <a:lnTo>
                    <a:pt x="1753391" y="1045306"/>
                  </a:lnTo>
                  <a:lnTo>
                    <a:pt x="1754232" y="1036009"/>
                  </a:lnTo>
                  <a:lnTo>
                    <a:pt x="1755073" y="1026548"/>
                  </a:lnTo>
                  <a:lnTo>
                    <a:pt x="1755915" y="1016860"/>
                  </a:lnTo>
                  <a:lnTo>
                    <a:pt x="1756756" y="1005763"/>
                  </a:lnTo>
                  <a:lnTo>
                    <a:pt x="1757597" y="994552"/>
                  </a:lnTo>
                  <a:lnTo>
                    <a:pt x="1758438" y="983508"/>
                  </a:lnTo>
                  <a:lnTo>
                    <a:pt x="1759279" y="971086"/>
                  </a:lnTo>
                  <a:lnTo>
                    <a:pt x="1760121" y="957413"/>
                  </a:lnTo>
                  <a:lnTo>
                    <a:pt x="1760962" y="943593"/>
                  </a:lnTo>
                  <a:lnTo>
                    <a:pt x="1761803" y="930056"/>
                  </a:lnTo>
                  <a:lnTo>
                    <a:pt x="1762644" y="919374"/>
                  </a:lnTo>
                  <a:lnTo>
                    <a:pt x="1763485" y="909749"/>
                  </a:lnTo>
                  <a:lnTo>
                    <a:pt x="1764327" y="901419"/>
                  </a:lnTo>
                  <a:lnTo>
                    <a:pt x="1765168" y="894160"/>
                  </a:lnTo>
                  <a:lnTo>
                    <a:pt x="1766009" y="885182"/>
                  </a:lnTo>
                  <a:lnTo>
                    <a:pt x="1766850" y="875869"/>
                  </a:lnTo>
                  <a:lnTo>
                    <a:pt x="1767691" y="866636"/>
                  </a:lnTo>
                  <a:lnTo>
                    <a:pt x="1768533" y="858457"/>
                  </a:lnTo>
                  <a:lnTo>
                    <a:pt x="1769374" y="850129"/>
                  </a:lnTo>
                  <a:lnTo>
                    <a:pt x="1770215" y="842419"/>
                  </a:lnTo>
                  <a:lnTo>
                    <a:pt x="1771056" y="835536"/>
                  </a:lnTo>
                  <a:lnTo>
                    <a:pt x="1771897" y="828441"/>
                  </a:lnTo>
                  <a:lnTo>
                    <a:pt x="1772739" y="821131"/>
                  </a:lnTo>
                  <a:lnTo>
                    <a:pt x="1773580" y="814269"/>
                  </a:lnTo>
                  <a:lnTo>
                    <a:pt x="1774421" y="807735"/>
                  </a:lnTo>
                  <a:lnTo>
                    <a:pt x="1775262" y="801176"/>
                  </a:lnTo>
                  <a:lnTo>
                    <a:pt x="1776103" y="794497"/>
                  </a:lnTo>
                  <a:lnTo>
                    <a:pt x="1776945" y="786983"/>
                  </a:lnTo>
                  <a:lnTo>
                    <a:pt x="1777786" y="778945"/>
                  </a:lnTo>
                  <a:lnTo>
                    <a:pt x="1778627" y="770838"/>
                  </a:lnTo>
                  <a:lnTo>
                    <a:pt x="1779468" y="762162"/>
                  </a:lnTo>
                  <a:lnTo>
                    <a:pt x="1780309" y="753109"/>
                  </a:lnTo>
                  <a:lnTo>
                    <a:pt x="1781151" y="743955"/>
                  </a:lnTo>
                  <a:lnTo>
                    <a:pt x="1781992" y="735834"/>
                  </a:lnTo>
                  <a:lnTo>
                    <a:pt x="1782833" y="728784"/>
                  </a:lnTo>
                  <a:lnTo>
                    <a:pt x="1783674" y="721942"/>
                  </a:lnTo>
                  <a:lnTo>
                    <a:pt x="1784515" y="714873"/>
                  </a:lnTo>
                  <a:lnTo>
                    <a:pt x="1785357" y="708536"/>
                  </a:lnTo>
                  <a:lnTo>
                    <a:pt x="1786198" y="703564"/>
                  </a:lnTo>
                  <a:lnTo>
                    <a:pt x="1787039" y="699203"/>
                  </a:lnTo>
                  <a:lnTo>
                    <a:pt x="1787880" y="695532"/>
                  </a:lnTo>
                  <a:lnTo>
                    <a:pt x="1788721" y="691420"/>
                  </a:lnTo>
                  <a:lnTo>
                    <a:pt x="1789563" y="688017"/>
                  </a:lnTo>
                  <a:lnTo>
                    <a:pt x="1790404" y="684899"/>
                  </a:lnTo>
                  <a:lnTo>
                    <a:pt x="1791245" y="681259"/>
                  </a:lnTo>
                  <a:lnTo>
                    <a:pt x="1792086" y="678182"/>
                  </a:lnTo>
                  <a:lnTo>
                    <a:pt x="1792927" y="674841"/>
                  </a:lnTo>
                  <a:lnTo>
                    <a:pt x="1793769" y="672012"/>
                  </a:lnTo>
                  <a:lnTo>
                    <a:pt x="1794610" y="668825"/>
                  </a:lnTo>
                  <a:lnTo>
                    <a:pt x="1795451" y="665677"/>
                  </a:lnTo>
                  <a:lnTo>
                    <a:pt x="1796292" y="662302"/>
                  </a:lnTo>
                  <a:lnTo>
                    <a:pt x="1797134" y="658807"/>
                  </a:lnTo>
                  <a:lnTo>
                    <a:pt x="1797975" y="655519"/>
                  </a:lnTo>
                  <a:lnTo>
                    <a:pt x="1798816" y="651686"/>
                  </a:lnTo>
                  <a:lnTo>
                    <a:pt x="1799657" y="645754"/>
                  </a:lnTo>
                  <a:lnTo>
                    <a:pt x="1800498" y="638207"/>
                  </a:lnTo>
                  <a:lnTo>
                    <a:pt x="1801340" y="631758"/>
                  </a:lnTo>
                  <a:lnTo>
                    <a:pt x="1802181" y="625757"/>
                  </a:lnTo>
                  <a:lnTo>
                    <a:pt x="1803022" y="619509"/>
                  </a:lnTo>
                  <a:lnTo>
                    <a:pt x="1803863" y="613836"/>
                  </a:lnTo>
                  <a:lnTo>
                    <a:pt x="1804704" y="609139"/>
                  </a:lnTo>
                  <a:lnTo>
                    <a:pt x="1805546" y="605585"/>
                  </a:lnTo>
                  <a:lnTo>
                    <a:pt x="1806387" y="603322"/>
                  </a:lnTo>
                  <a:lnTo>
                    <a:pt x="1807228" y="602071"/>
                  </a:lnTo>
                  <a:lnTo>
                    <a:pt x="1808069" y="601761"/>
                  </a:lnTo>
                  <a:lnTo>
                    <a:pt x="1808910" y="601048"/>
                  </a:lnTo>
                  <a:lnTo>
                    <a:pt x="1809752" y="600986"/>
                  </a:lnTo>
                  <a:lnTo>
                    <a:pt x="1810593" y="600938"/>
                  </a:lnTo>
                  <a:lnTo>
                    <a:pt x="1811434" y="601012"/>
                  </a:lnTo>
                  <a:lnTo>
                    <a:pt x="1812275" y="600673"/>
                  </a:lnTo>
                  <a:lnTo>
                    <a:pt x="1813116" y="600039"/>
                  </a:lnTo>
                  <a:lnTo>
                    <a:pt x="1813958" y="599087"/>
                  </a:lnTo>
                  <a:lnTo>
                    <a:pt x="1814799" y="598261"/>
                  </a:lnTo>
                  <a:lnTo>
                    <a:pt x="1815640" y="598043"/>
                  </a:lnTo>
                  <a:lnTo>
                    <a:pt x="1816481" y="597790"/>
                  </a:lnTo>
                  <a:lnTo>
                    <a:pt x="1817322" y="597942"/>
                  </a:lnTo>
                  <a:lnTo>
                    <a:pt x="1818164" y="597838"/>
                  </a:lnTo>
                  <a:lnTo>
                    <a:pt x="1819005" y="597915"/>
                  </a:lnTo>
                  <a:lnTo>
                    <a:pt x="1819846" y="597929"/>
                  </a:lnTo>
                  <a:lnTo>
                    <a:pt x="1820687" y="598036"/>
                  </a:lnTo>
                  <a:lnTo>
                    <a:pt x="1821528" y="597037"/>
                  </a:lnTo>
                  <a:lnTo>
                    <a:pt x="1822370" y="594556"/>
                  </a:lnTo>
                  <a:lnTo>
                    <a:pt x="1823211" y="590752"/>
                  </a:lnTo>
                  <a:lnTo>
                    <a:pt x="1824052" y="583978"/>
                  </a:lnTo>
                  <a:lnTo>
                    <a:pt x="1824893" y="576884"/>
                  </a:lnTo>
                  <a:lnTo>
                    <a:pt x="1825734" y="568631"/>
                  </a:lnTo>
                  <a:lnTo>
                    <a:pt x="1826576" y="559979"/>
                  </a:lnTo>
                  <a:lnTo>
                    <a:pt x="1827417" y="550690"/>
                  </a:lnTo>
                  <a:lnTo>
                    <a:pt x="1828258" y="539010"/>
                  </a:lnTo>
                  <a:lnTo>
                    <a:pt x="1829099" y="528220"/>
                  </a:lnTo>
                  <a:lnTo>
                    <a:pt x="1829940" y="517531"/>
                  </a:lnTo>
                  <a:lnTo>
                    <a:pt x="1830782" y="508050"/>
                  </a:lnTo>
                  <a:lnTo>
                    <a:pt x="1831623" y="499000"/>
                  </a:lnTo>
                  <a:lnTo>
                    <a:pt x="1832464" y="490342"/>
                  </a:lnTo>
                  <a:lnTo>
                    <a:pt x="1833305" y="481668"/>
                  </a:lnTo>
                  <a:lnTo>
                    <a:pt x="1834146" y="473691"/>
                  </a:lnTo>
                  <a:lnTo>
                    <a:pt x="1834988" y="466368"/>
                  </a:lnTo>
                  <a:lnTo>
                    <a:pt x="1835829" y="460365"/>
                  </a:lnTo>
                  <a:lnTo>
                    <a:pt x="1836670" y="455202"/>
                  </a:lnTo>
                  <a:lnTo>
                    <a:pt x="1837511" y="451015"/>
                  </a:lnTo>
                  <a:lnTo>
                    <a:pt x="1838352" y="447893"/>
                  </a:lnTo>
                  <a:lnTo>
                    <a:pt x="1839194" y="445191"/>
                  </a:lnTo>
                  <a:lnTo>
                    <a:pt x="1840035" y="443518"/>
                  </a:lnTo>
                  <a:lnTo>
                    <a:pt x="1840876" y="442492"/>
                  </a:lnTo>
                  <a:lnTo>
                    <a:pt x="1841717" y="441322"/>
                  </a:lnTo>
                  <a:lnTo>
                    <a:pt x="1842558" y="441135"/>
                  </a:lnTo>
                  <a:lnTo>
                    <a:pt x="1843400" y="441511"/>
                  </a:lnTo>
                  <a:lnTo>
                    <a:pt x="1844241" y="441984"/>
                  </a:lnTo>
                  <a:lnTo>
                    <a:pt x="1845082" y="442917"/>
                  </a:lnTo>
                  <a:lnTo>
                    <a:pt x="1845923" y="444416"/>
                  </a:lnTo>
                  <a:lnTo>
                    <a:pt x="1846764" y="445274"/>
                  </a:lnTo>
                  <a:lnTo>
                    <a:pt x="1847606" y="446945"/>
                  </a:lnTo>
                  <a:lnTo>
                    <a:pt x="1848447" y="447621"/>
                  </a:lnTo>
                  <a:lnTo>
                    <a:pt x="1849288" y="449033"/>
                  </a:lnTo>
                  <a:lnTo>
                    <a:pt x="1850129" y="450975"/>
                  </a:lnTo>
                  <a:lnTo>
                    <a:pt x="1850970" y="453780"/>
                  </a:lnTo>
                  <a:lnTo>
                    <a:pt x="1851812" y="457033"/>
                  </a:lnTo>
                  <a:lnTo>
                    <a:pt x="1852653" y="460211"/>
                  </a:lnTo>
                  <a:lnTo>
                    <a:pt x="1853494" y="463129"/>
                  </a:lnTo>
                  <a:lnTo>
                    <a:pt x="1854335" y="465848"/>
                  </a:lnTo>
                  <a:lnTo>
                    <a:pt x="1855176" y="469046"/>
                  </a:lnTo>
                  <a:lnTo>
                    <a:pt x="1856018" y="471800"/>
                  </a:lnTo>
                  <a:lnTo>
                    <a:pt x="1856859" y="473926"/>
                  </a:lnTo>
                  <a:lnTo>
                    <a:pt x="1857700" y="475721"/>
                  </a:lnTo>
                  <a:lnTo>
                    <a:pt x="1858541" y="477881"/>
                  </a:lnTo>
                  <a:lnTo>
                    <a:pt x="1859382" y="480805"/>
                  </a:lnTo>
                  <a:lnTo>
                    <a:pt x="1860224" y="483559"/>
                  </a:lnTo>
                  <a:lnTo>
                    <a:pt x="1861065" y="486667"/>
                  </a:lnTo>
                  <a:lnTo>
                    <a:pt x="1861906" y="489931"/>
                  </a:lnTo>
                  <a:lnTo>
                    <a:pt x="1862747" y="493853"/>
                  </a:lnTo>
                  <a:lnTo>
                    <a:pt x="1863588" y="496356"/>
                  </a:lnTo>
                  <a:lnTo>
                    <a:pt x="1864430" y="499594"/>
                  </a:lnTo>
                  <a:lnTo>
                    <a:pt x="1865271" y="502491"/>
                  </a:lnTo>
                  <a:lnTo>
                    <a:pt x="1866112" y="505405"/>
                  </a:lnTo>
                  <a:lnTo>
                    <a:pt x="1866953" y="507955"/>
                  </a:lnTo>
                  <a:lnTo>
                    <a:pt x="1867795" y="510035"/>
                  </a:lnTo>
                  <a:lnTo>
                    <a:pt x="1868636" y="511897"/>
                  </a:lnTo>
                  <a:lnTo>
                    <a:pt x="1869477" y="513426"/>
                  </a:lnTo>
                  <a:lnTo>
                    <a:pt x="1870318" y="515094"/>
                  </a:lnTo>
                  <a:lnTo>
                    <a:pt x="1871159" y="515596"/>
                  </a:lnTo>
                  <a:lnTo>
                    <a:pt x="1872001" y="516413"/>
                  </a:lnTo>
                  <a:lnTo>
                    <a:pt x="1872842" y="517490"/>
                  </a:lnTo>
                  <a:lnTo>
                    <a:pt x="1873683" y="518979"/>
                  </a:lnTo>
                  <a:lnTo>
                    <a:pt x="1874524" y="522168"/>
                  </a:lnTo>
                  <a:lnTo>
                    <a:pt x="1875365" y="526239"/>
                  </a:lnTo>
                  <a:lnTo>
                    <a:pt x="1876207" y="531160"/>
                  </a:lnTo>
                  <a:lnTo>
                    <a:pt x="1877048" y="536341"/>
                  </a:lnTo>
                  <a:lnTo>
                    <a:pt x="1877889" y="541432"/>
                  </a:lnTo>
                  <a:lnTo>
                    <a:pt x="1878730" y="546442"/>
                  </a:lnTo>
                  <a:lnTo>
                    <a:pt x="1879571" y="551509"/>
                  </a:lnTo>
                  <a:lnTo>
                    <a:pt x="1880413" y="556989"/>
                  </a:lnTo>
                  <a:lnTo>
                    <a:pt x="1881254" y="563213"/>
                  </a:lnTo>
                  <a:lnTo>
                    <a:pt x="1882095" y="569923"/>
                  </a:lnTo>
                  <a:lnTo>
                    <a:pt x="1882936" y="576390"/>
                  </a:lnTo>
                  <a:lnTo>
                    <a:pt x="1883777" y="583019"/>
                  </a:lnTo>
                  <a:lnTo>
                    <a:pt x="1884619" y="589802"/>
                  </a:lnTo>
                  <a:lnTo>
                    <a:pt x="1885460" y="595347"/>
                  </a:lnTo>
                  <a:lnTo>
                    <a:pt x="1886301" y="600922"/>
                  </a:lnTo>
                  <a:lnTo>
                    <a:pt x="1887142" y="605883"/>
                  </a:lnTo>
                  <a:lnTo>
                    <a:pt x="1887983" y="609922"/>
                  </a:lnTo>
                  <a:lnTo>
                    <a:pt x="1888825" y="613673"/>
                  </a:lnTo>
                  <a:lnTo>
                    <a:pt x="1889666" y="617726"/>
                  </a:lnTo>
                  <a:lnTo>
                    <a:pt x="1890507" y="622702"/>
                  </a:lnTo>
                  <a:lnTo>
                    <a:pt x="1891348" y="628569"/>
                  </a:lnTo>
                  <a:lnTo>
                    <a:pt x="1892189" y="635039"/>
                  </a:lnTo>
                  <a:lnTo>
                    <a:pt x="1893031" y="642316"/>
                  </a:lnTo>
                  <a:lnTo>
                    <a:pt x="1893872" y="649932"/>
                  </a:lnTo>
                  <a:lnTo>
                    <a:pt x="1894713" y="658518"/>
                  </a:lnTo>
                  <a:lnTo>
                    <a:pt x="1895554" y="668713"/>
                  </a:lnTo>
                  <a:lnTo>
                    <a:pt x="1896395" y="680132"/>
                  </a:lnTo>
                  <a:lnTo>
                    <a:pt x="1897237" y="691059"/>
                  </a:lnTo>
                  <a:lnTo>
                    <a:pt x="1898078" y="704562"/>
                  </a:lnTo>
                  <a:lnTo>
                    <a:pt x="1898919" y="715407"/>
                  </a:lnTo>
                  <a:lnTo>
                    <a:pt x="1899760" y="725724"/>
                  </a:lnTo>
                  <a:lnTo>
                    <a:pt x="1900601" y="737488"/>
                  </a:lnTo>
                  <a:lnTo>
                    <a:pt x="1901443" y="748147"/>
                  </a:lnTo>
                  <a:lnTo>
                    <a:pt x="1902284" y="759424"/>
                  </a:lnTo>
                  <a:lnTo>
                    <a:pt x="1903125" y="770385"/>
                  </a:lnTo>
                  <a:lnTo>
                    <a:pt x="1903966" y="781665"/>
                  </a:lnTo>
                  <a:lnTo>
                    <a:pt x="1904807" y="792775"/>
                  </a:lnTo>
                  <a:lnTo>
                    <a:pt x="1905649" y="803740"/>
                  </a:lnTo>
                  <a:lnTo>
                    <a:pt x="1906490" y="813937"/>
                  </a:lnTo>
                  <a:lnTo>
                    <a:pt x="1907331" y="824877"/>
                  </a:lnTo>
                  <a:lnTo>
                    <a:pt x="1908172" y="834944"/>
                  </a:lnTo>
                  <a:lnTo>
                    <a:pt x="1909013" y="844219"/>
                  </a:lnTo>
                  <a:lnTo>
                    <a:pt x="1909855" y="852879"/>
                  </a:lnTo>
                  <a:lnTo>
                    <a:pt x="1910696" y="862295"/>
                  </a:lnTo>
                  <a:lnTo>
                    <a:pt x="1911537" y="871317"/>
                  </a:lnTo>
                  <a:lnTo>
                    <a:pt x="1912378" y="879883"/>
                  </a:lnTo>
                  <a:lnTo>
                    <a:pt x="1913219" y="887027"/>
                  </a:lnTo>
                  <a:lnTo>
                    <a:pt x="1914061" y="894047"/>
                  </a:lnTo>
                  <a:lnTo>
                    <a:pt x="1914902" y="899648"/>
                  </a:lnTo>
                  <a:lnTo>
                    <a:pt x="1915743" y="904709"/>
                  </a:lnTo>
                  <a:lnTo>
                    <a:pt x="1916584" y="910535"/>
                  </a:lnTo>
                  <a:lnTo>
                    <a:pt x="1917425" y="915994"/>
                  </a:lnTo>
                  <a:lnTo>
                    <a:pt x="1918267" y="921772"/>
                  </a:lnTo>
                  <a:lnTo>
                    <a:pt x="1919108" y="927026"/>
                  </a:lnTo>
                  <a:lnTo>
                    <a:pt x="1919949" y="932694"/>
                  </a:lnTo>
                  <a:lnTo>
                    <a:pt x="1920790" y="936037"/>
                  </a:lnTo>
                  <a:lnTo>
                    <a:pt x="1921631" y="937047"/>
                  </a:lnTo>
                  <a:lnTo>
                    <a:pt x="1922473" y="935224"/>
                  </a:lnTo>
                  <a:lnTo>
                    <a:pt x="1923314" y="934105"/>
                  </a:lnTo>
                  <a:lnTo>
                    <a:pt x="1924155" y="934371"/>
                  </a:lnTo>
                  <a:lnTo>
                    <a:pt x="1924996" y="937594"/>
                  </a:lnTo>
                  <a:lnTo>
                    <a:pt x="1925837" y="941967"/>
                  </a:lnTo>
                  <a:lnTo>
                    <a:pt x="1926679" y="947848"/>
                  </a:lnTo>
                  <a:lnTo>
                    <a:pt x="1927520" y="954451"/>
                  </a:lnTo>
                  <a:lnTo>
                    <a:pt x="1928361" y="963446"/>
                  </a:lnTo>
                  <a:lnTo>
                    <a:pt x="1929202" y="972333"/>
                  </a:lnTo>
                  <a:lnTo>
                    <a:pt x="1930043" y="982396"/>
                  </a:lnTo>
                  <a:lnTo>
                    <a:pt x="1930885" y="990175"/>
                  </a:lnTo>
                  <a:lnTo>
                    <a:pt x="1931726" y="998299"/>
                  </a:lnTo>
                  <a:lnTo>
                    <a:pt x="1932567" y="1005780"/>
                  </a:lnTo>
                  <a:lnTo>
                    <a:pt x="1933408" y="1013048"/>
                  </a:lnTo>
                  <a:lnTo>
                    <a:pt x="1934249" y="1021222"/>
                  </a:lnTo>
                  <a:lnTo>
                    <a:pt x="1935091" y="1029724"/>
                  </a:lnTo>
                  <a:lnTo>
                    <a:pt x="1935932" y="1037578"/>
                  </a:lnTo>
                  <a:lnTo>
                    <a:pt x="1936773" y="1044435"/>
                  </a:lnTo>
                  <a:lnTo>
                    <a:pt x="1937614" y="1050925"/>
                  </a:lnTo>
                  <a:lnTo>
                    <a:pt x="1938456" y="1056367"/>
                  </a:lnTo>
                  <a:lnTo>
                    <a:pt x="1939297" y="1061386"/>
                  </a:lnTo>
                  <a:lnTo>
                    <a:pt x="1940138" y="1067331"/>
                  </a:lnTo>
                  <a:lnTo>
                    <a:pt x="1940979" y="1073924"/>
                  </a:lnTo>
                  <a:lnTo>
                    <a:pt x="1941820" y="1080343"/>
                  </a:lnTo>
                  <a:lnTo>
                    <a:pt x="1942662" y="1086642"/>
                  </a:lnTo>
                  <a:lnTo>
                    <a:pt x="1943503" y="1091977"/>
                  </a:lnTo>
                  <a:lnTo>
                    <a:pt x="1944344" y="1097021"/>
                  </a:lnTo>
                  <a:lnTo>
                    <a:pt x="1945185" y="1101735"/>
                  </a:lnTo>
                  <a:lnTo>
                    <a:pt x="1946026" y="1106204"/>
                  </a:lnTo>
                  <a:lnTo>
                    <a:pt x="1946868" y="1110309"/>
                  </a:lnTo>
                  <a:lnTo>
                    <a:pt x="1947709" y="1114323"/>
                  </a:lnTo>
                  <a:lnTo>
                    <a:pt x="1948550" y="1118876"/>
                  </a:lnTo>
                  <a:lnTo>
                    <a:pt x="1949391" y="1123732"/>
                  </a:lnTo>
                  <a:lnTo>
                    <a:pt x="1950232" y="1128361"/>
                  </a:lnTo>
                  <a:lnTo>
                    <a:pt x="1951074" y="1133165"/>
                  </a:lnTo>
                  <a:lnTo>
                    <a:pt x="1951915" y="1138175"/>
                  </a:lnTo>
                  <a:lnTo>
                    <a:pt x="1952756" y="1142984"/>
                  </a:lnTo>
                  <a:lnTo>
                    <a:pt x="1953597" y="1145634"/>
                  </a:lnTo>
                  <a:lnTo>
                    <a:pt x="1954438" y="1145212"/>
                  </a:lnTo>
                  <a:lnTo>
                    <a:pt x="1955280" y="1144418"/>
                  </a:lnTo>
                  <a:lnTo>
                    <a:pt x="1956121" y="1145019"/>
                  </a:lnTo>
                  <a:lnTo>
                    <a:pt x="1956962" y="1147045"/>
                  </a:lnTo>
                  <a:lnTo>
                    <a:pt x="1957803" y="1148427"/>
                  </a:lnTo>
                  <a:lnTo>
                    <a:pt x="1958644" y="1150186"/>
                  </a:lnTo>
                  <a:lnTo>
                    <a:pt x="1959486" y="1152592"/>
                  </a:lnTo>
                  <a:lnTo>
                    <a:pt x="1960327" y="1154161"/>
                  </a:lnTo>
                  <a:lnTo>
                    <a:pt x="1961168" y="1154988"/>
                  </a:lnTo>
                  <a:lnTo>
                    <a:pt x="1962009" y="1155083"/>
                  </a:lnTo>
                  <a:lnTo>
                    <a:pt x="1962850" y="1155162"/>
                  </a:lnTo>
                  <a:lnTo>
                    <a:pt x="1963692" y="1154411"/>
                  </a:lnTo>
                  <a:lnTo>
                    <a:pt x="1964533" y="1153258"/>
                  </a:lnTo>
                  <a:lnTo>
                    <a:pt x="1965374" y="1152173"/>
                  </a:lnTo>
                  <a:lnTo>
                    <a:pt x="1966215" y="1151536"/>
                  </a:lnTo>
                  <a:lnTo>
                    <a:pt x="1967056" y="1151400"/>
                  </a:lnTo>
                  <a:lnTo>
                    <a:pt x="1967898" y="1153200"/>
                  </a:lnTo>
                  <a:lnTo>
                    <a:pt x="1968739" y="1154973"/>
                  </a:lnTo>
                  <a:lnTo>
                    <a:pt x="1969580" y="1154335"/>
                  </a:lnTo>
                  <a:lnTo>
                    <a:pt x="1970421" y="1152873"/>
                  </a:lnTo>
                  <a:lnTo>
                    <a:pt x="1971262" y="1150848"/>
                  </a:lnTo>
                  <a:lnTo>
                    <a:pt x="1972104" y="1149099"/>
                  </a:lnTo>
                  <a:lnTo>
                    <a:pt x="1972945" y="1146292"/>
                  </a:lnTo>
                  <a:lnTo>
                    <a:pt x="1973786" y="1143405"/>
                  </a:lnTo>
                  <a:lnTo>
                    <a:pt x="1974627" y="1139403"/>
                  </a:lnTo>
                  <a:lnTo>
                    <a:pt x="1975468" y="1134387"/>
                  </a:lnTo>
                  <a:lnTo>
                    <a:pt x="1976310" y="1129073"/>
                  </a:lnTo>
                  <a:lnTo>
                    <a:pt x="1977151" y="1123607"/>
                  </a:lnTo>
                  <a:lnTo>
                    <a:pt x="1977992" y="1117383"/>
                  </a:lnTo>
                  <a:lnTo>
                    <a:pt x="1978833" y="1110743"/>
                  </a:lnTo>
                  <a:lnTo>
                    <a:pt x="1979674" y="1104382"/>
                  </a:lnTo>
                  <a:lnTo>
                    <a:pt x="1980516" y="1098280"/>
                  </a:lnTo>
                  <a:lnTo>
                    <a:pt x="1981357" y="1092856"/>
                  </a:lnTo>
                  <a:lnTo>
                    <a:pt x="1982198" y="1088514"/>
                  </a:lnTo>
                  <a:lnTo>
                    <a:pt x="1983039" y="1084328"/>
                  </a:lnTo>
                  <a:lnTo>
                    <a:pt x="1983880" y="1081118"/>
                  </a:lnTo>
                  <a:lnTo>
                    <a:pt x="1984722" y="1078202"/>
                  </a:lnTo>
                  <a:lnTo>
                    <a:pt x="1985563" y="1075594"/>
                  </a:lnTo>
                  <a:lnTo>
                    <a:pt x="1986404" y="1073539"/>
                  </a:lnTo>
                  <a:lnTo>
                    <a:pt x="1987245" y="1072532"/>
                  </a:lnTo>
                  <a:lnTo>
                    <a:pt x="1988086" y="1072445"/>
                  </a:lnTo>
                  <a:lnTo>
                    <a:pt x="1988928" y="1073310"/>
                  </a:lnTo>
                  <a:lnTo>
                    <a:pt x="1989769" y="1074461"/>
                  </a:lnTo>
                  <a:lnTo>
                    <a:pt x="1990610" y="1077664"/>
                  </a:lnTo>
                  <a:lnTo>
                    <a:pt x="1991451" y="1081913"/>
                  </a:lnTo>
                  <a:lnTo>
                    <a:pt x="1992292" y="1087892"/>
                  </a:lnTo>
                  <a:lnTo>
                    <a:pt x="1993134" y="1094608"/>
                  </a:lnTo>
                  <a:lnTo>
                    <a:pt x="1993975" y="1101942"/>
                  </a:lnTo>
                  <a:lnTo>
                    <a:pt x="1994816" y="1109410"/>
                  </a:lnTo>
                  <a:lnTo>
                    <a:pt x="1995657" y="1117134"/>
                  </a:lnTo>
                  <a:lnTo>
                    <a:pt x="1996498" y="1126464"/>
                  </a:lnTo>
                  <a:lnTo>
                    <a:pt x="1997340" y="1135251"/>
                  </a:lnTo>
                  <a:lnTo>
                    <a:pt x="1998181" y="1143861"/>
                  </a:lnTo>
                  <a:lnTo>
                    <a:pt x="1999022" y="1151411"/>
                  </a:lnTo>
                  <a:lnTo>
                    <a:pt x="1999863" y="1158567"/>
                  </a:lnTo>
                  <a:lnTo>
                    <a:pt x="2000704" y="1164870"/>
                  </a:lnTo>
                  <a:lnTo>
                    <a:pt x="2001546" y="1170275"/>
                  </a:lnTo>
                  <a:lnTo>
                    <a:pt x="2002387" y="1175298"/>
                  </a:lnTo>
                  <a:lnTo>
                    <a:pt x="2003228" y="1179301"/>
                  </a:lnTo>
                  <a:lnTo>
                    <a:pt x="2004069" y="1182447"/>
                  </a:lnTo>
                  <a:lnTo>
                    <a:pt x="2004910" y="1185956"/>
                  </a:lnTo>
                  <a:lnTo>
                    <a:pt x="2005752" y="1188677"/>
                  </a:lnTo>
                  <a:lnTo>
                    <a:pt x="2006593" y="1189889"/>
                  </a:lnTo>
                  <a:lnTo>
                    <a:pt x="2007434" y="1190579"/>
                  </a:lnTo>
                  <a:lnTo>
                    <a:pt x="2008275" y="1190480"/>
                  </a:lnTo>
                  <a:lnTo>
                    <a:pt x="2009117" y="1189517"/>
                  </a:lnTo>
                  <a:lnTo>
                    <a:pt x="2009958" y="1188122"/>
                  </a:lnTo>
                  <a:lnTo>
                    <a:pt x="2010799" y="1187600"/>
                  </a:lnTo>
                  <a:lnTo>
                    <a:pt x="2011640" y="1187538"/>
                  </a:lnTo>
                  <a:lnTo>
                    <a:pt x="2012481" y="1186767"/>
                  </a:lnTo>
                  <a:lnTo>
                    <a:pt x="2013323" y="1184989"/>
                  </a:lnTo>
                  <a:lnTo>
                    <a:pt x="2014164" y="1182976"/>
                  </a:lnTo>
                  <a:lnTo>
                    <a:pt x="2015005" y="1179948"/>
                  </a:lnTo>
                  <a:lnTo>
                    <a:pt x="2015846" y="1176541"/>
                  </a:lnTo>
                  <a:lnTo>
                    <a:pt x="2016687" y="1173081"/>
                  </a:lnTo>
                  <a:lnTo>
                    <a:pt x="2017529" y="1168781"/>
                  </a:lnTo>
                  <a:lnTo>
                    <a:pt x="2018370" y="1164126"/>
                  </a:lnTo>
                  <a:lnTo>
                    <a:pt x="2019211" y="1158664"/>
                  </a:lnTo>
                  <a:lnTo>
                    <a:pt x="2020052" y="1153120"/>
                  </a:lnTo>
                  <a:lnTo>
                    <a:pt x="2020893" y="1147211"/>
                  </a:lnTo>
                  <a:lnTo>
                    <a:pt x="2021735" y="1141626"/>
                  </a:lnTo>
                  <a:lnTo>
                    <a:pt x="2022576" y="1135274"/>
                  </a:lnTo>
                  <a:lnTo>
                    <a:pt x="2023417" y="1128526"/>
                  </a:lnTo>
                  <a:lnTo>
                    <a:pt x="2024258" y="1121361"/>
                  </a:lnTo>
                  <a:lnTo>
                    <a:pt x="2025099" y="1115358"/>
                  </a:lnTo>
                  <a:lnTo>
                    <a:pt x="2025941" y="1110728"/>
                  </a:lnTo>
                  <a:lnTo>
                    <a:pt x="2026782" y="1106792"/>
                  </a:lnTo>
                  <a:lnTo>
                    <a:pt x="2027623" y="1103706"/>
                  </a:lnTo>
                  <a:lnTo>
                    <a:pt x="2028464" y="1101480"/>
                  </a:lnTo>
                  <a:lnTo>
                    <a:pt x="2029305" y="1097171"/>
                  </a:lnTo>
                  <a:lnTo>
                    <a:pt x="2030147" y="1093889"/>
                  </a:lnTo>
                  <a:lnTo>
                    <a:pt x="2030988" y="1091652"/>
                  </a:lnTo>
                  <a:lnTo>
                    <a:pt x="2031829" y="1090313"/>
                  </a:lnTo>
                  <a:lnTo>
                    <a:pt x="2032670" y="1089288"/>
                  </a:lnTo>
                  <a:lnTo>
                    <a:pt x="2033511" y="1088646"/>
                  </a:lnTo>
                  <a:lnTo>
                    <a:pt x="2034353" y="1088287"/>
                  </a:lnTo>
                  <a:lnTo>
                    <a:pt x="2035194" y="1087568"/>
                  </a:lnTo>
                  <a:lnTo>
                    <a:pt x="2036035" y="1087885"/>
                  </a:lnTo>
                  <a:lnTo>
                    <a:pt x="2036876" y="1087917"/>
                  </a:lnTo>
                  <a:lnTo>
                    <a:pt x="2037717" y="1086970"/>
                  </a:lnTo>
                  <a:lnTo>
                    <a:pt x="2038559" y="1085009"/>
                  </a:lnTo>
                  <a:lnTo>
                    <a:pt x="2039400" y="1082870"/>
                  </a:lnTo>
                  <a:lnTo>
                    <a:pt x="2040241" y="1080333"/>
                  </a:lnTo>
                  <a:lnTo>
                    <a:pt x="2041082" y="1077705"/>
                  </a:lnTo>
                  <a:lnTo>
                    <a:pt x="2041923" y="1075949"/>
                  </a:lnTo>
                  <a:lnTo>
                    <a:pt x="2042765" y="1073689"/>
                  </a:lnTo>
                  <a:lnTo>
                    <a:pt x="2043606" y="1070806"/>
                  </a:lnTo>
                  <a:lnTo>
                    <a:pt x="2044447" y="1067285"/>
                  </a:lnTo>
                  <a:lnTo>
                    <a:pt x="2045288" y="1063383"/>
                  </a:lnTo>
                  <a:lnTo>
                    <a:pt x="2046129" y="1058979"/>
                  </a:lnTo>
                  <a:lnTo>
                    <a:pt x="2046971" y="1053276"/>
                  </a:lnTo>
                  <a:lnTo>
                    <a:pt x="2047812" y="1047703"/>
                  </a:lnTo>
                  <a:lnTo>
                    <a:pt x="2048653" y="1041928"/>
                  </a:lnTo>
                  <a:lnTo>
                    <a:pt x="2049494" y="1035809"/>
                  </a:lnTo>
                  <a:lnTo>
                    <a:pt x="2050335" y="1029871"/>
                  </a:lnTo>
                  <a:lnTo>
                    <a:pt x="2051177" y="1024128"/>
                  </a:lnTo>
                  <a:lnTo>
                    <a:pt x="2052018" y="1018358"/>
                  </a:lnTo>
                  <a:lnTo>
                    <a:pt x="2052859" y="1012565"/>
                  </a:lnTo>
                  <a:lnTo>
                    <a:pt x="2053700" y="1006740"/>
                  </a:lnTo>
                  <a:lnTo>
                    <a:pt x="2054541" y="1000793"/>
                  </a:lnTo>
                  <a:lnTo>
                    <a:pt x="2055383" y="994862"/>
                  </a:lnTo>
                  <a:lnTo>
                    <a:pt x="2056224" y="989311"/>
                  </a:lnTo>
                  <a:lnTo>
                    <a:pt x="2057065" y="984607"/>
                  </a:lnTo>
                  <a:lnTo>
                    <a:pt x="2057906" y="980325"/>
                  </a:lnTo>
                  <a:lnTo>
                    <a:pt x="2058747" y="976420"/>
                  </a:lnTo>
                  <a:lnTo>
                    <a:pt x="2059589" y="973026"/>
                  </a:lnTo>
                  <a:lnTo>
                    <a:pt x="2060430" y="969317"/>
                  </a:lnTo>
                  <a:lnTo>
                    <a:pt x="2061271" y="964292"/>
                  </a:lnTo>
                  <a:lnTo>
                    <a:pt x="2062112" y="956129"/>
                  </a:lnTo>
                  <a:lnTo>
                    <a:pt x="2062953" y="946750"/>
                  </a:lnTo>
                  <a:lnTo>
                    <a:pt x="2063795" y="934576"/>
                  </a:lnTo>
                  <a:lnTo>
                    <a:pt x="2064636" y="922921"/>
                  </a:lnTo>
                  <a:lnTo>
                    <a:pt x="2065477" y="911039"/>
                  </a:lnTo>
                  <a:lnTo>
                    <a:pt x="2066318" y="898461"/>
                  </a:lnTo>
                  <a:lnTo>
                    <a:pt x="2067159" y="885324"/>
                  </a:lnTo>
                  <a:lnTo>
                    <a:pt x="2068001" y="875768"/>
                  </a:lnTo>
                  <a:lnTo>
                    <a:pt x="2068842" y="865776"/>
                  </a:lnTo>
                  <a:lnTo>
                    <a:pt x="2069683" y="855297"/>
                  </a:lnTo>
                  <a:lnTo>
                    <a:pt x="2070524" y="845185"/>
                  </a:lnTo>
                  <a:lnTo>
                    <a:pt x="2071365" y="837132"/>
                  </a:lnTo>
                  <a:lnTo>
                    <a:pt x="2072207" y="829438"/>
                  </a:lnTo>
                  <a:lnTo>
                    <a:pt x="2073048" y="824100"/>
                  </a:lnTo>
                  <a:lnTo>
                    <a:pt x="2073889" y="820646"/>
                  </a:lnTo>
                  <a:lnTo>
                    <a:pt x="2074730" y="819697"/>
                  </a:lnTo>
                  <a:lnTo>
                    <a:pt x="2075571" y="819325"/>
                  </a:lnTo>
                  <a:lnTo>
                    <a:pt x="2076413" y="819161"/>
                  </a:lnTo>
                  <a:lnTo>
                    <a:pt x="2077254" y="820029"/>
                  </a:lnTo>
                  <a:lnTo>
                    <a:pt x="2078095" y="821190"/>
                  </a:lnTo>
                  <a:lnTo>
                    <a:pt x="2078936" y="823474"/>
                  </a:lnTo>
                  <a:lnTo>
                    <a:pt x="2079778" y="826577"/>
                  </a:lnTo>
                  <a:lnTo>
                    <a:pt x="2080619" y="829167"/>
                  </a:lnTo>
                  <a:lnTo>
                    <a:pt x="2081460" y="832525"/>
                  </a:lnTo>
                  <a:lnTo>
                    <a:pt x="2082301" y="836235"/>
                  </a:lnTo>
                  <a:lnTo>
                    <a:pt x="2083142" y="839705"/>
                  </a:lnTo>
                  <a:lnTo>
                    <a:pt x="2083984" y="841686"/>
                  </a:lnTo>
                  <a:lnTo>
                    <a:pt x="2084825" y="843106"/>
                  </a:lnTo>
                  <a:lnTo>
                    <a:pt x="2085666" y="844203"/>
                  </a:lnTo>
                  <a:lnTo>
                    <a:pt x="2086507" y="845924"/>
                  </a:lnTo>
                  <a:lnTo>
                    <a:pt x="2087348" y="848572"/>
                  </a:lnTo>
                  <a:lnTo>
                    <a:pt x="2088190" y="851204"/>
                  </a:lnTo>
                  <a:lnTo>
                    <a:pt x="2089031" y="855391"/>
                  </a:lnTo>
                  <a:lnTo>
                    <a:pt x="2089872" y="861056"/>
                  </a:lnTo>
                  <a:lnTo>
                    <a:pt x="2090713" y="869312"/>
                  </a:lnTo>
                  <a:lnTo>
                    <a:pt x="2091554" y="877058"/>
                  </a:lnTo>
                  <a:lnTo>
                    <a:pt x="2092396" y="884934"/>
                  </a:lnTo>
                  <a:lnTo>
                    <a:pt x="2093237" y="893149"/>
                  </a:lnTo>
                  <a:lnTo>
                    <a:pt x="2094078" y="901211"/>
                  </a:lnTo>
                  <a:lnTo>
                    <a:pt x="2094919" y="908175"/>
                  </a:lnTo>
                  <a:lnTo>
                    <a:pt x="2095760" y="916303"/>
                  </a:lnTo>
                  <a:lnTo>
                    <a:pt x="2096602" y="923966"/>
                  </a:lnTo>
                  <a:lnTo>
                    <a:pt x="2097443" y="932044"/>
                  </a:lnTo>
                  <a:lnTo>
                    <a:pt x="2098284" y="938954"/>
                  </a:lnTo>
                  <a:lnTo>
                    <a:pt x="2099125" y="944840"/>
                  </a:lnTo>
                  <a:lnTo>
                    <a:pt x="2099966" y="949755"/>
                  </a:lnTo>
                  <a:lnTo>
                    <a:pt x="2100808" y="954057"/>
                  </a:lnTo>
                  <a:lnTo>
                    <a:pt x="2101649" y="957688"/>
                  </a:lnTo>
                  <a:lnTo>
                    <a:pt x="2102490" y="961227"/>
                  </a:lnTo>
                  <a:lnTo>
                    <a:pt x="2103331" y="964734"/>
                  </a:lnTo>
                  <a:lnTo>
                    <a:pt x="2104172" y="967775"/>
                  </a:lnTo>
                  <a:lnTo>
                    <a:pt x="2105014" y="970478"/>
                  </a:lnTo>
                  <a:lnTo>
                    <a:pt x="2105855" y="972680"/>
                  </a:lnTo>
                  <a:lnTo>
                    <a:pt x="2106696" y="974968"/>
                  </a:lnTo>
                  <a:lnTo>
                    <a:pt x="2107537" y="976762"/>
                  </a:lnTo>
                  <a:lnTo>
                    <a:pt x="2108378" y="977833"/>
                  </a:lnTo>
                  <a:lnTo>
                    <a:pt x="2109220" y="978302"/>
                  </a:lnTo>
                  <a:lnTo>
                    <a:pt x="2110061" y="978400"/>
                  </a:lnTo>
                  <a:lnTo>
                    <a:pt x="2110902" y="978335"/>
                  </a:lnTo>
                  <a:lnTo>
                    <a:pt x="2111743" y="979524"/>
                  </a:lnTo>
                  <a:lnTo>
                    <a:pt x="2112584" y="981465"/>
                  </a:lnTo>
                  <a:lnTo>
                    <a:pt x="2113426" y="984475"/>
                  </a:lnTo>
                  <a:lnTo>
                    <a:pt x="2114267" y="988029"/>
                  </a:lnTo>
                  <a:lnTo>
                    <a:pt x="2115108" y="991679"/>
                  </a:lnTo>
                  <a:lnTo>
                    <a:pt x="2115949" y="995218"/>
                  </a:lnTo>
                  <a:lnTo>
                    <a:pt x="2116790" y="999100"/>
                  </a:lnTo>
                  <a:lnTo>
                    <a:pt x="2117632" y="1002858"/>
                  </a:lnTo>
                  <a:lnTo>
                    <a:pt x="2118473" y="1005783"/>
                  </a:lnTo>
                  <a:lnTo>
                    <a:pt x="2119314" y="1007365"/>
                  </a:lnTo>
                  <a:lnTo>
                    <a:pt x="2120155" y="1008633"/>
                  </a:lnTo>
                  <a:lnTo>
                    <a:pt x="2120996" y="1009134"/>
                  </a:lnTo>
                  <a:lnTo>
                    <a:pt x="2121838" y="1010612"/>
                  </a:lnTo>
                  <a:lnTo>
                    <a:pt x="2122679" y="1013701"/>
                  </a:lnTo>
                  <a:lnTo>
                    <a:pt x="2123520" y="1016363"/>
                  </a:lnTo>
                  <a:lnTo>
                    <a:pt x="2124361" y="1017017"/>
                  </a:lnTo>
                  <a:lnTo>
                    <a:pt x="2125202" y="1016870"/>
                  </a:lnTo>
                  <a:lnTo>
                    <a:pt x="2126044" y="1016580"/>
                  </a:lnTo>
                  <a:lnTo>
                    <a:pt x="2126885" y="1015675"/>
                  </a:lnTo>
                  <a:lnTo>
                    <a:pt x="2127726" y="1013827"/>
                  </a:lnTo>
                  <a:lnTo>
                    <a:pt x="2128567" y="1013168"/>
                  </a:lnTo>
                  <a:lnTo>
                    <a:pt x="2129408" y="1012903"/>
                  </a:lnTo>
                  <a:lnTo>
                    <a:pt x="2130250" y="1013885"/>
                  </a:lnTo>
                  <a:lnTo>
                    <a:pt x="2131091" y="1015986"/>
                  </a:lnTo>
                  <a:lnTo>
                    <a:pt x="2131932" y="1019959"/>
                  </a:lnTo>
                  <a:lnTo>
                    <a:pt x="2132773" y="1024593"/>
                  </a:lnTo>
                  <a:lnTo>
                    <a:pt x="2133614" y="1029931"/>
                  </a:lnTo>
                  <a:lnTo>
                    <a:pt x="2134456" y="1034599"/>
                  </a:lnTo>
                  <a:lnTo>
                    <a:pt x="2135297" y="1039725"/>
                  </a:lnTo>
                  <a:lnTo>
                    <a:pt x="2136138" y="1044696"/>
                  </a:lnTo>
                  <a:lnTo>
                    <a:pt x="2136979" y="1051032"/>
                  </a:lnTo>
                  <a:lnTo>
                    <a:pt x="2137820" y="1058196"/>
                  </a:lnTo>
                  <a:lnTo>
                    <a:pt x="2138662" y="1066524"/>
                  </a:lnTo>
                  <a:lnTo>
                    <a:pt x="2139503" y="1075485"/>
                  </a:lnTo>
                  <a:lnTo>
                    <a:pt x="2140344" y="1083881"/>
                  </a:lnTo>
                  <a:lnTo>
                    <a:pt x="2141185" y="1091732"/>
                  </a:lnTo>
                  <a:lnTo>
                    <a:pt x="2142026" y="1099368"/>
                  </a:lnTo>
                  <a:lnTo>
                    <a:pt x="2142868" y="1106180"/>
                  </a:lnTo>
                  <a:lnTo>
                    <a:pt x="2143709" y="1113869"/>
                  </a:lnTo>
                  <a:lnTo>
                    <a:pt x="2144550" y="1120705"/>
                  </a:lnTo>
                  <a:lnTo>
                    <a:pt x="2145391" y="1127123"/>
                  </a:lnTo>
                  <a:lnTo>
                    <a:pt x="2146232" y="1133280"/>
                  </a:lnTo>
                  <a:lnTo>
                    <a:pt x="2147074" y="1139007"/>
                  </a:lnTo>
                  <a:lnTo>
                    <a:pt x="2147915" y="1144110"/>
                  </a:lnTo>
                  <a:lnTo>
                    <a:pt x="2148756" y="1148020"/>
                  </a:lnTo>
                  <a:lnTo>
                    <a:pt x="2149597" y="1150609"/>
                  </a:lnTo>
                  <a:lnTo>
                    <a:pt x="2150439" y="1152200"/>
                  </a:lnTo>
                  <a:lnTo>
                    <a:pt x="2151280" y="1153536"/>
                  </a:lnTo>
                  <a:lnTo>
                    <a:pt x="2152121" y="1152733"/>
                  </a:lnTo>
                  <a:lnTo>
                    <a:pt x="2152962" y="1153075"/>
                  </a:lnTo>
                  <a:lnTo>
                    <a:pt x="2153803" y="1153146"/>
                  </a:lnTo>
                  <a:lnTo>
                    <a:pt x="2154645" y="1153232"/>
                  </a:lnTo>
                  <a:lnTo>
                    <a:pt x="2155486" y="1152182"/>
                  </a:lnTo>
                  <a:lnTo>
                    <a:pt x="2156327" y="1149092"/>
                  </a:lnTo>
                  <a:lnTo>
                    <a:pt x="2157168" y="1146485"/>
                  </a:lnTo>
                  <a:lnTo>
                    <a:pt x="2158009" y="1144507"/>
                  </a:lnTo>
                  <a:lnTo>
                    <a:pt x="2158851" y="1142424"/>
                  </a:lnTo>
                  <a:lnTo>
                    <a:pt x="2159692" y="1140287"/>
                  </a:lnTo>
                  <a:lnTo>
                    <a:pt x="2160533" y="1137674"/>
                  </a:lnTo>
                  <a:lnTo>
                    <a:pt x="2161374" y="1134444"/>
                  </a:lnTo>
                  <a:lnTo>
                    <a:pt x="2162215" y="1131370"/>
                  </a:lnTo>
                  <a:lnTo>
                    <a:pt x="2163057" y="1128490"/>
                  </a:lnTo>
                  <a:lnTo>
                    <a:pt x="2163898" y="1125710"/>
                  </a:lnTo>
                  <a:lnTo>
                    <a:pt x="2164739" y="1123044"/>
                  </a:lnTo>
                  <a:lnTo>
                    <a:pt x="2165580" y="1120405"/>
                  </a:lnTo>
                  <a:lnTo>
                    <a:pt x="2166421" y="1117594"/>
                  </a:lnTo>
                  <a:lnTo>
                    <a:pt x="2167263" y="1113903"/>
                  </a:lnTo>
                  <a:lnTo>
                    <a:pt x="2168104" y="1110552"/>
                  </a:lnTo>
                  <a:lnTo>
                    <a:pt x="2168945" y="1107775"/>
                  </a:lnTo>
                  <a:lnTo>
                    <a:pt x="2169786" y="1105124"/>
                  </a:lnTo>
                  <a:lnTo>
                    <a:pt x="2170627" y="1102234"/>
                  </a:lnTo>
                  <a:lnTo>
                    <a:pt x="2171469" y="1098358"/>
                  </a:lnTo>
                  <a:lnTo>
                    <a:pt x="2172310" y="1095004"/>
                  </a:lnTo>
                  <a:lnTo>
                    <a:pt x="2173151" y="1090740"/>
                  </a:lnTo>
                  <a:lnTo>
                    <a:pt x="2173992" y="1086849"/>
                  </a:lnTo>
                  <a:lnTo>
                    <a:pt x="2174833" y="1083453"/>
                  </a:lnTo>
                  <a:lnTo>
                    <a:pt x="2175675" y="1079960"/>
                  </a:lnTo>
                  <a:lnTo>
                    <a:pt x="2176516" y="1076148"/>
                  </a:lnTo>
                  <a:lnTo>
                    <a:pt x="2177357" y="1072396"/>
                  </a:lnTo>
                  <a:lnTo>
                    <a:pt x="2178198" y="1069187"/>
                  </a:lnTo>
                  <a:lnTo>
                    <a:pt x="2179039" y="1065943"/>
                  </a:lnTo>
                  <a:lnTo>
                    <a:pt x="2179881" y="1063082"/>
                  </a:lnTo>
                  <a:lnTo>
                    <a:pt x="2180722" y="1059713"/>
                  </a:lnTo>
                  <a:lnTo>
                    <a:pt x="2181563" y="1057893"/>
                  </a:lnTo>
                  <a:lnTo>
                    <a:pt x="2182404" y="1055858"/>
                  </a:lnTo>
                  <a:lnTo>
                    <a:pt x="2183245" y="1053770"/>
                  </a:lnTo>
                  <a:lnTo>
                    <a:pt x="2184087" y="1049990"/>
                  </a:lnTo>
                  <a:lnTo>
                    <a:pt x="2184928" y="1044992"/>
                  </a:lnTo>
                  <a:lnTo>
                    <a:pt x="2185769" y="1038964"/>
                  </a:lnTo>
                  <a:lnTo>
                    <a:pt x="2186610" y="1033473"/>
                  </a:lnTo>
                  <a:lnTo>
                    <a:pt x="2187451" y="1027345"/>
                  </a:lnTo>
                  <a:lnTo>
                    <a:pt x="2188293" y="1021108"/>
                  </a:lnTo>
                  <a:lnTo>
                    <a:pt x="2189134" y="1016198"/>
                  </a:lnTo>
                  <a:lnTo>
                    <a:pt x="2189975" y="1011214"/>
                  </a:lnTo>
                  <a:lnTo>
                    <a:pt x="2190816" y="1006567"/>
                  </a:lnTo>
                  <a:lnTo>
                    <a:pt x="2191657" y="1001297"/>
                  </a:lnTo>
                  <a:lnTo>
                    <a:pt x="2192499" y="995659"/>
                  </a:lnTo>
                  <a:lnTo>
                    <a:pt x="2193340" y="988457"/>
                  </a:lnTo>
                  <a:lnTo>
                    <a:pt x="2194181" y="980113"/>
                  </a:lnTo>
                  <a:lnTo>
                    <a:pt x="2195022" y="972114"/>
                  </a:lnTo>
                  <a:lnTo>
                    <a:pt x="2195863" y="964049"/>
                  </a:lnTo>
                  <a:lnTo>
                    <a:pt x="2196705" y="957752"/>
                  </a:lnTo>
                  <a:lnTo>
                    <a:pt x="2197546" y="953640"/>
                  </a:lnTo>
                  <a:lnTo>
                    <a:pt x="2198387" y="948791"/>
                  </a:lnTo>
                  <a:lnTo>
                    <a:pt x="2199228" y="943873"/>
                  </a:lnTo>
                  <a:lnTo>
                    <a:pt x="2200069" y="940200"/>
                  </a:lnTo>
                  <a:lnTo>
                    <a:pt x="2200911" y="937436"/>
                  </a:lnTo>
                  <a:lnTo>
                    <a:pt x="2201752" y="935165"/>
                  </a:lnTo>
                  <a:lnTo>
                    <a:pt x="2202593" y="933844"/>
                  </a:lnTo>
                  <a:lnTo>
                    <a:pt x="2203434" y="934303"/>
                  </a:lnTo>
                  <a:lnTo>
                    <a:pt x="2204275" y="934046"/>
                  </a:lnTo>
                  <a:lnTo>
                    <a:pt x="2205117" y="933297"/>
                  </a:lnTo>
                  <a:lnTo>
                    <a:pt x="2205958" y="933555"/>
                  </a:lnTo>
                  <a:lnTo>
                    <a:pt x="2206799" y="933592"/>
                  </a:lnTo>
                  <a:lnTo>
                    <a:pt x="2207640" y="933246"/>
                  </a:lnTo>
                  <a:lnTo>
                    <a:pt x="2208481" y="931932"/>
                  </a:lnTo>
                  <a:lnTo>
                    <a:pt x="2209323" y="930847"/>
                  </a:lnTo>
                  <a:lnTo>
                    <a:pt x="2210164" y="928531"/>
                  </a:lnTo>
                  <a:lnTo>
                    <a:pt x="2211005" y="926360"/>
                  </a:lnTo>
                  <a:lnTo>
                    <a:pt x="2211846" y="924774"/>
                  </a:lnTo>
                  <a:lnTo>
                    <a:pt x="2212687" y="923700"/>
                  </a:lnTo>
                  <a:lnTo>
                    <a:pt x="2213529" y="922918"/>
                  </a:lnTo>
                  <a:lnTo>
                    <a:pt x="2214370" y="922054"/>
                  </a:lnTo>
                  <a:lnTo>
                    <a:pt x="2215211" y="921811"/>
                  </a:lnTo>
                  <a:lnTo>
                    <a:pt x="2216052" y="920582"/>
                  </a:lnTo>
                  <a:lnTo>
                    <a:pt x="2216893" y="918182"/>
                  </a:lnTo>
                  <a:lnTo>
                    <a:pt x="2217735" y="915153"/>
                  </a:lnTo>
                  <a:lnTo>
                    <a:pt x="2218576" y="911351"/>
                  </a:lnTo>
                  <a:lnTo>
                    <a:pt x="2219417" y="908118"/>
                  </a:lnTo>
                  <a:lnTo>
                    <a:pt x="2220258" y="904740"/>
                  </a:lnTo>
                  <a:lnTo>
                    <a:pt x="2221100" y="901847"/>
                  </a:lnTo>
                  <a:lnTo>
                    <a:pt x="2221941" y="899587"/>
                  </a:lnTo>
                  <a:lnTo>
                    <a:pt x="2222782" y="897154"/>
                  </a:lnTo>
                  <a:lnTo>
                    <a:pt x="2223623" y="895117"/>
                  </a:lnTo>
                  <a:lnTo>
                    <a:pt x="2224464" y="893733"/>
                  </a:lnTo>
                  <a:lnTo>
                    <a:pt x="2225306" y="891102"/>
                  </a:lnTo>
                  <a:lnTo>
                    <a:pt x="2226147" y="888687"/>
                  </a:lnTo>
                  <a:lnTo>
                    <a:pt x="2226988" y="885421"/>
                  </a:lnTo>
                  <a:lnTo>
                    <a:pt x="2227829" y="882068"/>
                  </a:lnTo>
                  <a:lnTo>
                    <a:pt x="2228670" y="878751"/>
                  </a:lnTo>
                  <a:lnTo>
                    <a:pt x="2229512" y="877259"/>
                  </a:lnTo>
                  <a:lnTo>
                    <a:pt x="2230353" y="880460"/>
                  </a:lnTo>
                  <a:lnTo>
                    <a:pt x="2231194" y="885312"/>
                  </a:lnTo>
                  <a:lnTo>
                    <a:pt x="2232035" y="893433"/>
                  </a:lnTo>
                  <a:lnTo>
                    <a:pt x="2232876" y="900673"/>
                  </a:lnTo>
                  <a:lnTo>
                    <a:pt x="2233718" y="908795"/>
                  </a:lnTo>
                  <a:lnTo>
                    <a:pt x="2234559" y="918876"/>
                  </a:lnTo>
                  <a:lnTo>
                    <a:pt x="2235400" y="930817"/>
                  </a:lnTo>
                  <a:lnTo>
                    <a:pt x="2236241" y="940943"/>
                  </a:lnTo>
                  <a:lnTo>
                    <a:pt x="2237082" y="951238"/>
                  </a:lnTo>
                  <a:lnTo>
                    <a:pt x="2237924" y="963011"/>
                  </a:lnTo>
                  <a:lnTo>
                    <a:pt x="2238765" y="974489"/>
                  </a:lnTo>
                  <a:lnTo>
                    <a:pt x="2239606" y="984630"/>
                  </a:lnTo>
                  <a:lnTo>
                    <a:pt x="2240447" y="994103"/>
                  </a:lnTo>
                  <a:lnTo>
                    <a:pt x="2241288" y="1002058"/>
                  </a:lnTo>
                  <a:lnTo>
                    <a:pt x="2242130" y="1008502"/>
                  </a:lnTo>
                  <a:lnTo>
                    <a:pt x="2242971" y="1013434"/>
                  </a:lnTo>
                  <a:lnTo>
                    <a:pt x="2243812" y="1017419"/>
                  </a:lnTo>
                  <a:lnTo>
                    <a:pt x="2244653" y="1020166"/>
                  </a:lnTo>
                  <a:lnTo>
                    <a:pt x="2245494" y="1022748"/>
                  </a:lnTo>
                  <a:lnTo>
                    <a:pt x="2246336" y="1025214"/>
                  </a:lnTo>
                  <a:lnTo>
                    <a:pt x="2247177" y="1026894"/>
                  </a:lnTo>
                  <a:lnTo>
                    <a:pt x="2248018" y="1028547"/>
                  </a:lnTo>
                  <a:lnTo>
                    <a:pt x="2248859" y="1030230"/>
                  </a:lnTo>
                  <a:lnTo>
                    <a:pt x="2249700" y="1031857"/>
                  </a:lnTo>
                  <a:lnTo>
                    <a:pt x="2250542" y="1033366"/>
                  </a:lnTo>
                  <a:lnTo>
                    <a:pt x="2251383" y="1034885"/>
                  </a:lnTo>
                  <a:lnTo>
                    <a:pt x="2252224" y="1037253"/>
                  </a:lnTo>
                  <a:lnTo>
                    <a:pt x="2253065" y="1039624"/>
                  </a:lnTo>
                  <a:lnTo>
                    <a:pt x="2253906" y="1042124"/>
                  </a:lnTo>
                  <a:lnTo>
                    <a:pt x="2254748" y="1044312"/>
                  </a:lnTo>
                  <a:lnTo>
                    <a:pt x="2255589" y="1046446"/>
                  </a:lnTo>
                  <a:lnTo>
                    <a:pt x="2256430" y="1049252"/>
                  </a:lnTo>
                  <a:lnTo>
                    <a:pt x="2257271" y="1052581"/>
                  </a:lnTo>
                  <a:lnTo>
                    <a:pt x="2258112" y="1056029"/>
                  </a:lnTo>
                  <a:lnTo>
                    <a:pt x="2258954" y="1058705"/>
                  </a:lnTo>
                  <a:lnTo>
                    <a:pt x="2259795" y="1060426"/>
                  </a:lnTo>
                  <a:lnTo>
                    <a:pt x="2260636" y="1060592"/>
                  </a:lnTo>
                  <a:lnTo>
                    <a:pt x="2261477" y="1059273"/>
                  </a:lnTo>
                  <a:lnTo>
                    <a:pt x="2262318" y="1055964"/>
                  </a:lnTo>
                  <a:lnTo>
                    <a:pt x="2263160" y="1051969"/>
                  </a:lnTo>
                  <a:lnTo>
                    <a:pt x="2264001" y="1048374"/>
                  </a:lnTo>
                  <a:lnTo>
                    <a:pt x="2264842" y="1045255"/>
                  </a:lnTo>
                  <a:lnTo>
                    <a:pt x="2265683" y="1042683"/>
                  </a:lnTo>
                  <a:lnTo>
                    <a:pt x="2266524" y="1041098"/>
                  </a:lnTo>
                  <a:lnTo>
                    <a:pt x="2267366" y="1039651"/>
                  </a:lnTo>
                  <a:lnTo>
                    <a:pt x="2268207" y="1038578"/>
                  </a:lnTo>
                  <a:lnTo>
                    <a:pt x="2269048" y="1037508"/>
                  </a:lnTo>
                  <a:lnTo>
                    <a:pt x="2269889" y="1036484"/>
                  </a:lnTo>
                  <a:lnTo>
                    <a:pt x="2270730" y="1034853"/>
                  </a:lnTo>
                  <a:lnTo>
                    <a:pt x="2271572" y="1032613"/>
                  </a:lnTo>
                  <a:lnTo>
                    <a:pt x="2272413" y="1030418"/>
                  </a:lnTo>
                  <a:lnTo>
                    <a:pt x="2273254" y="1028534"/>
                  </a:lnTo>
                  <a:lnTo>
                    <a:pt x="2274095" y="1027391"/>
                  </a:lnTo>
                  <a:lnTo>
                    <a:pt x="2274936" y="1026945"/>
                  </a:lnTo>
                  <a:lnTo>
                    <a:pt x="2275778" y="1026608"/>
                  </a:lnTo>
                  <a:lnTo>
                    <a:pt x="2276619" y="1026182"/>
                  </a:lnTo>
                  <a:lnTo>
                    <a:pt x="2277460" y="1025671"/>
                  </a:lnTo>
                  <a:lnTo>
                    <a:pt x="2278301" y="1025214"/>
                  </a:lnTo>
                  <a:lnTo>
                    <a:pt x="2279142" y="1024112"/>
                  </a:lnTo>
                  <a:lnTo>
                    <a:pt x="2279984" y="1022656"/>
                  </a:lnTo>
                  <a:lnTo>
                    <a:pt x="2280825" y="1020305"/>
                  </a:lnTo>
                  <a:lnTo>
                    <a:pt x="2281666" y="1018253"/>
                  </a:lnTo>
                  <a:lnTo>
                    <a:pt x="2282507" y="1015841"/>
                  </a:lnTo>
                  <a:lnTo>
                    <a:pt x="2283348" y="1013421"/>
                  </a:lnTo>
                  <a:lnTo>
                    <a:pt x="2284190" y="1012502"/>
                  </a:lnTo>
                  <a:lnTo>
                    <a:pt x="2285031" y="1011213"/>
                  </a:lnTo>
                  <a:lnTo>
                    <a:pt x="2285872" y="1010391"/>
                  </a:lnTo>
                  <a:lnTo>
                    <a:pt x="2286713" y="1009938"/>
                  </a:lnTo>
                  <a:lnTo>
                    <a:pt x="2287554" y="1010971"/>
                  </a:lnTo>
                  <a:lnTo>
                    <a:pt x="2288396" y="1012496"/>
                  </a:lnTo>
                  <a:lnTo>
                    <a:pt x="2289237" y="1015095"/>
                  </a:lnTo>
                  <a:lnTo>
                    <a:pt x="2290078" y="1018739"/>
                  </a:lnTo>
                  <a:lnTo>
                    <a:pt x="2290919" y="1023276"/>
                  </a:lnTo>
                  <a:lnTo>
                    <a:pt x="2291761" y="1028640"/>
                  </a:lnTo>
                  <a:lnTo>
                    <a:pt x="2292602" y="1034586"/>
                  </a:lnTo>
                  <a:lnTo>
                    <a:pt x="2293443" y="1040425"/>
                  </a:lnTo>
                  <a:lnTo>
                    <a:pt x="2294284" y="1046555"/>
                  </a:lnTo>
                  <a:lnTo>
                    <a:pt x="2295125" y="1052696"/>
                  </a:lnTo>
                  <a:lnTo>
                    <a:pt x="2295967" y="1058634"/>
                  </a:lnTo>
                  <a:lnTo>
                    <a:pt x="2296808" y="1063932"/>
                  </a:lnTo>
                  <a:lnTo>
                    <a:pt x="2297649" y="1068810"/>
                  </a:lnTo>
                  <a:lnTo>
                    <a:pt x="2298490" y="1073275"/>
                  </a:lnTo>
                  <a:lnTo>
                    <a:pt x="2299331" y="1075502"/>
                  </a:lnTo>
                  <a:lnTo>
                    <a:pt x="2300173" y="1076413"/>
                  </a:lnTo>
                  <a:lnTo>
                    <a:pt x="2301014" y="1075146"/>
                  </a:lnTo>
                  <a:lnTo>
                    <a:pt x="2301855" y="1072135"/>
                  </a:lnTo>
                  <a:lnTo>
                    <a:pt x="2302696" y="1070308"/>
                  </a:lnTo>
                  <a:lnTo>
                    <a:pt x="2303537" y="1067782"/>
                  </a:lnTo>
                  <a:lnTo>
                    <a:pt x="2304379" y="1064601"/>
                  </a:lnTo>
                  <a:lnTo>
                    <a:pt x="2305220" y="1061781"/>
                  </a:lnTo>
                  <a:lnTo>
                    <a:pt x="2306061" y="1059553"/>
                  </a:lnTo>
                  <a:lnTo>
                    <a:pt x="2306902" y="1057037"/>
                  </a:lnTo>
                  <a:lnTo>
                    <a:pt x="2307743" y="1055364"/>
                  </a:lnTo>
                  <a:lnTo>
                    <a:pt x="2308585" y="1054288"/>
                  </a:lnTo>
                  <a:lnTo>
                    <a:pt x="2309426" y="1055198"/>
                  </a:lnTo>
                  <a:lnTo>
                    <a:pt x="2310267" y="1056948"/>
                  </a:lnTo>
                  <a:lnTo>
                    <a:pt x="2311108" y="1059803"/>
                  </a:lnTo>
                  <a:lnTo>
                    <a:pt x="2311949" y="1063675"/>
                  </a:lnTo>
                  <a:lnTo>
                    <a:pt x="2312791" y="1067677"/>
                  </a:lnTo>
                  <a:lnTo>
                    <a:pt x="2313632" y="1072438"/>
                  </a:lnTo>
                  <a:lnTo>
                    <a:pt x="2314473" y="1077403"/>
                  </a:lnTo>
                  <a:lnTo>
                    <a:pt x="2315314" y="1082177"/>
                  </a:lnTo>
                  <a:lnTo>
                    <a:pt x="2316155" y="1086117"/>
                  </a:lnTo>
                  <a:lnTo>
                    <a:pt x="2316997" y="1090875"/>
                  </a:lnTo>
                  <a:lnTo>
                    <a:pt x="2317838" y="1096189"/>
                  </a:lnTo>
                  <a:lnTo>
                    <a:pt x="2318679" y="1101393"/>
                  </a:lnTo>
                  <a:lnTo>
                    <a:pt x="2319520" y="1106329"/>
                  </a:lnTo>
                  <a:lnTo>
                    <a:pt x="2320361" y="1112672"/>
                  </a:lnTo>
                  <a:lnTo>
                    <a:pt x="2321203" y="1118072"/>
                  </a:lnTo>
                  <a:lnTo>
                    <a:pt x="2322044" y="1122678"/>
                  </a:lnTo>
                  <a:lnTo>
                    <a:pt x="2322885" y="1125708"/>
                  </a:lnTo>
                  <a:lnTo>
                    <a:pt x="2323726" y="1128627"/>
                  </a:lnTo>
                  <a:lnTo>
                    <a:pt x="2324567" y="1132079"/>
                  </a:lnTo>
                  <a:lnTo>
                    <a:pt x="2325409" y="1134281"/>
                  </a:lnTo>
                  <a:lnTo>
                    <a:pt x="2326250" y="1136093"/>
                  </a:lnTo>
                  <a:lnTo>
                    <a:pt x="2327091" y="1137730"/>
                  </a:lnTo>
                  <a:lnTo>
                    <a:pt x="2327932" y="1140120"/>
                  </a:lnTo>
                  <a:lnTo>
                    <a:pt x="2328773" y="1143635"/>
                  </a:lnTo>
                  <a:lnTo>
                    <a:pt x="2329615" y="1148186"/>
                  </a:lnTo>
                  <a:lnTo>
                    <a:pt x="2330456" y="1152650"/>
                  </a:lnTo>
                  <a:lnTo>
                    <a:pt x="2331297" y="1157398"/>
                  </a:lnTo>
                  <a:lnTo>
                    <a:pt x="2332138" y="1162274"/>
                  </a:lnTo>
                  <a:lnTo>
                    <a:pt x="2332979" y="1166880"/>
                  </a:lnTo>
                  <a:lnTo>
                    <a:pt x="2333821" y="1172035"/>
                  </a:lnTo>
                  <a:lnTo>
                    <a:pt x="2334662" y="1178010"/>
                  </a:lnTo>
                  <a:lnTo>
                    <a:pt x="2335503" y="1185586"/>
                  </a:lnTo>
                  <a:lnTo>
                    <a:pt x="2336344" y="1193599"/>
                  </a:lnTo>
                  <a:lnTo>
                    <a:pt x="2337185" y="1201629"/>
                  </a:lnTo>
                  <a:lnTo>
                    <a:pt x="2338027" y="1210002"/>
                  </a:lnTo>
                  <a:lnTo>
                    <a:pt x="2338868" y="1218910"/>
                  </a:lnTo>
                  <a:lnTo>
                    <a:pt x="2339709" y="1228728"/>
                  </a:lnTo>
                  <a:lnTo>
                    <a:pt x="2340550" y="1237846"/>
                  </a:lnTo>
                  <a:lnTo>
                    <a:pt x="2341391" y="1246452"/>
                  </a:lnTo>
                  <a:lnTo>
                    <a:pt x="2342233" y="1254401"/>
                  </a:lnTo>
                  <a:lnTo>
                    <a:pt x="2343074" y="1261906"/>
                  </a:lnTo>
                  <a:lnTo>
                    <a:pt x="2343915" y="1268759"/>
                  </a:lnTo>
                  <a:lnTo>
                    <a:pt x="2344756" y="1275274"/>
                  </a:lnTo>
                  <a:lnTo>
                    <a:pt x="2345597" y="1281258"/>
                  </a:lnTo>
                  <a:lnTo>
                    <a:pt x="2346439" y="1286060"/>
                  </a:lnTo>
                  <a:lnTo>
                    <a:pt x="2347280" y="1289269"/>
                  </a:lnTo>
                  <a:lnTo>
                    <a:pt x="2348121" y="1291095"/>
                  </a:lnTo>
                  <a:lnTo>
                    <a:pt x="2348962" y="1293627"/>
                  </a:lnTo>
                  <a:lnTo>
                    <a:pt x="2349803" y="1295141"/>
                  </a:lnTo>
                  <a:lnTo>
                    <a:pt x="2350645" y="1297451"/>
                  </a:lnTo>
                  <a:lnTo>
                    <a:pt x="2351486" y="1300504"/>
                  </a:lnTo>
                  <a:lnTo>
                    <a:pt x="2352327" y="1305236"/>
                  </a:lnTo>
                  <a:lnTo>
                    <a:pt x="2353168" y="1310719"/>
                  </a:lnTo>
                  <a:lnTo>
                    <a:pt x="2354009" y="1315122"/>
                  </a:lnTo>
                  <a:lnTo>
                    <a:pt x="2354851" y="1318639"/>
                  </a:lnTo>
                  <a:lnTo>
                    <a:pt x="2355692" y="1323139"/>
                  </a:lnTo>
                  <a:lnTo>
                    <a:pt x="2356533" y="1327740"/>
                  </a:lnTo>
                  <a:lnTo>
                    <a:pt x="2357374" y="1332019"/>
                  </a:lnTo>
                  <a:lnTo>
                    <a:pt x="2358215" y="1336460"/>
                  </a:lnTo>
                  <a:lnTo>
                    <a:pt x="2359057" y="1342004"/>
                  </a:lnTo>
                  <a:lnTo>
                    <a:pt x="2359898" y="1349934"/>
                  </a:lnTo>
                  <a:lnTo>
                    <a:pt x="2360739" y="1359913"/>
                  </a:lnTo>
                  <a:lnTo>
                    <a:pt x="2361580" y="1371062"/>
                  </a:lnTo>
                  <a:lnTo>
                    <a:pt x="2362422" y="1382433"/>
                  </a:lnTo>
                  <a:lnTo>
                    <a:pt x="2363263" y="1392855"/>
                  </a:lnTo>
                  <a:lnTo>
                    <a:pt x="2364104" y="1403091"/>
                  </a:lnTo>
                  <a:lnTo>
                    <a:pt x="2364945" y="1411306"/>
                  </a:lnTo>
                  <a:lnTo>
                    <a:pt x="2365786" y="1419396"/>
                  </a:lnTo>
                  <a:lnTo>
                    <a:pt x="2366628" y="1428497"/>
                  </a:lnTo>
                  <a:lnTo>
                    <a:pt x="2367469" y="1437409"/>
                  </a:lnTo>
                  <a:lnTo>
                    <a:pt x="2368310" y="1445076"/>
                  </a:lnTo>
                  <a:lnTo>
                    <a:pt x="2369151" y="1451917"/>
                  </a:lnTo>
                  <a:lnTo>
                    <a:pt x="2369992" y="1457379"/>
                  </a:lnTo>
                  <a:lnTo>
                    <a:pt x="2370834" y="1462480"/>
                  </a:lnTo>
                  <a:lnTo>
                    <a:pt x="2371675" y="1465049"/>
                  </a:lnTo>
                  <a:lnTo>
                    <a:pt x="2372516" y="1466725"/>
                  </a:lnTo>
                  <a:lnTo>
                    <a:pt x="2373357" y="1468457"/>
                  </a:lnTo>
                  <a:lnTo>
                    <a:pt x="2374198" y="1469240"/>
                  </a:lnTo>
                  <a:lnTo>
                    <a:pt x="2375040" y="1470614"/>
                  </a:lnTo>
                  <a:lnTo>
                    <a:pt x="2375881" y="1472235"/>
                  </a:lnTo>
                  <a:lnTo>
                    <a:pt x="2376722" y="1474112"/>
                  </a:lnTo>
                  <a:lnTo>
                    <a:pt x="2377563" y="1475064"/>
                  </a:lnTo>
                  <a:lnTo>
                    <a:pt x="2378404" y="1476413"/>
                  </a:lnTo>
                  <a:lnTo>
                    <a:pt x="2379246" y="1477384"/>
                  </a:lnTo>
                  <a:lnTo>
                    <a:pt x="2380087" y="1477854"/>
                  </a:lnTo>
                  <a:lnTo>
                    <a:pt x="2380928" y="1477440"/>
                  </a:lnTo>
                  <a:lnTo>
                    <a:pt x="2381769" y="1476470"/>
                  </a:lnTo>
                  <a:lnTo>
                    <a:pt x="2382610" y="1476136"/>
                  </a:lnTo>
                  <a:lnTo>
                    <a:pt x="2383452" y="1475531"/>
                  </a:lnTo>
                  <a:lnTo>
                    <a:pt x="2384293" y="1475945"/>
                  </a:lnTo>
                  <a:lnTo>
                    <a:pt x="2385134" y="1476365"/>
                  </a:lnTo>
                  <a:lnTo>
                    <a:pt x="2385975" y="1477829"/>
                  </a:lnTo>
                  <a:lnTo>
                    <a:pt x="2386816" y="1479761"/>
                  </a:lnTo>
                  <a:lnTo>
                    <a:pt x="2387658" y="1479470"/>
                  </a:lnTo>
                  <a:lnTo>
                    <a:pt x="2388499" y="1479301"/>
                  </a:lnTo>
                  <a:lnTo>
                    <a:pt x="2389340" y="1478420"/>
                  </a:lnTo>
                  <a:lnTo>
                    <a:pt x="2390181" y="1477060"/>
                  </a:lnTo>
                  <a:lnTo>
                    <a:pt x="2391022" y="1475249"/>
                  </a:lnTo>
                  <a:lnTo>
                    <a:pt x="2391864" y="1473439"/>
                  </a:lnTo>
                  <a:lnTo>
                    <a:pt x="2392705" y="1473227"/>
                  </a:lnTo>
                  <a:lnTo>
                    <a:pt x="2393546" y="1474509"/>
                  </a:lnTo>
                  <a:lnTo>
                    <a:pt x="2394387" y="1476122"/>
                  </a:lnTo>
                  <a:lnTo>
                    <a:pt x="2395228" y="1478587"/>
                  </a:lnTo>
                  <a:lnTo>
                    <a:pt x="2396070" y="1481098"/>
                  </a:lnTo>
                  <a:lnTo>
                    <a:pt x="2396911" y="1484294"/>
                  </a:lnTo>
                  <a:lnTo>
                    <a:pt x="2397752" y="1487469"/>
                  </a:lnTo>
                  <a:lnTo>
                    <a:pt x="2398593" y="1489617"/>
                  </a:lnTo>
                  <a:lnTo>
                    <a:pt x="2399434" y="1492019"/>
                  </a:lnTo>
                  <a:lnTo>
                    <a:pt x="2400276" y="1493871"/>
                  </a:lnTo>
                  <a:lnTo>
                    <a:pt x="2401117" y="1497205"/>
                  </a:lnTo>
                  <a:lnTo>
                    <a:pt x="2401958" y="1500577"/>
                  </a:lnTo>
                  <a:lnTo>
                    <a:pt x="2402799" y="1503383"/>
                  </a:lnTo>
                  <a:lnTo>
                    <a:pt x="2403640" y="1506097"/>
                  </a:lnTo>
                  <a:lnTo>
                    <a:pt x="2404482" y="1508795"/>
                  </a:lnTo>
                  <a:lnTo>
                    <a:pt x="2405323" y="1512078"/>
                  </a:lnTo>
                  <a:lnTo>
                    <a:pt x="2406164" y="1515223"/>
                  </a:lnTo>
                  <a:lnTo>
                    <a:pt x="2407005" y="1518934"/>
                  </a:lnTo>
                  <a:lnTo>
                    <a:pt x="2407846" y="1523022"/>
                  </a:lnTo>
                  <a:lnTo>
                    <a:pt x="2408688" y="1527528"/>
                  </a:lnTo>
                  <a:lnTo>
                    <a:pt x="2409529" y="1532574"/>
                  </a:lnTo>
                  <a:lnTo>
                    <a:pt x="2410370" y="1537884"/>
                  </a:lnTo>
                  <a:lnTo>
                    <a:pt x="2411211" y="1543131"/>
                  </a:lnTo>
                  <a:lnTo>
                    <a:pt x="2412052" y="1548674"/>
                  </a:lnTo>
                  <a:lnTo>
                    <a:pt x="2412894" y="1554897"/>
                  </a:lnTo>
                  <a:lnTo>
                    <a:pt x="2413735" y="1560571"/>
                  </a:lnTo>
                  <a:lnTo>
                    <a:pt x="2414576" y="1566446"/>
                  </a:lnTo>
                  <a:lnTo>
                    <a:pt x="2415417" y="1572174"/>
                  </a:lnTo>
                  <a:lnTo>
                    <a:pt x="2416258" y="1577695"/>
                  </a:lnTo>
                  <a:lnTo>
                    <a:pt x="2417100" y="1583453"/>
                  </a:lnTo>
                  <a:lnTo>
                    <a:pt x="2417941" y="1588955"/>
                  </a:lnTo>
                  <a:lnTo>
                    <a:pt x="2418782" y="1593883"/>
                  </a:lnTo>
                  <a:lnTo>
                    <a:pt x="2419623" y="1598626"/>
                  </a:lnTo>
                  <a:lnTo>
                    <a:pt x="2420464" y="1603046"/>
                  </a:lnTo>
                  <a:lnTo>
                    <a:pt x="2421306" y="1606540"/>
                  </a:lnTo>
                  <a:lnTo>
                    <a:pt x="2422147" y="1609190"/>
                  </a:lnTo>
                  <a:lnTo>
                    <a:pt x="2422988" y="1611397"/>
                  </a:lnTo>
                  <a:lnTo>
                    <a:pt x="2423829" y="1612991"/>
                  </a:lnTo>
                  <a:lnTo>
                    <a:pt x="2424670" y="1613481"/>
                  </a:lnTo>
                  <a:lnTo>
                    <a:pt x="2425512" y="1613061"/>
                  </a:lnTo>
                  <a:lnTo>
                    <a:pt x="2426353" y="1612540"/>
                  </a:lnTo>
                  <a:lnTo>
                    <a:pt x="2427194" y="1612285"/>
                  </a:lnTo>
                  <a:lnTo>
                    <a:pt x="2428035" y="1612254"/>
                  </a:lnTo>
                  <a:lnTo>
                    <a:pt x="2428876" y="1611658"/>
                  </a:lnTo>
                  <a:lnTo>
                    <a:pt x="2429718" y="1610407"/>
                  </a:lnTo>
                  <a:lnTo>
                    <a:pt x="2430559" y="1609675"/>
                  </a:lnTo>
                  <a:lnTo>
                    <a:pt x="2431400" y="1609289"/>
                  </a:lnTo>
                  <a:lnTo>
                    <a:pt x="2432241" y="1608386"/>
                  </a:lnTo>
                  <a:lnTo>
                    <a:pt x="2433083" y="1607411"/>
                  </a:lnTo>
                  <a:lnTo>
                    <a:pt x="2433924" y="1606369"/>
                  </a:lnTo>
                  <a:lnTo>
                    <a:pt x="2434765" y="1604982"/>
                  </a:lnTo>
                  <a:lnTo>
                    <a:pt x="2435606" y="1604174"/>
                  </a:lnTo>
                  <a:lnTo>
                    <a:pt x="2436447" y="1602382"/>
                  </a:lnTo>
                  <a:lnTo>
                    <a:pt x="2437289" y="1600894"/>
                  </a:lnTo>
                  <a:lnTo>
                    <a:pt x="2438130" y="1599854"/>
                  </a:lnTo>
                  <a:lnTo>
                    <a:pt x="2438971" y="1598960"/>
                  </a:lnTo>
                  <a:lnTo>
                    <a:pt x="2439812" y="1597889"/>
                  </a:lnTo>
                  <a:lnTo>
                    <a:pt x="2440653" y="1597504"/>
                  </a:lnTo>
                  <a:lnTo>
                    <a:pt x="2441495" y="1596925"/>
                  </a:lnTo>
                  <a:lnTo>
                    <a:pt x="2442336" y="1597229"/>
                  </a:lnTo>
                  <a:lnTo>
                    <a:pt x="2443177" y="1597379"/>
                  </a:lnTo>
                  <a:lnTo>
                    <a:pt x="2444018" y="1596962"/>
                  </a:lnTo>
                  <a:lnTo>
                    <a:pt x="2444859" y="1596189"/>
                  </a:lnTo>
                  <a:lnTo>
                    <a:pt x="2445701" y="1594951"/>
                  </a:lnTo>
                  <a:lnTo>
                    <a:pt x="2446542" y="1593109"/>
                  </a:lnTo>
                  <a:lnTo>
                    <a:pt x="2447383" y="1591189"/>
                  </a:lnTo>
                  <a:lnTo>
                    <a:pt x="2448224" y="1588684"/>
                  </a:lnTo>
                  <a:lnTo>
                    <a:pt x="2449065" y="1586264"/>
                  </a:lnTo>
                  <a:lnTo>
                    <a:pt x="2449907" y="1583017"/>
                  </a:lnTo>
                  <a:lnTo>
                    <a:pt x="2450748" y="1579837"/>
                  </a:lnTo>
                  <a:lnTo>
                    <a:pt x="2451589" y="1577090"/>
                  </a:lnTo>
                  <a:lnTo>
                    <a:pt x="2452430" y="1574034"/>
                  </a:lnTo>
                  <a:lnTo>
                    <a:pt x="2453271" y="1571235"/>
                  </a:lnTo>
                  <a:lnTo>
                    <a:pt x="2454113" y="1567771"/>
                  </a:lnTo>
                  <a:lnTo>
                    <a:pt x="2454954" y="1564314"/>
                  </a:lnTo>
                  <a:lnTo>
                    <a:pt x="2455795" y="1558640"/>
                  </a:lnTo>
                  <a:lnTo>
                    <a:pt x="2456636" y="1553624"/>
                  </a:lnTo>
                  <a:lnTo>
                    <a:pt x="2457477" y="1549148"/>
                  </a:lnTo>
                  <a:lnTo>
                    <a:pt x="2458319" y="1544808"/>
                  </a:lnTo>
                  <a:lnTo>
                    <a:pt x="2459160" y="1541094"/>
                  </a:lnTo>
                  <a:lnTo>
                    <a:pt x="2460001" y="1537539"/>
                  </a:lnTo>
                  <a:lnTo>
                    <a:pt x="2460842" y="1534250"/>
                  </a:lnTo>
                  <a:lnTo>
                    <a:pt x="2461683" y="1531859"/>
                  </a:lnTo>
                  <a:lnTo>
                    <a:pt x="2462525" y="1530343"/>
                  </a:lnTo>
                  <a:lnTo>
                    <a:pt x="2463366" y="1529203"/>
                  </a:lnTo>
                  <a:lnTo>
                    <a:pt x="2464207" y="1528423"/>
                  </a:lnTo>
                  <a:lnTo>
                    <a:pt x="2465048" y="1528446"/>
                  </a:lnTo>
                  <a:lnTo>
                    <a:pt x="2465889" y="1529635"/>
                  </a:lnTo>
                  <a:lnTo>
                    <a:pt x="2466731" y="1530863"/>
                  </a:lnTo>
                  <a:lnTo>
                    <a:pt x="2467572" y="1533922"/>
                  </a:lnTo>
                  <a:lnTo>
                    <a:pt x="2468413" y="1537917"/>
                  </a:lnTo>
                  <a:lnTo>
                    <a:pt x="2469254" y="1543809"/>
                  </a:lnTo>
                  <a:lnTo>
                    <a:pt x="2470095" y="1550648"/>
                  </a:lnTo>
                  <a:lnTo>
                    <a:pt x="2470937" y="1556513"/>
                  </a:lnTo>
                  <a:lnTo>
                    <a:pt x="2471778" y="1562682"/>
                  </a:lnTo>
                  <a:lnTo>
                    <a:pt x="2472619" y="1568761"/>
                  </a:lnTo>
                  <a:lnTo>
                    <a:pt x="2473460" y="1574227"/>
                  </a:lnTo>
                  <a:lnTo>
                    <a:pt x="2474301" y="1579302"/>
                  </a:lnTo>
                  <a:lnTo>
                    <a:pt x="2475143" y="1582889"/>
                  </a:lnTo>
                  <a:lnTo>
                    <a:pt x="2475984" y="1585377"/>
                  </a:lnTo>
                  <a:lnTo>
                    <a:pt x="2476825" y="1586496"/>
                  </a:lnTo>
                  <a:lnTo>
                    <a:pt x="2477666" y="1585926"/>
                  </a:lnTo>
                  <a:lnTo>
                    <a:pt x="2478507" y="1584576"/>
                  </a:lnTo>
                  <a:lnTo>
                    <a:pt x="2479349" y="1582536"/>
                  </a:lnTo>
                  <a:lnTo>
                    <a:pt x="2480190" y="1579461"/>
                  </a:lnTo>
                  <a:lnTo>
                    <a:pt x="2481031" y="1577282"/>
                  </a:lnTo>
                  <a:lnTo>
                    <a:pt x="2481872" y="1574564"/>
                  </a:lnTo>
                  <a:lnTo>
                    <a:pt x="2482713" y="1571163"/>
                  </a:lnTo>
                  <a:lnTo>
                    <a:pt x="2483555" y="1567818"/>
                  </a:lnTo>
                  <a:lnTo>
                    <a:pt x="2484396" y="1564587"/>
                  </a:lnTo>
                  <a:lnTo>
                    <a:pt x="2485237" y="1561698"/>
                  </a:lnTo>
                  <a:lnTo>
                    <a:pt x="2486078" y="1559098"/>
                  </a:lnTo>
                  <a:lnTo>
                    <a:pt x="2486919" y="1556560"/>
                  </a:lnTo>
                  <a:lnTo>
                    <a:pt x="2487761" y="1554853"/>
                  </a:lnTo>
                  <a:lnTo>
                    <a:pt x="2488602" y="1553874"/>
                  </a:lnTo>
                  <a:lnTo>
                    <a:pt x="2489443" y="1552571"/>
                  </a:lnTo>
                  <a:lnTo>
                    <a:pt x="2490284" y="1552188"/>
                  </a:lnTo>
                  <a:lnTo>
                    <a:pt x="2491125" y="1552714"/>
                  </a:lnTo>
                  <a:lnTo>
                    <a:pt x="2491967" y="1554164"/>
                  </a:lnTo>
                  <a:lnTo>
                    <a:pt x="2492808" y="1556682"/>
                  </a:lnTo>
                  <a:lnTo>
                    <a:pt x="2493649" y="1559119"/>
                  </a:lnTo>
                  <a:lnTo>
                    <a:pt x="2494490" y="1561420"/>
                  </a:lnTo>
                  <a:lnTo>
                    <a:pt x="2495331" y="1563922"/>
                  </a:lnTo>
                  <a:lnTo>
                    <a:pt x="2496173" y="1566795"/>
                  </a:lnTo>
                  <a:lnTo>
                    <a:pt x="2497014" y="1569639"/>
                  </a:lnTo>
                  <a:lnTo>
                    <a:pt x="2497855" y="1572683"/>
                  </a:lnTo>
                  <a:lnTo>
                    <a:pt x="2498696" y="1575943"/>
                  </a:lnTo>
                  <a:lnTo>
                    <a:pt x="2499537" y="1578876"/>
                  </a:lnTo>
                  <a:lnTo>
                    <a:pt x="2500379" y="1582072"/>
                  </a:lnTo>
                  <a:lnTo>
                    <a:pt x="2501220" y="1585493"/>
                  </a:lnTo>
                  <a:lnTo>
                    <a:pt x="2502061" y="1588794"/>
                  </a:lnTo>
                  <a:lnTo>
                    <a:pt x="2502902" y="1590828"/>
                  </a:lnTo>
                  <a:lnTo>
                    <a:pt x="2503744" y="1592003"/>
                  </a:lnTo>
                  <a:lnTo>
                    <a:pt x="2504585" y="1592273"/>
                  </a:lnTo>
                  <a:lnTo>
                    <a:pt x="2505426" y="1591877"/>
                  </a:lnTo>
                  <a:lnTo>
                    <a:pt x="2506267" y="1591835"/>
                  </a:lnTo>
                  <a:lnTo>
                    <a:pt x="2507108" y="1591523"/>
                  </a:lnTo>
                  <a:lnTo>
                    <a:pt x="2507950" y="1591459"/>
                  </a:lnTo>
                  <a:lnTo>
                    <a:pt x="2508791" y="1591326"/>
                  </a:lnTo>
                  <a:lnTo>
                    <a:pt x="2509632" y="1591011"/>
                  </a:lnTo>
                  <a:lnTo>
                    <a:pt x="2510473" y="1590434"/>
                  </a:lnTo>
                  <a:lnTo>
                    <a:pt x="2511314" y="1589970"/>
                  </a:lnTo>
                  <a:lnTo>
                    <a:pt x="2512156" y="1589171"/>
                  </a:lnTo>
                  <a:lnTo>
                    <a:pt x="2512997" y="1587721"/>
                  </a:lnTo>
                  <a:lnTo>
                    <a:pt x="2513838" y="1586167"/>
                  </a:lnTo>
                  <a:lnTo>
                    <a:pt x="2514679" y="1583977"/>
                  </a:lnTo>
                  <a:lnTo>
                    <a:pt x="2515520" y="1582277"/>
                  </a:lnTo>
                  <a:lnTo>
                    <a:pt x="2516362" y="1580616"/>
                  </a:lnTo>
                  <a:lnTo>
                    <a:pt x="2517203" y="1579677"/>
                  </a:lnTo>
                  <a:lnTo>
                    <a:pt x="2518044" y="1578687"/>
                  </a:lnTo>
                  <a:lnTo>
                    <a:pt x="2518885" y="1576868"/>
                  </a:lnTo>
                  <a:lnTo>
                    <a:pt x="2519726" y="1575354"/>
                  </a:lnTo>
                  <a:lnTo>
                    <a:pt x="2520568" y="1573249"/>
                  </a:lnTo>
                  <a:lnTo>
                    <a:pt x="2521409" y="1571167"/>
                  </a:lnTo>
                  <a:lnTo>
                    <a:pt x="2522250" y="1572115"/>
                  </a:lnTo>
                  <a:lnTo>
                    <a:pt x="2523091" y="1573696"/>
                  </a:lnTo>
                  <a:lnTo>
                    <a:pt x="2523932" y="1576702"/>
                  </a:lnTo>
                  <a:lnTo>
                    <a:pt x="2524774" y="1580323"/>
                  </a:lnTo>
                  <a:lnTo>
                    <a:pt x="2525615" y="1584693"/>
                  </a:lnTo>
                  <a:lnTo>
                    <a:pt x="2526456" y="1589583"/>
                  </a:lnTo>
                  <a:lnTo>
                    <a:pt x="2527297" y="1594426"/>
                  </a:lnTo>
                  <a:lnTo>
                    <a:pt x="2528138" y="1598132"/>
                  </a:lnTo>
                  <a:lnTo>
                    <a:pt x="2528980" y="1601164"/>
                  </a:lnTo>
                  <a:lnTo>
                    <a:pt x="2529821" y="1603902"/>
                  </a:lnTo>
                  <a:lnTo>
                    <a:pt x="2530662" y="1606826"/>
                  </a:lnTo>
                  <a:lnTo>
                    <a:pt x="2531503" y="1610862"/>
                  </a:lnTo>
                  <a:lnTo>
                    <a:pt x="2532344" y="1614291"/>
                  </a:lnTo>
                  <a:lnTo>
                    <a:pt x="2533186" y="1617545"/>
                  </a:lnTo>
                  <a:lnTo>
                    <a:pt x="2534027" y="1621665"/>
                  </a:lnTo>
                  <a:lnTo>
                    <a:pt x="2534868" y="1624992"/>
                  </a:lnTo>
                  <a:lnTo>
                    <a:pt x="2535709" y="1627574"/>
                  </a:lnTo>
                  <a:lnTo>
                    <a:pt x="2536550" y="1629427"/>
                  </a:lnTo>
                  <a:lnTo>
                    <a:pt x="2537392" y="1630916"/>
                  </a:lnTo>
                  <a:lnTo>
                    <a:pt x="2538233" y="1632827"/>
                  </a:lnTo>
                  <a:lnTo>
                    <a:pt x="2539074" y="1633898"/>
                  </a:lnTo>
                  <a:lnTo>
                    <a:pt x="2539915" y="1635733"/>
                  </a:lnTo>
                  <a:lnTo>
                    <a:pt x="2540756" y="1637801"/>
                  </a:lnTo>
                  <a:lnTo>
                    <a:pt x="2541598" y="1640324"/>
                  </a:lnTo>
                  <a:lnTo>
                    <a:pt x="2542439" y="1643102"/>
                  </a:lnTo>
                  <a:lnTo>
                    <a:pt x="2543280" y="1645271"/>
                  </a:lnTo>
                  <a:lnTo>
                    <a:pt x="2544121" y="1647278"/>
                  </a:lnTo>
                  <a:lnTo>
                    <a:pt x="2544962" y="1648750"/>
                  </a:lnTo>
                  <a:lnTo>
                    <a:pt x="2545804" y="1650223"/>
                  </a:lnTo>
                  <a:lnTo>
                    <a:pt x="2546645" y="1651287"/>
                  </a:lnTo>
                  <a:lnTo>
                    <a:pt x="2547486" y="1652813"/>
                  </a:lnTo>
                  <a:lnTo>
                    <a:pt x="2548327" y="1654999"/>
                  </a:lnTo>
                  <a:lnTo>
                    <a:pt x="2549168" y="1658527"/>
                  </a:lnTo>
                  <a:lnTo>
                    <a:pt x="2550010" y="1662513"/>
                  </a:lnTo>
                  <a:lnTo>
                    <a:pt x="2550851" y="1666549"/>
                  </a:lnTo>
                  <a:lnTo>
                    <a:pt x="2551692" y="1670896"/>
                  </a:lnTo>
                  <a:lnTo>
                    <a:pt x="2552533" y="1675115"/>
                  </a:lnTo>
                  <a:lnTo>
                    <a:pt x="2553374" y="1680102"/>
                  </a:lnTo>
                  <a:lnTo>
                    <a:pt x="2554216" y="1684376"/>
                  </a:lnTo>
                  <a:lnTo>
                    <a:pt x="2555057" y="1688488"/>
                  </a:lnTo>
                  <a:lnTo>
                    <a:pt x="2555898" y="1694822"/>
                  </a:lnTo>
                  <a:lnTo>
                    <a:pt x="2556739" y="1702087"/>
                  </a:lnTo>
                  <a:lnTo>
                    <a:pt x="2557580" y="1710288"/>
                  </a:lnTo>
                  <a:lnTo>
                    <a:pt x="2558422" y="1718443"/>
                  </a:lnTo>
                  <a:lnTo>
                    <a:pt x="2559263" y="1727210"/>
                  </a:lnTo>
                  <a:lnTo>
                    <a:pt x="2560104" y="1735322"/>
                  </a:lnTo>
                  <a:lnTo>
                    <a:pt x="2560945" y="1741332"/>
                  </a:lnTo>
                  <a:lnTo>
                    <a:pt x="2561786" y="1746130"/>
                  </a:lnTo>
                  <a:lnTo>
                    <a:pt x="2562628" y="1749980"/>
                  </a:lnTo>
                  <a:lnTo>
                    <a:pt x="2563469" y="1753352"/>
                  </a:lnTo>
                  <a:lnTo>
                    <a:pt x="2564310" y="1756029"/>
                  </a:lnTo>
                  <a:lnTo>
                    <a:pt x="2565151" y="1758651"/>
                  </a:lnTo>
                  <a:lnTo>
                    <a:pt x="2565992" y="1759969"/>
                  </a:lnTo>
                  <a:lnTo>
                    <a:pt x="2566834" y="1761036"/>
                  </a:lnTo>
                  <a:lnTo>
                    <a:pt x="2567675" y="1761413"/>
                  </a:lnTo>
                  <a:lnTo>
                    <a:pt x="2568516" y="1761428"/>
                  </a:lnTo>
                  <a:lnTo>
                    <a:pt x="2569357" y="1760251"/>
                  </a:lnTo>
                  <a:lnTo>
                    <a:pt x="2570198" y="1759207"/>
                  </a:lnTo>
                  <a:lnTo>
                    <a:pt x="2571040" y="1758582"/>
                  </a:lnTo>
                  <a:lnTo>
                    <a:pt x="2571881" y="1758011"/>
                  </a:lnTo>
                  <a:lnTo>
                    <a:pt x="2572722" y="1757706"/>
                  </a:lnTo>
                  <a:lnTo>
                    <a:pt x="2573563" y="1757308"/>
                  </a:lnTo>
                  <a:lnTo>
                    <a:pt x="2574405" y="1757078"/>
                  </a:lnTo>
                  <a:lnTo>
                    <a:pt x="2575246" y="1757213"/>
                  </a:lnTo>
                  <a:lnTo>
                    <a:pt x="2576087" y="1757836"/>
                  </a:lnTo>
                  <a:lnTo>
                    <a:pt x="2576928" y="1758401"/>
                  </a:lnTo>
                  <a:lnTo>
                    <a:pt x="2577769" y="1758485"/>
                  </a:lnTo>
                  <a:lnTo>
                    <a:pt x="2578611" y="1758479"/>
                  </a:lnTo>
                  <a:lnTo>
                    <a:pt x="2579452" y="1758483"/>
                  </a:lnTo>
                  <a:lnTo>
                    <a:pt x="2580293" y="1758237"/>
                  </a:lnTo>
                  <a:lnTo>
                    <a:pt x="2581134" y="1757669"/>
                  </a:lnTo>
                  <a:lnTo>
                    <a:pt x="2581975" y="1756382"/>
                  </a:lnTo>
                  <a:lnTo>
                    <a:pt x="2582817" y="1754103"/>
                  </a:lnTo>
                  <a:lnTo>
                    <a:pt x="2583658" y="1751075"/>
                  </a:lnTo>
                  <a:lnTo>
                    <a:pt x="2584499" y="1747346"/>
                  </a:lnTo>
                  <a:lnTo>
                    <a:pt x="2585340" y="1743267"/>
                  </a:lnTo>
                  <a:lnTo>
                    <a:pt x="2586181" y="1739048"/>
                  </a:lnTo>
                  <a:lnTo>
                    <a:pt x="2587023" y="1735167"/>
                  </a:lnTo>
                  <a:lnTo>
                    <a:pt x="2587864" y="1731302"/>
                  </a:lnTo>
                  <a:lnTo>
                    <a:pt x="2588705" y="1727800"/>
                  </a:lnTo>
                  <a:lnTo>
                    <a:pt x="2589546" y="1725142"/>
                  </a:lnTo>
                  <a:lnTo>
                    <a:pt x="2590387" y="1723063"/>
                  </a:lnTo>
                  <a:lnTo>
                    <a:pt x="2591229" y="1721517"/>
                  </a:lnTo>
                  <a:lnTo>
                    <a:pt x="2592070" y="1720494"/>
                  </a:lnTo>
                  <a:lnTo>
                    <a:pt x="2592911" y="1720056"/>
                  </a:lnTo>
                  <a:lnTo>
                    <a:pt x="2593752" y="1720375"/>
                  </a:lnTo>
                  <a:lnTo>
                    <a:pt x="2594593" y="1721630"/>
                  </a:lnTo>
                  <a:lnTo>
                    <a:pt x="2595435" y="1723705"/>
                  </a:lnTo>
                  <a:lnTo>
                    <a:pt x="2596276" y="1726941"/>
                  </a:lnTo>
                  <a:lnTo>
                    <a:pt x="2597117" y="1731516"/>
                  </a:lnTo>
                  <a:lnTo>
                    <a:pt x="2597958" y="1737033"/>
                  </a:lnTo>
                  <a:lnTo>
                    <a:pt x="2598799" y="1743317"/>
                  </a:lnTo>
                  <a:lnTo>
                    <a:pt x="2599641" y="1748911"/>
                  </a:lnTo>
                  <a:lnTo>
                    <a:pt x="2600482" y="1753919"/>
                  </a:lnTo>
                  <a:lnTo>
                    <a:pt x="2601323" y="1757689"/>
                  </a:lnTo>
                  <a:lnTo>
                    <a:pt x="2602164" y="1759814"/>
                  </a:lnTo>
                  <a:lnTo>
                    <a:pt x="2603005" y="1761542"/>
                  </a:lnTo>
                  <a:lnTo>
                    <a:pt x="2603847" y="1761599"/>
                  </a:lnTo>
                  <a:lnTo>
                    <a:pt x="2604688" y="1761534"/>
                  </a:lnTo>
                  <a:lnTo>
                    <a:pt x="2605529" y="1761081"/>
                  </a:lnTo>
                  <a:lnTo>
                    <a:pt x="2606370" y="1759684"/>
                  </a:lnTo>
                  <a:lnTo>
                    <a:pt x="2607211" y="1758225"/>
                  </a:lnTo>
                  <a:lnTo>
                    <a:pt x="2608053" y="1756497"/>
                  </a:lnTo>
                  <a:lnTo>
                    <a:pt x="2608894" y="1753183"/>
                  </a:lnTo>
                  <a:lnTo>
                    <a:pt x="2609735" y="1749342"/>
                  </a:lnTo>
                  <a:lnTo>
                    <a:pt x="2610576" y="1744179"/>
                  </a:lnTo>
                  <a:lnTo>
                    <a:pt x="2611417" y="1739063"/>
                  </a:lnTo>
                  <a:lnTo>
                    <a:pt x="2612259" y="1734716"/>
                  </a:lnTo>
                  <a:lnTo>
                    <a:pt x="2613100" y="1731092"/>
                  </a:lnTo>
                  <a:lnTo>
                    <a:pt x="2613941" y="1728507"/>
                  </a:lnTo>
                  <a:lnTo>
                    <a:pt x="2614782" y="1727084"/>
                  </a:lnTo>
                  <a:lnTo>
                    <a:pt x="2615623" y="1726109"/>
                  </a:lnTo>
                  <a:lnTo>
                    <a:pt x="2616465" y="1726574"/>
                  </a:lnTo>
                  <a:lnTo>
                    <a:pt x="2617306" y="1727019"/>
                  </a:lnTo>
                  <a:lnTo>
                    <a:pt x="2618147" y="1727714"/>
                  </a:lnTo>
                  <a:lnTo>
                    <a:pt x="2618988" y="1728364"/>
                  </a:lnTo>
                  <a:lnTo>
                    <a:pt x="2619829" y="1729466"/>
                  </a:lnTo>
                  <a:lnTo>
                    <a:pt x="2620671" y="1730144"/>
                  </a:lnTo>
                  <a:lnTo>
                    <a:pt x="2621512" y="1730785"/>
                  </a:lnTo>
                  <a:lnTo>
                    <a:pt x="2622353" y="1731448"/>
                  </a:lnTo>
                  <a:lnTo>
                    <a:pt x="2623194" y="1732258"/>
                  </a:lnTo>
                  <a:lnTo>
                    <a:pt x="2624035" y="1734003"/>
                  </a:lnTo>
                  <a:lnTo>
                    <a:pt x="2624877" y="1735623"/>
                  </a:lnTo>
                  <a:lnTo>
                    <a:pt x="2625718" y="1737104"/>
                  </a:lnTo>
                  <a:lnTo>
                    <a:pt x="2626559" y="1737256"/>
                  </a:lnTo>
                  <a:lnTo>
                    <a:pt x="2627400" y="1735961"/>
                  </a:lnTo>
                  <a:lnTo>
                    <a:pt x="2628241" y="1734019"/>
                  </a:lnTo>
                  <a:lnTo>
                    <a:pt x="2629083" y="1730448"/>
                  </a:lnTo>
                  <a:lnTo>
                    <a:pt x="2629924" y="1725671"/>
                  </a:lnTo>
                  <a:lnTo>
                    <a:pt x="2630765" y="1720068"/>
                  </a:lnTo>
                  <a:lnTo>
                    <a:pt x="2631606" y="1713662"/>
                  </a:lnTo>
                  <a:lnTo>
                    <a:pt x="2632447" y="1707319"/>
                  </a:lnTo>
                  <a:lnTo>
                    <a:pt x="2633289" y="1700816"/>
                  </a:lnTo>
                  <a:lnTo>
                    <a:pt x="2634130" y="1694042"/>
                  </a:lnTo>
                  <a:lnTo>
                    <a:pt x="2634971" y="1688170"/>
                  </a:lnTo>
                  <a:lnTo>
                    <a:pt x="2635812" y="1681913"/>
                  </a:lnTo>
                  <a:lnTo>
                    <a:pt x="2636653" y="1675273"/>
                  </a:lnTo>
                  <a:lnTo>
                    <a:pt x="2637495" y="1668227"/>
                  </a:lnTo>
                  <a:lnTo>
                    <a:pt x="2638336" y="1661325"/>
                  </a:lnTo>
                  <a:lnTo>
                    <a:pt x="2639177" y="1655346"/>
                  </a:lnTo>
                  <a:lnTo>
                    <a:pt x="2640018" y="1650132"/>
                  </a:lnTo>
                  <a:lnTo>
                    <a:pt x="2640859" y="1645790"/>
                  </a:lnTo>
                  <a:lnTo>
                    <a:pt x="2641701" y="1642662"/>
                  </a:lnTo>
                  <a:lnTo>
                    <a:pt x="2642542" y="1639961"/>
                  </a:lnTo>
                  <a:lnTo>
                    <a:pt x="2643383" y="1637997"/>
                  </a:lnTo>
                  <a:lnTo>
                    <a:pt x="2644224" y="1637141"/>
                  </a:lnTo>
                  <a:lnTo>
                    <a:pt x="2645065" y="1636874"/>
                  </a:lnTo>
                  <a:lnTo>
                    <a:pt x="2645907" y="1637002"/>
                  </a:lnTo>
                  <a:lnTo>
                    <a:pt x="2646748" y="1637423"/>
                  </a:lnTo>
                  <a:lnTo>
                    <a:pt x="2647589" y="1637814"/>
                  </a:lnTo>
                  <a:lnTo>
                    <a:pt x="2648430" y="1638777"/>
                  </a:lnTo>
                  <a:lnTo>
                    <a:pt x="2649272" y="1640086"/>
                  </a:lnTo>
                  <a:lnTo>
                    <a:pt x="2650113" y="1641130"/>
                  </a:lnTo>
                  <a:lnTo>
                    <a:pt x="2650954" y="1642804"/>
                  </a:lnTo>
                  <a:lnTo>
                    <a:pt x="2651795" y="1644155"/>
                  </a:lnTo>
                  <a:lnTo>
                    <a:pt x="2652636" y="1646123"/>
                  </a:lnTo>
                  <a:lnTo>
                    <a:pt x="2653478" y="1648275"/>
                  </a:lnTo>
                  <a:lnTo>
                    <a:pt x="2654319" y="1650274"/>
                  </a:lnTo>
                  <a:lnTo>
                    <a:pt x="2655160" y="1652907"/>
                  </a:lnTo>
                  <a:lnTo>
                    <a:pt x="2656001" y="1655736"/>
                  </a:lnTo>
                  <a:lnTo>
                    <a:pt x="2656842" y="1657546"/>
                  </a:lnTo>
                  <a:lnTo>
                    <a:pt x="2657684" y="1659232"/>
                  </a:lnTo>
                  <a:lnTo>
                    <a:pt x="2658525" y="1660517"/>
                  </a:lnTo>
                  <a:lnTo>
                    <a:pt x="2659366" y="1661269"/>
                  </a:lnTo>
                  <a:lnTo>
                    <a:pt x="2660207" y="1660551"/>
                  </a:lnTo>
                  <a:lnTo>
                    <a:pt x="2661048" y="1659058"/>
                  </a:lnTo>
                  <a:lnTo>
                    <a:pt x="2661890" y="1657755"/>
                  </a:lnTo>
                  <a:lnTo>
                    <a:pt x="2662731" y="1656205"/>
                  </a:lnTo>
                  <a:lnTo>
                    <a:pt x="2663572" y="1653548"/>
                  </a:lnTo>
                  <a:lnTo>
                    <a:pt x="2664413" y="1649794"/>
                  </a:lnTo>
                  <a:lnTo>
                    <a:pt x="2665254" y="1644053"/>
                  </a:lnTo>
                  <a:lnTo>
                    <a:pt x="2666096" y="1637884"/>
                  </a:lnTo>
                  <a:lnTo>
                    <a:pt x="2666937" y="1630591"/>
                  </a:lnTo>
                  <a:lnTo>
                    <a:pt x="2667778" y="1622233"/>
                  </a:lnTo>
                  <a:lnTo>
                    <a:pt x="2668619" y="1612835"/>
                  </a:lnTo>
                  <a:lnTo>
                    <a:pt x="2669460" y="1603575"/>
                  </a:lnTo>
                  <a:lnTo>
                    <a:pt x="2670302" y="1593984"/>
                  </a:lnTo>
                  <a:lnTo>
                    <a:pt x="2671143" y="1584543"/>
                  </a:lnTo>
                  <a:lnTo>
                    <a:pt x="2671984" y="1576358"/>
                  </a:lnTo>
                  <a:lnTo>
                    <a:pt x="2672825" y="1568561"/>
                  </a:lnTo>
                  <a:lnTo>
                    <a:pt x="2673666" y="1560420"/>
                  </a:lnTo>
                  <a:lnTo>
                    <a:pt x="2674508" y="1551776"/>
                  </a:lnTo>
                  <a:lnTo>
                    <a:pt x="2675349" y="1542800"/>
                  </a:lnTo>
                  <a:lnTo>
                    <a:pt x="2676190" y="1533495"/>
                  </a:lnTo>
                  <a:lnTo>
                    <a:pt x="2677031" y="1524197"/>
                  </a:lnTo>
                  <a:lnTo>
                    <a:pt x="2677872" y="1515398"/>
                  </a:lnTo>
                  <a:lnTo>
                    <a:pt x="2678714" y="1507586"/>
                  </a:lnTo>
                  <a:lnTo>
                    <a:pt x="2679555" y="1501104"/>
                  </a:lnTo>
                  <a:lnTo>
                    <a:pt x="2680396" y="1496165"/>
                  </a:lnTo>
                  <a:lnTo>
                    <a:pt x="2681237" y="1493173"/>
                  </a:lnTo>
                  <a:lnTo>
                    <a:pt x="2682078" y="1491259"/>
                  </a:lnTo>
                  <a:lnTo>
                    <a:pt x="2682920" y="1490993"/>
                  </a:lnTo>
                  <a:lnTo>
                    <a:pt x="2683761" y="1491059"/>
                  </a:lnTo>
                  <a:lnTo>
                    <a:pt x="2684602" y="1492543"/>
                  </a:lnTo>
                  <a:lnTo>
                    <a:pt x="2685443" y="1493277"/>
                  </a:lnTo>
                  <a:lnTo>
                    <a:pt x="2686284" y="1495163"/>
                  </a:lnTo>
                  <a:lnTo>
                    <a:pt x="2687126" y="1498317"/>
                  </a:lnTo>
                  <a:lnTo>
                    <a:pt x="2687967" y="1502321"/>
                  </a:lnTo>
                  <a:lnTo>
                    <a:pt x="2688808" y="1507960"/>
                  </a:lnTo>
                  <a:lnTo>
                    <a:pt x="2689649" y="1515724"/>
                  </a:lnTo>
                  <a:lnTo>
                    <a:pt x="2690490" y="1523854"/>
                  </a:lnTo>
                  <a:lnTo>
                    <a:pt x="2691332" y="1531927"/>
                  </a:lnTo>
                  <a:lnTo>
                    <a:pt x="2692173" y="1538481"/>
                  </a:lnTo>
                  <a:lnTo>
                    <a:pt x="2693014" y="1544754"/>
                  </a:lnTo>
                  <a:lnTo>
                    <a:pt x="2693855" y="1549720"/>
                  </a:lnTo>
                  <a:lnTo>
                    <a:pt x="2694696" y="1553737"/>
                  </a:lnTo>
                  <a:lnTo>
                    <a:pt x="2695538" y="1557428"/>
                  </a:lnTo>
                  <a:lnTo>
                    <a:pt x="2696379" y="1560731"/>
                  </a:lnTo>
                  <a:lnTo>
                    <a:pt x="2697220" y="1563401"/>
                  </a:lnTo>
                  <a:lnTo>
                    <a:pt x="2698061" y="1565626"/>
                  </a:lnTo>
                  <a:lnTo>
                    <a:pt x="2698902" y="1567237"/>
                  </a:lnTo>
                  <a:lnTo>
                    <a:pt x="2699744" y="1567477"/>
                  </a:lnTo>
                  <a:lnTo>
                    <a:pt x="2700585" y="1567986"/>
                  </a:lnTo>
                  <a:lnTo>
                    <a:pt x="2701426" y="1568396"/>
                  </a:lnTo>
                  <a:lnTo>
                    <a:pt x="2702267" y="1567738"/>
                  </a:lnTo>
                  <a:lnTo>
                    <a:pt x="2703108" y="1566825"/>
                  </a:lnTo>
                  <a:lnTo>
                    <a:pt x="2703950" y="1565491"/>
                  </a:lnTo>
                  <a:lnTo>
                    <a:pt x="2704791" y="1564261"/>
                  </a:lnTo>
                  <a:lnTo>
                    <a:pt x="2705632" y="1562861"/>
                  </a:lnTo>
                  <a:lnTo>
                    <a:pt x="2706473" y="1560959"/>
                  </a:lnTo>
                  <a:lnTo>
                    <a:pt x="2707314" y="1558061"/>
                  </a:lnTo>
                  <a:lnTo>
                    <a:pt x="2708156" y="1554823"/>
                  </a:lnTo>
                  <a:lnTo>
                    <a:pt x="2708997" y="1551577"/>
                  </a:lnTo>
                  <a:lnTo>
                    <a:pt x="2709838" y="1547846"/>
                  </a:lnTo>
                  <a:lnTo>
                    <a:pt x="2710679" y="1544115"/>
                  </a:lnTo>
                  <a:lnTo>
                    <a:pt x="2711520" y="1541921"/>
                  </a:lnTo>
                  <a:lnTo>
                    <a:pt x="2712362" y="1540559"/>
                  </a:lnTo>
                  <a:lnTo>
                    <a:pt x="2713203" y="1539342"/>
                  </a:lnTo>
                  <a:lnTo>
                    <a:pt x="2714044" y="1537458"/>
                  </a:lnTo>
                  <a:lnTo>
                    <a:pt x="2714885" y="1535215"/>
                  </a:lnTo>
                  <a:lnTo>
                    <a:pt x="2715726" y="1532068"/>
                  </a:lnTo>
                  <a:lnTo>
                    <a:pt x="2716568" y="1528412"/>
                  </a:lnTo>
                  <a:lnTo>
                    <a:pt x="2717409" y="1523967"/>
                  </a:lnTo>
                  <a:lnTo>
                    <a:pt x="2718250" y="1519684"/>
                  </a:lnTo>
                  <a:lnTo>
                    <a:pt x="2719091" y="1515269"/>
                  </a:lnTo>
                  <a:lnTo>
                    <a:pt x="2719933" y="1511700"/>
                  </a:lnTo>
                  <a:lnTo>
                    <a:pt x="2720774" y="1507261"/>
                  </a:lnTo>
                  <a:lnTo>
                    <a:pt x="2721615" y="1502421"/>
                  </a:lnTo>
                  <a:lnTo>
                    <a:pt x="2722456" y="1497715"/>
                  </a:lnTo>
                  <a:lnTo>
                    <a:pt x="2723297" y="1493635"/>
                  </a:lnTo>
                  <a:lnTo>
                    <a:pt x="2724139" y="1489509"/>
                  </a:lnTo>
                  <a:lnTo>
                    <a:pt x="2724980" y="1484640"/>
                  </a:lnTo>
                  <a:lnTo>
                    <a:pt x="2725821" y="1479002"/>
                  </a:lnTo>
                  <a:lnTo>
                    <a:pt x="2726662" y="1473768"/>
                  </a:lnTo>
                  <a:lnTo>
                    <a:pt x="2727503" y="1468659"/>
                  </a:lnTo>
                  <a:lnTo>
                    <a:pt x="2728345" y="1464131"/>
                  </a:lnTo>
                  <a:lnTo>
                    <a:pt x="2729186" y="1459561"/>
                  </a:lnTo>
                  <a:lnTo>
                    <a:pt x="2730027" y="1456095"/>
                  </a:lnTo>
                  <a:lnTo>
                    <a:pt x="2730868" y="1452742"/>
                  </a:lnTo>
                  <a:lnTo>
                    <a:pt x="2731709" y="1449636"/>
                  </a:lnTo>
                  <a:lnTo>
                    <a:pt x="2732551" y="1446895"/>
                  </a:lnTo>
                  <a:lnTo>
                    <a:pt x="2733392" y="1444639"/>
                  </a:lnTo>
                  <a:lnTo>
                    <a:pt x="2734233" y="1443196"/>
                  </a:lnTo>
                  <a:lnTo>
                    <a:pt x="2735074" y="1441355"/>
                  </a:lnTo>
                  <a:lnTo>
                    <a:pt x="2735915" y="1439694"/>
                  </a:lnTo>
                  <a:lnTo>
                    <a:pt x="2736757" y="1436658"/>
                  </a:lnTo>
                  <a:lnTo>
                    <a:pt x="2737598" y="1434104"/>
                  </a:lnTo>
                  <a:lnTo>
                    <a:pt x="2738439" y="1431301"/>
                  </a:lnTo>
                  <a:lnTo>
                    <a:pt x="2739280" y="1429236"/>
                  </a:lnTo>
                  <a:lnTo>
                    <a:pt x="2740121" y="1426885"/>
                  </a:lnTo>
                  <a:lnTo>
                    <a:pt x="2740963" y="1424600"/>
                  </a:lnTo>
                  <a:lnTo>
                    <a:pt x="2741804" y="1422490"/>
                  </a:lnTo>
                  <a:lnTo>
                    <a:pt x="2742645" y="1420208"/>
                  </a:lnTo>
                  <a:lnTo>
                    <a:pt x="2743486" y="1417246"/>
                  </a:lnTo>
                  <a:lnTo>
                    <a:pt x="2744327" y="1413336"/>
                  </a:lnTo>
                  <a:lnTo>
                    <a:pt x="2745169" y="1409294"/>
                  </a:lnTo>
                  <a:lnTo>
                    <a:pt x="2746010" y="1405556"/>
                  </a:lnTo>
                  <a:lnTo>
                    <a:pt x="2746851" y="1401776"/>
                  </a:lnTo>
                  <a:lnTo>
                    <a:pt x="2747692" y="1398090"/>
                  </a:lnTo>
                  <a:lnTo>
                    <a:pt x="2748533" y="1394328"/>
                  </a:lnTo>
                  <a:lnTo>
                    <a:pt x="2749375" y="1391243"/>
                  </a:lnTo>
                  <a:lnTo>
                    <a:pt x="2750216" y="1389113"/>
                  </a:lnTo>
                  <a:lnTo>
                    <a:pt x="2751057" y="1387726"/>
                  </a:lnTo>
                  <a:lnTo>
                    <a:pt x="2751898" y="1386561"/>
                  </a:lnTo>
                  <a:lnTo>
                    <a:pt x="2752739" y="1386755"/>
                  </a:lnTo>
                  <a:lnTo>
                    <a:pt x="2753581" y="1386931"/>
                  </a:lnTo>
                  <a:lnTo>
                    <a:pt x="2754422" y="1387568"/>
                  </a:lnTo>
                  <a:lnTo>
                    <a:pt x="2755263" y="1387569"/>
                  </a:lnTo>
                  <a:lnTo>
                    <a:pt x="2756104" y="1387391"/>
                  </a:lnTo>
                  <a:lnTo>
                    <a:pt x="2756945" y="1387124"/>
                  </a:lnTo>
                  <a:lnTo>
                    <a:pt x="2757787" y="1386664"/>
                  </a:lnTo>
                  <a:lnTo>
                    <a:pt x="2758628" y="1385905"/>
                  </a:lnTo>
                  <a:lnTo>
                    <a:pt x="2759469" y="1385686"/>
                  </a:lnTo>
                  <a:lnTo>
                    <a:pt x="2760310" y="1385899"/>
                  </a:lnTo>
                  <a:lnTo>
                    <a:pt x="2761151" y="1386442"/>
                  </a:lnTo>
                  <a:lnTo>
                    <a:pt x="2761993" y="1386378"/>
                  </a:lnTo>
                  <a:lnTo>
                    <a:pt x="2762834" y="1385422"/>
                  </a:lnTo>
                  <a:lnTo>
                    <a:pt x="2763675" y="1384064"/>
                  </a:lnTo>
                  <a:lnTo>
                    <a:pt x="2764516" y="1381762"/>
                  </a:lnTo>
                  <a:lnTo>
                    <a:pt x="2765357" y="1378854"/>
                  </a:lnTo>
                  <a:lnTo>
                    <a:pt x="2766199" y="1375794"/>
                  </a:lnTo>
                  <a:lnTo>
                    <a:pt x="2767040" y="1372377"/>
                  </a:lnTo>
                  <a:lnTo>
                    <a:pt x="2767881" y="1369958"/>
                  </a:lnTo>
                  <a:lnTo>
                    <a:pt x="2768722" y="1367810"/>
                  </a:lnTo>
                  <a:lnTo>
                    <a:pt x="2769563" y="1366934"/>
                  </a:lnTo>
                  <a:lnTo>
                    <a:pt x="2770405" y="1367365"/>
                  </a:lnTo>
                  <a:lnTo>
                    <a:pt x="2771246" y="1367635"/>
                  </a:lnTo>
                  <a:lnTo>
                    <a:pt x="2772087" y="1369140"/>
                  </a:lnTo>
                  <a:lnTo>
                    <a:pt x="2772928" y="1371222"/>
                  </a:lnTo>
                  <a:lnTo>
                    <a:pt x="2773769" y="1373433"/>
                  </a:lnTo>
                  <a:lnTo>
                    <a:pt x="2774611" y="1376416"/>
                  </a:lnTo>
                  <a:lnTo>
                    <a:pt x="2775452" y="1379480"/>
                  </a:lnTo>
                  <a:lnTo>
                    <a:pt x="2776293" y="1382968"/>
                  </a:lnTo>
                  <a:lnTo>
                    <a:pt x="2777134" y="1387785"/>
                  </a:lnTo>
                  <a:lnTo>
                    <a:pt x="2777975" y="1393427"/>
                  </a:lnTo>
                  <a:lnTo>
                    <a:pt x="2778817" y="1399459"/>
                  </a:lnTo>
                  <a:lnTo>
                    <a:pt x="2779658" y="1404976"/>
                  </a:lnTo>
                  <a:lnTo>
                    <a:pt x="2780499" y="1410373"/>
                  </a:lnTo>
                  <a:lnTo>
                    <a:pt x="2781340" y="1415730"/>
                  </a:lnTo>
                  <a:lnTo>
                    <a:pt x="2782181" y="1420345"/>
                  </a:lnTo>
                  <a:lnTo>
                    <a:pt x="2783023" y="1424414"/>
                  </a:lnTo>
                  <a:lnTo>
                    <a:pt x="2783864" y="1428353"/>
                  </a:lnTo>
                  <a:lnTo>
                    <a:pt x="2784705" y="1431724"/>
                  </a:lnTo>
                  <a:lnTo>
                    <a:pt x="2785546" y="1435599"/>
                  </a:lnTo>
                  <a:lnTo>
                    <a:pt x="2786387" y="1439737"/>
                  </a:lnTo>
                  <a:lnTo>
                    <a:pt x="2787229" y="1444202"/>
                  </a:lnTo>
                  <a:lnTo>
                    <a:pt x="2788070" y="1448264"/>
                  </a:lnTo>
                  <a:lnTo>
                    <a:pt x="2788911" y="1452281"/>
                  </a:lnTo>
                  <a:lnTo>
                    <a:pt x="2789752" y="1456447"/>
                  </a:lnTo>
                  <a:lnTo>
                    <a:pt x="2790594" y="1460308"/>
                  </a:lnTo>
                  <a:lnTo>
                    <a:pt x="2791435" y="1464441"/>
                  </a:lnTo>
                  <a:lnTo>
                    <a:pt x="2792276" y="1469326"/>
                  </a:lnTo>
                  <a:lnTo>
                    <a:pt x="2793117" y="1473334"/>
                  </a:lnTo>
                  <a:lnTo>
                    <a:pt x="2793958" y="1477396"/>
                  </a:lnTo>
                  <a:lnTo>
                    <a:pt x="2794800" y="1481996"/>
                  </a:lnTo>
                  <a:lnTo>
                    <a:pt x="2795641" y="1486924"/>
                  </a:lnTo>
                  <a:lnTo>
                    <a:pt x="2796482" y="1492053"/>
                  </a:lnTo>
                  <a:lnTo>
                    <a:pt x="2797323" y="1498034"/>
                  </a:lnTo>
                  <a:lnTo>
                    <a:pt x="2798164" y="1504472"/>
                  </a:lnTo>
                  <a:lnTo>
                    <a:pt x="2799006" y="1510872"/>
                  </a:lnTo>
                  <a:lnTo>
                    <a:pt x="2799847" y="1517263"/>
                  </a:lnTo>
                  <a:lnTo>
                    <a:pt x="2800688" y="1522793"/>
                  </a:lnTo>
                  <a:lnTo>
                    <a:pt x="2801529" y="1527119"/>
                  </a:lnTo>
                  <a:lnTo>
                    <a:pt x="2802370" y="1530580"/>
                  </a:lnTo>
                  <a:lnTo>
                    <a:pt x="2803212" y="1532400"/>
                  </a:lnTo>
                  <a:lnTo>
                    <a:pt x="2804053" y="1533633"/>
                  </a:lnTo>
                  <a:lnTo>
                    <a:pt x="2804894" y="1535356"/>
                  </a:lnTo>
                  <a:lnTo>
                    <a:pt x="2805735" y="1536871"/>
                  </a:lnTo>
                  <a:lnTo>
                    <a:pt x="2806576" y="1539018"/>
                  </a:lnTo>
                  <a:lnTo>
                    <a:pt x="2807418" y="1539804"/>
                  </a:lnTo>
                  <a:lnTo>
                    <a:pt x="2808259" y="1540336"/>
                  </a:lnTo>
                  <a:lnTo>
                    <a:pt x="2809100" y="1539261"/>
                  </a:lnTo>
                  <a:lnTo>
                    <a:pt x="2809941" y="1537114"/>
                  </a:lnTo>
                  <a:lnTo>
                    <a:pt x="2810782" y="1533784"/>
                  </a:lnTo>
                  <a:lnTo>
                    <a:pt x="2811624" y="1530291"/>
                  </a:lnTo>
                  <a:lnTo>
                    <a:pt x="2812465" y="1525960"/>
                  </a:lnTo>
                  <a:lnTo>
                    <a:pt x="2813306" y="1521643"/>
                  </a:lnTo>
                  <a:lnTo>
                    <a:pt x="2814147" y="1518969"/>
                  </a:lnTo>
                  <a:lnTo>
                    <a:pt x="2814988" y="1518187"/>
                  </a:lnTo>
                  <a:lnTo>
                    <a:pt x="2815830" y="1518994"/>
                  </a:lnTo>
                  <a:lnTo>
                    <a:pt x="2816671" y="1520937"/>
                  </a:lnTo>
                  <a:lnTo>
                    <a:pt x="2817512" y="1522238"/>
                  </a:lnTo>
                  <a:lnTo>
                    <a:pt x="2818353" y="1523739"/>
                  </a:lnTo>
                  <a:lnTo>
                    <a:pt x="2819194" y="1524974"/>
                  </a:lnTo>
                  <a:lnTo>
                    <a:pt x="2820036" y="1526816"/>
                  </a:lnTo>
                  <a:lnTo>
                    <a:pt x="2820877" y="1528384"/>
                  </a:lnTo>
                  <a:lnTo>
                    <a:pt x="2821718" y="1528222"/>
                  </a:lnTo>
                  <a:lnTo>
                    <a:pt x="2822559" y="1528133"/>
                  </a:lnTo>
                  <a:lnTo>
                    <a:pt x="2823400" y="1527234"/>
                  </a:lnTo>
                  <a:lnTo>
                    <a:pt x="2824242" y="1525899"/>
                  </a:lnTo>
                  <a:lnTo>
                    <a:pt x="2825083" y="1525009"/>
                  </a:lnTo>
                  <a:lnTo>
                    <a:pt x="2825924" y="1524871"/>
                  </a:lnTo>
                  <a:lnTo>
                    <a:pt x="2826765" y="1525065"/>
                  </a:lnTo>
                  <a:lnTo>
                    <a:pt x="2827606" y="1525106"/>
                  </a:lnTo>
                  <a:lnTo>
                    <a:pt x="2828448" y="1524936"/>
                  </a:lnTo>
                  <a:lnTo>
                    <a:pt x="2829289" y="1524708"/>
                  </a:lnTo>
                  <a:lnTo>
                    <a:pt x="2830130" y="1525284"/>
                  </a:lnTo>
                  <a:lnTo>
                    <a:pt x="2830971" y="1525872"/>
                  </a:lnTo>
                  <a:lnTo>
                    <a:pt x="2831812" y="1527442"/>
                  </a:lnTo>
                  <a:lnTo>
                    <a:pt x="2832654" y="1529641"/>
                  </a:lnTo>
                  <a:lnTo>
                    <a:pt x="2833495" y="1532965"/>
                  </a:lnTo>
                  <a:lnTo>
                    <a:pt x="2834336" y="1536179"/>
                  </a:lnTo>
                  <a:lnTo>
                    <a:pt x="2835177" y="1539798"/>
                  </a:lnTo>
                  <a:lnTo>
                    <a:pt x="2836018" y="1544459"/>
                  </a:lnTo>
                  <a:lnTo>
                    <a:pt x="2836860" y="1549598"/>
                  </a:lnTo>
                  <a:lnTo>
                    <a:pt x="2837701" y="1554477"/>
                  </a:lnTo>
                  <a:lnTo>
                    <a:pt x="2838542" y="1559096"/>
                  </a:lnTo>
                  <a:lnTo>
                    <a:pt x="2839383" y="1563462"/>
                  </a:lnTo>
                  <a:lnTo>
                    <a:pt x="2840224" y="1566686"/>
                  </a:lnTo>
                  <a:lnTo>
                    <a:pt x="2841066" y="1569364"/>
                  </a:lnTo>
                  <a:lnTo>
                    <a:pt x="2841907" y="1573629"/>
                  </a:lnTo>
                  <a:lnTo>
                    <a:pt x="2842748" y="1578092"/>
                  </a:lnTo>
                  <a:lnTo>
                    <a:pt x="2843589" y="1583023"/>
                  </a:lnTo>
                  <a:lnTo>
                    <a:pt x="2844430" y="1587782"/>
                  </a:lnTo>
                  <a:lnTo>
                    <a:pt x="2845272" y="1593051"/>
                  </a:lnTo>
                  <a:lnTo>
                    <a:pt x="2846113" y="1598273"/>
                  </a:lnTo>
                  <a:lnTo>
                    <a:pt x="2846954" y="1603044"/>
                  </a:lnTo>
                  <a:lnTo>
                    <a:pt x="2847795" y="1607084"/>
                  </a:lnTo>
                  <a:lnTo>
                    <a:pt x="2848636" y="1610652"/>
                  </a:lnTo>
                  <a:lnTo>
                    <a:pt x="2849478" y="1613185"/>
                  </a:lnTo>
                  <a:lnTo>
                    <a:pt x="2850319" y="1615031"/>
                  </a:lnTo>
                  <a:lnTo>
                    <a:pt x="2851160" y="1616305"/>
                  </a:lnTo>
                  <a:lnTo>
                    <a:pt x="2852001" y="1617871"/>
                  </a:lnTo>
                  <a:lnTo>
                    <a:pt x="2852842" y="1618838"/>
                  </a:lnTo>
                  <a:lnTo>
                    <a:pt x="2853684" y="1620156"/>
                  </a:lnTo>
                  <a:lnTo>
                    <a:pt x="2854525" y="1620910"/>
                  </a:lnTo>
                  <a:lnTo>
                    <a:pt x="2855366" y="1620218"/>
                  </a:lnTo>
                  <a:lnTo>
                    <a:pt x="2856207" y="1618900"/>
                  </a:lnTo>
                  <a:lnTo>
                    <a:pt x="2857048" y="1616692"/>
                  </a:lnTo>
                  <a:lnTo>
                    <a:pt x="2857890" y="1611976"/>
                  </a:lnTo>
                  <a:lnTo>
                    <a:pt x="2858731" y="1607327"/>
                  </a:lnTo>
                  <a:lnTo>
                    <a:pt x="2859572" y="1602800"/>
                  </a:lnTo>
                  <a:lnTo>
                    <a:pt x="2860413" y="1598930"/>
                  </a:lnTo>
                  <a:lnTo>
                    <a:pt x="2861255" y="1595412"/>
                  </a:lnTo>
                  <a:lnTo>
                    <a:pt x="2862096" y="1592354"/>
                  </a:lnTo>
                  <a:lnTo>
                    <a:pt x="2862937" y="1589579"/>
                  </a:lnTo>
                  <a:lnTo>
                    <a:pt x="2863778" y="1586903"/>
                  </a:lnTo>
                  <a:lnTo>
                    <a:pt x="2864619" y="1584339"/>
                  </a:lnTo>
                  <a:lnTo>
                    <a:pt x="2865461" y="1581533"/>
                  </a:lnTo>
                  <a:lnTo>
                    <a:pt x="2866302" y="1579614"/>
                  </a:lnTo>
                  <a:lnTo>
                    <a:pt x="2867143" y="1578450"/>
                  </a:lnTo>
                  <a:lnTo>
                    <a:pt x="2867984" y="1577738"/>
                  </a:lnTo>
                  <a:lnTo>
                    <a:pt x="2868825" y="1576943"/>
                  </a:lnTo>
                  <a:lnTo>
                    <a:pt x="2869667" y="1576217"/>
                  </a:lnTo>
                  <a:lnTo>
                    <a:pt x="2870508" y="1575727"/>
                  </a:lnTo>
                  <a:lnTo>
                    <a:pt x="2871349" y="1574766"/>
                  </a:lnTo>
                  <a:lnTo>
                    <a:pt x="2872190" y="1573632"/>
                  </a:lnTo>
                  <a:lnTo>
                    <a:pt x="2873031" y="1571274"/>
                  </a:lnTo>
                  <a:lnTo>
                    <a:pt x="2873873" y="1566615"/>
                  </a:lnTo>
                  <a:lnTo>
                    <a:pt x="2874714" y="1562155"/>
                  </a:lnTo>
                  <a:lnTo>
                    <a:pt x="2875555" y="1557522"/>
                  </a:lnTo>
                  <a:lnTo>
                    <a:pt x="2876396" y="1553880"/>
                  </a:lnTo>
                  <a:lnTo>
                    <a:pt x="2877237" y="1551249"/>
                  </a:lnTo>
                  <a:lnTo>
                    <a:pt x="2878079" y="1549025"/>
                  </a:lnTo>
                  <a:lnTo>
                    <a:pt x="2878920" y="1547036"/>
                  </a:lnTo>
                  <a:lnTo>
                    <a:pt x="2879761" y="1544001"/>
                  </a:lnTo>
                  <a:lnTo>
                    <a:pt x="2880602" y="1540637"/>
                  </a:lnTo>
                  <a:lnTo>
                    <a:pt x="2881443" y="1537688"/>
                  </a:lnTo>
                  <a:lnTo>
                    <a:pt x="2882285" y="1535034"/>
                  </a:lnTo>
                  <a:lnTo>
                    <a:pt x="2883126" y="1533513"/>
                  </a:lnTo>
                  <a:lnTo>
                    <a:pt x="2883967" y="1533715"/>
                  </a:lnTo>
                  <a:lnTo>
                    <a:pt x="2884808" y="1534417"/>
                  </a:lnTo>
                  <a:lnTo>
                    <a:pt x="2885649" y="1535863"/>
                  </a:lnTo>
                  <a:lnTo>
                    <a:pt x="2886491" y="1536565"/>
                  </a:lnTo>
                  <a:lnTo>
                    <a:pt x="2887332" y="1537284"/>
                  </a:lnTo>
                  <a:lnTo>
                    <a:pt x="2888173" y="1537896"/>
                  </a:lnTo>
                  <a:lnTo>
                    <a:pt x="2889014" y="1538951"/>
                  </a:lnTo>
                  <a:lnTo>
                    <a:pt x="2889855" y="1539734"/>
                  </a:lnTo>
                  <a:lnTo>
                    <a:pt x="2890697" y="1541232"/>
                  </a:lnTo>
                  <a:lnTo>
                    <a:pt x="2891538" y="1542160"/>
                  </a:lnTo>
                  <a:lnTo>
                    <a:pt x="2892379" y="1543394"/>
                  </a:lnTo>
                  <a:lnTo>
                    <a:pt x="2893220" y="1545297"/>
                  </a:lnTo>
                  <a:lnTo>
                    <a:pt x="2894061" y="1547436"/>
                  </a:lnTo>
                  <a:lnTo>
                    <a:pt x="2894903" y="1550024"/>
                  </a:lnTo>
                  <a:lnTo>
                    <a:pt x="2895744" y="1552879"/>
                  </a:lnTo>
                  <a:lnTo>
                    <a:pt x="2896585" y="1555244"/>
                  </a:lnTo>
                  <a:lnTo>
                    <a:pt x="2897426" y="1557639"/>
                  </a:lnTo>
                  <a:lnTo>
                    <a:pt x="2898267" y="1560173"/>
                  </a:lnTo>
                  <a:lnTo>
                    <a:pt x="2899109" y="1563431"/>
                  </a:lnTo>
                  <a:lnTo>
                    <a:pt x="2899950" y="1568170"/>
                  </a:lnTo>
                  <a:lnTo>
                    <a:pt x="2900791" y="1572715"/>
                  </a:lnTo>
                  <a:lnTo>
                    <a:pt x="2901632" y="1576956"/>
                  </a:lnTo>
                  <a:lnTo>
                    <a:pt x="2902473" y="1580823"/>
                  </a:lnTo>
                  <a:lnTo>
                    <a:pt x="2903315" y="1584772"/>
                  </a:lnTo>
                  <a:lnTo>
                    <a:pt x="2904156" y="1588322"/>
                  </a:lnTo>
                  <a:lnTo>
                    <a:pt x="2904997" y="1593144"/>
                  </a:lnTo>
                  <a:lnTo>
                    <a:pt x="2905838" y="1596638"/>
                  </a:lnTo>
                  <a:lnTo>
                    <a:pt x="2906679" y="1599078"/>
                  </a:lnTo>
                  <a:lnTo>
                    <a:pt x="2907521" y="1600514"/>
                  </a:lnTo>
                  <a:lnTo>
                    <a:pt x="2908362" y="1601993"/>
                  </a:lnTo>
                  <a:lnTo>
                    <a:pt x="2909203" y="1601571"/>
                  </a:lnTo>
                  <a:lnTo>
                    <a:pt x="2910044" y="1600582"/>
                  </a:lnTo>
                  <a:lnTo>
                    <a:pt x="2910885" y="1598143"/>
                  </a:lnTo>
                  <a:lnTo>
                    <a:pt x="2911727" y="1594114"/>
                  </a:lnTo>
                  <a:lnTo>
                    <a:pt x="2912568" y="1589878"/>
                  </a:lnTo>
                  <a:lnTo>
                    <a:pt x="2913409" y="1584920"/>
                  </a:lnTo>
                  <a:lnTo>
                    <a:pt x="2914250" y="1579763"/>
                  </a:lnTo>
                  <a:lnTo>
                    <a:pt x="2915091" y="1574059"/>
                  </a:lnTo>
                  <a:lnTo>
                    <a:pt x="2915933" y="1567462"/>
                  </a:lnTo>
                  <a:lnTo>
                    <a:pt x="2916774" y="1560073"/>
                  </a:lnTo>
                  <a:lnTo>
                    <a:pt x="2917615" y="1552581"/>
                  </a:lnTo>
                  <a:lnTo>
                    <a:pt x="2918456" y="1545266"/>
                  </a:lnTo>
                  <a:lnTo>
                    <a:pt x="2919297" y="1536905"/>
                  </a:lnTo>
                  <a:lnTo>
                    <a:pt x="2920139" y="1528792"/>
                  </a:lnTo>
                  <a:lnTo>
                    <a:pt x="2920980" y="1519192"/>
                  </a:lnTo>
                  <a:lnTo>
                    <a:pt x="2921821" y="1510632"/>
                  </a:lnTo>
                  <a:lnTo>
                    <a:pt x="2922662" y="1501569"/>
                  </a:lnTo>
                  <a:lnTo>
                    <a:pt x="2923503" y="1494518"/>
                  </a:lnTo>
                  <a:lnTo>
                    <a:pt x="2924345" y="1487935"/>
                  </a:lnTo>
                  <a:lnTo>
                    <a:pt x="2925186" y="1482138"/>
                  </a:lnTo>
                  <a:lnTo>
                    <a:pt x="2926027" y="1475916"/>
                  </a:lnTo>
                  <a:lnTo>
                    <a:pt x="2926868" y="1470801"/>
                  </a:lnTo>
                  <a:lnTo>
                    <a:pt x="2927709" y="1464701"/>
                  </a:lnTo>
                  <a:lnTo>
                    <a:pt x="2928551" y="1458572"/>
                  </a:lnTo>
                  <a:lnTo>
                    <a:pt x="2929392" y="1452029"/>
                  </a:lnTo>
                  <a:lnTo>
                    <a:pt x="2930233" y="1446492"/>
                  </a:lnTo>
                  <a:lnTo>
                    <a:pt x="2931074" y="1440989"/>
                  </a:lnTo>
                  <a:lnTo>
                    <a:pt x="2931916" y="1435323"/>
                  </a:lnTo>
                  <a:lnTo>
                    <a:pt x="2932757" y="1429828"/>
                  </a:lnTo>
                  <a:lnTo>
                    <a:pt x="2933598" y="1423692"/>
                  </a:lnTo>
                  <a:lnTo>
                    <a:pt x="2934439" y="1417822"/>
                  </a:lnTo>
                  <a:lnTo>
                    <a:pt x="2935280" y="1411009"/>
                  </a:lnTo>
                  <a:lnTo>
                    <a:pt x="2936122" y="1403577"/>
                  </a:lnTo>
                  <a:lnTo>
                    <a:pt x="2936963" y="1396971"/>
                  </a:lnTo>
                  <a:lnTo>
                    <a:pt x="2937804" y="1390059"/>
                  </a:lnTo>
                  <a:lnTo>
                    <a:pt x="2938645" y="1383365"/>
                  </a:lnTo>
                  <a:lnTo>
                    <a:pt x="2939486" y="1377284"/>
                  </a:lnTo>
                  <a:lnTo>
                    <a:pt x="2940328" y="1371172"/>
                  </a:lnTo>
                  <a:lnTo>
                    <a:pt x="2941169" y="1366320"/>
                  </a:lnTo>
                  <a:lnTo>
                    <a:pt x="2942010" y="1361676"/>
                  </a:lnTo>
                  <a:lnTo>
                    <a:pt x="2942851" y="1356856"/>
                  </a:lnTo>
                  <a:lnTo>
                    <a:pt x="2943692" y="1351716"/>
                  </a:lnTo>
                  <a:lnTo>
                    <a:pt x="2944534" y="1347378"/>
                  </a:lnTo>
                  <a:lnTo>
                    <a:pt x="2945375" y="1343556"/>
                  </a:lnTo>
                  <a:lnTo>
                    <a:pt x="2946216" y="1340759"/>
                  </a:lnTo>
                  <a:lnTo>
                    <a:pt x="2947057" y="1338209"/>
                  </a:lnTo>
                  <a:lnTo>
                    <a:pt x="2947898" y="1336038"/>
                  </a:lnTo>
                  <a:lnTo>
                    <a:pt x="2948740" y="1333804"/>
                  </a:lnTo>
                  <a:lnTo>
                    <a:pt x="2949581" y="1331129"/>
                  </a:lnTo>
                  <a:lnTo>
                    <a:pt x="2950422" y="1328070"/>
                  </a:lnTo>
                  <a:lnTo>
                    <a:pt x="2951263" y="1324033"/>
                  </a:lnTo>
                  <a:lnTo>
                    <a:pt x="2952104" y="1320502"/>
                  </a:lnTo>
                  <a:lnTo>
                    <a:pt x="2952946" y="1315965"/>
                  </a:lnTo>
                  <a:lnTo>
                    <a:pt x="2953787" y="1311255"/>
                  </a:lnTo>
                  <a:lnTo>
                    <a:pt x="2954628" y="1305870"/>
                  </a:lnTo>
                  <a:lnTo>
                    <a:pt x="2955469" y="1299480"/>
                  </a:lnTo>
                  <a:lnTo>
                    <a:pt x="2956310" y="1291902"/>
                  </a:lnTo>
                  <a:lnTo>
                    <a:pt x="2957152" y="1284584"/>
                  </a:lnTo>
                  <a:lnTo>
                    <a:pt x="2957993" y="1277125"/>
                  </a:lnTo>
                  <a:lnTo>
                    <a:pt x="2958834" y="1269426"/>
                  </a:lnTo>
                  <a:lnTo>
                    <a:pt x="2959675" y="1261214"/>
                  </a:lnTo>
                  <a:lnTo>
                    <a:pt x="2960516" y="1252643"/>
                  </a:lnTo>
                  <a:lnTo>
                    <a:pt x="2961358" y="1244446"/>
                  </a:lnTo>
                  <a:lnTo>
                    <a:pt x="2962199" y="1236923"/>
                  </a:lnTo>
                  <a:lnTo>
                    <a:pt x="2963040" y="1229606"/>
                  </a:lnTo>
                  <a:lnTo>
                    <a:pt x="2963881" y="1222639"/>
                  </a:lnTo>
                  <a:lnTo>
                    <a:pt x="2964722" y="1216730"/>
                  </a:lnTo>
                  <a:lnTo>
                    <a:pt x="2965564" y="1209752"/>
                  </a:lnTo>
                  <a:lnTo>
                    <a:pt x="2966405" y="1203154"/>
                  </a:lnTo>
                  <a:lnTo>
                    <a:pt x="2967246" y="1195670"/>
                  </a:lnTo>
                  <a:lnTo>
                    <a:pt x="2968087" y="1189235"/>
                  </a:lnTo>
                  <a:lnTo>
                    <a:pt x="2968928" y="1184143"/>
                  </a:lnTo>
                  <a:lnTo>
                    <a:pt x="2969770" y="1179129"/>
                  </a:lnTo>
                  <a:lnTo>
                    <a:pt x="2970611" y="1175371"/>
                  </a:lnTo>
                  <a:lnTo>
                    <a:pt x="2971452" y="1172467"/>
                  </a:lnTo>
                  <a:lnTo>
                    <a:pt x="2972293" y="1169189"/>
                  </a:lnTo>
                  <a:lnTo>
                    <a:pt x="2973134" y="1165421"/>
                  </a:lnTo>
                  <a:lnTo>
                    <a:pt x="2973976" y="1163141"/>
                  </a:lnTo>
                  <a:lnTo>
                    <a:pt x="2974817" y="1159360"/>
                  </a:lnTo>
                  <a:lnTo>
                    <a:pt x="2975658" y="1155464"/>
                  </a:lnTo>
                  <a:lnTo>
                    <a:pt x="2976499" y="1152307"/>
                  </a:lnTo>
                  <a:lnTo>
                    <a:pt x="2977340" y="1150917"/>
                  </a:lnTo>
                  <a:lnTo>
                    <a:pt x="2978182" y="1150899"/>
                  </a:lnTo>
                  <a:lnTo>
                    <a:pt x="2979023" y="1151714"/>
                  </a:lnTo>
                  <a:lnTo>
                    <a:pt x="2979864" y="1153603"/>
                  </a:lnTo>
                  <a:lnTo>
                    <a:pt x="2980705" y="1155459"/>
                  </a:lnTo>
                  <a:lnTo>
                    <a:pt x="2981546" y="1157341"/>
                  </a:lnTo>
                  <a:lnTo>
                    <a:pt x="2982388" y="1158144"/>
                  </a:lnTo>
                  <a:lnTo>
                    <a:pt x="2983229" y="1156767"/>
                  </a:lnTo>
                  <a:lnTo>
                    <a:pt x="2984070" y="1154143"/>
                  </a:lnTo>
                  <a:lnTo>
                    <a:pt x="2984911" y="1150355"/>
                  </a:lnTo>
                  <a:lnTo>
                    <a:pt x="2985752" y="1146003"/>
                  </a:lnTo>
                  <a:lnTo>
                    <a:pt x="2986594" y="1141768"/>
                  </a:lnTo>
                  <a:lnTo>
                    <a:pt x="2987435" y="1137943"/>
                  </a:lnTo>
                  <a:lnTo>
                    <a:pt x="2988276" y="1134689"/>
                  </a:lnTo>
                  <a:lnTo>
                    <a:pt x="2989117" y="1130932"/>
                  </a:lnTo>
                  <a:lnTo>
                    <a:pt x="2989958" y="1127821"/>
                  </a:lnTo>
                  <a:lnTo>
                    <a:pt x="2990800" y="1124338"/>
                  </a:lnTo>
                  <a:lnTo>
                    <a:pt x="2991641" y="1120094"/>
                  </a:lnTo>
                  <a:lnTo>
                    <a:pt x="2992482" y="1115577"/>
                  </a:lnTo>
                  <a:lnTo>
                    <a:pt x="2993323" y="1110814"/>
                  </a:lnTo>
                  <a:lnTo>
                    <a:pt x="2994164" y="1105164"/>
                  </a:lnTo>
                  <a:lnTo>
                    <a:pt x="2995006" y="1099813"/>
                  </a:lnTo>
                  <a:lnTo>
                    <a:pt x="2995847" y="1095336"/>
                  </a:lnTo>
                  <a:lnTo>
                    <a:pt x="2996688" y="1092120"/>
                  </a:lnTo>
                  <a:lnTo>
                    <a:pt x="2997529" y="1088990"/>
                  </a:lnTo>
                  <a:lnTo>
                    <a:pt x="2998370" y="1084976"/>
                  </a:lnTo>
                  <a:lnTo>
                    <a:pt x="2999212" y="1080960"/>
                  </a:lnTo>
                  <a:lnTo>
                    <a:pt x="3000053" y="1077416"/>
                  </a:lnTo>
                  <a:lnTo>
                    <a:pt x="3000894" y="1073216"/>
                  </a:lnTo>
                  <a:lnTo>
                    <a:pt x="3001735" y="1070217"/>
                  </a:lnTo>
                  <a:lnTo>
                    <a:pt x="3002577" y="1067388"/>
                  </a:lnTo>
                  <a:lnTo>
                    <a:pt x="3003418" y="1063871"/>
                  </a:lnTo>
                  <a:lnTo>
                    <a:pt x="3004259" y="1060880"/>
                  </a:lnTo>
                  <a:lnTo>
                    <a:pt x="3005100" y="1058804"/>
                  </a:lnTo>
                  <a:lnTo>
                    <a:pt x="3005941" y="1056629"/>
                  </a:lnTo>
                  <a:lnTo>
                    <a:pt x="3006783" y="1055012"/>
                  </a:lnTo>
                  <a:lnTo>
                    <a:pt x="3007624" y="1053712"/>
                  </a:lnTo>
                  <a:lnTo>
                    <a:pt x="3008465" y="1052208"/>
                  </a:lnTo>
                  <a:lnTo>
                    <a:pt x="3009306" y="1051838"/>
                  </a:lnTo>
                  <a:lnTo>
                    <a:pt x="3010147" y="1050251"/>
                  </a:lnTo>
                  <a:lnTo>
                    <a:pt x="3010989" y="1049383"/>
                  </a:lnTo>
                  <a:lnTo>
                    <a:pt x="3011830" y="1047754"/>
                  </a:lnTo>
                  <a:lnTo>
                    <a:pt x="3012671" y="1046046"/>
                  </a:lnTo>
                  <a:lnTo>
                    <a:pt x="3013512" y="1043859"/>
                  </a:lnTo>
                  <a:lnTo>
                    <a:pt x="3014353" y="1039620"/>
                  </a:lnTo>
                  <a:lnTo>
                    <a:pt x="3015195" y="1035330"/>
                  </a:lnTo>
                  <a:lnTo>
                    <a:pt x="3016036" y="1031254"/>
                  </a:lnTo>
                  <a:lnTo>
                    <a:pt x="3016877" y="1026518"/>
                  </a:lnTo>
                  <a:lnTo>
                    <a:pt x="3017718" y="1021047"/>
                  </a:lnTo>
                  <a:lnTo>
                    <a:pt x="3018559" y="1015938"/>
                  </a:lnTo>
                  <a:lnTo>
                    <a:pt x="3019401" y="1010718"/>
                  </a:lnTo>
                  <a:lnTo>
                    <a:pt x="3020242" y="1005399"/>
                  </a:lnTo>
                  <a:lnTo>
                    <a:pt x="3021083" y="999696"/>
                  </a:lnTo>
                  <a:lnTo>
                    <a:pt x="3021924" y="992875"/>
                  </a:lnTo>
                  <a:lnTo>
                    <a:pt x="3022765" y="985116"/>
                  </a:lnTo>
                  <a:lnTo>
                    <a:pt x="3023607" y="976808"/>
                  </a:lnTo>
                  <a:lnTo>
                    <a:pt x="3024448" y="968845"/>
                  </a:lnTo>
                  <a:lnTo>
                    <a:pt x="3025289" y="959594"/>
                  </a:lnTo>
                  <a:lnTo>
                    <a:pt x="3026130" y="950587"/>
                  </a:lnTo>
                  <a:lnTo>
                    <a:pt x="3026971" y="942329"/>
                  </a:lnTo>
                  <a:lnTo>
                    <a:pt x="3027813" y="933452"/>
                  </a:lnTo>
                  <a:lnTo>
                    <a:pt x="3028654" y="924952"/>
                  </a:lnTo>
                  <a:lnTo>
                    <a:pt x="3029495" y="917303"/>
                  </a:lnTo>
                  <a:lnTo>
                    <a:pt x="3030336" y="910578"/>
                  </a:lnTo>
                  <a:lnTo>
                    <a:pt x="3031177" y="902835"/>
                  </a:lnTo>
                  <a:lnTo>
                    <a:pt x="3032019" y="895009"/>
                  </a:lnTo>
                  <a:lnTo>
                    <a:pt x="3032860" y="887332"/>
                  </a:lnTo>
                  <a:lnTo>
                    <a:pt x="3033701" y="880049"/>
                  </a:lnTo>
                  <a:lnTo>
                    <a:pt x="3034542" y="873175"/>
                  </a:lnTo>
                  <a:lnTo>
                    <a:pt x="3035383" y="866610"/>
                  </a:lnTo>
                  <a:lnTo>
                    <a:pt x="3036225" y="860822"/>
                  </a:lnTo>
                  <a:lnTo>
                    <a:pt x="3037066" y="854943"/>
                  </a:lnTo>
                  <a:lnTo>
                    <a:pt x="3037907" y="850313"/>
                  </a:lnTo>
                  <a:lnTo>
                    <a:pt x="3038748" y="846265"/>
                  </a:lnTo>
                  <a:lnTo>
                    <a:pt x="3039589" y="841801"/>
                  </a:lnTo>
                  <a:lnTo>
                    <a:pt x="3040431" y="837268"/>
                  </a:lnTo>
                  <a:lnTo>
                    <a:pt x="3041272" y="833304"/>
                  </a:lnTo>
                  <a:lnTo>
                    <a:pt x="3042113" y="831359"/>
                  </a:lnTo>
                  <a:lnTo>
                    <a:pt x="3042954" y="829658"/>
                  </a:lnTo>
                  <a:lnTo>
                    <a:pt x="3043795" y="829524"/>
                  </a:lnTo>
                  <a:lnTo>
                    <a:pt x="3044637" y="829840"/>
                  </a:lnTo>
                  <a:lnTo>
                    <a:pt x="3045478" y="830601"/>
                  </a:lnTo>
                  <a:lnTo>
                    <a:pt x="3046319" y="832671"/>
                  </a:lnTo>
                  <a:lnTo>
                    <a:pt x="3047160" y="835745"/>
                  </a:lnTo>
                  <a:lnTo>
                    <a:pt x="3048001" y="839347"/>
                  </a:lnTo>
                  <a:lnTo>
                    <a:pt x="3048843" y="843069"/>
                  </a:lnTo>
                  <a:lnTo>
                    <a:pt x="3049684" y="846991"/>
                  </a:lnTo>
                  <a:lnTo>
                    <a:pt x="3050525" y="851774"/>
                  </a:lnTo>
                  <a:lnTo>
                    <a:pt x="3051366" y="856266"/>
                  </a:lnTo>
                  <a:lnTo>
                    <a:pt x="3052207" y="860975"/>
                  </a:lnTo>
                  <a:lnTo>
                    <a:pt x="3053049" y="865831"/>
                  </a:lnTo>
                  <a:lnTo>
                    <a:pt x="3053890" y="870626"/>
                  </a:lnTo>
                  <a:lnTo>
                    <a:pt x="3054731" y="875656"/>
                  </a:lnTo>
                  <a:lnTo>
                    <a:pt x="3055572" y="880391"/>
                  </a:lnTo>
                  <a:lnTo>
                    <a:pt x="3056413" y="885060"/>
                  </a:lnTo>
                  <a:lnTo>
                    <a:pt x="3057255" y="889916"/>
                  </a:lnTo>
                  <a:lnTo>
                    <a:pt x="3058096" y="895642"/>
                  </a:lnTo>
                  <a:lnTo>
                    <a:pt x="3058937" y="900938"/>
                  </a:lnTo>
                  <a:lnTo>
                    <a:pt x="3059778" y="906371"/>
                  </a:lnTo>
                  <a:lnTo>
                    <a:pt x="3060619" y="911144"/>
                  </a:lnTo>
                  <a:lnTo>
                    <a:pt x="3061461" y="915668"/>
                  </a:lnTo>
                  <a:lnTo>
                    <a:pt x="3062302" y="920209"/>
                  </a:lnTo>
                  <a:lnTo>
                    <a:pt x="3063143" y="923799"/>
                  </a:lnTo>
                  <a:lnTo>
                    <a:pt x="3063984" y="926893"/>
                  </a:lnTo>
                  <a:lnTo>
                    <a:pt x="3064825" y="930001"/>
                  </a:lnTo>
                  <a:lnTo>
                    <a:pt x="3065667" y="933800"/>
                  </a:lnTo>
                  <a:lnTo>
                    <a:pt x="3066508" y="937030"/>
                  </a:lnTo>
                  <a:lnTo>
                    <a:pt x="3067349" y="939749"/>
                  </a:lnTo>
                  <a:lnTo>
                    <a:pt x="3068190" y="941383"/>
                  </a:lnTo>
                  <a:lnTo>
                    <a:pt x="3069031" y="942676"/>
                  </a:lnTo>
                  <a:lnTo>
                    <a:pt x="3069873" y="943219"/>
                  </a:lnTo>
                  <a:lnTo>
                    <a:pt x="3070714" y="943398"/>
                  </a:lnTo>
                  <a:lnTo>
                    <a:pt x="3071555" y="943076"/>
                  </a:lnTo>
                  <a:lnTo>
                    <a:pt x="3072396" y="942280"/>
                  </a:lnTo>
                  <a:lnTo>
                    <a:pt x="3073238" y="940527"/>
                  </a:lnTo>
                  <a:lnTo>
                    <a:pt x="3074079" y="939487"/>
                  </a:lnTo>
                  <a:lnTo>
                    <a:pt x="3074920" y="938623"/>
                  </a:lnTo>
                  <a:lnTo>
                    <a:pt x="3075761" y="937537"/>
                  </a:lnTo>
                  <a:lnTo>
                    <a:pt x="3076602" y="935362"/>
                  </a:lnTo>
                  <a:lnTo>
                    <a:pt x="3077444" y="933904"/>
                  </a:lnTo>
                  <a:lnTo>
                    <a:pt x="3078285" y="931445"/>
                  </a:lnTo>
                  <a:lnTo>
                    <a:pt x="3079126" y="930115"/>
                  </a:lnTo>
                  <a:lnTo>
                    <a:pt x="3079967" y="930124"/>
                  </a:lnTo>
                  <a:lnTo>
                    <a:pt x="3080808" y="930091"/>
                  </a:lnTo>
                  <a:lnTo>
                    <a:pt x="3081650" y="929949"/>
                  </a:lnTo>
                  <a:lnTo>
                    <a:pt x="3082491" y="931107"/>
                  </a:lnTo>
                  <a:lnTo>
                    <a:pt x="3083332" y="932277"/>
                  </a:lnTo>
                  <a:lnTo>
                    <a:pt x="3084173" y="934782"/>
                  </a:lnTo>
                  <a:lnTo>
                    <a:pt x="3085014" y="938556"/>
                  </a:lnTo>
                  <a:lnTo>
                    <a:pt x="3085856" y="942846"/>
                  </a:lnTo>
                  <a:lnTo>
                    <a:pt x="3086697" y="946716"/>
                  </a:lnTo>
                  <a:lnTo>
                    <a:pt x="3087538" y="952053"/>
                  </a:lnTo>
                  <a:lnTo>
                    <a:pt x="3088379" y="958211"/>
                  </a:lnTo>
                  <a:lnTo>
                    <a:pt x="3089220" y="965927"/>
                  </a:lnTo>
                  <a:lnTo>
                    <a:pt x="3090062" y="973072"/>
                  </a:lnTo>
                  <a:lnTo>
                    <a:pt x="3090903" y="980500"/>
                  </a:lnTo>
                  <a:lnTo>
                    <a:pt x="3091744" y="986867"/>
                  </a:lnTo>
                  <a:lnTo>
                    <a:pt x="3092585" y="993521"/>
                  </a:lnTo>
                  <a:lnTo>
                    <a:pt x="3093426" y="999854"/>
                  </a:lnTo>
                  <a:lnTo>
                    <a:pt x="3094268" y="1006809"/>
                  </a:lnTo>
                  <a:lnTo>
                    <a:pt x="3095109" y="1012629"/>
                  </a:lnTo>
                  <a:lnTo>
                    <a:pt x="3095950" y="1018558"/>
                  </a:lnTo>
                  <a:lnTo>
                    <a:pt x="3096791" y="1024096"/>
                  </a:lnTo>
                  <a:lnTo>
                    <a:pt x="3097632" y="1030009"/>
                  </a:lnTo>
                  <a:lnTo>
                    <a:pt x="3098474" y="1035148"/>
                  </a:lnTo>
                  <a:lnTo>
                    <a:pt x="3099315" y="1040203"/>
                  </a:lnTo>
                  <a:lnTo>
                    <a:pt x="3100156" y="1045060"/>
                  </a:lnTo>
                  <a:lnTo>
                    <a:pt x="3100997" y="1049965"/>
                  </a:lnTo>
                  <a:lnTo>
                    <a:pt x="3101838" y="1055183"/>
                  </a:lnTo>
                  <a:lnTo>
                    <a:pt x="3102680" y="1059834"/>
                  </a:lnTo>
                  <a:lnTo>
                    <a:pt x="3103521" y="1065955"/>
                  </a:lnTo>
                  <a:lnTo>
                    <a:pt x="3104362" y="1071914"/>
                  </a:lnTo>
                  <a:lnTo>
                    <a:pt x="3105203" y="1077031"/>
                  </a:lnTo>
                  <a:lnTo>
                    <a:pt x="3106044" y="1081971"/>
                  </a:lnTo>
                  <a:lnTo>
                    <a:pt x="3106886" y="1086467"/>
                  </a:lnTo>
                  <a:lnTo>
                    <a:pt x="3107727" y="1090803"/>
                  </a:lnTo>
                  <a:lnTo>
                    <a:pt x="3108568" y="1095681"/>
                  </a:lnTo>
                  <a:lnTo>
                    <a:pt x="3109409" y="1099111"/>
                  </a:lnTo>
                  <a:lnTo>
                    <a:pt x="3110250" y="1102035"/>
                  </a:lnTo>
                  <a:lnTo>
                    <a:pt x="3111092" y="1104190"/>
                  </a:lnTo>
                  <a:lnTo>
                    <a:pt x="3111933" y="1107294"/>
                  </a:lnTo>
                  <a:lnTo>
                    <a:pt x="3112774" y="1109397"/>
                  </a:lnTo>
                  <a:lnTo>
                    <a:pt x="3113615" y="1110808"/>
                  </a:lnTo>
                  <a:lnTo>
                    <a:pt x="3114456" y="1110604"/>
                  </a:lnTo>
                  <a:lnTo>
                    <a:pt x="3115298" y="1108291"/>
                  </a:lnTo>
                  <a:lnTo>
                    <a:pt x="3116139" y="1104425"/>
                  </a:lnTo>
                  <a:lnTo>
                    <a:pt x="3116980" y="1100304"/>
                  </a:lnTo>
                  <a:lnTo>
                    <a:pt x="3117821" y="1096435"/>
                  </a:lnTo>
                  <a:lnTo>
                    <a:pt x="3118662" y="1093410"/>
                  </a:lnTo>
                  <a:lnTo>
                    <a:pt x="3119504" y="1090506"/>
                  </a:lnTo>
                  <a:lnTo>
                    <a:pt x="3120345" y="1086632"/>
                  </a:lnTo>
                  <a:lnTo>
                    <a:pt x="3121186" y="1083627"/>
                  </a:lnTo>
                  <a:lnTo>
                    <a:pt x="3122027" y="1080307"/>
                  </a:lnTo>
                  <a:lnTo>
                    <a:pt x="3122868" y="1077622"/>
                  </a:lnTo>
                  <a:lnTo>
                    <a:pt x="3123710" y="1076288"/>
                  </a:lnTo>
                  <a:lnTo>
                    <a:pt x="3124551" y="1076123"/>
                  </a:lnTo>
                  <a:lnTo>
                    <a:pt x="3125392" y="1075811"/>
                  </a:lnTo>
                  <a:lnTo>
                    <a:pt x="3126233" y="1075457"/>
                  </a:lnTo>
                  <a:lnTo>
                    <a:pt x="3127074" y="1076230"/>
                  </a:lnTo>
                  <a:lnTo>
                    <a:pt x="3127916" y="1077317"/>
                  </a:lnTo>
                  <a:lnTo>
                    <a:pt x="3128757" y="1079199"/>
                  </a:lnTo>
                  <a:lnTo>
                    <a:pt x="3129598" y="1080004"/>
                  </a:lnTo>
                  <a:lnTo>
                    <a:pt x="3130439" y="1080080"/>
                  </a:lnTo>
                  <a:lnTo>
                    <a:pt x="3131280" y="1079825"/>
                  </a:lnTo>
                  <a:lnTo>
                    <a:pt x="3132122" y="1079545"/>
                  </a:lnTo>
                  <a:lnTo>
                    <a:pt x="3132963" y="1079084"/>
                  </a:lnTo>
                  <a:lnTo>
                    <a:pt x="3133804" y="1080605"/>
                  </a:lnTo>
                  <a:lnTo>
                    <a:pt x="3134645" y="1082865"/>
                  </a:lnTo>
                  <a:lnTo>
                    <a:pt x="3135486" y="1085902"/>
                  </a:lnTo>
                  <a:lnTo>
                    <a:pt x="3136328" y="1088085"/>
                  </a:lnTo>
                  <a:lnTo>
                    <a:pt x="3137169" y="1089358"/>
                  </a:lnTo>
                  <a:lnTo>
                    <a:pt x="3138010" y="1091564"/>
                  </a:lnTo>
                  <a:lnTo>
                    <a:pt x="3138851" y="1092828"/>
                  </a:lnTo>
                  <a:lnTo>
                    <a:pt x="3139692" y="1093844"/>
                  </a:lnTo>
                  <a:lnTo>
                    <a:pt x="3140534" y="1095365"/>
                  </a:lnTo>
                  <a:lnTo>
                    <a:pt x="3141375" y="1096580"/>
                  </a:lnTo>
                  <a:lnTo>
                    <a:pt x="3142216" y="1095437"/>
                  </a:lnTo>
                  <a:lnTo>
                    <a:pt x="3143057" y="1096062"/>
                  </a:lnTo>
                  <a:lnTo>
                    <a:pt x="3143899" y="1097340"/>
                  </a:lnTo>
                  <a:lnTo>
                    <a:pt x="3144740" y="1097980"/>
                  </a:lnTo>
                  <a:lnTo>
                    <a:pt x="3145581" y="1098546"/>
                  </a:lnTo>
                  <a:lnTo>
                    <a:pt x="3146422" y="1098597"/>
                  </a:lnTo>
                  <a:lnTo>
                    <a:pt x="3147263" y="1098058"/>
                  </a:lnTo>
                  <a:lnTo>
                    <a:pt x="3148105" y="1096485"/>
                  </a:lnTo>
                  <a:lnTo>
                    <a:pt x="3148946" y="1095532"/>
                  </a:lnTo>
                  <a:lnTo>
                    <a:pt x="3149787" y="1094768"/>
                  </a:lnTo>
                  <a:lnTo>
                    <a:pt x="3150628" y="1093166"/>
                  </a:lnTo>
                  <a:lnTo>
                    <a:pt x="3151469" y="1091496"/>
                  </a:lnTo>
                  <a:lnTo>
                    <a:pt x="3152311" y="1090400"/>
                  </a:lnTo>
                  <a:lnTo>
                    <a:pt x="3153152" y="1089914"/>
                  </a:lnTo>
                  <a:lnTo>
                    <a:pt x="3153993" y="1089440"/>
                  </a:lnTo>
                  <a:lnTo>
                    <a:pt x="3154834" y="1089101"/>
                  </a:lnTo>
                  <a:lnTo>
                    <a:pt x="3155675" y="1088683"/>
                  </a:lnTo>
                  <a:lnTo>
                    <a:pt x="3156517" y="1087965"/>
                  </a:lnTo>
                  <a:lnTo>
                    <a:pt x="3157358" y="1088013"/>
                  </a:lnTo>
                  <a:lnTo>
                    <a:pt x="3158199" y="1087468"/>
                  </a:lnTo>
                  <a:lnTo>
                    <a:pt x="3159040" y="1087391"/>
                  </a:lnTo>
                  <a:lnTo>
                    <a:pt x="3159881" y="1089022"/>
                  </a:lnTo>
                  <a:lnTo>
                    <a:pt x="3160723" y="1090528"/>
                  </a:lnTo>
                  <a:lnTo>
                    <a:pt x="3161564" y="1091821"/>
                  </a:lnTo>
                  <a:lnTo>
                    <a:pt x="3162405" y="1094105"/>
                  </a:lnTo>
                  <a:lnTo>
                    <a:pt x="3163246" y="1096045"/>
                  </a:lnTo>
                  <a:lnTo>
                    <a:pt x="3164087" y="1098732"/>
                  </a:lnTo>
                  <a:lnTo>
                    <a:pt x="3164929" y="1100772"/>
                  </a:lnTo>
                  <a:lnTo>
                    <a:pt x="3165770" y="1103348"/>
                  </a:lnTo>
                  <a:lnTo>
                    <a:pt x="3166611" y="1105170"/>
                  </a:lnTo>
                  <a:lnTo>
                    <a:pt x="3167452" y="1107735"/>
                  </a:lnTo>
                  <a:lnTo>
                    <a:pt x="3168293" y="1109940"/>
                  </a:lnTo>
                  <a:lnTo>
                    <a:pt x="3169135" y="1111312"/>
                  </a:lnTo>
                  <a:lnTo>
                    <a:pt x="3169976" y="1112017"/>
                  </a:lnTo>
                  <a:lnTo>
                    <a:pt x="3170817" y="1112062"/>
                  </a:lnTo>
                  <a:lnTo>
                    <a:pt x="3171658" y="1113602"/>
                  </a:lnTo>
                  <a:lnTo>
                    <a:pt x="3172499" y="1115175"/>
                  </a:lnTo>
                  <a:lnTo>
                    <a:pt x="3173341" y="1115953"/>
                  </a:lnTo>
                  <a:lnTo>
                    <a:pt x="3174182" y="1117571"/>
                  </a:lnTo>
                  <a:lnTo>
                    <a:pt x="3175023" y="1118502"/>
                  </a:lnTo>
                  <a:lnTo>
                    <a:pt x="3175864" y="1119193"/>
                  </a:lnTo>
                  <a:lnTo>
                    <a:pt x="3176705" y="1119732"/>
                  </a:lnTo>
                  <a:lnTo>
                    <a:pt x="3177547" y="1120301"/>
                  </a:lnTo>
                  <a:lnTo>
                    <a:pt x="3178388" y="1121381"/>
                  </a:lnTo>
                  <a:lnTo>
                    <a:pt x="3179229" y="1122667"/>
                  </a:lnTo>
                  <a:lnTo>
                    <a:pt x="3180070" y="1123954"/>
                  </a:lnTo>
                  <a:lnTo>
                    <a:pt x="3180911" y="1124862"/>
                  </a:lnTo>
                  <a:lnTo>
                    <a:pt x="3181753" y="1126320"/>
                  </a:lnTo>
                  <a:lnTo>
                    <a:pt x="3182594" y="1129076"/>
                  </a:lnTo>
                  <a:lnTo>
                    <a:pt x="3183435" y="1131174"/>
                  </a:lnTo>
                  <a:lnTo>
                    <a:pt x="3184276" y="1131822"/>
                  </a:lnTo>
                  <a:lnTo>
                    <a:pt x="3185117" y="1132397"/>
                  </a:lnTo>
                  <a:lnTo>
                    <a:pt x="3185959" y="1133457"/>
                  </a:lnTo>
                  <a:lnTo>
                    <a:pt x="3186800" y="1134003"/>
                  </a:lnTo>
                  <a:lnTo>
                    <a:pt x="3187641" y="1134243"/>
                  </a:lnTo>
                  <a:lnTo>
                    <a:pt x="3188482" y="1134963"/>
                  </a:lnTo>
                  <a:lnTo>
                    <a:pt x="3189323" y="1135455"/>
                  </a:lnTo>
                  <a:lnTo>
                    <a:pt x="3190165" y="1137430"/>
                  </a:lnTo>
                  <a:lnTo>
                    <a:pt x="3191006" y="1140913"/>
                  </a:lnTo>
                  <a:lnTo>
                    <a:pt x="3191847" y="1145197"/>
                  </a:lnTo>
                  <a:lnTo>
                    <a:pt x="3192688" y="1148899"/>
                  </a:lnTo>
                  <a:lnTo>
                    <a:pt x="3193529" y="1153792"/>
                  </a:lnTo>
                  <a:lnTo>
                    <a:pt x="3194371" y="1158439"/>
                  </a:lnTo>
                  <a:lnTo>
                    <a:pt x="3195212" y="1162495"/>
                  </a:lnTo>
                  <a:lnTo>
                    <a:pt x="3196053" y="1167105"/>
                  </a:lnTo>
                  <a:lnTo>
                    <a:pt x="3196894" y="1171388"/>
                  </a:lnTo>
                  <a:lnTo>
                    <a:pt x="3197735" y="1175724"/>
                  </a:lnTo>
                  <a:lnTo>
                    <a:pt x="3198577" y="1179072"/>
                  </a:lnTo>
                  <a:lnTo>
                    <a:pt x="3199418" y="1184148"/>
                  </a:lnTo>
                  <a:lnTo>
                    <a:pt x="3200259" y="1189817"/>
                  </a:lnTo>
                  <a:lnTo>
                    <a:pt x="3201100" y="1196223"/>
                  </a:lnTo>
                  <a:lnTo>
                    <a:pt x="3201941" y="1203558"/>
                  </a:lnTo>
                  <a:lnTo>
                    <a:pt x="3202783" y="1210450"/>
                  </a:lnTo>
                  <a:lnTo>
                    <a:pt x="3203624" y="1215835"/>
                  </a:lnTo>
                  <a:lnTo>
                    <a:pt x="3204465" y="1220487"/>
                  </a:lnTo>
                  <a:lnTo>
                    <a:pt x="3205306" y="1226631"/>
                  </a:lnTo>
                  <a:lnTo>
                    <a:pt x="3206147" y="1232653"/>
                  </a:lnTo>
                  <a:lnTo>
                    <a:pt x="3206989" y="1238958"/>
                  </a:lnTo>
                  <a:lnTo>
                    <a:pt x="3207830" y="1246761"/>
                  </a:lnTo>
                  <a:lnTo>
                    <a:pt x="3208671" y="1255397"/>
                  </a:lnTo>
                  <a:lnTo>
                    <a:pt x="3209512" y="1264835"/>
                  </a:lnTo>
                  <a:lnTo>
                    <a:pt x="3210353" y="1274329"/>
                  </a:lnTo>
                  <a:lnTo>
                    <a:pt x="3211195" y="1282909"/>
                  </a:lnTo>
                  <a:lnTo>
                    <a:pt x="3212036" y="1290533"/>
                  </a:lnTo>
                  <a:lnTo>
                    <a:pt x="3212877" y="1295811"/>
                  </a:lnTo>
                  <a:lnTo>
                    <a:pt x="3213718" y="1298271"/>
                  </a:lnTo>
                  <a:lnTo>
                    <a:pt x="3214560" y="1298118"/>
                  </a:lnTo>
                  <a:lnTo>
                    <a:pt x="3215401" y="1296369"/>
                  </a:lnTo>
                  <a:lnTo>
                    <a:pt x="3216242" y="1293795"/>
                  </a:lnTo>
                  <a:lnTo>
                    <a:pt x="3217083" y="1290404"/>
                  </a:lnTo>
                  <a:lnTo>
                    <a:pt x="3217924" y="1286244"/>
                  </a:lnTo>
                  <a:lnTo>
                    <a:pt x="3218766" y="1281185"/>
                  </a:lnTo>
                  <a:lnTo>
                    <a:pt x="3219607" y="1275948"/>
                  </a:lnTo>
                  <a:lnTo>
                    <a:pt x="3220448" y="1267999"/>
                  </a:lnTo>
                  <a:lnTo>
                    <a:pt x="3221289" y="1259057"/>
                  </a:lnTo>
                  <a:lnTo>
                    <a:pt x="3222130" y="1249371"/>
                  </a:lnTo>
                  <a:lnTo>
                    <a:pt x="3222972" y="1240011"/>
                  </a:lnTo>
                  <a:lnTo>
                    <a:pt x="3223813" y="1231433"/>
                  </a:lnTo>
                  <a:lnTo>
                    <a:pt x="3224654" y="1222861"/>
                  </a:lnTo>
                  <a:lnTo>
                    <a:pt x="3225495" y="1215396"/>
                  </a:lnTo>
                  <a:lnTo>
                    <a:pt x="3226336" y="1208781"/>
                  </a:lnTo>
                  <a:lnTo>
                    <a:pt x="3227178" y="1202843"/>
                  </a:lnTo>
                  <a:lnTo>
                    <a:pt x="3228019" y="1196739"/>
                  </a:lnTo>
                  <a:lnTo>
                    <a:pt x="3228860" y="1190609"/>
                  </a:lnTo>
                  <a:lnTo>
                    <a:pt x="3229701" y="1185261"/>
                  </a:lnTo>
                  <a:lnTo>
                    <a:pt x="3230542" y="1179727"/>
                  </a:lnTo>
                  <a:lnTo>
                    <a:pt x="3231384" y="1174135"/>
                  </a:lnTo>
                  <a:lnTo>
                    <a:pt x="3232225" y="1168883"/>
                  </a:lnTo>
                  <a:lnTo>
                    <a:pt x="3233066" y="1164958"/>
                  </a:lnTo>
                  <a:lnTo>
                    <a:pt x="3233907" y="1160226"/>
                  </a:lnTo>
                  <a:lnTo>
                    <a:pt x="3234748" y="1154628"/>
                  </a:lnTo>
                  <a:lnTo>
                    <a:pt x="3235590" y="1148232"/>
                  </a:lnTo>
                  <a:lnTo>
                    <a:pt x="3236431" y="1140738"/>
                  </a:lnTo>
                  <a:lnTo>
                    <a:pt x="3237272" y="1133452"/>
                  </a:lnTo>
                  <a:lnTo>
                    <a:pt x="3238113" y="1125795"/>
                  </a:lnTo>
                  <a:lnTo>
                    <a:pt x="3238954" y="1118813"/>
                  </a:lnTo>
                  <a:lnTo>
                    <a:pt x="3239796" y="1112272"/>
                  </a:lnTo>
                  <a:lnTo>
                    <a:pt x="3240637" y="1105583"/>
                  </a:lnTo>
                  <a:lnTo>
                    <a:pt x="3241478" y="1098796"/>
                  </a:lnTo>
                  <a:lnTo>
                    <a:pt x="3242319" y="1091651"/>
                  </a:lnTo>
                  <a:lnTo>
                    <a:pt x="3243160" y="1086420"/>
                  </a:lnTo>
                  <a:lnTo>
                    <a:pt x="3244002" y="1081835"/>
                  </a:lnTo>
                  <a:lnTo>
                    <a:pt x="3244843" y="1078315"/>
                  </a:lnTo>
                  <a:lnTo>
                    <a:pt x="3245684" y="1074747"/>
                  </a:lnTo>
                  <a:lnTo>
                    <a:pt x="3246525" y="1072183"/>
                  </a:lnTo>
                  <a:lnTo>
                    <a:pt x="3247366" y="1069410"/>
                  </a:lnTo>
                  <a:lnTo>
                    <a:pt x="3248208" y="1066008"/>
                  </a:lnTo>
                  <a:lnTo>
                    <a:pt x="3249049" y="1063092"/>
                  </a:lnTo>
                  <a:lnTo>
                    <a:pt x="3249890" y="1060213"/>
                  </a:lnTo>
                  <a:lnTo>
                    <a:pt x="3250731" y="1056255"/>
                  </a:lnTo>
                  <a:lnTo>
                    <a:pt x="3251572" y="1052964"/>
                  </a:lnTo>
                  <a:lnTo>
                    <a:pt x="3252414" y="1049335"/>
                  </a:lnTo>
                  <a:lnTo>
                    <a:pt x="3253255" y="1046153"/>
                  </a:lnTo>
                  <a:lnTo>
                    <a:pt x="3254096" y="1043518"/>
                  </a:lnTo>
                  <a:lnTo>
                    <a:pt x="3254937" y="1041032"/>
                  </a:lnTo>
                  <a:lnTo>
                    <a:pt x="3255778" y="1037960"/>
                  </a:lnTo>
                  <a:lnTo>
                    <a:pt x="3256620" y="1033088"/>
                  </a:lnTo>
                  <a:lnTo>
                    <a:pt x="3257461" y="1027633"/>
                  </a:lnTo>
                  <a:lnTo>
                    <a:pt x="3258302" y="1021598"/>
                  </a:lnTo>
                  <a:lnTo>
                    <a:pt x="3259143" y="1016049"/>
                  </a:lnTo>
                  <a:lnTo>
                    <a:pt x="3259984" y="1011730"/>
                  </a:lnTo>
                  <a:lnTo>
                    <a:pt x="3260826" y="1007853"/>
                  </a:lnTo>
                  <a:lnTo>
                    <a:pt x="3261667" y="1003828"/>
                  </a:lnTo>
                  <a:lnTo>
                    <a:pt x="3262508" y="1000762"/>
                  </a:lnTo>
                  <a:lnTo>
                    <a:pt x="3263349" y="999000"/>
                  </a:lnTo>
                  <a:lnTo>
                    <a:pt x="3264190" y="997660"/>
                  </a:lnTo>
                  <a:lnTo>
                    <a:pt x="3265032" y="996720"/>
                  </a:lnTo>
                  <a:lnTo>
                    <a:pt x="3265873" y="995195"/>
                  </a:lnTo>
                  <a:lnTo>
                    <a:pt x="3266714" y="993202"/>
                  </a:lnTo>
                  <a:lnTo>
                    <a:pt x="3267555" y="991855"/>
                  </a:lnTo>
                  <a:lnTo>
                    <a:pt x="3268396" y="991405"/>
                  </a:lnTo>
                  <a:lnTo>
                    <a:pt x="3269238" y="991866"/>
                  </a:lnTo>
                  <a:lnTo>
                    <a:pt x="3270079" y="992859"/>
                  </a:lnTo>
                  <a:lnTo>
                    <a:pt x="3270920" y="993792"/>
                  </a:lnTo>
                  <a:lnTo>
                    <a:pt x="3271761" y="993131"/>
                  </a:lnTo>
                  <a:lnTo>
                    <a:pt x="3272602" y="991976"/>
                  </a:lnTo>
                  <a:lnTo>
                    <a:pt x="3273444" y="991067"/>
                  </a:lnTo>
                  <a:lnTo>
                    <a:pt x="3274285" y="989223"/>
                  </a:lnTo>
                  <a:lnTo>
                    <a:pt x="3275126" y="988009"/>
                  </a:lnTo>
                  <a:lnTo>
                    <a:pt x="3275967" y="985787"/>
                  </a:lnTo>
                  <a:lnTo>
                    <a:pt x="3276808" y="982072"/>
                  </a:lnTo>
                  <a:lnTo>
                    <a:pt x="3277650" y="979115"/>
                  </a:lnTo>
                  <a:lnTo>
                    <a:pt x="3278491" y="976578"/>
                  </a:lnTo>
                  <a:lnTo>
                    <a:pt x="3279332" y="974743"/>
                  </a:lnTo>
                  <a:lnTo>
                    <a:pt x="3280173" y="972386"/>
                  </a:lnTo>
                  <a:lnTo>
                    <a:pt x="3281014" y="970335"/>
                  </a:lnTo>
                  <a:lnTo>
                    <a:pt x="3281856" y="967852"/>
                  </a:lnTo>
                  <a:lnTo>
                    <a:pt x="3282697" y="965445"/>
                  </a:lnTo>
                  <a:lnTo>
                    <a:pt x="3283538" y="964575"/>
                  </a:lnTo>
                  <a:lnTo>
                    <a:pt x="3284379" y="964722"/>
                  </a:lnTo>
                  <a:lnTo>
                    <a:pt x="3285221" y="965900"/>
                  </a:lnTo>
                  <a:lnTo>
                    <a:pt x="3286062" y="966688"/>
                  </a:lnTo>
                  <a:lnTo>
                    <a:pt x="3286903" y="967243"/>
                  </a:lnTo>
                  <a:lnTo>
                    <a:pt x="3287744" y="966956"/>
                  </a:lnTo>
                  <a:lnTo>
                    <a:pt x="3288585" y="967596"/>
                  </a:lnTo>
                  <a:lnTo>
                    <a:pt x="3289427" y="968487"/>
                  </a:lnTo>
                  <a:lnTo>
                    <a:pt x="3290268" y="968997"/>
                  </a:lnTo>
                  <a:lnTo>
                    <a:pt x="3291109" y="969178"/>
                  </a:lnTo>
                  <a:lnTo>
                    <a:pt x="3291950" y="968857"/>
                  </a:lnTo>
                  <a:lnTo>
                    <a:pt x="3292791" y="968568"/>
                  </a:lnTo>
                  <a:lnTo>
                    <a:pt x="3293633" y="968598"/>
                  </a:lnTo>
                  <a:lnTo>
                    <a:pt x="3294474" y="968727"/>
                  </a:lnTo>
                  <a:lnTo>
                    <a:pt x="3295315" y="968578"/>
                  </a:lnTo>
                  <a:lnTo>
                    <a:pt x="3296156" y="968164"/>
                  </a:lnTo>
                  <a:lnTo>
                    <a:pt x="3296997" y="968328"/>
                  </a:lnTo>
                  <a:lnTo>
                    <a:pt x="3297839" y="969770"/>
                  </a:lnTo>
                  <a:lnTo>
                    <a:pt x="3298680" y="970951"/>
                  </a:lnTo>
                  <a:lnTo>
                    <a:pt x="3299521" y="973207"/>
                  </a:lnTo>
                  <a:lnTo>
                    <a:pt x="3300362" y="976394"/>
                  </a:lnTo>
                  <a:lnTo>
                    <a:pt x="3301203" y="978274"/>
                  </a:lnTo>
                  <a:lnTo>
                    <a:pt x="3302045" y="979360"/>
                  </a:lnTo>
                  <a:lnTo>
                    <a:pt x="3302886" y="978714"/>
                  </a:lnTo>
                  <a:lnTo>
                    <a:pt x="3303727" y="978042"/>
                  </a:lnTo>
                  <a:lnTo>
                    <a:pt x="3304568" y="978148"/>
                  </a:lnTo>
                  <a:lnTo>
                    <a:pt x="3305409" y="977894"/>
                  </a:lnTo>
                  <a:lnTo>
                    <a:pt x="3306251" y="977661"/>
                  </a:lnTo>
                  <a:lnTo>
                    <a:pt x="3307092" y="978052"/>
                  </a:lnTo>
                  <a:lnTo>
                    <a:pt x="3307933" y="978767"/>
                  </a:lnTo>
                  <a:lnTo>
                    <a:pt x="3308774" y="979369"/>
                  </a:lnTo>
                  <a:lnTo>
                    <a:pt x="3309615" y="980320"/>
                  </a:lnTo>
                  <a:lnTo>
                    <a:pt x="3310457" y="982952"/>
                  </a:lnTo>
                  <a:lnTo>
                    <a:pt x="3311298" y="985576"/>
                  </a:lnTo>
                  <a:lnTo>
                    <a:pt x="3312139" y="987120"/>
                  </a:lnTo>
                  <a:lnTo>
                    <a:pt x="3312980" y="988063"/>
                  </a:lnTo>
                  <a:lnTo>
                    <a:pt x="3313821" y="988645"/>
                  </a:lnTo>
                  <a:lnTo>
                    <a:pt x="3314663" y="988603"/>
                  </a:lnTo>
                  <a:lnTo>
                    <a:pt x="3315504" y="990266"/>
                  </a:lnTo>
                  <a:lnTo>
                    <a:pt x="3316345" y="992875"/>
                  </a:lnTo>
                  <a:lnTo>
                    <a:pt x="3317186" y="996066"/>
                  </a:lnTo>
                  <a:lnTo>
                    <a:pt x="3318027" y="999037"/>
                  </a:lnTo>
                  <a:lnTo>
                    <a:pt x="3318869" y="1002078"/>
                  </a:lnTo>
                  <a:lnTo>
                    <a:pt x="3319710" y="1006045"/>
                  </a:lnTo>
                  <a:lnTo>
                    <a:pt x="3320551" y="1010707"/>
                  </a:lnTo>
                  <a:lnTo>
                    <a:pt x="3321392" y="1014990"/>
                  </a:lnTo>
                  <a:lnTo>
                    <a:pt x="3322233" y="1019767"/>
                  </a:lnTo>
                  <a:lnTo>
                    <a:pt x="3323075" y="1024342"/>
                  </a:lnTo>
                  <a:lnTo>
                    <a:pt x="3323916" y="1028526"/>
                  </a:lnTo>
                  <a:lnTo>
                    <a:pt x="3324757" y="1032587"/>
                  </a:lnTo>
                  <a:lnTo>
                    <a:pt x="3325598" y="1036289"/>
                  </a:lnTo>
                  <a:lnTo>
                    <a:pt x="3326439" y="1041247"/>
                  </a:lnTo>
                  <a:lnTo>
                    <a:pt x="3327281" y="1045779"/>
                  </a:lnTo>
                  <a:lnTo>
                    <a:pt x="3328122" y="1049633"/>
                  </a:lnTo>
                  <a:lnTo>
                    <a:pt x="3328963" y="1053918"/>
                  </a:lnTo>
                  <a:lnTo>
                    <a:pt x="3329804" y="1058112"/>
                  </a:lnTo>
                  <a:lnTo>
                    <a:pt x="3330645" y="1061605"/>
                  </a:lnTo>
                  <a:lnTo>
                    <a:pt x="3331487" y="1065291"/>
                  </a:lnTo>
                  <a:lnTo>
                    <a:pt x="3332328" y="1068358"/>
                  </a:lnTo>
                  <a:lnTo>
                    <a:pt x="3333169" y="1072363"/>
                  </a:lnTo>
                  <a:lnTo>
                    <a:pt x="3334010" y="1076133"/>
                  </a:lnTo>
                  <a:lnTo>
                    <a:pt x="3334851" y="1080528"/>
                  </a:lnTo>
                  <a:lnTo>
                    <a:pt x="3335693" y="1084269"/>
                  </a:lnTo>
                  <a:lnTo>
                    <a:pt x="3336534" y="1087665"/>
                  </a:lnTo>
                  <a:lnTo>
                    <a:pt x="3337375" y="1091996"/>
                  </a:lnTo>
                  <a:lnTo>
                    <a:pt x="3338216" y="1096464"/>
                  </a:lnTo>
                  <a:lnTo>
                    <a:pt x="3339057" y="1101313"/>
                  </a:lnTo>
                  <a:lnTo>
                    <a:pt x="3339899" y="1105661"/>
                  </a:lnTo>
                  <a:lnTo>
                    <a:pt x="3340740" y="1109795"/>
                  </a:lnTo>
                  <a:lnTo>
                    <a:pt x="3341581" y="1114196"/>
                  </a:lnTo>
                  <a:lnTo>
                    <a:pt x="3342422" y="1117861"/>
                  </a:lnTo>
                  <a:lnTo>
                    <a:pt x="3343263" y="1121769"/>
                  </a:lnTo>
                  <a:lnTo>
                    <a:pt x="3344105" y="1125628"/>
                  </a:lnTo>
                  <a:lnTo>
                    <a:pt x="3344946" y="1130512"/>
                  </a:lnTo>
                  <a:lnTo>
                    <a:pt x="3345787" y="1134957"/>
                  </a:lnTo>
                  <a:lnTo>
                    <a:pt x="3346628" y="1139070"/>
                  </a:lnTo>
                  <a:lnTo>
                    <a:pt x="3347469" y="1142663"/>
                  </a:lnTo>
                  <a:lnTo>
                    <a:pt x="3348311" y="1146744"/>
                  </a:lnTo>
                  <a:lnTo>
                    <a:pt x="3349152" y="1151728"/>
                  </a:lnTo>
                  <a:lnTo>
                    <a:pt x="3349993" y="1155825"/>
                  </a:lnTo>
                  <a:lnTo>
                    <a:pt x="3350834" y="1160162"/>
                  </a:lnTo>
                  <a:lnTo>
                    <a:pt x="3351675" y="1164782"/>
                  </a:lnTo>
                  <a:lnTo>
                    <a:pt x="3352517" y="1170201"/>
                  </a:lnTo>
                  <a:lnTo>
                    <a:pt x="3353358" y="1175965"/>
                  </a:lnTo>
                  <a:lnTo>
                    <a:pt x="3354199" y="1182207"/>
                  </a:lnTo>
                  <a:lnTo>
                    <a:pt x="3355040" y="1188791"/>
                  </a:lnTo>
                  <a:lnTo>
                    <a:pt x="3355882" y="1195845"/>
                  </a:lnTo>
                  <a:lnTo>
                    <a:pt x="3356723" y="1202568"/>
                  </a:lnTo>
                  <a:lnTo>
                    <a:pt x="3357564" y="1209956"/>
                  </a:lnTo>
                  <a:lnTo>
                    <a:pt x="3358405" y="1217001"/>
                  </a:lnTo>
                  <a:lnTo>
                    <a:pt x="3359246" y="1223270"/>
                  </a:lnTo>
                  <a:lnTo>
                    <a:pt x="3360088" y="1229722"/>
                  </a:lnTo>
                  <a:lnTo>
                    <a:pt x="3360929" y="1235240"/>
                  </a:lnTo>
                  <a:lnTo>
                    <a:pt x="3361770" y="1239964"/>
                  </a:lnTo>
                  <a:lnTo>
                    <a:pt x="3362611" y="1245080"/>
                  </a:lnTo>
                  <a:lnTo>
                    <a:pt x="3363452" y="1249457"/>
                  </a:lnTo>
                  <a:lnTo>
                    <a:pt x="3364294" y="1254024"/>
                  </a:lnTo>
                  <a:lnTo>
                    <a:pt x="3365135" y="1257813"/>
                  </a:lnTo>
                  <a:lnTo>
                    <a:pt x="3365976" y="1259740"/>
                  </a:lnTo>
                  <a:lnTo>
                    <a:pt x="3366817" y="1262006"/>
                  </a:lnTo>
                  <a:lnTo>
                    <a:pt x="3367658" y="1264185"/>
                  </a:lnTo>
                  <a:lnTo>
                    <a:pt x="3368500" y="1265730"/>
                  </a:lnTo>
                  <a:lnTo>
                    <a:pt x="3369341" y="1266982"/>
                  </a:lnTo>
                  <a:lnTo>
                    <a:pt x="3370182" y="1267484"/>
                  </a:lnTo>
                  <a:lnTo>
                    <a:pt x="3371023" y="1267684"/>
                  </a:lnTo>
                  <a:lnTo>
                    <a:pt x="3371864" y="1268046"/>
                  </a:lnTo>
                  <a:lnTo>
                    <a:pt x="3372706" y="1268464"/>
                  </a:lnTo>
                  <a:lnTo>
                    <a:pt x="3373547" y="1267023"/>
                  </a:lnTo>
                  <a:lnTo>
                    <a:pt x="3374388" y="1263927"/>
                  </a:lnTo>
                  <a:lnTo>
                    <a:pt x="3375229" y="1259852"/>
                  </a:lnTo>
                  <a:lnTo>
                    <a:pt x="3376070" y="1254288"/>
                  </a:lnTo>
                  <a:lnTo>
                    <a:pt x="3376912" y="1248891"/>
                  </a:lnTo>
                  <a:lnTo>
                    <a:pt x="3377753" y="1243804"/>
                  </a:lnTo>
                  <a:lnTo>
                    <a:pt x="3378594" y="1238780"/>
                  </a:lnTo>
                  <a:lnTo>
                    <a:pt x="3379435" y="1234644"/>
                  </a:lnTo>
                  <a:lnTo>
                    <a:pt x="3380276" y="1230555"/>
                  </a:lnTo>
                  <a:lnTo>
                    <a:pt x="3381118" y="1227100"/>
                  </a:lnTo>
                  <a:lnTo>
                    <a:pt x="3381959" y="1224177"/>
                  </a:lnTo>
                  <a:lnTo>
                    <a:pt x="3382800" y="1221865"/>
                  </a:lnTo>
                  <a:lnTo>
                    <a:pt x="3383641" y="1219502"/>
                  </a:lnTo>
                  <a:lnTo>
                    <a:pt x="3384482" y="1217308"/>
                  </a:lnTo>
                  <a:lnTo>
                    <a:pt x="3385324" y="1215041"/>
                  </a:lnTo>
                  <a:lnTo>
                    <a:pt x="3386165" y="1213822"/>
                  </a:lnTo>
                  <a:lnTo>
                    <a:pt x="3387006" y="1213696"/>
                  </a:lnTo>
                  <a:lnTo>
                    <a:pt x="3387847" y="1212523"/>
                  </a:lnTo>
                  <a:lnTo>
                    <a:pt x="3388688" y="1212232"/>
                  </a:lnTo>
                  <a:lnTo>
                    <a:pt x="3389530" y="1211988"/>
                  </a:lnTo>
                  <a:lnTo>
                    <a:pt x="3390371" y="1211603"/>
                  </a:lnTo>
                  <a:lnTo>
                    <a:pt x="3391212" y="1210370"/>
                  </a:lnTo>
                  <a:lnTo>
                    <a:pt x="3392053" y="1207749"/>
                  </a:lnTo>
                  <a:lnTo>
                    <a:pt x="3392894" y="1204119"/>
                  </a:lnTo>
                  <a:lnTo>
                    <a:pt x="3393736" y="1199280"/>
                  </a:lnTo>
                  <a:lnTo>
                    <a:pt x="3394577" y="1193897"/>
                  </a:lnTo>
                  <a:lnTo>
                    <a:pt x="3395418" y="1188162"/>
                  </a:lnTo>
                  <a:lnTo>
                    <a:pt x="3396259" y="1183305"/>
                  </a:lnTo>
                  <a:lnTo>
                    <a:pt x="3397100" y="1178647"/>
                  </a:lnTo>
                  <a:lnTo>
                    <a:pt x="3397942" y="1173320"/>
                  </a:lnTo>
                  <a:lnTo>
                    <a:pt x="3398783" y="1168124"/>
                  </a:lnTo>
                  <a:lnTo>
                    <a:pt x="3399624" y="1162130"/>
                  </a:lnTo>
                  <a:lnTo>
                    <a:pt x="3400465" y="1156739"/>
                  </a:lnTo>
                  <a:lnTo>
                    <a:pt x="3401306" y="1151416"/>
                  </a:lnTo>
                  <a:lnTo>
                    <a:pt x="3402148" y="1145825"/>
                  </a:lnTo>
                  <a:lnTo>
                    <a:pt x="3402989" y="1140867"/>
                  </a:lnTo>
                  <a:lnTo>
                    <a:pt x="3403830" y="1137037"/>
                  </a:lnTo>
                  <a:lnTo>
                    <a:pt x="3404671" y="1134392"/>
                  </a:lnTo>
                  <a:lnTo>
                    <a:pt x="3405512" y="1132317"/>
                  </a:lnTo>
                  <a:lnTo>
                    <a:pt x="3406354" y="1131006"/>
                  </a:lnTo>
                  <a:lnTo>
                    <a:pt x="3407195" y="1129733"/>
                  </a:lnTo>
                  <a:lnTo>
                    <a:pt x="3408036" y="1128323"/>
                  </a:lnTo>
                  <a:lnTo>
                    <a:pt x="3408877" y="1127346"/>
                  </a:lnTo>
                  <a:lnTo>
                    <a:pt x="3409718" y="1125756"/>
                  </a:lnTo>
                  <a:lnTo>
                    <a:pt x="3410560" y="1124158"/>
                  </a:lnTo>
                  <a:lnTo>
                    <a:pt x="3411401" y="1121113"/>
                  </a:lnTo>
                  <a:lnTo>
                    <a:pt x="3412242" y="1117541"/>
                  </a:lnTo>
                  <a:lnTo>
                    <a:pt x="3413083" y="1114026"/>
                  </a:lnTo>
                  <a:lnTo>
                    <a:pt x="3413924" y="1110963"/>
                  </a:lnTo>
                  <a:lnTo>
                    <a:pt x="3414766" y="1109814"/>
                  </a:lnTo>
                  <a:lnTo>
                    <a:pt x="3415607" y="1109311"/>
                  </a:lnTo>
                  <a:lnTo>
                    <a:pt x="3416448" y="1109946"/>
                  </a:lnTo>
                  <a:lnTo>
                    <a:pt x="3417289" y="1110638"/>
                  </a:lnTo>
                  <a:lnTo>
                    <a:pt x="3418130" y="1113604"/>
                  </a:lnTo>
                  <a:lnTo>
                    <a:pt x="3418972" y="1117406"/>
                  </a:lnTo>
                  <a:lnTo>
                    <a:pt x="3419813" y="1121946"/>
                  </a:lnTo>
                  <a:lnTo>
                    <a:pt x="3420654" y="1126722"/>
                  </a:lnTo>
                  <a:lnTo>
                    <a:pt x="3421495" y="1130731"/>
                  </a:lnTo>
                  <a:lnTo>
                    <a:pt x="3422336" y="1133697"/>
                  </a:lnTo>
                  <a:lnTo>
                    <a:pt x="3423178" y="1136723"/>
                  </a:lnTo>
                  <a:lnTo>
                    <a:pt x="3424019" y="1139726"/>
                  </a:lnTo>
                  <a:lnTo>
                    <a:pt x="3424860" y="1143575"/>
                  </a:lnTo>
                  <a:lnTo>
                    <a:pt x="3425701" y="1146431"/>
                  </a:lnTo>
                  <a:lnTo>
                    <a:pt x="3426543" y="1149526"/>
                  </a:lnTo>
                  <a:lnTo>
                    <a:pt x="3427384" y="1151586"/>
                  </a:lnTo>
                  <a:lnTo>
                    <a:pt x="3428225" y="1151898"/>
                  </a:lnTo>
                  <a:lnTo>
                    <a:pt x="3429066" y="1151453"/>
                  </a:lnTo>
                  <a:lnTo>
                    <a:pt x="3429907" y="1150758"/>
                  </a:lnTo>
                  <a:lnTo>
                    <a:pt x="3430749" y="1149385"/>
                  </a:lnTo>
                  <a:lnTo>
                    <a:pt x="3431590" y="1147013"/>
                  </a:lnTo>
                  <a:lnTo>
                    <a:pt x="3432431" y="1142725"/>
                  </a:lnTo>
                  <a:lnTo>
                    <a:pt x="3433272" y="1137061"/>
                  </a:lnTo>
                  <a:lnTo>
                    <a:pt x="3434113" y="1132152"/>
                  </a:lnTo>
                  <a:lnTo>
                    <a:pt x="3434955" y="1126960"/>
                  </a:lnTo>
                  <a:lnTo>
                    <a:pt x="3435796" y="1122299"/>
                  </a:lnTo>
                  <a:lnTo>
                    <a:pt x="3436637" y="1117877"/>
                  </a:lnTo>
                  <a:lnTo>
                    <a:pt x="3437478" y="1113927"/>
                  </a:lnTo>
                  <a:lnTo>
                    <a:pt x="3438319" y="1111172"/>
                  </a:lnTo>
                  <a:lnTo>
                    <a:pt x="3439161" y="1108982"/>
                  </a:lnTo>
                  <a:lnTo>
                    <a:pt x="3440002" y="1108992"/>
                  </a:lnTo>
                  <a:lnTo>
                    <a:pt x="3440843" y="1110455"/>
                  </a:lnTo>
                  <a:lnTo>
                    <a:pt x="3441684" y="1112088"/>
                  </a:lnTo>
                  <a:lnTo>
                    <a:pt x="3442525" y="1115306"/>
                  </a:lnTo>
                  <a:lnTo>
                    <a:pt x="3443367" y="1118123"/>
                  </a:lnTo>
                  <a:lnTo>
                    <a:pt x="3444208" y="1121916"/>
                  </a:lnTo>
                  <a:lnTo>
                    <a:pt x="3445049" y="1126699"/>
                  </a:lnTo>
                  <a:lnTo>
                    <a:pt x="3445890" y="1130891"/>
                  </a:lnTo>
                  <a:lnTo>
                    <a:pt x="3446731" y="1134485"/>
                  </a:lnTo>
                  <a:lnTo>
                    <a:pt x="3447573" y="1137205"/>
                  </a:lnTo>
                  <a:lnTo>
                    <a:pt x="3448414" y="1138939"/>
                  </a:lnTo>
                  <a:lnTo>
                    <a:pt x="3449255" y="1140222"/>
                  </a:lnTo>
                  <a:lnTo>
                    <a:pt x="3450096" y="1140508"/>
                  </a:lnTo>
                  <a:lnTo>
                    <a:pt x="3450937" y="1141274"/>
                  </a:lnTo>
                  <a:lnTo>
                    <a:pt x="3451779" y="1142276"/>
                  </a:lnTo>
                  <a:lnTo>
                    <a:pt x="3452620" y="1142948"/>
                  </a:lnTo>
                  <a:lnTo>
                    <a:pt x="3453461" y="1142223"/>
                  </a:lnTo>
                  <a:lnTo>
                    <a:pt x="3454302" y="1141541"/>
                  </a:lnTo>
                  <a:lnTo>
                    <a:pt x="3455143" y="1140696"/>
                  </a:lnTo>
                  <a:lnTo>
                    <a:pt x="3455985" y="1141498"/>
                  </a:lnTo>
                  <a:lnTo>
                    <a:pt x="3456826" y="1141828"/>
                  </a:lnTo>
                  <a:lnTo>
                    <a:pt x="3457667" y="1143071"/>
                  </a:lnTo>
                  <a:lnTo>
                    <a:pt x="3458508" y="1146253"/>
                  </a:lnTo>
                  <a:lnTo>
                    <a:pt x="3459349" y="1150431"/>
                  </a:lnTo>
                  <a:lnTo>
                    <a:pt x="3460191" y="1155268"/>
                  </a:lnTo>
                  <a:lnTo>
                    <a:pt x="3461032" y="1159529"/>
                  </a:lnTo>
                  <a:lnTo>
                    <a:pt x="3461873" y="1163395"/>
                  </a:lnTo>
                  <a:lnTo>
                    <a:pt x="3462714" y="1167247"/>
                  </a:lnTo>
                  <a:lnTo>
                    <a:pt x="3463555" y="1171115"/>
                  </a:lnTo>
                  <a:lnTo>
                    <a:pt x="3464397" y="1175248"/>
                  </a:lnTo>
                  <a:lnTo>
                    <a:pt x="3465238" y="1178420"/>
                  </a:lnTo>
                  <a:lnTo>
                    <a:pt x="3466079" y="1181753"/>
                  </a:lnTo>
                  <a:lnTo>
                    <a:pt x="3466920" y="1185377"/>
                  </a:lnTo>
                  <a:lnTo>
                    <a:pt x="3467761" y="1187809"/>
                  </a:lnTo>
                  <a:lnTo>
                    <a:pt x="3468603" y="1189776"/>
                  </a:lnTo>
                  <a:lnTo>
                    <a:pt x="3469444" y="1191679"/>
                  </a:lnTo>
                  <a:lnTo>
                    <a:pt x="3470285" y="1193073"/>
                  </a:lnTo>
                  <a:lnTo>
                    <a:pt x="3471126" y="1194383"/>
                  </a:lnTo>
                  <a:lnTo>
                    <a:pt x="3471967" y="1195469"/>
                  </a:lnTo>
                  <a:lnTo>
                    <a:pt x="3472809" y="1193018"/>
                  </a:lnTo>
                  <a:lnTo>
                    <a:pt x="3473650" y="1192014"/>
                  </a:lnTo>
                  <a:lnTo>
                    <a:pt x="3474491" y="1190035"/>
                  </a:lnTo>
                  <a:lnTo>
                    <a:pt x="3475332" y="1187963"/>
                  </a:lnTo>
                  <a:lnTo>
                    <a:pt x="3476173" y="1185777"/>
                  </a:lnTo>
                  <a:lnTo>
                    <a:pt x="3477015" y="1184189"/>
                  </a:lnTo>
                  <a:lnTo>
                    <a:pt x="3477856" y="1182614"/>
                  </a:lnTo>
                  <a:lnTo>
                    <a:pt x="3478697" y="1181103"/>
                  </a:lnTo>
                  <a:lnTo>
                    <a:pt x="3479538" y="1179620"/>
                  </a:lnTo>
                  <a:lnTo>
                    <a:pt x="3480379" y="1179533"/>
                  </a:lnTo>
                  <a:lnTo>
                    <a:pt x="3481221" y="1179678"/>
                  </a:lnTo>
                  <a:lnTo>
                    <a:pt x="3482062" y="1180743"/>
                  </a:lnTo>
                  <a:lnTo>
                    <a:pt x="3482903" y="1182405"/>
                  </a:lnTo>
                  <a:lnTo>
                    <a:pt x="3483744" y="1182990"/>
                  </a:lnTo>
                  <a:lnTo>
                    <a:pt x="3484585" y="1182866"/>
                  </a:lnTo>
                  <a:lnTo>
                    <a:pt x="3485427" y="1182650"/>
                  </a:lnTo>
                  <a:lnTo>
                    <a:pt x="3486268" y="1182111"/>
                  </a:lnTo>
                  <a:lnTo>
                    <a:pt x="3487109" y="1181847"/>
                  </a:lnTo>
                  <a:lnTo>
                    <a:pt x="3487950" y="1180826"/>
                  </a:lnTo>
                  <a:lnTo>
                    <a:pt x="3488791" y="1178455"/>
                  </a:lnTo>
                  <a:lnTo>
                    <a:pt x="3489633" y="1175840"/>
                  </a:lnTo>
                  <a:lnTo>
                    <a:pt x="3490474" y="1172880"/>
                  </a:lnTo>
                  <a:lnTo>
                    <a:pt x="3491315" y="1170018"/>
                  </a:lnTo>
                  <a:lnTo>
                    <a:pt x="3492156" y="1167575"/>
                  </a:lnTo>
                  <a:lnTo>
                    <a:pt x="3492997" y="1164708"/>
                  </a:lnTo>
                  <a:lnTo>
                    <a:pt x="3493839" y="1162341"/>
                  </a:lnTo>
                  <a:lnTo>
                    <a:pt x="3494680" y="1158795"/>
                  </a:lnTo>
                  <a:lnTo>
                    <a:pt x="3495521" y="1155201"/>
                  </a:lnTo>
                  <a:lnTo>
                    <a:pt x="3496362" y="1151427"/>
                  </a:lnTo>
                  <a:lnTo>
                    <a:pt x="3497204" y="1147111"/>
                  </a:lnTo>
                  <a:lnTo>
                    <a:pt x="3498045" y="1142660"/>
                  </a:lnTo>
                  <a:lnTo>
                    <a:pt x="3498886" y="1138059"/>
                  </a:lnTo>
                  <a:lnTo>
                    <a:pt x="3499727" y="1133202"/>
                  </a:lnTo>
                  <a:lnTo>
                    <a:pt x="3500568" y="1128020"/>
                  </a:lnTo>
                  <a:lnTo>
                    <a:pt x="3501410" y="1121749"/>
                  </a:lnTo>
                  <a:lnTo>
                    <a:pt x="3502251" y="1115678"/>
                  </a:lnTo>
                  <a:lnTo>
                    <a:pt x="3503092" y="1110113"/>
                  </a:lnTo>
                  <a:lnTo>
                    <a:pt x="3503933" y="1105541"/>
                  </a:lnTo>
                  <a:lnTo>
                    <a:pt x="3504774" y="1099897"/>
                  </a:lnTo>
                  <a:lnTo>
                    <a:pt x="3505616" y="1094095"/>
                  </a:lnTo>
                  <a:lnTo>
                    <a:pt x="3506457" y="1087486"/>
                  </a:lnTo>
                  <a:lnTo>
                    <a:pt x="3507298" y="1081645"/>
                  </a:lnTo>
                  <a:lnTo>
                    <a:pt x="3508139" y="1076713"/>
                  </a:lnTo>
                  <a:lnTo>
                    <a:pt x="3508980" y="1072274"/>
                  </a:lnTo>
                  <a:lnTo>
                    <a:pt x="3509822" y="1069115"/>
                  </a:lnTo>
                  <a:lnTo>
                    <a:pt x="3510663" y="1065878"/>
                  </a:lnTo>
                  <a:lnTo>
                    <a:pt x="3511504" y="1063197"/>
                  </a:lnTo>
                  <a:lnTo>
                    <a:pt x="3512345" y="1061152"/>
                  </a:lnTo>
                  <a:lnTo>
                    <a:pt x="3513186" y="1058354"/>
                  </a:lnTo>
                  <a:lnTo>
                    <a:pt x="3514028" y="1055916"/>
                  </a:lnTo>
                  <a:lnTo>
                    <a:pt x="3514869" y="1053378"/>
                  </a:lnTo>
                  <a:lnTo>
                    <a:pt x="3515710" y="1050805"/>
                  </a:lnTo>
                  <a:lnTo>
                    <a:pt x="3516551" y="1048235"/>
                  </a:lnTo>
                  <a:lnTo>
                    <a:pt x="3517392" y="1045786"/>
                  </a:lnTo>
                  <a:lnTo>
                    <a:pt x="3518234" y="1043893"/>
                  </a:lnTo>
                  <a:lnTo>
                    <a:pt x="3519075" y="1042140"/>
                  </a:lnTo>
                  <a:lnTo>
                    <a:pt x="3519916" y="1040653"/>
                  </a:lnTo>
                  <a:lnTo>
                    <a:pt x="3520757" y="1039118"/>
                  </a:lnTo>
                  <a:lnTo>
                    <a:pt x="3521598" y="1037583"/>
                  </a:lnTo>
                  <a:lnTo>
                    <a:pt x="3522440" y="1035997"/>
                  </a:lnTo>
                  <a:lnTo>
                    <a:pt x="3523281" y="1033572"/>
                  </a:lnTo>
                  <a:lnTo>
                    <a:pt x="3524122" y="1031350"/>
                  </a:lnTo>
                  <a:lnTo>
                    <a:pt x="3524963" y="1029814"/>
                  </a:lnTo>
                  <a:lnTo>
                    <a:pt x="3525804" y="1028654"/>
                  </a:lnTo>
                  <a:lnTo>
                    <a:pt x="3526646" y="1028338"/>
                  </a:lnTo>
                  <a:lnTo>
                    <a:pt x="3527487" y="1027861"/>
                  </a:lnTo>
                  <a:lnTo>
                    <a:pt x="3528328" y="1027907"/>
                  </a:lnTo>
                  <a:lnTo>
                    <a:pt x="3529169" y="1028835"/>
                  </a:lnTo>
                  <a:lnTo>
                    <a:pt x="3530010" y="1030449"/>
                  </a:lnTo>
                  <a:lnTo>
                    <a:pt x="3530852" y="1032589"/>
                  </a:lnTo>
                  <a:lnTo>
                    <a:pt x="3531693" y="1034412"/>
                  </a:lnTo>
                  <a:lnTo>
                    <a:pt x="3532534" y="1036250"/>
                  </a:lnTo>
                  <a:lnTo>
                    <a:pt x="3533375" y="1038773"/>
                  </a:lnTo>
                  <a:lnTo>
                    <a:pt x="3534216" y="1042032"/>
                  </a:lnTo>
                  <a:lnTo>
                    <a:pt x="3535058" y="1044601"/>
                  </a:lnTo>
                  <a:lnTo>
                    <a:pt x="3535899" y="1046635"/>
                  </a:lnTo>
                  <a:lnTo>
                    <a:pt x="3536740" y="1048735"/>
                  </a:lnTo>
                  <a:lnTo>
                    <a:pt x="3537581" y="1050077"/>
                  </a:lnTo>
                  <a:lnTo>
                    <a:pt x="3538422" y="1051141"/>
                  </a:lnTo>
                  <a:lnTo>
                    <a:pt x="3539264" y="1051093"/>
                  </a:lnTo>
                  <a:lnTo>
                    <a:pt x="3540105" y="1050517"/>
                  </a:lnTo>
                  <a:lnTo>
                    <a:pt x="3540946" y="1047903"/>
                  </a:lnTo>
                  <a:lnTo>
                    <a:pt x="3541787" y="1045713"/>
                  </a:lnTo>
                  <a:lnTo>
                    <a:pt x="3542628" y="1043076"/>
                  </a:lnTo>
                  <a:lnTo>
                    <a:pt x="3543470" y="1041034"/>
                  </a:lnTo>
                  <a:lnTo>
                    <a:pt x="3544311" y="1040172"/>
                  </a:lnTo>
                  <a:lnTo>
                    <a:pt x="3545152" y="1039107"/>
                  </a:lnTo>
                  <a:lnTo>
                    <a:pt x="3545993" y="1038493"/>
                  </a:lnTo>
                  <a:lnTo>
                    <a:pt x="3546834" y="1037828"/>
                  </a:lnTo>
                  <a:lnTo>
                    <a:pt x="3547676" y="1037708"/>
                  </a:lnTo>
                  <a:lnTo>
                    <a:pt x="3548517" y="1037561"/>
                  </a:lnTo>
                  <a:lnTo>
                    <a:pt x="3549358" y="1038208"/>
                  </a:lnTo>
                  <a:lnTo>
                    <a:pt x="3550199" y="1038379"/>
                  </a:lnTo>
                  <a:lnTo>
                    <a:pt x="3551040" y="1038908"/>
                  </a:lnTo>
                  <a:lnTo>
                    <a:pt x="3551882" y="1039749"/>
                  </a:lnTo>
                  <a:lnTo>
                    <a:pt x="3552723" y="1040352"/>
                  </a:lnTo>
                  <a:lnTo>
                    <a:pt x="3553564" y="1040491"/>
                  </a:lnTo>
                  <a:lnTo>
                    <a:pt x="3554405" y="1039495"/>
                  </a:lnTo>
                  <a:lnTo>
                    <a:pt x="3555246" y="1037744"/>
                  </a:lnTo>
                  <a:lnTo>
                    <a:pt x="3556088" y="1036618"/>
                  </a:lnTo>
                  <a:lnTo>
                    <a:pt x="3556929" y="1035808"/>
                  </a:lnTo>
                  <a:lnTo>
                    <a:pt x="3557770" y="1035549"/>
                  </a:lnTo>
                  <a:lnTo>
                    <a:pt x="3558611" y="1035686"/>
                  </a:lnTo>
                  <a:lnTo>
                    <a:pt x="3559452" y="1035632"/>
                  </a:lnTo>
                  <a:lnTo>
                    <a:pt x="3560294" y="1035942"/>
                  </a:lnTo>
                  <a:lnTo>
                    <a:pt x="3561135" y="1036869"/>
                  </a:lnTo>
                  <a:lnTo>
                    <a:pt x="3561976" y="1038354"/>
                  </a:lnTo>
                  <a:lnTo>
                    <a:pt x="3562817" y="1040413"/>
                  </a:lnTo>
                  <a:lnTo>
                    <a:pt x="3563658" y="1042109"/>
                  </a:lnTo>
                  <a:lnTo>
                    <a:pt x="3564500" y="1043920"/>
                  </a:lnTo>
                  <a:lnTo>
                    <a:pt x="3565341" y="1045919"/>
                  </a:lnTo>
                  <a:lnTo>
                    <a:pt x="3566182" y="1048594"/>
                  </a:lnTo>
                  <a:lnTo>
                    <a:pt x="3567023" y="1051664"/>
                  </a:lnTo>
                  <a:lnTo>
                    <a:pt x="3567864" y="1057189"/>
                  </a:lnTo>
                  <a:lnTo>
                    <a:pt x="3568706" y="1062630"/>
                  </a:lnTo>
                  <a:lnTo>
                    <a:pt x="3569547" y="1067113"/>
                  </a:lnTo>
                  <a:lnTo>
                    <a:pt x="3570388" y="1071882"/>
                  </a:lnTo>
                  <a:lnTo>
                    <a:pt x="3571229" y="1076791"/>
                  </a:lnTo>
                  <a:lnTo>
                    <a:pt x="3572071" y="1081729"/>
                  </a:lnTo>
                  <a:lnTo>
                    <a:pt x="3572912" y="1086001"/>
                  </a:lnTo>
                  <a:lnTo>
                    <a:pt x="3573753" y="1089129"/>
                  </a:lnTo>
                  <a:lnTo>
                    <a:pt x="3574594" y="1091834"/>
                  </a:lnTo>
                  <a:lnTo>
                    <a:pt x="3575435" y="1094298"/>
                  </a:lnTo>
                  <a:lnTo>
                    <a:pt x="3576277" y="1097172"/>
                  </a:lnTo>
                  <a:lnTo>
                    <a:pt x="3577118" y="1100127"/>
                  </a:lnTo>
                  <a:lnTo>
                    <a:pt x="3577959" y="1105038"/>
                  </a:lnTo>
                  <a:lnTo>
                    <a:pt x="3578800" y="1110995"/>
                  </a:lnTo>
                  <a:lnTo>
                    <a:pt x="3579641" y="1118092"/>
                  </a:lnTo>
                  <a:lnTo>
                    <a:pt x="3580483" y="1125359"/>
                  </a:lnTo>
                  <a:lnTo>
                    <a:pt x="3581324" y="1132377"/>
                  </a:lnTo>
                  <a:lnTo>
                    <a:pt x="3582165" y="1138947"/>
                  </a:lnTo>
                  <a:lnTo>
                    <a:pt x="3583006" y="1144268"/>
                  </a:lnTo>
                  <a:lnTo>
                    <a:pt x="3583847" y="1148219"/>
                  </a:lnTo>
                  <a:lnTo>
                    <a:pt x="3584689" y="1153129"/>
                  </a:lnTo>
                  <a:lnTo>
                    <a:pt x="3585530" y="1159453"/>
                  </a:lnTo>
                  <a:lnTo>
                    <a:pt x="3586371" y="1165441"/>
                  </a:lnTo>
                  <a:lnTo>
                    <a:pt x="3587212" y="1171406"/>
                  </a:lnTo>
                  <a:lnTo>
                    <a:pt x="3588053" y="1176528"/>
                  </a:lnTo>
                  <a:lnTo>
                    <a:pt x="3588895" y="1180901"/>
                  </a:lnTo>
                  <a:lnTo>
                    <a:pt x="3589736" y="1185363"/>
                  </a:lnTo>
                  <a:lnTo>
                    <a:pt x="3590577" y="1189667"/>
                  </a:lnTo>
                  <a:lnTo>
                    <a:pt x="3591418" y="1193950"/>
                  </a:lnTo>
                  <a:lnTo>
                    <a:pt x="3592259" y="1198305"/>
                  </a:lnTo>
                  <a:lnTo>
                    <a:pt x="3593101" y="1203362"/>
                  </a:lnTo>
                  <a:lnTo>
                    <a:pt x="3593942" y="1209540"/>
                  </a:lnTo>
                  <a:lnTo>
                    <a:pt x="3594783" y="1216266"/>
                  </a:lnTo>
                  <a:lnTo>
                    <a:pt x="3595624" y="1223790"/>
                  </a:lnTo>
                  <a:lnTo>
                    <a:pt x="3596465" y="1231428"/>
                  </a:lnTo>
                  <a:lnTo>
                    <a:pt x="3597307" y="1239001"/>
                  </a:lnTo>
                  <a:lnTo>
                    <a:pt x="3598148" y="1246448"/>
                  </a:lnTo>
                  <a:lnTo>
                    <a:pt x="3598989" y="1253380"/>
                  </a:lnTo>
                  <a:lnTo>
                    <a:pt x="3599830" y="1260275"/>
                  </a:lnTo>
                  <a:lnTo>
                    <a:pt x="3600671" y="1268343"/>
                  </a:lnTo>
                  <a:lnTo>
                    <a:pt x="3601513" y="1277119"/>
                  </a:lnTo>
                  <a:lnTo>
                    <a:pt x="3602354" y="1285519"/>
                  </a:lnTo>
                  <a:lnTo>
                    <a:pt x="3603195" y="1294654"/>
                  </a:lnTo>
                  <a:lnTo>
                    <a:pt x="3604036" y="1302504"/>
                  </a:lnTo>
                  <a:lnTo>
                    <a:pt x="3604877" y="1308964"/>
                  </a:lnTo>
                  <a:lnTo>
                    <a:pt x="3605719" y="1313873"/>
                  </a:lnTo>
                  <a:lnTo>
                    <a:pt x="3606560" y="1316974"/>
                  </a:lnTo>
                  <a:lnTo>
                    <a:pt x="3607401" y="1319640"/>
                  </a:lnTo>
                  <a:lnTo>
                    <a:pt x="3608242" y="1321180"/>
                  </a:lnTo>
                  <a:lnTo>
                    <a:pt x="3609083" y="1322107"/>
                  </a:lnTo>
                  <a:lnTo>
                    <a:pt x="3609925" y="1322656"/>
                  </a:lnTo>
                  <a:lnTo>
                    <a:pt x="3610766" y="1322780"/>
                  </a:lnTo>
                  <a:lnTo>
                    <a:pt x="3611607" y="1322663"/>
                  </a:lnTo>
                  <a:lnTo>
                    <a:pt x="3612448" y="1322464"/>
                  </a:lnTo>
                  <a:lnTo>
                    <a:pt x="3613289" y="1323274"/>
                  </a:lnTo>
                  <a:lnTo>
                    <a:pt x="3614131" y="1324100"/>
                  </a:lnTo>
                  <a:lnTo>
                    <a:pt x="3614972" y="1324558"/>
                  </a:lnTo>
                  <a:lnTo>
                    <a:pt x="3615813" y="1324931"/>
                  </a:lnTo>
                  <a:lnTo>
                    <a:pt x="3616654" y="1325615"/>
                  </a:lnTo>
                  <a:lnTo>
                    <a:pt x="3617495" y="1326658"/>
                  </a:lnTo>
                  <a:lnTo>
                    <a:pt x="3618337" y="1328984"/>
                  </a:lnTo>
                  <a:lnTo>
                    <a:pt x="3619178" y="1332089"/>
                  </a:lnTo>
                  <a:lnTo>
                    <a:pt x="3620019" y="1334441"/>
                  </a:lnTo>
                  <a:lnTo>
                    <a:pt x="3620860" y="1336812"/>
                  </a:lnTo>
                  <a:lnTo>
                    <a:pt x="3621701" y="1338842"/>
                  </a:lnTo>
                  <a:lnTo>
                    <a:pt x="3622543" y="1339705"/>
                  </a:lnTo>
                  <a:lnTo>
                    <a:pt x="3623384" y="1339875"/>
                  </a:lnTo>
                  <a:lnTo>
                    <a:pt x="3624225" y="1340664"/>
                  </a:lnTo>
                  <a:lnTo>
                    <a:pt x="3625066" y="1341198"/>
                  </a:lnTo>
                  <a:lnTo>
                    <a:pt x="3625907" y="1339907"/>
                  </a:lnTo>
                  <a:lnTo>
                    <a:pt x="3626749" y="1337386"/>
                  </a:lnTo>
                  <a:lnTo>
                    <a:pt x="3627590" y="1334212"/>
                  </a:lnTo>
                  <a:lnTo>
                    <a:pt x="3628431" y="1330614"/>
                  </a:lnTo>
                  <a:lnTo>
                    <a:pt x="3629272" y="1327375"/>
                  </a:lnTo>
                  <a:lnTo>
                    <a:pt x="3630113" y="1323761"/>
                  </a:lnTo>
                  <a:lnTo>
                    <a:pt x="3630955" y="1318146"/>
                  </a:lnTo>
                  <a:lnTo>
                    <a:pt x="3631796" y="1311708"/>
                  </a:lnTo>
                  <a:lnTo>
                    <a:pt x="3632637" y="1304800"/>
                  </a:lnTo>
                  <a:lnTo>
                    <a:pt x="3633478" y="1298915"/>
                  </a:lnTo>
                  <a:lnTo>
                    <a:pt x="3634319" y="1293175"/>
                  </a:lnTo>
                  <a:lnTo>
                    <a:pt x="3635161" y="1286661"/>
                  </a:lnTo>
                  <a:lnTo>
                    <a:pt x="3636002" y="1280233"/>
                  </a:lnTo>
                  <a:lnTo>
                    <a:pt x="3636843" y="1272760"/>
                  </a:lnTo>
                  <a:lnTo>
                    <a:pt x="3637684" y="1266246"/>
                  </a:lnTo>
                  <a:lnTo>
                    <a:pt x="3638525" y="1259901"/>
                  </a:lnTo>
                  <a:lnTo>
                    <a:pt x="3639367" y="1254686"/>
                  </a:lnTo>
                  <a:lnTo>
                    <a:pt x="3640208" y="1249577"/>
                  </a:lnTo>
                  <a:lnTo>
                    <a:pt x="3641049" y="1247419"/>
                  </a:lnTo>
                  <a:lnTo>
                    <a:pt x="3641890" y="1244385"/>
                  </a:lnTo>
                  <a:lnTo>
                    <a:pt x="3642732" y="1243509"/>
                  </a:lnTo>
                  <a:lnTo>
                    <a:pt x="3643573" y="1243149"/>
                  </a:lnTo>
                  <a:lnTo>
                    <a:pt x="3644414" y="1242667"/>
                  </a:lnTo>
                  <a:lnTo>
                    <a:pt x="3645255" y="1241863"/>
                  </a:lnTo>
                  <a:lnTo>
                    <a:pt x="3646096" y="1240099"/>
                  </a:lnTo>
                  <a:lnTo>
                    <a:pt x="3646938" y="1238897"/>
                  </a:lnTo>
                  <a:lnTo>
                    <a:pt x="3647779" y="1238260"/>
                  </a:lnTo>
                  <a:lnTo>
                    <a:pt x="3648620" y="1237891"/>
                  </a:lnTo>
                  <a:lnTo>
                    <a:pt x="3649461" y="1237758"/>
                  </a:lnTo>
                  <a:lnTo>
                    <a:pt x="3650302" y="1236384"/>
                  </a:lnTo>
                  <a:lnTo>
                    <a:pt x="3651144" y="1234801"/>
                  </a:lnTo>
                  <a:lnTo>
                    <a:pt x="3651985" y="1232450"/>
                  </a:lnTo>
                  <a:lnTo>
                    <a:pt x="3652826" y="1229810"/>
                  </a:lnTo>
                  <a:lnTo>
                    <a:pt x="3653667" y="1227276"/>
                  </a:lnTo>
                  <a:lnTo>
                    <a:pt x="3654508" y="1225115"/>
                  </a:lnTo>
                  <a:lnTo>
                    <a:pt x="3655350" y="1223029"/>
                  </a:lnTo>
                  <a:lnTo>
                    <a:pt x="3656191" y="1220552"/>
                  </a:lnTo>
                  <a:lnTo>
                    <a:pt x="3657032" y="1216779"/>
                  </a:lnTo>
                  <a:lnTo>
                    <a:pt x="3657873" y="1211965"/>
                  </a:lnTo>
                  <a:lnTo>
                    <a:pt x="3658714" y="1206719"/>
                  </a:lnTo>
                  <a:lnTo>
                    <a:pt x="3659556" y="1200311"/>
                  </a:lnTo>
                  <a:lnTo>
                    <a:pt x="3660397" y="1192668"/>
                  </a:lnTo>
                  <a:lnTo>
                    <a:pt x="3661238" y="1184280"/>
                  </a:lnTo>
                  <a:lnTo>
                    <a:pt x="3662079" y="1178158"/>
                  </a:lnTo>
                  <a:lnTo>
                    <a:pt x="3662920" y="1174035"/>
                  </a:lnTo>
                  <a:lnTo>
                    <a:pt x="3663762" y="1171258"/>
                  </a:lnTo>
                  <a:lnTo>
                    <a:pt x="3664603" y="1170081"/>
                  </a:lnTo>
                  <a:lnTo>
                    <a:pt x="3665444" y="1170254"/>
                  </a:lnTo>
                  <a:lnTo>
                    <a:pt x="3666285" y="1171136"/>
                  </a:lnTo>
                  <a:lnTo>
                    <a:pt x="3667126" y="1173632"/>
                  </a:lnTo>
                  <a:lnTo>
                    <a:pt x="3667968" y="1177902"/>
                  </a:lnTo>
                  <a:lnTo>
                    <a:pt x="3668809" y="1182842"/>
                  </a:lnTo>
                  <a:lnTo>
                    <a:pt x="3669650" y="1188744"/>
                  </a:lnTo>
                  <a:lnTo>
                    <a:pt x="3670491" y="1194250"/>
                  </a:lnTo>
                  <a:lnTo>
                    <a:pt x="3671332" y="1199430"/>
                  </a:lnTo>
                  <a:lnTo>
                    <a:pt x="3672174" y="1203593"/>
                  </a:lnTo>
                  <a:lnTo>
                    <a:pt x="3673015" y="1208678"/>
                  </a:lnTo>
                  <a:lnTo>
                    <a:pt x="3673856" y="1213798"/>
                  </a:lnTo>
                  <a:lnTo>
                    <a:pt x="3674697" y="1219380"/>
                  </a:lnTo>
                  <a:lnTo>
                    <a:pt x="3675538" y="1224246"/>
                  </a:lnTo>
                  <a:lnTo>
                    <a:pt x="3676380" y="1228368"/>
                  </a:lnTo>
                  <a:lnTo>
                    <a:pt x="3677221" y="1231753"/>
                  </a:lnTo>
                  <a:lnTo>
                    <a:pt x="3678062" y="1233730"/>
                  </a:lnTo>
                  <a:lnTo>
                    <a:pt x="3678903" y="1235647"/>
                  </a:lnTo>
                  <a:lnTo>
                    <a:pt x="3679744" y="1237075"/>
                  </a:lnTo>
                  <a:lnTo>
                    <a:pt x="3680586" y="1237729"/>
                  </a:lnTo>
                  <a:lnTo>
                    <a:pt x="3681427" y="1238207"/>
                  </a:lnTo>
                  <a:lnTo>
                    <a:pt x="3682268" y="1237433"/>
                  </a:lnTo>
                  <a:lnTo>
                    <a:pt x="3683109" y="1236405"/>
                  </a:lnTo>
                  <a:lnTo>
                    <a:pt x="3683950" y="1234081"/>
                  </a:lnTo>
                  <a:lnTo>
                    <a:pt x="3684792" y="1230298"/>
                  </a:lnTo>
                  <a:lnTo>
                    <a:pt x="3685633" y="1225644"/>
                  </a:lnTo>
                  <a:lnTo>
                    <a:pt x="3686474" y="1220687"/>
                  </a:lnTo>
                  <a:lnTo>
                    <a:pt x="3687315" y="1215646"/>
                  </a:lnTo>
                  <a:lnTo>
                    <a:pt x="3688156" y="1211848"/>
                  </a:lnTo>
                  <a:lnTo>
                    <a:pt x="3688998" y="1208163"/>
                  </a:lnTo>
                  <a:lnTo>
                    <a:pt x="3689839" y="1205474"/>
                  </a:lnTo>
                  <a:lnTo>
                    <a:pt x="3690680" y="1203864"/>
                  </a:lnTo>
                  <a:lnTo>
                    <a:pt x="3691521" y="1203302"/>
                  </a:lnTo>
                  <a:lnTo>
                    <a:pt x="3692362" y="1203271"/>
                  </a:lnTo>
                  <a:lnTo>
                    <a:pt x="3693204" y="1203037"/>
                  </a:lnTo>
                  <a:lnTo>
                    <a:pt x="3694045" y="1202114"/>
                  </a:lnTo>
                  <a:lnTo>
                    <a:pt x="3694886" y="1200176"/>
                  </a:lnTo>
                  <a:lnTo>
                    <a:pt x="3695727" y="1199005"/>
                  </a:lnTo>
                  <a:lnTo>
                    <a:pt x="3696568" y="1197494"/>
                  </a:lnTo>
                  <a:lnTo>
                    <a:pt x="3697410" y="1195818"/>
                  </a:lnTo>
                  <a:lnTo>
                    <a:pt x="3698251" y="1194796"/>
                  </a:lnTo>
                  <a:lnTo>
                    <a:pt x="3699092" y="1193691"/>
                  </a:lnTo>
                  <a:lnTo>
                    <a:pt x="3699933" y="1192570"/>
                  </a:lnTo>
                  <a:lnTo>
                    <a:pt x="3700774" y="1191131"/>
                  </a:lnTo>
                  <a:lnTo>
                    <a:pt x="3701616" y="1188851"/>
                  </a:lnTo>
                  <a:lnTo>
                    <a:pt x="3702457" y="1186488"/>
                  </a:lnTo>
                  <a:lnTo>
                    <a:pt x="3703298" y="1184360"/>
                  </a:lnTo>
                  <a:lnTo>
                    <a:pt x="3704139" y="1181986"/>
                  </a:lnTo>
                  <a:lnTo>
                    <a:pt x="3704980" y="1179137"/>
                  </a:lnTo>
                  <a:lnTo>
                    <a:pt x="3705822" y="1176360"/>
                  </a:lnTo>
                  <a:lnTo>
                    <a:pt x="3706663" y="1173582"/>
                  </a:lnTo>
                  <a:lnTo>
                    <a:pt x="3707504" y="1170998"/>
                  </a:lnTo>
                  <a:lnTo>
                    <a:pt x="3708345" y="1168503"/>
                  </a:lnTo>
                  <a:lnTo>
                    <a:pt x="3709186" y="1168223"/>
                  </a:lnTo>
                  <a:lnTo>
                    <a:pt x="3710028" y="1167023"/>
                  </a:lnTo>
                  <a:lnTo>
                    <a:pt x="3710869" y="1166819"/>
                  </a:lnTo>
                  <a:lnTo>
                    <a:pt x="3711710" y="1165382"/>
                  </a:lnTo>
                  <a:lnTo>
                    <a:pt x="3712551" y="1164730"/>
                  </a:lnTo>
                  <a:lnTo>
                    <a:pt x="3713393" y="1164103"/>
                  </a:lnTo>
                  <a:lnTo>
                    <a:pt x="3714234" y="1162295"/>
                  </a:lnTo>
                  <a:lnTo>
                    <a:pt x="3715075" y="1161181"/>
                  </a:lnTo>
                  <a:lnTo>
                    <a:pt x="3715916" y="1159774"/>
                  </a:lnTo>
                  <a:lnTo>
                    <a:pt x="3716757" y="1159151"/>
                  </a:lnTo>
                  <a:lnTo>
                    <a:pt x="3717599" y="1159382"/>
                  </a:lnTo>
                  <a:lnTo>
                    <a:pt x="3718440" y="1160634"/>
                  </a:lnTo>
                  <a:lnTo>
                    <a:pt x="3719281" y="1161876"/>
                  </a:lnTo>
                  <a:lnTo>
                    <a:pt x="3720122" y="1163999"/>
                  </a:lnTo>
                  <a:lnTo>
                    <a:pt x="3720963" y="1167467"/>
                  </a:lnTo>
                  <a:lnTo>
                    <a:pt x="3721805" y="1172141"/>
                  </a:lnTo>
                  <a:lnTo>
                    <a:pt x="3722646" y="1178009"/>
                  </a:lnTo>
                  <a:lnTo>
                    <a:pt x="3723487" y="1184098"/>
                  </a:lnTo>
                  <a:lnTo>
                    <a:pt x="3724328" y="1190510"/>
                  </a:lnTo>
                  <a:lnTo>
                    <a:pt x="3725169" y="1197841"/>
                  </a:lnTo>
                  <a:lnTo>
                    <a:pt x="3726011" y="1205407"/>
                  </a:lnTo>
                  <a:lnTo>
                    <a:pt x="3726852" y="1213121"/>
                  </a:lnTo>
                  <a:lnTo>
                    <a:pt x="3727693" y="1222050"/>
                  </a:lnTo>
                  <a:lnTo>
                    <a:pt x="3728534" y="1231263"/>
                  </a:lnTo>
                  <a:lnTo>
                    <a:pt x="3729375" y="1240054"/>
                  </a:lnTo>
                  <a:lnTo>
                    <a:pt x="3730217" y="1247579"/>
                  </a:lnTo>
                  <a:lnTo>
                    <a:pt x="3731058" y="1254336"/>
                  </a:lnTo>
                  <a:lnTo>
                    <a:pt x="3731899" y="1261701"/>
                  </a:lnTo>
                  <a:lnTo>
                    <a:pt x="3732740" y="1267428"/>
                  </a:lnTo>
                  <a:lnTo>
                    <a:pt x="3733581" y="1271676"/>
                  </a:lnTo>
                  <a:lnTo>
                    <a:pt x="3734423" y="1274075"/>
                  </a:lnTo>
                  <a:lnTo>
                    <a:pt x="3735264" y="1276737"/>
                  </a:lnTo>
                  <a:lnTo>
                    <a:pt x="3736105" y="1278326"/>
                  </a:lnTo>
                  <a:lnTo>
                    <a:pt x="3736946" y="1278640"/>
                  </a:lnTo>
                  <a:lnTo>
                    <a:pt x="3737787" y="1278736"/>
                  </a:lnTo>
                  <a:lnTo>
                    <a:pt x="3738629" y="1279009"/>
                  </a:lnTo>
                  <a:lnTo>
                    <a:pt x="3739470" y="1278257"/>
                  </a:lnTo>
                  <a:lnTo>
                    <a:pt x="3740311" y="1276891"/>
                  </a:lnTo>
                  <a:lnTo>
                    <a:pt x="3741152" y="1275730"/>
                  </a:lnTo>
                  <a:lnTo>
                    <a:pt x="3741993" y="1275349"/>
                  </a:lnTo>
                  <a:lnTo>
                    <a:pt x="3742835" y="1275426"/>
                  </a:lnTo>
                  <a:lnTo>
                    <a:pt x="3743676" y="1276063"/>
                  </a:lnTo>
                  <a:lnTo>
                    <a:pt x="3744517" y="1275631"/>
                  </a:lnTo>
                  <a:lnTo>
                    <a:pt x="3745358" y="1275640"/>
                  </a:lnTo>
                  <a:lnTo>
                    <a:pt x="3746199" y="1275166"/>
                  </a:lnTo>
                  <a:lnTo>
                    <a:pt x="3747041" y="1274032"/>
                  </a:lnTo>
                  <a:lnTo>
                    <a:pt x="3747882" y="1270959"/>
                  </a:lnTo>
                  <a:lnTo>
                    <a:pt x="3748723" y="1267931"/>
                  </a:lnTo>
                  <a:lnTo>
                    <a:pt x="3749564" y="1263836"/>
                  </a:lnTo>
                  <a:lnTo>
                    <a:pt x="3750405" y="1260243"/>
                  </a:lnTo>
                  <a:lnTo>
                    <a:pt x="3751247" y="1255244"/>
                  </a:lnTo>
                  <a:lnTo>
                    <a:pt x="3752088" y="1250954"/>
                  </a:lnTo>
                  <a:lnTo>
                    <a:pt x="3752929" y="1245556"/>
                  </a:lnTo>
                  <a:lnTo>
                    <a:pt x="3753770" y="1238328"/>
                  </a:lnTo>
                  <a:lnTo>
                    <a:pt x="3754611" y="1231492"/>
                  </a:lnTo>
                  <a:lnTo>
                    <a:pt x="3755453" y="1223516"/>
                  </a:lnTo>
                  <a:lnTo>
                    <a:pt x="3756294" y="1214371"/>
                  </a:lnTo>
                  <a:lnTo>
                    <a:pt x="3757135" y="1206308"/>
                  </a:lnTo>
                  <a:lnTo>
                    <a:pt x="3757976" y="1198259"/>
                  </a:lnTo>
                  <a:lnTo>
                    <a:pt x="3758817" y="1191230"/>
                  </a:lnTo>
                  <a:lnTo>
                    <a:pt x="3759659" y="1184896"/>
                  </a:lnTo>
                  <a:lnTo>
                    <a:pt x="3760500" y="1178953"/>
                  </a:lnTo>
                  <a:lnTo>
                    <a:pt x="3761341" y="1173427"/>
                  </a:lnTo>
                  <a:lnTo>
                    <a:pt x="3762182" y="1167759"/>
                  </a:lnTo>
                  <a:lnTo>
                    <a:pt x="3763023" y="1162196"/>
                  </a:lnTo>
                  <a:lnTo>
                    <a:pt x="3763865" y="1157080"/>
                  </a:lnTo>
                  <a:lnTo>
                    <a:pt x="3764706" y="1152019"/>
                  </a:lnTo>
                  <a:lnTo>
                    <a:pt x="3765547" y="1147558"/>
                  </a:lnTo>
                  <a:lnTo>
                    <a:pt x="3766388" y="1143862"/>
                  </a:lnTo>
                  <a:lnTo>
                    <a:pt x="3767229" y="1140331"/>
                  </a:lnTo>
                  <a:lnTo>
                    <a:pt x="3768071" y="1136842"/>
                  </a:lnTo>
                  <a:lnTo>
                    <a:pt x="3768912" y="1135046"/>
                  </a:lnTo>
                  <a:lnTo>
                    <a:pt x="3769753" y="1133497"/>
                  </a:lnTo>
                  <a:lnTo>
                    <a:pt x="3770594" y="1131280"/>
                  </a:lnTo>
                  <a:lnTo>
                    <a:pt x="3771435" y="1128704"/>
                  </a:lnTo>
                  <a:lnTo>
                    <a:pt x="3772277" y="1126474"/>
                  </a:lnTo>
                  <a:lnTo>
                    <a:pt x="3773118" y="1125177"/>
                  </a:lnTo>
                  <a:lnTo>
                    <a:pt x="3773959" y="1124312"/>
                  </a:lnTo>
                  <a:lnTo>
                    <a:pt x="3774800" y="1123395"/>
                  </a:lnTo>
                  <a:lnTo>
                    <a:pt x="3775641" y="1123028"/>
                  </a:lnTo>
                  <a:lnTo>
                    <a:pt x="3776483" y="1122733"/>
                  </a:lnTo>
                  <a:lnTo>
                    <a:pt x="3777324" y="1122509"/>
                  </a:lnTo>
                  <a:lnTo>
                    <a:pt x="3778165" y="1122523"/>
                  </a:lnTo>
                  <a:lnTo>
                    <a:pt x="3779006" y="1122219"/>
                  </a:lnTo>
                  <a:lnTo>
                    <a:pt x="3779847" y="1121564"/>
                  </a:lnTo>
                  <a:lnTo>
                    <a:pt x="3780689" y="1119294"/>
                  </a:lnTo>
                  <a:lnTo>
                    <a:pt x="3781530" y="1113951"/>
                  </a:lnTo>
                  <a:lnTo>
                    <a:pt x="3782371" y="1108736"/>
                  </a:lnTo>
                  <a:lnTo>
                    <a:pt x="3783212" y="1104196"/>
                  </a:lnTo>
                  <a:lnTo>
                    <a:pt x="3784054" y="1100198"/>
                  </a:lnTo>
                  <a:lnTo>
                    <a:pt x="3784895" y="1095456"/>
                  </a:lnTo>
                  <a:lnTo>
                    <a:pt x="3785736" y="1089850"/>
                  </a:lnTo>
                  <a:lnTo>
                    <a:pt x="3786577" y="1084228"/>
                  </a:lnTo>
                  <a:lnTo>
                    <a:pt x="3787418" y="1077349"/>
                  </a:lnTo>
                  <a:lnTo>
                    <a:pt x="3788260" y="1070547"/>
                  </a:lnTo>
                  <a:lnTo>
                    <a:pt x="3789101" y="1064188"/>
                  </a:lnTo>
                  <a:lnTo>
                    <a:pt x="3789942" y="1058547"/>
                  </a:lnTo>
                  <a:lnTo>
                    <a:pt x="3790783" y="1053903"/>
                  </a:lnTo>
                  <a:lnTo>
                    <a:pt x="3791624" y="1050205"/>
                  </a:lnTo>
                  <a:lnTo>
                    <a:pt x="3792466" y="1045894"/>
                  </a:lnTo>
                  <a:lnTo>
                    <a:pt x="3793307" y="1042795"/>
                  </a:lnTo>
                  <a:lnTo>
                    <a:pt x="3794148" y="1042150"/>
                  </a:lnTo>
                  <a:lnTo>
                    <a:pt x="3794989" y="1042938"/>
                  </a:lnTo>
                  <a:lnTo>
                    <a:pt x="3795830" y="1044215"/>
                  </a:lnTo>
                  <a:lnTo>
                    <a:pt x="3796672" y="1045502"/>
                  </a:lnTo>
                  <a:lnTo>
                    <a:pt x="3797513" y="1048847"/>
                  </a:lnTo>
                  <a:lnTo>
                    <a:pt x="3798354" y="1054089"/>
                  </a:lnTo>
                  <a:lnTo>
                    <a:pt x="3799195" y="1061110"/>
                  </a:lnTo>
                  <a:lnTo>
                    <a:pt x="3800036" y="1069612"/>
                  </a:lnTo>
                  <a:lnTo>
                    <a:pt x="3800878" y="1079623"/>
                  </a:lnTo>
                  <a:lnTo>
                    <a:pt x="3801719" y="1089127"/>
                  </a:lnTo>
                  <a:lnTo>
                    <a:pt x="3802560" y="1098732"/>
                  </a:lnTo>
                  <a:lnTo>
                    <a:pt x="3803401" y="1109402"/>
                  </a:lnTo>
                  <a:lnTo>
                    <a:pt x="3804242" y="1120544"/>
                  </a:lnTo>
                  <a:lnTo>
                    <a:pt x="3805084" y="1132352"/>
                  </a:lnTo>
                  <a:lnTo>
                    <a:pt x="3805925" y="1142497"/>
                  </a:lnTo>
                  <a:lnTo>
                    <a:pt x="3806766" y="1152837"/>
                  </a:lnTo>
                  <a:lnTo>
                    <a:pt x="3807607" y="1162648"/>
                  </a:lnTo>
                  <a:lnTo>
                    <a:pt x="3808448" y="1172197"/>
                  </a:lnTo>
                  <a:lnTo>
                    <a:pt x="3809290" y="1181000"/>
                  </a:lnTo>
                  <a:lnTo>
                    <a:pt x="3810131" y="1189005"/>
                  </a:lnTo>
                  <a:lnTo>
                    <a:pt x="3810972" y="1194475"/>
                  </a:lnTo>
                  <a:lnTo>
                    <a:pt x="3811813" y="1198972"/>
                  </a:lnTo>
                  <a:lnTo>
                    <a:pt x="3812654" y="1203194"/>
                  </a:lnTo>
                  <a:lnTo>
                    <a:pt x="3813496" y="1206934"/>
                  </a:lnTo>
                  <a:lnTo>
                    <a:pt x="3814337" y="1211576"/>
                  </a:lnTo>
                  <a:lnTo>
                    <a:pt x="3815178" y="1214499"/>
                  </a:lnTo>
                  <a:lnTo>
                    <a:pt x="3816019" y="1215621"/>
                  </a:lnTo>
                  <a:lnTo>
                    <a:pt x="3816860" y="1216453"/>
                  </a:lnTo>
                  <a:lnTo>
                    <a:pt x="3817702" y="1216658"/>
                  </a:lnTo>
                  <a:lnTo>
                    <a:pt x="3818543" y="1217227"/>
                  </a:lnTo>
                  <a:lnTo>
                    <a:pt x="3819384" y="1217085"/>
                  </a:lnTo>
                  <a:lnTo>
                    <a:pt x="3820225" y="1217476"/>
                  </a:lnTo>
                  <a:lnTo>
                    <a:pt x="3821066" y="1217549"/>
                  </a:lnTo>
                  <a:lnTo>
                    <a:pt x="3821908" y="1217042"/>
                  </a:lnTo>
                  <a:lnTo>
                    <a:pt x="3822749" y="1216961"/>
                  </a:lnTo>
                  <a:lnTo>
                    <a:pt x="3823590" y="1216619"/>
                  </a:lnTo>
                  <a:lnTo>
                    <a:pt x="3824431" y="1217324"/>
                  </a:lnTo>
                  <a:lnTo>
                    <a:pt x="3825272" y="1219293"/>
                  </a:lnTo>
                  <a:lnTo>
                    <a:pt x="3826114" y="1222179"/>
                  </a:lnTo>
                  <a:lnTo>
                    <a:pt x="3826955" y="1225357"/>
                  </a:lnTo>
                  <a:lnTo>
                    <a:pt x="3827796" y="1229572"/>
                  </a:lnTo>
                  <a:lnTo>
                    <a:pt x="3828637" y="1234673"/>
                  </a:lnTo>
                  <a:lnTo>
                    <a:pt x="3829478" y="1240234"/>
                  </a:lnTo>
                  <a:lnTo>
                    <a:pt x="3830320" y="1242889"/>
                  </a:lnTo>
                  <a:lnTo>
                    <a:pt x="3831161" y="1244445"/>
                  </a:lnTo>
                  <a:lnTo>
                    <a:pt x="3832002" y="1245017"/>
                  </a:lnTo>
                  <a:lnTo>
                    <a:pt x="3832843" y="1243999"/>
                  </a:lnTo>
                  <a:lnTo>
                    <a:pt x="3833684" y="1241105"/>
                  </a:lnTo>
                  <a:lnTo>
                    <a:pt x="3834526" y="1237782"/>
                  </a:lnTo>
                  <a:lnTo>
                    <a:pt x="3835367" y="1233730"/>
                  </a:lnTo>
                  <a:lnTo>
                    <a:pt x="3836208" y="1227561"/>
                  </a:lnTo>
                  <a:lnTo>
                    <a:pt x="3837049" y="1220167"/>
                  </a:lnTo>
                  <a:lnTo>
                    <a:pt x="3837890" y="1213740"/>
                  </a:lnTo>
                  <a:lnTo>
                    <a:pt x="3838732" y="1207518"/>
                  </a:lnTo>
                  <a:lnTo>
                    <a:pt x="3839573" y="1201265"/>
                  </a:lnTo>
                  <a:lnTo>
                    <a:pt x="3840414" y="1196294"/>
                  </a:lnTo>
                  <a:lnTo>
                    <a:pt x="3841255" y="1192045"/>
                  </a:lnTo>
                  <a:lnTo>
                    <a:pt x="3842096" y="1188261"/>
                  </a:lnTo>
                  <a:lnTo>
                    <a:pt x="3842938" y="1185603"/>
                  </a:lnTo>
                  <a:lnTo>
                    <a:pt x="3843779" y="1183090"/>
                  </a:lnTo>
                  <a:lnTo>
                    <a:pt x="3844620" y="1180733"/>
                  </a:lnTo>
                  <a:lnTo>
                    <a:pt x="3845461" y="1178749"/>
                  </a:lnTo>
                  <a:lnTo>
                    <a:pt x="3846302" y="1177412"/>
                  </a:lnTo>
                  <a:lnTo>
                    <a:pt x="3847144" y="1176370"/>
                  </a:lnTo>
                  <a:lnTo>
                    <a:pt x="3847985" y="1175981"/>
                  </a:lnTo>
                  <a:lnTo>
                    <a:pt x="3848826" y="1176017"/>
                  </a:lnTo>
                  <a:lnTo>
                    <a:pt x="3849667" y="1177089"/>
                  </a:lnTo>
                  <a:lnTo>
                    <a:pt x="3850508" y="1178074"/>
                  </a:lnTo>
                  <a:lnTo>
                    <a:pt x="3851350" y="1179599"/>
                  </a:lnTo>
                  <a:lnTo>
                    <a:pt x="3852191" y="1182563"/>
                  </a:lnTo>
                  <a:lnTo>
                    <a:pt x="3853032" y="1187271"/>
                  </a:lnTo>
                  <a:lnTo>
                    <a:pt x="3853873" y="1193070"/>
                  </a:lnTo>
                  <a:lnTo>
                    <a:pt x="3854715" y="1199027"/>
                  </a:lnTo>
                  <a:lnTo>
                    <a:pt x="3855556" y="1204853"/>
                  </a:lnTo>
                  <a:lnTo>
                    <a:pt x="3856397" y="1209501"/>
                  </a:lnTo>
                  <a:lnTo>
                    <a:pt x="3857238" y="1214451"/>
                  </a:lnTo>
                  <a:lnTo>
                    <a:pt x="3858079" y="1218041"/>
                  </a:lnTo>
                  <a:lnTo>
                    <a:pt x="3858921" y="1220174"/>
                  </a:lnTo>
                  <a:lnTo>
                    <a:pt x="3859762" y="1221851"/>
                  </a:lnTo>
                  <a:lnTo>
                    <a:pt x="3860603" y="1223064"/>
                  </a:lnTo>
                  <a:lnTo>
                    <a:pt x="3861444" y="1223390"/>
                  </a:lnTo>
                  <a:lnTo>
                    <a:pt x="3862285" y="1223730"/>
                  </a:lnTo>
                  <a:lnTo>
                    <a:pt x="3863127" y="1224071"/>
                  </a:lnTo>
                  <a:lnTo>
                    <a:pt x="3863968" y="1224495"/>
                  </a:lnTo>
                  <a:lnTo>
                    <a:pt x="3864809" y="1225046"/>
                  </a:lnTo>
                  <a:lnTo>
                    <a:pt x="3865650" y="1225945"/>
                  </a:lnTo>
                  <a:lnTo>
                    <a:pt x="3866491" y="1226364"/>
                  </a:lnTo>
                  <a:lnTo>
                    <a:pt x="3867333" y="1226471"/>
                  </a:lnTo>
                  <a:lnTo>
                    <a:pt x="3868174" y="1226831"/>
                  </a:lnTo>
                  <a:lnTo>
                    <a:pt x="3869015" y="1227554"/>
                  </a:lnTo>
                  <a:lnTo>
                    <a:pt x="3869856" y="1228981"/>
                  </a:lnTo>
                  <a:lnTo>
                    <a:pt x="3870697" y="1230508"/>
                  </a:lnTo>
                  <a:lnTo>
                    <a:pt x="3871539" y="1232227"/>
                  </a:lnTo>
                  <a:lnTo>
                    <a:pt x="3872380" y="1233956"/>
                  </a:lnTo>
                  <a:lnTo>
                    <a:pt x="3873221" y="1236205"/>
                  </a:lnTo>
                  <a:lnTo>
                    <a:pt x="3874062" y="1238914"/>
                  </a:lnTo>
                  <a:lnTo>
                    <a:pt x="3874903" y="1242124"/>
                  </a:lnTo>
                  <a:lnTo>
                    <a:pt x="3875745" y="1246405"/>
                  </a:lnTo>
                  <a:lnTo>
                    <a:pt x="3876586" y="1251364"/>
                  </a:lnTo>
                  <a:lnTo>
                    <a:pt x="3877427" y="1255533"/>
                  </a:lnTo>
                  <a:lnTo>
                    <a:pt x="3878268" y="1259916"/>
                  </a:lnTo>
                  <a:lnTo>
                    <a:pt x="3879109" y="1264079"/>
                  </a:lnTo>
                  <a:lnTo>
                    <a:pt x="3879951" y="1268570"/>
                  </a:lnTo>
                  <a:lnTo>
                    <a:pt x="3880792" y="1272213"/>
                  </a:lnTo>
                  <a:lnTo>
                    <a:pt x="3881633" y="1275785"/>
                  </a:lnTo>
                  <a:lnTo>
                    <a:pt x="3882474" y="1279590"/>
                  </a:lnTo>
                  <a:lnTo>
                    <a:pt x="3883315" y="1282005"/>
                  </a:lnTo>
                  <a:lnTo>
                    <a:pt x="3884157" y="1284204"/>
                  </a:lnTo>
                  <a:lnTo>
                    <a:pt x="3884998" y="1286412"/>
                  </a:lnTo>
                  <a:lnTo>
                    <a:pt x="3885839" y="1287157"/>
                  </a:lnTo>
                  <a:lnTo>
                    <a:pt x="3886680" y="1287882"/>
                  </a:lnTo>
                  <a:lnTo>
                    <a:pt x="3887521" y="1287224"/>
                  </a:lnTo>
                  <a:lnTo>
                    <a:pt x="3888363" y="1285503"/>
                  </a:lnTo>
                  <a:lnTo>
                    <a:pt x="3889204" y="1282612"/>
                  </a:lnTo>
                  <a:lnTo>
                    <a:pt x="3890045" y="1279197"/>
                  </a:lnTo>
                  <a:lnTo>
                    <a:pt x="3890886" y="1275327"/>
                  </a:lnTo>
                  <a:lnTo>
                    <a:pt x="3891727" y="1271650"/>
                  </a:lnTo>
                  <a:lnTo>
                    <a:pt x="3892569" y="1267813"/>
                  </a:lnTo>
                  <a:lnTo>
                    <a:pt x="3893410" y="1263177"/>
                  </a:lnTo>
                  <a:lnTo>
                    <a:pt x="3894251" y="1258533"/>
                  </a:lnTo>
                  <a:lnTo>
                    <a:pt x="3895092" y="1253488"/>
                  </a:lnTo>
                  <a:lnTo>
                    <a:pt x="3895933" y="1248209"/>
                  </a:lnTo>
                  <a:lnTo>
                    <a:pt x="3896775" y="1243760"/>
                  </a:lnTo>
                  <a:lnTo>
                    <a:pt x="3897616" y="1239192"/>
                  </a:lnTo>
                  <a:lnTo>
                    <a:pt x="3898457" y="1234886"/>
                  </a:lnTo>
                  <a:lnTo>
                    <a:pt x="3899298" y="1231326"/>
                  </a:lnTo>
                  <a:lnTo>
                    <a:pt x="3900139" y="1227212"/>
                  </a:lnTo>
                  <a:lnTo>
                    <a:pt x="3900981" y="1223964"/>
                  </a:lnTo>
                  <a:lnTo>
                    <a:pt x="3901822" y="1221841"/>
                  </a:lnTo>
                  <a:lnTo>
                    <a:pt x="3902663" y="1221152"/>
                  </a:lnTo>
                  <a:lnTo>
                    <a:pt x="3903504" y="1219036"/>
                  </a:lnTo>
                  <a:lnTo>
                    <a:pt x="3904345" y="1216825"/>
                  </a:lnTo>
                  <a:lnTo>
                    <a:pt x="3905187" y="1214490"/>
                  </a:lnTo>
                  <a:lnTo>
                    <a:pt x="3906028" y="1211203"/>
                  </a:lnTo>
                  <a:lnTo>
                    <a:pt x="3906869" y="1207902"/>
                  </a:lnTo>
                  <a:lnTo>
                    <a:pt x="3907710" y="1207238"/>
                  </a:lnTo>
                  <a:lnTo>
                    <a:pt x="3908551" y="1206212"/>
                  </a:lnTo>
                  <a:lnTo>
                    <a:pt x="3909393" y="1205562"/>
                  </a:lnTo>
                  <a:lnTo>
                    <a:pt x="3910234" y="1205160"/>
                  </a:lnTo>
                  <a:lnTo>
                    <a:pt x="3911075" y="1205373"/>
                  </a:lnTo>
                  <a:lnTo>
                    <a:pt x="3911916" y="1204449"/>
                  </a:lnTo>
                  <a:lnTo>
                    <a:pt x="3912757" y="1204863"/>
                  </a:lnTo>
                  <a:lnTo>
                    <a:pt x="3913599" y="1203809"/>
                  </a:lnTo>
                  <a:lnTo>
                    <a:pt x="3914440" y="1203422"/>
                  </a:lnTo>
                  <a:lnTo>
                    <a:pt x="3915281" y="1202647"/>
                  </a:lnTo>
                  <a:lnTo>
                    <a:pt x="3916122" y="1203801"/>
                  </a:lnTo>
                  <a:lnTo>
                    <a:pt x="3916963" y="1205445"/>
                  </a:lnTo>
                  <a:lnTo>
                    <a:pt x="3917805" y="1209030"/>
                  </a:lnTo>
                  <a:lnTo>
                    <a:pt x="3918646" y="1213693"/>
                  </a:lnTo>
                  <a:lnTo>
                    <a:pt x="3919487" y="1219574"/>
                  </a:lnTo>
                  <a:lnTo>
                    <a:pt x="3920328" y="1225191"/>
                  </a:lnTo>
                  <a:lnTo>
                    <a:pt x="3921169" y="1230598"/>
                  </a:lnTo>
                  <a:lnTo>
                    <a:pt x="3922011" y="1237542"/>
                  </a:lnTo>
                  <a:lnTo>
                    <a:pt x="3922852" y="1243382"/>
                  </a:lnTo>
                  <a:lnTo>
                    <a:pt x="3923693" y="1250290"/>
                  </a:lnTo>
                  <a:lnTo>
                    <a:pt x="3924534" y="1259079"/>
                  </a:lnTo>
                  <a:lnTo>
                    <a:pt x="3925376" y="1267611"/>
                  </a:lnTo>
                  <a:lnTo>
                    <a:pt x="3926217" y="1276422"/>
                  </a:lnTo>
                  <a:lnTo>
                    <a:pt x="3927058" y="1285595"/>
                  </a:lnTo>
                  <a:lnTo>
                    <a:pt x="3927899" y="1294463"/>
                  </a:lnTo>
                  <a:lnTo>
                    <a:pt x="3928740" y="1303125"/>
                  </a:lnTo>
                  <a:lnTo>
                    <a:pt x="3929582" y="1310659"/>
                  </a:lnTo>
                  <a:lnTo>
                    <a:pt x="3930423" y="1317565"/>
                  </a:lnTo>
                  <a:lnTo>
                    <a:pt x="3931264" y="1323841"/>
                  </a:lnTo>
                  <a:lnTo>
                    <a:pt x="3932105" y="1329191"/>
                  </a:lnTo>
                  <a:lnTo>
                    <a:pt x="3932946" y="1334738"/>
                  </a:lnTo>
                  <a:lnTo>
                    <a:pt x="3933788" y="1339684"/>
                  </a:lnTo>
                  <a:lnTo>
                    <a:pt x="3934629" y="1344117"/>
                  </a:lnTo>
                  <a:lnTo>
                    <a:pt x="3935470" y="1348578"/>
                  </a:lnTo>
                  <a:lnTo>
                    <a:pt x="3936311" y="1352910"/>
                  </a:lnTo>
                  <a:lnTo>
                    <a:pt x="3937152" y="1355983"/>
                  </a:lnTo>
                  <a:lnTo>
                    <a:pt x="3937994" y="1358732"/>
                  </a:lnTo>
                  <a:lnTo>
                    <a:pt x="3938835" y="1361869"/>
                  </a:lnTo>
                  <a:lnTo>
                    <a:pt x="3939676" y="1365088"/>
                  </a:lnTo>
                  <a:lnTo>
                    <a:pt x="3940517" y="1368266"/>
                  </a:lnTo>
                  <a:lnTo>
                    <a:pt x="3941358" y="1370453"/>
                  </a:lnTo>
                  <a:lnTo>
                    <a:pt x="3942200" y="1372155"/>
                  </a:lnTo>
                  <a:lnTo>
                    <a:pt x="3943041" y="1374107"/>
                  </a:lnTo>
                  <a:lnTo>
                    <a:pt x="3943882" y="1375630"/>
                  </a:lnTo>
                  <a:lnTo>
                    <a:pt x="3944723" y="1377274"/>
                  </a:lnTo>
                  <a:lnTo>
                    <a:pt x="3945564" y="1378788"/>
                  </a:lnTo>
                  <a:lnTo>
                    <a:pt x="3946406" y="1380103"/>
                  </a:lnTo>
                  <a:lnTo>
                    <a:pt x="3947247" y="1381409"/>
                  </a:lnTo>
                  <a:lnTo>
                    <a:pt x="3948088" y="1382706"/>
                  </a:lnTo>
                  <a:lnTo>
                    <a:pt x="3948929" y="1384519"/>
                  </a:lnTo>
                  <a:lnTo>
                    <a:pt x="3949770" y="1387981"/>
                  </a:lnTo>
                  <a:lnTo>
                    <a:pt x="3950612" y="1391226"/>
                  </a:lnTo>
                  <a:lnTo>
                    <a:pt x="3951453" y="1394680"/>
                  </a:lnTo>
                  <a:lnTo>
                    <a:pt x="3952294" y="1397566"/>
                  </a:lnTo>
                  <a:lnTo>
                    <a:pt x="3953135" y="1402600"/>
                  </a:lnTo>
                  <a:lnTo>
                    <a:pt x="3953976" y="1408869"/>
                  </a:lnTo>
                  <a:lnTo>
                    <a:pt x="3954818" y="1415667"/>
                  </a:lnTo>
                  <a:lnTo>
                    <a:pt x="3955659" y="1423402"/>
                  </a:lnTo>
                  <a:lnTo>
                    <a:pt x="3956500" y="1432044"/>
                  </a:lnTo>
                  <a:lnTo>
                    <a:pt x="3957341" y="1440961"/>
                  </a:lnTo>
                  <a:lnTo>
                    <a:pt x="3958182" y="1450209"/>
                  </a:lnTo>
                  <a:lnTo>
                    <a:pt x="3959024" y="1459418"/>
                  </a:lnTo>
                  <a:lnTo>
                    <a:pt x="3959865" y="1468684"/>
                  </a:lnTo>
                  <a:lnTo>
                    <a:pt x="3960706" y="1477635"/>
                  </a:lnTo>
                  <a:lnTo>
                    <a:pt x="3961547" y="1485825"/>
                  </a:lnTo>
                  <a:lnTo>
                    <a:pt x="3962388" y="1492156"/>
                  </a:lnTo>
                  <a:lnTo>
                    <a:pt x="3963230" y="1497170"/>
                  </a:lnTo>
                  <a:lnTo>
                    <a:pt x="3964071" y="1501768"/>
                  </a:lnTo>
                  <a:lnTo>
                    <a:pt x="3964912" y="1506510"/>
                  </a:lnTo>
                  <a:lnTo>
                    <a:pt x="3965753" y="1509088"/>
                  </a:lnTo>
                  <a:lnTo>
                    <a:pt x="3966594" y="1510185"/>
                  </a:lnTo>
                  <a:lnTo>
                    <a:pt x="3967436" y="1511200"/>
                  </a:lnTo>
                  <a:lnTo>
                    <a:pt x="3968277" y="1511613"/>
                  </a:lnTo>
                  <a:lnTo>
                    <a:pt x="3969118" y="1510307"/>
                  </a:lnTo>
                  <a:lnTo>
                    <a:pt x="3969959" y="1508223"/>
                  </a:lnTo>
                  <a:lnTo>
                    <a:pt x="3970800" y="1504905"/>
                  </a:lnTo>
                  <a:lnTo>
                    <a:pt x="3971642" y="1500596"/>
                  </a:lnTo>
                  <a:lnTo>
                    <a:pt x="3972483" y="1496701"/>
                  </a:lnTo>
                  <a:lnTo>
                    <a:pt x="3973324" y="1493464"/>
                  </a:lnTo>
                  <a:lnTo>
                    <a:pt x="3974165" y="1491590"/>
                  </a:lnTo>
                  <a:lnTo>
                    <a:pt x="3975006" y="1489949"/>
                  </a:lnTo>
                  <a:lnTo>
                    <a:pt x="3975848" y="1488447"/>
                  </a:lnTo>
                  <a:lnTo>
                    <a:pt x="3976689" y="1487512"/>
                  </a:lnTo>
                  <a:lnTo>
                    <a:pt x="3977530" y="1487578"/>
                  </a:lnTo>
                  <a:lnTo>
                    <a:pt x="3978371" y="1488407"/>
                  </a:lnTo>
                  <a:lnTo>
                    <a:pt x="3979212" y="1490328"/>
                  </a:lnTo>
                  <a:lnTo>
                    <a:pt x="3980054" y="1492508"/>
                  </a:lnTo>
                  <a:lnTo>
                    <a:pt x="3980895" y="1495590"/>
                  </a:lnTo>
                  <a:lnTo>
                    <a:pt x="3981736" y="1499269"/>
                  </a:lnTo>
                  <a:lnTo>
                    <a:pt x="3982577" y="1503011"/>
                  </a:lnTo>
                  <a:lnTo>
                    <a:pt x="3983418" y="1507942"/>
                  </a:lnTo>
                  <a:lnTo>
                    <a:pt x="3984260" y="1513569"/>
                  </a:lnTo>
                  <a:lnTo>
                    <a:pt x="3985101" y="1518617"/>
                  </a:lnTo>
                  <a:lnTo>
                    <a:pt x="3985942" y="1523560"/>
                  </a:lnTo>
                  <a:lnTo>
                    <a:pt x="3986783" y="1527953"/>
                  </a:lnTo>
                  <a:lnTo>
                    <a:pt x="3987624" y="1532592"/>
                  </a:lnTo>
                  <a:lnTo>
                    <a:pt x="3988466" y="1537817"/>
                  </a:lnTo>
                  <a:lnTo>
                    <a:pt x="3989307" y="1543285"/>
                  </a:lnTo>
                  <a:lnTo>
                    <a:pt x="3990148" y="1548182"/>
                  </a:lnTo>
                  <a:lnTo>
                    <a:pt x="3990989" y="1553181"/>
                  </a:lnTo>
                  <a:lnTo>
                    <a:pt x="3991830" y="1557852"/>
                  </a:lnTo>
                  <a:lnTo>
                    <a:pt x="3992672" y="1561585"/>
                  </a:lnTo>
                  <a:lnTo>
                    <a:pt x="3993513" y="1565210"/>
                  </a:lnTo>
                  <a:lnTo>
                    <a:pt x="3994354" y="1568598"/>
                  </a:lnTo>
                  <a:lnTo>
                    <a:pt x="3995195" y="1571298"/>
                  </a:lnTo>
                  <a:lnTo>
                    <a:pt x="3996037" y="1573645"/>
                  </a:lnTo>
                  <a:lnTo>
                    <a:pt x="3996878" y="1576773"/>
                  </a:lnTo>
                  <a:lnTo>
                    <a:pt x="3997719" y="1580444"/>
                  </a:lnTo>
                  <a:lnTo>
                    <a:pt x="3998560" y="1584382"/>
                  </a:lnTo>
                  <a:lnTo>
                    <a:pt x="3999401" y="1588527"/>
                  </a:lnTo>
                  <a:lnTo>
                    <a:pt x="4000243" y="1592814"/>
                  </a:lnTo>
                  <a:lnTo>
                    <a:pt x="4001084" y="1597236"/>
                  </a:lnTo>
                  <a:lnTo>
                    <a:pt x="4001925" y="1603057"/>
                  </a:lnTo>
                  <a:lnTo>
                    <a:pt x="4002766" y="1608553"/>
                  </a:lnTo>
                  <a:lnTo>
                    <a:pt x="4003607" y="1612570"/>
                  </a:lnTo>
                  <a:lnTo>
                    <a:pt x="4004449" y="1616923"/>
                  </a:lnTo>
                  <a:lnTo>
                    <a:pt x="4005290" y="1622617"/>
                  </a:lnTo>
                  <a:lnTo>
                    <a:pt x="4006131" y="1626794"/>
                  </a:lnTo>
                  <a:lnTo>
                    <a:pt x="4006972" y="1630575"/>
                  </a:lnTo>
                  <a:lnTo>
                    <a:pt x="4007813" y="1634406"/>
                  </a:lnTo>
                  <a:lnTo>
                    <a:pt x="4008655" y="1636429"/>
                  </a:lnTo>
                  <a:lnTo>
                    <a:pt x="4009496" y="1637801"/>
                  </a:lnTo>
                  <a:lnTo>
                    <a:pt x="4010337" y="1638234"/>
                  </a:lnTo>
                  <a:lnTo>
                    <a:pt x="4011178" y="1637149"/>
                  </a:lnTo>
                  <a:lnTo>
                    <a:pt x="4012019" y="1636328"/>
                  </a:lnTo>
                  <a:lnTo>
                    <a:pt x="4012861" y="1635011"/>
                  </a:lnTo>
                  <a:lnTo>
                    <a:pt x="4013702" y="1633678"/>
                  </a:lnTo>
                  <a:lnTo>
                    <a:pt x="4014543" y="1631319"/>
                  </a:lnTo>
                  <a:lnTo>
                    <a:pt x="4015384" y="1629026"/>
                  </a:lnTo>
                  <a:lnTo>
                    <a:pt x="4016225" y="1626197"/>
                  </a:lnTo>
                  <a:lnTo>
                    <a:pt x="4017067" y="1623468"/>
                  </a:lnTo>
                  <a:lnTo>
                    <a:pt x="4017908" y="1620218"/>
                  </a:lnTo>
                  <a:lnTo>
                    <a:pt x="4018749" y="1617913"/>
                  </a:lnTo>
                  <a:lnTo>
                    <a:pt x="4019590" y="1615013"/>
                  </a:lnTo>
                  <a:lnTo>
                    <a:pt x="4020431" y="1611091"/>
                  </a:lnTo>
                  <a:lnTo>
                    <a:pt x="4021273" y="1606706"/>
                  </a:lnTo>
                  <a:lnTo>
                    <a:pt x="4022114" y="1602368"/>
                  </a:lnTo>
                  <a:lnTo>
                    <a:pt x="4022955" y="1597878"/>
                  </a:lnTo>
                  <a:lnTo>
                    <a:pt x="4023796" y="1593492"/>
                  </a:lnTo>
                  <a:lnTo>
                    <a:pt x="4024637" y="1589430"/>
                  </a:lnTo>
                  <a:lnTo>
                    <a:pt x="4025479" y="1584586"/>
                  </a:lnTo>
                  <a:lnTo>
                    <a:pt x="4026320" y="1579823"/>
                  </a:lnTo>
                  <a:lnTo>
                    <a:pt x="4027161" y="1575675"/>
                  </a:lnTo>
                  <a:lnTo>
                    <a:pt x="4028002" y="1572038"/>
                  </a:lnTo>
                  <a:lnTo>
                    <a:pt x="4028843" y="1568111"/>
                  </a:lnTo>
                  <a:lnTo>
                    <a:pt x="4029685" y="1564261"/>
                  </a:lnTo>
                  <a:lnTo>
                    <a:pt x="4030526" y="1560450"/>
                  </a:lnTo>
                  <a:lnTo>
                    <a:pt x="4031367" y="1557417"/>
                  </a:lnTo>
                  <a:lnTo>
                    <a:pt x="4032208" y="1553315"/>
                  </a:lnTo>
                  <a:lnTo>
                    <a:pt x="4033049" y="1548911"/>
                  </a:lnTo>
                  <a:lnTo>
                    <a:pt x="4033891" y="1544220"/>
                  </a:lnTo>
                  <a:lnTo>
                    <a:pt x="4034732" y="1539413"/>
                  </a:lnTo>
                  <a:lnTo>
                    <a:pt x="4035573" y="1535273"/>
                  </a:lnTo>
                  <a:lnTo>
                    <a:pt x="4036414" y="1532283"/>
                  </a:lnTo>
                  <a:lnTo>
                    <a:pt x="4037255" y="1528858"/>
                  </a:lnTo>
                  <a:lnTo>
                    <a:pt x="4038097" y="1526338"/>
                  </a:lnTo>
                  <a:lnTo>
                    <a:pt x="4038938" y="1524503"/>
                  </a:lnTo>
                  <a:lnTo>
                    <a:pt x="4039779" y="1521888"/>
                  </a:lnTo>
                  <a:lnTo>
                    <a:pt x="4040620" y="1519728"/>
                  </a:lnTo>
                  <a:lnTo>
                    <a:pt x="4041461" y="1517336"/>
                  </a:lnTo>
                  <a:lnTo>
                    <a:pt x="4042303" y="1515606"/>
                  </a:lnTo>
                  <a:lnTo>
                    <a:pt x="4043144" y="1513757"/>
                  </a:lnTo>
                  <a:lnTo>
                    <a:pt x="4043985" y="1511795"/>
                  </a:lnTo>
                  <a:lnTo>
                    <a:pt x="4044826" y="1510388"/>
                  </a:lnTo>
                  <a:lnTo>
                    <a:pt x="4045667" y="1509486"/>
                  </a:lnTo>
                  <a:lnTo>
                    <a:pt x="4046509" y="1510093"/>
                  </a:lnTo>
                  <a:lnTo>
                    <a:pt x="4047350" y="1510694"/>
                  </a:lnTo>
                  <a:lnTo>
                    <a:pt x="4048191" y="1511375"/>
                  </a:lnTo>
                  <a:lnTo>
                    <a:pt x="4049032" y="1511960"/>
                  </a:lnTo>
                  <a:lnTo>
                    <a:pt x="4049873" y="1512687"/>
                  </a:lnTo>
                  <a:lnTo>
                    <a:pt x="4050715" y="1513544"/>
                  </a:lnTo>
                  <a:lnTo>
                    <a:pt x="4051556" y="1515125"/>
                  </a:lnTo>
                  <a:lnTo>
                    <a:pt x="4052397" y="1516585"/>
                  </a:lnTo>
                  <a:lnTo>
                    <a:pt x="4053238" y="1517404"/>
                  </a:lnTo>
                  <a:lnTo>
                    <a:pt x="4054079" y="1517922"/>
                  </a:lnTo>
                  <a:lnTo>
                    <a:pt x="4054921" y="1518432"/>
                  </a:lnTo>
                  <a:lnTo>
                    <a:pt x="4055762" y="1520796"/>
                  </a:lnTo>
                  <a:lnTo>
                    <a:pt x="4056603" y="1523313"/>
                  </a:lnTo>
                  <a:lnTo>
                    <a:pt x="4057444" y="1524912"/>
                  </a:lnTo>
                  <a:lnTo>
                    <a:pt x="4058285" y="1526789"/>
                  </a:lnTo>
                  <a:lnTo>
                    <a:pt x="4059127" y="1528794"/>
                  </a:lnTo>
                  <a:lnTo>
                    <a:pt x="4059968" y="1530537"/>
                  </a:lnTo>
                  <a:lnTo>
                    <a:pt x="4060809" y="1532298"/>
                  </a:lnTo>
                  <a:lnTo>
                    <a:pt x="4061650" y="1534211"/>
                  </a:lnTo>
                  <a:lnTo>
                    <a:pt x="4062491" y="1535915"/>
                  </a:lnTo>
                  <a:lnTo>
                    <a:pt x="4063333" y="1537987"/>
                  </a:lnTo>
                  <a:lnTo>
                    <a:pt x="4064174" y="1540934"/>
                  </a:lnTo>
                  <a:lnTo>
                    <a:pt x="4065015" y="1542490"/>
                  </a:lnTo>
                  <a:lnTo>
                    <a:pt x="4065856" y="1545013"/>
                  </a:lnTo>
                  <a:lnTo>
                    <a:pt x="4066698" y="1548113"/>
                  </a:lnTo>
                  <a:lnTo>
                    <a:pt x="4067539" y="1550228"/>
                  </a:lnTo>
                  <a:lnTo>
                    <a:pt x="4068380" y="1553025"/>
                  </a:lnTo>
                  <a:lnTo>
                    <a:pt x="4069221" y="1555720"/>
                  </a:lnTo>
                  <a:lnTo>
                    <a:pt x="4070062" y="1558562"/>
                  </a:lnTo>
                  <a:lnTo>
                    <a:pt x="4070904" y="1560961"/>
                  </a:lnTo>
                  <a:lnTo>
                    <a:pt x="4071745" y="1563510"/>
                  </a:lnTo>
                  <a:lnTo>
                    <a:pt x="4072586" y="1565689"/>
                  </a:lnTo>
                  <a:lnTo>
                    <a:pt x="4073427" y="1567786"/>
                  </a:lnTo>
                  <a:lnTo>
                    <a:pt x="4074268" y="1570960"/>
                  </a:lnTo>
                  <a:lnTo>
                    <a:pt x="4075110" y="1574603"/>
                  </a:lnTo>
                  <a:lnTo>
                    <a:pt x="4075951" y="1576783"/>
                  </a:lnTo>
                  <a:lnTo>
                    <a:pt x="4076792" y="1579793"/>
                  </a:lnTo>
                  <a:lnTo>
                    <a:pt x="4077633" y="1581689"/>
                  </a:lnTo>
                  <a:lnTo>
                    <a:pt x="4078474" y="1583677"/>
                  </a:lnTo>
                  <a:lnTo>
                    <a:pt x="4079316" y="1585152"/>
                  </a:lnTo>
                  <a:lnTo>
                    <a:pt x="4080157" y="1588057"/>
                  </a:lnTo>
                  <a:lnTo>
                    <a:pt x="4080998" y="1589784"/>
                  </a:lnTo>
                  <a:lnTo>
                    <a:pt x="4081839" y="1593103"/>
                  </a:lnTo>
                  <a:lnTo>
                    <a:pt x="4082680" y="1595348"/>
                  </a:lnTo>
                  <a:lnTo>
                    <a:pt x="4083522" y="1597139"/>
                  </a:lnTo>
                  <a:lnTo>
                    <a:pt x="4084363" y="1598098"/>
                  </a:lnTo>
                  <a:lnTo>
                    <a:pt x="4085204" y="1598583"/>
                  </a:lnTo>
                  <a:lnTo>
                    <a:pt x="4086045" y="1597023"/>
                  </a:lnTo>
                  <a:lnTo>
                    <a:pt x="4086886" y="1594219"/>
                  </a:lnTo>
                  <a:lnTo>
                    <a:pt x="4087728" y="1590712"/>
                  </a:lnTo>
                  <a:lnTo>
                    <a:pt x="4088569" y="1587228"/>
                  </a:lnTo>
                  <a:lnTo>
                    <a:pt x="4089410" y="1581770"/>
                  </a:lnTo>
                  <a:lnTo>
                    <a:pt x="4090251" y="1574997"/>
                  </a:lnTo>
                  <a:lnTo>
                    <a:pt x="4091092" y="1567328"/>
                  </a:lnTo>
                  <a:lnTo>
                    <a:pt x="4091934" y="1558083"/>
                  </a:lnTo>
                  <a:lnTo>
                    <a:pt x="4092775" y="1546621"/>
                  </a:lnTo>
                  <a:lnTo>
                    <a:pt x="4093616" y="1533604"/>
                  </a:lnTo>
                  <a:lnTo>
                    <a:pt x="4094457" y="1519572"/>
                  </a:lnTo>
                  <a:lnTo>
                    <a:pt x="4095298" y="1502876"/>
                  </a:lnTo>
                  <a:lnTo>
                    <a:pt x="4096140" y="1485041"/>
                  </a:lnTo>
                  <a:lnTo>
                    <a:pt x="4096981" y="1466309"/>
                  </a:lnTo>
                  <a:lnTo>
                    <a:pt x="4097822" y="1446822"/>
                  </a:lnTo>
                  <a:lnTo>
                    <a:pt x="4098663" y="1428910"/>
                  </a:lnTo>
                  <a:lnTo>
                    <a:pt x="4099504" y="1412467"/>
                  </a:lnTo>
                  <a:lnTo>
                    <a:pt x="4100346" y="1396849"/>
                  </a:lnTo>
                  <a:lnTo>
                    <a:pt x="4101187" y="1381474"/>
                  </a:lnTo>
                  <a:lnTo>
                    <a:pt x="4102028" y="1366388"/>
                  </a:lnTo>
                  <a:lnTo>
                    <a:pt x="4102869" y="1353459"/>
                  </a:lnTo>
                  <a:lnTo>
                    <a:pt x="4103710" y="1341171"/>
                  </a:lnTo>
                  <a:lnTo>
                    <a:pt x="4104552" y="1329806"/>
                  </a:lnTo>
                  <a:lnTo>
                    <a:pt x="4105393" y="1318800"/>
                  </a:lnTo>
                  <a:lnTo>
                    <a:pt x="4106234" y="1307775"/>
                  </a:lnTo>
                  <a:lnTo>
                    <a:pt x="4107075" y="1297222"/>
                  </a:lnTo>
                  <a:lnTo>
                    <a:pt x="4107916" y="1286297"/>
                  </a:lnTo>
                  <a:lnTo>
                    <a:pt x="4108758" y="1275524"/>
                  </a:lnTo>
                  <a:lnTo>
                    <a:pt x="4109599" y="1264038"/>
                  </a:lnTo>
                  <a:lnTo>
                    <a:pt x="4110440" y="1251835"/>
                  </a:lnTo>
                  <a:lnTo>
                    <a:pt x="4111281" y="1238901"/>
                  </a:lnTo>
                  <a:lnTo>
                    <a:pt x="4112122" y="1226506"/>
                  </a:lnTo>
                  <a:lnTo>
                    <a:pt x="4112964" y="1213229"/>
                  </a:lnTo>
                  <a:lnTo>
                    <a:pt x="4113805" y="1199384"/>
                  </a:lnTo>
                  <a:lnTo>
                    <a:pt x="4114646" y="1185281"/>
                  </a:lnTo>
                  <a:lnTo>
                    <a:pt x="4115487" y="1169246"/>
                  </a:lnTo>
                  <a:lnTo>
                    <a:pt x="4116328" y="1153302"/>
                  </a:lnTo>
                  <a:lnTo>
                    <a:pt x="4117170" y="1137933"/>
                  </a:lnTo>
                  <a:lnTo>
                    <a:pt x="4118011" y="1125268"/>
                  </a:lnTo>
                  <a:lnTo>
                    <a:pt x="4118852" y="1114493"/>
                  </a:lnTo>
                  <a:lnTo>
                    <a:pt x="4119693" y="1103880"/>
                  </a:lnTo>
                  <a:lnTo>
                    <a:pt x="4120534" y="1093533"/>
                  </a:lnTo>
                  <a:lnTo>
                    <a:pt x="4121376" y="1082529"/>
                  </a:lnTo>
                  <a:lnTo>
                    <a:pt x="4122217" y="1072081"/>
                  </a:lnTo>
                  <a:lnTo>
                    <a:pt x="4123058" y="1061399"/>
                  </a:lnTo>
                  <a:lnTo>
                    <a:pt x="4123899" y="1050532"/>
                  </a:lnTo>
                  <a:lnTo>
                    <a:pt x="4124740" y="1039012"/>
                  </a:lnTo>
                  <a:lnTo>
                    <a:pt x="4125582" y="1027439"/>
                  </a:lnTo>
                  <a:lnTo>
                    <a:pt x="4126423" y="1015771"/>
                  </a:lnTo>
                  <a:lnTo>
                    <a:pt x="4127264" y="1004842"/>
                  </a:lnTo>
                  <a:lnTo>
                    <a:pt x="4128105" y="993849"/>
                  </a:lnTo>
                  <a:lnTo>
                    <a:pt x="4128946" y="983069"/>
                  </a:lnTo>
                  <a:lnTo>
                    <a:pt x="4129788" y="971840"/>
                  </a:lnTo>
                  <a:lnTo>
                    <a:pt x="4130629" y="959350"/>
                  </a:lnTo>
                  <a:lnTo>
                    <a:pt x="4131470" y="946061"/>
                  </a:lnTo>
                  <a:lnTo>
                    <a:pt x="4132311" y="930003"/>
                  </a:lnTo>
                  <a:lnTo>
                    <a:pt x="4133152" y="914278"/>
                  </a:lnTo>
                  <a:lnTo>
                    <a:pt x="4133994" y="897737"/>
                  </a:lnTo>
                  <a:lnTo>
                    <a:pt x="4134835" y="880132"/>
                  </a:lnTo>
                  <a:lnTo>
                    <a:pt x="4135676" y="862560"/>
                  </a:lnTo>
                  <a:lnTo>
                    <a:pt x="4136517" y="845032"/>
                  </a:lnTo>
                  <a:lnTo>
                    <a:pt x="4137359" y="828441"/>
                  </a:lnTo>
                  <a:lnTo>
                    <a:pt x="4138200" y="812311"/>
                  </a:lnTo>
                  <a:lnTo>
                    <a:pt x="4139041" y="797808"/>
                  </a:lnTo>
                  <a:lnTo>
                    <a:pt x="4139882" y="785687"/>
                  </a:lnTo>
                  <a:lnTo>
                    <a:pt x="4140723" y="772925"/>
                  </a:lnTo>
                  <a:lnTo>
                    <a:pt x="4141565" y="758700"/>
                  </a:lnTo>
                  <a:lnTo>
                    <a:pt x="4142406" y="745127"/>
                  </a:lnTo>
                  <a:lnTo>
                    <a:pt x="4143247" y="730777"/>
                  </a:lnTo>
                  <a:lnTo>
                    <a:pt x="4144088" y="716809"/>
                  </a:lnTo>
                  <a:lnTo>
                    <a:pt x="4144929" y="703056"/>
                  </a:lnTo>
                  <a:lnTo>
                    <a:pt x="4145771" y="687988"/>
                  </a:lnTo>
                  <a:lnTo>
                    <a:pt x="4146612" y="673677"/>
                  </a:lnTo>
                  <a:lnTo>
                    <a:pt x="4147453" y="659678"/>
                  </a:lnTo>
                  <a:lnTo>
                    <a:pt x="4148294" y="645601"/>
                  </a:lnTo>
                  <a:lnTo>
                    <a:pt x="4149135" y="631368"/>
                  </a:lnTo>
                  <a:lnTo>
                    <a:pt x="4149977" y="617727"/>
                  </a:lnTo>
                  <a:lnTo>
                    <a:pt x="4150818" y="604100"/>
                  </a:lnTo>
                  <a:lnTo>
                    <a:pt x="4151659" y="590066"/>
                  </a:lnTo>
                  <a:lnTo>
                    <a:pt x="4152500" y="576439"/>
                  </a:lnTo>
                  <a:lnTo>
                    <a:pt x="4153341" y="563919"/>
                  </a:lnTo>
                  <a:lnTo>
                    <a:pt x="4154183" y="550887"/>
                  </a:lnTo>
                  <a:lnTo>
                    <a:pt x="4155024" y="538767"/>
                  </a:lnTo>
                  <a:lnTo>
                    <a:pt x="4155865" y="527594"/>
                  </a:lnTo>
                  <a:lnTo>
                    <a:pt x="4156706" y="516030"/>
                  </a:lnTo>
                  <a:lnTo>
                    <a:pt x="4157547" y="503618"/>
                  </a:lnTo>
                  <a:lnTo>
                    <a:pt x="4158389" y="492833"/>
                  </a:lnTo>
                  <a:lnTo>
                    <a:pt x="4159230" y="481284"/>
                  </a:lnTo>
                  <a:lnTo>
                    <a:pt x="4160071" y="469561"/>
                  </a:lnTo>
                  <a:lnTo>
                    <a:pt x="4160912" y="457631"/>
                  </a:lnTo>
                  <a:lnTo>
                    <a:pt x="4161753" y="445654"/>
                  </a:lnTo>
                  <a:lnTo>
                    <a:pt x="4162595" y="433696"/>
                  </a:lnTo>
                  <a:lnTo>
                    <a:pt x="4163436" y="422611"/>
                  </a:lnTo>
                  <a:lnTo>
                    <a:pt x="4164277" y="413788"/>
                  </a:lnTo>
                  <a:lnTo>
                    <a:pt x="4165118" y="404176"/>
                  </a:lnTo>
                  <a:lnTo>
                    <a:pt x="4165959" y="394472"/>
                  </a:lnTo>
                  <a:lnTo>
                    <a:pt x="4166801" y="384954"/>
                  </a:lnTo>
                  <a:lnTo>
                    <a:pt x="4167642" y="376440"/>
                  </a:lnTo>
                  <a:lnTo>
                    <a:pt x="4168483" y="366691"/>
                  </a:lnTo>
                  <a:lnTo>
                    <a:pt x="4169324" y="357619"/>
                  </a:lnTo>
                  <a:lnTo>
                    <a:pt x="4170165" y="347812"/>
                  </a:lnTo>
                  <a:lnTo>
                    <a:pt x="4171007" y="338217"/>
                  </a:lnTo>
                  <a:lnTo>
                    <a:pt x="4171848" y="329697"/>
                  </a:lnTo>
                  <a:lnTo>
                    <a:pt x="4172689" y="322716"/>
                  </a:lnTo>
                  <a:lnTo>
                    <a:pt x="4173530" y="315442"/>
                  </a:lnTo>
                  <a:lnTo>
                    <a:pt x="4174371" y="308951"/>
                  </a:lnTo>
                  <a:lnTo>
                    <a:pt x="4175213" y="303455"/>
                  </a:lnTo>
                  <a:lnTo>
                    <a:pt x="4176054" y="298660"/>
                  </a:lnTo>
                  <a:lnTo>
                    <a:pt x="4176895" y="294942"/>
                  </a:lnTo>
                  <a:lnTo>
                    <a:pt x="4177736" y="291352"/>
                  </a:lnTo>
                  <a:lnTo>
                    <a:pt x="4178577" y="288752"/>
                  </a:lnTo>
                  <a:lnTo>
                    <a:pt x="4179419" y="286808"/>
                  </a:lnTo>
                  <a:lnTo>
                    <a:pt x="4180260" y="284463"/>
                  </a:lnTo>
                  <a:lnTo>
                    <a:pt x="4181101" y="282428"/>
                  </a:lnTo>
                  <a:lnTo>
                    <a:pt x="4181942" y="280802"/>
                  </a:lnTo>
                  <a:lnTo>
                    <a:pt x="4182783" y="279104"/>
                  </a:lnTo>
                  <a:lnTo>
                    <a:pt x="4183625" y="276573"/>
                  </a:lnTo>
                  <a:lnTo>
                    <a:pt x="4184466" y="272820"/>
                  </a:lnTo>
                  <a:lnTo>
                    <a:pt x="4185307" y="268937"/>
                  </a:lnTo>
                  <a:lnTo>
                    <a:pt x="4186148" y="264813"/>
                  </a:lnTo>
                  <a:lnTo>
                    <a:pt x="4186989" y="258956"/>
                  </a:lnTo>
                  <a:lnTo>
                    <a:pt x="4187831" y="252445"/>
                  </a:lnTo>
                  <a:lnTo>
                    <a:pt x="4188672" y="244686"/>
                  </a:lnTo>
                  <a:lnTo>
                    <a:pt x="4189513" y="236377"/>
                  </a:lnTo>
                  <a:lnTo>
                    <a:pt x="4190354" y="228396"/>
                  </a:lnTo>
                  <a:lnTo>
                    <a:pt x="4191195" y="219919"/>
                  </a:lnTo>
                  <a:lnTo>
                    <a:pt x="4192037" y="211247"/>
                  </a:lnTo>
                  <a:lnTo>
                    <a:pt x="4192878" y="201578"/>
                  </a:lnTo>
                  <a:lnTo>
                    <a:pt x="4193719" y="192835"/>
                  </a:lnTo>
                  <a:lnTo>
                    <a:pt x="4194560" y="184722"/>
                  </a:lnTo>
                  <a:lnTo>
                    <a:pt x="4195401" y="178761"/>
                  </a:lnTo>
                  <a:lnTo>
                    <a:pt x="4196243" y="173474"/>
                  </a:lnTo>
                  <a:lnTo>
                    <a:pt x="4197084" y="169786"/>
                  </a:lnTo>
                  <a:lnTo>
                    <a:pt x="4197925" y="166619"/>
                  </a:lnTo>
                  <a:lnTo>
                    <a:pt x="4198766" y="164430"/>
                  </a:lnTo>
                  <a:lnTo>
                    <a:pt x="4199607" y="161350"/>
                  </a:lnTo>
                  <a:lnTo>
                    <a:pt x="4200449" y="159484"/>
                  </a:lnTo>
                  <a:lnTo>
                    <a:pt x="4201290" y="157703"/>
                  </a:lnTo>
                  <a:lnTo>
                    <a:pt x="4202131" y="156372"/>
                  </a:lnTo>
                  <a:lnTo>
                    <a:pt x="4202972" y="155225"/>
                  </a:lnTo>
                  <a:lnTo>
                    <a:pt x="4203813" y="154452"/>
                  </a:lnTo>
                  <a:lnTo>
                    <a:pt x="4204655" y="152473"/>
                  </a:lnTo>
                  <a:lnTo>
                    <a:pt x="4205496" y="150607"/>
                  </a:lnTo>
                  <a:lnTo>
                    <a:pt x="4206337" y="147233"/>
                  </a:lnTo>
                  <a:lnTo>
                    <a:pt x="4207178" y="142414"/>
                  </a:lnTo>
                  <a:lnTo>
                    <a:pt x="4208020" y="137637"/>
                  </a:lnTo>
                  <a:lnTo>
                    <a:pt x="4208861" y="131672"/>
                  </a:lnTo>
                  <a:lnTo>
                    <a:pt x="4209702" y="125147"/>
                  </a:lnTo>
                  <a:lnTo>
                    <a:pt x="4210543" y="117916"/>
                  </a:lnTo>
                  <a:lnTo>
                    <a:pt x="4211384" y="111447"/>
                  </a:lnTo>
                  <a:lnTo>
                    <a:pt x="4212226" y="105351"/>
                  </a:lnTo>
                  <a:lnTo>
                    <a:pt x="4213067" y="98784"/>
                  </a:lnTo>
                  <a:lnTo>
                    <a:pt x="4213908" y="91628"/>
                  </a:lnTo>
                  <a:lnTo>
                    <a:pt x="4214749" y="84053"/>
                  </a:lnTo>
                  <a:lnTo>
                    <a:pt x="4215590" y="76176"/>
                  </a:lnTo>
                  <a:lnTo>
                    <a:pt x="4216432" y="68380"/>
                  </a:lnTo>
                  <a:lnTo>
                    <a:pt x="4217273" y="60089"/>
                  </a:lnTo>
                  <a:lnTo>
                    <a:pt x="4218114" y="51326"/>
                  </a:lnTo>
                  <a:lnTo>
                    <a:pt x="4218955" y="44013"/>
                  </a:lnTo>
                  <a:lnTo>
                    <a:pt x="4219796" y="36995"/>
                  </a:lnTo>
                  <a:lnTo>
                    <a:pt x="4220638" y="29635"/>
                  </a:lnTo>
                  <a:lnTo>
                    <a:pt x="4221479" y="23914"/>
                  </a:lnTo>
                  <a:lnTo>
                    <a:pt x="4222320" y="20130"/>
                  </a:lnTo>
                  <a:lnTo>
                    <a:pt x="4223161" y="16915"/>
                  </a:lnTo>
                  <a:lnTo>
                    <a:pt x="4224002" y="12932"/>
                  </a:lnTo>
                  <a:lnTo>
                    <a:pt x="4224844" y="7957"/>
                  </a:lnTo>
                  <a:lnTo>
                    <a:pt x="4225685" y="4327"/>
                  </a:lnTo>
                  <a:lnTo>
                    <a:pt x="4226526" y="2275"/>
                  </a:lnTo>
                  <a:lnTo>
                    <a:pt x="4227367" y="678"/>
                  </a:lnTo>
                  <a:lnTo>
                    <a:pt x="4228208" y="0"/>
                  </a:lnTo>
                  <a:lnTo>
                    <a:pt x="4229050" y="186"/>
                  </a:lnTo>
                  <a:lnTo>
                    <a:pt x="4229891" y="1017"/>
                  </a:lnTo>
                  <a:lnTo>
                    <a:pt x="4230732" y="2909"/>
                  </a:lnTo>
                  <a:lnTo>
                    <a:pt x="4231573" y="4785"/>
                  </a:lnTo>
                  <a:lnTo>
                    <a:pt x="4232414" y="7013"/>
                  </a:lnTo>
                  <a:lnTo>
                    <a:pt x="4233256" y="10575"/>
                  </a:lnTo>
                  <a:lnTo>
                    <a:pt x="4234097" y="13864"/>
                  </a:lnTo>
                  <a:lnTo>
                    <a:pt x="4234938" y="16992"/>
                  </a:lnTo>
                  <a:lnTo>
                    <a:pt x="4235779" y="20489"/>
                  </a:lnTo>
                  <a:lnTo>
                    <a:pt x="4236620" y="23648"/>
                  </a:lnTo>
                  <a:lnTo>
                    <a:pt x="4237462" y="27256"/>
                  </a:lnTo>
                  <a:lnTo>
                    <a:pt x="4238303" y="30757"/>
                  </a:lnTo>
                  <a:lnTo>
                    <a:pt x="4239144" y="34130"/>
                  </a:lnTo>
                  <a:lnTo>
                    <a:pt x="4239985" y="38363"/>
                  </a:lnTo>
                  <a:lnTo>
                    <a:pt x="4240826" y="42656"/>
                  </a:lnTo>
                  <a:lnTo>
                    <a:pt x="4241668" y="47945"/>
                  </a:lnTo>
                  <a:lnTo>
                    <a:pt x="4242509" y="53179"/>
                  </a:lnTo>
                  <a:lnTo>
                    <a:pt x="4243350" y="58231"/>
                  </a:lnTo>
                  <a:lnTo>
                    <a:pt x="4244191" y="63293"/>
                  </a:lnTo>
                  <a:lnTo>
                    <a:pt x="4245032" y="68368"/>
                  </a:lnTo>
                  <a:lnTo>
                    <a:pt x="4245874" y="74559"/>
                  </a:lnTo>
                  <a:lnTo>
                    <a:pt x="4246715" y="80736"/>
                  </a:lnTo>
                  <a:lnTo>
                    <a:pt x="4247556" y="86697"/>
                  </a:lnTo>
                  <a:lnTo>
                    <a:pt x="4248397" y="91718"/>
                  </a:lnTo>
                  <a:lnTo>
                    <a:pt x="4249238" y="97358"/>
                  </a:lnTo>
                  <a:lnTo>
                    <a:pt x="4250080" y="102164"/>
                  </a:lnTo>
                  <a:lnTo>
                    <a:pt x="4250921" y="107234"/>
                  </a:lnTo>
                  <a:lnTo>
                    <a:pt x="4251762" y="113344"/>
                  </a:lnTo>
                  <a:lnTo>
                    <a:pt x="4252603" y="118858"/>
                  </a:lnTo>
                  <a:lnTo>
                    <a:pt x="4253444" y="123796"/>
                  </a:lnTo>
                  <a:lnTo>
                    <a:pt x="4254286" y="129039"/>
                  </a:lnTo>
                  <a:lnTo>
                    <a:pt x="4255127" y="133522"/>
                  </a:lnTo>
                  <a:lnTo>
                    <a:pt x="4255968" y="138331"/>
                  </a:lnTo>
                  <a:lnTo>
                    <a:pt x="4256809" y="142987"/>
                  </a:lnTo>
                  <a:lnTo>
                    <a:pt x="4257650" y="149570"/>
                  </a:lnTo>
                  <a:lnTo>
                    <a:pt x="4258492" y="156168"/>
                  </a:lnTo>
                  <a:lnTo>
                    <a:pt x="4259333" y="162782"/>
                  </a:lnTo>
                  <a:lnTo>
                    <a:pt x="4260174" y="169962"/>
                  </a:lnTo>
                  <a:lnTo>
                    <a:pt x="4261015" y="178396"/>
                  </a:lnTo>
                  <a:lnTo>
                    <a:pt x="4261856" y="187881"/>
                  </a:lnTo>
                  <a:lnTo>
                    <a:pt x="4262698" y="198154"/>
                  </a:lnTo>
                  <a:lnTo>
                    <a:pt x="4263539" y="210080"/>
                  </a:lnTo>
                  <a:lnTo>
                    <a:pt x="4264380" y="223498"/>
                  </a:lnTo>
                  <a:lnTo>
                    <a:pt x="4265221" y="237821"/>
                  </a:lnTo>
                  <a:lnTo>
                    <a:pt x="4266062" y="253530"/>
                  </a:lnTo>
                  <a:lnTo>
                    <a:pt x="4266904" y="269204"/>
                  </a:lnTo>
                  <a:lnTo>
                    <a:pt x="4267745" y="285020"/>
                  </a:lnTo>
                  <a:lnTo>
                    <a:pt x="4268586" y="300461"/>
                  </a:lnTo>
                  <a:lnTo>
                    <a:pt x="4269427" y="315432"/>
                  </a:lnTo>
                  <a:lnTo>
                    <a:pt x="4270268" y="330140"/>
                  </a:lnTo>
                  <a:lnTo>
                    <a:pt x="4271110" y="342818"/>
                  </a:lnTo>
                  <a:lnTo>
                    <a:pt x="4271951" y="355490"/>
                  </a:lnTo>
                  <a:lnTo>
                    <a:pt x="4272792" y="367366"/>
                  </a:lnTo>
                  <a:lnTo>
                    <a:pt x="4273633" y="379075"/>
                  </a:lnTo>
                  <a:lnTo>
                    <a:pt x="4274474" y="390603"/>
                  </a:lnTo>
                  <a:lnTo>
                    <a:pt x="4275316" y="400558"/>
                  </a:lnTo>
                  <a:lnTo>
                    <a:pt x="4276157" y="409890"/>
                  </a:lnTo>
                  <a:lnTo>
                    <a:pt x="4276998" y="418101"/>
                  </a:lnTo>
                  <a:lnTo>
                    <a:pt x="4277839" y="427627"/>
                  </a:lnTo>
                  <a:lnTo>
                    <a:pt x="4278681" y="437264"/>
                  </a:lnTo>
                  <a:lnTo>
                    <a:pt x="4279522" y="446495"/>
                  </a:lnTo>
                  <a:lnTo>
                    <a:pt x="4280363" y="454676"/>
                  </a:lnTo>
                  <a:lnTo>
                    <a:pt x="4281204" y="462567"/>
                  </a:lnTo>
                  <a:lnTo>
                    <a:pt x="4282045" y="469846"/>
                  </a:lnTo>
                  <a:lnTo>
                    <a:pt x="4282887" y="475884"/>
                  </a:lnTo>
                  <a:lnTo>
                    <a:pt x="4283728" y="484039"/>
                  </a:lnTo>
                  <a:lnTo>
                    <a:pt x="4284569" y="491321"/>
                  </a:lnTo>
                  <a:lnTo>
                    <a:pt x="4285410" y="497624"/>
                  </a:lnTo>
                  <a:lnTo>
                    <a:pt x="4286251" y="500870"/>
                  </a:lnTo>
                  <a:lnTo>
                    <a:pt x="4287093" y="502015"/>
                  </a:lnTo>
                  <a:lnTo>
                    <a:pt x="4287934" y="501118"/>
                  </a:lnTo>
                  <a:lnTo>
                    <a:pt x="4288775" y="501627"/>
                  </a:lnTo>
                  <a:lnTo>
                    <a:pt x="4289616" y="502775"/>
                  </a:lnTo>
                  <a:lnTo>
                    <a:pt x="4290457" y="502852"/>
                  </a:lnTo>
                  <a:lnTo>
                    <a:pt x="4291299" y="502434"/>
                  </a:lnTo>
                  <a:lnTo>
                    <a:pt x="4292140" y="500771"/>
                  </a:lnTo>
                  <a:lnTo>
                    <a:pt x="4292981" y="498636"/>
                  </a:lnTo>
                  <a:lnTo>
                    <a:pt x="4293822" y="496039"/>
                  </a:lnTo>
                  <a:lnTo>
                    <a:pt x="4294663" y="493265"/>
                  </a:lnTo>
                  <a:lnTo>
                    <a:pt x="4295505" y="493111"/>
                  </a:lnTo>
                  <a:lnTo>
                    <a:pt x="4296346" y="493878"/>
                  </a:lnTo>
                  <a:lnTo>
                    <a:pt x="4297187" y="495189"/>
                  </a:lnTo>
                  <a:lnTo>
                    <a:pt x="4298028" y="496210"/>
                  </a:lnTo>
                  <a:lnTo>
                    <a:pt x="4298869" y="498822"/>
                  </a:lnTo>
                  <a:lnTo>
                    <a:pt x="4299711" y="502498"/>
                  </a:lnTo>
                  <a:lnTo>
                    <a:pt x="4300552" y="508932"/>
                  </a:lnTo>
                  <a:lnTo>
                    <a:pt x="4301393" y="513680"/>
                  </a:lnTo>
                  <a:lnTo>
                    <a:pt x="4302234" y="518342"/>
                  </a:lnTo>
                  <a:lnTo>
                    <a:pt x="4303075" y="524047"/>
                  </a:lnTo>
                  <a:lnTo>
                    <a:pt x="4303917" y="530037"/>
                  </a:lnTo>
                  <a:lnTo>
                    <a:pt x="4304758" y="535569"/>
                  </a:lnTo>
                  <a:lnTo>
                    <a:pt x="4305599" y="542124"/>
                  </a:lnTo>
                  <a:lnTo>
                    <a:pt x="4306440" y="550661"/>
                  </a:lnTo>
                  <a:lnTo>
                    <a:pt x="4307281" y="559330"/>
                  </a:lnTo>
                  <a:lnTo>
                    <a:pt x="4308123" y="567338"/>
                  </a:lnTo>
                  <a:lnTo>
                    <a:pt x="4308964" y="575862"/>
                  </a:lnTo>
                  <a:lnTo>
                    <a:pt x="4309805" y="587966"/>
                  </a:lnTo>
                  <a:lnTo>
                    <a:pt x="4310646" y="599459"/>
                  </a:lnTo>
                  <a:lnTo>
                    <a:pt x="4311487" y="611936"/>
                  </a:lnTo>
                  <a:lnTo>
                    <a:pt x="4312329" y="625139"/>
                  </a:lnTo>
                  <a:lnTo>
                    <a:pt x="4313170" y="638440"/>
                  </a:lnTo>
                  <a:lnTo>
                    <a:pt x="4314011" y="653312"/>
                  </a:lnTo>
                  <a:lnTo>
                    <a:pt x="4314852" y="667758"/>
                  </a:lnTo>
                  <a:lnTo>
                    <a:pt x="4315693" y="681629"/>
                  </a:lnTo>
                  <a:lnTo>
                    <a:pt x="4316535" y="695729"/>
                  </a:lnTo>
                  <a:lnTo>
                    <a:pt x="4317376" y="709391"/>
                  </a:lnTo>
                  <a:lnTo>
                    <a:pt x="4318217" y="722333"/>
                  </a:lnTo>
                  <a:lnTo>
                    <a:pt x="4319058" y="735208"/>
                  </a:lnTo>
                  <a:lnTo>
                    <a:pt x="4319899" y="748007"/>
                  </a:lnTo>
                  <a:lnTo>
                    <a:pt x="4320741" y="760480"/>
                  </a:lnTo>
                  <a:lnTo>
                    <a:pt x="4321582" y="772227"/>
                  </a:lnTo>
                  <a:lnTo>
                    <a:pt x="4322423" y="784690"/>
                  </a:lnTo>
                  <a:lnTo>
                    <a:pt x="4323264" y="796400"/>
                  </a:lnTo>
                  <a:lnTo>
                    <a:pt x="4324105" y="807457"/>
                  </a:lnTo>
                  <a:lnTo>
                    <a:pt x="4324947" y="817575"/>
                  </a:lnTo>
                  <a:lnTo>
                    <a:pt x="4325788" y="827857"/>
                  </a:lnTo>
                  <a:lnTo>
                    <a:pt x="4326629" y="836036"/>
                  </a:lnTo>
                  <a:lnTo>
                    <a:pt x="4327470" y="843272"/>
                  </a:lnTo>
                  <a:lnTo>
                    <a:pt x="4328311" y="851280"/>
                  </a:lnTo>
                  <a:lnTo>
                    <a:pt x="4329153" y="859372"/>
                  </a:lnTo>
                  <a:lnTo>
                    <a:pt x="4329994" y="867922"/>
                  </a:lnTo>
                  <a:lnTo>
                    <a:pt x="4330835" y="876354"/>
                  </a:lnTo>
                  <a:lnTo>
                    <a:pt x="4331676" y="883943"/>
                  </a:lnTo>
                  <a:lnTo>
                    <a:pt x="4332517" y="889382"/>
                  </a:lnTo>
                  <a:lnTo>
                    <a:pt x="4333359" y="895426"/>
                  </a:lnTo>
                  <a:lnTo>
                    <a:pt x="4334200" y="902089"/>
                  </a:lnTo>
                  <a:lnTo>
                    <a:pt x="4335041" y="907693"/>
                  </a:lnTo>
                  <a:lnTo>
                    <a:pt x="4335882" y="911690"/>
                  </a:lnTo>
                  <a:lnTo>
                    <a:pt x="4336723" y="915631"/>
                  </a:lnTo>
                  <a:lnTo>
                    <a:pt x="4337565" y="918406"/>
                  </a:lnTo>
                  <a:lnTo>
                    <a:pt x="4338406" y="921002"/>
                  </a:lnTo>
                  <a:lnTo>
                    <a:pt x="4339247" y="923172"/>
                  </a:lnTo>
                  <a:lnTo>
                    <a:pt x="4340088" y="925653"/>
                  </a:lnTo>
                  <a:lnTo>
                    <a:pt x="4340929" y="926079"/>
                  </a:lnTo>
                  <a:lnTo>
                    <a:pt x="4341771" y="926194"/>
                  </a:lnTo>
                  <a:lnTo>
                    <a:pt x="4342612" y="925697"/>
                  </a:lnTo>
                  <a:lnTo>
                    <a:pt x="4343453" y="924024"/>
                  </a:lnTo>
                  <a:lnTo>
                    <a:pt x="4344294" y="921812"/>
                  </a:lnTo>
                  <a:lnTo>
                    <a:pt x="4345135" y="920854"/>
                  </a:lnTo>
                  <a:lnTo>
                    <a:pt x="4345977" y="919460"/>
                  </a:lnTo>
                  <a:lnTo>
                    <a:pt x="4346818" y="917663"/>
                  </a:lnTo>
                  <a:lnTo>
                    <a:pt x="4347659" y="916482"/>
                  </a:lnTo>
                  <a:lnTo>
                    <a:pt x="4348500" y="915251"/>
                  </a:lnTo>
                  <a:lnTo>
                    <a:pt x="4349342" y="913994"/>
                  </a:lnTo>
                  <a:lnTo>
                    <a:pt x="4350183" y="911596"/>
                  </a:lnTo>
                  <a:lnTo>
                    <a:pt x="4351024" y="909169"/>
                  </a:lnTo>
                  <a:lnTo>
                    <a:pt x="4351865" y="907423"/>
                  </a:lnTo>
                  <a:lnTo>
                    <a:pt x="4352706" y="907716"/>
                  </a:lnTo>
                  <a:lnTo>
                    <a:pt x="4353548" y="908257"/>
                  </a:lnTo>
                  <a:lnTo>
                    <a:pt x="4354389" y="908316"/>
                  </a:lnTo>
                  <a:lnTo>
                    <a:pt x="4355230" y="909427"/>
                  </a:lnTo>
                  <a:lnTo>
                    <a:pt x="4356071" y="911432"/>
                  </a:lnTo>
                  <a:lnTo>
                    <a:pt x="4356912" y="915873"/>
                  </a:lnTo>
                  <a:lnTo>
                    <a:pt x="4357754" y="920230"/>
                  </a:lnTo>
                  <a:lnTo>
                    <a:pt x="4358595" y="924269"/>
                  </a:lnTo>
                  <a:lnTo>
                    <a:pt x="4359436" y="929217"/>
                  </a:lnTo>
                  <a:lnTo>
                    <a:pt x="4360277" y="933365"/>
                  </a:lnTo>
                  <a:lnTo>
                    <a:pt x="4361118" y="938206"/>
                  </a:lnTo>
                  <a:lnTo>
                    <a:pt x="4361960" y="943014"/>
                  </a:lnTo>
                  <a:lnTo>
                    <a:pt x="4362801" y="948440"/>
                  </a:lnTo>
                  <a:lnTo>
                    <a:pt x="4363642" y="952729"/>
                  </a:lnTo>
                  <a:lnTo>
                    <a:pt x="4364483" y="956281"/>
                  </a:lnTo>
                  <a:lnTo>
                    <a:pt x="4365324" y="958235"/>
                  </a:lnTo>
                  <a:lnTo>
                    <a:pt x="4366166" y="959222"/>
                  </a:lnTo>
                  <a:lnTo>
                    <a:pt x="4367007" y="959899"/>
                  </a:lnTo>
                  <a:lnTo>
                    <a:pt x="4367848" y="961023"/>
                  </a:lnTo>
                  <a:lnTo>
                    <a:pt x="4368689" y="961715"/>
                  </a:lnTo>
                  <a:lnTo>
                    <a:pt x="4369530" y="962548"/>
                  </a:lnTo>
                  <a:lnTo>
                    <a:pt x="4370372" y="962716"/>
                  </a:lnTo>
                  <a:lnTo>
                    <a:pt x="4371213" y="962760"/>
                  </a:lnTo>
                  <a:lnTo>
                    <a:pt x="4372054" y="962256"/>
                  </a:lnTo>
                  <a:lnTo>
                    <a:pt x="4372895" y="961044"/>
                  </a:lnTo>
                  <a:lnTo>
                    <a:pt x="4373736" y="959720"/>
                  </a:lnTo>
                  <a:lnTo>
                    <a:pt x="4374578" y="959582"/>
                  </a:lnTo>
                  <a:lnTo>
                    <a:pt x="4375419" y="959968"/>
                  </a:lnTo>
                  <a:lnTo>
                    <a:pt x="4376260" y="960361"/>
                  </a:lnTo>
                  <a:lnTo>
                    <a:pt x="4377101" y="961426"/>
                  </a:lnTo>
                  <a:lnTo>
                    <a:pt x="4377942" y="963142"/>
                  </a:lnTo>
                  <a:lnTo>
                    <a:pt x="4378784" y="965087"/>
                  </a:lnTo>
                  <a:lnTo>
                    <a:pt x="4379625" y="966291"/>
                  </a:lnTo>
                  <a:lnTo>
                    <a:pt x="4380466" y="967242"/>
                  </a:lnTo>
                  <a:lnTo>
                    <a:pt x="4381307" y="969252"/>
                  </a:lnTo>
                  <a:lnTo>
                    <a:pt x="4382148" y="971722"/>
                  </a:lnTo>
                  <a:lnTo>
                    <a:pt x="4382990" y="973789"/>
                  </a:lnTo>
                  <a:lnTo>
                    <a:pt x="4383831" y="977490"/>
                  </a:lnTo>
                  <a:lnTo>
                    <a:pt x="4384672" y="982537"/>
                  </a:lnTo>
                  <a:lnTo>
                    <a:pt x="4385513" y="989240"/>
                  </a:lnTo>
                  <a:lnTo>
                    <a:pt x="4386354" y="997353"/>
                  </a:lnTo>
                  <a:lnTo>
                    <a:pt x="4387196" y="1003817"/>
                  </a:lnTo>
                  <a:lnTo>
                    <a:pt x="4388037" y="1010149"/>
                  </a:lnTo>
                  <a:lnTo>
                    <a:pt x="4388878" y="1016009"/>
                  </a:lnTo>
                  <a:lnTo>
                    <a:pt x="4389719" y="1020471"/>
                  </a:lnTo>
                  <a:lnTo>
                    <a:pt x="4390560" y="1023786"/>
                  </a:lnTo>
                  <a:lnTo>
                    <a:pt x="4391402" y="1026312"/>
                  </a:lnTo>
                  <a:lnTo>
                    <a:pt x="4392243" y="1029545"/>
                  </a:lnTo>
                  <a:lnTo>
                    <a:pt x="4393084" y="1033302"/>
                  </a:lnTo>
                  <a:lnTo>
                    <a:pt x="4393925" y="1035779"/>
                  </a:lnTo>
                  <a:lnTo>
                    <a:pt x="4394766" y="1036974"/>
                  </a:lnTo>
                  <a:lnTo>
                    <a:pt x="4395608" y="1036756"/>
                  </a:lnTo>
                  <a:lnTo>
                    <a:pt x="4396449" y="1034514"/>
                  </a:lnTo>
                  <a:lnTo>
                    <a:pt x="4397290" y="1030360"/>
                  </a:lnTo>
                  <a:lnTo>
                    <a:pt x="4398131" y="1024495"/>
                  </a:lnTo>
                  <a:lnTo>
                    <a:pt x="4398972" y="1016757"/>
                  </a:lnTo>
                  <a:lnTo>
                    <a:pt x="4399814" y="1008263"/>
                  </a:lnTo>
                  <a:lnTo>
                    <a:pt x="4400655" y="999327"/>
                  </a:lnTo>
                  <a:lnTo>
                    <a:pt x="4401496" y="989271"/>
                  </a:lnTo>
                  <a:lnTo>
                    <a:pt x="4402337" y="979075"/>
                  </a:lnTo>
                  <a:lnTo>
                    <a:pt x="4403178" y="968635"/>
                  </a:lnTo>
                  <a:lnTo>
                    <a:pt x="4404020" y="957807"/>
                  </a:lnTo>
                  <a:lnTo>
                    <a:pt x="4404861" y="946649"/>
                  </a:lnTo>
                  <a:lnTo>
                    <a:pt x="4405702" y="933551"/>
                  </a:lnTo>
                  <a:lnTo>
                    <a:pt x="4406543" y="919936"/>
                  </a:lnTo>
                  <a:lnTo>
                    <a:pt x="4407384" y="905911"/>
                  </a:lnTo>
                  <a:lnTo>
                    <a:pt x="4408226" y="889600"/>
                  </a:lnTo>
                  <a:lnTo>
                    <a:pt x="4409067" y="873616"/>
                  </a:lnTo>
                  <a:lnTo>
                    <a:pt x="4409908" y="857232"/>
                  </a:lnTo>
                  <a:lnTo>
                    <a:pt x="4410749" y="840430"/>
                  </a:lnTo>
                  <a:lnTo>
                    <a:pt x="4411590" y="825666"/>
                  </a:lnTo>
                  <a:lnTo>
                    <a:pt x="4412432" y="810600"/>
                  </a:lnTo>
                  <a:lnTo>
                    <a:pt x="4413273" y="797272"/>
                  </a:lnTo>
                  <a:lnTo>
                    <a:pt x="4414114" y="783445"/>
                  </a:lnTo>
                  <a:lnTo>
                    <a:pt x="4414955" y="769054"/>
                  </a:lnTo>
                  <a:lnTo>
                    <a:pt x="4415796" y="755519"/>
                  </a:lnTo>
                  <a:lnTo>
                    <a:pt x="4416638" y="743097"/>
                  </a:lnTo>
                  <a:lnTo>
                    <a:pt x="4417479" y="731578"/>
                  </a:lnTo>
                  <a:lnTo>
                    <a:pt x="4418320" y="720205"/>
                  </a:lnTo>
                  <a:lnTo>
                    <a:pt x="4419161" y="709786"/>
                  </a:lnTo>
                  <a:lnTo>
                    <a:pt x="4420003" y="699383"/>
                  </a:lnTo>
                  <a:lnTo>
                    <a:pt x="4420844" y="689341"/>
                  </a:lnTo>
                  <a:lnTo>
                    <a:pt x="4421685" y="680301"/>
                  </a:lnTo>
                  <a:lnTo>
                    <a:pt x="4422526" y="672114"/>
                  </a:lnTo>
                  <a:lnTo>
                    <a:pt x="4423367" y="664900"/>
                  </a:lnTo>
                  <a:lnTo>
                    <a:pt x="4424209" y="657716"/>
                  </a:lnTo>
                  <a:lnTo>
                    <a:pt x="4425050" y="651057"/>
                  </a:lnTo>
                  <a:lnTo>
                    <a:pt x="4425891" y="644193"/>
                  </a:lnTo>
                  <a:lnTo>
                    <a:pt x="4426732" y="637089"/>
                  </a:lnTo>
                  <a:lnTo>
                    <a:pt x="4427573" y="631222"/>
                  </a:lnTo>
                  <a:lnTo>
                    <a:pt x="4428415" y="623890"/>
                  </a:lnTo>
                  <a:lnTo>
                    <a:pt x="4429256" y="616816"/>
                  </a:lnTo>
                  <a:lnTo>
                    <a:pt x="4430097" y="608414"/>
                  </a:lnTo>
                  <a:lnTo>
                    <a:pt x="4430938" y="600076"/>
                  </a:lnTo>
                  <a:lnTo>
                    <a:pt x="4431779" y="592209"/>
                  </a:lnTo>
                  <a:lnTo>
                    <a:pt x="4432621" y="584500"/>
                  </a:lnTo>
                  <a:lnTo>
                    <a:pt x="4433462" y="577588"/>
                  </a:lnTo>
                  <a:lnTo>
                    <a:pt x="4434303" y="570277"/>
                  </a:lnTo>
                  <a:lnTo>
                    <a:pt x="4435144" y="562421"/>
                  </a:lnTo>
                  <a:lnTo>
                    <a:pt x="4435985" y="553829"/>
                  </a:lnTo>
                  <a:lnTo>
                    <a:pt x="4436827" y="544622"/>
                  </a:lnTo>
                  <a:lnTo>
                    <a:pt x="4437668" y="535293"/>
                  </a:lnTo>
                  <a:lnTo>
                    <a:pt x="4438509" y="525488"/>
                  </a:lnTo>
                  <a:lnTo>
                    <a:pt x="4439350" y="515418"/>
                  </a:lnTo>
                  <a:lnTo>
                    <a:pt x="4440191" y="503982"/>
                  </a:lnTo>
                  <a:lnTo>
                    <a:pt x="4441033" y="492012"/>
                  </a:lnTo>
                  <a:lnTo>
                    <a:pt x="4441874" y="479593"/>
                  </a:lnTo>
                  <a:lnTo>
                    <a:pt x="4442715" y="466777"/>
                  </a:lnTo>
                  <a:lnTo>
                    <a:pt x="4443556" y="456369"/>
                  </a:lnTo>
                  <a:lnTo>
                    <a:pt x="4444397" y="446316"/>
                  </a:lnTo>
                  <a:lnTo>
                    <a:pt x="4445239" y="436040"/>
                  </a:lnTo>
                  <a:lnTo>
                    <a:pt x="4446080" y="425886"/>
                  </a:lnTo>
                  <a:lnTo>
                    <a:pt x="4446921" y="417299"/>
                  </a:lnTo>
                  <a:lnTo>
                    <a:pt x="4447762" y="411428"/>
                  </a:lnTo>
                  <a:lnTo>
                    <a:pt x="4448603" y="407052"/>
                  </a:lnTo>
                  <a:lnTo>
                    <a:pt x="4449445" y="406754"/>
                  </a:lnTo>
                  <a:lnTo>
                    <a:pt x="4450286" y="407291"/>
                  </a:lnTo>
                  <a:lnTo>
                    <a:pt x="4451127" y="410154"/>
                  </a:lnTo>
                  <a:lnTo>
                    <a:pt x="4451968" y="413689"/>
                  </a:lnTo>
                  <a:lnTo>
                    <a:pt x="4452809" y="418035"/>
                  </a:lnTo>
                  <a:lnTo>
                    <a:pt x="4453651" y="423461"/>
                  </a:lnTo>
                  <a:lnTo>
                    <a:pt x="4454492" y="430570"/>
                  </a:lnTo>
                  <a:lnTo>
                    <a:pt x="4455333" y="438240"/>
                  </a:lnTo>
                  <a:lnTo>
                    <a:pt x="4456174" y="447309"/>
                  </a:lnTo>
                  <a:lnTo>
                    <a:pt x="4457015" y="455336"/>
                  </a:lnTo>
                  <a:lnTo>
                    <a:pt x="4457857" y="463469"/>
                  </a:lnTo>
                  <a:lnTo>
                    <a:pt x="4458698" y="471766"/>
                  </a:lnTo>
                  <a:lnTo>
                    <a:pt x="4459539" y="480164"/>
                  </a:lnTo>
                  <a:lnTo>
                    <a:pt x="4460380" y="488574"/>
                  </a:lnTo>
                  <a:lnTo>
                    <a:pt x="4461221" y="498378"/>
                  </a:lnTo>
                  <a:lnTo>
                    <a:pt x="4462063" y="507780"/>
                  </a:lnTo>
                  <a:lnTo>
                    <a:pt x="4462904" y="517397"/>
                  </a:lnTo>
                  <a:lnTo>
                    <a:pt x="4463745" y="524094"/>
                  </a:lnTo>
                  <a:lnTo>
                    <a:pt x="4464586" y="529559"/>
                  </a:lnTo>
                  <a:lnTo>
                    <a:pt x="4465427" y="535405"/>
                  </a:lnTo>
                  <a:lnTo>
                    <a:pt x="4466269" y="542083"/>
                  </a:lnTo>
                  <a:lnTo>
                    <a:pt x="4467110" y="548298"/>
                  </a:lnTo>
                  <a:lnTo>
                    <a:pt x="4467951" y="554322"/>
                  </a:lnTo>
                  <a:lnTo>
                    <a:pt x="4468792" y="560648"/>
                  </a:lnTo>
                  <a:lnTo>
                    <a:pt x="4469633" y="568561"/>
                  </a:lnTo>
                  <a:lnTo>
                    <a:pt x="4470475" y="577053"/>
                  </a:lnTo>
                  <a:lnTo>
                    <a:pt x="4471316" y="586141"/>
                  </a:lnTo>
                  <a:lnTo>
                    <a:pt x="4472157" y="594694"/>
                  </a:lnTo>
                  <a:lnTo>
                    <a:pt x="4472998" y="604039"/>
                  </a:lnTo>
                  <a:lnTo>
                    <a:pt x="4473839" y="612272"/>
                  </a:lnTo>
                  <a:lnTo>
                    <a:pt x="4474681" y="618376"/>
                  </a:lnTo>
                  <a:lnTo>
                    <a:pt x="4475522" y="623429"/>
                  </a:lnTo>
                  <a:lnTo>
                    <a:pt x="4476363" y="628021"/>
                  </a:lnTo>
                  <a:lnTo>
                    <a:pt x="4477204" y="631310"/>
                  </a:lnTo>
                  <a:lnTo>
                    <a:pt x="4478045" y="632106"/>
                  </a:lnTo>
                  <a:lnTo>
                    <a:pt x="4478887" y="631778"/>
                  </a:lnTo>
                  <a:lnTo>
                    <a:pt x="4479728" y="631437"/>
                  </a:lnTo>
                  <a:lnTo>
                    <a:pt x="4480569" y="629748"/>
                  </a:lnTo>
                  <a:lnTo>
                    <a:pt x="4481410" y="628263"/>
                  </a:lnTo>
                  <a:lnTo>
                    <a:pt x="4482251" y="626548"/>
                  </a:lnTo>
                  <a:lnTo>
                    <a:pt x="4483093" y="625296"/>
                  </a:lnTo>
                  <a:lnTo>
                    <a:pt x="4483934" y="624607"/>
                  </a:lnTo>
                  <a:lnTo>
                    <a:pt x="4484775" y="623844"/>
                  </a:lnTo>
                  <a:lnTo>
                    <a:pt x="4485616" y="622198"/>
                  </a:lnTo>
                  <a:lnTo>
                    <a:pt x="4486457" y="619982"/>
                  </a:lnTo>
                  <a:lnTo>
                    <a:pt x="4487299" y="617136"/>
                  </a:lnTo>
                  <a:lnTo>
                    <a:pt x="4488140" y="614312"/>
                  </a:lnTo>
                  <a:lnTo>
                    <a:pt x="4488981" y="611042"/>
                  </a:lnTo>
                  <a:lnTo>
                    <a:pt x="4489822" y="607634"/>
                  </a:lnTo>
                  <a:lnTo>
                    <a:pt x="4490663" y="604098"/>
                  </a:lnTo>
                  <a:lnTo>
                    <a:pt x="4491505" y="600913"/>
                  </a:lnTo>
                  <a:lnTo>
                    <a:pt x="4492346" y="598200"/>
                  </a:lnTo>
                  <a:lnTo>
                    <a:pt x="4493187" y="596568"/>
                  </a:lnTo>
                  <a:lnTo>
                    <a:pt x="4494028" y="595682"/>
                  </a:lnTo>
                  <a:lnTo>
                    <a:pt x="4494870" y="596170"/>
                  </a:lnTo>
                  <a:lnTo>
                    <a:pt x="4495711" y="598072"/>
                  </a:lnTo>
                  <a:lnTo>
                    <a:pt x="4496552" y="599602"/>
                  </a:lnTo>
                  <a:lnTo>
                    <a:pt x="4497393" y="601057"/>
                  </a:lnTo>
                  <a:lnTo>
                    <a:pt x="4498234" y="603079"/>
                  </a:lnTo>
                  <a:lnTo>
                    <a:pt x="4499076" y="606833"/>
                  </a:lnTo>
                  <a:lnTo>
                    <a:pt x="4499917" y="611553"/>
                  </a:lnTo>
                  <a:lnTo>
                    <a:pt x="4500758" y="616905"/>
                  </a:lnTo>
                  <a:lnTo>
                    <a:pt x="4501599" y="622162"/>
                  </a:lnTo>
                  <a:lnTo>
                    <a:pt x="4502440" y="626969"/>
                  </a:lnTo>
                  <a:lnTo>
                    <a:pt x="4503282" y="633003"/>
                  </a:lnTo>
                  <a:lnTo>
                    <a:pt x="4504123" y="639268"/>
                  </a:lnTo>
                  <a:lnTo>
                    <a:pt x="4504964" y="646927"/>
                  </a:lnTo>
                  <a:lnTo>
                    <a:pt x="4505805" y="655016"/>
                  </a:lnTo>
                  <a:lnTo>
                    <a:pt x="4506646" y="663071"/>
                  </a:lnTo>
                  <a:lnTo>
                    <a:pt x="4507488" y="671286"/>
                  </a:lnTo>
                  <a:lnTo>
                    <a:pt x="4508329" y="678349"/>
                  </a:lnTo>
                  <a:lnTo>
                    <a:pt x="4509170" y="685736"/>
                  </a:lnTo>
                  <a:lnTo>
                    <a:pt x="4510011" y="692886"/>
                  </a:lnTo>
                  <a:lnTo>
                    <a:pt x="4510852" y="700524"/>
                  </a:lnTo>
                  <a:lnTo>
                    <a:pt x="4511694" y="708586"/>
                  </a:lnTo>
                  <a:lnTo>
                    <a:pt x="4512535" y="715857"/>
                  </a:lnTo>
                  <a:lnTo>
                    <a:pt x="4513376" y="721541"/>
                  </a:lnTo>
                  <a:lnTo>
                    <a:pt x="4514217" y="726777"/>
                  </a:lnTo>
                  <a:lnTo>
                    <a:pt x="4515058" y="731857"/>
                  </a:lnTo>
                  <a:lnTo>
                    <a:pt x="4515900" y="736076"/>
                  </a:lnTo>
                  <a:lnTo>
                    <a:pt x="4516741" y="740832"/>
                  </a:lnTo>
                  <a:lnTo>
                    <a:pt x="4517582" y="744235"/>
                  </a:lnTo>
                  <a:lnTo>
                    <a:pt x="4518423" y="748702"/>
                  </a:lnTo>
                  <a:lnTo>
                    <a:pt x="4519264" y="753700"/>
                  </a:lnTo>
                  <a:lnTo>
                    <a:pt x="4520106" y="759825"/>
                  </a:lnTo>
                  <a:lnTo>
                    <a:pt x="4520947" y="764905"/>
                  </a:lnTo>
                  <a:lnTo>
                    <a:pt x="4521788" y="769773"/>
                  </a:lnTo>
                  <a:lnTo>
                    <a:pt x="4522629" y="774920"/>
                  </a:lnTo>
                  <a:lnTo>
                    <a:pt x="4523470" y="780876"/>
                  </a:lnTo>
                  <a:lnTo>
                    <a:pt x="4524312" y="786840"/>
                  </a:lnTo>
                  <a:lnTo>
                    <a:pt x="4525153" y="791781"/>
                  </a:lnTo>
                  <a:lnTo>
                    <a:pt x="4525994" y="797683"/>
                  </a:lnTo>
                  <a:lnTo>
                    <a:pt x="4526835" y="802717"/>
                  </a:lnTo>
                  <a:lnTo>
                    <a:pt x="4527676" y="807462"/>
                  </a:lnTo>
                  <a:lnTo>
                    <a:pt x="4528518" y="813285"/>
                  </a:lnTo>
                  <a:lnTo>
                    <a:pt x="4529359" y="819140"/>
                  </a:lnTo>
                  <a:lnTo>
                    <a:pt x="4530200" y="824970"/>
                  </a:lnTo>
                  <a:lnTo>
                    <a:pt x="4531041" y="830031"/>
                  </a:lnTo>
                  <a:lnTo>
                    <a:pt x="4531882" y="833379"/>
                  </a:lnTo>
                  <a:lnTo>
                    <a:pt x="4532724" y="836834"/>
                  </a:lnTo>
                  <a:lnTo>
                    <a:pt x="4533565" y="839907"/>
                  </a:lnTo>
                  <a:lnTo>
                    <a:pt x="4534406" y="843784"/>
                  </a:lnTo>
                  <a:lnTo>
                    <a:pt x="4535247" y="846686"/>
                  </a:lnTo>
                  <a:lnTo>
                    <a:pt x="4536088" y="849894"/>
                  </a:lnTo>
                  <a:lnTo>
                    <a:pt x="4536930" y="853317"/>
                  </a:lnTo>
                  <a:lnTo>
                    <a:pt x="4537771" y="857146"/>
                  </a:lnTo>
                  <a:lnTo>
                    <a:pt x="4538612" y="861687"/>
                  </a:lnTo>
                  <a:lnTo>
                    <a:pt x="4539453" y="866347"/>
                  </a:lnTo>
                  <a:lnTo>
                    <a:pt x="4540294" y="871009"/>
                  </a:lnTo>
                  <a:lnTo>
                    <a:pt x="4541136" y="875618"/>
                  </a:lnTo>
                  <a:lnTo>
                    <a:pt x="4541977" y="879932"/>
                  </a:lnTo>
                  <a:lnTo>
                    <a:pt x="4542818" y="883805"/>
                  </a:lnTo>
                  <a:lnTo>
                    <a:pt x="4543659" y="887893"/>
                  </a:lnTo>
                  <a:lnTo>
                    <a:pt x="4544500" y="892863"/>
                  </a:lnTo>
                  <a:lnTo>
                    <a:pt x="4545342" y="897727"/>
                  </a:lnTo>
                  <a:lnTo>
                    <a:pt x="4546183" y="903183"/>
                  </a:lnTo>
                  <a:lnTo>
                    <a:pt x="4547024" y="909083"/>
                  </a:lnTo>
                  <a:lnTo>
                    <a:pt x="4547865" y="915418"/>
                  </a:lnTo>
                  <a:lnTo>
                    <a:pt x="4548706" y="921829"/>
                  </a:lnTo>
                  <a:lnTo>
                    <a:pt x="4549548" y="927022"/>
                  </a:lnTo>
                  <a:lnTo>
                    <a:pt x="4550389" y="931738"/>
                  </a:lnTo>
                  <a:lnTo>
                    <a:pt x="4551230" y="937000"/>
                  </a:lnTo>
                  <a:lnTo>
                    <a:pt x="4552071" y="940885"/>
                  </a:lnTo>
                  <a:lnTo>
                    <a:pt x="4552912" y="942907"/>
                  </a:lnTo>
                  <a:lnTo>
                    <a:pt x="4553754" y="943998"/>
                  </a:lnTo>
                  <a:lnTo>
                    <a:pt x="4554595" y="944082"/>
                  </a:lnTo>
                  <a:lnTo>
                    <a:pt x="4555436" y="944166"/>
                  </a:lnTo>
                  <a:lnTo>
                    <a:pt x="4556277" y="944168"/>
                  </a:lnTo>
                  <a:lnTo>
                    <a:pt x="4557118" y="944014"/>
                  </a:lnTo>
                  <a:lnTo>
                    <a:pt x="4557960" y="943605"/>
                  </a:lnTo>
                  <a:lnTo>
                    <a:pt x="4558801" y="943308"/>
                  </a:lnTo>
                  <a:lnTo>
                    <a:pt x="4559642" y="942450"/>
                  </a:lnTo>
                  <a:lnTo>
                    <a:pt x="4560483" y="941404"/>
                  </a:lnTo>
                  <a:lnTo>
                    <a:pt x="4561324" y="939920"/>
                  </a:lnTo>
                  <a:lnTo>
                    <a:pt x="4562166" y="939460"/>
                  </a:lnTo>
                  <a:lnTo>
                    <a:pt x="4563007" y="938786"/>
                  </a:lnTo>
                  <a:lnTo>
                    <a:pt x="4563848" y="939065"/>
                  </a:lnTo>
                  <a:lnTo>
                    <a:pt x="4564689" y="941231"/>
                  </a:lnTo>
                  <a:lnTo>
                    <a:pt x="4565531" y="945054"/>
                  </a:lnTo>
                  <a:lnTo>
                    <a:pt x="4566372" y="950615"/>
                  </a:lnTo>
                  <a:lnTo>
                    <a:pt x="4567213" y="958202"/>
                  </a:lnTo>
                  <a:lnTo>
                    <a:pt x="4568054" y="967005"/>
                  </a:lnTo>
                  <a:lnTo>
                    <a:pt x="4568895" y="975499"/>
                  </a:lnTo>
                  <a:lnTo>
                    <a:pt x="4569737" y="984712"/>
                  </a:lnTo>
                  <a:lnTo>
                    <a:pt x="4570578" y="993922"/>
                  </a:lnTo>
                  <a:lnTo>
                    <a:pt x="4571419" y="1003283"/>
                  </a:lnTo>
                  <a:lnTo>
                    <a:pt x="4572260" y="1012736"/>
                  </a:lnTo>
                  <a:lnTo>
                    <a:pt x="4573101" y="1022186"/>
                  </a:lnTo>
                  <a:lnTo>
                    <a:pt x="4573943" y="1033327"/>
                  </a:lnTo>
                  <a:lnTo>
                    <a:pt x="4574784" y="1044951"/>
                  </a:lnTo>
                  <a:lnTo>
                    <a:pt x="4575625" y="1057215"/>
                  </a:lnTo>
                  <a:lnTo>
                    <a:pt x="4576466" y="1071094"/>
                  </a:lnTo>
                  <a:lnTo>
                    <a:pt x="4577307" y="1084755"/>
                  </a:lnTo>
                  <a:lnTo>
                    <a:pt x="4578149" y="1098790"/>
                  </a:lnTo>
                  <a:lnTo>
                    <a:pt x="4578990" y="1112646"/>
                  </a:lnTo>
                  <a:lnTo>
                    <a:pt x="4579831" y="1123458"/>
                  </a:lnTo>
                  <a:lnTo>
                    <a:pt x="4580672" y="1134122"/>
                  </a:lnTo>
                  <a:lnTo>
                    <a:pt x="4581513" y="1140638"/>
                  </a:lnTo>
                  <a:lnTo>
                    <a:pt x="4582355" y="1146415"/>
                  </a:lnTo>
                  <a:lnTo>
                    <a:pt x="4583196" y="1152090"/>
                  </a:lnTo>
                  <a:lnTo>
                    <a:pt x="4584037" y="1156112"/>
                  </a:lnTo>
                  <a:lnTo>
                    <a:pt x="4584878" y="1158967"/>
                  </a:lnTo>
                  <a:lnTo>
                    <a:pt x="4585719" y="1161043"/>
                  </a:lnTo>
                  <a:lnTo>
                    <a:pt x="4586561" y="1162340"/>
                  </a:lnTo>
                  <a:lnTo>
                    <a:pt x="4587402" y="1163407"/>
                  </a:lnTo>
                  <a:lnTo>
                    <a:pt x="4588243" y="1164679"/>
                  </a:lnTo>
                  <a:lnTo>
                    <a:pt x="4589084" y="1166711"/>
                  </a:lnTo>
                  <a:lnTo>
                    <a:pt x="4589925" y="1168367"/>
                  </a:lnTo>
                  <a:lnTo>
                    <a:pt x="4590767" y="1170543"/>
                  </a:lnTo>
                  <a:lnTo>
                    <a:pt x="4591608" y="1173441"/>
                  </a:lnTo>
                  <a:lnTo>
                    <a:pt x="4592449" y="1175899"/>
                  </a:lnTo>
                  <a:lnTo>
                    <a:pt x="4593290" y="1178184"/>
                  </a:lnTo>
                  <a:lnTo>
                    <a:pt x="4594131" y="1181118"/>
                  </a:lnTo>
                  <a:lnTo>
                    <a:pt x="4594973" y="1183804"/>
                  </a:lnTo>
                  <a:lnTo>
                    <a:pt x="4595814" y="1185446"/>
                  </a:lnTo>
                  <a:lnTo>
                    <a:pt x="4596655" y="1188935"/>
                  </a:lnTo>
                  <a:lnTo>
                    <a:pt x="4597496" y="1191624"/>
                  </a:lnTo>
                  <a:lnTo>
                    <a:pt x="4598337" y="1195183"/>
                  </a:lnTo>
                  <a:lnTo>
                    <a:pt x="4599179" y="1199842"/>
                  </a:lnTo>
                  <a:lnTo>
                    <a:pt x="4600020" y="1203228"/>
                  </a:lnTo>
                  <a:lnTo>
                    <a:pt x="4600861" y="1206531"/>
                  </a:lnTo>
                  <a:lnTo>
                    <a:pt x="4601702" y="1209135"/>
                  </a:lnTo>
                  <a:lnTo>
                    <a:pt x="4602543" y="1212882"/>
                  </a:lnTo>
                  <a:lnTo>
                    <a:pt x="4603385" y="1216808"/>
                  </a:lnTo>
                  <a:lnTo>
                    <a:pt x="4604226" y="1220337"/>
                  </a:lnTo>
                  <a:lnTo>
                    <a:pt x="4605067" y="1225327"/>
                  </a:lnTo>
                  <a:lnTo>
                    <a:pt x="4605908" y="1230883"/>
                  </a:lnTo>
                  <a:lnTo>
                    <a:pt x="4606749" y="1237569"/>
                  </a:lnTo>
                  <a:lnTo>
                    <a:pt x="4607591" y="1245139"/>
                  </a:lnTo>
                  <a:lnTo>
                    <a:pt x="4608432" y="1254911"/>
                  </a:lnTo>
                  <a:lnTo>
                    <a:pt x="4609273" y="1266103"/>
                  </a:lnTo>
                  <a:lnTo>
                    <a:pt x="4610114" y="1278352"/>
                  </a:lnTo>
                  <a:lnTo>
                    <a:pt x="4610955" y="1291353"/>
                  </a:lnTo>
                  <a:lnTo>
                    <a:pt x="4611797" y="1302821"/>
                  </a:lnTo>
                  <a:lnTo>
                    <a:pt x="4612638" y="1314427"/>
                  </a:lnTo>
                  <a:lnTo>
                    <a:pt x="4613479" y="1326941"/>
                  </a:lnTo>
                  <a:lnTo>
                    <a:pt x="4614320" y="1338998"/>
                  </a:lnTo>
                  <a:lnTo>
                    <a:pt x="4615161" y="1349877"/>
                  </a:lnTo>
                  <a:lnTo>
                    <a:pt x="4616003" y="1358941"/>
                  </a:lnTo>
                  <a:lnTo>
                    <a:pt x="4616844" y="1366728"/>
                  </a:lnTo>
                  <a:lnTo>
                    <a:pt x="4617685" y="1371312"/>
                  </a:lnTo>
                  <a:lnTo>
                    <a:pt x="4618526" y="1376111"/>
                  </a:lnTo>
                  <a:lnTo>
                    <a:pt x="4619367" y="1379824"/>
                  </a:lnTo>
                  <a:lnTo>
                    <a:pt x="4620209" y="1382169"/>
                  </a:lnTo>
                  <a:lnTo>
                    <a:pt x="4621050" y="1383791"/>
                  </a:lnTo>
                  <a:lnTo>
                    <a:pt x="4621891" y="1383545"/>
                  </a:lnTo>
                  <a:lnTo>
                    <a:pt x="4622732" y="1380466"/>
                  </a:lnTo>
                  <a:lnTo>
                    <a:pt x="4623573" y="1376545"/>
                  </a:lnTo>
                  <a:lnTo>
                    <a:pt x="4624415" y="1372157"/>
                  </a:lnTo>
                  <a:lnTo>
                    <a:pt x="4625256" y="1368144"/>
                  </a:lnTo>
                  <a:lnTo>
                    <a:pt x="4626097" y="1364527"/>
                  </a:lnTo>
                  <a:lnTo>
                    <a:pt x="4626938" y="1360777"/>
                  </a:lnTo>
                  <a:lnTo>
                    <a:pt x="4627779" y="1356721"/>
                  </a:lnTo>
                  <a:lnTo>
                    <a:pt x="4628621" y="1352621"/>
                  </a:lnTo>
                  <a:lnTo>
                    <a:pt x="4629462" y="1347558"/>
                  </a:lnTo>
                  <a:lnTo>
                    <a:pt x="4630303" y="1342413"/>
                  </a:lnTo>
                  <a:lnTo>
                    <a:pt x="4631144" y="1336522"/>
                  </a:lnTo>
                  <a:lnTo>
                    <a:pt x="4631985" y="1329546"/>
                  </a:lnTo>
                  <a:lnTo>
                    <a:pt x="4632827" y="1321954"/>
                  </a:lnTo>
                  <a:lnTo>
                    <a:pt x="4633668" y="1312828"/>
                  </a:lnTo>
                  <a:lnTo>
                    <a:pt x="4634509" y="1304510"/>
                  </a:lnTo>
                  <a:lnTo>
                    <a:pt x="4635350" y="1296268"/>
                  </a:lnTo>
                  <a:lnTo>
                    <a:pt x="4636192" y="1287628"/>
                  </a:lnTo>
                  <a:lnTo>
                    <a:pt x="4637033" y="1280351"/>
                  </a:lnTo>
                  <a:lnTo>
                    <a:pt x="4637874" y="1272112"/>
                  </a:lnTo>
                  <a:lnTo>
                    <a:pt x="4638715" y="1262617"/>
                  </a:lnTo>
                  <a:lnTo>
                    <a:pt x="4639556" y="1252858"/>
                  </a:lnTo>
                  <a:lnTo>
                    <a:pt x="4640398" y="1245680"/>
                  </a:lnTo>
                  <a:lnTo>
                    <a:pt x="4641239" y="1238218"/>
                  </a:lnTo>
                  <a:lnTo>
                    <a:pt x="4642080" y="1232916"/>
                  </a:lnTo>
                  <a:lnTo>
                    <a:pt x="4642921" y="1229093"/>
                  </a:lnTo>
                  <a:lnTo>
                    <a:pt x="4643762" y="1226588"/>
                  </a:lnTo>
                  <a:lnTo>
                    <a:pt x="4644604" y="1224170"/>
                  </a:lnTo>
                  <a:lnTo>
                    <a:pt x="4645445" y="1222984"/>
                  </a:lnTo>
                  <a:lnTo>
                    <a:pt x="4646286" y="1221828"/>
                  </a:lnTo>
                  <a:lnTo>
                    <a:pt x="4647127" y="1222061"/>
                  </a:lnTo>
                  <a:lnTo>
                    <a:pt x="4647968" y="1221764"/>
                  </a:lnTo>
                  <a:lnTo>
                    <a:pt x="4648810" y="1221587"/>
                  </a:lnTo>
                  <a:lnTo>
                    <a:pt x="4649651" y="1220659"/>
                  </a:lnTo>
                  <a:lnTo>
                    <a:pt x="4650492" y="1219258"/>
                  </a:lnTo>
                  <a:lnTo>
                    <a:pt x="4651333" y="1216747"/>
                  </a:lnTo>
                  <a:lnTo>
                    <a:pt x="4652174" y="1213716"/>
                  </a:lnTo>
                  <a:lnTo>
                    <a:pt x="4653016" y="1210470"/>
                  </a:lnTo>
                  <a:lnTo>
                    <a:pt x="4653857" y="1207667"/>
                  </a:lnTo>
                  <a:lnTo>
                    <a:pt x="4654698" y="1204408"/>
                  </a:lnTo>
                  <a:lnTo>
                    <a:pt x="4655539" y="1201296"/>
                  </a:lnTo>
                  <a:lnTo>
                    <a:pt x="4656380" y="1194741"/>
                  </a:lnTo>
                  <a:lnTo>
                    <a:pt x="4657222" y="1188248"/>
                  </a:lnTo>
                  <a:lnTo>
                    <a:pt x="4658063" y="1182407"/>
                  </a:lnTo>
                  <a:lnTo>
                    <a:pt x="4658904" y="1176234"/>
                  </a:lnTo>
                  <a:lnTo>
                    <a:pt x="4659745" y="1169713"/>
                  </a:lnTo>
                  <a:lnTo>
                    <a:pt x="4660586" y="1161380"/>
                  </a:lnTo>
                  <a:lnTo>
                    <a:pt x="4661428" y="1153123"/>
                  </a:lnTo>
                  <a:lnTo>
                    <a:pt x="4662269" y="1145186"/>
                  </a:lnTo>
                  <a:lnTo>
                    <a:pt x="4663110" y="1138312"/>
                  </a:lnTo>
                  <a:lnTo>
                    <a:pt x="4663951" y="1132404"/>
                  </a:lnTo>
                  <a:lnTo>
                    <a:pt x="4664792" y="1126029"/>
                  </a:lnTo>
                  <a:lnTo>
                    <a:pt x="4665634" y="1121342"/>
                  </a:lnTo>
                  <a:lnTo>
                    <a:pt x="4666475" y="1116200"/>
                  </a:lnTo>
                  <a:lnTo>
                    <a:pt x="4667316" y="1109929"/>
                  </a:lnTo>
                  <a:lnTo>
                    <a:pt x="4668157" y="1103732"/>
                  </a:lnTo>
                  <a:lnTo>
                    <a:pt x="4668998" y="1097653"/>
                  </a:lnTo>
                  <a:lnTo>
                    <a:pt x="4669840" y="1090722"/>
                  </a:lnTo>
                  <a:lnTo>
                    <a:pt x="4670681" y="1084085"/>
                  </a:lnTo>
                  <a:lnTo>
                    <a:pt x="4671522" y="1077779"/>
                  </a:lnTo>
                  <a:lnTo>
                    <a:pt x="4672363" y="1070856"/>
                  </a:lnTo>
                  <a:lnTo>
                    <a:pt x="4673204" y="1063464"/>
                  </a:lnTo>
                  <a:lnTo>
                    <a:pt x="4674046" y="1056411"/>
                  </a:lnTo>
                  <a:lnTo>
                    <a:pt x="4674887" y="1050007"/>
                  </a:lnTo>
                  <a:lnTo>
                    <a:pt x="4675728" y="1042984"/>
                  </a:lnTo>
                  <a:lnTo>
                    <a:pt x="4676569" y="1036321"/>
                  </a:lnTo>
                  <a:lnTo>
                    <a:pt x="4677410" y="1029596"/>
                  </a:lnTo>
                  <a:lnTo>
                    <a:pt x="4678252" y="1022620"/>
                  </a:lnTo>
                  <a:lnTo>
                    <a:pt x="4679093" y="1014347"/>
                  </a:lnTo>
                  <a:lnTo>
                    <a:pt x="4679934" y="1006894"/>
                  </a:lnTo>
                  <a:lnTo>
                    <a:pt x="4680775" y="1000804"/>
                  </a:lnTo>
                  <a:lnTo>
                    <a:pt x="4681616" y="995119"/>
                  </a:lnTo>
                  <a:lnTo>
                    <a:pt x="4682458" y="990101"/>
                  </a:lnTo>
                  <a:lnTo>
                    <a:pt x="4683299" y="985896"/>
                  </a:lnTo>
                  <a:lnTo>
                    <a:pt x="4684140" y="983866"/>
                  </a:lnTo>
                  <a:lnTo>
                    <a:pt x="4684981" y="981198"/>
                  </a:lnTo>
                  <a:lnTo>
                    <a:pt x="4685822" y="981112"/>
                  </a:lnTo>
                  <a:lnTo>
                    <a:pt x="4686664" y="981630"/>
                  </a:lnTo>
                  <a:lnTo>
                    <a:pt x="4687505" y="983143"/>
                  </a:lnTo>
                  <a:lnTo>
                    <a:pt x="4688346" y="983771"/>
                  </a:lnTo>
                  <a:lnTo>
                    <a:pt x="4689187" y="985161"/>
                  </a:lnTo>
                  <a:lnTo>
                    <a:pt x="4690028" y="986594"/>
                  </a:lnTo>
                  <a:lnTo>
                    <a:pt x="4690870" y="988365"/>
                  </a:lnTo>
                  <a:lnTo>
                    <a:pt x="4691711" y="989432"/>
                  </a:lnTo>
                  <a:lnTo>
                    <a:pt x="4692552" y="990491"/>
                  </a:lnTo>
                  <a:lnTo>
                    <a:pt x="4693393" y="992019"/>
                  </a:lnTo>
                  <a:lnTo>
                    <a:pt x="4694234" y="993075"/>
                  </a:lnTo>
                  <a:lnTo>
                    <a:pt x="4695076" y="995026"/>
                  </a:lnTo>
                  <a:lnTo>
                    <a:pt x="4695917" y="997062"/>
                  </a:lnTo>
                  <a:lnTo>
                    <a:pt x="4696758" y="998346"/>
                  </a:lnTo>
                  <a:lnTo>
                    <a:pt x="4697599" y="1000181"/>
                  </a:lnTo>
                  <a:lnTo>
                    <a:pt x="4698440" y="1000951"/>
                  </a:lnTo>
                  <a:lnTo>
                    <a:pt x="4699282" y="1001034"/>
                  </a:lnTo>
                  <a:lnTo>
                    <a:pt x="4700123" y="1001383"/>
                  </a:lnTo>
                  <a:lnTo>
                    <a:pt x="4700964" y="1001184"/>
                  </a:lnTo>
                  <a:lnTo>
                    <a:pt x="4701805" y="1000575"/>
                  </a:lnTo>
                  <a:lnTo>
                    <a:pt x="4702646" y="999600"/>
                  </a:lnTo>
                  <a:lnTo>
                    <a:pt x="4703488" y="999092"/>
                  </a:lnTo>
                  <a:lnTo>
                    <a:pt x="4704329" y="997464"/>
                  </a:lnTo>
                  <a:lnTo>
                    <a:pt x="4705170" y="995115"/>
                  </a:lnTo>
                  <a:lnTo>
                    <a:pt x="4706011" y="992336"/>
                  </a:lnTo>
                  <a:lnTo>
                    <a:pt x="4706853" y="989297"/>
                  </a:lnTo>
                  <a:lnTo>
                    <a:pt x="4707694" y="985729"/>
                  </a:lnTo>
                  <a:lnTo>
                    <a:pt x="4708535" y="980804"/>
                  </a:lnTo>
                  <a:lnTo>
                    <a:pt x="4709376" y="977107"/>
                  </a:lnTo>
                  <a:lnTo>
                    <a:pt x="4710217" y="973783"/>
                  </a:lnTo>
                  <a:lnTo>
                    <a:pt x="4711059" y="970249"/>
                  </a:lnTo>
                  <a:lnTo>
                    <a:pt x="4711900" y="966295"/>
                  </a:lnTo>
                  <a:lnTo>
                    <a:pt x="4712741" y="960640"/>
                  </a:lnTo>
                  <a:lnTo>
                    <a:pt x="4713582" y="954073"/>
                  </a:lnTo>
                  <a:lnTo>
                    <a:pt x="4714423" y="946829"/>
                  </a:lnTo>
                  <a:lnTo>
                    <a:pt x="4715265" y="938879"/>
                  </a:lnTo>
                  <a:lnTo>
                    <a:pt x="4716106" y="931324"/>
                  </a:lnTo>
                  <a:lnTo>
                    <a:pt x="4716947" y="923106"/>
                  </a:lnTo>
                  <a:lnTo>
                    <a:pt x="4717788" y="916008"/>
                  </a:lnTo>
                  <a:lnTo>
                    <a:pt x="4718629" y="908745"/>
                  </a:lnTo>
                  <a:lnTo>
                    <a:pt x="4719471" y="901315"/>
                  </a:lnTo>
                  <a:lnTo>
                    <a:pt x="4720312" y="894285"/>
                  </a:lnTo>
                  <a:lnTo>
                    <a:pt x="4721153" y="887103"/>
                  </a:lnTo>
                  <a:lnTo>
                    <a:pt x="4721994" y="879375"/>
                  </a:lnTo>
                  <a:lnTo>
                    <a:pt x="4722835" y="871985"/>
                  </a:lnTo>
                  <a:lnTo>
                    <a:pt x="4723677" y="865087"/>
                  </a:lnTo>
                  <a:lnTo>
                    <a:pt x="4724518" y="858355"/>
                  </a:lnTo>
                  <a:lnTo>
                    <a:pt x="4725359" y="853063"/>
                  </a:lnTo>
                  <a:lnTo>
                    <a:pt x="4726200" y="848955"/>
                  </a:lnTo>
                  <a:lnTo>
                    <a:pt x="4727041" y="844461"/>
                  </a:lnTo>
                  <a:lnTo>
                    <a:pt x="4727883" y="840847"/>
                  </a:lnTo>
                  <a:lnTo>
                    <a:pt x="4728724" y="837233"/>
                  </a:lnTo>
                  <a:lnTo>
                    <a:pt x="4729565" y="834949"/>
                  </a:lnTo>
                  <a:lnTo>
                    <a:pt x="4730406" y="832092"/>
                  </a:lnTo>
                  <a:lnTo>
                    <a:pt x="4731247" y="829562"/>
                  </a:lnTo>
                  <a:lnTo>
                    <a:pt x="4732089" y="825631"/>
                  </a:lnTo>
                  <a:lnTo>
                    <a:pt x="4732930" y="821912"/>
                  </a:lnTo>
                  <a:lnTo>
                    <a:pt x="4733771" y="816629"/>
                  </a:lnTo>
                  <a:lnTo>
                    <a:pt x="4734612" y="810822"/>
                  </a:lnTo>
                  <a:lnTo>
                    <a:pt x="4735453" y="803629"/>
                  </a:lnTo>
                  <a:lnTo>
                    <a:pt x="4736295" y="796349"/>
                  </a:lnTo>
                  <a:lnTo>
                    <a:pt x="4737136" y="790721"/>
                  </a:lnTo>
                  <a:lnTo>
                    <a:pt x="4737977" y="785313"/>
                  </a:lnTo>
                  <a:lnTo>
                    <a:pt x="4738818" y="780674"/>
                  </a:lnTo>
                  <a:lnTo>
                    <a:pt x="4739659" y="776589"/>
                  </a:lnTo>
                  <a:lnTo>
                    <a:pt x="4740501" y="772584"/>
                  </a:lnTo>
                  <a:lnTo>
                    <a:pt x="4741342" y="768400"/>
                  </a:lnTo>
                  <a:lnTo>
                    <a:pt x="4742183" y="764333"/>
                  </a:lnTo>
                  <a:lnTo>
                    <a:pt x="4743024" y="760262"/>
                  </a:lnTo>
                  <a:lnTo>
                    <a:pt x="4743865" y="756911"/>
                  </a:lnTo>
                  <a:lnTo>
                    <a:pt x="4744707" y="753745"/>
                  </a:lnTo>
                  <a:lnTo>
                    <a:pt x="4745548" y="749999"/>
                  </a:lnTo>
                  <a:lnTo>
                    <a:pt x="4746389" y="745823"/>
                  </a:lnTo>
                  <a:lnTo>
                    <a:pt x="4747230" y="742176"/>
                  </a:lnTo>
                  <a:lnTo>
                    <a:pt x="4748071" y="739516"/>
                  </a:lnTo>
                  <a:lnTo>
                    <a:pt x="4748913" y="737103"/>
                  </a:lnTo>
                  <a:lnTo>
                    <a:pt x="4749754" y="736627"/>
                  </a:lnTo>
                  <a:lnTo>
                    <a:pt x="4750595" y="736117"/>
                  </a:lnTo>
                  <a:lnTo>
                    <a:pt x="4751436" y="736289"/>
                  </a:lnTo>
                  <a:lnTo>
                    <a:pt x="4752277" y="736886"/>
                  </a:lnTo>
                  <a:lnTo>
                    <a:pt x="4753119" y="738004"/>
                  </a:lnTo>
                  <a:lnTo>
                    <a:pt x="4753960" y="739451"/>
                  </a:lnTo>
                  <a:lnTo>
                    <a:pt x="4754801" y="741545"/>
                  </a:lnTo>
                  <a:lnTo>
                    <a:pt x="4755642" y="743313"/>
                  </a:lnTo>
                  <a:lnTo>
                    <a:pt x="4756483" y="743512"/>
                  </a:lnTo>
                  <a:lnTo>
                    <a:pt x="4757325" y="743428"/>
                  </a:lnTo>
                  <a:lnTo>
                    <a:pt x="4758166" y="743158"/>
                  </a:lnTo>
                  <a:lnTo>
                    <a:pt x="4759007" y="742189"/>
                  </a:lnTo>
                  <a:lnTo>
                    <a:pt x="4759848" y="739707"/>
                  </a:lnTo>
                  <a:lnTo>
                    <a:pt x="4760689" y="736839"/>
                  </a:lnTo>
                  <a:lnTo>
                    <a:pt x="4761531" y="734738"/>
                  </a:lnTo>
                  <a:lnTo>
                    <a:pt x="4762372" y="732134"/>
                  </a:lnTo>
                  <a:lnTo>
                    <a:pt x="4763213" y="730113"/>
                  </a:lnTo>
                  <a:lnTo>
                    <a:pt x="4764054" y="726854"/>
                  </a:lnTo>
                  <a:lnTo>
                    <a:pt x="4764895" y="724387"/>
                  </a:lnTo>
                  <a:lnTo>
                    <a:pt x="4765737" y="722395"/>
                  </a:lnTo>
                  <a:lnTo>
                    <a:pt x="4766578" y="720587"/>
                  </a:lnTo>
                  <a:lnTo>
                    <a:pt x="4767419" y="717967"/>
                  </a:lnTo>
                  <a:lnTo>
                    <a:pt x="4768260" y="715951"/>
                  </a:lnTo>
                  <a:lnTo>
                    <a:pt x="4769101" y="712896"/>
                  </a:lnTo>
                  <a:lnTo>
                    <a:pt x="4769943" y="709892"/>
                  </a:lnTo>
                  <a:lnTo>
                    <a:pt x="4770784" y="706655"/>
                  </a:lnTo>
                  <a:lnTo>
                    <a:pt x="4771625" y="702355"/>
                  </a:lnTo>
                  <a:lnTo>
                    <a:pt x="4772466" y="698729"/>
                  </a:lnTo>
                  <a:lnTo>
                    <a:pt x="4773307" y="694882"/>
                  </a:lnTo>
                  <a:lnTo>
                    <a:pt x="4774149" y="691353"/>
                  </a:lnTo>
                  <a:lnTo>
                    <a:pt x="4774990" y="687490"/>
                  </a:lnTo>
                  <a:lnTo>
                    <a:pt x="4775831" y="682568"/>
                  </a:lnTo>
                  <a:lnTo>
                    <a:pt x="4776672" y="676501"/>
                  </a:lnTo>
                  <a:lnTo>
                    <a:pt x="4777514" y="670317"/>
                  </a:lnTo>
                  <a:lnTo>
                    <a:pt x="4778355" y="663647"/>
                  </a:lnTo>
                  <a:lnTo>
                    <a:pt x="4779196" y="657491"/>
                  </a:lnTo>
                  <a:lnTo>
                    <a:pt x="4780037" y="651213"/>
                  </a:lnTo>
                  <a:lnTo>
                    <a:pt x="4780878" y="645676"/>
                  </a:lnTo>
                  <a:lnTo>
                    <a:pt x="4781720" y="641171"/>
                  </a:lnTo>
                  <a:lnTo>
                    <a:pt x="4782561" y="636263"/>
                  </a:lnTo>
                  <a:lnTo>
                    <a:pt x="4783402" y="632126"/>
                  </a:lnTo>
                  <a:lnTo>
                    <a:pt x="4784243" y="628042"/>
                  </a:lnTo>
                  <a:lnTo>
                    <a:pt x="4785084" y="623687"/>
                  </a:lnTo>
                  <a:lnTo>
                    <a:pt x="4785926" y="619204"/>
                  </a:lnTo>
                  <a:lnTo>
                    <a:pt x="4786767" y="614126"/>
                  </a:lnTo>
                  <a:lnTo>
                    <a:pt x="4787608" y="609495"/>
                  </a:lnTo>
                  <a:lnTo>
                    <a:pt x="4788449" y="605950"/>
                  </a:lnTo>
                  <a:lnTo>
                    <a:pt x="4789290" y="603157"/>
                  </a:lnTo>
                  <a:lnTo>
                    <a:pt x="4790132" y="601946"/>
                  </a:lnTo>
                  <a:lnTo>
                    <a:pt x="4790973" y="602321"/>
                  </a:lnTo>
                  <a:lnTo>
                    <a:pt x="4791814" y="603027"/>
                  </a:lnTo>
                  <a:lnTo>
                    <a:pt x="4792655" y="604385"/>
                  </a:lnTo>
                  <a:lnTo>
                    <a:pt x="4793496" y="605747"/>
                  </a:lnTo>
                  <a:lnTo>
                    <a:pt x="4794338" y="605885"/>
                  </a:lnTo>
                  <a:lnTo>
                    <a:pt x="4795179" y="606149"/>
                  </a:lnTo>
                  <a:lnTo>
                    <a:pt x="4796020" y="606434"/>
                  </a:lnTo>
                  <a:lnTo>
                    <a:pt x="4796861" y="607340"/>
                  </a:lnTo>
                  <a:lnTo>
                    <a:pt x="4797702" y="608606"/>
                  </a:lnTo>
                  <a:lnTo>
                    <a:pt x="4798544" y="610118"/>
                  </a:lnTo>
                  <a:lnTo>
                    <a:pt x="4799385" y="612712"/>
                  </a:lnTo>
                  <a:lnTo>
                    <a:pt x="4800226" y="616638"/>
                  </a:lnTo>
                  <a:lnTo>
                    <a:pt x="4801067" y="621080"/>
                  </a:lnTo>
                  <a:lnTo>
                    <a:pt x="4801908" y="625365"/>
                  </a:lnTo>
                  <a:lnTo>
                    <a:pt x="4802750" y="627478"/>
                  </a:lnTo>
                  <a:lnTo>
                    <a:pt x="4803591" y="630036"/>
                  </a:lnTo>
                  <a:lnTo>
                    <a:pt x="4804432" y="633153"/>
                  </a:lnTo>
                  <a:lnTo>
                    <a:pt x="4805273" y="635000"/>
                  </a:lnTo>
                  <a:lnTo>
                    <a:pt x="4806114" y="636939"/>
                  </a:lnTo>
                  <a:lnTo>
                    <a:pt x="4806956" y="640440"/>
                  </a:lnTo>
                  <a:lnTo>
                    <a:pt x="4807797" y="644058"/>
                  </a:lnTo>
                  <a:lnTo>
                    <a:pt x="4808638" y="644806"/>
                  </a:lnTo>
                  <a:lnTo>
                    <a:pt x="4809479" y="645018"/>
                  </a:lnTo>
                  <a:lnTo>
                    <a:pt x="4810320" y="642803"/>
                  </a:lnTo>
                  <a:lnTo>
                    <a:pt x="4811162" y="639245"/>
                  </a:lnTo>
                  <a:lnTo>
                    <a:pt x="4812003" y="636263"/>
                  </a:lnTo>
                  <a:lnTo>
                    <a:pt x="4812844" y="632693"/>
                  </a:lnTo>
                  <a:lnTo>
                    <a:pt x="4813685" y="628340"/>
                  </a:lnTo>
                  <a:lnTo>
                    <a:pt x="4814526" y="623922"/>
                  </a:lnTo>
                  <a:lnTo>
                    <a:pt x="4815368" y="619486"/>
                  </a:lnTo>
                  <a:lnTo>
                    <a:pt x="4816209" y="615000"/>
                  </a:lnTo>
                  <a:lnTo>
                    <a:pt x="4817050" y="610171"/>
                  </a:lnTo>
                  <a:lnTo>
                    <a:pt x="4817891" y="605135"/>
                  </a:lnTo>
                  <a:lnTo>
                    <a:pt x="4818732" y="600238"/>
                  </a:lnTo>
                  <a:lnTo>
                    <a:pt x="4819574" y="595922"/>
                  </a:lnTo>
                  <a:lnTo>
                    <a:pt x="4820415" y="591917"/>
                  </a:lnTo>
                  <a:lnTo>
                    <a:pt x="4821256" y="588238"/>
                  </a:lnTo>
                  <a:lnTo>
                    <a:pt x="4822097" y="584409"/>
                  </a:lnTo>
                  <a:lnTo>
                    <a:pt x="4822938" y="582212"/>
                  </a:lnTo>
                  <a:lnTo>
                    <a:pt x="4823780" y="581320"/>
                  </a:lnTo>
                  <a:lnTo>
                    <a:pt x="4824621" y="584649"/>
                  </a:lnTo>
                  <a:lnTo>
                    <a:pt x="4825462" y="588692"/>
                  </a:lnTo>
                  <a:lnTo>
                    <a:pt x="4826303" y="592656"/>
                  </a:lnTo>
                  <a:lnTo>
                    <a:pt x="4827144" y="597758"/>
                  </a:lnTo>
                  <a:lnTo>
                    <a:pt x="4827986" y="603445"/>
                  </a:lnTo>
                  <a:lnTo>
                    <a:pt x="4828827" y="610869"/>
                  </a:lnTo>
                  <a:lnTo>
                    <a:pt x="4829668" y="618733"/>
                  </a:lnTo>
                  <a:lnTo>
                    <a:pt x="4830509" y="627131"/>
                  </a:lnTo>
                  <a:lnTo>
                    <a:pt x="4831350" y="633772"/>
                  </a:lnTo>
                  <a:lnTo>
                    <a:pt x="4832192" y="639208"/>
                  </a:lnTo>
                  <a:lnTo>
                    <a:pt x="4833033" y="645696"/>
                  </a:lnTo>
                  <a:lnTo>
                    <a:pt x="4833874" y="651011"/>
                  </a:lnTo>
                  <a:lnTo>
                    <a:pt x="4834715" y="655905"/>
                  </a:lnTo>
                  <a:lnTo>
                    <a:pt x="4835556" y="660430"/>
                  </a:lnTo>
                  <a:lnTo>
                    <a:pt x="4836398" y="665353"/>
                  </a:lnTo>
                  <a:lnTo>
                    <a:pt x="4837239" y="670056"/>
                  </a:lnTo>
                  <a:lnTo>
                    <a:pt x="4838080" y="675220"/>
                  </a:lnTo>
                  <a:lnTo>
                    <a:pt x="4838921" y="680765"/>
                  </a:lnTo>
                  <a:lnTo>
                    <a:pt x="4839762" y="686277"/>
                  </a:lnTo>
                  <a:lnTo>
                    <a:pt x="4840604" y="692724"/>
                  </a:lnTo>
                  <a:lnTo>
                    <a:pt x="4841445" y="699197"/>
                  </a:lnTo>
                  <a:lnTo>
                    <a:pt x="4842286" y="705595"/>
                  </a:lnTo>
                  <a:lnTo>
                    <a:pt x="4843127" y="712058"/>
                  </a:lnTo>
                  <a:lnTo>
                    <a:pt x="4843968" y="719488"/>
                  </a:lnTo>
                  <a:lnTo>
                    <a:pt x="4844810" y="726954"/>
                  </a:lnTo>
                  <a:lnTo>
                    <a:pt x="4845651" y="734877"/>
                  </a:lnTo>
                  <a:lnTo>
                    <a:pt x="4846492" y="743245"/>
                  </a:lnTo>
                  <a:lnTo>
                    <a:pt x="4847333" y="752982"/>
                  </a:lnTo>
                  <a:lnTo>
                    <a:pt x="4848175" y="762386"/>
                  </a:lnTo>
                  <a:lnTo>
                    <a:pt x="4849016" y="771189"/>
                  </a:lnTo>
                  <a:lnTo>
                    <a:pt x="4849857" y="779597"/>
                  </a:lnTo>
                  <a:lnTo>
                    <a:pt x="4850698" y="788290"/>
                  </a:lnTo>
                  <a:lnTo>
                    <a:pt x="4851539" y="795717"/>
                  </a:lnTo>
                  <a:lnTo>
                    <a:pt x="4852381" y="800738"/>
                  </a:lnTo>
                  <a:lnTo>
                    <a:pt x="4853222" y="805453"/>
                  </a:lnTo>
                  <a:lnTo>
                    <a:pt x="4854063" y="809034"/>
                  </a:lnTo>
                  <a:lnTo>
                    <a:pt x="4854904" y="810838"/>
                  </a:lnTo>
                  <a:lnTo>
                    <a:pt x="4855745" y="809383"/>
                  </a:lnTo>
                  <a:lnTo>
                    <a:pt x="4856587" y="806680"/>
                  </a:lnTo>
                  <a:lnTo>
                    <a:pt x="4857428" y="803244"/>
                  </a:lnTo>
                  <a:lnTo>
                    <a:pt x="4858269" y="798964"/>
                  </a:lnTo>
                  <a:lnTo>
                    <a:pt x="4859110" y="794631"/>
                  </a:lnTo>
                  <a:lnTo>
                    <a:pt x="4859951" y="790069"/>
                  </a:lnTo>
                  <a:lnTo>
                    <a:pt x="4860793" y="785634"/>
                  </a:lnTo>
                  <a:lnTo>
                    <a:pt x="4861634" y="781477"/>
                  </a:lnTo>
                  <a:lnTo>
                    <a:pt x="4862475" y="777962"/>
                  </a:lnTo>
                  <a:lnTo>
                    <a:pt x="4863316" y="774214"/>
                  </a:lnTo>
                  <a:lnTo>
                    <a:pt x="4864157" y="771062"/>
                  </a:lnTo>
                  <a:lnTo>
                    <a:pt x="4864999" y="768239"/>
                  </a:lnTo>
                  <a:lnTo>
                    <a:pt x="4865840" y="765591"/>
                  </a:lnTo>
                  <a:lnTo>
                    <a:pt x="4866681" y="763813"/>
                  </a:lnTo>
                  <a:lnTo>
                    <a:pt x="4867522" y="763394"/>
                  </a:lnTo>
                  <a:lnTo>
                    <a:pt x="4868363" y="763457"/>
                  </a:lnTo>
                  <a:lnTo>
                    <a:pt x="4869205" y="764003"/>
                  </a:lnTo>
                  <a:lnTo>
                    <a:pt x="4870046" y="765599"/>
                  </a:lnTo>
                  <a:lnTo>
                    <a:pt x="4870887" y="766785"/>
                  </a:lnTo>
                  <a:lnTo>
                    <a:pt x="4871728" y="768488"/>
                  </a:lnTo>
                  <a:lnTo>
                    <a:pt x="4872569" y="770901"/>
                  </a:lnTo>
                  <a:lnTo>
                    <a:pt x="4873411" y="773710"/>
                  </a:lnTo>
                  <a:lnTo>
                    <a:pt x="4874252" y="775939"/>
                  </a:lnTo>
                  <a:lnTo>
                    <a:pt x="4875093" y="777513"/>
                  </a:lnTo>
                  <a:lnTo>
                    <a:pt x="4875934" y="780295"/>
                  </a:lnTo>
                  <a:lnTo>
                    <a:pt x="4876775" y="784068"/>
                  </a:lnTo>
                  <a:lnTo>
                    <a:pt x="4877617" y="787330"/>
                  </a:lnTo>
                  <a:lnTo>
                    <a:pt x="4878458" y="790580"/>
                  </a:lnTo>
                  <a:lnTo>
                    <a:pt x="4879299" y="792985"/>
                  </a:lnTo>
                  <a:lnTo>
                    <a:pt x="4880140" y="794388"/>
                  </a:lnTo>
                  <a:lnTo>
                    <a:pt x="4880981" y="798058"/>
                  </a:lnTo>
                  <a:lnTo>
                    <a:pt x="4881823" y="800906"/>
                  </a:lnTo>
                  <a:lnTo>
                    <a:pt x="4882664" y="804244"/>
                  </a:lnTo>
                  <a:lnTo>
                    <a:pt x="4883505" y="807835"/>
                  </a:lnTo>
                  <a:lnTo>
                    <a:pt x="4884346" y="810522"/>
                  </a:lnTo>
                  <a:lnTo>
                    <a:pt x="4885187" y="814144"/>
                  </a:lnTo>
                  <a:lnTo>
                    <a:pt x="4886029" y="817665"/>
                  </a:lnTo>
                  <a:lnTo>
                    <a:pt x="4886870" y="823369"/>
                  </a:lnTo>
                  <a:lnTo>
                    <a:pt x="4887711" y="830107"/>
                  </a:lnTo>
                  <a:lnTo>
                    <a:pt x="4888552" y="836655"/>
                  </a:lnTo>
                  <a:lnTo>
                    <a:pt x="4889393" y="843994"/>
                  </a:lnTo>
                  <a:lnTo>
                    <a:pt x="4890235" y="850709"/>
                  </a:lnTo>
                  <a:lnTo>
                    <a:pt x="4891076" y="856814"/>
                  </a:lnTo>
                  <a:lnTo>
                    <a:pt x="4891917" y="862676"/>
                  </a:lnTo>
                  <a:lnTo>
                    <a:pt x="4892758" y="868505"/>
                  </a:lnTo>
                  <a:lnTo>
                    <a:pt x="4893599" y="873583"/>
                  </a:lnTo>
                  <a:lnTo>
                    <a:pt x="4894441" y="877844"/>
                  </a:lnTo>
                  <a:lnTo>
                    <a:pt x="4895282" y="881895"/>
                  </a:lnTo>
                  <a:lnTo>
                    <a:pt x="4896123" y="885820"/>
                  </a:lnTo>
                  <a:lnTo>
                    <a:pt x="4896964" y="889233"/>
                  </a:lnTo>
                  <a:lnTo>
                    <a:pt x="4897805" y="892293"/>
                  </a:lnTo>
                  <a:lnTo>
                    <a:pt x="4898647" y="895794"/>
                  </a:lnTo>
                  <a:lnTo>
                    <a:pt x="4899488" y="898104"/>
                  </a:lnTo>
                  <a:lnTo>
                    <a:pt x="4900329" y="901789"/>
                  </a:lnTo>
                  <a:lnTo>
                    <a:pt x="4901170" y="904283"/>
                  </a:lnTo>
                  <a:lnTo>
                    <a:pt x="4902011" y="908297"/>
                  </a:lnTo>
                  <a:lnTo>
                    <a:pt x="4902853" y="912368"/>
                  </a:lnTo>
                  <a:lnTo>
                    <a:pt x="4903694" y="917853"/>
                  </a:lnTo>
                  <a:lnTo>
                    <a:pt x="4904535" y="923473"/>
                  </a:lnTo>
                  <a:lnTo>
                    <a:pt x="4905376" y="927498"/>
                  </a:lnTo>
                  <a:lnTo>
                    <a:pt x="4906217" y="930790"/>
                  </a:lnTo>
                  <a:lnTo>
                    <a:pt x="4907059" y="933779"/>
                  </a:lnTo>
                  <a:lnTo>
                    <a:pt x="4907900" y="937711"/>
                  </a:lnTo>
                  <a:lnTo>
                    <a:pt x="4908741" y="942208"/>
                  </a:lnTo>
                  <a:lnTo>
                    <a:pt x="4909582" y="947412"/>
                  </a:lnTo>
                  <a:lnTo>
                    <a:pt x="4910423" y="953093"/>
                  </a:lnTo>
                  <a:lnTo>
                    <a:pt x="4911265" y="959111"/>
                  </a:lnTo>
                  <a:lnTo>
                    <a:pt x="4912106" y="965153"/>
                  </a:lnTo>
                  <a:lnTo>
                    <a:pt x="4912947" y="972055"/>
                  </a:lnTo>
                  <a:lnTo>
                    <a:pt x="4913788" y="979330"/>
                  </a:lnTo>
                  <a:lnTo>
                    <a:pt x="4914629" y="986826"/>
                  </a:lnTo>
                  <a:lnTo>
                    <a:pt x="4915471" y="994317"/>
                  </a:lnTo>
                  <a:lnTo>
                    <a:pt x="4916312" y="1001739"/>
                  </a:lnTo>
                  <a:lnTo>
                    <a:pt x="4917153" y="1009202"/>
                  </a:lnTo>
                  <a:lnTo>
                    <a:pt x="4917994" y="1017144"/>
                  </a:lnTo>
                  <a:lnTo>
                    <a:pt x="4918836" y="1025989"/>
                  </a:lnTo>
                  <a:lnTo>
                    <a:pt x="4919677" y="1034896"/>
                  </a:lnTo>
                  <a:lnTo>
                    <a:pt x="4920518" y="1044534"/>
                  </a:lnTo>
                  <a:lnTo>
                    <a:pt x="4921359" y="1054568"/>
                  </a:lnTo>
                  <a:lnTo>
                    <a:pt x="4922200" y="1064176"/>
                  </a:lnTo>
                  <a:lnTo>
                    <a:pt x="4923042" y="1073914"/>
                  </a:lnTo>
                  <a:lnTo>
                    <a:pt x="4923883" y="1083505"/>
                  </a:lnTo>
                  <a:lnTo>
                    <a:pt x="4924724" y="1093716"/>
                  </a:lnTo>
                  <a:lnTo>
                    <a:pt x="4925565" y="1103825"/>
                  </a:lnTo>
                  <a:lnTo>
                    <a:pt x="4926406" y="1113877"/>
                  </a:lnTo>
                  <a:lnTo>
                    <a:pt x="4927248" y="1124107"/>
                  </a:lnTo>
                  <a:lnTo>
                    <a:pt x="4928089" y="1135073"/>
                  </a:lnTo>
                  <a:lnTo>
                    <a:pt x="4928930" y="1146686"/>
                  </a:lnTo>
                  <a:lnTo>
                    <a:pt x="4929771" y="1157479"/>
                  </a:lnTo>
                  <a:lnTo>
                    <a:pt x="4930612" y="1168169"/>
                  </a:lnTo>
                  <a:lnTo>
                    <a:pt x="4931454" y="1178689"/>
                  </a:lnTo>
                  <a:lnTo>
                    <a:pt x="4932295" y="1190532"/>
                  </a:lnTo>
                  <a:lnTo>
                    <a:pt x="4933136" y="1201229"/>
                  </a:lnTo>
                  <a:lnTo>
                    <a:pt x="4933977" y="1211197"/>
                  </a:lnTo>
                  <a:lnTo>
                    <a:pt x="4934818" y="1220566"/>
                  </a:lnTo>
                  <a:lnTo>
                    <a:pt x="4935660" y="1228373"/>
                  </a:lnTo>
                  <a:lnTo>
                    <a:pt x="4936501" y="1235079"/>
                  </a:lnTo>
                  <a:lnTo>
                    <a:pt x="4937342" y="1241520"/>
                  </a:lnTo>
                  <a:lnTo>
                    <a:pt x="4938183" y="1246859"/>
                  </a:lnTo>
                  <a:lnTo>
                    <a:pt x="4939024" y="1250872"/>
                  </a:lnTo>
                  <a:lnTo>
                    <a:pt x="4939866" y="1254866"/>
                  </a:lnTo>
                  <a:lnTo>
                    <a:pt x="4940707" y="1257684"/>
                  </a:lnTo>
                  <a:lnTo>
                    <a:pt x="4941548" y="1258922"/>
                  </a:lnTo>
                  <a:lnTo>
                    <a:pt x="4942389" y="1259639"/>
                  </a:lnTo>
                  <a:lnTo>
                    <a:pt x="4943230" y="1260125"/>
                  </a:lnTo>
                  <a:lnTo>
                    <a:pt x="4944072" y="1260559"/>
                  </a:lnTo>
                  <a:lnTo>
                    <a:pt x="4944913" y="1260708"/>
                  </a:lnTo>
                  <a:lnTo>
                    <a:pt x="4945754" y="1259916"/>
                  </a:lnTo>
                  <a:lnTo>
                    <a:pt x="4946595" y="1259120"/>
                  </a:lnTo>
                  <a:lnTo>
                    <a:pt x="4947436" y="1257752"/>
                  </a:lnTo>
                  <a:lnTo>
                    <a:pt x="4948278" y="1257617"/>
                  </a:lnTo>
                  <a:lnTo>
                    <a:pt x="4949119" y="1258249"/>
                  </a:lnTo>
                  <a:lnTo>
                    <a:pt x="4949960" y="1258663"/>
                  </a:lnTo>
                  <a:lnTo>
                    <a:pt x="4950801" y="1259578"/>
                  </a:lnTo>
                  <a:lnTo>
                    <a:pt x="4951642" y="1260174"/>
                  </a:lnTo>
                  <a:lnTo>
                    <a:pt x="4952484" y="1261214"/>
                  </a:lnTo>
                  <a:lnTo>
                    <a:pt x="4953325" y="1263526"/>
                  </a:lnTo>
                  <a:lnTo>
                    <a:pt x="4954166" y="1266814"/>
                  </a:lnTo>
                  <a:lnTo>
                    <a:pt x="4955007" y="1270484"/>
                  </a:lnTo>
                  <a:lnTo>
                    <a:pt x="4955848" y="1274310"/>
                  </a:lnTo>
                  <a:lnTo>
                    <a:pt x="4956690" y="1277507"/>
                  </a:lnTo>
                  <a:lnTo>
                    <a:pt x="4957531" y="1281117"/>
                  </a:lnTo>
                  <a:lnTo>
                    <a:pt x="4958372" y="1286051"/>
                  </a:lnTo>
                  <a:lnTo>
                    <a:pt x="4959213" y="1292038"/>
                  </a:lnTo>
                  <a:lnTo>
                    <a:pt x="4960054" y="1298722"/>
                  </a:lnTo>
                  <a:lnTo>
                    <a:pt x="4960896" y="1305644"/>
                  </a:lnTo>
                  <a:lnTo>
                    <a:pt x="4961737" y="1312749"/>
                  </a:lnTo>
                  <a:lnTo>
                    <a:pt x="4962578" y="1320278"/>
                  </a:lnTo>
                  <a:lnTo>
                    <a:pt x="4963419" y="1328322"/>
                  </a:lnTo>
                  <a:lnTo>
                    <a:pt x="4964260" y="1337367"/>
                  </a:lnTo>
                  <a:lnTo>
                    <a:pt x="4965102" y="1347448"/>
                  </a:lnTo>
                  <a:lnTo>
                    <a:pt x="4965943" y="1358018"/>
                  </a:lnTo>
                  <a:lnTo>
                    <a:pt x="4966784" y="1369686"/>
                  </a:lnTo>
                  <a:lnTo>
                    <a:pt x="4967625" y="1381135"/>
                  </a:lnTo>
                  <a:lnTo>
                    <a:pt x="4968466" y="1392610"/>
                  </a:lnTo>
                  <a:lnTo>
                    <a:pt x="4969308" y="1404438"/>
                  </a:lnTo>
                  <a:lnTo>
                    <a:pt x="4970149" y="1417211"/>
                  </a:lnTo>
                  <a:lnTo>
                    <a:pt x="4970990" y="1431383"/>
                  </a:lnTo>
                  <a:lnTo>
                    <a:pt x="4971831" y="1445227"/>
                  </a:lnTo>
                  <a:lnTo>
                    <a:pt x="4972672" y="1458704"/>
                  </a:lnTo>
                  <a:lnTo>
                    <a:pt x="4973514" y="1471562"/>
                  </a:lnTo>
                  <a:lnTo>
                    <a:pt x="4974355" y="1484781"/>
                  </a:lnTo>
                  <a:lnTo>
                    <a:pt x="4975196" y="1498131"/>
                  </a:lnTo>
                  <a:lnTo>
                    <a:pt x="4976037" y="1511111"/>
                  </a:lnTo>
                  <a:lnTo>
                    <a:pt x="4976878" y="1524743"/>
                  </a:lnTo>
                  <a:lnTo>
                    <a:pt x="4977720" y="1538359"/>
                  </a:lnTo>
                  <a:lnTo>
                    <a:pt x="4978561" y="1551551"/>
                  </a:lnTo>
                  <a:lnTo>
                    <a:pt x="4979402" y="1564100"/>
                  </a:lnTo>
                  <a:lnTo>
                    <a:pt x="4980243" y="1574446"/>
                  </a:lnTo>
                  <a:lnTo>
                    <a:pt x="4981084" y="1584507"/>
                  </a:lnTo>
                  <a:lnTo>
                    <a:pt x="4981926" y="1594995"/>
                  </a:lnTo>
                  <a:lnTo>
                    <a:pt x="4982767" y="1605155"/>
                  </a:lnTo>
                  <a:lnTo>
                    <a:pt x="4983608" y="1614514"/>
                  </a:lnTo>
                  <a:lnTo>
                    <a:pt x="4984449" y="1623624"/>
                  </a:lnTo>
                  <a:lnTo>
                    <a:pt x="4985290" y="1632925"/>
                  </a:lnTo>
                  <a:lnTo>
                    <a:pt x="4986132" y="1642726"/>
                  </a:lnTo>
                  <a:lnTo>
                    <a:pt x="4986973" y="1652666"/>
                  </a:lnTo>
                  <a:lnTo>
                    <a:pt x="4987814" y="1662189"/>
                  </a:lnTo>
                  <a:lnTo>
                    <a:pt x="4988655" y="1671455"/>
                  </a:lnTo>
                  <a:lnTo>
                    <a:pt x="4989497" y="1680149"/>
                  </a:lnTo>
                  <a:lnTo>
                    <a:pt x="4990338" y="1689350"/>
                  </a:lnTo>
                  <a:lnTo>
                    <a:pt x="4991179" y="1698046"/>
                  </a:lnTo>
                  <a:lnTo>
                    <a:pt x="4992020" y="1705772"/>
                  </a:lnTo>
                  <a:lnTo>
                    <a:pt x="4992861" y="1713027"/>
                  </a:lnTo>
                  <a:lnTo>
                    <a:pt x="4993703" y="1719419"/>
                  </a:lnTo>
                  <a:lnTo>
                    <a:pt x="4994544" y="1725173"/>
                  </a:lnTo>
                  <a:lnTo>
                    <a:pt x="4995385" y="1730495"/>
                  </a:lnTo>
                  <a:lnTo>
                    <a:pt x="4996226" y="1735718"/>
                  </a:lnTo>
                  <a:lnTo>
                    <a:pt x="4997067" y="1740798"/>
                  </a:lnTo>
                  <a:lnTo>
                    <a:pt x="4997909" y="1745403"/>
                  </a:lnTo>
                  <a:lnTo>
                    <a:pt x="4998750" y="1749501"/>
                  </a:lnTo>
                  <a:lnTo>
                    <a:pt x="4999591" y="1753840"/>
                  </a:lnTo>
                  <a:lnTo>
                    <a:pt x="5000432" y="1758456"/>
                  </a:lnTo>
                  <a:lnTo>
                    <a:pt x="5001273" y="1762499"/>
                  </a:lnTo>
                  <a:lnTo>
                    <a:pt x="5002115" y="1767119"/>
                  </a:lnTo>
                  <a:lnTo>
                    <a:pt x="5002956" y="1772154"/>
                  </a:lnTo>
                  <a:lnTo>
                    <a:pt x="5003797" y="1777758"/>
                  </a:lnTo>
                  <a:lnTo>
                    <a:pt x="5004638" y="1782987"/>
                  </a:lnTo>
                  <a:lnTo>
                    <a:pt x="5005479" y="1787885"/>
                  </a:lnTo>
                  <a:lnTo>
                    <a:pt x="5006321" y="1792767"/>
                  </a:lnTo>
                  <a:lnTo>
                    <a:pt x="5007162" y="1796579"/>
                  </a:lnTo>
                  <a:lnTo>
                    <a:pt x="5008003" y="1799118"/>
                  </a:lnTo>
                  <a:lnTo>
                    <a:pt x="5008844" y="1800767"/>
                  </a:lnTo>
                  <a:lnTo>
                    <a:pt x="5009685" y="1802186"/>
                  </a:lnTo>
                  <a:lnTo>
                    <a:pt x="5010527" y="1803300"/>
                  </a:lnTo>
                  <a:lnTo>
                    <a:pt x="5011368" y="1804301"/>
                  </a:lnTo>
                  <a:lnTo>
                    <a:pt x="5012209" y="1805157"/>
                  </a:lnTo>
                  <a:lnTo>
                    <a:pt x="5013050" y="1805760"/>
                  </a:lnTo>
                  <a:lnTo>
                    <a:pt x="5013891" y="1806246"/>
                  </a:lnTo>
                  <a:lnTo>
                    <a:pt x="5014733" y="1806472"/>
                  </a:lnTo>
                  <a:lnTo>
                    <a:pt x="5015574" y="1806320"/>
                  </a:lnTo>
                  <a:lnTo>
                    <a:pt x="5016415" y="1805424"/>
                  </a:lnTo>
                  <a:lnTo>
                    <a:pt x="5017256" y="1803879"/>
                  </a:lnTo>
                  <a:lnTo>
                    <a:pt x="5018097" y="1802179"/>
                  </a:lnTo>
                  <a:lnTo>
                    <a:pt x="5018939" y="1799803"/>
                  </a:lnTo>
                  <a:lnTo>
                    <a:pt x="5019780" y="1797682"/>
                  </a:lnTo>
                  <a:lnTo>
                    <a:pt x="5020621" y="1795796"/>
                  </a:lnTo>
                  <a:lnTo>
                    <a:pt x="5021462" y="1795070"/>
                  </a:lnTo>
                  <a:lnTo>
                    <a:pt x="5022303" y="1793748"/>
                  </a:lnTo>
                  <a:lnTo>
                    <a:pt x="5023145" y="1792649"/>
                  </a:lnTo>
                  <a:lnTo>
                    <a:pt x="5023986" y="1794011"/>
                  </a:lnTo>
                  <a:lnTo>
                    <a:pt x="5024827" y="1797028"/>
                  </a:lnTo>
                  <a:lnTo>
                    <a:pt x="5025668" y="1800695"/>
                  </a:lnTo>
                  <a:lnTo>
                    <a:pt x="5026509" y="1805161"/>
                  </a:lnTo>
                  <a:lnTo>
                    <a:pt x="5027351" y="1809848"/>
                  </a:lnTo>
                  <a:lnTo>
                    <a:pt x="5028192" y="1814963"/>
                  </a:lnTo>
                  <a:lnTo>
                    <a:pt x="5029033" y="1820486"/>
                  </a:lnTo>
                  <a:lnTo>
                    <a:pt x="5029874" y="1826358"/>
                  </a:lnTo>
                  <a:lnTo>
                    <a:pt x="5030715" y="1832477"/>
                  </a:lnTo>
                  <a:lnTo>
                    <a:pt x="5031557" y="1838900"/>
                  </a:lnTo>
                  <a:lnTo>
                    <a:pt x="5032398" y="1845373"/>
                  </a:lnTo>
                  <a:lnTo>
                    <a:pt x="5033239" y="1852915"/>
                  </a:lnTo>
                  <a:lnTo>
                    <a:pt x="5034080" y="1860044"/>
                  </a:lnTo>
                  <a:lnTo>
                    <a:pt x="5034921" y="1867280"/>
                  </a:lnTo>
                  <a:lnTo>
                    <a:pt x="5035763" y="1873555"/>
                  </a:lnTo>
                  <a:lnTo>
                    <a:pt x="5036604" y="1879607"/>
                  </a:lnTo>
                  <a:lnTo>
                    <a:pt x="5037445" y="1885532"/>
                  </a:lnTo>
                  <a:lnTo>
                    <a:pt x="5038286" y="1891325"/>
                  </a:lnTo>
                  <a:lnTo>
                    <a:pt x="5039127" y="1898056"/>
                  </a:lnTo>
                  <a:lnTo>
                    <a:pt x="5039969" y="1904446"/>
                  </a:lnTo>
                  <a:lnTo>
                    <a:pt x="5040810" y="1911030"/>
                  </a:lnTo>
                  <a:lnTo>
                    <a:pt x="5041651" y="1917441"/>
                  </a:lnTo>
                  <a:lnTo>
                    <a:pt x="5042492" y="1924510"/>
                  </a:lnTo>
                  <a:lnTo>
                    <a:pt x="5043333" y="1932153"/>
                  </a:lnTo>
                  <a:lnTo>
                    <a:pt x="5044175" y="1938953"/>
                  </a:lnTo>
                  <a:lnTo>
                    <a:pt x="5045016" y="1945957"/>
                  </a:lnTo>
                  <a:lnTo>
                    <a:pt x="5045857" y="1953078"/>
                  </a:lnTo>
                  <a:lnTo>
                    <a:pt x="5046698" y="1960392"/>
                  </a:lnTo>
                  <a:lnTo>
                    <a:pt x="5047539" y="1968564"/>
                  </a:lnTo>
                  <a:lnTo>
                    <a:pt x="5048381" y="1978250"/>
                  </a:lnTo>
                  <a:lnTo>
                    <a:pt x="5049222" y="1986844"/>
                  </a:lnTo>
                  <a:lnTo>
                    <a:pt x="5050063" y="1997196"/>
                  </a:lnTo>
                  <a:lnTo>
                    <a:pt x="5050904" y="2007189"/>
                  </a:lnTo>
                  <a:lnTo>
                    <a:pt x="5051745" y="2016792"/>
                  </a:lnTo>
                  <a:lnTo>
                    <a:pt x="5052587" y="2026395"/>
                  </a:lnTo>
                  <a:lnTo>
                    <a:pt x="5053428" y="2035531"/>
                  </a:lnTo>
                  <a:lnTo>
                    <a:pt x="5054269" y="2043747"/>
                  </a:lnTo>
                  <a:lnTo>
                    <a:pt x="5055110" y="2049785"/>
                  </a:lnTo>
                  <a:lnTo>
                    <a:pt x="5055951" y="2053843"/>
                  </a:lnTo>
                  <a:lnTo>
                    <a:pt x="5056793" y="2056824"/>
                  </a:lnTo>
                  <a:lnTo>
                    <a:pt x="5057634" y="2058978"/>
                  </a:lnTo>
                  <a:lnTo>
                    <a:pt x="5058475" y="2061843"/>
                  </a:lnTo>
                  <a:lnTo>
                    <a:pt x="5059316" y="2064049"/>
                  </a:lnTo>
                  <a:lnTo>
                    <a:pt x="5060158" y="2064408"/>
                  </a:lnTo>
                  <a:lnTo>
                    <a:pt x="5060999" y="2063978"/>
                  </a:lnTo>
                  <a:lnTo>
                    <a:pt x="5061840" y="2063602"/>
                  </a:lnTo>
                  <a:lnTo>
                    <a:pt x="5062681" y="2062328"/>
                  </a:lnTo>
                  <a:lnTo>
                    <a:pt x="5063522" y="2060931"/>
                  </a:lnTo>
                  <a:lnTo>
                    <a:pt x="5064364" y="2059259"/>
                  </a:lnTo>
                  <a:lnTo>
                    <a:pt x="5065205" y="2058683"/>
                  </a:lnTo>
                  <a:lnTo>
                    <a:pt x="5066046" y="2057639"/>
                  </a:lnTo>
                  <a:lnTo>
                    <a:pt x="5066887" y="2056149"/>
                  </a:lnTo>
                  <a:lnTo>
                    <a:pt x="5067728" y="2055452"/>
                  </a:lnTo>
                  <a:lnTo>
                    <a:pt x="5068570" y="2054955"/>
                  </a:lnTo>
                  <a:lnTo>
                    <a:pt x="5069411" y="2055228"/>
                  </a:lnTo>
                  <a:lnTo>
                    <a:pt x="5070252" y="2055467"/>
                  </a:lnTo>
                  <a:lnTo>
                    <a:pt x="5071093" y="2055770"/>
                  </a:lnTo>
                  <a:lnTo>
                    <a:pt x="5071934" y="2055616"/>
                  </a:lnTo>
                  <a:lnTo>
                    <a:pt x="5072776" y="2056243"/>
                  </a:lnTo>
                  <a:lnTo>
                    <a:pt x="5073617" y="2056614"/>
                  </a:lnTo>
                  <a:lnTo>
                    <a:pt x="5074458" y="2057022"/>
                  </a:lnTo>
                  <a:lnTo>
                    <a:pt x="5075299" y="2057421"/>
                  </a:lnTo>
                  <a:lnTo>
                    <a:pt x="5076140" y="2056703"/>
                  </a:lnTo>
                  <a:lnTo>
                    <a:pt x="5076982" y="2055528"/>
                  </a:lnTo>
                  <a:lnTo>
                    <a:pt x="5077823" y="2053380"/>
                  </a:lnTo>
                  <a:lnTo>
                    <a:pt x="5078664" y="2050162"/>
                  </a:lnTo>
                  <a:lnTo>
                    <a:pt x="5079505" y="2046890"/>
                  </a:lnTo>
                  <a:lnTo>
                    <a:pt x="5080346" y="2042131"/>
                  </a:lnTo>
                  <a:lnTo>
                    <a:pt x="5081188" y="2036951"/>
                  </a:lnTo>
                  <a:lnTo>
                    <a:pt x="5082029" y="2031730"/>
                  </a:lnTo>
                  <a:lnTo>
                    <a:pt x="5082870" y="2025886"/>
                  </a:lnTo>
                  <a:lnTo>
                    <a:pt x="5083711" y="2019265"/>
                  </a:lnTo>
                  <a:lnTo>
                    <a:pt x="5084552" y="2011835"/>
                  </a:lnTo>
                  <a:lnTo>
                    <a:pt x="5085394" y="2004817"/>
                  </a:lnTo>
                  <a:lnTo>
                    <a:pt x="5086235" y="1997191"/>
                  </a:lnTo>
                  <a:lnTo>
                    <a:pt x="5087076" y="1989247"/>
                  </a:lnTo>
                  <a:lnTo>
                    <a:pt x="5087917" y="1980737"/>
                  </a:lnTo>
                  <a:lnTo>
                    <a:pt x="5088758" y="1971592"/>
                  </a:lnTo>
                  <a:lnTo>
                    <a:pt x="5089600" y="1963217"/>
                  </a:lnTo>
                  <a:lnTo>
                    <a:pt x="5090441" y="1954609"/>
                  </a:lnTo>
                  <a:lnTo>
                    <a:pt x="5091282" y="1946952"/>
                  </a:lnTo>
                  <a:lnTo>
                    <a:pt x="5092123" y="1939634"/>
                  </a:lnTo>
                  <a:lnTo>
                    <a:pt x="5092964" y="1932386"/>
                  </a:lnTo>
                  <a:lnTo>
                    <a:pt x="5093806" y="1923990"/>
                  </a:lnTo>
                  <a:lnTo>
                    <a:pt x="5094647" y="1914668"/>
                  </a:lnTo>
                  <a:lnTo>
                    <a:pt x="5095488" y="1906188"/>
                  </a:lnTo>
                  <a:lnTo>
                    <a:pt x="5096329" y="1897429"/>
                  </a:lnTo>
                  <a:lnTo>
                    <a:pt x="5097170" y="1889119"/>
                  </a:lnTo>
                  <a:lnTo>
                    <a:pt x="5098012" y="1881334"/>
                  </a:lnTo>
                  <a:lnTo>
                    <a:pt x="5098853" y="1873369"/>
                  </a:lnTo>
                  <a:lnTo>
                    <a:pt x="5099694" y="1865257"/>
                  </a:lnTo>
                  <a:lnTo>
                    <a:pt x="5100535" y="1858088"/>
                  </a:lnTo>
                  <a:lnTo>
                    <a:pt x="5101376" y="1850799"/>
                  </a:lnTo>
                  <a:lnTo>
                    <a:pt x="5102218" y="1842958"/>
                  </a:lnTo>
                  <a:lnTo>
                    <a:pt x="5103059" y="1835985"/>
                  </a:lnTo>
                  <a:lnTo>
                    <a:pt x="5103900" y="1830920"/>
                  </a:lnTo>
                  <a:lnTo>
                    <a:pt x="5104741" y="1826553"/>
                  </a:lnTo>
                  <a:lnTo>
                    <a:pt x="5105582" y="1822763"/>
                  </a:lnTo>
                  <a:lnTo>
                    <a:pt x="5106424" y="1819623"/>
                  </a:lnTo>
                  <a:lnTo>
                    <a:pt x="5107265" y="1816946"/>
                  </a:lnTo>
                  <a:lnTo>
                    <a:pt x="5108106" y="1815024"/>
                  </a:lnTo>
                  <a:lnTo>
                    <a:pt x="5108947" y="1813289"/>
                  </a:lnTo>
                  <a:lnTo>
                    <a:pt x="5109788" y="1812654"/>
                  </a:lnTo>
                  <a:lnTo>
                    <a:pt x="5110630" y="1811454"/>
                  </a:lnTo>
                  <a:lnTo>
                    <a:pt x="5111471" y="1810209"/>
                  </a:lnTo>
                  <a:lnTo>
                    <a:pt x="5112312" y="1808827"/>
                  </a:lnTo>
                  <a:lnTo>
                    <a:pt x="5113153" y="1807253"/>
                  </a:lnTo>
                  <a:lnTo>
                    <a:pt x="5113994" y="1806155"/>
                  </a:lnTo>
                  <a:lnTo>
                    <a:pt x="5114836" y="1805500"/>
                  </a:lnTo>
                  <a:lnTo>
                    <a:pt x="5115677" y="1805602"/>
                  </a:lnTo>
                  <a:lnTo>
                    <a:pt x="5116518" y="1805880"/>
                  </a:lnTo>
                  <a:lnTo>
                    <a:pt x="5117359" y="1805668"/>
                  </a:lnTo>
                  <a:lnTo>
                    <a:pt x="5118200" y="1805016"/>
                  </a:lnTo>
                  <a:lnTo>
                    <a:pt x="5119042" y="1804495"/>
                  </a:lnTo>
                  <a:lnTo>
                    <a:pt x="5119883" y="1804214"/>
                  </a:lnTo>
                  <a:lnTo>
                    <a:pt x="5120724" y="1803754"/>
                  </a:lnTo>
                  <a:lnTo>
                    <a:pt x="5121565" y="1802143"/>
                  </a:lnTo>
                  <a:lnTo>
                    <a:pt x="5122406" y="1799748"/>
                  </a:lnTo>
                  <a:lnTo>
                    <a:pt x="5123248" y="1797284"/>
                  </a:lnTo>
                  <a:lnTo>
                    <a:pt x="5124089" y="1794398"/>
                  </a:lnTo>
                  <a:lnTo>
                    <a:pt x="5124930" y="1791766"/>
                  </a:lnTo>
                  <a:lnTo>
                    <a:pt x="5125771" y="1789766"/>
                  </a:lnTo>
                  <a:lnTo>
                    <a:pt x="5126612" y="1786976"/>
                  </a:lnTo>
                  <a:lnTo>
                    <a:pt x="5127454" y="1783607"/>
                  </a:lnTo>
                  <a:lnTo>
                    <a:pt x="5128295" y="1780406"/>
                  </a:lnTo>
                  <a:lnTo>
                    <a:pt x="5129136" y="1776364"/>
                  </a:lnTo>
                  <a:lnTo>
                    <a:pt x="5129977" y="1772076"/>
                  </a:lnTo>
                  <a:lnTo>
                    <a:pt x="5130819" y="1767558"/>
                  </a:lnTo>
                  <a:lnTo>
                    <a:pt x="5131660" y="1763520"/>
                  </a:lnTo>
                  <a:lnTo>
                    <a:pt x="5132501" y="1759341"/>
                  </a:lnTo>
                  <a:lnTo>
                    <a:pt x="5133342" y="1754264"/>
                  </a:lnTo>
                  <a:lnTo>
                    <a:pt x="5134183" y="1748920"/>
                  </a:lnTo>
                  <a:lnTo>
                    <a:pt x="5135025" y="1743785"/>
                  </a:lnTo>
                  <a:lnTo>
                    <a:pt x="5135866" y="1738337"/>
                  </a:lnTo>
                  <a:lnTo>
                    <a:pt x="5136707" y="1733473"/>
                  </a:lnTo>
                  <a:lnTo>
                    <a:pt x="5137548" y="1728881"/>
                  </a:lnTo>
                  <a:lnTo>
                    <a:pt x="5138389" y="1724248"/>
                  </a:lnTo>
                  <a:lnTo>
                    <a:pt x="5139231" y="1719528"/>
                  </a:lnTo>
                  <a:lnTo>
                    <a:pt x="5140072" y="1714723"/>
                  </a:lnTo>
                  <a:lnTo>
                    <a:pt x="5140913" y="1710446"/>
                  </a:lnTo>
                  <a:lnTo>
                    <a:pt x="5141754" y="1706210"/>
                  </a:lnTo>
                  <a:lnTo>
                    <a:pt x="5142595" y="1701965"/>
                  </a:lnTo>
                  <a:lnTo>
                    <a:pt x="5143437" y="1697695"/>
                  </a:lnTo>
                  <a:lnTo>
                    <a:pt x="5144278" y="1693520"/>
                  </a:lnTo>
                  <a:lnTo>
                    <a:pt x="5145119" y="1689609"/>
                  </a:lnTo>
                  <a:lnTo>
                    <a:pt x="5145960" y="1686245"/>
                  </a:lnTo>
                  <a:lnTo>
                    <a:pt x="5146801" y="1683565"/>
                  </a:lnTo>
                  <a:lnTo>
                    <a:pt x="5147643" y="1681111"/>
                  </a:lnTo>
                  <a:lnTo>
                    <a:pt x="5148484" y="1679527"/>
                  </a:lnTo>
                  <a:lnTo>
                    <a:pt x="5149325" y="1677723"/>
                  </a:lnTo>
                  <a:lnTo>
                    <a:pt x="5150166" y="1676004"/>
                  </a:lnTo>
                  <a:lnTo>
                    <a:pt x="5151007" y="1674710"/>
                  </a:lnTo>
                  <a:lnTo>
                    <a:pt x="5151849" y="1673574"/>
                  </a:lnTo>
                  <a:lnTo>
                    <a:pt x="5152690" y="1672938"/>
                  </a:lnTo>
                  <a:lnTo>
                    <a:pt x="5153531" y="1672581"/>
                  </a:lnTo>
                  <a:lnTo>
                    <a:pt x="5154372" y="1672681"/>
                  </a:lnTo>
                  <a:lnTo>
                    <a:pt x="5155213" y="1672133"/>
                  </a:lnTo>
                  <a:lnTo>
                    <a:pt x="5156055" y="1671533"/>
                  </a:lnTo>
                  <a:lnTo>
                    <a:pt x="5156896" y="1671113"/>
                  </a:lnTo>
                  <a:lnTo>
                    <a:pt x="5157737" y="1671118"/>
                  </a:lnTo>
                  <a:lnTo>
                    <a:pt x="5158578" y="1670949"/>
                  </a:lnTo>
                  <a:lnTo>
                    <a:pt x="5159419" y="1670921"/>
                  </a:lnTo>
                  <a:lnTo>
                    <a:pt x="5160261" y="1670899"/>
                  </a:lnTo>
                  <a:lnTo>
                    <a:pt x="5161102" y="1670860"/>
                  </a:lnTo>
                  <a:lnTo>
                    <a:pt x="5161943" y="1671311"/>
                  </a:lnTo>
                  <a:lnTo>
                    <a:pt x="5162784" y="1671798"/>
                  </a:lnTo>
                  <a:lnTo>
                    <a:pt x="5163625" y="1671697"/>
                  </a:lnTo>
                  <a:lnTo>
                    <a:pt x="5164467" y="1671617"/>
                  </a:lnTo>
                  <a:lnTo>
                    <a:pt x="5165308" y="1670580"/>
                  </a:lnTo>
                  <a:lnTo>
                    <a:pt x="5166149" y="1669250"/>
                  </a:lnTo>
                  <a:lnTo>
                    <a:pt x="5166990" y="1668139"/>
                  </a:lnTo>
                  <a:lnTo>
                    <a:pt x="5167831" y="1667248"/>
                  </a:lnTo>
                  <a:lnTo>
                    <a:pt x="5168673" y="1666276"/>
                  </a:lnTo>
                  <a:lnTo>
                    <a:pt x="5169514" y="1665390"/>
                  </a:lnTo>
                  <a:lnTo>
                    <a:pt x="5170355" y="1664190"/>
                  </a:lnTo>
                  <a:lnTo>
                    <a:pt x="5171196" y="1662923"/>
                  </a:lnTo>
                  <a:lnTo>
                    <a:pt x="5172037" y="1661520"/>
                  </a:lnTo>
                  <a:lnTo>
                    <a:pt x="5172879" y="1659763"/>
                  </a:lnTo>
                  <a:lnTo>
                    <a:pt x="5173720" y="1657718"/>
                  </a:lnTo>
                  <a:lnTo>
                    <a:pt x="5174561" y="1655975"/>
                  </a:lnTo>
                  <a:lnTo>
                    <a:pt x="5175402" y="1654674"/>
                  </a:lnTo>
                  <a:lnTo>
                    <a:pt x="5176243" y="1654035"/>
                  </a:lnTo>
                  <a:lnTo>
                    <a:pt x="5177085" y="1654122"/>
                  </a:lnTo>
                  <a:lnTo>
                    <a:pt x="5177926" y="1654435"/>
                  </a:lnTo>
                  <a:lnTo>
                    <a:pt x="5178767" y="1655030"/>
                  </a:lnTo>
                  <a:lnTo>
                    <a:pt x="5179608" y="1655375"/>
                  </a:lnTo>
                  <a:lnTo>
                    <a:pt x="5180449" y="1655806"/>
                  </a:lnTo>
                  <a:lnTo>
                    <a:pt x="5181291" y="1656648"/>
                  </a:lnTo>
                  <a:lnTo>
                    <a:pt x="5182132" y="1657269"/>
                  </a:lnTo>
                  <a:lnTo>
                    <a:pt x="5182973" y="1657754"/>
                  </a:lnTo>
                  <a:lnTo>
                    <a:pt x="5183814" y="1658007"/>
                  </a:lnTo>
                  <a:lnTo>
                    <a:pt x="5184655" y="1657477"/>
                  </a:lnTo>
                  <a:lnTo>
                    <a:pt x="5185497" y="1656662"/>
                  </a:lnTo>
                  <a:lnTo>
                    <a:pt x="5186338" y="1656531"/>
                  </a:lnTo>
                  <a:lnTo>
                    <a:pt x="5187179" y="1656632"/>
                  </a:lnTo>
                  <a:lnTo>
                    <a:pt x="5188020" y="1656862"/>
                  </a:lnTo>
                  <a:lnTo>
                    <a:pt x="5188861" y="1657206"/>
                  </a:lnTo>
                  <a:lnTo>
                    <a:pt x="5189703" y="1657079"/>
                  </a:lnTo>
                  <a:lnTo>
                    <a:pt x="5190544" y="1656928"/>
                  </a:lnTo>
                  <a:lnTo>
                    <a:pt x="5191385" y="1657547"/>
                  </a:lnTo>
                  <a:lnTo>
                    <a:pt x="5192226" y="1657572"/>
                  </a:lnTo>
                  <a:lnTo>
                    <a:pt x="5193067" y="1657286"/>
                  </a:lnTo>
                  <a:lnTo>
                    <a:pt x="5193909" y="1655813"/>
                  </a:lnTo>
                  <a:lnTo>
                    <a:pt x="5194750" y="1653762"/>
                  </a:lnTo>
                  <a:lnTo>
                    <a:pt x="5195591" y="1650860"/>
                  </a:lnTo>
                  <a:lnTo>
                    <a:pt x="5196432" y="1647638"/>
                  </a:lnTo>
                  <a:lnTo>
                    <a:pt x="5197273" y="1643795"/>
                  </a:lnTo>
                  <a:lnTo>
                    <a:pt x="5198115" y="1639453"/>
                  </a:lnTo>
                  <a:lnTo>
                    <a:pt x="5198956" y="1634286"/>
                  </a:lnTo>
                  <a:lnTo>
                    <a:pt x="5199797" y="1628338"/>
                  </a:lnTo>
                  <a:lnTo>
                    <a:pt x="5200638" y="1621830"/>
                  </a:lnTo>
                  <a:lnTo>
                    <a:pt x="5201480" y="1613446"/>
                  </a:lnTo>
                  <a:lnTo>
                    <a:pt x="5202321" y="1604128"/>
                  </a:lnTo>
                  <a:lnTo>
                    <a:pt x="5203162" y="1594365"/>
                  </a:lnTo>
                  <a:lnTo>
                    <a:pt x="5204003" y="1584441"/>
                  </a:lnTo>
                  <a:lnTo>
                    <a:pt x="5204844" y="1573914"/>
                  </a:lnTo>
                  <a:lnTo>
                    <a:pt x="5205686" y="1563202"/>
                  </a:lnTo>
                  <a:lnTo>
                    <a:pt x="5206527" y="1553476"/>
                  </a:lnTo>
                  <a:lnTo>
                    <a:pt x="5207368" y="1543902"/>
                  </a:lnTo>
                  <a:lnTo>
                    <a:pt x="5208209" y="1534158"/>
                  </a:lnTo>
                  <a:lnTo>
                    <a:pt x="5209050" y="1524463"/>
                  </a:lnTo>
                  <a:lnTo>
                    <a:pt x="5209892" y="1514366"/>
                  </a:lnTo>
                  <a:lnTo>
                    <a:pt x="5210733" y="1504208"/>
                  </a:lnTo>
                  <a:lnTo>
                    <a:pt x="5211574" y="1494662"/>
                  </a:lnTo>
                  <a:lnTo>
                    <a:pt x="5212415" y="1484658"/>
                  </a:lnTo>
                  <a:lnTo>
                    <a:pt x="5213256" y="1474195"/>
                  </a:lnTo>
                  <a:lnTo>
                    <a:pt x="5214098" y="1463936"/>
                  </a:lnTo>
                  <a:lnTo>
                    <a:pt x="5214939" y="1454012"/>
                  </a:lnTo>
                  <a:lnTo>
                    <a:pt x="5215780" y="1444535"/>
                  </a:lnTo>
                  <a:lnTo>
                    <a:pt x="5216621" y="1434580"/>
                  </a:lnTo>
                  <a:lnTo>
                    <a:pt x="5217462" y="1424891"/>
                  </a:lnTo>
                  <a:lnTo>
                    <a:pt x="5218304" y="1415211"/>
                  </a:lnTo>
                  <a:lnTo>
                    <a:pt x="5219145" y="1404641"/>
                  </a:lnTo>
                  <a:lnTo>
                    <a:pt x="5219986" y="1393658"/>
                  </a:lnTo>
                  <a:lnTo>
                    <a:pt x="5220827" y="1382089"/>
                  </a:lnTo>
                  <a:lnTo>
                    <a:pt x="5221668" y="1371165"/>
                  </a:lnTo>
                  <a:lnTo>
                    <a:pt x="5222510" y="1360099"/>
                  </a:lnTo>
                  <a:lnTo>
                    <a:pt x="5223351" y="1350102"/>
                  </a:lnTo>
                  <a:lnTo>
                    <a:pt x="5224192" y="1339972"/>
                  </a:lnTo>
                  <a:lnTo>
                    <a:pt x="5225033" y="1330120"/>
                  </a:lnTo>
                  <a:lnTo>
                    <a:pt x="5225874" y="1321397"/>
                  </a:lnTo>
                  <a:lnTo>
                    <a:pt x="5226716" y="1312810"/>
                  </a:lnTo>
                  <a:lnTo>
                    <a:pt x="5227557" y="1306759"/>
                  </a:lnTo>
                  <a:lnTo>
                    <a:pt x="5228398" y="1302599"/>
                  </a:lnTo>
                  <a:lnTo>
                    <a:pt x="5229239" y="1299000"/>
                  </a:lnTo>
                  <a:lnTo>
                    <a:pt x="5230080" y="1296441"/>
                  </a:lnTo>
                  <a:lnTo>
                    <a:pt x="5230922" y="1294399"/>
                  </a:lnTo>
                  <a:lnTo>
                    <a:pt x="5231763" y="1292880"/>
                  </a:lnTo>
                  <a:lnTo>
                    <a:pt x="5232604" y="1291827"/>
                  </a:lnTo>
                  <a:lnTo>
                    <a:pt x="5233445" y="1289585"/>
                  </a:lnTo>
                  <a:lnTo>
                    <a:pt x="5234286" y="1287163"/>
                  </a:lnTo>
                  <a:lnTo>
                    <a:pt x="5235128" y="1285366"/>
                  </a:lnTo>
                  <a:lnTo>
                    <a:pt x="5235969" y="1282978"/>
                  </a:lnTo>
                  <a:lnTo>
                    <a:pt x="5236810" y="1280688"/>
                  </a:lnTo>
                  <a:lnTo>
                    <a:pt x="5237651" y="1277961"/>
                  </a:lnTo>
                  <a:lnTo>
                    <a:pt x="5238492" y="1274321"/>
                  </a:lnTo>
                  <a:lnTo>
                    <a:pt x="5239334" y="1270133"/>
                  </a:lnTo>
                  <a:lnTo>
                    <a:pt x="5240175" y="1264270"/>
                  </a:lnTo>
                  <a:lnTo>
                    <a:pt x="5241016" y="1256676"/>
                  </a:lnTo>
                  <a:lnTo>
                    <a:pt x="5241857" y="1247856"/>
                  </a:lnTo>
                  <a:lnTo>
                    <a:pt x="5242698" y="1240016"/>
                  </a:lnTo>
                  <a:lnTo>
                    <a:pt x="5243540" y="1232967"/>
                  </a:lnTo>
                  <a:lnTo>
                    <a:pt x="5244381" y="1226102"/>
                  </a:lnTo>
                  <a:lnTo>
                    <a:pt x="5245222" y="1219278"/>
                  </a:lnTo>
                  <a:lnTo>
                    <a:pt x="5246063" y="1213262"/>
                  </a:lnTo>
                  <a:lnTo>
                    <a:pt x="5246904" y="1208899"/>
                  </a:lnTo>
                  <a:lnTo>
                    <a:pt x="5247746" y="1203908"/>
                  </a:lnTo>
                  <a:lnTo>
                    <a:pt x="5248587" y="1200781"/>
                  </a:lnTo>
                  <a:lnTo>
                    <a:pt x="5249428" y="1198208"/>
                  </a:lnTo>
                  <a:lnTo>
                    <a:pt x="5250269" y="1196302"/>
                  </a:lnTo>
                  <a:lnTo>
                    <a:pt x="5251110" y="1195615"/>
                  </a:lnTo>
                  <a:lnTo>
                    <a:pt x="5251952" y="1195790"/>
                  </a:lnTo>
                  <a:lnTo>
                    <a:pt x="5252793" y="1197407"/>
                  </a:lnTo>
                  <a:lnTo>
                    <a:pt x="5253634" y="1198024"/>
                  </a:lnTo>
                  <a:lnTo>
                    <a:pt x="5254475" y="1199641"/>
                  </a:lnTo>
                  <a:lnTo>
                    <a:pt x="5255316" y="1201573"/>
                  </a:lnTo>
                  <a:lnTo>
                    <a:pt x="5256158" y="1203752"/>
                  </a:lnTo>
                  <a:lnTo>
                    <a:pt x="5256999" y="1206561"/>
                  </a:lnTo>
                  <a:lnTo>
                    <a:pt x="5257840" y="1207576"/>
                  </a:lnTo>
                  <a:lnTo>
                    <a:pt x="5258681" y="1208615"/>
                  </a:lnTo>
                  <a:lnTo>
                    <a:pt x="5259522" y="1208665"/>
                  </a:lnTo>
                  <a:lnTo>
                    <a:pt x="5260364" y="1208537"/>
                  </a:lnTo>
                  <a:lnTo>
                    <a:pt x="5261205" y="1208155"/>
                  </a:lnTo>
                  <a:lnTo>
                    <a:pt x="5262046" y="1209126"/>
                  </a:lnTo>
                  <a:lnTo>
                    <a:pt x="5262887" y="1210912"/>
                  </a:lnTo>
                  <a:lnTo>
                    <a:pt x="5263728" y="1211848"/>
                  </a:lnTo>
                  <a:lnTo>
                    <a:pt x="5264570" y="1213394"/>
                  </a:lnTo>
                  <a:lnTo>
                    <a:pt x="5265411" y="1215007"/>
                  </a:lnTo>
                  <a:lnTo>
                    <a:pt x="5266252" y="1215979"/>
                  </a:lnTo>
                  <a:lnTo>
                    <a:pt x="5267093" y="1217018"/>
                  </a:lnTo>
                  <a:lnTo>
                    <a:pt x="5267934" y="1217622"/>
                  </a:lnTo>
                  <a:lnTo>
                    <a:pt x="5268776" y="1217650"/>
                  </a:lnTo>
                  <a:lnTo>
                    <a:pt x="5269617" y="1218079"/>
                  </a:lnTo>
                  <a:lnTo>
                    <a:pt x="5270458" y="1219617"/>
                  </a:lnTo>
                  <a:lnTo>
                    <a:pt x="5271299" y="1221409"/>
                  </a:lnTo>
                  <a:lnTo>
                    <a:pt x="5272141" y="1222673"/>
                  </a:lnTo>
                  <a:lnTo>
                    <a:pt x="5272982" y="1224678"/>
                  </a:lnTo>
                  <a:lnTo>
                    <a:pt x="5273823" y="1226724"/>
                  </a:lnTo>
                  <a:lnTo>
                    <a:pt x="5274664" y="1228612"/>
                  </a:lnTo>
                  <a:lnTo>
                    <a:pt x="5275505" y="1230531"/>
                  </a:lnTo>
                  <a:lnTo>
                    <a:pt x="5276347" y="1231360"/>
                  </a:lnTo>
                  <a:lnTo>
                    <a:pt x="5277188" y="1232246"/>
                  </a:lnTo>
                  <a:lnTo>
                    <a:pt x="5278029" y="1232752"/>
                  </a:lnTo>
                  <a:lnTo>
                    <a:pt x="5278870" y="1234340"/>
                  </a:lnTo>
                  <a:lnTo>
                    <a:pt x="5279711" y="1236871"/>
                  </a:lnTo>
                  <a:lnTo>
                    <a:pt x="5280553" y="1240696"/>
                  </a:lnTo>
                  <a:lnTo>
                    <a:pt x="5281394" y="1244526"/>
                  </a:lnTo>
                  <a:lnTo>
                    <a:pt x="5282235" y="1247253"/>
                  </a:lnTo>
                  <a:lnTo>
                    <a:pt x="5283076" y="1249165"/>
                  </a:lnTo>
                  <a:lnTo>
                    <a:pt x="5283917" y="1250759"/>
                  </a:lnTo>
                  <a:lnTo>
                    <a:pt x="5284759" y="1251106"/>
                  </a:lnTo>
                  <a:lnTo>
                    <a:pt x="5285600" y="1250914"/>
                  </a:lnTo>
                  <a:lnTo>
                    <a:pt x="5286441" y="1250850"/>
                  </a:lnTo>
                  <a:lnTo>
                    <a:pt x="5287282" y="1251568"/>
                  </a:lnTo>
                  <a:lnTo>
                    <a:pt x="5288123" y="1252661"/>
                  </a:lnTo>
                  <a:lnTo>
                    <a:pt x="5288965" y="1254822"/>
                  </a:lnTo>
                  <a:lnTo>
                    <a:pt x="5289806" y="1257666"/>
                  </a:lnTo>
                  <a:lnTo>
                    <a:pt x="5290647" y="1260592"/>
                  </a:lnTo>
                  <a:lnTo>
                    <a:pt x="5291488" y="1263534"/>
                  </a:lnTo>
                  <a:lnTo>
                    <a:pt x="5292329" y="1266222"/>
                  </a:lnTo>
                  <a:lnTo>
                    <a:pt x="5293171" y="1268230"/>
                  </a:lnTo>
                  <a:lnTo>
                    <a:pt x="5294012" y="1268992"/>
                  </a:lnTo>
                  <a:lnTo>
                    <a:pt x="5294853" y="1268779"/>
                  </a:lnTo>
                  <a:lnTo>
                    <a:pt x="5295694" y="1268953"/>
                  </a:lnTo>
                  <a:lnTo>
                    <a:pt x="5296535" y="1267998"/>
                  </a:lnTo>
                  <a:lnTo>
                    <a:pt x="5297377" y="1267914"/>
                  </a:lnTo>
                  <a:lnTo>
                    <a:pt x="5298218" y="1267829"/>
                  </a:lnTo>
                  <a:lnTo>
                    <a:pt x="5299059" y="1267323"/>
                  </a:lnTo>
                  <a:lnTo>
                    <a:pt x="5299900" y="1265145"/>
                  </a:lnTo>
                  <a:lnTo>
                    <a:pt x="5300741" y="1261687"/>
                  </a:lnTo>
                  <a:lnTo>
                    <a:pt x="5301583" y="1257929"/>
                  </a:lnTo>
                  <a:lnTo>
                    <a:pt x="5302424" y="1254047"/>
                  </a:lnTo>
                  <a:lnTo>
                    <a:pt x="5303265" y="1248884"/>
                  </a:lnTo>
                  <a:lnTo>
                    <a:pt x="5304106" y="1244524"/>
                  </a:lnTo>
                  <a:lnTo>
                    <a:pt x="5304947" y="1239277"/>
                  </a:lnTo>
                  <a:lnTo>
                    <a:pt x="5305789" y="1234353"/>
                  </a:lnTo>
                  <a:lnTo>
                    <a:pt x="5306630" y="1228728"/>
                  </a:lnTo>
                  <a:lnTo>
                    <a:pt x="5307471" y="1222776"/>
                  </a:lnTo>
                  <a:lnTo>
                    <a:pt x="5308312" y="1216279"/>
                  </a:lnTo>
                  <a:lnTo>
                    <a:pt x="5309153" y="1210600"/>
                  </a:lnTo>
                  <a:lnTo>
                    <a:pt x="5309995" y="1204473"/>
                  </a:lnTo>
                  <a:lnTo>
                    <a:pt x="5310836" y="1198251"/>
                  </a:lnTo>
                  <a:lnTo>
                    <a:pt x="5311677" y="1192808"/>
                  </a:lnTo>
                  <a:lnTo>
                    <a:pt x="5312518" y="1187451"/>
                  </a:lnTo>
                  <a:lnTo>
                    <a:pt x="5313359" y="1182029"/>
                  </a:lnTo>
                  <a:lnTo>
                    <a:pt x="5314201" y="1176066"/>
                  </a:lnTo>
                  <a:lnTo>
                    <a:pt x="5315042" y="1170102"/>
                  </a:lnTo>
                  <a:lnTo>
                    <a:pt x="5315883" y="1164566"/>
                  </a:lnTo>
                  <a:lnTo>
                    <a:pt x="5316724" y="1158816"/>
                  </a:lnTo>
                  <a:lnTo>
                    <a:pt x="5317565" y="1153162"/>
                  </a:lnTo>
                  <a:lnTo>
                    <a:pt x="5318407" y="1147075"/>
                  </a:lnTo>
                  <a:lnTo>
                    <a:pt x="5319248" y="1141475"/>
                  </a:lnTo>
                  <a:lnTo>
                    <a:pt x="5320089" y="1136570"/>
                  </a:lnTo>
                  <a:lnTo>
                    <a:pt x="5320930" y="1131575"/>
                  </a:lnTo>
                  <a:lnTo>
                    <a:pt x="5321771" y="1126862"/>
                  </a:lnTo>
                  <a:lnTo>
                    <a:pt x="5322613" y="1122150"/>
                  </a:lnTo>
                  <a:lnTo>
                    <a:pt x="5323454" y="1118415"/>
                  </a:lnTo>
                  <a:lnTo>
                    <a:pt x="5324295" y="1114785"/>
                  </a:lnTo>
                  <a:lnTo>
                    <a:pt x="5325136" y="1111081"/>
                  </a:lnTo>
                  <a:lnTo>
                    <a:pt x="5325977" y="1107325"/>
                  </a:lnTo>
                  <a:lnTo>
                    <a:pt x="5326819" y="1104016"/>
                  </a:lnTo>
                  <a:lnTo>
                    <a:pt x="5327660" y="1100962"/>
                  </a:lnTo>
                  <a:lnTo>
                    <a:pt x="5328501" y="1097971"/>
                  </a:lnTo>
                  <a:lnTo>
                    <a:pt x="5329342" y="1094738"/>
                  </a:lnTo>
                  <a:lnTo>
                    <a:pt x="5330183" y="1090928"/>
                  </a:lnTo>
                  <a:lnTo>
                    <a:pt x="5331025" y="1087288"/>
                  </a:lnTo>
                  <a:lnTo>
                    <a:pt x="5331866" y="1084708"/>
                  </a:lnTo>
                  <a:lnTo>
                    <a:pt x="5332707" y="1082312"/>
                  </a:lnTo>
                  <a:lnTo>
                    <a:pt x="5333548" y="1080906"/>
                  </a:lnTo>
                  <a:lnTo>
                    <a:pt x="5334389" y="1079225"/>
                  </a:lnTo>
                  <a:lnTo>
                    <a:pt x="5335231" y="1076968"/>
                  </a:lnTo>
                  <a:lnTo>
                    <a:pt x="5336072" y="1074134"/>
                  </a:lnTo>
                  <a:lnTo>
                    <a:pt x="5336913" y="1071071"/>
                  </a:lnTo>
                  <a:lnTo>
                    <a:pt x="5337754" y="1067065"/>
                  </a:lnTo>
                  <a:lnTo>
                    <a:pt x="5338595" y="1063118"/>
                  </a:lnTo>
                  <a:lnTo>
                    <a:pt x="5339437" y="1058726"/>
                  </a:lnTo>
                  <a:lnTo>
                    <a:pt x="5340278" y="1053549"/>
                  </a:lnTo>
                  <a:lnTo>
                    <a:pt x="5341119" y="1047386"/>
                  </a:lnTo>
                  <a:lnTo>
                    <a:pt x="5341960" y="1040817"/>
                  </a:lnTo>
                  <a:lnTo>
                    <a:pt x="5342802" y="1033392"/>
                  </a:lnTo>
                  <a:lnTo>
                    <a:pt x="5343643" y="1023947"/>
                  </a:lnTo>
                  <a:lnTo>
                    <a:pt x="5344484" y="1014426"/>
                  </a:lnTo>
                  <a:lnTo>
                    <a:pt x="5345325" y="1006724"/>
                  </a:lnTo>
                  <a:lnTo>
                    <a:pt x="5346166" y="998913"/>
                  </a:lnTo>
                  <a:lnTo>
                    <a:pt x="5347008" y="991370"/>
                  </a:lnTo>
                  <a:lnTo>
                    <a:pt x="5347849" y="983687"/>
                  </a:lnTo>
                  <a:lnTo>
                    <a:pt x="5348690" y="975528"/>
                  </a:lnTo>
                  <a:lnTo>
                    <a:pt x="5349531" y="967031"/>
                  </a:lnTo>
                  <a:lnTo>
                    <a:pt x="5350372" y="959741"/>
                  </a:lnTo>
                  <a:lnTo>
                    <a:pt x="5351214" y="952733"/>
                  </a:lnTo>
                  <a:lnTo>
                    <a:pt x="5352055" y="945920"/>
                  </a:lnTo>
                  <a:lnTo>
                    <a:pt x="5352896" y="939974"/>
                  </a:lnTo>
                  <a:lnTo>
                    <a:pt x="5353737" y="935084"/>
                  </a:lnTo>
                  <a:lnTo>
                    <a:pt x="5354578" y="929119"/>
                  </a:lnTo>
                  <a:lnTo>
                    <a:pt x="5355420" y="923659"/>
                  </a:lnTo>
                  <a:lnTo>
                    <a:pt x="5356261" y="918652"/>
                  </a:lnTo>
                  <a:lnTo>
                    <a:pt x="5357102" y="913275"/>
                  </a:lnTo>
                  <a:lnTo>
                    <a:pt x="5357943" y="905892"/>
                  </a:lnTo>
                  <a:lnTo>
                    <a:pt x="5358784" y="898554"/>
                  </a:lnTo>
                  <a:lnTo>
                    <a:pt x="5359626" y="890907"/>
                  </a:lnTo>
                  <a:lnTo>
                    <a:pt x="5360467" y="882552"/>
                  </a:lnTo>
                  <a:lnTo>
                    <a:pt x="5361308" y="874429"/>
                  </a:lnTo>
                  <a:lnTo>
                    <a:pt x="5362149" y="866799"/>
                  </a:lnTo>
                  <a:lnTo>
                    <a:pt x="5362990" y="859052"/>
                  </a:lnTo>
                  <a:lnTo>
                    <a:pt x="5363832" y="852202"/>
                  </a:lnTo>
                  <a:lnTo>
                    <a:pt x="5364673" y="845917"/>
                  </a:lnTo>
                  <a:lnTo>
                    <a:pt x="5365514" y="839224"/>
                  </a:lnTo>
                  <a:lnTo>
                    <a:pt x="5366355" y="833215"/>
                  </a:lnTo>
                  <a:lnTo>
                    <a:pt x="5367196" y="827846"/>
                  </a:lnTo>
                  <a:lnTo>
                    <a:pt x="5368038" y="822279"/>
                  </a:lnTo>
                  <a:lnTo>
                    <a:pt x="5368879" y="816908"/>
                  </a:lnTo>
                  <a:lnTo>
                    <a:pt x="5369720" y="812671"/>
                  </a:lnTo>
                  <a:lnTo>
                    <a:pt x="5370561" y="810272"/>
                  </a:lnTo>
                  <a:lnTo>
                    <a:pt x="5371402" y="808124"/>
                  </a:lnTo>
                  <a:lnTo>
                    <a:pt x="5372244" y="807108"/>
                  </a:lnTo>
                  <a:lnTo>
                    <a:pt x="5373085" y="808226"/>
                  </a:lnTo>
                  <a:lnTo>
                    <a:pt x="5373926" y="809385"/>
                  </a:lnTo>
                  <a:lnTo>
                    <a:pt x="5374767" y="810795"/>
                  </a:lnTo>
                  <a:lnTo>
                    <a:pt x="5375608" y="811369"/>
                  </a:lnTo>
                  <a:lnTo>
                    <a:pt x="5376450" y="812438"/>
                  </a:lnTo>
                  <a:lnTo>
                    <a:pt x="5377291" y="812741"/>
                  </a:lnTo>
                  <a:lnTo>
                    <a:pt x="5378132" y="813827"/>
                  </a:lnTo>
                  <a:lnTo>
                    <a:pt x="5378973" y="815292"/>
                  </a:lnTo>
                  <a:lnTo>
                    <a:pt x="5379814" y="815739"/>
                  </a:lnTo>
                  <a:lnTo>
                    <a:pt x="5380656" y="817119"/>
                  </a:lnTo>
                  <a:lnTo>
                    <a:pt x="5381497" y="819000"/>
                  </a:lnTo>
                  <a:lnTo>
                    <a:pt x="5382338" y="820800"/>
                  </a:lnTo>
                  <a:lnTo>
                    <a:pt x="5383179" y="822980"/>
                  </a:lnTo>
                  <a:lnTo>
                    <a:pt x="5384020" y="825054"/>
                  </a:lnTo>
                  <a:lnTo>
                    <a:pt x="5384862" y="827286"/>
                  </a:lnTo>
                  <a:lnTo>
                    <a:pt x="5385703" y="828517"/>
                  </a:lnTo>
                  <a:lnTo>
                    <a:pt x="5386544" y="830088"/>
                  </a:lnTo>
                  <a:lnTo>
                    <a:pt x="5387385" y="832724"/>
                  </a:lnTo>
                  <a:lnTo>
                    <a:pt x="5388226" y="836086"/>
                  </a:lnTo>
                  <a:lnTo>
                    <a:pt x="5389068" y="839895"/>
                  </a:lnTo>
                  <a:lnTo>
                    <a:pt x="5389909" y="842933"/>
                  </a:lnTo>
                  <a:lnTo>
                    <a:pt x="5390750" y="846650"/>
                  </a:lnTo>
                  <a:lnTo>
                    <a:pt x="5391591" y="850083"/>
                  </a:lnTo>
                  <a:lnTo>
                    <a:pt x="5392432" y="854965"/>
                  </a:lnTo>
                  <a:lnTo>
                    <a:pt x="5393274" y="860763"/>
                  </a:lnTo>
                  <a:lnTo>
                    <a:pt x="5394115" y="866219"/>
                  </a:lnTo>
                  <a:lnTo>
                    <a:pt x="5394956" y="871689"/>
                  </a:lnTo>
                  <a:lnTo>
                    <a:pt x="5395797" y="874615"/>
                  </a:lnTo>
                  <a:lnTo>
                    <a:pt x="5396638" y="877335"/>
                  </a:lnTo>
                  <a:lnTo>
                    <a:pt x="5397480" y="879380"/>
                  </a:lnTo>
                  <a:lnTo>
                    <a:pt x="5398321" y="880737"/>
                  </a:lnTo>
                  <a:lnTo>
                    <a:pt x="5399162" y="882285"/>
                  </a:lnTo>
                  <a:lnTo>
                    <a:pt x="5400003" y="883761"/>
                  </a:lnTo>
                  <a:lnTo>
                    <a:pt x="5400844" y="884665"/>
                  </a:lnTo>
                  <a:lnTo>
                    <a:pt x="5401686" y="886594"/>
                  </a:lnTo>
                  <a:lnTo>
                    <a:pt x="5402527" y="889238"/>
                  </a:lnTo>
                  <a:lnTo>
                    <a:pt x="5403368" y="892091"/>
                  </a:lnTo>
                  <a:lnTo>
                    <a:pt x="5404209" y="895081"/>
                  </a:lnTo>
                  <a:lnTo>
                    <a:pt x="5405050" y="897724"/>
                  </a:lnTo>
                  <a:lnTo>
                    <a:pt x="5405892" y="900727"/>
                  </a:lnTo>
                  <a:lnTo>
                    <a:pt x="5406733" y="904691"/>
                  </a:lnTo>
                  <a:lnTo>
                    <a:pt x="5407574" y="909112"/>
                  </a:lnTo>
                  <a:lnTo>
                    <a:pt x="5408415" y="914905"/>
                  </a:lnTo>
                  <a:lnTo>
                    <a:pt x="5409256" y="921347"/>
                  </a:lnTo>
                  <a:lnTo>
                    <a:pt x="5410098" y="929250"/>
                  </a:lnTo>
                  <a:lnTo>
                    <a:pt x="5410939" y="935940"/>
                  </a:lnTo>
                  <a:lnTo>
                    <a:pt x="5411780" y="941784"/>
                  </a:lnTo>
                  <a:lnTo>
                    <a:pt x="5412621" y="947489"/>
                  </a:lnTo>
                  <a:lnTo>
                    <a:pt x="5413462" y="952856"/>
                  </a:lnTo>
                  <a:lnTo>
                    <a:pt x="5414304" y="958395"/>
                  </a:lnTo>
                  <a:lnTo>
                    <a:pt x="5415145" y="962698"/>
                  </a:lnTo>
                  <a:lnTo>
                    <a:pt x="5415986" y="967930"/>
                  </a:lnTo>
                  <a:lnTo>
                    <a:pt x="5416827" y="972529"/>
                  </a:lnTo>
                  <a:lnTo>
                    <a:pt x="5417669" y="976368"/>
                  </a:lnTo>
                  <a:lnTo>
                    <a:pt x="5418510" y="979129"/>
                  </a:lnTo>
                  <a:lnTo>
                    <a:pt x="5419351" y="980378"/>
                  </a:lnTo>
                  <a:lnTo>
                    <a:pt x="5420192" y="980612"/>
                  </a:lnTo>
                  <a:lnTo>
                    <a:pt x="5421033" y="980281"/>
                  </a:lnTo>
                  <a:lnTo>
                    <a:pt x="5421875" y="980517"/>
                  </a:lnTo>
                  <a:lnTo>
                    <a:pt x="5422716" y="980353"/>
                  </a:lnTo>
                  <a:lnTo>
                    <a:pt x="5423557" y="980679"/>
                  </a:lnTo>
                  <a:lnTo>
                    <a:pt x="5424398" y="981735"/>
                  </a:lnTo>
                  <a:lnTo>
                    <a:pt x="5425239" y="983255"/>
                  </a:lnTo>
                  <a:lnTo>
                    <a:pt x="5426081" y="986417"/>
                  </a:lnTo>
                  <a:lnTo>
                    <a:pt x="5426922" y="990155"/>
                  </a:lnTo>
                  <a:lnTo>
                    <a:pt x="5427763" y="994424"/>
                  </a:lnTo>
                  <a:lnTo>
                    <a:pt x="5428604" y="998576"/>
                  </a:lnTo>
                  <a:lnTo>
                    <a:pt x="5429445" y="1003891"/>
                  </a:lnTo>
                  <a:lnTo>
                    <a:pt x="5430287" y="1009258"/>
                  </a:lnTo>
                  <a:lnTo>
                    <a:pt x="5431128" y="1014962"/>
                  </a:lnTo>
                  <a:lnTo>
                    <a:pt x="5431969" y="1021961"/>
                  </a:lnTo>
                  <a:lnTo>
                    <a:pt x="5432810" y="1029521"/>
                  </a:lnTo>
                  <a:lnTo>
                    <a:pt x="5433651" y="1036968"/>
                  </a:lnTo>
                  <a:lnTo>
                    <a:pt x="5434493" y="1044717"/>
                  </a:lnTo>
                  <a:lnTo>
                    <a:pt x="5435334" y="1052652"/>
                  </a:lnTo>
                  <a:lnTo>
                    <a:pt x="5436175" y="1061352"/>
                  </a:lnTo>
                  <a:lnTo>
                    <a:pt x="5437016" y="1069699"/>
                  </a:lnTo>
                  <a:lnTo>
                    <a:pt x="5437857" y="1077749"/>
                  </a:lnTo>
                  <a:lnTo>
                    <a:pt x="5438699" y="1086031"/>
                  </a:lnTo>
                  <a:lnTo>
                    <a:pt x="5439540" y="1093969"/>
                  </a:lnTo>
                  <a:lnTo>
                    <a:pt x="5440381" y="1101454"/>
                  </a:lnTo>
                  <a:lnTo>
                    <a:pt x="5441222" y="1108668"/>
                  </a:lnTo>
                  <a:lnTo>
                    <a:pt x="5442063" y="1115947"/>
                  </a:lnTo>
                  <a:lnTo>
                    <a:pt x="5442905" y="1123751"/>
                  </a:lnTo>
                  <a:lnTo>
                    <a:pt x="5443746" y="1131656"/>
                  </a:lnTo>
                  <a:lnTo>
                    <a:pt x="5444587" y="1140163"/>
                  </a:lnTo>
                  <a:lnTo>
                    <a:pt x="5445428" y="1148740"/>
                  </a:lnTo>
                  <a:lnTo>
                    <a:pt x="5446269" y="1157330"/>
                  </a:lnTo>
                  <a:lnTo>
                    <a:pt x="5447111" y="1165225"/>
                  </a:lnTo>
                  <a:lnTo>
                    <a:pt x="5447952" y="1172270"/>
                  </a:lnTo>
                  <a:lnTo>
                    <a:pt x="5448793" y="1178686"/>
                  </a:lnTo>
                  <a:lnTo>
                    <a:pt x="5449634" y="1185432"/>
                  </a:lnTo>
                  <a:lnTo>
                    <a:pt x="5450475" y="1192989"/>
                  </a:lnTo>
                  <a:lnTo>
                    <a:pt x="5451317" y="1200735"/>
                  </a:lnTo>
                  <a:lnTo>
                    <a:pt x="5452158" y="1208068"/>
                  </a:lnTo>
                  <a:lnTo>
                    <a:pt x="5452999" y="1215669"/>
                  </a:lnTo>
                  <a:lnTo>
                    <a:pt x="5453840" y="1223577"/>
                  </a:lnTo>
                  <a:lnTo>
                    <a:pt x="5454681" y="1231234"/>
                  </a:lnTo>
                  <a:lnTo>
                    <a:pt x="5455523" y="1237903"/>
                  </a:lnTo>
                  <a:lnTo>
                    <a:pt x="5456364" y="1243448"/>
                  </a:lnTo>
                  <a:lnTo>
                    <a:pt x="5457205" y="1247432"/>
                  </a:lnTo>
                  <a:lnTo>
                    <a:pt x="5458046" y="1250950"/>
                  </a:lnTo>
                  <a:lnTo>
                    <a:pt x="5458887" y="1254439"/>
                  </a:lnTo>
                  <a:lnTo>
                    <a:pt x="5459729" y="1258286"/>
                  </a:lnTo>
                  <a:lnTo>
                    <a:pt x="5460570" y="1262504"/>
                  </a:lnTo>
                  <a:lnTo>
                    <a:pt x="5461411" y="1267123"/>
                  </a:lnTo>
                  <a:lnTo>
                    <a:pt x="5462252" y="1271887"/>
                  </a:lnTo>
                  <a:lnTo>
                    <a:pt x="5463093" y="1277098"/>
                  </a:lnTo>
                  <a:lnTo>
                    <a:pt x="5463935" y="1281588"/>
                  </a:lnTo>
                  <a:lnTo>
                    <a:pt x="5464776" y="1286918"/>
                  </a:lnTo>
                  <a:lnTo>
                    <a:pt x="5465617" y="1291925"/>
                  </a:lnTo>
                  <a:lnTo>
                    <a:pt x="5466458" y="1296401"/>
                  </a:lnTo>
                  <a:lnTo>
                    <a:pt x="5467299" y="1300758"/>
                  </a:lnTo>
                  <a:lnTo>
                    <a:pt x="5468141" y="1304948"/>
                  </a:lnTo>
                  <a:lnTo>
                    <a:pt x="5468982" y="1309980"/>
                  </a:lnTo>
                  <a:lnTo>
                    <a:pt x="5469823" y="1315380"/>
                  </a:lnTo>
                  <a:lnTo>
                    <a:pt x="5470664" y="1319191"/>
                  </a:lnTo>
                  <a:lnTo>
                    <a:pt x="5471505" y="1323232"/>
                  </a:lnTo>
                  <a:lnTo>
                    <a:pt x="5472347" y="1326339"/>
                  </a:lnTo>
                  <a:lnTo>
                    <a:pt x="5473188" y="1329003"/>
                  </a:lnTo>
                  <a:lnTo>
                    <a:pt x="5474029" y="1331064"/>
                  </a:lnTo>
                  <a:lnTo>
                    <a:pt x="5474870" y="1333852"/>
                  </a:lnTo>
                  <a:lnTo>
                    <a:pt x="5475711" y="1336939"/>
                  </a:lnTo>
                  <a:lnTo>
                    <a:pt x="5476553" y="1339750"/>
                  </a:lnTo>
                  <a:lnTo>
                    <a:pt x="5477394" y="1340422"/>
                  </a:lnTo>
                  <a:lnTo>
                    <a:pt x="5478235" y="1340999"/>
                  </a:lnTo>
                  <a:lnTo>
                    <a:pt x="5479076" y="1342320"/>
                  </a:lnTo>
                  <a:lnTo>
                    <a:pt x="5479917" y="1343339"/>
                  </a:lnTo>
                  <a:lnTo>
                    <a:pt x="5480759" y="1345247"/>
                  </a:lnTo>
                  <a:lnTo>
                    <a:pt x="5481600" y="1347206"/>
                  </a:lnTo>
                  <a:lnTo>
                    <a:pt x="5482441" y="1350017"/>
                  </a:lnTo>
                  <a:lnTo>
                    <a:pt x="5483282" y="1353214"/>
                  </a:lnTo>
                  <a:lnTo>
                    <a:pt x="5484123" y="1355280"/>
                  </a:lnTo>
                  <a:lnTo>
                    <a:pt x="5484965" y="1356107"/>
                  </a:lnTo>
                  <a:lnTo>
                    <a:pt x="5485806" y="1356782"/>
                  </a:lnTo>
                  <a:lnTo>
                    <a:pt x="5486647" y="1357440"/>
                  </a:lnTo>
                  <a:lnTo>
                    <a:pt x="5487488" y="1357147"/>
                  </a:lnTo>
                  <a:lnTo>
                    <a:pt x="5488330" y="1356373"/>
                  </a:lnTo>
                  <a:lnTo>
                    <a:pt x="5489171" y="1355795"/>
                  </a:lnTo>
                  <a:lnTo>
                    <a:pt x="5490012" y="1355458"/>
                  </a:lnTo>
                  <a:lnTo>
                    <a:pt x="5490853" y="1356006"/>
                  </a:lnTo>
                  <a:lnTo>
                    <a:pt x="5491694" y="1356495"/>
                  </a:lnTo>
                  <a:lnTo>
                    <a:pt x="5492536" y="1357204"/>
                  </a:lnTo>
                  <a:lnTo>
                    <a:pt x="5493377" y="1357581"/>
                  </a:lnTo>
                  <a:lnTo>
                    <a:pt x="5494218" y="1357725"/>
                  </a:lnTo>
                  <a:lnTo>
                    <a:pt x="5495059" y="1357486"/>
                  </a:lnTo>
                  <a:lnTo>
                    <a:pt x="5495900" y="1356990"/>
                  </a:lnTo>
                  <a:lnTo>
                    <a:pt x="5496742" y="1357046"/>
                  </a:lnTo>
                  <a:lnTo>
                    <a:pt x="5497583" y="1357823"/>
                  </a:lnTo>
                  <a:lnTo>
                    <a:pt x="5498424" y="1359290"/>
                  </a:lnTo>
                  <a:lnTo>
                    <a:pt x="5499265" y="1360778"/>
                  </a:lnTo>
                  <a:lnTo>
                    <a:pt x="5500106" y="1361620"/>
                  </a:lnTo>
                  <a:lnTo>
                    <a:pt x="5500948" y="1361574"/>
                  </a:lnTo>
                  <a:lnTo>
                    <a:pt x="5501789" y="1361383"/>
                  </a:lnTo>
                  <a:lnTo>
                    <a:pt x="5502630" y="1360864"/>
                  </a:lnTo>
                  <a:lnTo>
                    <a:pt x="5503471" y="1360389"/>
                  </a:lnTo>
                  <a:lnTo>
                    <a:pt x="5504312" y="1360035"/>
                  </a:lnTo>
                  <a:lnTo>
                    <a:pt x="5505154" y="1359825"/>
                  </a:lnTo>
                  <a:lnTo>
                    <a:pt x="5505995" y="1360503"/>
                  </a:lnTo>
                  <a:lnTo>
                    <a:pt x="5506836" y="1360888"/>
                  </a:lnTo>
                  <a:lnTo>
                    <a:pt x="5507677" y="1361998"/>
                  </a:lnTo>
                  <a:lnTo>
                    <a:pt x="5508518" y="1363545"/>
                  </a:lnTo>
                  <a:lnTo>
                    <a:pt x="5509360" y="1365564"/>
                  </a:lnTo>
                  <a:lnTo>
                    <a:pt x="5510201" y="1368428"/>
                  </a:lnTo>
                  <a:lnTo>
                    <a:pt x="5511042" y="1371450"/>
                  </a:lnTo>
                  <a:lnTo>
                    <a:pt x="5511883" y="1376814"/>
                  </a:lnTo>
                  <a:lnTo>
                    <a:pt x="5512724" y="1382149"/>
                  </a:lnTo>
                  <a:lnTo>
                    <a:pt x="5513566" y="1385786"/>
                  </a:lnTo>
                  <a:lnTo>
                    <a:pt x="5514407" y="1389158"/>
                  </a:lnTo>
                  <a:lnTo>
                    <a:pt x="5515248" y="1392579"/>
                  </a:lnTo>
                  <a:lnTo>
                    <a:pt x="5516089" y="1396315"/>
                  </a:lnTo>
                  <a:lnTo>
                    <a:pt x="5516930" y="1400084"/>
                  </a:lnTo>
                  <a:lnTo>
                    <a:pt x="5517772" y="1404306"/>
                  </a:lnTo>
                  <a:lnTo>
                    <a:pt x="5518613" y="1407547"/>
                  </a:lnTo>
                  <a:lnTo>
                    <a:pt x="5519454" y="1410908"/>
                  </a:lnTo>
                  <a:lnTo>
                    <a:pt x="5520295" y="1414404"/>
                  </a:lnTo>
                  <a:lnTo>
                    <a:pt x="5521136" y="1418246"/>
                  </a:lnTo>
                  <a:lnTo>
                    <a:pt x="5521978" y="1421877"/>
                  </a:lnTo>
                  <a:lnTo>
                    <a:pt x="5522819" y="1426385"/>
                  </a:lnTo>
                  <a:lnTo>
                    <a:pt x="5523660" y="1431591"/>
                  </a:lnTo>
                  <a:lnTo>
                    <a:pt x="5524501" y="1436398"/>
                  </a:lnTo>
                  <a:lnTo>
                    <a:pt x="5525342" y="1442278"/>
                  </a:lnTo>
                  <a:lnTo>
                    <a:pt x="5526184" y="1450473"/>
                  </a:lnTo>
                  <a:lnTo>
                    <a:pt x="5527025" y="1459132"/>
                  </a:lnTo>
                  <a:lnTo>
                    <a:pt x="5527866" y="1467969"/>
                  </a:lnTo>
                  <a:lnTo>
                    <a:pt x="5528707" y="1478109"/>
                  </a:lnTo>
                  <a:lnTo>
                    <a:pt x="5529548" y="1488278"/>
                  </a:lnTo>
                  <a:lnTo>
                    <a:pt x="5530390" y="1498517"/>
                  </a:lnTo>
                  <a:lnTo>
                    <a:pt x="5531231" y="1509340"/>
                  </a:lnTo>
                  <a:lnTo>
                    <a:pt x="5532072" y="1519826"/>
                  </a:lnTo>
                  <a:lnTo>
                    <a:pt x="5532913" y="1529346"/>
                  </a:lnTo>
                  <a:lnTo>
                    <a:pt x="5533754" y="1539323"/>
                  </a:lnTo>
                  <a:lnTo>
                    <a:pt x="5534596" y="1548731"/>
                  </a:lnTo>
                  <a:lnTo>
                    <a:pt x="5535437" y="1557859"/>
                  </a:lnTo>
                  <a:lnTo>
                    <a:pt x="5536278" y="1566971"/>
                  </a:lnTo>
                  <a:lnTo>
                    <a:pt x="5537119" y="1575574"/>
                  </a:lnTo>
                  <a:lnTo>
                    <a:pt x="5537960" y="1584097"/>
                  </a:lnTo>
                  <a:lnTo>
                    <a:pt x="5538802" y="1591487"/>
                  </a:lnTo>
                  <a:lnTo>
                    <a:pt x="5539643" y="1598517"/>
                  </a:lnTo>
                  <a:lnTo>
                    <a:pt x="5540484" y="1605135"/>
                  </a:lnTo>
                  <a:lnTo>
                    <a:pt x="5541325" y="1610869"/>
                  </a:lnTo>
                  <a:lnTo>
                    <a:pt x="5542166" y="1617014"/>
                  </a:lnTo>
                  <a:lnTo>
                    <a:pt x="5543008" y="1622579"/>
                  </a:lnTo>
                  <a:lnTo>
                    <a:pt x="5543849" y="1629393"/>
                  </a:lnTo>
                  <a:lnTo>
                    <a:pt x="5544690" y="1636263"/>
                  </a:lnTo>
                  <a:lnTo>
                    <a:pt x="5545531" y="1643827"/>
                  </a:lnTo>
                  <a:lnTo>
                    <a:pt x="5546372" y="1651092"/>
                  </a:lnTo>
                  <a:lnTo>
                    <a:pt x="5547214" y="1657857"/>
                  </a:lnTo>
                  <a:lnTo>
                    <a:pt x="5548055" y="1664345"/>
                  </a:lnTo>
                  <a:lnTo>
                    <a:pt x="5548896" y="1670624"/>
                  </a:lnTo>
                  <a:lnTo>
                    <a:pt x="5549737" y="1676484"/>
                  </a:lnTo>
                  <a:lnTo>
                    <a:pt x="5550578" y="1681622"/>
                  </a:lnTo>
                  <a:lnTo>
                    <a:pt x="5551420" y="1685528"/>
                  </a:lnTo>
                  <a:lnTo>
                    <a:pt x="5552261" y="1688787"/>
                  </a:lnTo>
                  <a:lnTo>
                    <a:pt x="5553102" y="1691918"/>
                  </a:lnTo>
                  <a:lnTo>
                    <a:pt x="5553943" y="1694989"/>
                  </a:lnTo>
                  <a:lnTo>
                    <a:pt x="5554784" y="1697179"/>
                  </a:lnTo>
                  <a:lnTo>
                    <a:pt x="5555626" y="1699022"/>
                  </a:lnTo>
                  <a:lnTo>
                    <a:pt x="5556467" y="1700157"/>
                  </a:lnTo>
                  <a:lnTo>
                    <a:pt x="5557308" y="1701264"/>
                  </a:lnTo>
                  <a:lnTo>
                    <a:pt x="5558149" y="1702326"/>
                  </a:lnTo>
                  <a:lnTo>
                    <a:pt x="5558991" y="1703332"/>
                  </a:lnTo>
                  <a:lnTo>
                    <a:pt x="5559832" y="1703915"/>
                  </a:lnTo>
                  <a:lnTo>
                    <a:pt x="5560673" y="1704869"/>
                  </a:lnTo>
                  <a:lnTo>
                    <a:pt x="5561514" y="1705441"/>
                  </a:lnTo>
                  <a:lnTo>
                    <a:pt x="5562355" y="1706618"/>
                  </a:lnTo>
                  <a:lnTo>
                    <a:pt x="5563197" y="1708320"/>
                  </a:lnTo>
                  <a:lnTo>
                    <a:pt x="5564038" y="1710973"/>
                  </a:lnTo>
                  <a:lnTo>
                    <a:pt x="5564879" y="1714085"/>
                  </a:lnTo>
                  <a:lnTo>
                    <a:pt x="5565720" y="1717855"/>
                  </a:lnTo>
                  <a:lnTo>
                    <a:pt x="5566561" y="1722089"/>
                  </a:lnTo>
                  <a:lnTo>
                    <a:pt x="5567403" y="1726970"/>
                  </a:lnTo>
                  <a:lnTo>
                    <a:pt x="5568244" y="1732339"/>
                  </a:lnTo>
                  <a:lnTo>
                    <a:pt x="5569085" y="1738068"/>
                  </a:lnTo>
                  <a:lnTo>
                    <a:pt x="5569926" y="1742937"/>
                  </a:lnTo>
                  <a:lnTo>
                    <a:pt x="5570767" y="1747049"/>
                  </a:lnTo>
                  <a:lnTo>
                    <a:pt x="5571609" y="1750383"/>
                  </a:lnTo>
                  <a:lnTo>
                    <a:pt x="5572450" y="1754009"/>
                  </a:lnTo>
                  <a:lnTo>
                    <a:pt x="5573291" y="1757176"/>
                  </a:lnTo>
                  <a:lnTo>
                    <a:pt x="5574132" y="1760153"/>
                  </a:lnTo>
                  <a:lnTo>
                    <a:pt x="5574973" y="1762810"/>
                  </a:lnTo>
                  <a:lnTo>
                    <a:pt x="5575815" y="1765967"/>
                  </a:lnTo>
                  <a:lnTo>
                    <a:pt x="5576656" y="1769594"/>
                  </a:lnTo>
                  <a:lnTo>
                    <a:pt x="5577497" y="1773269"/>
                  </a:lnTo>
                  <a:lnTo>
                    <a:pt x="5578338" y="1776403"/>
                  </a:lnTo>
                  <a:lnTo>
                    <a:pt x="5579179" y="1779563"/>
                  </a:lnTo>
                  <a:lnTo>
                    <a:pt x="5580021" y="1782667"/>
                  </a:lnTo>
                  <a:lnTo>
                    <a:pt x="5580862" y="1785274"/>
                  </a:lnTo>
                  <a:lnTo>
                    <a:pt x="5581703" y="1787660"/>
                  </a:lnTo>
                  <a:lnTo>
                    <a:pt x="5582544" y="1789402"/>
                  </a:lnTo>
                  <a:lnTo>
                    <a:pt x="5583385" y="1791257"/>
                  </a:lnTo>
                  <a:lnTo>
                    <a:pt x="5584227" y="1792692"/>
                  </a:lnTo>
                  <a:lnTo>
                    <a:pt x="5585068" y="1793586"/>
                  </a:lnTo>
                  <a:lnTo>
                    <a:pt x="5585909" y="1794656"/>
                  </a:lnTo>
                  <a:lnTo>
                    <a:pt x="5586750" y="1796339"/>
                  </a:lnTo>
                  <a:lnTo>
                    <a:pt x="5587591" y="1799256"/>
                  </a:lnTo>
                  <a:lnTo>
                    <a:pt x="5588433" y="1802831"/>
                  </a:lnTo>
                  <a:lnTo>
                    <a:pt x="5589274" y="1806200"/>
                  </a:lnTo>
                  <a:lnTo>
                    <a:pt x="5590115" y="1808485"/>
                  </a:lnTo>
                  <a:lnTo>
                    <a:pt x="5590956" y="1809994"/>
                  </a:lnTo>
                  <a:lnTo>
                    <a:pt x="5591797" y="1811333"/>
                  </a:lnTo>
                  <a:lnTo>
                    <a:pt x="5592639" y="1812824"/>
                  </a:lnTo>
                  <a:lnTo>
                    <a:pt x="5593480" y="1812959"/>
                  </a:lnTo>
                  <a:lnTo>
                    <a:pt x="5594321" y="1813035"/>
                  </a:lnTo>
                  <a:lnTo>
                    <a:pt x="5595162" y="1812841"/>
                  </a:lnTo>
                  <a:lnTo>
                    <a:pt x="5596003" y="1811985"/>
                  </a:lnTo>
                  <a:lnTo>
                    <a:pt x="5596845" y="1810250"/>
                  </a:lnTo>
                  <a:lnTo>
                    <a:pt x="5597686" y="1808271"/>
                  </a:lnTo>
                  <a:lnTo>
                    <a:pt x="5598527" y="1805439"/>
                  </a:lnTo>
                  <a:lnTo>
                    <a:pt x="5599368" y="1801827"/>
                  </a:lnTo>
                  <a:lnTo>
                    <a:pt x="5600209" y="1796643"/>
                  </a:lnTo>
                  <a:lnTo>
                    <a:pt x="5601051" y="1790630"/>
                  </a:lnTo>
                  <a:lnTo>
                    <a:pt x="5601892" y="1784483"/>
                  </a:lnTo>
                  <a:lnTo>
                    <a:pt x="5602733" y="1778327"/>
                  </a:lnTo>
                  <a:lnTo>
                    <a:pt x="5603574" y="1772560"/>
                  </a:lnTo>
                  <a:lnTo>
                    <a:pt x="5604415" y="1766881"/>
                  </a:lnTo>
                  <a:lnTo>
                    <a:pt x="5605257" y="1761172"/>
                  </a:lnTo>
                  <a:lnTo>
                    <a:pt x="5606098" y="1755261"/>
                  </a:lnTo>
                  <a:lnTo>
                    <a:pt x="5606939" y="1748562"/>
                  </a:lnTo>
                  <a:lnTo>
                    <a:pt x="5607780" y="1742043"/>
                  </a:lnTo>
                  <a:lnTo>
                    <a:pt x="5608621" y="1735738"/>
                  </a:lnTo>
                  <a:lnTo>
                    <a:pt x="5609463" y="1729107"/>
                  </a:lnTo>
                  <a:lnTo>
                    <a:pt x="5610304" y="1723026"/>
                  </a:lnTo>
                  <a:lnTo>
                    <a:pt x="5611145" y="1717076"/>
                  </a:lnTo>
                  <a:lnTo>
                    <a:pt x="5611986" y="1710277"/>
                  </a:lnTo>
                  <a:lnTo>
                    <a:pt x="5612827" y="1703705"/>
                  </a:lnTo>
                  <a:lnTo>
                    <a:pt x="5613669" y="1697537"/>
                  </a:lnTo>
                  <a:lnTo>
                    <a:pt x="5614510" y="1691167"/>
                  </a:lnTo>
                  <a:lnTo>
                    <a:pt x="5615351" y="1684837"/>
                  </a:lnTo>
                  <a:lnTo>
                    <a:pt x="5616192" y="1678265"/>
                  </a:lnTo>
                  <a:lnTo>
                    <a:pt x="5617033" y="1671725"/>
                  </a:lnTo>
                  <a:lnTo>
                    <a:pt x="5617875" y="1665509"/>
                  </a:lnTo>
                  <a:lnTo>
                    <a:pt x="5618716" y="1659746"/>
                  </a:lnTo>
                  <a:lnTo>
                    <a:pt x="5619557" y="1653829"/>
                  </a:lnTo>
                  <a:lnTo>
                    <a:pt x="5620398" y="1648284"/>
                  </a:lnTo>
                  <a:lnTo>
                    <a:pt x="5621239" y="1643347"/>
                  </a:lnTo>
                  <a:lnTo>
                    <a:pt x="5622081" y="1638742"/>
                  </a:lnTo>
                  <a:lnTo>
                    <a:pt x="5622922" y="1634557"/>
                  </a:lnTo>
                  <a:lnTo>
                    <a:pt x="5623763" y="1631133"/>
                  </a:lnTo>
                  <a:lnTo>
                    <a:pt x="5624604" y="1629012"/>
                  </a:lnTo>
                  <a:lnTo>
                    <a:pt x="5625445" y="1627731"/>
                  </a:lnTo>
                  <a:lnTo>
                    <a:pt x="5626287" y="1626982"/>
                  </a:lnTo>
                  <a:lnTo>
                    <a:pt x="5627128" y="1626771"/>
                  </a:lnTo>
                  <a:lnTo>
                    <a:pt x="5627969" y="1626405"/>
                  </a:lnTo>
                  <a:lnTo>
                    <a:pt x="5628810" y="1625423"/>
                  </a:lnTo>
                  <a:lnTo>
                    <a:pt x="5629652" y="1623800"/>
                  </a:lnTo>
                  <a:lnTo>
                    <a:pt x="5630493" y="1622014"/>
                  </a:lnTo>
                  <a:lnTo>
                    <a:pt x="5631334" y="1620332"/>
                  </a:lnTo>
                  <a:lnTo>
                    <a:pt x="5632175" y="1619167"/>
                  </a:lnTo>
                  <a:lnTo>
                    <a:pt x="5633016" y="1617823"/>
                  </a:lnTo>
                  <a:lnTo>
                    <a:pt x="5633858" y="1616246"/>
                  </a:lnTo>
                  <a:lnTo>
                    <a:pt x="5634699" y="1614322"/>
                  </a:lnTo>
                  <a:lnTo>
                    <a:pt x="5635540" y="1611808"/>
                  </a:lnTo>
                  <a:lnTo>
                    <a:pt x="5636381" y="1608985"/>
                  </a:lnTo>
                  <a:lnTo>
                    <a:pt x="5637222" y="1605722"/>
                  </a:lnTo>
                  <a:lnTo>
                    <a:pt x="5638064" y="1602310"/>
                  </a:lnTo>
                  <a:lnTo>
                    <a:pt x="5638905" y="1600400"/>
                  </a:lnTo>
                  <a:lnTo>
                    <a:pt x="5639746" y="1598522"/>
                  </a:lnTo>
                  <a:lnTo>
                    <a:pt x="5640587" y="1596539"/>
                  </a:lnTo>
                  <a:lnTo>
                    <a:pt x="5641428" y="1595576"/>
                  </a:lnTo>
                  <a:lnTo>
                    <a:pt x="5642270" y="1595106"/>
                  </a:lnTo>
                  <a:lnTo>
                    <a:pt x="5643111" y="1594847"/>
                  </a:lnTo>
                  <a:lnTo>
                    <a:pt x="5643952" y="1595276"/>
                  </a:lnTo>
                  <a:lnTo>
                    <a:pt x="5644793" y="1596725"/>
                  </a:lnTo>
                  <a:lnTo>
                    <a:pt x="5645634" y="1599364"/>
                  </a:lnTo>
                  <a:lnTo>
                    <a:pt x="5646476" y="1603014"/>
                  </a:lnTo>
                  <a:lnTo>
                    <a:pt x="5647317" y="1606907"/>
                  </a:lnTo>
                  <a:lnTo>
                    <a:pt x="5648158" y="1611375"/>
                  </a:lnTo>
                  <a:lnTo>
                    <a:pt x="5648999" y="1616046"/>
                  </a:lnTo>
                  <a:lnTo>
                    <a:pt x="5649840" y="1620862"/>
                  </a:lnTo>
                  <a:lnTo>
                    <a:pt x="5650682" y="1625370"/>
                  </a:lnTo>
                  <a:lnTo>
                    <a:pt x="5651523" y="1629369"/>
                  </a:lnTo>
                  <a:lnTo>
                    <a:pt x="5652364" y="1634338"/>
                  </a:lnTo>
                  <a:lnTo>
                    <a:pt x="5653205" y="1640781"/>
                  </a:lnTo>
                  <a:lnTo>
                    <a:pt x="5654046" y="1647847"/>
                  </a:lnTo>
                  <a:lnTo>
                    <a:pt x="5654888" y="1655569"/>
                  </a:lnTo>
                  <a:lnTo>
                    <a:pt x="5655729" y="1663623"/>
                  </a:lnTo>
                  <a:lnTo>
                    <a:pt x="5656570" y="1671393"/>
                  </a:lnTo>
                  <a:lnTo>
                    <a:pt x="5657411" y="1678500"/>
                  </a:lnTo>
                  <a:lnTo>
                    <a:pt x="5658252" y="1684967"/>
                  </a:lnTo>
                  <a:lnTo>
                    <a:pt x="5659094" y="1690027"/>
                  </a:lnTo>
                  <a:lnTo>
                    <a:pt x="5659935" y="1694793"/>
                  </a:lnTo>
                  <a:lnTo>
                    <a:pt x="5660776" y="1699446"/>
                  </a:lnTo>
                  <a:lnTo>
                    <a:pt x="5661617" y="1703962"/>
                  </a:lnTo>
                  <a:lnTo>
                    <a:pt x="5662458" y="1708848"/>
                  </a:lnTo>
                  <a:lnTo>
                    <a:pt x="5663300" y="1713843"/>
                  </a:lnTo>
                  <a:lnTo>
                    <a:pt x="5664141" y="1718466"/>
                  </a:lnTo>
                  <a:lnTo>
                    <a:pt x="5664982" y="1722719"/>
                  </a:lnTo>
                  <a:lnTo>
                    <a:pt x="5665823" y="1726302"/>
                  </a:lnTo>
                  <a:lnTo>
                    <a:pt x="5666664" y="1728994"/>
                  </a:lnTo>
                  <a:lnTo>
                    <a:pt x="5667506" y="1731415"/>
                  </a:lnTo>
                  <a:lnTo>
                    <a:pt x="5668347" y="1733696"/>
                  </a:lnTo>
                  <a:lnTo>
                    <a:pt x="5669188" y="1735939"/>
                  </a:lnTo>
                  <a:lnTo>
                    <a:pt x="5670029" y="1737702"/>
                  </a:lnTo>
                  <a:lnTo>
                    <a:pt x="5670870" y="1739819"/>
                  </a:lnTo>
                  <a:lnTo>
                    <a:pt x="5671712" y="1741330"/>
                  </a:lnTo>
                  <a:lnTo>
                    <a:pt x="5672553" y="1742584"/>
                  </a:lnTo>
                  <a:lnTo>
                    <a:pt x="5673394" y="1743045"/>
                  </a:lnTo>
                  <a:lnTo>
                    <a:pt x="5674235" y="1743356"/>
                  </a:lnTo>
                  <a:lnTo>
                    <a:pt x="5675076" y="1742876"/>
                  </a:lnTo>
                  <a:lnTo>
                    <a:pt x="5675918" y="1740970"/>
                  </a:lnTo>
                  <a:lnTo>
                    <a:pt x="5676759" y="1738605"/>
                  </a:lnTo>
                  <a:lnTo>
                    <a:pt x="5677600" y="1735971"/>
                  </a:lnTo>
                  <a:lnTo>
                    <a:pt x="5678441" y="1732679"/>
                  </a:lnTo>
                  <a:lnTo>
                    <a:pt x="5679282" y="1728795"/>
                  </a:lnTo>
                  <a:lnTo>
                    <a:pt x="5680124" y="1724215"/>
                  </a:lnTo>
                  <a:lnTo>
                    <a:pt x="5680965" y="1719358"/>
                  </a:lnTo>
                  <a:lnTo>
                    <a:pt x="5681806" y="1714761"/>
                  </a:lnTo>
                  <a:lnTo>
                    <a:pt x="5682647" y="1710469"/>
                  </a:lnTo>
                  <a:lnTo>
                    <a:pt x="5683488" y="1705918"/>
                  </a:lnTo>
                  <a:lnTo>
                    <a:pt x="5684330" y="1701470"/>
                  </a:lnTo>
                  <a:lnTo>
                    <a:pt x="5685171" y="1697737"/>
                  </a:lnTo>
                  <a:lnTo>
                    <a:pt x="5686012" y="1694000"/>
                  </a:lnTo>
                  <a:lnTo>
                    <a:pt x="5686853" y="1690492"/>
                  </a:lnTo>
                  <a:lnTo>
                    <a:pt x="5687694" y="1687997"/>
                  </a:lnTo>
                  <a:lnTo>
                    <a:pt x="5688536" y="1686859"/>
                  </a:lnTo>
                  <a:lnTo>
                    <a:pt x="5689377" y="1686624"/>
                  </a:lnTo>
                  <a:lnTo>
                    <a:pt x="5690218" y="1687093"/>
                  </a:lnTo>
                  <a:lnTo>
                    <a:pt x="5691059" y="1687907"/>
                  </a:lnTo>
                  <a:lnTo>
                    <a:pt x="5691900" y="1687774"/>
                  </a:lnTo>
                  <a:lnTo>
                    <a:pt x="5692742" y="1687946"/>
                  </a:lnTo>
                  <a:lnTo>
                    <a:pt x="5693583" y="1688036"/>
                  </a:lnTo>
                  <a:lnTo>
                    <a:pt x="5694424" y="1686844"/>
                  </a:lnTo>
                  <a:lnTo>
                    <a:pt x="5695265" y="1685822"/>
                  </a:lnTo>
                  <a:lnTo>
                    <a:pt x="5696106" y="1684478"/>
                  </a:lnTo>
                  <a:lnTo>
                    <a:pt x="5696948" y="1683023"/>
                  </a:lnTo>
                  <a:lnTo>
                    <a:pt x="5697789" y="1681512"/>
                  </a:lnTo>
                  <a:lnTo>
                    <a:pt x="5698630" y="1680547"/>
                  </a:lnTo>
                  <a:lnTo>
                    <a:pt x="5699471" y="1679611"/>
                  </a:lnTo>
                  <a:lnTo>
                    <a:pt x="5700313" y="1679134"/>
                  </a:lnTo>
                  <a:lnTo>
                    <a:pt x="5701154" y="1678670"/>
                  </a:lnTo>
                  <a:lnTo>
                    <a:pt x="5701995" y="1677488"/>
                  </a:lnTo>
                  <a:lnTo>
                    <a:pt x="5702836" y="1675954"/>
                  </a:lnTo>
                  <a:lnTo>
                    <a:pt x="5703677" y="1673764"/>
                  </a:lnTo>
                  <a:lnTo>
                    <a:pt x="5704519" y="1671414"/>
                  </a:lnTo>
                  <a:lnTo>
                    <a:pt x="5705360" y="1669892"/>
                  </a:lnTo>
                  <a:lnTo>
                    <a:pt x="5706201" y="1668628"/>
                  </a:lnTo>
                  <a:lnTo>
                    <a:pt x="5707042" y="1667582"/>
                  </a:lnTo>
                  <a:lnTo>
                    <a:pt x="5707883" y="1666711"/>
                  </a:lnTo>
                  <a:lnTo>
                    <a:pt x="5708725" y="1664934"/>
                  </a:lnTo>
                  <a:lnTo>
                    <a:pt x="5709566" y="1662215"/>
                  </a:lnTo>
                  <a:lnTo>
                    <a:pt x="5710407" y="1658994"/>
                  </a:lnTo>
                  <a:lnTo>
                    <a:pt x="5711248" y="1654294"/>
                  </a:lnTo>
                  <a:lnTo>
                    <a:pt x="5712089" y="1647945"/>
                  </a:lnTo>
                  <a:lnTo>
                    <a:pt x="5712931" y="1641142"/>
                  </a:lnTo>
                  <a:lnTo>
                    <a:pt x="5713772" y="1634915"/>
                  </a:lnTo>
                  <a:lnTo>
                    <a:pt x="5714613" y="1628279"/>
                  </a:lnTo>
                  <a:lnTo>
                    <a:pt x="5715454" y="1621465"/>
                  </a:lnTo>
                  <a:lnTo>
                    <a:pt x="5716295" y="1616195"/>
                  </a:lnTo>
                  <a:lnTo>
                    <a:pt x="5717137" y="1609763"/>
                  </a:lnTo>
                  <a:lnTo>
                    <a:pt x="5717978" y="1603842"/>
                  </a:lnTo>
                  <a:lnTo>
                    <a:pt x="5718819" y="1598389"/>
                  </a:lnTo>
                  <a:lnTo>
                    <a:pt x="5719660" y="1592134"/>
                  </a:lnTo>
                  <a:lnTo>
                    <a:pt x="5720501" y="1586000"/>
                  </a:lnTo>
                  <a:lnTo>
                    <a:pt x="5721343" y="1579928"/>
                  </a:lnTo>
                  <a:lnTo>
                    <a:pt x="5722184" y="1575842"/>
                  </a:lnTo>
                  <a:lnTo>
                    <a:pt x="5723025" y="1573115"/>
                  </a:lnTo>
                  <a:lnTo>
                    <a:pt x="5723866" y="1571568"/>
                  </a:lnTo>
                  <a:lnTo>
                    <a:pt x="5724707" y="1570578"/>
                  </a:lnTo>
                  <a:lnTo>
                    <a:pt x="5725549" y="1570114"/>
                  </a:lnTo>
                  <a:lnTo>
                    <a:pt x="5726390" y="1570566"/>
                  </a:lnTo>
                  <a:lnTo>
                    <a:pt x="5727231" y="1571073"/>
                  </a:lnTo>
                  <a:lnTo>
                    <a:pt x="5728072" y="1572078"/>
                  </a:lnTo>
                  <a:lnTo>
                    <a:pt x="5728913" y="1572180"/>
                  </a:lnTo>
                  <a:lnTo>
                    <a:pt x="5729755" y="1572343"/>
                  </a:lnTo>
                  <a:lnTo>
                    <a:pt x="5730596" y="1571910"/>
                  </a:lnTo>
                  <a:lnTo>
                    <a:pt x="5731437" y="1571560"/>
                  </a:lnTo>
                  <a:lnTo>
                    <a:pt x="5732278" y="1571533"/>
                  </a:lnTo>
                  <a:lnTo>
                    <a:pt x="5733119" y="1570433"/>
                  </a:lnTo>
                  <a:lnTo>
                    <a:pt x="5733961" y="1570400"/>
                  </a:lnTo>
                  <a:lnTo>
                    <a:pt x="5734802" y="1569175"/>
                  </a:lnTo>
                  <a:lnTo>
                    <a:pt x="5735643" y="1567562"/>
                  </a:lnTo>
                  <a:lnTo>
                    <a:pt x="5736484" y="1565800"/>
                  </a:lnTo>
                  <a:lnTo>
                    <a:pt x="5737325" y="1564373"/>
                  </a:lnTo>
                  <a:lnTo>
                    <a:pt x="5738167" y="1562394"/>
                  </a:lnTo>
                  <a:lnTo>
                    <a:pt x="5739008" y="1560554"/>
                  </a:lnTo>
                  <a:lnTo>
                    <a:pt x="5739849" y="1559410"/>
                  </a:lnTo>
                  <a:lnTo>
                    <a:pt x="5740690" y="1558051"/>
                  </a:lnTo>
                  <a:lnTo>
                    <a:pt x="5741531" y="1557214"/>
                  </a:lnTo>
                  <a:lnTo>
                    <a:pt x="5742373" y="1557005"/>
                  </a:lnTo>
                  <a:lnTo>
                    <a:pt x="5743214" y="1557282"/>
                  </a:lnTo>
                  <a:lnTo>
                    <a:pt x="5744055" y="1557099"/>
                  </a:lnTo>
                  <a:lnTo>
                    <a:pt x="5744896" y="1555941"/>
                  </a:lnTo>
                  <a:lnTo>
                    <a:pt x="5745737" y="1555139"/>
                  </a:lnTo>
                  <a:lnTo>
                    <a:pt x="5746579" y="1554481"/>
                  </a:lnTo>
                  <a:lnTo>
                    <a:pt x="5747420" y="1554295"/>
                  </a:lnTo>
                  <a:lnTo>
                    <a:pt x="5748261" y="1554376"/>
                  </a:lnTo>
                  <a:lnTo>
                    <a:pt x="5749102" y="1554162"/>
                  </a:lnTo>
                  <a:lnTo>
                    <a:pt x="5749943" y="1553994"/>
                  </a:lnTo>
                  <a:lnTo>
                    <a:pt x="5750785" y="1553946"/>
                  </a:lnTo>
                  <a:lnTo>
                    <a:pt x="5751626" y="1554224"/>
                  </a:lnTo>
                  <a:lnTo>
                    <a:pt x="5752467" y="1554033"/>
                  </a:lnTo>
                  <a:lnTo>
                    <a:pt x="5753308" y="1553875"/>
                  </a:lnTo>
                  <a:lnTo>
                    <a:pt x="5754149" y="1553082"/>
                  </a:lnTo>
                  <a:lnTo>
                    <a:pt x="5754991" y="1552430"/>
                  </a:lnTo>
                  <a:lnTo>
                    <a:pt x="5755832" y="1551163"/>
                  </a:lnTo>
                  <a:lnTo>
                    <a:pt x="5756673" y="1549811"/>
                  </a:lnTo>
                  <a:lnTo>
                    <a:pt x="5757514" y="1548388"/>
                  </a:lnTo>
                  <a:lnTo>
                    <a:pt x="5758355" y="1547877"/>
                  </a:lnTo>
                  <a:lnTo>
                    <a:pt x="5759197" y="1548146"/>
                  </a:lnTo>
                  <a:lnTo>
                    <a:pt x="5760038" y="1547249"/>
                  </a:lnTo>
                  <a:lnTo>
                    <a:pt x="5760879" y="1545372"/>
                  </a:lnTo>
                  <a:lnTo>
                    <a:pt x="5761720" y="1544294"/>
                  </a:lnTo>
                  <a:lnTo>
                    <a:pt x="5762561" y="1542839"/>
                  </a:lnTo>
                  <a:lnTo>
                    <a:pt x="5763403" y="1541413"/>
                  </a:lnTo>
                  <a:lnTo>
                    <a:pt x="5764244" y="1539706"/>
                  </a:lnTo>
                  <a:lnTo>
                    <a:pt x="5765085" y="1537983"/>
                  </a:lnTo>
                  <a:lnTo>
                    <a:pt x="5765926" y="1535476"/>
                  </a:lnTo>
                  <a:lnTo>
                    <a:pt x="5766767" y="1533814"/>
                  </a:lnTo>
                  <a:lnTo>
                    <a:pt x="5767609" y="1532268"/>
                  </a:lnTo>
                  <a:lnTo>
                    <a:pt x="5768450" y="1531658"/>
                  </a:lnTo>
                  <a:lnTo>
                    <a:pt x="5769291" y="1530364"/>
                  </a:lnTo>
                  <a:lnTo>
                    <a:pt x="5770132" y="1528003"/>
                  </a:lnTo>
                  <a:lnTo>
                    <a:pt x="5770974" y="1525443"/>
                  </a:lnTo>
                  <a:lnTo>
                    <a:pt x="5771815" y="1522718"/>
                  </a:lnTo>
                  <a:lnTo>
                    <a:pt x="5772656" y="1519894"/>
                  </a:lnTo>
                  <a:lnTo>
                    <a:pt x="5773497" y="1516395"/>
                  </a:lnTo>
                  <a:lnTo>
                    <a:pt x="5774338" y="1513311"/>
                  </a:lnTo>
                  <a:lnTo>
                    <a:pt x="5775180" y="1510708"/>
                  </a:lnTo>
                  <a:lnTo>
                    <a:pt x="5776021" y="1509058"/>
                  </a:lnTo>
                  <a:lnTo>
                    <a:pt x="5776862" y="1507042"/>
                  </a:lnTo>
                  <a:lnTo>
                    <a:pt x="5777703" y="1505035"/>
                  </a:lnTo>
                  <a:lnTo>
                    <a:pt x="5778544" y="1502627"/>
                  </a:lnTo>
                  <a:lnTo>
                    <a:pt x="5779386" y="1499394"/>
                  </a:lnTo>
                  <a:lnTo>
                    <a:pt x="5780227" y="1497803"/>
                  </a:lnTo>
                  <a:lnTo>
                    <a:pt x="5781068" y="1495939"/>
                  </a:lnTo>
                  <a:lnTo>
                    <a:pt x="5781909" y="1495664"/>
                  </a:lnTo>
                  <a:lnTo>
                    <a:pt x="5782750" y="1497194"/>
                  </a:lnTo>
                  <a:lnTo>
                    <a:pt x="5783592" y="1499281"/>
                  </a:lnTo>
                  <a:lnTo>
                    <a:pt x="5784433" y="1501681"/>
                  </a:lnTo>
                  <a:lnTo>
                    <a:pt x="5785274" y="1504139"/>
                  </a:lnTo>
                  <a:lnTo>
                    <a:pt x="5786115" y="1506480"/>
                  </a:lnTo>
                  <a:lnTo>
                    <a:pt x="5786956" y="1508498"/>
                  </a:lnTo>
                  <a:lnTo>
                    <a:pt x="5787798" y="1511038"/>
                  </a:lnTo>
                  <a:lnTo>
                    <a:pt x="5788639" y="1513418"/>
                  </a:lnTo>
                  <a:lnTo>
                    <a:pt x="5789480" y="1515896"/>
                  </a:lnTo>
                  <a:lnTo>
                    <a:pt x="5790321" y="1518508"/>
                  </a:lnTo>
                  <a:lnTo>
                    <a:pt x="5791162" y="1520305"/>
                  </a:lnTo>
                  <a:lnTo>
                    <a:pt x="5792004" y="1520702"/>
                  </a:lnTo>
                  <a:lnTo>
                    <a:pt x="5792845" y="1519854"/>
                  </a:lnTo>
                  <a:lnTo>
                    <a:pt x="5793686" y="1517710"/>
                  </a:lnTo>
                  <a:lnTo>
                    <a:pt x="5794527" y="1514176"/>
                  </a:lnTo>
                  <a:lnTo>
                    <a:pt x="5795368" y="1509174"/>
                  </a:lnTo>
                  <a:lnTo>
                    <a:pt x="5796210" y="1503889"/>
                  </a:lnTo>
                  <a:lnTo>
                    <a:pt x="5797051" y="1498853"/>
                  </a:lnTo>
                  <a:lnTo>
                    <a:pt x="5797892" y="1495763"/>
                  </a:lnTo>
                  <a:lnTo>
                    <a:pt x="5798733" y="1492546"/>
                  </a:lnTo>
                  <a:lnTo>
                    <a:pt x="5799574" y="1489616"/>
                  </a:lnTo>
                  <a:lnTo>
                    <a:pt x="5800416" y="1486080"/>
                  </a:lnTo>
                  <a:lnTo>
                    <a:pt x="5801257" y="1482657"/>
                  </a:lnTo>
                  <a:lnTo>
                    <a:pt x="5802098" y="1479367"/>
                  </a:lnTo>
                  <a:lnTo>
                    <a:pt x="5802939" y="1476629"/>
                  </a:lnTo>
                  <a:lnTo>
                    <a:pt x="5803780" y="1475189"/>
                  </a:lnTo>
                  <a:lnTo>
                    <a:pt x="5804622" y="1475635"/>
                  </a:lnTo>
                  <a:lnTo>
                    <a:pt x="5805463" y="1477181"/>
                  </a:lnTo>
                  <a:lnTo>
                    <a:pt x="5806304" y="1479364"/>
                  </a:lnTo>
                  <a:lnTo>
                    <a:pt x="5807145" y="1481434"/>
                  </a:lnTo>
                  <a:lnTo>
                    <a:pt x="5807986" y="1484114"/>
                  </a:lnTo>
                  <a:lnTo>
                    <a:pt x="5808828" y="1487059"/>
                  </a:lnTo>
                  <a:lnTo>
                    <a:pt x="5809669" y="1489420"/>
                  </a:lnTo>
                  <a:lnTo>
                    <a:pt x="5810510" y="1491007"/>
                  </a:lnTo>
                  <a:lnTo>
                    <a:pt x="5811351" y="1492698"/>
                  </a:lnTo>
                  <a:lnTo>
                    <a:pt x="5812192" y="1493794"/>
                  </a:lnTo>
                  <a:lnTo>
                    <a:pt x="5813034" y="1494853"/>
                  </a:lnTo>
                  <a:lnTo>
                    <a:pt x="5813875" y="1495244"/>
                  </a:lnTo>
                  <a:lnTo>
                    <a:pt x="5814716" y="1495297"/>
                  </a:lnTo>
                  <a:lnTo>
                    <a:pt x="5815557" y="1494642"/>
                  </a:lnTo>
                  <a:lnTo>
                    <a:pt x="5816398" y="1492624"/>
                  </a:lnTo>
                  <a:lnTo>
                    <a:pt x="5817240" y="1488831"/>
                  </a:lnTo>
                  <a:lnTo>
                    <a:pt x="5818081" y="1484549"/>
                  </a:lnTo>
                  <a:lnTo>
                    <a:pt x="5818922" y="1479811"/>
                  </a:lnTo>
                  <a:lnTo>
                    <a:pt x="5819763" y="1475771"/>
                  </a:lnTo>
                  <a:lnTo>
                    <a:pt x="5820604" y="1471880"/>
                  </a:lnTo>
                  <a:lnTo>
                    <a:pt x="5821446" y="1468406"/>
                  </a:lnTo>
                  <a:lnTo>
                    <a:pt x="5822287" y="1464653"/>
                  </a:lnTo>
                  <a:lnTo>
                    <a:pt x="5823128" y="1460317"/>
                  </a:lnTo>
                  <a:lnTo>
                    <a:pt x="5823969" y="1455777"/>
                  </a:lnTo>
                  <a:lnTo>
                    <a:pt x="5824810" y="1451727"/>
                  </a:lnTo>
                  <a:lnTo>
                    <a:pt x="5825652" y="1448033"/>
                  </a:lnTo>
                  <a:lnTo>
                    <a:pt x="5826493" y="1444922"/>
                  </a:lnTo>
                  <a:lnTo>
                    <a:pt x="5827334" y="1441719"/>
                  </a:lnTo>
                  <a:lnTo>
                    <a:pt x="5828175" y="1438195"/>
                  </a:lnTo>
                  <a:lnTo>
                    <a:pt x="5829016" y="1434745"/>
                  </a:lnTo>
                  <a:lnTo>
                    <a:pt x="5829858" y="1432279"/>
                  </a:lnTo>
                  <a:lnTo>
                    <a:pt x="5830699" y="1429931"/>
                  </a:lnTo>
                  <a:lnTo>
                    <a:pt x="5831540" y="1427483"/>
                  </a:lnTo>
                  <a:lnTo>
                    <a:pt x="5832381" y="1425259"/>
                  </a:lnTo>
                  <a:lnTo>
                    <a:pt x="5833222" y="1423133"/>
                  </a:lnTo>
                  <a:lnTo>
                    <a:pt x="5834064" y="1420184"/>
                  </a:lnTo>
                  <a:lnTo>
                    <a:pt x="5834905" y="1417743"/>
                  </a:lnTo>
                  <a:lnTo>
                    <a:pt x="5835746" y="1415650"/>
                  </a:lnTo>
                  <a:lnTo>
                    <a:pt x="5836587" y="1413897"/>
                  </a:lnTo>
                  <a:lnTo>
                    <a:pt x="5837428" y="1412603"/>
                  </a:lnTo>
                  <a:lnTo>
                    <a:pt x="5838270" y="1411369"/>
                  </a:lnTo>
                  <a:lnTo>
                    <a:pt x="5839111" y="1410255"/>
                  </a:lnTo>
                  <a:lnTo>
                    <a:pt x="5839952" y="1409861"/>
                  </a:lnTo>
                  <a:lnTo>
                    <a:pt x="5840793" y="1410313"/>
                  </a:lnTo>
                  <a:lnTo>
                    <a:pt x="5841635" y="1411259"/>
                  </a:lnTo>
                  <a:lnTo>
                    <a:pt x="5842476" y="1411697"/>
                  </a:lnTo>
                  <a:lnTo>
                    <a:pt x="5843317" y="1412668"/>
                  </a:lnTo>
                  <a:lnTo>
                    <a:pt x="5844158" y="1414697"/>
                  </a:lnTo>
                  <a:lnTo>
                    <a:pt x="5844999" y="1416498"/>
                  </a:lnTo>
                  <a:lnTo>
                    <a:pt x="5845841" y="1419163"/>
                  </a:lnTo>
                  <a:lnTo>
                    <a:pt x="5846682" y="1422418"/>
                  </a:lnTo>
                  <a:lnTo>
                    <a:pt x="5847523" y="1427701"/>
                  </a:lnTo>
                  <a:lnTo>
                    <a:pt x="5848364" y="1433669"/>
                  </a:lnTo>
                  <a:lnTo>
                    <a:pt x="5849205" y="1440652"/>
                  </a:lnTo>
                  <a:lnTo>
                    <a:pt x="5850047" y="1447040"/>
                  </a:lnTo>
                  <a:lnTo>
                    <a:pt x="5850888" y="1453746"/>
                  </a:lnTo>
                  <a:lnTo>
                    <a:pt x="5851729" y="1460697"/>
                  </a:lnTo>
                  <a:lnTo>
                    <a:pt x="5852570" y="1467544"/>
                  </a:lnTo>
                  <a:lnTo>
                    <a:pt x="5853411" y="1474182"/>
                  </a:lnTo>
                  <a:lnTo>
                    <a:pt x="5854253" y="1481113"/>
                  </a:lnTo>
                  <a:lnTo>
                    <a:pt x="5855094" y="1488267"/>
                  </a:lnTo>
                  <a:lnTo>
                    <a:pt x="5855935" y="1494696"/>
                  </a:lnTo>
                  <a:lnTo>
                    <a:pt x="5856776" y="1499885"/>
                  </a:lnTo>
                  <a:lnTo>
                    <a:pt x="5857617" y="1503802"/>
                  </a:lnTo>
                  <a:lnTo>
                    <a:pt x="5858459" y="1507273"/>
                  </a:lnTo>
                  <a:lnTo>
                    <a:pt x="5859300" y="1510126"/>
                  </a:lnTo>
                  <a:lnTo>
                    <a:pt x="5860141" y="1512991"/>
                  </a:lnTo>
                  <a:lnTo>
                    <a:pt x="5860982" y="1515708"/>
                  </a:lnTo>
                  <a:lnTo>
                    <a:pt x="5861823" y="1517329"/>
                  </a:lnTo>
                  <a:lnTo>
                    <a:pt x="5862665" y="1519735"/>
                  </a:lnTo>
                  <a:lnTo>
                    <a:pt x="5863506" y="1521580"/>
                  </a:lnTo>
                  <a:lnTo>
                    <a:pt x="5864347" y="1523034"/>
                  </a:lnTo>
                  <a:lnTo>
                    <a:pt x="5865188" y="1524928"/>
                  </a:lnTo>
                  <a:lnTo>
                    <a:pt x="5866029" y="1526484"/>
                  </a:lnTo>
                  <a:lnTo>
                    <a:pt x="5866871" y="1527512"/>
                  </a:lnTo>
                  <a:lnTo>
                    <a:pt x="5867712" y="1528787"/>
                  </a:lnTo>
                  <a:lnTo>
                    <a:pt x="5868553" y="1529582"/>
                  </a:lnTo>
                  <a:lnTo>
                    <a:pt x="5869394" y="1530762"/>
                  </a:lnTo>
                  <a:lnTo>
                    <a:pt x="5870235" y="1532365"/>
                  </a:lnTo>
                  <a:lnTo>
                    <a:pt x="5871077" y="1534148"/>
                  </a:lnTo>
                  <a:lnTo>
                    <a:pt x="5871918" y="1536476"/>
                  </a:lnTo>
                  <a:lnTo>
                    <a:pt x="5872759" y="1539465"/>
                  </a:lnTo>
                  <a:lnTo>
                    <a:pt x="5873600" y="1541929"/>
                  </a:lnTo>
                  <a:lnTo>
                    <a:pt x="5874441" y="1544337"/>
                  </a:lnTo>
                  <a:lnTo>
                    <a:pt x="5875283" y="1546203"/>
                  </a:lnTo>
                  <a:lnTo>
                    <a:pt x="5876124" y="1548193"/>
                  </a:lnTo>
                  <a:lnTo>
                    <a:pt x="5876965" y="1549999"/>
                  </a:lnTo>
                  <a:lnTo>
                    <a:pt x="5877806" y="1551593"/>
                  </a:lnTo>
                  <a:lnTo>
                    <a:pt x="5878647" y="1553555"/>
                  </a:lnTo>
                  <a:lnTo>
                    <a:pt x="5879489" y="1556451"/>
                  </a:lnTo>
                  <a:lnTo>
                    <a:pt x="5880330" y="1559165"/>
                  </a:lnTo>
                  <a:lnTo>
                    <a:pt x="5881171" y="1561848"/>
                  </a:lnTo>
                  <a:lnTo>
                    <a:pt x="5882012" y="1563955"/>
                  </a:lnTo>
                  <a:lnTo>
                    <a:pt x="5882853" y="1567035"/>
                  </a:lnTo>
                  <a:lnTo>
                    <a:pt x="5883695" y="1570782"/>
                  </a:lnTo>
                  <a:lnTo>
                    <a:pt x="5884536" y="1573719"/>
                  </a:lnTo>
                  <a:lnTo>
                    <a:pt x="5885377" y="1577638"/>
                  </a:lnTo>
                  <a:lnTo>
                    <a:pt x="5886218" y="1581531"/>
                  </a:lnTo>
                  <a:lnTo>
                    <a:pt x="5887059" y="1585933"/>
                  </a:lnTo>
                  <a:lnTo>
                    <a:pt x="5887901" y="1592295"/>
                  </a:lnTo>
                  <a:lnTo>
                    <a:pt x="5888742" y="1599150"/>
                  </a:lnTo>
                  <a:lnTo>
                    <a:pt x="5889583" y="1606559"/>
                  </a:lnTo>
                  <a:lnTo>
                    <a:pt x="5890424" y="1613353"/>
                  </a:lnTo>
                  <a:lnTo>
                    <a:pt x="5891265" y="1619782"/>
                  </a:lnTo>
                  <a:lnTo>
                    <a:pt x="5892107" y="1625364"/>
                  </a:lnTo>
                  <a:lnTo>
                    <a:pt x="5892948" y="1630912"/>
                  </a:lnTo>
                  <a:lnTo>
                    <a:pt x="5893789" y="1636338"/>
                  </a:lnTo>
                  <a:lnTo>
                    <a:pt x="5894630" y="1641060"/>
                  </a:lnTo>
                  <a:lnTo>
                    <a:pt x="5895471" y="1645633"/>
                  </a:lnTo>
                  <a:lnTo>
                    <a:pt x="5896313" y="1649961"/>
                  </a:lnTo>
                  <a:lnTo>
                    <a:pt x="5897154" y="1653960"/>
                  </a:lnTo>
                  <a:lnTo>
                    <a:pt x="5897995" y="1657829"/>
                  </a:lnTo>
                  <a:lnTo>
                    <a:pt x="5898836" y="1661476"/>
                  </a:lnTo>
                  <a:lnTo>
                    <a:pt x="5899677" y="1664294"/>
                  </a:lnTo>
                  <a:lnTo>
                    <a:pt x="5900519" y="1666533"/>
                  </a:lnTo>
                  <a:lnTo>
                    <a:pt x="5901360" y="1669668"/>
                  </a:lnTo>
                  <a:lnTo>
                    <a:pt x="5902201" y="1672317"/>
                  </a:lnTo>
                  <a:lnTo>
                    <a:pt x="5903042" y="1675675"/>
                  </a:lnTo>
                  <a:lnTo>
                    <a:pt x="5903883" y="1678526"/>
                  </a:lnTo>
                  <a:lnTo>
                    <a:pt x="5904725" y="1681584"/>
                  </a:lnTo>
                  <a:lnTo>
                    <a:pt x="5905566" y="1684675"/>
                  </a:lnTo>
                  <a:lnTo>
                    <a:pt x="5906407" y="1688653"/>
                  </a:lnTo>
                  <a:lnTo>
                    <a:pt x="5907248" y="1693269"/>
                  </a:lnTo>
                  <a:lnTo>
                    <a:pt x="5908089" y="1697745"/>
                  </a:lnTo>
                  <a:lnTo>
                    <a:pt x="5908931" y="1702659"/>
                  </a:lnTo>
                  <a:lnTo>
                    <a:pt x="5909772" y="1707748"/>
                  </a:lnTo>
                  <a:lnTo>
                    <a:pt x="5910613" y="1712268"/>
                  </a:lnTo>
                  <a:lnTo>
                    <a:pt x="5911454" y="1716321"/>
                  </a:lnTo>
                  <a:lnTo>
                    <a:pt x="5912296" y="1720486"/>
                  </a:lnTo>
                  <a:lnTo>
                    <a:pt x="5913137" y="1724966"/>
                  </a:lnTo>
                  <a:lnTo>
                    <a:pt x="5913978" y="1728804"/>
                  </a:lnTo>
                  <a:lnTo>
                    <a:pt x="5914819" y="1732592"/>
                  </a:lnTo>
                  <a:lnTo>
                    <a:pt x="5915660" y="1736492"/>
                  </a:lnTo>
                  <a:lnTo>
                    <a:pt x="5916502" y="1740197"/>
                  </a:lnTo>
                  <a:lnTo>
                    <a:pt x="5917343" y="1744711"/>
                  </a:lnTo>
                  <a:lnTo>
                    <a:pt x="5918184" y="1749569"/>
                  </a:lnTo>
                  <a:lnTo>
                    <a:pt x="5919025" y="1754452"/>
                  </a:lnTo>
                  <a:lnTo>
                    <a:pt x="5919866" y="1758654"/>
                  </a:lnTo>
                  <a:lnTo>
                    <a:pt x="5920708" y="1763072"/>
                  </a:lnTo>
                  <a:lnTo>
                    <a:pt x="5921549" y="1767218"/>
                  </a:lnTo>
                  <a:lnTo>
                    <a:pt x="5922390" y="1771203"/>
                  </a:lnTo>
                  <a:lnTo>
                    <a:pt x="5923231" y="1774489"/>
                  </a:lnTo>
                  <a:lnTo>
                    <a:pt x="5924072" y="1777991"/>
                  </a:lnTo>
                  <a:lnTo>
                    <a:pt x="5924914" y="1781614"/>
                  </a:lnTo>
                  <a:lnTo>
                    <a:pt x="5925755" y="1785453"/>
                  </a:lnTo>
                  <a:lnTo>
                    <a:pt x="5926596" y="1789483"/>
                  </a:lnTo>
                  <a:lnTo>
                    <a:pt x="5927437" y="1793515"/>
                  </a:lnTo>
                  <a:lnTo>
                    <a:pt x="5928278" y="1798347"/>
                  </a:lnTo>
                  <a:lnTo>
                    <a:pt x="5929120" y="1803229"/>
                  </a:lnTo>
                  <a:lnTo>
                    <a:pt x="5929961" y="1807566"/>
                  </a:lnTo>
                  <a:lnTo>
                    <a:pt x="5930802" y="1811209"/>
                  </a:lnTo>
                  <a:lnTo>
                    <a:pt x="5931643" y="1814629"/>
                  </a:lnTo>
                  <a:lnTo>
                    <a:pt x="5932484" y="1818753"/>
                  </a:lnTo>
                  <a:lnTo>
                    <a:pt x="5933326" y="1823911"/>
                  </a:lnTo>
                  <a:lnTo>
                    <a:pt x="5934167" y="1829882"/>
                  </a:lnTo>
                  <a:lnTo>
                    <a:pt x="5935008" y="1836032"/>
                  </a:lnTo>
                  <a:lnTo>
                    <a:pt x="5935849" y="1842852"/>
                  </a:lnTo>
                  <a:lnTo>
                    <a:pt x="5936690" y="1849026"/>
                  </a:lnTo>
                  <a:lnTo>
                    <a:pt x="5937532" y="1855731"/>
                  </a:lnTo>
                  <a:lnTo>
                    <a:pt x="5938373" y="1862856"/>
                  </a:lnTo>
                  <a:lnTo>
                    <a:pt x="5939214" y="1869847"/>
                  </a:lnTo>
                  <a:lnTo>
                    <a:pt x="5940055" y="1876679"/>
                  </a:lnTo>
                  <a:lnTo>
                    <a:pt x="5940896" y="1883573"/>
                  </a:lnTo>
                  <a:lnTo>
                    <a:pt x="5941738" y="1891477"/>
                  </a:lnTo>
                  <a:lnTo>
                    <a:pt x="5942579" y="1899574"/>
                  </a:lnTo>
                  <a:lnTo>
                    <a:pt x="5943420" y="1908187"/>
                  </a:lnTo>
                  <a:lnTo>
                    <a:pt x="5944261" y="1915944"/>
                  </a:lnTo>
                  <a:lnTo>
                    <a:pt x="5945102" y="1923989"/>
                  </a:lnTo>
                  <a:lnTo>
                    <a:pt x="5945944" y="1932159"/>
                  </a:lnTo>
                  <a:lnTo>
                    <a:pt x="5946785" y="1940275"/>
                  </a:lnTo>
                  <a:lnTo>
                    <a:pt x="5947626" y="1948692"/>
                  </a:lnTo>
                  <a:lnTo>
                    <a:pt x="5948467" y="1956225"/>
                  </a:lnTo>
                  <a:lnTo>
                    <a:pt x="5949308" y="1963709"/>
                  </a:lnTo>
                  <a:lnTo>
                    <a:pt x="5950150" y="1969316"/>
                  </a:lnTo>
                  <a:lnTo>
                    <a:pt x="5950991" y="1973392"/>
                  </a:lnTo>
                  <a:lnTo>
                    <a:pt x="5951832" y="1976981"/>
                  </a:lnTo>
                  <a:lnTo>
                    <a:pt x="5952673" y="1980342"/>
                  </a:lnTo>
                  <a:lnTo>
                    <a:pt x="5953514" y="1983452"/>
                  </a:lnTo>
                  <a:lnTo>
                    <a:pt x="5954356" y="1986122"/>
                  </a:lnTo>
                  <a:lnTo>
                    <a:pt x="5955197" y="1988606"/>
                  </a:lnTo>
                  <a:lnTo>
                    <a:pt x="5956038" y="1990559"/>
                  </a:lnTo>
                  <a:lnTo>
                    <a:pt x="5956879" y="1992069"/>
                  </a:lnTo>
                  <a:lnTo>
                    <a:pt x="5957720" y="1992935"/>
                  </a:lnTo>
                  <a:lnTo>
                    <a:pt x="5958562" y="1993407"/>
                  </a:lnTo>
                  <a:lnTo>
                    <a:pt x="5959403" y="1994379"/>
                  </a:lnTo>
                  <a:lnTo>
                    <a:pt x="5960244" y="1996231"/>
                  </a:lnTo>
                  <a:lnTo>
                    <a:pt x="5961085" y="1998730"/>
                  </a:lnTo>
                  <a:lnTo>
                    <a:pt x="5961926" y="2002392"/>
                  </a:lnTo>
                  <a:lnTo>
                    <a:pt x="5962768" y="2007331"/>
                  </a:lnTo>
                  <a:lnTo>
                    <a:pt x="5963609" y="2013259"/>
                  </a:lnTo>
                  <a:lnTo>
                    <a:pt x="5964450" y="2019665"/>
                  </a:lnTo>
                  <a:lnTo>
                    <a:pt x="5965291" y="2026437"/>
                  </a:lnTo>
                  <a:lnTo>
                    <a:pt x="5966132" y="2032104"/>
                  </a:lnTo>
                  <a:lnTo>
                    <a:pt x="5966974" y="2038326"/>
                  </a:lnTo>
                  <a:lnTo>
                    <a:pt x="5967815" y="2044604"/>
                  </a:lnTo>
                  <a:lnTo>
                    <a:pt x="5968656" y="2051382"/>
                  </a:lnTo>
                  <a:lnTo>
                    <a:pt x="5969497" y="2058514"/>
                  </a:lnTo>
                  <a:lnTo>
                    <a:pt x="5970338" y="2066112"/>
                  </a:lnTo>
                  <a:lnTo>
                    <a:pt x="5971180" y="2073935"/>
                  </a:lnTo>
                  <a:lnTo>
                    <a:pt x="5972021" y="2081468"/>
                  </a:lnTo>
                  <a:lnTo>
                    <a:pt x="5972862" y="2088362"/>
                  </a:lnTo>
                  <a:lnTo>
                    <a:pt x="5973703" y="2094432"/>
                  </a:lnTo>
                  <a:lnTo>
                    <a:pt x="5974544" y="2100230"/>
                  </a:lnTo>
                  <a:lnTo>
                    <a:pt x="5975386" y="2106400"/>
                  </a:lnTo>
                  <a:lnTo>
                    <a:pt x="5976227" y="2111951"/>
                  </a:lnTo>
                  <a:lnTo>
                    <a:pt x="5977068" y="2117425"/>
                  </a:lnTo>
                  <a:lnTo>
                    <a:pt x="5977909" y="2122987"/>
                  </a:lnTo>
                  <a:lnTo>
                    <a:pt x="5978750" y="2128774"/>
                  </a:lnTo>
                  <a:lnTo>
                    <a:pt x="5979592" y="2133890"/>
                  </a:lnTo>
                  <a:lnTo>
                    <a:pt x="5980433" y="2138873"/>
                  </a:lnTo>
                  <a:lnTo>
                    <a:pt x="5981274" y="2143285"/>
                  </a:lnTo>
                  <a:lnTo>
                    <a:pt x="5982115" y="2147808"/>
                  </a:lnTo>
                  <a:lnTo>
                    <a:pt x="5982957" y="2152118"/>
                  </a:lnTo>
                  <a:lnTo>
                    <a:pt x="5983798" y="2156245"/>
                  </a:lnTo>
                  <a:lnTo>
                    <a:pt x="5984639" y="2160464"/>
                  </a:lnTo>
                  <a:lnTo>
                    <a:pt x="5985480" y="2164654"/>
                  </a:lnTo>
                  <a:lnTo>
                    <a:pt x="5986321" y="2168961"/>
                  </a:lnTo>
                  <a:lnTo>
                    <a:pt x="5987163" y="2173326"/>
                  </a:lnTo>
                  <a:lnTo>
                    <a:pt x="5988004" y="2176759"/>
                  </a:lnTo>
                  <a:lnTo>
                    <a:pt x="5988845" y="2179946"/>
                  </a:lnTo>
                  <a:lnTo>
                    <a:pt x="5989686" y="2181979"/>
                  </a:lnTo>
                  <a:lnTo>
                    <a:pt x="5990527" y="2183684"/>
                  </a:lnTo>
                  <a:lnTo>
                    <a:pt x="5991369" y="2185463"/>
                  </a:lnTo>
                  <a:lnTo>
                    <a:pt x="5992210" y="2187485"/>
                  </a:lnTo>
                  <a:lnTo>
                    <a:pt x="5993051" y="2188937"/>
                  </a:lnTo>
                  <a:lnTo>
                    <a:pt x="5993892" y="2190672"/>
                  </a:lnTo>
                  <a:lnTo>
                    <a:pt x="5994733" y="2192213"/>
                  </a:lnTo>
                  <a:lnTo>
                    <a:pt x="5995575" y="2194089"/>
                  </a:lnTo>
                  <a:lnTo>
                    <a:pt x="5996416" y="2196261"/>
                  </a:lnTo>
                  <a:lnTo>
                    <a:pt x="5997257" y="2198480"/>
                  </a:lnTo>
                  <a:lnTo>
                    <a:pt x="5998098" y="2200453"/>
                  </a:lnTo>
                  <a:lnTo>
                    <a:pt x="5998939" y="2202218"/>
                  </a:lnTo>
                  <a:lnTo>
                    <a:pt x="5999781" y="2204067"/>
                  </a:lnTo>
                  <a:lnTo>
                    <a:pt x="6000622" y="2205830"/>
                  </a:lnTo>
                  <a:lnTo>
                    <a:pt x="6001463" y="2207460"/>
                  </a:lnTo>
                  <a:lnTo>
                    <a:pt x="6002304" y="2210521"/>
                  </a:lnTo>
                  <a:lnTo>
                    <a:pt x="6003145" y="2214000"/>
                  </a:lnTo>
                  <a:lnTo>
                    <a:pt x="6003987" y="2217888"/>
                  </a:lnTo>
                  <a:lnTo>
                    <a:pt x="6004828" y="2221729"/>
                  </a:lnTo>
                  <a:lnTo>
                    <a:pt x="6005669" y="2225696"/>
                  </a:lnTo>
                  <a:lnTo>
                    <a:pt x="6006510" y="2230052"/>
                  </a:lnTo>
                  <a:lnTo>
                    <a:pt x="6007351" y="2234690"/>
                  </a:lnTo>
                  <a:lnTo>
                    <a:pt x="6008193" y="2239207"/>
                  </a:lnTo>
                  <a:lnTo>
                    <a:pt x="6009034" y="2243261"/>
                  </a:lnTo>
                  <a:lnTo>
                    <a:pt x="6009875" y="2247566"/>
                  </a:lnTo>
                  <a:lnTo>
                    <a:pt x="6010716" y="2252511"/>
                  </a:lnTo>
                  <a:lnTo>
                    <a:pt x="6011557" y="2257876"/>
                  </a:lnTo>
                  <a:lnTo>
                    <a:pt x="6012399" y="2263060"/>
                  </a:lnTo>
                  <a:lnTo>
                    <a:pt x="6013240" y="2268429"/>
                  </a:lnTo>
                  <a:lnTo>
                    <a:pt x="6014081" y="2273213"/>
                  </a:lnTo>
                  <a:lnTo>
                    <a:pt x="6014922" y="2277661"/>
                  </a:lnTo>
                  <a:lnTo>
                    <a:pt x="6015763" y="2280830"/>
                  </a:lnTo>
                  <a:lnTo>
                    <a:pt x="6016605" y="2283531"/>
                  </a:lnTo>
                  <a:lnTo>
                    <a:pt x="6017446" y="2285500"/>
                  </a:lnTo>
                  <a:lnTo>
                    <a:pt x="6018287" y="2287524"/>
                  </a:lnTo>
                  <a:lnTo>
                    <a:pt x="6019128" y="2288331"/>
                  </a:lnTo>
                  <a:lnTo>
                    <a:pt x="6019969" y="2288962"/>
                  </a:lnTo>
                  <a:lnTo>
                    <a:pt x="6020811" y="2288930"/>
                  </a:lnTo>
                  <a:lnTo>
                    <a:pt x="6021652" y="2288741"/>
                  </a:lnTo>
                  <a:lnTo>
                    <a:pt x="6022493" y="2287683"/>
                  </a:lnTo>
                  <a:lnTo>
                    <a:pt x="6023334" y="2285785"/>
                  </a:lnTo>
                  <a:lnTo>
                    <a:pt x="6024175" y="2283084"/>
                  </a:lnTo>
                  <a:lnTo>
                    <a:pt x="6025017" y="2279897"/>
                  </a:lnTo>
                  <a:lnTo>
                    <a:pt x="6025858" y="2277826"/>
                  </a:lnTo>
                  <a:lnTo>
                    <a:pt x="6026699" y="2275396"/>
                  </a:lnTo>
                  <a:lnTo>
                    <a:pt x="6027540" y="2272795"/>
                  </a:lnTo>
                  <a:lnTo>
                    <a:pt x="6028381" y="2270174"/>
                  </a:lnTo>
                  <a:lnTo>
                    <a:pt x="6029223" y="2267882"/>
                  </a:lnTo>
                  <a:lnTo>
                    <a:pt x="6030064" y="2266246"/>
                  </a:lnTo>
                  <a:lnTo>
                    <a:pt x="6030905" y="2264276"/>
                  </a:lnTo>
                  <a:lnTo>
                    <a:pt x="6031746" y="2262460"/>
                  </a:lnTo>
                  <a:lnTo>
                    <a:pt x="6032587" y="2261026"/>
                  </a:lnTo>
                  <a:lnTo>
                    <a:pt x="6033429" y="2259318"/>
                  </a:lnTo>
                  <a:lnTo>
                    <a:pt x="6034270" y="2257671"/>
                  </a:lnTo>
                  <a:lnTo>
                    <a:pt x="6035111" y="2255625"/>
                  </a:lnTo>
                  <a:lnTo>
                    <a:pt x="6035952" y="2253658"/>
                  </a:lnTo>
                  <a:lnTo>
                    <a:pt x="6036793" y="2252269"/>
                  </a:lnTo>
                  <a:lnTo>
                    <a:pt x="6037635" y="2251352"/>
                  </a:lnTo>
                  <a:lnTo>
                    <a:pt x="6038476" y="2250711"/>
                  </a:lnTo>
                  <a:lnTo>
                    <a:pt x="6039317" y="2250371"/>
                  </a:lnTo>
                  <a:lnTo>
                    <a:pt x="6040158" y="2250155"/>
                  </a:lnTo>
                  <a:lnTo>
                    <a:pt x="6040999" y="2250399"/>
                  </a:lnTo>
                  <a:lnTo>
                    <a:pt x="6041841" y="2249889"/>
                  </a:lnTo>
                  <a:lnTo>
                    <a:pt x="6042682" y="2249052"/>
                  </a:lnTo>
                  <a:lnTo>
                    <a:pt x="6043523" y="2248771"/>
                  </a:lnTo>
                  <a:lnTo>
                    <a:pt x="6044364" y="2249326"/>
                  </a:lnTo>
                  <a:lnTo>
                    <a:pt x="6045205" y="2251185"/>
                  </a:lnTo>
                  <a:lnTo>
                    <a:pt x="6046047" y="2253478"/>
                  </a:lnTo>
                  <a:lnTo>
                    <a:pt x="6046888" y="2256057"/>
                  </a:lnTo>
                  <a:lnTo>
                    <a:pt x="6047729" y="2259130"/>
                  </a:lnTo>
                  <a:lnTo>
                    <a:pt x="6048570" y="2263451"/>
                  </a:lnTo>
                  <a:lnTo>
                    <a:pt x="6049411" y="2267929"/>
                  </a:lnTo>
                  <a:lnTo>
                    <a:pt x="6050253" y="2272382"/>
                  </a:lnTo>
                  <a:lnTo>
                    <a:pt x="6051094" y="2276287"/>
                  </a:lnTo>
                  <a:lnTo>
                    <a:pt x="6051935" y="2280115"/>
                  </a:lnTo>
                  <a:lnTo>
                    <a:pt x="6052776" y="2283636"/>
                  </a:lnTo>
                  <a:lnTo>
                    <a:pt x="6053618" y="2287012"/>
                  </a:lnTo>
                  <a:lnTo>
                    <a:pt x="6054459" y="2290152"/>
                  </a:lnTo>
                  <a:lnTo>
                    <a:pt x="6055300" y="2293123"/>
                  </a:lnTo>
                  <a:lnTo>
                    <a:pt x="6056141" y="2295713"/>
                  </a:lnTo>
                  <a:lnTo>
                    <a:pt x="6056982" y="2297995"/>
                  </a:lnTo>
                  <a:lnTo>
                    <a:pt x="6057824" y="2299671"/>
                  </a:lnTo>
                  <a:lnTo>
                    <a:pt x="6058665" y="2300804"/>
                  </a:lnTo>
                  <a:lnTo>
                    <a:pt x="6059506" y="2301192"/>
                  </a:lnTo>
                  <a:lnTo>
                    <a:pt x="6060347" y="2301257"/>
                  </a:lnTo>
                  <a:lnTo>
                    <a:pt x="6061188" y="2300715"/>
                  </a:lnTo>
                  <a:lnTo>
                    <a:pt x="6062030" y="2299768"/>
                  </a:lnTo>
                  <a:lnTo>
                    <a:pt x="6062871" y="2298764"/>
                  </a:lnTo>
                  <a:lnTo>
                    <a:pt x="6063712" y="2298431"/>
                  </a:lnTo>
                  <a:lnTo>
                    <a:pt x="6064553" y="2297582"/>
                  </a:lnTo>
                  <a:lnTo>
                    <a:pt x="6065394" y="2296759"/>
                  </a:lnTo>
                  <a:lnTo>
                    <a:pt x="6066236" y="2296106"/>
                  </a:lnTo>
                  <a:lnTo>
                    <a:pt x="6067077" y="2295763"/>
                  </a:lnTo>
                  <a:lnTo>
                    <a:pt x="6067918" y="2295678"/>
                  </a:lnTo>
                  <a:lnTo>
                    <a:pt x="6068759" y="2295669"/>
                  </a:lnTo>
                  <a:lnTo>
                    <a:pt x="6069600" y="2295207"/>
                  </a:lnTo>
                  <a:lnTo>
                    <a:pt x="6070442" y="2294377"/>
                  </a:lnTo>
                  <a:lnTo>
                    <a:pt x="6071283" y="2293228"/>
                  </a:lnTo>
                  <a:lnTo>
                    <a:pt x="6072124" y="2292273"/>
                  </a:lnTo>
                  <a:lnTo>
                    <a:pt x="6072965" y="2290814"/>
                  </a:lnTo>
                  <a:lnTo>
                    <a:pt x="6073806" y="2289350"/>
                  </a:lnTo>
                  <a:lnTo>
                    <a:pt x="6074648" y="2287957"/>
                  </a:lnTo>
                  <a:lnTo>
                    <a:pt x="6075489" y="2286443"/>
                  </a:lnTo>
                  <a:lnTo>
                    <a:pt x="6076330" y="2284426"/>
                  </a:lnTo>
                  <a:lnTo>
                    <a:pt x="6077171" y="2282608"/>
                  </a:lnTo>
                  <a:lnTo>
                    <a:pt x="6078012" y="2280353"/>
                  </a:lnTo>
                  <a:lnTo>
                    <a:pt x="6078854" y="2277754"/>
                  </a:lnTo>
                  <a:lnTo>
                    <a:pt x="6079695" y="2274688"/>
                  </a:lnTo>
                  <a:lnTo>
                    <a:pt x="6080536" y="2270948"/>
                  </a:lnTo>
                  <a:lnTo>
                    <a:pt x="6081377" y="2266750"/>
                  </a:lnTo>
                  <a:lnTo>
                    <a:pt x="6082218" y="2262456"/>
                  </a:lnTo>
                  <a:lnTo>
                    <a:pt x="6083060" y="2258178"/>
                  </a:lnTo>
                  <a:lnTo>
                    <a:pt x="6083901" y="2254720"/>
                  </a:lnTo>
                  <a:lnTo>
                    <a:pt x="6084742" y="2251527"/>
                  </a:lnTo>
                  <a:lnTo>
                    <a:pt x="6085583" y="2248117"/>
                  </a:lnTo>
                  <a:lnTo>
                    <a:pt x="6086424" y="2244443"/>
                  </a:lnTo>
                  <a:lnTo>
                    <a:pt x="6087266" y="2240548"/>
                  </a:lnTo>
                  <a:lnTo>
                    <a:pt x="6088107" y="2236699"/>
                  </a:lnTo>
                  <a:lnTo>
                    <a:pt x="6088948" y="2233243"/>
                  </a:lnTo>
                  <a:lnTo>
                    <a:pt x="6089789" y="2230153"/>
                  </a:lnTo>
                  <a:lnTo>
                    <a:pt x="6090630" y="2227744"/>
                  </a:lnTo>
                  <a:lnTo>
                    <a:pt x="6091472" y="2225997"/>
                  </a:lnTo>
                  <a:lnTo>
                    <a:pt x="6092313" y="2224697"/>
                  </a:lnTo>
                  <a:lnTo>
                    <a:pt x="6093154" y="2224070"/>
                  </a:lnTo>
                  <a:lnTo>
                    <a:pt x="6093995" y="2223658"/>
                  </a:lnTo>
                  <a:lnTo>
                    <a:pt x="6094836" y="2223499"/>
                  </a:lnTo>
                  <a:lnTo>
                    <a:pt x="6095678" y="2223346"/>
                  </a:lnTo>
                  <a:lnTo>
                    <a:pt x="6096519" y="2223144"/>
                  </a:lnTo>
                  <a:lnTo>
                    <a:pt x="6097360" y="2223176"/>
                  </a:lnTo>
                  <a:lnTo>
                    <a:pt x="6098201" y="2223335"/>
                  </a:lnTo>
                  <a:lnTo>
                    <a:pt x="6099042" y="2224185"/>
                  </a:lnTo>
                  <a:lnTo>
                    <a:pt x="6099884" y="2225560"/>
                  </a:lnTo>
                  <a:lnTo>
                    <a:pt x="6100725" y="2227183"/>
                  </a:lnTo>
                  <a:lnTo>
                    <a:pt x="6101566" y="2228931"/>
                  </a:lnTo>
                  <a:lnTo>
                    <a:pt x="6102407" y="2230465"/>
                  </a:lnTo>
                  <a:lnTo>
                    <a:pt x="6103248" y="2231772"/>
                  </a:lnTo>
                  <a:lnTo>
                    <a:pt x="6104090" y="2232926"/>
                  </a:lnTo>
                  <a:lnTo>
                    <a:pt x="6104931" y="2234077"/>
                  </a:lnTo>
                  <a:lnTo>
                    <a:pt x="6105772" y="2235268"/>
                  </a:lnTo>
                  <a:lnTo>
                    <a:pt x="6106613" y="2236806"/>
                  </a:lnTo>
                  <a:lnTo>
                    <a:pt x="6107454" y="2238425"/>
                  </a:lnTo>
                  <a:lnTo>
                    <a:pt x="6108296" y="2240206"/>
                  </a:lnTo>
                  <a:lnTo>
                    <a:pt x="6109137" y="2242035"/>
                  </a:lnTo>
                  <a:lnTo>
                    <a:pt x="6109978" y="2243638"/>
                  </a:lnTo>
                  <a:lnTo>
                    <a:pt x="6110819" y="2245203"/>
                  </a:lnTo>
                  <a:lnTo>
                    <a:pt x="6111660" y="2246592"/>
                  </a:lnTo>
                  <a:lnTo>
                    <a:pt x="6112502" y="2247717"/>
                  </a:lnTo>
                  <a:lnTo>
                    <a:pt x="6113343" y="2248670"/>
                  </a:lnTo>
                  <a:lnTo>
                    <a:pt x="6114184" y="2249672"/>
                  </a:lnTo>
                  <a:lnTo>
                    <a:pt x="6115025" y="2250519"/>
                  </a:lnTo>
                  <a:lnTo>
                    <a:pt x="6115866" y="2251457"/>
                  </a:lnTo>
                  <a:lnTo>
                    <a:pt x="6116708" y="2252434"/>
                  </a:lnTo>
                  <a:lnTo>
                    <a:pt x="6117549" y="2253589"/>
                  </a:lnTo>
                  <a:lnTo>
                    <a:pt x="6118390" y="2254654"/>
                  </a:lnTo>
                  <a:lnTo>
                    <a:pt x="6119231" y="2255723"/>
                  </a:lnTo>
                  <a:lnTo>
                    <a:pt x="6120072" y="2256709"/>
                  </a:lnTo>
                  <a:lnTo>
                    <a:pt x="6120914" y="2257585"/>
                  </a:lnTo>
                  <a:lnTo>
                    <a:pt x="6121755" y="2258331"/>
                  </a:lnTo>
                  <a:lnTo>
                    <a:pt x="6122596" y="2259049"/>
                  </a:lnTo>
                  <a:lnTo>
                    <a:pt x="6123437" y="2259584"/>
                  </a:lnTo>
                  <a:lnTo>
                    <a:pt x="6124279" y="2260171"/>
                  </a:lnTo>
                  <a:lnTo>
                    <a:pt x="6125120" y="2260850"/>
                  </a:lnTo>
                  <a:lnTo>
                    <a:pt x="6125961" y="2261400"/>
                  </a:lnTo>
                  <a:lnTo>
                    <a:pt x="6126802" y="2261924"/>
                  </a:lnTo>
                  <a:lnTo>
                    <a:pt x="6127643" y="2262342"/>
                  </a:lnTo>
                  <a:lnTo>
                    <a:pt x="6128485" y="2262594"/>
                  </a:lnTo>
                  <a:lnTo>
                    <a:pt x="6129326" y="2262235"/>
                  </a:lnTo>
                  <a:lnTo>
                    <a:pt x="6130167" y="2261528"/>
                  </a:lnTo>
                  <a:lnTo>
                    <a:pt x="6131008" y="2260454"/>
                  </a:lnTo>
                  <a:lnTo>
                    <a:pt x="6131849" y="2259380"/>
                  </a:lnTo>
                  <a:lnTo>
                    <a:pt x="6132691" y="2257934"/>
                  </a:lnTo>
                  <a:lnTo>
                    <a:pt x="6133532" y="2256504"/>
                  </a:lnTo>
                  <a:lnTo>
                    <a:pt x="6134373" y="2255263"/>
                  </a:lnTo>
                  <a:lnTo>
                    <a:pt x="6135214" y="2253997"/>
                  </a:lnTo>
                  <a:lnTo>
                    <a:pt x="6136055" y="2252898"/>
                  </a:lnTo>
                  <a:lnTo>
                    <a:pt x="6136897" y="2251805"/>
                  </a:lnTo>
                  <a:lnTo>
                    <a:pt x="6137738" y="2250505"/>
                  </a:lnTo>
                  <a:lnTo>
                    <a:pt x="6138579" y="2249087"/>
                  </a:lnTo>
                  <a:lnTo>
                    <a:pt x="6139420" y="2247746"/>
                  </a:lnTo>
                  <a:lnTo>
                    <a:pt x="6140261" y="2246320"/>
                  </a:lnTo>
                  <a:lnTo>
                    <a:pt x="6141103" y="2244814"/>
                  </a:lnTo>
                  <a:lnTo>
                    <a:pt x="6141944" y="2243730"/>
                  </a:lnTo>
                  <a:lnTo>
                    <a:pt x="6142785" y="2242688"/>
                  </a:lnTo>
                  <a:lnTo>
                    <a:pt x="6143626" y="2241996"/>
                  </a:lnTo>
                  <a:lnTo>
                    <a:pt x="6144467" y="2241768"/>
                  </a:lnTo>
                  <a:lnTo>
                    <a:pt x="6145309" y="2241780"/>
                  </a:lnTo>
                  <a:lnTo>
                    <a:pt x="6146150" y="2241623"/>
                  </a:lnTo>
                  <a:lnTo>
                    <a:pt x="6146991" y="2241586"/>
                  </a:lnTo>
                  <a:lnTo>
                    <a:pt x="6147832" y="2241914"/>
                  </a:lnTo>
                  <a:lnTo>
                    <a:pt x="6148673" y="2242421"/>
                  </a:lnTo>
                  <a:lnTo>
                    <a:pt x="6149515" y="2243103"/>
                  </a:lnTo>
                  <a:lnTo>
                    <a:pt x="6150356" y="2243947"/>
                  </a:lnTo>
                  <a:lnTo>
                    <a:pt x="6151197" y="2244969"/>
                  </a:lnTo>
                  <a:lnTo>
                    <a:pt x="6152038" y="2246131"/>
                  </a:lnTo>
                  <a:lnTo>
                    <a:pt x="6152879" y="2247628"/>
                  </a:lnTo>
                  <a:lnTo>
                    <a:pt x="6153721" y="2249846"/>
                  </a:lnTo>
                  <a:lnTo>
                    <a:pt x="6154562" y="2252164"/>
                  </a:lnTo>
                  <a:lnTo>
                    <a:pt x="6155403" y="2254643"/>
                  </a:lnTo>
                  <a:lnTo>
                    <a:pt x="6156244" y="2257081"/>
                  </a:lnTo>
                  <a:lnTo>
                    <a:pt x="6157085" y="2259417"/>
                  </a:lnTo>
                  <a:lnTo>
                    <a:pt x="6157927" y="2261611"/>
                  </a:lnTo>
                  <a:lnTo>
                    <a:pt x="6158768" y="2264185"/>
                  </a:lnTo>
                  <a:lnTo>
                    <a:pt x="6159609" y="2266937"/>
                  </a:lnTo>
                  <a:lnTo>
                    <a:pt x="6160450" y="2269333"/>
                  </a:lnTo>
                  <a:lnTo>
                    <a:pt x="6161291" y="2271542"/>
                  </a:lnTo>
                  <a:lnTo>
                    <a:pt x="6162133" y="2273396"/>
                  </a:lnTo>
                  <a:lnTo>
                    <a:pt x="6162974" y="2274739"/>
                  </a:lnTo>
                  <a:lnTo>
                    <a:pt x="6163815" y="2275856"/>
                  </a:lnTo>
                  <a:lnTo>
                    <a:pt x="6164656" y="2276884"/>
                  </a:lnTo>
                  <a:lnTo>
                    <a:pt x="6165497" y="2277767"/>
                  </a:lnTo>
                  <a:lnTo>
                    <a:pt x="6166339" y="2277993"/>
                  </a:lnTo>
                  <a:lnTo>
                    <a:pt x="6167180" y="2277937"/>
                  </a:lnTo>
                  <a:lnTo>
                    <a:pt x="6168021" y="2277831"/>
                  </a:lnTo>
                  <a:lnTo>
                    <a:pt x="6168862" y="2277645"/>
                  </a:lnTo>
                  <a:lnTo>
                    <a:pt x="6169703" y="2277046"/>
                  </a:lnTo>
                  <a:lnTo>
                    <a:pt x="6170545" y="2276107"/>
                  </a:lnTo>
                  <a:lnTo>
                    <a:pt x="6171386" y="2274747"/>
                  </a:lnTo>
                  <a:lnTo>
                    <a:pt x="6172227" y="2273232"/>
                  </a:lnTo>
                  <a:lnTo>
                    <a:pt x="6173068" y="2271821"/>
                  </a:lnTo>
                  <a:lnTo>
                    <a:pt x="6173909" y="2270890"/>
                  </a:lnTo>
                  <a:lnTo>
                    <a:pt x="6174751" y="2269553"/>
                  </a:lnTo>
                  <a:lnTo>
                    <a:pt x="6175592" y="2267953"/>
                  </a:lnTo>
                  <a:lnTo>
                    <a:pt x="6176433" y="2266515"/>
                  </a:lnTo>
                  <a:lnTo>
                    <a:pt x="6177274" y="2265040"/>
                  </a:lnTo>
                  <a:lnTo>
                    <a:pt x="6178115" y="2263346"/>
                  </a:lnTo>
                  <a:lnTo>
                    <a:pt x="6178957" y="2261819"/>
                  </a:lnTo>
                  <a:lnTo>
                    <a:pt x="6179798" y="2260431"/>
                  </a:lnTo>
                  <a:lnTo>
                    <a:pt x="6180639" y="2259008"/>
                  </a:lnTo>
                  <a:lnTo>
                    <a:pt x="6181480" y="2258383"/>
                  </a:lnTo>
                  <a:lnTo>
                    <a:pt x="6182321" y="2258771"/>
                  </a:lnTo>
                  <a:lnTo>
                    <a:pt x="6183163" y="2259531"/>
                  </a:lnTo>
                  <a:lnTo>
                    <a:pt x="6184004" y="2260910"/>
                  </a:lnTo>
                  <a:lnTo>
                    <a:pt x="6184845" y="2262580"/>
                  </a:lnTo>
                  <a:lnTo>
                    <a:pt x="6185686" y="2264352"/>
                  </a:lnTo>
                  <a:lnTo>
                    <a:pt x="6186527" y="2266533"/>
                  </a:lnTo>
                  <a:lnTo>
                    <a:pt x="6187369" y="2269930"/>
                  </a:lnTo>
                  <a:lnTo>
                    <a:pt x="6188210" y="2273408"/>
                  </a:lnTo>
                  <a:lnTo>
                    <a:pt x="6189051" y="2277372"/>
                  </a:lnTo>
                  <a:lnTo>
                    <a:pt x="6189892" y="2281798"/>
                  </a:lnTo>
                  <a:lnTo>
                    <a:pt x="6190733" y="2286684"/>
                  </a:lnTo>
                  <a:lnTo>
                    <a:pt x="6191575" y="2291883"/>
                  </a:lnTo>
                  <a:lnTo>
                    <a:pt x="6192416" y="2297337"/>
                  </a:lnTo>
                  <a:lnTo>
                    <a:pt x="6193257" y="2303397"/>
                  </a:lnTo>
                  <a:lnTo>
                    <a:pt x="6194098" y="2308524"/>
                  </a:lnTo>
                  <a:lnTo>
                    <a:pt x="6194940" y="2313626"/>
                  </a:lnTo>
                  <a:lnTo>
                    <a:pt x="6195781" y="2318815"/>
                  </a:lnTo>
                  <a:lnTo>
                    <a:pt x="6196622" y="2323589"/>
                  </a:lnTo>
                  <a:lnTo>
                    <a:pt x="6197463" y="2328087"/>
                  </a:lnTo>
                  <a:lnTo>
                    <a:pt x="6198304" y="2332240"/>
                  </a:lnTo>
                  <a:lnTo>
                    <a:pt x="6199146" y="2336665"/>
                  </a:lnTo>
                  <a:lnTo>
                    <a:pt x="6199987" y="2341379"/>
                  </a:lnTo>
                  <a:lnTo>
                    <a:pt x="6200828" y="2346110"/>
                  </a:lnTo>
                  <a:lnTo>
                    <a:pt x="6201669" y="2350595"/>
                  </a:lnTo>
                  <a:lnTo>
                    <a:pt x="6202510" y="2354998"/>
                  </a:lnTo>
                  <a:lnTo>
                    <a:pt x="6203352" y="2360106"/>
                  </a:lnTo>
                  <a:lnTo>
                    <a:pt x="6204193" y="2365125"/>
                  </a:lnTo>
                  <a:lnTo>
                    <a:pt x="6205034" y="2369738"/>
                  </a:lnTo>
                  <a:lnTo>
                    <a:pt x="6205875" y="2374161"/>
                  </a:lnTo>
                  <a:lnTo>
                    <a:pt x="6206716" y="2378715"/>
                  </a:lnTo>
                  <a:lnTo>
                    <a:pt x="6207558" y="2383110"/>
                  </a:lnTo>
                  <a:lnTo>
                    <a:pt x="6208399" y="2387509"/>
                  </a:lnTo>
                  <a:lnTo>
                    <a:pt x="6209240" y="2391321"/>
                  </a:lnTo>
                  <a:lnTo>
                    <a:pt x="6210081" y="2395678"/>
                  </a:lnTo>
                  <a:lnTo>
                    <a:pt x="6210922" y="2400286"/>
                  </a:lnTo>
                  <a:lnTo>
                    <a:pt x="6211764" y="2404477"/>
                  </a:lnTo>
                  <a:lnTo>
                    <a:pt x="6212605" y="2407983"/>
                  </a:lnTo>
                  <a:lnTo>
                    <a:pt x="6213446" y="2411073"/>
                  </a:lnTo>
                  <a:lnTo>
                    <a:pt x="6214287" y="2414356"/>
                  </a:lnTo>
                  <a:lnTo>
                    <a:pt x="6215128" y="2417309"/>
                  </a:lnTo>
                  <a:lnTo>
                    <a:pt x="6215970" y="2419643"/>
                  </a:lnTo>
                  <a:lnTo>
                    <a:pt x="6216811" y="2421683"/>
                  </a:lnTo>
                  <a:lnTo>
                    <a:pt x="6217652" y="2423658"/>
                  </a:lnTo>
                  <a:lnTo>
                    <a:pt x="6218493" y="2425226"/>
                  </a:lnTo>
                  <a:lnTo>
                    <a:pt x="6219334" y="2426645"/>
                  </a:lnTo>
                  <a:lnTo>
                    <a:pt x="6220176" y="2427865"/>
                  </a:lnTo>
                  <a:lnTo>
                    <a:pt x="6221017" y="2429419"/>
                  </a:lnTo>
                  <a:lnTo>
                    <a:pt x="6221858" y="2431118"/>
                  </a:lnTo>
                  <a:lnTo>
                    <a:pt x="6222699" y="2432981"/>
                  </a:lnTo>
                  <a:lnTo>
                    <a:pt x="6223540" y="2434600"/>
                  </a:lnTo>
                  <a:lnTo>
                    <a:pt x="6224382" y="2435772"/>
                  </a:lnTo>
                  <a:lnTo>
                    <a:pt x="6225223" y="2436847"/>
                  </a:lnTo>
                  <a:lnTo>
                    <a:pt x="6226064" y="2438162"/>
                  </a:lnTo>
                  <a:lnTo>
                    <a:pt x="6226905" y="2439599"/>
                  </a:lnTo>
                  <a:lnTo>
                    <a:pt x="6227746" y="2441489"/>
                  </a:lnTo>
                  <a:lnTo>
                    <a:pt x="6228588" y="2443612"/>
                  </a:lnTo>
                  <a:lnTo>
                    <a:pt x="6229429" y="2446359"/>
                  </a:lnTo>
                  <a:lnTo>
                    <a:pt x="6230270" y="2449365"/>
                  </a:lnTo>
                  <a:lnTo>
                    <a:pt x="6231111" y="2452568"/>
                  </a:lnTo>
                  <a:lnTo>
                    <a:pt x="6231952" y="2455087"/>
                  </a:lnTo>
                  <a:lnTo>
                    <a:pt x="6232794" y="2458226"/>
                  </a:lnTo>
                  <a:lnTo>
                    <a:pt x="6233635" y="2461397"/>
                  </a:lnTo>
                  <a:lnTo>
                    <a:pt x="6234476" y="2464642"/>
                  </a:lnTo>
                  <a:lnTo>
                    <a:pt x="6235317" y="2467846"/>
                  </a:lnTo>
                  <a:lnTo>
                    <a:pt x="6236158" y="2471048"/>
                  </a:lnTo>
                  <a:lnTo>
                    <a:pt x="6237000" y="2474708"/>
                  </a:lnTo>
                  <a:lnTo>
                    <a:pt x="6237841" y="2478691"/>
                  </a:lnTo>
                  <a:lnTo>
                    <a:pt x="6238682" y="2482620"/>
                  </a:lnTo>
                  <a:lnTo>
                    <a:pt x="6239523" y="2486530"/>
                  </a:lnTo>
                  <a:lnTo>
                    <a:pt x="6240364" y="2490358"/>
                  </a:lnTo>
                  <a:lnTo>
                    <a:pt x="6241206" y="2494163"/>
                  </a:lnTo>
                  <a:lnTo>
                    <a:pt x="6242047" y="2497789"/>
                  </a:lnTo>
                  <a:lnTo>
                    <a:pt x="6242888" y="2501183"/>
                  </a:lnTo>
                  <a:lnTo>
                    <a:pt x="6243729" y="2504483"/>
                  </a:lnTo>
                  <a:lnTo>
                    <a:pt x="6244570" y="2508061"/>
                  </a:lnTo>
                  <a:lnTo>
                    <a:pt x="6245412" y="2511313"/>
                  </a:lnTo>
                  <a:lnTo>
                    <a:pt x="6246253" y="2514770"/>
                  </a:lnTo>
                  <a:lnTo>
                    <a:pt x="6247094" y="2518371"/>
                  </a:lnTo>
                  <a:lnTo>
                    <a:pt x="6247935" y="2522208"/>
                  </a:lnTo>
                  <a:lnTo>
                    <a:pt x="6248776" y="2526393"/>
                  </a:lnTo>
                  <a:lnTo>
                    <a:pt x="6249618" y="2530763"/>
                  </a:lnTo>
                  <a:lnTo>
                    <a:pt x="6250459" y="2535223"/>
                  </a:lnTo>
                  <a:lnTo>
                    <a:pt x="6251300" y="2539659"/>
                  </a:lnTo>
                  <a:lnTo>
                    <a:pt x="6252141" y="2543135"/>
                  </a:lnTo>
                  <a:lnTo>
                    <a:pt x="6252982" y="2546275"/>
                  </a:lnTo>
                  <a:lnTo>
                    <a:pt x="6253824" y="2549525"/>
                  </a:lnTo>
                  <a:lnTo>
                    <a:pt x="6254665" y="2552977"/>
                  </a:lnTo>
                  <a:lnTo>
                    <a:pt x="6255506" y="2556484"/>
                  </a:lnTo>
                  <a:lnTo>
                    <a:pt x="6256347" y="2560090"/>
                  </a:lnTo>
                  <a:lnTo>
                    <a:pt x="6257188" y="2563343"/>
                  </a:lnTo>
                  <a:lnTo>
                    <a:pt x="6258030" y="2566369"/>
                  </a:lnTo>
                  <a:lnTo>
                    <a:pt x="6258871" y="2569385"/>
                  </a:lnTo>
                  <a:lnTo>
                    <a:pt x="6259712" y="2571901"/>
                  </a:lnTo>
                  <a:lnTo>
                    <a:pt x="6260553" y="2573922"/>
                  </a:lnTo>
                  <a:lnTo>
                    <a:pt x="6261394" y="2575400"/>
                  </a:lnTo>
                  <a:lnTo>
                    <a:pt x="6262236" y="2576658"/>
                  </a:lnTo>
                  <a:lnTo>
                    <a:pt x="6263077" y="2577664"/>
                  </a:lnTo>
                  <a:lnTo>
                    <a:pt x="6263918" y="2578671"/>
                  </a:lnTo>
                  <a:lnTo>
                    <a:pt x="6264759" y="2579975"/>
                  </a:lnTo>
                  <a:lnTo>
                    <a:pt x="6265600" y="2581303"/>
                  </a:lnTo>
                  <a:lnTo>
                    <a:pt x="6266442" y="2582836"/>
                  </a:lnTo>
                  <a:lnTo>
                    <a:pt x="6267283" y="2583939"/>
                  </a:lnTo>
                  <a:lnTo>
                    <a:pt x="6268124" y="2584527"/>
                  </a:lnTo>
                  <a:lnTo>
                    <a:pt x="6268965" y="2584751"/>
                  </a:lnTo>
                  <a:lnTo>
                    <a:pt x="6269807" y="2584714"/>
                  </a:lnTo>
                  <a:lnTo>
                    <a:pt x="6270648" y="2584636"/>
                  </a:lnTo>
                  <a:lnTo>
                    <a:pt x="6271489" y="2584192"/>
                  </a:lnTo>
                  <a:lnTo>
                    <a:pt x="6272330" y="2583570"/>
                  </a:lnTo>
                  <a:lnTo>
                    <a:pt x="6273171" y="2582839"/>
                  </a:lnTo>
                  <a:lnTo>
                    <a:pt x="6274013" y="2582062"/>
                  </a:lnTo>
                  <a:lnTo>
                    <a:pt x="6274854" y="2581128"/>
                  </a:lnTo>
                  <a:lnTo>
                    <a:pt x="6275695" y="2580249"/>
                  </a:lnTo>
                  <a:lnTo>
                    <a:pt x="6276536" y="2579011"/>
                  </a:lnTo>
                  <a:lnTo>
                    <a:pt x="6277377" y="2577645"/>
                  </a:lnTo>
                  <a:lnTo>
                    <a:pt x="6278219" y="2576271"/>
                  </a:lnTo>
                  <a:lnTo>
                    <a:pt x="6279060" y="2574528"/>
                  </a:lnTo>
                  <a:lnTo>
                    <a:pt x="6279901" y="2572468"/>
                  </a:lnTo>
                  <a:lnTo>
                    <a:pt x="6280742" y="2570349"/>
                  </a:lnTo>
                  <a:lnTo>
                    <a:pt x="6281583" y="2568252"/>
                  </a:lnTo>
                  <a:lnTo>
                    <a:pt x="6282425" y="2566055"/>
                  </a:lnTo>
                  <a:lnTo>
                    <a:pt x="6283266" y="2563892"/>
                  </a:lnTo>
                  <a:lnTo>
                    <a:pt x="6284107" y="2561899"/>
                  </a:lnTo>
                  <a:lnTo>
                    <a:pt x="6284948" y="2560193"/>
                  </a:lnTo>
                  <a:lnTo>
                    <a:pt x="6285789" y="2558720"/>
                  </a:lnTo>
                  <a:lnTo>
                    <a:pt x="6286631" y="2557488"/>
                  </a:lnTo>
                  <a:lnTo>
                    <a:pt x="6287472" y="2556571"/>
                  </a:lnTo>
                  <a:lnTo>
                    <a:pt x="6288313" y="2555715"/>
                  </a:lnTo>
                  <a:lnTo>
                    <a:pt x="6289154" y="2555010"/>
                  </a:lnTo>
                  <a:lnTo>
                    <a:pt x="6289995" y="2554489"/>
                  </a:lnTo>
                  <a:lnTo>
                    <a:pt x="6290837" y="2554212"/>
                  </a:lnTo>
                  <a:lnTo>
                    <a:pt x="6291678" y="2554162"/>
                  </a:lnTo>
                  <a:lnTo>
                    <a:pt x="6292519" y="2554383"/>
                  </a:lnTo>
                  <a:lnTo>
                    <a:pt x="6293360" y="2554849"/>
                  </a:lnTo>
                  <a:lnTo>
                    <a:pt x="6294201" y="2555310"/>
                  </a:lnTo>
                  <a:lnTo>
                    <a:pt x="6295043" y="2555951"/>
                  </a:lnTo>
                  <a:lnTo>
                    <a:pt x="6295884" y="2556592"/>
                  </a:lnTo>
                  <a:lnTo>
                    <a:pt x="6296725" y="2557046"/>
                  </a:lnTo>
                  <a:lnTo>
                    <a:pt x="6297566" y="2557648"/>
                  </a:lnTo>
                  <a:lnTo>
                    <a:pt x="6298407" y="2558252"/>
                  </a:lnTo>
                  <a:lnTo>
                    <a:pt x="6299249" y="2558853"/>
                  </a:lnTo>
                  <a:lnTo>
                    <a:pt x="6300090" y="2559082"/>
                  </a:lnTo>
                  <a:lnTo>
                    <a:pt x="6300931" y="2559245"/>
                  </a:lnTo>
                  <a:lnTo>
                    <a:pt x="6301772" y="2559369"/>
                  </a:lnTo>
                  <a:lnTo>
                    <a:pt x="6302613" y="2559164"/>
                  </a:lnTo>
                  <a:lnTo>
                    <a:pt x="6303455" y="2558633"/>
                  </a:lnTo>
                  <a:lnTo>
                    <a:pt x="6304296" y="2557663"/>
                  </a:lnTo>
                  <a:lnTo>
                    <a:pt x="6305137" y="2556662"/>
                  </a:lnTo>
                  <a:lnTo>
                    <a:pt x="6305978" y="2555726"/>
                  </a:lnTo>
                  <a:lnTo>
                    <a:pt x="6306819" y="2554900"/>
                  </a:lnTo>
                  <a:lnTo>
                    <a:pt x="6307661" y="2554209"/>
                  </a:lnTo>
                  <a:lnTo>
                    <a:pt x="6308502" y="2553766"/>
                  </a:lnTo>
                  <a:lnTo>
                    <a:pt x="6309343" y="2553622"/>
                  </a:lnTo>
                  <a:lnTo>
                    <a:pt x="6310184" y="2553306"/>
                  </a:lnTo>
                  <a:lnTo>
                    <a:pt x="6311025" y="2552940"/>
                  </a:lnTo>
                  <a:lnTo>
                    <a:pt x="6311867" y="2552313"/>
                  </a:lnTo>
                  <a:lnTo>
                    <a:pt x="6312708" y="2552161"/>
                  </a:lnTo>
                  <a:lnTo>
                    <a:pt x="6313549" y="2552371"/>
                  </a:lnTo>
                  <a:lnTo>
                    <a:pt x="6314390" y="2552848"/>
                  </a:lnTo>
                  <a:lnTo>
                    <a:pt x="6315231" y="2553362"/>
                  </a:lnTo>
                  <a:lnTo>
                    <a:pt x="6316073" y="2553860"/>
                  </a:lnTo>
                  <a:lnTo>
                    <a:pt x="6316914" y="2554336"/>
                  </a:lnTo>
                  <a:lnTo>
                    <a:pt x="6317755" y="2554980"/>
                  </a:lnTo>
                  <a:lnTo>
                    <a:pt x="6318596" y="2555511"/>
                  </a:lnTo>
                  <a:lnTo>
                    <a:pt x="6319437" y="2556043"/>
                  </a:lnTo>
                  <a:lnTo>
                    <a:pt x="6320279" y="2556466"/>
                  </a:lnTo>
                  <a:lnTo>
                    <a:pt x="6321120" y="2556797"/>
                  </a:lnTo>
                  <a:lnTo>
                    <a:pt x="6321961" y="2556942"/>
                  </a:lnTo>
                  <a:lnTo>
                    <a:pt x="6322802" y="2556902"/>
                  </a:lnTo>
                  <a:lnTo>
                    <a:pt x="6323643" y="2556779"/>
                  </a:lnTo>
                  <a:lnTo>
                    <a:pt x="6324485" y="2556726"/>
                  </a:lnTo>
                  <a:lnTo>
                    <a:pt x="6325326" y="2556566"/>
                  </a:lnTo>
                  <a:lnTo>
                    <a:pt x="6326167" y="2556757"/>
                  </a:lnTo>
                  <a:lnTo>
                    <a:pt x="6327008" y="2556595"/>
                  </a:lnTo>
                  <a:lnTo>
                    <a:pt x="6327849" y="2556523"/>
                  </a:lnTo>
                  <a:lnTo>
                    <a:pt x="6328691" y="2556814"/>
                  </a:lnTo>
                  <a:lnTo>
                    <a:pt x="6329532" y="2557599"/>
                  </a:lnTo>
                  <a:lnTo>
                    <a:pt x="6330373" y="2558570"/>
                  </a:lnTo>
                  <a:lnTo>
                    <a:pt x="6331214" y="2559890"/>
                  </a:lnTo>
                  <a:lnTo>
                    <a:pt x="6332055" y="2561233"/>
                  </a:lnTo>
                  <a:lnTo>
                    <a:pt x="6332897" y="2562690"/>
                  </a:lnTo>
                  <a:lnTo>
                    <a:pt x="6333738" y="2564171"/>
                  </a:lnTo>
                  <a:lnTo>
                    <a:pt x="6334579" y="2565798"/>
                  </a:lnTo>
                  <a:lnTo>
                    <a:pt x="6335420" y="2567652"/>
                  </a:lnTo>
                  <a:lnTo>
                    <a:pt x="6336261" y="2569076"/>
                  </a:lnTo>
                  <a:lnTo>
                    <a:pt x="6337103" y="2570582"/>
                  </a:lnTo>
                  <a:lnTo>
                    <a:pt x="6337944" y="2572395"/>
                  </a:lnTo>
                  <a:lnTo>
                    <a:pt x="6338785" y="2573892"/>
                  </a:lnTo>
                  <a:lnTo>
                    <a:pt x="6339626" y="2575171"/>
                  </a:lnTo>
                  <a:lnTo>
                    <a:pt x="6340468" y="2575865"/>
                  </a:lnTo>
                  <a:lnTo>
                    <a:pt x="6341309" y="2576123"/>
                  </a:lnTo>
                  <a:lnTo>
                    <a:pt x="6342150" y="2575518"/>
                  </a:lnTo>
                  <a:lnTo>
                    <a:pt x="6342991" y="2575018"/>
                  </a:lnTo>
                  <a:lnTo>
                    <a:pt x="6343832" y="2574781"/>
                  </a:lnTo>
                  <a:lnTo>
                    <a:pt x="6344674" y="2574373"/>
                  </a:lnTo>
                  <a:lnTo>
                    <a:pt x="6345515" y="2574004"/>
                  </a:lnTo>
                  <a:lnTo>
                    <a:pt x="6346356" y="2573875"/>
                  </a:lnTo>
                  <a:lnTo>
                    <a:pt x="6347197" y="2573435"/>
                  </a:lnTo>
                  <a:lnTo>
                    <a:pt x="6348038" y="2572929"/>
                  </a:lnTo>
                  <a:lnTo>
                    <a:pt x="6348880" y="2573165"/>
                  </a:lnTo>
                  <a:lnTo>
                    <a:pt x="6349721" y="2573386"/>
                  </a:lnTo>
                  <a:lnTo>
                    <a:pt x="6350562" y="2573170"/>
                  </a:lnTo>
                  <a:lnTo>
                    <a:pt x="6351403" y="2573020"/>
                  </a:lnTo>
                  <a:lnTo>
                    <a:pt x="6352244" y="2573022"/>
                  </a:lnTo>
                  <a:lnTo>
                    <a:pt x="6353086" y="2573232"/>
                  </a:lnTo>
                  <a:lnTo>
                    <a:pt x="6353927" y="2573851"/>
                  </a:lnTo>
                  <a:lnTo>
                    <a:pt x="6354768" y="2574653"/>
                  </a:lnTo>
                  <a:lnTo>
                    <a:pt x="6355609" y="2575268"/>
                  </a:lnTo>
                  <a:lnTo>
                    <a:pt x="6356450" y="2575540"/>
                  </a:lnTo>
                  <a:lnTo>
                    <a:pt x="6357292" y="2575899"/>
                  </a:lnTo>
                  <a:lnTo>
                    <a:pt x="6358133" y="2575832"/>
                  </a:lnTo>
                  <a:lnTo>
                    <a:pt x="6358974" y="2575480"/>
                  </a:lnTo>
                  <a:lnTo>
                    <a:pt x="6359815" y="2575487"/>
                  </a:lnTo>
                  <a:lnTo>
                    <a:pt x="6360656" y="2575480"/>
                  </a:lnTo>
                  <a:lnTo>
                    <a:pt x="6361498" y="2575115"/>
                  </a:lnTo>
                  <a:lnTo>
                    <a:pt x="6362339" y="2574681"/>
                  </a:lnTo>
                  <a:lnTo>
                    <a:pt x="6363180" y="2574042"/>
                  </a:lnTo>
                  <a:lnTo>
                    <a:pt x="6364021" y="2573336"/>
                  </a:lnTo>
                  <a:lnTo>
                    <a:pt x="6364862" y="2572833"/>
                  </a:lnTo>
                  <a:lnTo>
                    <a:pt x="6365704" y="2572555"/>
                  </a:lnTo>
                  <a:lnTo>
                    <a:pt x="6366545" y="2571932"/>
                  </a:lnTo>
                  <a:lnTo>
                    <a:pt x="6367386" y="2570952"/>
                  </a:lnTo>
                  <a:lnTo>
                    <a:pt x="6368227" y="2569940"/>
                  </a:lnTo>
                  <a:lnTo>
                    <a:pt x="6369068" y="2568847"/>
                  </a:lnTo>
                  <a:lnTo>
                    <a:pt x="6369910" y="2567503"/>
                  </a:lnTo>
                  <a:lnTo>
                    <a:pt x="6370751" y="2566392"/>
                  </a:lnTo>
                  <a:lnTo>
                    <a:pt x="6371592" y="2565004"/>
                  </a:lnTo>
                  <a:lnTo>
                    <a:pt x="6372433" y="2563441"/>
                  </a:lnTo>
                  <a:lnTo>
                    <a:pt x="6373274" y="2561856"/>
                  </a:lnTo>
                  <a:lnTo>
                    <a:pt x="6374116" y="2560391"/>
                  </a:lnTo>
                  <a:lnTo>
                    <a:pt x="6374957" y="2558959"/>
                  </a:lnTo>
                  <a:lnTo>
                    <a:pt x="6375798" y="2557777"/>
                  </a:lnTo>
                  <a:lnTo>
                    <a:pt x="6376639" y="2556617"/>
                  </a:lnTo>
                  <a:lnTo>
                    <a:pt x="6377480" y="2555487"/>
                  </a:lnTo>
                  <a:lnTo>
                    <a:pt x="6378322" y="2554271"/>
                  </a:lnTo>
                  <a:lnTo>
                    <a:pt x="6379163" y="2553407"/>
                  </a:lnTo>
                  <a:lnTo>
                    <a:pt x="6380004" y="2552307"/>
                  </a:lnTo>
                  <a:lnTo>
                    <a:pt x="6380845" y="2551264"/>
                  </a:lnTo>
                  <a:lnTo>
                    <a:pt x="6381686" y="2550301"/>
                  </a:lnTo>
                  <a:lnTo>
                    <a:pt x="6382528" y="2549677"/>
                  </a:lnTo>
                  <a:lnTo>
                    <a:pt x="6383369" y="2549137"/>
                  </a:lnTo>
                  <a:lnTo>
                    <a:pt x="6384210" y="2548885"/>
                  </a:lnTo>
                  <a:lnTo>
                    <a:pt x="6385051" y="2548579"/>
                  </a:lnTo>
                  <a:lnTo>
                    <a:pt x="6385892" y="2548333"/>
                  </a:lnTo>
                  <a:lnTo>
                    <a:pt x="6386734" y="2548262"/>
                  </a:lnTo>
                  <a:lnTo>
                    <a:pt x="6387575" y="2548239"/>
                  </a:lnTo>
                  <a:lnTo>
                    <a:pt x="6388416" y="2548186"/>
                  </a:lnTo>
                  <a:lnTo>
                    <a:pt x="6389257" y="2548056"/>
                  </a:lnTo>
                  <a:lnTo>
                    <a:pt x="6390098" y="2547927"/>
                  </a:lnTo>
                  <a:lnTo>
                    <a:pt x="6390940" y="2547837"/>
                  </a:lnTo>
                  <a:lnTo>
                    <a:pt x="6391781" y="2547780"/>
                  </a:lnTo>
                  <a:lnTo>
                    <a:pt x="6392622" y="2547911"/>
                  </a:lnTo>
                  <a:lnTo>
                    <a:pt x="6393463" y="2548274"/>
                  </a:lnTo>
                  <a:lnTo>
                    <a:pt x="6394304" y="2548434"/>
                  </a:lnTo>
                  <a:lnTo>
                    <a:pt x="6395146" y="2548355"/>
                  </a:lnTo>
                  <a:lnTo>
                    <a:pt x="6395987" y="2548196"/>
                  </a:lnTo>
                  <a:lnTo>
                    <a:pt x="6396828" y="2547961"/>
                  </a:lnTo>
                  <a:lnTo>
                    <a:pt x="6397669" y="2547288"/>
                  </a:lnTo>
                  <a:lnTo>
                    <a:pt x="6398510" y="2546458"/>
                  </a:lnTo>
                  <a:lnTo>
                    <a:pt x="6399352" y="2545473"/>
                  </a:lnTo>
                  <a:lnTo>
                    <a:pt x="6400193" y="2544512"/>
                  </a:lnTo>
                  <a:lnTo>
                    <a:pt x="6401034" y="2543080"/>
                  </a:lnTo>
                  <a:lnTo>
                    <a:pt x="6401875" y="2541552"/>
                  </a:lnTo>
                  <a:lnTo>
                    <a:pt x="6402716" y="2539811"/>
                  </a:lnTo>
                  <a:lnTo>
                    <a:pt x="6403558" y="2537584"/>
                  </a:lnTo>
                  <a:lnTo>
                    <a:pt x="6404399" y="2535129"/>
                  </a:lnTo>
                  <a:lnTo>
                    <a:pt x="6405240" y="2531941"/>
                  </a:lnTo>
                  <a:lnTo>
                    <a:pt x="6406081" y="2528220"/>
                  </a:lnTo>
                  <a:lnTo>
                    <a:pt x="6406922" y="2524377"/>
                  </a:lnTo>
                  <a:lnTo>
                    <a:pt x="6407764" y="2520245"/>
                  </a:lnTo>
                  <a:lnTo>
                    <a:pt x="6408605" y="2515424"/>
                  </a:lnTo>
                  <a:lnTo>
                    <a:pt x="6409446" y="2510645"/>
                  </a:lnTo>
                  <a:lnTo>
                    <a:pt x="6410287" y="2505651"/>
                  </a:lnTo>
                  <a:lnTo>
                    <a:pt x="6411129" y="2500276"/>
                  </a:lnTo>
                  <a:lnTo>
                    <a:pt x="6411970" y="2494610"/>
                  </a:lnTo>
                  <a:lnTo>
                    <a:pt x="6412811" y="2488346"/>
                  </a:lnTo>
                  <a:lnTo>
                    <a:pt x="6413652" y="2482396"/>
                  </a:lnTo>
                  <a:lnTo>
                    <a:pt x="6414493" y="2476528"/>
                  </a:lnTo>
                  <a:lnTo>
                    <a:pt x="6415335" y="2470976"/>
                  </a:lnTo>
                  <a:lnTo>
                    <a:pt x="6416176" y="2466200"/>
                  </a:lnTo>
                  <a:lnTo>
                    <a:pt x="6417017" y="2461999"/>
                  </a:lnTo>
                  <a:lnTo>
                    <a:pt x="6417858" y="2458487"/>
                  </a:lnTo>
                  <a:lnTo>
                    <a:pt x="6418699" y="2455589"/>
                  </a:lnTo>
                  <a:lnTo>
                    <a:pt x="6419541" y="2453136"/>
                  </a:lnTo>
                  <a:lnTo>
                    <a:pt x="6420382" y="2450902"/>
                  </a:lnTo>
                  <a:lnTo>
                    <a:pt x="6421223" y="2448887"/>
                  </a:lnTo>
                  <a:lnTo>
                    <a:pt x="6422064" y="2446782"/>
                  </a:lnTo>
                  <a:lnTo>
                    <a:pt x="6422905" y="2444791"/>
                  </a:lnTo>
                  <a:lnTo>
                    <a:pt x="6423747" y="2443529"/>
                  </a:lnTo>
                  <a:lnTo>
                    <a:pt x="6424588" y="2442541"/>
                  </a:lnTo>
                  <a:lnTo>
                    <a:pt x="6425429" y="2441966"/>
                  </a:lnTo>
                  <a:lnTo>
                    <a:pt x="6426270" y="2441797"/>
                  </a:lnTo>
                  <a:lnTo>
                    <a:pt x="6427111" y="2441958"/>
                  </a:lnTo>
                  <a:lnTo>
                    <a:pt x="6427953" y="2442371"/>
                  </a:lnTo>
                  <a:lnTo>
                    <a:pt x="6428794" y="2442865"/>
                  </a:lnTo>
                  <a:lnTo>
                    <a:pt x="6429635" y="2443321"/>
                  </a:lnTo>
                  <a:lnTo>
                    <a:pt x="6430476" y="2443176"/>
                  </a:lnTo>
                  <a:lnTo>
                    <a:pt x="6431317" y="2443018"/>
                  </a:lnTo>
                  <a:lnTo>
                    <a:pt x="6432159" y="2442598"/>
                  </a:lnTo>
                  <a:lnTo>
                    <a:pt x="6433000" y="2441348"/>
                  </a:lnTo>
                  <a:lnTo>
                    <a:pt x="6433841" y="2439900"/>
                  </a:lnTo>
                  <a:lnTo>
                    <a:pt x="6434682" y="2438437"/>
                  </a:lnTo>
                  <a:lnTo>
                    <a:pt x="6435523" y="2436769"/>
                  </a:lnTo>
                  <a:lnTo>
                    <a:pt x="6436365" y="2435367"/>
                  </a:lnTo>
                  <a:lnTo>
                    <a:pt x="6437206" y="2434221"/>
                  </a:lnTo>
                  <a:lnTo>
                    <a:pt x="6438047" y="2433024"/>
                  </a:lnTo>
                  <a:lnTo>
                    <a:pt x="6438888" y="2431746"/>
                  </a:lnTo>
                  <a:lnTo>
                    <a:pt x="6439729" y="2430220"/>
                  </a:lnTo>
                  <a:lnTo>
                    <a:pt x="6440571" y="2428965"/>
                  </a:lnTo>
                  <a:lnTo>
                    <a:pt x="6441412" y="2427663"/>
                  </a:lnTo>
                  <a:lnTo>
                    <a:pt x="6442253" y="2426177"/>
                  </a:lnTo>
                  <a:lnTo>
                    <a:pt x="6443094" y="2424941"/>
                  </a:lnTo>
                  <a:lnTo>
                    <a:pt x="6443935" y="2423594"/>
                  </a:lnTo>
                  <a:lnTo>
                    <a:pt x="6444777" y="2422339"/>
                  </a:lnTo>
                  <a:lnTo>
                    <a:pt x="6445618" y="2421363"/>
                  </a:lnTo>
                  <a:lnTo>
                    <a:pt x="6446459" y="2420389"/>
                  </a:lnTo>
                  <a:lnTo>
                    <a:pt x="6447300" y="2419682"/>
                  </a:lnTo>
                  <a:lnTo>
                    <a:pt x="6448141" y="2419297"/>
                  </a:lnTo>
                  <a:lnTo>
                    <a:pt x="6448983" y="2418893"/>
                  </a:lnTo>
                  <a:lnTo>
                    <a:pt x="6449824" y="2418557"/>
                  </a:lnTo>
                  <a:lnTo>
                    <a:pt x="6450665" y="2418454"/>
                  </a:lnTo>
                  <a:lnTo>
                    <a:pt x="6451506" y="2418404"/>
                  </a:lnTo>
                  <a:lnTo>
                    <a:pt x="6452347" y="2418168"/>
                  </a:lnTo>
                  <a:lnTo>
                    <a:pt x="6453189" y="2417791"/>
                  </a:lnTo>
                  <a:lnTo>
                    <a:pt x="6454030" y="2417215"/>
                  </a:lnTo>
                  <a:lnTo>
                    <a:pt x="6454871" y="2416599"/>
                  </a:lnTo>
                  <a:lnTo>
                    <a:pt x="6455712" y="2415716"/>
                  </a:lnTo>
                  <a:lnTo>
                    <a:pt x="6456553" y="2414651"/>
                  </a:lnTo>
                  <a:lnTo>
                    <a:pt x="6457395" y="2413493"/>
                  </a:lnTo>
                  <a:lnTo>
                    <a:pt x="6458236" y="2412213"/>
                  </a:lnTo>
                  <a:lnTo>
                    <a:pt x="6459077" y="2410825"/>
                  </a:lnTo>
                  <a:lnTo>
                    <a:pt x="6459918" y="2409242"/>
                  </a:lnTo>
                  <a:lnTo>
                    <a:pt x="6460759" y="2407349"/>
                  </a:lnTo>
                  <a:lnTo>
                    <a:pt x="6461601" y="2405161"/>
                  </a:lnTo>
                  <a:lnTo>
                    <a:pt x="6462442" y="2402722"/>
                  </a:lnTo>
                  <a:lnTo>
                    <a:pt x="6463283" y="2399247"/>
                  </a:lnTo>
                  <a:lnTo>
                    <a:pt x="6464124" y="2395194"/>
                  </a:lnTo>
                  <a:lnTo>
                    <a:pt x="6464965" y="2390896"/>
                  </a:lnTo>
                  <a:lnTo>
                    <a:pt x="6465807" y="2386549"/>
                  </a:lnTo>
                  <a:lnTo>
                    <a:pt x="6466648" y="2381975"/>
                  </a:lnTo>
                  <a:lnTo>
                    <a:pt x="6467489" y="2377352"/>
                  </a:lnTo>
                  <a:lnTo>
                    <a:pt x="6468330" y="2373120"/>
                  </a:lnTo>
                  <a:lnTo>
                    <a:pt x="6469171" y="2369937"/>
                  </a:lnTo>
                  <a:lnTo>
                    <a:pt x="6470013" y="2366588"/>
                  </a:lnTo>
                  <a:lnTo>
                    <a:pt x="6470854" y="2363843"/>
                  </a:lnTo>
                  <a:lnTo>
                    <a:pt x="6471695" y="2361561"/>
                  </a:lnTo>
                  <a:lnTo>
                    <a:pt x="6472536" y="2359053"/>
                  </a:lnTo>
                  <a:lnTo>
                    <a:pt x="6473377" y="2356709"/>
                  </a:lnTo>
                  <a:lnTo>
                    <a:pt x="6474219" y="2354501"/>
                  </a:lnTo>
                  <a:lnTo>
                    <a:pt x="6475060" y="2352342"/>
                  </a:lnTo>
                  <a:lnTo>
                    <a:pt x="6475901" y="2350295"/>
                  </a:lnTo>
                  <a:lnTo>
                    <a:pt x="6476742" y="2348469"/>
                  </a:lnTo>
                  <a:lnTo>
                    <a:pt x="6477583" y="2346878"/>
                  </a:lnTo>
                  <a:lnTo>
                    <a:pt x="6478425" y="2345418"/>
                  </a:lnTo>
                  <a:lnTo>
                    <a:pt x="6479266" y="2343997"/>
                  </a:lnTo>
                  <a:lnTo>
                    <a:pt x="6480107" y="2342372"/>
                  </a:lnTo>
                  <a:lnTo>
                    <a:pt x="6480948" y="2340210"/>
                  </a:lnTo>
                  <a:lnTo>
                    <a:pt x="6481790" y="2337830"/>
                  </a:lnTo>
                  <a:lnTo>
                    <a:pt x="6482631" y="2335692"/>
                  </a:lnTo>
                  <a:lnTo>
                    <a:pt x="6483472" y="2333135"/>
                  </a:lnTo>
                  <a:lnTo>
                    <a:pt x="6484313" y="2330727"/>
                  </a:lnTo>
                  <a:lnTo>
                    <a:pt x="6485154" y="2327536"/>
                  </a:lnTo>
                  <a:lnTo>
                    <a:pt x="6485996" y="2324242"/>
                  </a:lnTo>
                  <a:lnTo>
                    <a:pt x="6486837" y="2320868"/>
                  </a:lnTo>
                  <a:lnTo>
                    <a:pt x="6487678" y="2316547"/>
                  </a:lnTo>
                  <a:lnTo>
                    <a:pt x="6488519" y="2311294"/>
                  </a:lnTo>
                  <a:lnTo>
                    <a:pt x="6489360" y="2306662"/>
                  </a:lnTo>
                  <a:lnTo>
                    <a:pt x="6490202" y="2302333"/>
                  </a:lnTo>
                  <a:lnTo>
                    <a:pt x="6491043" y="2297793"/>
                  </a:lnTo>
                  <a:lnTo>
                    <a:pt x="6491884" y="2293076"/>
                  </a:lnTo>
                  <a:lnTo>
                    <a:pt x="6492725" y="2288519"/>
                  </a:lnTo>
                  <a:lnTo>
                    <a:pt x="6493566" y="2284680"/>
                  </a:lnTo>
                  <a:lnTo>
                    <a:pt x="6494408" y="2280600"/>
                  </a:lnTo>
                  <a:lnTo>
                    <a:pt x="6495249" y="2276108"/>
                  </a:lnTo>
                  <a:lnTo>
                    <a:pt x="6496090" y="2270970"/>
                  </a:lnTo>
                  <a:lnTo>
                    <a:pt x="6496931" y="2265243"/>
                  </a:lnTo>
                  <a:lnTo>
                    <a:pt x="6497772" y="2259556"/>
                  </a:lnTo>
                  <a:lnTo>
                    <a:pt x="6498614" y="2253750"/>
                  </a:lnTo>
                  <a:lnTo>
                    <a:pt x="6499455" y="2247869"/>
                  </a:lnTo>
                  <a:lnTo>
                    <a:pt x="6500296" y="2242283"/>
                  </a:lnTo>
                  <a:lnTo>
                    <a:pt x="6501137" y="2237040"/>
                  </a:lnTo>
                  <a:lnTo>
                    <a:pt x="6501978" y="2232072"/>
                  </a:lnTo>
                  <a:lnTo>
                    <a:pt x="6502820" y="2226716"/>
                  </a:lnTo>
                  <a:lnTo>
                    <a:pt x="6503661" y="2220934"/>
                  </a:lnTo>
                  <a:lnTo>
                    <a:pt x="6504502" y="2215903"/>
                  </a:lnTo>
                  <a:lnTo>
                    <a:pt x="6505343" y="2211164"/>
                  </a:lnTo>
                  <a:lnTo>
                    <a:pt x="6506184" y="2206704"/>
                  </a:lnTo>
                  <a:lnTo>
                    <a:pt x="6507026" y="2203019"/>
                  </a:lnTo>
                  <a:lnTo>
                    <a:pt x="6507867" y="2200571"/>
                  </a:lnTo>
                  <a:lnTo>
                    <a:pt x="6508708" y="2199006"/>
                  </a:lnTo>
                  <a:lnTo>
                    <a:pt x="6509549" y="2198036"/>
                  </a:lnTo>
                  <a:lnTo>
                    <a:pt x="6510390" y="2197215"/>
                  </a:lnTo>
                  <a:lnTo>
                    <a:pt x="6511232" y="2196314"/>
                  </a:lnTo>
                  <a:lnTo>
                    <a:pt x="6512073" y="2194800"/>
                  </a:lnTo>
                  <a:lnTo>
                    <a:pt x="6512914" y="2193861"/>
                  </a:lnTo>
                  <a:lnTo>
                    <a:pt x="6513755" y="2193003"/>
                  </a:lnTo>
                  <a:lnTo>
                    <a:pt x="6514596" y="2191684"/>
                  </a:lnTo>
                  <a:lnTo>
                    <a:pt x="6515438" y="2190405"/>
                  </a:lnTo>
                  <a:lnTo>
                    <a:pt x="6516279" y="2189175"/>
                  </a:lnTo>
                  <a:lnTo>
                    <a:pt x="6517120" y="2187370"/>
                  </a:lnTo>
                  <a:lnTo>
                    <a:pt x="6517961" y="2184909"/>
                  </a:lnTo>
                  <a:lnTo>
                    <a:pt x="6518802" y="2182036"/>
                  </a:lnTo>
                  <a:lnTo>
                    <a:pt x="6519644" y="2178580"/>
                  </a:lnTo>
                  <a:lnTo>
                    <a:pt x="6520485" y="2174258"/>
                  </a:lnTo>
                  <a:lnTo>
                    <a:pt x="6521326" y="2169051"/>
                  </a:lnTo>
                  <a:lnTo>
                    <a:pt x="6522167" y="2163601"/>
                  </a:lnTo>
                  <a:lnTo>
                    <a:pt x="6523008" y="2158083"/>
                  </a:lnTo>
                  <a:lnTo>
                    <a:pt x="6523850" y="2152944"/>
                  </a:lnTo>
                  <a:lnTo>
                    <a:pt x="6524691" y="2148216"/>
                  </a:lnTo>
                  <a:lnTo>
                    <a:pt x="6525532" y="2143077"/>
                  </a:lnTo>
                  <a:lnTo>
                    <a:pt x="6526373" y="2138258"/>
                  </a:lnTo>
                  <a:lnTo>
                    <a:pt x="6527214" y="2133711"/>
                  </a:lnTo>
                  <a:lnTo>
                    <a:pt x="6528056" y="2128971"/>
                  </a:lnTo>
                  <a:lnTo>
                    <a:pt x="6528897" y="2124328"/>
                  </a:lnTo>
                  <a:lnTo>
                    <a:pt x="6529738" y="2120104"/>
                  </a:lnTo>
                  <a:lnTo>
                    <a:pt x="6530579" y="2116731"/>
                  </a:lnTo>
                  <a:lnTo>
                    <a:pt x="6531420" y="2114060"/>
                  </a:lnTo>
                  <a:lnTo>
                    <a:pt x="6532262" y="2111711"/>
                  </a:lnTo>
                  <a:lnTo>
                    <a:pt x="6533103" y="2109892"/>
                  </a:lnTo>
                  <a:lnTo>
                    <a:pt x="6533944" y="2108372"/>
                  </a:lnTo>
                  <a:lnTo>
                    <a:pt x="6534785" y="2107264"/>
                  </a:lnTo>
                  <a:lnTo>
                    <a:pt x="6535626" y="2106195"/>
                  </a:lnTo>
                  <a:lnTo>
                    <a:pt x="6536468" y="2105047"/>
                  </a:lnTo>
                  <a:lnTo>
                    <a:pt x="6537309" y="2103816"/>
                  </a:lnTo>
                  <a:lnTo>
                    <a:pt x="6538150" y="2103178"/>
                  </a:lnTo>
                  <a:lnTo>
                    <a:pt x="6538991" y="2102597"/>
                  </a:lnTo>
                  <a:lnTo>
                    <a:pt x="6539832" y="2102463"/>
                  </a:lnTo>
                  <a:lnTo>
                    <a:pt x="6540674" y="2102302"/>
                  </a:lnTo>
                  <a:lnTo>
                    <a:pt x="6541515" y="2101823"/>
                  </a:lnTo>
                  <a:lnTo>
                    <a:pt x="6542356" y="2100674"/>
                  </a:lnTo>
                  <a:lnTo>
                    <a:pt x="6543197" y="2099079"/>
                  </a:lnTo>
                  <a:lnTo>
                    <a:pt x="6544038" y="2097007"/>
                  </a:lnTo>
                  <a:lnTo>
                    <a:pt x="6544880" y="2094849"/>
                  </a:lnTo>
                  <a:lnTo>
                    <a:pt x="6545721" y="2092780"/>
                  </a:lnTo>
                  <a:lnTo>
                    <a:pt x="6546562" y="2090840"/>
                  </a:lnTo>
                  <a:lnTo>
                    <a:pt x="6547403" y="2088807"/>
                  </a:lnTo>
                  <a:lnTo>
                    <a:pt x="6548244" y="2087456"/>
                  </a:lnTo>
                  <a:lnTo>
                    <a:pt x="6549086" y="2086120"/>
                  </a:lnTo>
                  <a:lnTo>
                    <a:pt x="6549927" y="2084525"/>
                  </a:lnTo>
                  <a:lnTo>
                    <a:pt x="6550768" y="2082623"/>
                  </a:lnTo>
                  <a:lnTo>
                    <a:pt x="6551609" y="2080681"/>
                  </a:lnTo>
                  <a:lnTo>
                    <a:pt x="6552451" y="2078520"/>
                  </a:lnTo>
                  <a:lnTo>
                    <a:pt x="6553292" y="2076925"/>
                  </a:lnTo>
                  <a:lnTo>
                    <a:pt x="6554133" y="2075501"/>
                  </a:lnTo>
                  <a:lnTo>
                    <a:pt x="6554974" y="2074675"/>
                  </a:lnTo>
                  <a:lnTo>
                    <a:pt x="6555815" y="2073874"/>
                  </a:lnTo>
                  <a:lnTo>
                    <a:pt x="6556657" y="2072927"/>
                  </a:lnTo>
                  <a:lnTo>
                    <a:pt x="6557498" y="2071899"/>
                  </a:lnTo>
                  <a:lnTo>
                    <a:pt x="6558339" y="2070571"/>
                  </a:lnTo>
                  <a:lnTo>
                    <a:pt x="6559180" y="2068952"/>
                  </a:lnTo>
                  <a:lnTo>
                    <a:pt x="6560021" y="2067334"/>
                  </a:lnTo>
                  <a:lnTo>
                    <a:pt x="6560863" y="2065715"/>
                  </a:lnTo>
                  <a:lnTo>
                    <a:pt x="6561704" y="2063993"/>
                  </a:lnTo>
                  <a:lnTo>
                    <a:pt x="6562545" y="2062284"/>
                  </a:lnTo>
                  <a:lnTo>
                    <a:pt x="6563386" y="2060399"/>
                  </a:lnTo>
                  <a:lnTo>
                    <a:pt x="6564227" y="2058240"/>
                  </a:lnTo>
                  <a:lnTo>
                    <a:pt x="6565069" y="2055534"/>
                  </a:lnTo>
                  <a:lnTo>
                    <a:pt x="6565910" y="2053112"/>
                  </a:lnTo>
                  <a:lnTo>
                    <a:pt x="6566751" y="2050984"/>
                  </a:lnTo>
                  <a:lnTo>
                    <a:pt x="6567592" y="2048573"/>
                  </a:lnTo>
                  <a:lnTo>
                    <a:pt x="6568433" y="2046149"/>
                  </a:lnTo>
                  <a:lnTo>
                    <a:pt x="6569275" y="2044070"/>
                  </a:lnTo>
                  <a:lnTo>
                    <a:pt x="6570116" y="2041905"/>
                  </a:lnTo>
                  <a:lnTo>
                    <a:pt x="6570957" y="2039493"/>
                  </a:lnTo>
                  <a:lnTo>
                    <a:pt x="6571798" y="2037361"/>
                  </a:lnTo>
                  <a:lnTo>
                    <a:pt x="6572639" y="2034975"/>
                  </a:lnTo>
                  <a:lnTo>
                    <a:pt x="6573481" y="2032700"/>
                  </a:lnTo>
                  <a:lnTo>
                    <a:pt x="6574322" y="2030351"/>
                  </a:lnTo>
                  <a:lnTo>
                    <a:pt x="6575163" y="2028252"/>
                  </a:lnTo>
                  <a:lnTo>
                    <a:pt x="6576004" y="2026913"/>
                  </a:lnTo>
                  <a:lnTo>
                    <a:pt x="6576845" y="2026740"/>
                  </a:lnTo>
                  <a:lnTo>
                    <a:pt x="6577687" y="2027204"/>
                  </a:lnTo>
                  <a:lnTo>
                    <a:pt x="6578528" y="2027989"/>
                  </a:lnTo>
                  <a:lnTo>
                    <a:pt x="6579369" y="2029793"/>
                  </a:lnTo>
                  <a:lnTo>
                    <a:pt x="6580210" y="2032190"/>
                  </a:lnTo>
                  <a:lnTo>
                    <a:pt x="6581051" y="2035568"/>
                  </a:lnTo>
                  <a:lnTo>
                    <a:pt x="6581893" y="2038875"/>
                  </a:lnTo>
                  <a:lnTo>
                    <a:pt x="6582734" y="2042565"/>
                  </a:lnTo>
                  <a:lnTo>
                    <a:pt x="6583575" y="2046490"/>
                  </a:lnTo>
                  <a:lnTo>
                    <a:pt x="6584416" y="2049811"/>
                  </a:lnTo>
                  <a:lnTo>
                    <a:pt x="6585257" y="2052983"/>
                  </a:lnTo>
                  <a:lnTo>
                    <a:pt x="6586099" y="2055612"/>
                  </a:lnTo>
                  <a:lnTo>
                    <a:pt x="6586940" y="2057992"/>
                  </a:lnTo>
                  <a:lnTo>
                    <a:pt x="6587781" y="2060081"/>
                  </a:lnTo>
                  <a:lnTo>
                    <a:pt x="6588622" y="2061885"/>
                  </a:lnTo>
                  <a:lnTo>
                    <a:pt x="6589463" y="2062918"/>
                  </a:lnTo>
                  <a:lnTo>
                    <a:pt x="6590305" y="2063652"/>
                  </a:lnTo>
                  <a:lnTo>
                    <a:pt x="6591146" y="2064310"/>
                  </a:lnTo>
                  <a:lnTo>
                    <a:pt x="6591987" y="2064295"/>
                  </a:lnTo>
                  <a:lnTo>
                    <a:pt x="6592828" y="2063902"/>
                  </a:lnTo>
                  <a:lnTo>
                    <a:pt x="6593669" y="2063022"/>
                  </a:lnTo>
                  <a:lnTo>
                    <a:pt x="6594511" y="2061573"/>
                  </a:lnTo>
                  <a:lnTo>
                    <a:pt x="6595352" y="2059808"/>
                  </a:lnTo>
                  <a:lnTo>
                    <a:pt x="6596193" y="2057679"/>
                  </a:lnTo>
                  <a:lnTo>
                    <a:pt x="6597034" y="2055389"/>
                  </a:lnTo>
                  <a:lnTo>
                    <a:pt x="6597875" y="2053274"/>
                  </a:lnTo>
                  <a:lnTo>
                    <a:pt x="6598717" y="2051484"/>
                  </a:lnTo>
                  <a:lnTo>
                    <a:pt x="6599558" y="2049116"/>
                  </a:lnTo>
                  <a:lnTo>
                    <a:pt x="6600399" y="2046768"/>
                  </a:lnTo>
                  <a:lnTo>
                    <a:pt x="6601240" y="2044999"/>
                  </a:lnTo>
                  <a:lnTo>
                    <a:pt x="6602081" y="2043607"/>
                  </a:lnTo>
                  <a:lnTo>
                    <a:pt x="6602923" y="2042057"/>
                  </a:lnTo>
                  <a:lnTo>
                    <a:pt x="6603764" y="2040363"/>
                  </a:lnTo>
                  <a:lnTo>
                    <a:pt x="6604605" y="2038256"/>
                  </a:lnTo>
                  <a:lnTo>
                    <a:pt x="6605446" y="2035535"/>
                  </a:lnTo>
                  <a:lnTo>
                    <a:pt x="6606287" y="2032617"/>
                  </a:lnTo>
                  <a:lnTo>
                    <a:pt x="6607129" y="2029764"/>
                  </a:lnTo>
                  <a:lnTo>
                    <a:pt x="6607970" y="2027987"/>
                  </a:lnTo>
                  <a:lnTo>
                    <a:pt x="6608811" y="2026203"/>
                  </a:lnTo>
                  <a:lnTo>
                    <a:pt x="6609652" y="2024597"/>
                  </a:lnTo>
                  <a:lnTo>
                    <a:pt x="6610493" y="2022733"/>
                  </a:lnTo>
                  <a:lnTo>
                    <a:pt x="6611335" y="2020740"/>
                  </a:lnTo>
                  <a:lnTo>
                    <a:pt x="6612176" y="2019163"/>
                  </a:lnTo>
                  <a:lnTo>
                    <a:pt x="6613017" y="2017831"/>
                  </a:lnTo>
                  <a:lnTo>
                    <a:pt x="6613858" y="2016141"/>
                  </a:lnTo>
                  <a:lnTo>
                    <a:pt x="6614699" y="2014384"/>
                  </a:lnTo>
                  <a:lnTo>
                    <a:pt x="6615541" y="2012226"/>
                  </a:lnTo>
                  <a:lnTo>
                    <a:pt x="6616382" y="2009498"/>
                  </a:lnTo>
                  <a:lnTo>
                    <a:pt x="6617223" y="2006816"/>
                  </a:lnTo>
                  <a:lnTo>
                    <a:pt x="6618064" y="2004437"/>
                  </a:lnTo>
                  <a:lnTo>
                    <a:pt x="6618905" y="2002171"/>
                  </a:lnTo>
                  <a:lnTo>
                    <a:pt x="6619747" y="1999791"/>
                  </a:lnTo>
                  <a:lnTo>
                    <a:pt x="6620588" y="1997242"/>
                  </a:lnTo>
                  <a:lnTo>
                    <a:pt x="6621429" y="1994755"/>
                  </a:lnTo>
                  <a:lnTo>
                    <a:pt x="6622270" y="1991582"/>
                  </a:lnTo>
                  <a:lnTo>
                    <a:pt x="6623112" y="1988676"/>
                  </a:lnTo>
                  <a:lnTo>
                    <a:pt x="6623953" y="1985906"/>
                  </a:lnTo>
                  <a:lnTo>
                    <a:pt x="6624794" y="1983441"/>
                  </a:lnTo>
                  <a:lnTo>
                    <a:pt x="6625635" y="1981231"/>
                  </a:lnTo>
                  <a:lnTo>
                    <a:pt x="6626476" y="1979463"/>
                  </a:lnTo>
                  <a:lnTo>
                    <a:pt x="6627318" y="1977818"/>
                  </a:lnTo>
                  <a:lnTo>
                    <a:pt x="6628159" y="1976811"/>
                  </a:lnTo>
                  <a:lnTo>
                    <a:pt x="6629000" y="1976438"/>
                  </a:lnTo>
                  <a:lnTo>
                    <a:pt x="6629841" y="1976262"/>
                  </a:lnTo>
                  <a:lnTo>
                    <a:pt x="6630682" y="1975868"/>
                  </a:lnTo>
                  <a:lnTo>
                    <a:pt x="6631524" y="1975814"/>
                  </a:lnTo>
                  <a:lnTo>
                    <a:pt x="6632365" y="1976193"/>
                  </a:lnTo>
                  <a:lnTo>
                    <a:pt x="6633206" y="1976873"/>
                  </a:lnTo>
                  <a:lnTo>
                    <a:pt x="6634047" y="1977423"/>
                  </a:lnTo>
                  <a:lnTo>
                    <a:pt x="6634888" y="1978323"/>
                  </a:lnTo>
                  <a:lnTo>
                    <a:pt x="6635730" y="1979141"/>
                  </a:lnTo>
                  <a:lnTo>
                    <a:pt x="6636571" y="1979755"/>
                  </a:lnTo>
                  <a:lnTo>
                    <a:pt x="6637412" y="1979288"/>
                  </a:lnTo>
                  <a:lnTo>
                    <a:pt x="6638253" y="1978541"/>
                  </a:lnTo>
                  <a:lnTo>
                    <a:pt x="6639094" y="1977158"/>
                  </a:lnTo>
                  <a:lnTo>
                    <a:pt x="6639936" y="1975466"/>
                  </a:lnTo>
                  <a:lnTo>
                    <a:pt x="6640777" y="1974413"/>
                  </a:lnTo>
                  <a:lnTo>
                    <a:pt x="6641618" y="1973519"/>
                  </a:lnTo>
                  <a:lnTo>
                    <a:pt x="6642459" y="1972869"/>
                  </a:lnTo>
                  <a:lnTo>
                    <a:pt x="6643300" y="1972730"/>
                  </a:lnTo>
                  <a:lnTo>
                    <a:pt x="6644142" y="1973037"/>
                  </a:lnTo>
                  <a:lnTo>
                    <a:pt x="6644983" y="1973211"/>
                  </a:lnTo>
                  <a:lnTo>
                    <a:pt x="6645824" y="1973168"/>
                  </a:lnTo>
                  <a:lnTo>
                    <a:pt x="6646665" y="1973227"/>
                  </a:lnTo>
                  <a:lnTo>
                    <a:pt x="6647506" y="1973386"/>
                  </a:lnTo>
                  <a:lnTo>
                    <a:pt x="6648348" y="1974088"/>
                  </a:lnTo>
                  <a:lnTo>
                    <a:pt x="6649189" y="1975157"/>
                  </a:lnTo>
                  <a:lnTo>
                    <a:pt x="6650030" y="1976554"/>
                  </a:lnTo>
                  <a:lnTo>
                    <a:pt x="6650871" y="1978097"/>
                  </a:lnTo>
                  <a:lnTo>
                    <a:pt x="6651712" y="1980006"/>
                  </a:lnTo>
                  <a:lnTo>
                    <a:pt x="6652554" y="1981968"/>
                  </a:lnTo>
                  <a:lnTo>
                    <a:pt x="6653395" y="1984671"/>
                  </a:lnTo>
                  <a:lnTo>
                    <a:pt x="6654236" y="1987310"/>
                  </a:lnTo>
                  <a:lnTo>
                    <a:pt x="6655077" y="1989925"/>
                  </a:lnTo>
                  <a:lnTo>
                    <a:pt x="6655918" y="1993178"/>
                  </a:lnTo>
                  <a:lnTo>
                    <a:pt x="6656760" y="1996780"/>
                  </a:lnTo>
                  <a:lnTo>
                    <a:pt x="6657601" y="1998993"/>
                  </a:lnTo>
                  <a:lnTo>
                    <a:pt x="6658442" y="2000571"/>
                  </a:lnTo>
                  <a:lnTo>
                    <a:pt x="6659283" y="2001748"/>
                  </a:lnTo>
                  <a:lnTo>
                    <a:pt x="6660124" y="2002952"/>
                  </a:lnTo>
                  <a:lnTo>
                    <a:pt x="6660966" y="2004209"/>
                  </a:lnTo>
                  <a:lnTo>
                    <a:pt x="6661807" y="2004917"/>
                  </a:lnTo>
                  <a:lnTo>
                    <a:pt x="6662648" y="2005980"/>
                  </a:lnTo>
                  <a:lnTo>
                    <a:pt x="6663489" y="2007721"/>
                  </a:lnTo>
                  <a:lnTo>
                    <a:pt x="6664330" y="2010074"/>
                  </a:lnTo>
                  <a:lnTo>
                    <a:pt x="6665172" y="2012733"/>
                  </a:lnTo>
                  <a:lnTo>
                    <a:pt x="6666013" y="2014965"/>
                  </a:lnTo>
                  <a:lnTo>
                    <a:pt x="6666854" y="2017274"/>
                  </a:lnTo>
                  <a:lnTo>
                    <a:pt x="6667695" y="2019739"/>
                  </a:lnTo>
                  <a:lnTo>
                    <a:pt x="6668536" y="2022177"/>
                  </a:lnTo>
                  <a:lnTo>
                    <a:pt x="6669378" y="2024692"/>
                  </a:lnTo>
                  <a:lnTo>
                    <a:pt x="6670219" y="2027580"/>
                  </a:lnTo>
                  <a:lnTo>
                    <a:pt x="6671060" y="2031236"/>
                  </a:lnTo>
                  <a:lnTo>
                    <a:pt x="6671901" y="2036096"/>
                  </a:lnTo>
                  <a:lnTo>
                    <a:pt x="6672742" y="2040964"/>
                  </a:lnTo>
                  <a:lnTo>
                    <a:pt x="6673584" y="2045299"/>
                  </a:lnTo>
                  <a:lnTo>
                    <a:pt x="6674425" y="2048739"/>
                  </a:lnTo>
                  <a:lnTo>
                    <a:pt x="6675266" y="2051056"/>
                  </a:lnTo>
                  <a:lnTo>
                    <a:pt x="6676107" y="2051966"/>
                  </a:lnTo>
                  <a:lnTo>
                    <a:pt x="6676948" y="2052107"/>
                  </a:lnTo>
                  <a:lnTo>
                    <a:pt x="6677790" y="2051943"/>
                  </a:lnTo>
                  <a:lnTo>
                    <a:pt x="6678631" y="2052133"/>
                  </a:lnTo>
                  <a:lnTo>
                    <a:pt x="6679472" y="2052710"/>
                  </a:lnTo>
                  <a:lnTo>
                    <a:pt x="6680313" y="2053803"/>
                  </a:lnTo>
                  <a:lnTo>
                    <a:pt x="6681154" y="2054070"/>
                  </a:lnTo>
                  <a:lnTo>
                    <a:pt x="6681996" y="2054167"/>
                  </a:lnTo>
                  <a:lnTo>
                    <a:pt x="6682837" y="2054508"/>
                  </a:lnTo>
                  <a:lnTo>
                    <a:pt x="6683678" y="2054891"/>
                  </a:lnTo>
                  <a:lnTo>
                    <a:pt x="6684519" y="2054944"/>
                  </a:lnTo>
                  <a:lnTo>
                    <a:pt x="6685360" y="2054847"/>
                  </a:lnTo>
                  <a:lnTo>
                    <a:pt x="6686202" y="2055276"/>
                  </a:lnTo>
                  <a:lnTo>
                    <a:pt x="6687043" y="2056312"/>
                  </a:lnTo>
                  <a:lnTo>
                    <a:pt x="6687884" y="2058082"/>
                  </a:lnTo>
                  <a:lnTo>
                    <a:pt x="6688725" y="2060809"/>
                  </a:lnTo>
                  <a:lnTo>
                    <a:pt x="6689566" y="2064051"/>
                  </a:lnTo>
                  <a:lnTo>
                    <a:pt x="6690408" y="2066997"/>
                  </a:lnTo>
                  <a:lnTo>
                    <a:pt x="6691249" y="2069534"/>
                  </a:lnTo>
                  <a:lnTo>
                    <a:pt x="6692090" y="2071259"/>
                  </a:lnTo>
                  <a:lnTo>
                    <a:pt x="6692931" y="2072369"/>
                  </a:lnTo>
                  <a:lnTo>
                    <a:pt x="6693773" y="2073842"/>
                  </a:lnTo>
                  <a:lnTo>
                    <a:pt x="6694614" y="2075006"/>
                  </a:lnTo>
                  <a:lnTo>
                    <a:pt x="6695455" y="2076285"/>
                  </a:lnTo>
                  <a:lnTo>
                    <a:pt x="6696296" y="2077565"/>
                  </a:lnTo>
                  <a:lnTo>
                    <a:pt x="6697137" y="2078670"/>
                  </a:lnTo>
                  <a:lnTo>
                    <a:pt x="6697979" y="2079431"/>
                  </a:lnTo>
                  <a:lnTo>
                    <a:pt x="6698820" y="2079397"/>
                  </a:lnTo>
                  <a:lnTo>
                    <a:pt x="6699661" y="2079132"/>
                  </a:lnTo>
                  <a:lnTo>
                    <a:pt x="6700502" y="2078320"/>
                  </a:lnTo>
                  <a:lnTo>
                    <a:pt x="6701343" y="2076879"/>
                  </a:lnTo>
                  <a:lnTo>
                    <a:pt x="6702185" y="2074688"/>
                  </a:lnTo>
                  <a:lnTo>
                    <a:pt x="6703026" y="2072545"/>
                  </a:lnTo>
                  <a:lnTo>
                    <a:pt x="6703867" y="2070572"/>
                  </a:lnTo>
                  <a:lnTo>
                    <a:pt x="6704708" y="2068758"/>
                  </a:lnTo>
                  <a:lnTo>
                    <a:pt x="6705549" y="2067273"/>
                  </a:lnTo>
                  <a:lnTo>
                    <a:pt x="6706391" y="2065341"/>
                  </a:lnTo>
                  <a:lnTo>
                    <a:pt x="6707232" y="2063425"/>
                  </a:lnTo>
                  <a:lnTo>
                    <a:pt x="6708073" y="2061334"/>
                  </a:lnTo>
                  <a:lnTo>
                    <a:pt x="6708914" y="2059392"/>
                  </a:lnTo>
                  <a:lnTo>
                    <a:pt x="6709755" y="2058118"/>
                  </a:lnTo>
                  <a:lnTo>
                    <a:pt x="6710597" y="2057598"/>
                  </a:lnTo>
                  <a:lnTo>
                    <a:pt x="6711438" y="2057716"/>
                  </a:lnTo>
                  <a:lnTo>
                    <a:pt x="6712279" y="2057482"/>
                  </a:lnTo>
                  <a:lnTo>
                    <a:pt x="6713120" y="2057530"/>
                  </a:lnTo>
                  <a:lnTo>
                    <a:pt x="6713961" y="2057555"/>
                  </a:lnTo>
                  <a:lnTo>
                    <a:pt x="6714803" y="2057935"/>
                  </a:lnTo>
                  <a:lnTo>
                    <a:pt x="6715644" y="2058283"/>
                  </a:lnTo>
                  <a:lnTo>
                    <a:pt x="6716485" y="2058696"/>
                  </a:lnTo>
                  <a:lnTo>
                    <a:pt x="6717326" y="2059457"/>
                  </a:lnTo>
                  <a:lnTo>
                    <a:pt x="6718167" y="2060582"/>
                  </a:lnTo>
                  <a:lnTo>
                    <a:pt x="6719009" y="2062168"/>
                  </a:lnTo>
                  <a:lnTo>
                    <a:pt x="6719850" y="2063973"/>
                  </a:lnTo>
                  <a:lnTo>
                    <a:pt x="6720691" y="2066118"/>
                  </a:lnTo>
                  <a:lnTo>
                    <a:pt x="6721532" y="2067551"/>
                  </a:lnTo>
                  <a:lnTo>
                    <a:pt x="6722373" y="2068652"/>
                  </a:lnTo>
                  <a:lnTo>
                    <a:pt x="6723215" y="2069153"/>
                  </a:lnTo>
                  <a:lnTo>
                    <a:pt x="6724056" y="2069542"/>
                  </a:lnTo>
                  <a:lnTo>
                    <a:pt x="6724897" y="2069825"/>
                  </a:lnTo>
                  <a:lnTo>
                    <a:pt x="6725738" y="2070141"/>
                  </a:lnTo>
                  <a:lnTo>
                    <a:pt x="6726579" y="2070732"/>
                  </a:lnTo>
                  <a:lnTo>
                    <a:pt x="6727421" y="2071541"/>
                  </a:lnTo>
                  <a:lnTo>
                    <a:pt x="6728262" y="2072294"/>
                  </a:lnTo>
                  <a:lnTo>
                    <a:pt x="6729103" y="2072836"/>
                  </a:lnTo>
                  <a:lnTo>
                    <a:pt x="6729944" y="2073209"/>
                  </a:lnTo>
                  <a:lnTo>
                    <a:pt x="6730785" y="2073613"/>
                  </a:lnTo>
                  <a:lnTo>
                    <a:pt x="6731627" y="2074342"/>
                  </a:lnTo>
                  <a:lnTo>
                    <a:pt x="6732468" y="2075426"/>
                  </a:lnTo>
                  <a:lnTo>
                    <a:pt x="6733309" y="2076956"/>
                  </a:lnTo>
                  <a:lnTo>
                    <a:pt x="6734150" y="2078842"/>
                  </a:lnTo>
                  <a:lnTo>
                    <a:pt x="6734991" y="2080623"/>
                  </a:lnTo>
                  <a:lnTo>
                    <a:pt x="6735833" y="2082687"/>
                  </a:lnTo>
                  <a:lnTo>
                    <a:pt x="6736674" y="2084888"/>
                  </a:lnTo>
                  <a:lnTo>
                    <a:pt x="6737515" y="2087309"/>
                  </a:lnTo>
                  <a:lnTo>
                    <a:pt x="6738356" y="2090141"/>
                  </a:lnTo>
                  <a:lnTo>
                    <a:pt x="6739197" y="2093363"/>
                  </a:lnTo>
                  <a:lnTo>
                    <a:pt x="6740039" y="2096714"/>
                  </a:lnTo>
                  <a:lnTo>
                    <a:pt x="6740880" y="2100793"/>
                  </a:lnTo>
                  <a:lnTo>
                    <a:pt x="6741721" y="2105229"/>
                  </a:lnTo>
                  <a:lnTo>
                    <a:pt x="6742562" y="2109980"/>
                  </a:lnTo>
                  <a:lnTo>
                    <a:pt x="6743403" y="2114440"/>
                  </a:lnTo>
                  <a:lnTo>
                    <a:pt x="6744245" y="2118390"/>
                  </a:lnTo>
                  <a:lnTo>
                    <a:pt x="6745086" y="2121700"/>
                  </a:lnTo>
                  <a:lnTo>
                    <a:pt x="6745927" y="2124436"/>
                  </a:lnTo>
                  <a:lnTo>
                    <a:pt x="6746768" y="2127002"/>
                  </a:lnTo>
                  <a:lnTo>
                    <a:pt x="6747609" y="2128752"/>
                  </a:lnTo>
                  <a:lnTo>
                    <a:pt x="6748451" y="2129795"/>
                  </a:lnTo>
                  <a:lnTo>
                    <a:pt x="6749292" y="2130059"/>
                  </a:lnTo>
                  <a:lnTo>
                    <a:pt x="6750133" y="2129933"/>
                  </a:lnTo>
                  <a:lnTo>
                    <a:pt x="6750974" y="2129360"/>
                  </a:lnTo>
                  <a:lnTo>
                    <a:pt x="6751815" y="2128307"/>
                  </a:lnTo>
                  <a:lnTo>
                    <a:pt x="6752657" y="2127034"/>
                  </a:lnTo>
                  <a:lnTo>
                    <a:pt x="6753498" y="2125109"/>
                  </a:lnTo>
                  <a:lnTo>
                    <a:pt x="6754339" y="2123400"/>
                  </a:lnTo>
                  <a:lnTo>
                    <a:pt x="6755180" y="2121314"/>
                  </a:lnTo>
                  <a:lnTo>
                    <a:pt x="6756021" y="2119162"/>
                  </a:lnTo>
                  <a:lnTo>
                    <a:pt x="6756863" y="2117129"/>
                  </a:lnTo>
                  <a:lnTo>
                    <a:pt x="6757704" y="2115237"/>
                  </a:lnTo>
                  <a:lnTo>
                    <a:pt x="6758545" y="2113583"/>
                  </a:lnTo>
                  <a:lnTo>
                    <a:pt x="6759386" y="2111963"/>
                  </a:lnTo>
                  <a:lnTo>
                    <a:pt x="6760227" y="2110324"/>
                  </a:lnTo>
                  <a:lnTo>
                    <a:pt x="6761069" y="2108876"/>
                  </a:lnTo>
                  <a:lnTo>
                    <a:pt x="6761910" y="2107636"/>
                  </a:lnTo>
                  <a:lnTo>
                    <a:pt x="6762751" y="2106514"/>
                  </a:lnTo>
                  <a:lnTo>
                    <a:pt x="6763592" y="2105335"/>
                  </a:lnTo>
                  <a:lnTo>
                    <a:pt x="6764434" y="2104103"/>
                  </a:lnTo>
                  <a:lnTo>
                    <a:pt x="6765275" y="2103398"/>
                  </a:lnTo>
                  <a:lnTo>
                    <a:pt x="6766116" y="2102464"/>
                  </a:lnTo>
                  <a:lnTo>
                    <a:pt x="6766957" y="2101815"/>
                  </a:lnTo>
                  <a:lnTo>
                    <a:pt x="6767798" y="2101954"/>
                  </a:lnTo>
                  <a:lnTo>
                    <a:pt x="6768640" y="2102329"/>
                  </a:lnTo>
                  <a:lnTo>
                    <a:pt x="6769481" y="2102873"/>
                  </a:lnTo>
                  <a:lnTo>
                    <a:pt x="6770322" y="2103491"/>
                  </a:lnTo>
                  <a:lnTo>
                    <a:pt x="6771163" y="2104287"/>
                  </a:lnTo>
                  <a:lnTo>
                    <a:pt x="6772004" y="2105180"/>
                  </a:lnTo>
                  <a:lnTo>
                    <a:pt x="6772846" y="2106547"/>
                  </a:lnTo>
                  <a:lnTo>
                    <a:pt x="6773687" y="2108568"/>
                  </a:lnTo>
                  <a:lnTo>
                    <a:pt x="6774528" y="2111136"/>
                  </a:lnTo>
                  <a:lnTo>
                    <a:pt x="6775369" y="2114026"/>
                  </a:lnTo>
                  <a:lnTo>
                    <a:pt x="6776210" y="2116379"/>
                  </a:lnTo>
                  <a:lnTo>
                    <a:pt x="6777052" y="2118462"/>
                  </a:lnTo>
                  <a:lnTo>
                    <a:pt x="6777893" y="2120322"/>
                  </a:lnTo>
                  <a:lnTo>
                    <a:pt x="6778734" y="2122911"/>
                  </a:lnTo>
                  <a:lnTo>
                    <a:pt x="6779575" y="2125754"/>
                  </a:lnTo>
                  <a:lnTo>
                    <a:pt x="6780416" y="2128290"/>
                  </a:lnTo>
                  <a:lnTo>
                    <a:pt x="6781258" y="2130929"/>
                  </a:lnTo>
                  <a:lnTo>
                    <a:pt x="6782099" y="2133518"/>
                  </a:lnTo>
                  <a:lnTo>
                    <a:pt x="6782940" y="2135291"/>
                  </a:lnTo>
                  <a:lnTo>
                    <a:pt x="6783781" y="2136974"/>
                  </a:lnTo>
                  <a:lnTo>
                    <a:pt x="6784622" y="2139253"/>
                  </a:lnTo>
                  <a:lnTo>
                    <a:pt x="6785464" y="2141641"/>
                  </a:lnTo>
                  <a:lnTo>
                    <a:pt x="6786305" y="2143760"/>
                  </a:lnTo>
                  <a:lnTo>
                    <a:pt x="6787146" y="2145584"/>
                  </a:lnTo>
                  <a:lnTo>
                    <a:pt x="6787987" y="2147394"/>
                  </a:lnTo>
                  <a:lnTo>
                    <a:pt x="6788828" y="2149491"/>
                  </a:lnTo>
                  <a:lnTo>
                    <a:pt x="6789670" y="2151546"/>
                  </a:lnTo>
                  <a:lnTo>
                    <a:pt x="6790511" y="2154193"/>
                  </a:lnTo>
                  <a:lnTo>
                    <a:pt x="6791352" y="2156427"/>
                  </a:lnTo>
                  <a:lnTo>
                    <a:pt x="6792193" y="2158426"/>
                  </a:lnTo>
                  <a:lnTo>
                    <a:pt x="6793034" y="2160649"/>
                  </a:lnTo>
                  <a:lnTo>
                    <a:pt x="6793876" y="2162285"/>
                  </a:lnTo>
                  <a:lnTo>
                    <a:pt x="6794717" y="2162940"/>
                  </a:lnTo>
                  <a:lnTo>
                    <a:pt x="6795558" y="2163372"/>
                  </a:lnTo>
                  <a:lnTo>
                    <a:pt x="6796399" y="2163273"/>
                  </a:lnTo>
                  <a:lnTo>
                    <a:pt x="6797240" y="2162482"/>
                  </a:lnTo>
                  <a:lnTo>
                    <a:pt x="6798082" y="2161530"/>
                  </a:lnTo>
                  <a:lnTo>
                    <a:pt x="6798923" y="2160921"/>
                  </a:lnTo>
                  <a:lnTo>
                    <a:pt x="6799764" y="2160676"/>
                  </a:lnTo>
                  <a:lnTo>
                    <a:pt x="6800605" y="2160576"/>
                  </a:lnTo>
                  <a:lnTo>
                    <a:pt x="6801446" y="2160937"/>
                  </a:lnTo>
                  <a:lnTo>
                    <a:pt x="6802288" y="2161860"/>
                  </a:lnTo>
                  <a:lnTo>
                    <a:pt x="6803129" y="2162858"/>
                  </a:lnTo>
                  <a:lnTo>
                    <a:pt x="6803970" y="2164355"/>
                  </a:lnTo>
                  <a:lnTo>
                    <a:pt x="6804811" y="2166204"/>
                  </a:lnTo>
                  <a:lnTo>
                    <a:pt x="6805652" y="2168624"/>
                  </a:lnTo>
                  <a:lnTo>
                    <a:pt x="6806494" y="2171799"/>
                  </a:lnTo>
                  <a:lnTo>
                    <a:pt x="6807335" y="2176040"/>
                  </a:lnTo>
                  <a:lnTo>
                    <a:pt x="6808176" y="2180549"/>
                  </a:lnTo>
                  <a:lnTo>
                    <a:pt x="6809017" y="2185162"/>
                  </a:lnTo>
                  <a:lnTo>
                    <a:pt x="6809858" y="2189436"/>
                  </a:lnTo>
                  <a:lnTo>
                    <a:pt x="6810700" y="2193329"/>
                  </a:lnTo>
                  <a:lnTo>
                    <a:pt x="6811541" y="2196551"/>
                  </a:lnTo>
                  <a:lnTo>
                    <a:pt x="6812382" y="2199311"/>
                  </a:lnTo>
                  <a:lnTo>
                    <a:pt x="6813223" y="2201893"/>
                  </a:lnTo>
                  <a:lnTo>
                    <a:pt x="6814064" y="2203957"/>
                  </a:lnTo>
                  <a:lnTo>
                    <a:pt x="6814906" y="2205422"/>
                  </a:lnTo>
                  <a:lnTo>
                    <a:pt x="6815747" y="2206490"/>
                  </a:lnTo>
                  <a:lnTo>
                    <a:pt x="6816588" y="2206952"/>
                  </a:lnTo>
                  <a:lnTo>
                    <a:pt x="6817429" y="2206757"/>
                  </a:lnTo>
                  <a:lnTo>
                    <a:pt x="6818270" y="2205851"/>
                  </a:lnTo>
                  <a:lnTo>
                    <a:pt x="6819112" y="2204183"/>
                  </a:lnTo>
                  <a:lnTo>
                    <a:pt x="6819953" y="2202136"/>
                  </a:lnTo>
                  <a:lnTo>
                    <a:pt x="6820794" y="2199570"/>
                  </a:lnTo>
                  <a:lnTo>
                    <a:pt x="6821635" y="2197182"/>
                  </a:lnTo>
                  <a:lnTo>
                    <a:pt x="6822476" y="2195369"/>
                  </a:lnTo>
                  <a:lnTo>
                    <a:pt x="6823318" y="2193896"/>
                  </a:lnTo>
                  <a:lnTo>
                    <a:pt x="6824159" y="2192868"/>
                  </a:lnTo>
                  <a:lnTo>
                    <a:pt x="6825000" y="2192253"/>
                  </a:lnTo>
                  <a:lnTo>
                    <a:pt x="6825841" y="2192245"/>
                  </a:lnTo>
                  <a:lnTo>
                    <a:pt x="6826682" y="2192552"/>
                  </a:lnTo>
                  <a:lnTo>
                    <a:pt x="6827524" y="2193232"/>
                  </a:lnTo>
                  <a:lnTo>
                    <a:pt x="6828365" y="2194212"/>
                  </a:lnTo>
                  <a:lnTo>
                    <a:pt x="6829206" y="2195134"/>
                  </a:lnTo>
                  <a:lnTo>
                    <a:pt x="6830047" y="2196049"/>
                  </a:lnTo>
                  <a:lnTo>
                    <a:pt x="6830888" y="2196931"/>
                  </a:lnTo>
                  <a:lnTo>
                    <a:pt x="6831730" y="2197757"/>
                  </a:lnTo>
                  <a:lnTo>
                    <a:pt x="6832571" y="2198785"/>
                  </a:lnTo>
                  <a:lnTo>
                    <a:pt x="6833412" y="2199732"/>
                  </a:lnTo>
                  <a:lnTo>
                    <a:pt x="6834253" y="2200185"/>
                  </a:lnTo>
                  <a:lnTo>
                    <a:pt x="6835095" y="2200193"/>
                  </a:lnTo>
                  <a:lnTo>
                    <a:pt x="6835936" y="2199813"/>
                  </a:lnTo>
                  <a:lnTo>
                    <a:pt x="6836777" y="2199076"/>
                  </a:lnTo>
                  <a:lnTo>
                    <a:pt x="6837618" y="2197902"/>
                  </a:lnTo>
                  <a:lnTo>
                    <a:pt x="6838459" y="2195976"/>
                  </a:lnTo>
                  <a:lnTo>
                    <a:pt x="6839301" y="2194042"/>
                  </a:lnTo>
                  <a:lnTo>
                    <a:pt x="6840142" y="2191451"/>
                  </a:lnTo>
                  <a:lnTo>
                    <a:pt x="6840983" y="2187421"/>
                  </a:lnTo>
                  <a:lnTo>
                    <a:pt x="6841824" y="2182864"/>
                  </a:lnTo>
                  <a:lnTo>
                    <a:pt x="6842665" y="2178493"/>
                  </a:lnTo>
                  <a:lnTo>
                    <a:pt x="6843507" y="2174729"/>
                  </a:lnTo>
                  <a:lnTo>
                    <a:pt x="6844348" y="2171937"/>
                  </a:lnTo>
                  <a:lnTo>
                    <a:pt x="6845189" y="2169338"/>
                  </a:lnTo>
                  <a:lnTo>
                    <a:pt x="6846030" y="2167218"/>
                  </a:lnTo>
                  <a:lnTo>
                    <a:pt x="6846871" y="2165518"/>
                  </a:lnTo>
                  <a:lnTo>
                    <a:pt x="6847713" y="2163640"/>
                  </a:lnTo>
                  <a:lnTo>
                    <a:pt x="6848554" y="2161787"/>
                  </a:lnTo>
                  <a:lnTo>
                    <a:pt x="6849395" y="2160233"/>
                  </a:lnTo>
                  <a:lnTo>
                    <a:pt x="6850236" y="2158857"/>
                  </a:lnTo>
                  <a:lnTo>
                    <a:pt x="6851077" y="2157924"/>
                  </a:lnTo>
                  <a:lnTo>
                    <a:pt x="6851919" y="2157105"/>
                  </a:lnTo>
                  <a:lnTo>
                    <a:pt x="6852760" y="2156882"/>
                  </a:lnTo>
                  <a:lnTo>
                    <a:pt x="6853601" y="2158120"/>
                  </a:lnTo>
                  <a:lnTo>
                    <a:pt x="6854442" y="2160224"/>
                  </a:lnTo>
                  <a:lnTo>
                    <a:pt x="6855283" y="2162555"/>
                  </a:lnTo>
                  <a:lnTo>
                    <a:pt x="6856125" y="2164501"/>
                  </a:lnTo>
                  <a:lnTo>
                    <a:pt x="6856966" y="2165610"/>
                  </a:lnTo>
                  <a:lnTo>
                    <a:pt x="6857807" y="2166424"/>
                  </a:lnTo>
                  <a:lnTo>
                    <a:pt x="6858648" y="2167281"/>
                  </a:lnTo>
                  <a:lnTo>
                    <a:pt x="6859489" y="2168404"/>
                  </a:lnTo>
                  <a:lnTo>
                    <a:pt x="6860331" y="2170175"/>
                  </a:lnTo>
                  <a:lnTo>
                    <a:pt x="6861172" y="2172359"/>
                  </a:lnTo>
                  <a:lnTo>
                    <a:pt x="6862013" y="2174569"/>
                  </a:lnTo>
                  <a:lnTo>
                    <a:pt x="6862854" y="2177161"/>
                  </a:lnTo>
                  <a:lnTo>
                    <a:pt x="6863695" y="2179613"/>
                  </a:lnTo>
                  <a:lnTo>
                    <a:pt x="6864537" y="2181878"/>
                  </a:lnTo>
                  <a:lnTo>
                    <a:pt x="6865378" y="2183962"/>
                  </a:lnTo>
                  <a:lnTo>
                    <a:pt x="6866219" y="2185946"/>
                  </a:lnTo>
                  <a:lnTo>
                    <a:pt x="6867060" y="2187760"/>
                  </a:lnTo>
                  <a:lnTo>
                    <a:pt x="6867901" y="2189247"/>
                  </a:lnTo>
                  <a:lnTo>
                    <a:pt x="6868743" y="2191128"/>
                  </a:lnTo>
                  <a:lnTo>
                    <a:pt x="6869584" y="2193241"/>
                  </a:lnTo>
                  <a:lnTo>
                    <a:pt x="6870425" y="2195480"/>
                  </a:lnTo>
                  <a:lnTo>
                    <a:pt x="6871266" y="2197510"/>
                  </a:lnTo>
                  <a:lnTo>
                    <a:pt x="6872107" y="2199604"/>
                  </a:lnTo>
                  <a:lnTo>
                    <a:pt x="6872949" y="2201845"/>
                  </a:lnTo>
                  <a:lnTo>
                    <a:pt x="6873790" y="2203834"/>
                  </a:lnTo>
                  <a:lnTo>
                    <a:pt x="6874631" y="2205834"/>
                  </a:lnTo>
                  <a:lnTo>
                    <a:pt x="6875472" y="2207322"/>
                  </a:lnTo>
                  <a:lnTo>
                    <a:pt x="6876313" y="2208149"/>
                  </a:lnTo>
                  <a:lnTo>
                    <a:pt x="6877155" y="2208951"/>
                  </a:lnTo>
                  <a:lnTo>
                    <a:pt x="6877996" y="2209684"/>
                  </a:lnTo>
                  <a:lnTo>
                    <a:pt x="6878837" y="2210327"/>
                  </a:lnTo>
                  <a:lnTo>
                    <a:pt x="6879678" y="2210825"/>
                  </a:lnTo>
                  <a:lnTo>
                    <a:pt x="6880519" y="2211502"/>
                  </a:lnTo>
                  <a:lnTo>
                    <a:pt x="6881361" y="2211861"/>
                  </a:lnTo>
                  <a:lnTo>
                    <a:pt x="6882202" y="2212278"/>
                  </a:lnTo>
                  <a:lnTo>
                    <a:pt x="6883043" y="2212597"/>
                  </a:lnTo>
                  <a:lnTo>
                    <a:pt x="6883884" y="2212941"/>
                  </a:lnTo>
                  <a:lnTo>
                    <a:pt x="6884725" y="2212901"/>
                  </a:lnTo>
                  <a:lnTo>
                    <a:pt x="6885567" y="2212773"/>
                  </a:lnTo>
                  <a:lnTo>
                    <a:pt x="6886408" y="2211845"/>
                  </a:lnTo>
                  <a:lnTo>
                    <a:pt x="6887249" y="2210423"/>
                  </a:lnTo>
                  <a:lnTo>
                    <a:pt x="6888090" y="2208280"/>
                  </a:lnTo>
                  <a:lnTo>
                    <a:pt x="6888931" y="2205738"/>
                  </a:lnTo>
                  <a:lnTo>
                    <a:pt x="6889773" y="2203052"/>
                  </a:lnTo>
                  <a:lnTo>
                    <a:pt x="6890614" y="2200384"/>
                  </a:lnTo>
                  <a:lnTo>
                    <a:pt x="6891455" y="2197515"/>
                  </a:lnTo>
                  <a:lnTo>
                    <a:pt x="6892296" y="2193954"/>
                  </a:lnTo>
                  <a:lnTo>
                    <a:pt x="6893137" y="2190568"/>
                  </a:lnTo>
                  <a:lnTo>
                    <a:pt x="6893979" y="2186967"/>
                  </a:lnTo>
                  <a:lnTo>
                    <a:pt x="6894820" y="2183345"/>
                  </a:lnTo>
                  <a:lnTo>
                    <a:pt x="6895661" y="2179926"/>
                  </a:lnTo>
                  <a:lnTo>
                    <a:pt x="6896502" y="2176373"/>
                  </a:lnTo>
                  <a:lnTo>
                    <a:pt x="6897343" y="2172798"/>
                  </a:lnTo>
                  <a:lnTo>
                    <a:pt x="6898185" y="2168833"/>
                  </a:lnTo>
                  <a:lnTo>
                    <a:pt x="6899026" y="2165220"/>
                  </a:lnTo>
                  <a:lnTo>
                    <a:pt x="6899867" y="2161645"/>
                  </a:lnTo>
                  <a:lnTo>
                    <a:pt x="6900708" y="2158306"/>
                  </a:lnTo>
                  <a:lnTo>
                    <a:pt x="6901549" y="2155322"/>
                  </a:lnTo>
                  <a:lnTo>
                    <a:pt x="6902391" y="2152450"/>
                  </a:lnTo>
                  <a:lnTo>
                    <a:pt x="6903232" y="2149556"/>
                  </a:lnTo>
                  <a:lnTo>
                    <a:pt x="6904073" y="2146831"/>
                  </a:lnTo>
                  <a:lnTo>
                    <a:pt x="6904914" y="2144682"/>
                  </a:lnTo>
                  <a:lnTo>
                    <a:pt x="6905756" y="2142504"/>
                  </a:lnTo>
                  <a:lnTo>
                    <a:pt x="6906597" y="2140343"/>
                  </a:lnTo>
                  <a:lnTo>
                    <a:pt x="6907438" y="2137984"/>
                  </a:lnTo>
                  <a:lnTo>
                    <a:pt x="6908279" y="2135956"/>
                  </a:lnTo>
                  <a:lnTo>
                    <a:pt x="6909120" y="2133422"/>
                  </a:lnTo>
                  <a:lnTo>
                    <a:pt x="6909962" y="2131164"/>
                  </a:lnTo>
                  <a:lnTo>
                    <a:pt x="6910803" y="2129675"/>
                  </a:lnTo>
                  <a:lnTo>
                    <a:pt x="6911644" y="2128849"/>
                  </a:lnTo>
                  <a:lnTo>
                    <a:pt x="6912485" y="2128412"/>
                  </a:lnTo>
                  <a:lnTo>
                    <a:pt x="6913326" y="2128663"/>
                  </a:lnTo>
                  <a:lnTo>
                    <a:pt x="6914168" y="2129108"/>
                  </a:lnTo>
                  <a:lnTo>
                    <a:pt x="6915009" y="2129578"/>
                  </a:lnTo>
                  <a:lnTo>
                    <a:pt x="6915850" y="2130007"/>
                  </a:lnTo>
                  <a:lnTo>
                    <a:pt x="6916691" y="2130776"/>
                  </a:lnTo>
                  <a:lnTo>
                    <a:pt x="6917532" y="2131909"/>
                  </a:lnTo>
                  <a:lnTo>
                    <a:pt x="6918374" y="2133544"/>
                  </a:lnTo>
                  <a:lnTo>
                    <a:pt x="6919215" y="2135365"/>
                  </a:lnTo>
                  <a:lnTo>
                    <a:pt x="6920056" y="2137073"/>
                  </a:lnTo>
                  <a:lnTo>
                    <a:pt x="6920897" y="2138918"/>
                  </a:lnTo>
                  <a:lnTo>
                    <a:pt x="6921738" y="2141063"/>
                  </a:lnTo>
                  <a:lnTo>
                    <a:pt x="6922580" y="2142821"/>
                  </a:lnTo>
                  <a:lnTo>
                    <a:pt x="6923421" y="2144495"/>
                  </a:lnTo>
                  <a:lnTo>
                    <a:pt x="6924262" y="2146032"/>
                  </a:lnTo>
                  <a:lnTo>
                    <a:pt x="6925103" y="2147810"/>
                  </a:lnTo>
                  <a:lnTo>
                    <a:pt x="6925944" y="2149920"/>
                  </a:lnTo>
                  <a:lnTo>
                    <a:pt x="6926786" y="2152067"/>
                  </a:lnTo>
                  <a:lnTo>
                    <a:pt x="6927627" y="2154142"/>
                  </a:lnTo>
                  <a:lnTo>
                    <a:pt x="6928468" y="2156441"/>
                  </a:lnTo>
                  <a:lnTo>
                    <a:pt x="6929309" y="2158700"/>
                  </a:lnTo>
                  <a:lnTo>
                    <a:pt x="6930150" y="2160901"/>
                  </a:lnTo>
                  <a:lnTo>
                    <a:pt x="6930992" y="2163350"/>
                  </a:lnTo>
                  <a:lnTo>
                    <a:pt x="6931833" y="2165985"/>
                  </a:lnTo>
                  <a:lnTo>
                    <a:pt x="6932674" y="2169126"/>
                  </a:lnTo>
                  <a:lnTo>
                    <a:pt x="6933515" y="2171769"/>
                  </a:lnTo>
                  <a:lnTo>
                    <a:pt x="6934356" y="2174254"/>
                  </a:lnTo>
                  <a:lnTo>
                    <a:pt x="6935198" y="2176194"/>
                  </a:lnTo>
                  <a:lnTo>
                    <a:pt x="6936039" y="2177712"/>
                  </a:lnTo>
                  <a:lnTo>
                    <a:pt x="6936880" y="2179318"/>
                  </a:lnTo>
                  <a:lnTo>
                    <a:pt x="6937721" y="2180439"/>
                  </a:lnTo>
                  <a:lnTo>
                    <a:pt x="6938562" y="2180975"/>
                  </a:lnTo>
                  <a:lnTo>
                    <a:pt x="6939404" y="2181143"/>
                  </a:lnTo>
                  <a:lnTo>
                    <a:pt x="6940245" y="2181539"/>
                  </a:lnTo>
                  <a:lnTo>
                    <a:pt x="6941086" y="2182118"/>
                  </a:lnTo>
                  <a:lnTo>
                    <a:pt x="6941927" y="2182527"/>
                  </a:lnTo>
                  <a:lnTo>
                    <a:pt x="6942768" y="2182695"/>
                  </a:lnTo>
                  <a:lnTo>
                    <a:pt x="6943610" y="2182354"/>
                  </a:lnTo>
                  <a:lnTo>
                    <a:pt x="6944451" y="2181284"/>
                  </a:lnTo>
                  <a:lnTo>
                    <a:pt x="6945292" y="2180087"/>
                  </a:lnTo>
                  <a:lnTo>
                    <a:pt x="6946133" y="2179014"/>
                  </a:lnTo>
                  <a:lnTo>
                    <a:pt x="6946974" y="2177917"/>
                  </a:lnTo>
                  <a:lnTo>
                    <a:pt x="6947816" y="2176801"/>
                  </a:lnTo>
                  <a:lnTo>
                    <a:pt x="6948657" y="2176157"/>
                  </a:lnTo>
                  <a:lnTo>
                    <a:pt x="6949498" y="2175418"/>
                  </a:lnTo>
                  <a:lnTo>
                    <a:pt x="6950339" y="2174844"/>
                  </a:lnTo>
                  <a:lnTo>
                    <a:pt x="6951180" y="2175179"/>
                  </a:lnTo>
                  <a:lnTo>
                    <a:pt x="6952022" y="2175784"/>
                  </a:lnTo>
                  <a:lnTo>
                    <a:pt x="6952863" y="2176319"/>
                  </a:lnTo>
                  <a:lnTo>
                    <a:pt x="6953704" y="2176125"/>
                  </a:lnTo>
                  <a:lnTo>
                    <a:pt x="6954545" y="2175761"/>
                  </a:lnTo>
                  <a:lnTo>
                    <a:pt x="6955386" y="2175502"/>
                  </a:lnTo>
                  <a:lnTo>
                    <a:pt x="6956228" y="2175477"/>
                  </a:lnTo>
                  <a:lnTo>
                    <a:pt x="6957069" y="2176496"/>
                  </a:lnTo>
                  <a:lnTo>
                    <a:pt x="6957910" y="2177655"/>
                  </a:lnTo>
                  <a:lnTo>
                    <a:pt x="6958751" y="2178982"/>
                  </a:lnTo>
                  <a:lnTo>
                    <a:pt x="6959592" y="2180470"/>
                  </a:lnTo>
                  <a:lnTo>
                    <a:pt x="6960434" y="2181457"/>
                  </a:lnTo>
                  <a:lnTo>
                    <a:pt x="6961275" y="2181554"/>
                  </a:lnTo>
                  <a:lnTo>
                    <a:pt x="6962116" y="2181899"/>
                  </a:lnTo>
                  <a:lnTo>
                    <a:pt x="6962957" y="2182679"/>
                  </a:lnTo>
                  <a:lnTo>
                    <a:pt x="6963798" y="2183668"/>
                  </a:lnTo>
                  <a:lnTo>
                    <a:pt x="6964640" y="2184762"/>
                  </a:lnTo>
                  <a:lnTo>
                    <a:pt x="6965481" y="2185428"/>
                  </a:lnTo>
                  <a:lnTo>
                    <a:pt x="6966322" y="2186222"/>
                  </a:lnTo>
                  <a:lnTo>
                    <a:pt x="6967163" y="2186794"/>
                  </a:lnTo>
                  <a:lnTo>
                    <a:pt x="6968004" y="2187159"/>
                  </a:lnTo>
                  <a:lnTo>
                    <a:pt x="6968846" y="2187142"/>
                  </a:lnTo>
                  <a:lnTo>
                    <a:pt x="6969687" y="2186439"/>
                  </a:lnTo>
                  <a:lnTo>
                    <a:pt x="6970528" y="2185377"/>
                  </a:lnTo>
                  <a:lnTo>
                    <a:pt x="6971369" y="2183985"/>
                  </a:lnTo>
                  <a:lnTo>
                    <a:pt x="6972210" y="2181896"/>
                  </a:lnTo>
                  <a:lnTo>
                    <a:pt x="6973052" y="2179871"/>
                  </a:lnTo>
                  <a:lnTo>
                    <a:pt x="6973893" y="2177859"/>
                  </a:lnTo>
                  <a:lnTo>
                    <a:pt x="6974734" y="2175581"/>
                  </a:lnTo>
                  <a:lnTo>
                    <a:pt x="6975575" y="2172391"/>
                  </a:lnTo>
                  <a:lnTo>
                    <a:pt x="6976417" y="2169166"/>
                  </a:lnTo>
                  <a:lnTo>
                    <a:pt x="6977258" y="2165417"/>
                  </a:lnTo>
                  <a:lnTo>
                    <a:pt x="6978099" y="2161754"/>
                  </a:lnTo>
                  <a:lnTo>
                    <a:pt x="6978940" y="2157200"/>
                  </a:lnTo>
                  <a:lnTo>
                    <a:pt x="6979781" y="2152246"/>
                  </a:lnTo>
                  <a:lnTo>
                    <a:pt x="6980623" y="2147730"/>
                  </a:lnTo>
                  <a:lnTo>
                    <a:pt x="6981464" y="2144112"/>
                  </a:lnTo>
                  <a:lnTo>
                    <a:pt x="6982305" y="2141684"/>
                  </a:lnTo>
                  <a:lnTo>
                    <a:pt x="6983146" y="2139838"/>
                  </a:lnTo>
                  <a:lnTo>
                    <a:pt x="6983987" y="2138600"/>
                  </a:lnTo>
                  <a:lnTo>
                    <a:pt x="6984829" y="2138041"/>
                  </a:lnTo>
                  <a:lnTo>
                    <a:pt x="6985670" y="2137863"/>
                  </a:lnTo>
                  <a:lnTo>
                    <a:pt x="6986511" y="2138284"/>
                  </a:lnTo>
                  <a:lnTo>
                    <a:pt x="6987352" y="2139045"/>
                  </a:lnTo>
                  <a:lnTo>
                    <a:pt x="6988193" y="2140267"/>
                  </a:lnTo>
                  <a:lnTo>
                    <a:pt x="6989035" y="2141489"/>
                  </a:lnTo>
                  <a:lnTo>
                    <a:pt x="6989876" y="2142323"/>
                  </a:lnTo>
                  <a:lnTo>
                    <a:pt x="6990717" y="2142792"/>
                  </a:lnTo>
                  <a:lnTo>
                    <a:pt x="6991558" y="2143472"/>
                  </a:lnTo>
                  <a:lnTo>
                    <a:pt x="6992399" y="2144217"/>
                  </a:lnTo>
                  <a:lnTo>
                    <a:pt x="6993241" y="2145221"/>
                  </a:lnTo>
                  <a:lnTo>
                    <a:pt x="6994082" y="2146386"/>
                  </a:lnTo>
                  <a:lnTo>
                    <a:pt x="6994923" y="2147455"/>
                  </a:lnTo>
                  <a:lnTo>
                    <a:pt x="6995764" y="2148758"/>
                  </a:lnTo>
                  <a:lnTo>
                    <a:pt x="6996605" y="2150207"/>
                  </a:lnTo>
                  <a:lnTo>
                    <a:pt x="6997447" y="2151348"/>
                  </a:lnTo>
                  <a:lnTo>
                    <a:pt x="6998288" y="2152538"/>
                  </a:lnTo>
                  <a:lnTo>
                    <a:pt x="6999129" y="2153695"/>
                  </a:lnTo>
                  <a:lnTo>
                    <a:pt x="6999970" y="2154553"/>
                  </a:lnTo>
                  <a:lnTo>
                    <a:pt x="7000811" y="2154998"/>
                  </a:lnTo>
                  <a:lnTo>
                    <a:pt x="7001653" y="2155290"/>
                  </a:lnTo>
                  <a:lnTo>
                    <a:pt x="7002494" y="2156285"/>
                  </a:lnTo>
                  <a:lnTo>
                    <a:pt x="7003335" y="2157754"/>
                  </a:lnTo>
                  <a:lnTo>
                    <a:pt x="7004176" y="2158983"/>
                  </a:lnTo>
                  <a:lnTo>
                    <a:pt x="7005017" y="2159858"/>
                  </a:lnTo>
                  <a:lnTo>
                    <a:pt x="7005859" y="2160974"/>
                  </a:lnTo>
                  <a:lnTo>
                    <a:pt x="7006700" y="2162031"/>
                  </a:lnTo>
                  <a:lnTo>
                    <a:pt x="7007541" y="2162465"/>
                  </a:lnTo>
                  <a:lnTo>
                    <a:pt x="7008382" y="2162592"/>
                  </a:lnTo>
                  <a:lnTo>
                    <a:pt x="7009223" y="2163913"/>
                  </a:lnTo>
                  <a:lnTo>
                    <a:pt x="7010065" y="2165964"/>
                  </a:lnTo>
                  <a:lnTo>
                    <a:pt x="7010906" y="2167907"/>
                  </a:lnTo>
                  <a:lnTo>
                    <a:pt x="7011747" y="2169703"/>
                  </a:lnTo>
                  <a:lnTo>
                    <a:pt x="7012588" y="2171347"/>
                  </a:lnTo>
                  <a:lnTo>
                    <a:pt x="7013429" y="2173077"/>
                  </a:lnTo>
                  <a:lnTo>
                    <a:pt x="7014271" y="2174821"/>
                  </a:lnTo>
                  <a:lnTo>
                    <a:pt x="7015112" y="2176189"/>
                  </a:lnTo>
                  <a:lnTo>
                    <a:pt x="7015953" y="2177901"/>
                  </a:lnTo>
                  <a:lnTo>
                    <a:pt x="7016794" y="2180061"/>
                  </a:lnTo>
                  <a:lnTo>
                    <a:pt x="7017635" y="2182461"/>
                  </a:lnTo>
                  <a:lnTo>
                    <a:pt x="7018477" y="2185114"/>
                  </a:lnTo>
                  <a:lnTo>
                    <a:pt x="7019318" y="2187788"/>
                  </a:lnTo>
                  <a:lnTo>
                    <a:pt x="7020159" y="2190960"/>
                  </a:lnTo>
                  <a:lnTo>
                    <a:pt x="7021000" y="2194152"/>
                  </a:lnTo>
                  <a:lnTo>
                    <a:pt x="7021841" y="2195892"/>
                  </a:lnTo>
                  <a:lnTo>
                    <a:pt x="7022683" y="2197203"/>
                  </a:lnTo>
                  <a:lnTo>
                    <a:pt x="7023524" y="2198652"/>
                  </a:lnTo>
                  <a:lnTo>
                    <a:pt x="7024365" y="2200247"/>
                  </a:lnTo>
                  <a:lnTo>
                    <a:pt x="7025206" y="2202060"/>
                  </a:lnTo>
                  <a:lnTo>
                    <a:pt x="7026047" y="2203827"/>
                  </a:lnTo>
                  <a:lnTo>
                    <a:pt x="7026889" y="2205197"/>
                  </a:lnTo>
                  <a:lnTo>
                    <a:pt x="7027730" y="2206004"/>
                  </a:lnTo>
                  <a:lnTo>
                    <a:pt x="7028571" y="2206212"/>
                  </a:lnTo>
                  <a:lnTo>
                    <a:pt x="7029412" y="2206317"/>
                  </a:lnTo>
                  <a:lnTo>
                    <a:pt x="7030253" y="2206292"/>
                  </a:lnTo>
                  <a:lnTo>
                    <a:pt x="7031095" y="2206041"/>
                  </a:lnTo>
                  <a:lnTo>
                    <a:pt x="7031936" y="2205634"/>
                  </a:lnTo>
                  <a:lnTo>
                    <a:pt x="7032777" y="2205255"/>
                  </a:lnTo>
                  <a:lnTo>
                    <a:pt x="7033618" y="2205168"/>
                  </a:lnTo>
                  <a:lnTo>
                    <a:pt x="7034459" y="2204709"/>
                  </a:lnTo>
                  <a:lnTo>
                    <a:pt x="7035301" y="2204277"/>
                  </a:lnTo>
                  <a:lnTo>
                    <a:pt x="7036142" y="2203832"/>
                  </a:lnTo>
                  <a:lnTo>
                    <a:pt x="7036983" y="2203200"/>
                  </a:lnTo>
                  <a:lnTo>
                    <a:pt x="7037824" y="2202515"/>
                  </a:lnTo>
                  <a:lnTo>
                    <a:pt x="7038665" y="2202181"/>
                  </a:lnTo>
                  <a:lnTo>
                    <a:pt x="7039507" y="2202491"/>
                  </a:lnTo>
                  <a:lnTo>
                    <a:pt x="7040348" y="2202677"/>
                  </a:lnTo>
                  <a:lnTo>
                    <a:pt x="7041189" y="2202777"/>
                  </a:lnTo>
                  <a:lnTo>
                    <a:pt x="7042030" y="2202815"/>
                  </a:lnTo>
                  <a:lnTo>
                    <a:pt x="7042871" y="2201687"/>
                  </a:lnTo>
                  <a:lnTo>
                    <a:pt x="7043713" y="2199727"/>
                  </a:lnTo>
                  <a:lnTo>
                    <a:pt x="7044554" y="2197785"/>
                  </a:lnTo>
                  <a:lnTo>
                    <a:pt x="7045395" y="2195768"/>
                  </a:lnTo>
                  <a:lnTo>
                    <a:pt x="7046236" y="2193404"/>
                  </a:lnTo>
                  <a:lnTo>
                    <a:pt x="7047078" y="2191387"/>
                  </a:lnTo>
                  <a:lnTo>
                    <a:pt x="7047919" y="2188577"/>
                  </a:lnTo>
                  <a:lnTo>
                    <a:pt x="7048760" y="2185019"/>
                  </a:lnTo>
                  <a:lnTo>
                    <a:pt x="7049601" y="2180491"/>
                  </a:lnTo>
                  <a:lnTo>
                    <a:pt x="7050442" y="2174837"/>
                  </a:lnTo>
                  <a:lnTo>
                    <a:pt x="7051284" y="2168351"/>
                  </a:lnTo>
                  <a:lnTo>
                    <a:pt x="7052125" y="2161459"/>
                  </a:lnTo>
                  <a:lnTo>
                    <a:pt x="7052966" y="2153995"/>
                  </a:lnTo>
                  <a:lnTo>
                    <a:pt x="7053807" y="2145794"/>
                  </a:lnTo>
                  <a:lnTo>
                    <a:pt x="7054648" y="2136929"/>
                  </a:lnTo>
                  <a:lnTo>
                    <a:pt x="7055490" y="2128314"/>
                  </a:lnTo>
                  <a:lnTo>
                    <a:pt x="7056331" y="2119959"/>
                  </a:lnTo>
                  <a:lnTo>
                    <a:pt x="7057172" y="2111484"/>
                  </a:lnTo>
                  <a:lnTo>
                    <a:pt x="7058013" y="2104757"/>
                  </a:lnTo>
                  <a:lnTo>
                    <a:pt x="7058854" y="2098644"/>
                  </a:lnTo>
                  <a:lnTo>
                    <a:pt x="7059696" y="2093682"/>
                  </a:lnTo>
                  <a:lnTo>
                    <a:pt x="7060537" y="2090258"/>
                  </a:lnTo>
                  <a:lnTo>
                    <a:pt x="7061378" y="2088467"/>
                  </a:lnTo>
                  <a:lnTo>
                    <a:pt x="7062219" y="2087833"/>
                  </a:lnTo>
                  <a:lnTo>
                    <a:pt x="7063060" y="2087574"/>
                  </a:lnTo>
                  <a:lnTo>
                    <a:pt x="7063902" y="2087815"/>
                  </a:lnTo>
                  <a:lnTo>
                    <a:pt x="7064743" y="2088113"/>
                  </a:lnTo>
                  <a:lnTo>
                    <a:pt x="7065584" y="2089298"/>
                  </a:lnTo>
                  <a:lnTo>
                    <a:pt x="7066425" y="2091135"/>
                  </a:lnTo>
                  <a:lnTo>
                    <a:pt x="7067266" y="2092936"/>
                  </a:lnTo>
                  <a:lnTo>
                    <a:pt x="7068108" y="2094804"/>
                  </a:lnTo>
                  <a:lnTo>
                    <a:pt x="7068949" y="2096505"/>
                  </a:lnTo>
                  <a:lnTo>
                    <a:pt x="7069790" y="2097889"/>
                  </a:lnTo>
                  <a:lnTo>
                    <a:pt x="7070631" y="2098792"/>
                  </a:lnTo>
                  <a:lnTo>
                    <a:pt x="7071472" y="2099910"/>
                  </a:lnTo>
                  <a:lnTo>
                    <a:pt x="7072314" y="2100779"/>
                  </a:lnTo>
                  <a:lnTo>
                    <a:pt x="7073155" y="2100879"/>
                  </a:lnTo>
                  <a:lnTo>
                    <a:pt x="7073996" y="2100801"/>
                  </a:lnTo>
                  <a:lnTo>
                    <a:pt x="7074837" y="2100702"/>
                  </a:lnTo>
                  <a:lnTo>
                    <a:pt x="7075678" y="2100797"/>
                  </a:lnTo>
                  <a:lnTo>
                    <a:pt x="7076520" y="2100673"/>
                  </a:lnTo>
                  <a:lnTo>
                    <a:pt x="7077361" y="2100984"/>
                  </a:lnTo>
                  <a:lnTo>
                    <a:pt x="7078202" y="2100715"/>
                  </a:lnTo>
                  <a:lnTo>
                    <a:pt x="7079043" y="2099755"/>
                  </a:lnTo>
                  <a:lnTo>
                    <a:pt x="7079884" y="2098362"/>
                  </a:lnTo>
                  <a:lnTo>
                    <a:pt x="7080726" y="2096718"/>
                  </a:lnTo>
                  <a:lnTo>
                    <a:pt x="7081567" y="2094611"/>
                  </a:lnTo>
                  <a:lnTo>
                    <a:pt x="7082408" y="2092292"/>
                  </a:lnTo>
                  <a:lnTo>
                    <a:pt x="7083249" y="2089731"/>
                  </a:lnTo>
                  <a:lnTo>
                    <a:pt x="7084090" y="2087000"/>
                  </a:lnTo>
                  <a:lnTo>
                    <a:pt x="7084932" y="2084494"/>
                  </a:lnTo>
                  <a:lnTo>
                    <a:pt x="7085773" y="2081693"/>
                  </a:lnTo>
                  <a:lnTo>
                    <a:pt x="7086614" y="2078662"/>
                  </a:lnTo>
                  <a:lnTo>
                    <a:pt x="7087455" y="2074855"/>
                  </a:lnTo>
                  <a:lnTo>
                    <a:pt x="7088296" y="2070863"/>
                  </a:lnTo>
                  <a:lnTo>
                    <a:pt x="7089138" y="2065751"/>
                  </a:lnTo>
                  <a:lnTo>
                    <a:pt x="7089979" y="2060573"/>
                  </a:lnTo>
                  <a:lnTo>
                    <a:pt x="7090820" y="2055639"/>
                  </a:lnTo>
                  <a:lnTo>
                    <a:pt x="7091661" y="2050735"/>
                  </a:lnTo>
                  <a:lnTo>
                    <a:pt x="7092502" y="2045289"/>
                  </a:lnTo>
                  <a:lnTo>
                    <a:pt x="7093344" y="2037835"/>
                  </a:lnTo>
                  <a:lnTo>
                    <a:pt x="7094185" y="2029389"/>
                  </a:lnTo>
                  <a:lnTo>
                    <a:pt x="7095026" y="2020608"/>
                  </a:lnTo>
                  <a:lnTo>
                    <a:pt x="7095867" y="2011832"/>
                  </a:lnTo>
                  <a:lnTo>
                    <a:pt x="7096708" y="2003344"/>
                  </a:lnTo>
                  <a:lnTo>
                    <a:pt x="7097550" y="1995579"/>
                  </a:lnTo>
                  <a:lnTo>
                    <a:pt x="7098391" y="1988337"/>
                  </a:lnTo>
                  <a:lnTo>
                    <a:pt x="7099232" y="1980875"/>
                  </a:lnTo>
                  <a:lnTo>
                    <a:pt x="7100073" y="1972924"/>
                  </a:lnTo>
                  <a:lnTo>
                    <a:pt x="7100914" y="1965228"/>
                  </a:lnTo>
                  <a:lnTo>
                    <a:pt x="7101756" y="1958625"/>
                  </a:lnTo>
                  <a:lnTo>
                    <a:pt x="7102597" y="1951919"/>
                  </a:lnTo>
                  <a:lnTo>
                    <a:pt x="7103438" y="1945042"/>
                  </a:lnTo>
                  <a:lnTo>
                    <a:pt x="7104279" y="1938165"/>
                  </a:lnTo>
                  <a:lnTo>
                    <a:pt x="7105120" y="1931459"/>
                  </a:lnTo>
                  <a:lnTo>
                    <a:pt x="7105962" y="1925514"/>
                  </a:lnTo>
                  <a:lnTo>
                    <a:pt x="7106803" y="1920061"/>
                  </a:lnTo>
                  <a:lnTo>
                    <a:pt x="7107644" y="1915385"/>
                  </a:lnTo>
                  <a:lnTo>
                    <a:pt x="7108485" y="1910439"/>
                  </a:lnTo>
                  <a:lnTo>
                    <a:pt x="7109326" y="1904721"/>
                  </a:lnTo>
                  <a:lnTo>
                    <a:pt x="7110168" y="1898633"/>
                  </a:lnTo>
                  <a:lnTo>
                    <a:pt x="7111009" y="1892291"/>
                  </a:lnTo>
                  <a:lnTo>
                    <a:pt x="7111850" y="1886200"/>
                  </a:lnTo>
                  <a:lnTo>
                    <a:pt x="7112691" y="1880815"/>
                  </a:lnTo>
                  <a:lnTo>
                    <a:pt x="7113532" y="1874607"/>
                  </a:lnTo>
                  <a:lnTo>
                    <a:pt x="7114374" y="1868394"/>
                  </a:lnTo>
                  <a:lnTo>
                    <a:pt x="7115215" y="1861528"/>
                  </a:lnTo>
                  <a:lnTo>
                    <a:pt x="7116056" y="1854491"/>
                  </a:lnTo>
                  <a:lnTo>
                    <a:pt x="7116897" y="1846349"/>
                  </a:lnTo>
                  <a:lnTo>
                    <a:pt x="7117739" y="1837292"/>
                  </a:lnTo>
                  <a:lnTo>
                    <a:pt x="7118580" y="1828970"/>
                  </a:lnTo>
                  <a:lnTo>
                    <a:pt x="7119421" y="1819790"/>
                  </a:lnTo>
                  <a:lnTo>
                    <a:pt x="7120262" y="1810402"/>
                  </a:lnTo>
                  <a:lnTo>
                    <a:pt x="7121103" y="1801065"/>
                  </a:lnTo>
                  <a:lnTo>
                    <a:pt x="7121945" y="1792515"/>
                  </a:lnTo>
                  <a:lnTo>
                    <a:pt x="7122786" y="1784232"/>
                  </a:lnTo>
                  <a:lnTo>
                    <a:pt x="7123627" y="1776253"/>
                  </a:lnTo>
                  <a:lnTo>
                    <a:pt x="7124468" y="1768647"/>
                  </a:lnTo>
                  <a:lnTo>
                    <a:pt x="7125309" y="1760196"/>
                  </a:lnTo>
                  <a:lnTo>
                    <a:pt x="7126151" y="1751219"/>
                  </a:lnTo>
                  <a:lnTo>
                    <a:pt x="7126992" y="1742025"/>
                  </a:lnTo>
                  <a:lnTo>
                    <a:pt x="7127833" y="1733138"/>
                  </a:lnTo>
                  <a:lnTo>
                    <a:pt x="7128674" y="1724692"/>
                  </a:lnTo>
                  <a:lnTo>
                    <a:pt x="7129515" y="1716893"/>
                  </a:lnTo>
                  <a:lnTo>
                    <a:pt x="7130357" y="1710893"/>
                  </a:lnTo>
                  <a:lnTo>
                    <a:pt x="7131198" y="1705516"/>
                  </a:lnTo>
                  <a:lnTo>
                    <a:pt x="7132039" y="1700728"/>
                  </a:lnTo>
                  <a:lnTo>
                    <a:pt x="7132880" y="1696367"/>
                  </a:lnTo>
                  <a:lnTo>
                    <a:pt x="7133721" y="1693519"/>
                  </a:lnTo>
                  <a:lnTo>
                    <a:pt x="7134563" y="1690857"/>
                  </a:lnTo>
                  <a:lnTo>
                    <a:pt x="7135404" y="1687888"/>
                  </a:lnTo>
                  <a:lnTo>
                    <a:pt x="7136245" y="1685482"/>
                  </a:lnTo>
                  <a:lnTo>
                    <a:pt x="7137086" y="1683314"/>
                  </a:lnTo>
                  <a:lnTo>
                    <a:pt x="7137927" y="1681584"/>
                  </a:lnTo>
                  <a:lnTo>
                    <a:pt x="7138769" y="1680585"/>
                  </a:lnTo>
                  <a:lnTo>
                    <a:pt x="7139610" y="1680010"/>
                  </a:lnTo>
                  <a:lnTo>
                    <a:pt x="7140451" y="1680204"/>
                  </a:lnTo>
                  <a:lnTo>
                    <a:pt x="7141292" y="1680758"/>
                  </a:lnTo>
                  <a:lnTo>
                    <a:pt x="7142133" y="1680963"/>
                  </a:lnTo>
                  <a:lnTo>
                    <a:pt x="7142975" y="1681235"/>
                  </a:lnTo>
                  <a:lnTo>
                    <a:pt x="7143816" y="1681143"/>
                  </a:lnTo>
                  <a:lnTo>
                    <a:pt x="7144657" y="1681093"/>
                  </a:lnTo>
                  <a:lnTo>
                    <a:pt x="7145498" y="1681165"/>
                  </a:lnTo>
                  <a:lnTo>
                    <a:pt x="7146339" y="1681519"/>
                  </a:lnTo>
                  <a:lnTo>
                    <a:pt x="7147181" y="1681961"/>
                  </a:lnTo>
                  <a:lnTo>
                    <a:pt x="7148022" y="1682576"/>
                  </a:lnTo>
                  <a:lnTo>
                    <a:pt x="7148863" y="1683421"/>
                  </a:lnTo>
                  <a:lnTo>
                    <a:pt x="7149704" y="1683467"/>
                  </a:lnTo>
                  <a:lnTo>
                    <a:pt x="7150545" y="1682613"/>
                  </a:lnTo>
                  <a:lnTo>
                    <a:pt x="7151387" y="1680699"/>
                  </a:lnTo>
                  <a:lnTo>
                    <a:pt x="7152228" y="1678466"/>
                  </a:lnTo>
                  <a:lnTo>
                    <a:pt x="7153069" y="1676110"/>
                  </a:lnTo>
                  <a:lnTo>
                    <a:pt x="7153910" y="1673690"/>
                  </a:lnTo>
                  <a:lnTo>
                    <a:pt x="7154751" y="1671209"/>
                  </a:lnTo>
                  <a:lnTo>
                    <a:pt x="7155593" y="1669117"/>
                  </a:lnTo>
                  <a:lnTo>
                    <a:pt x="7156434" y="1666838"/>
                  </a:lnTo>
                  <a:lnTo>
                    <a:pt x="7157275" y="1664497"/>
                  </a:lnTo>
                  <a:lnTo>
                    <a:pt x="7158116" y="1661851"/>
                  </a:lnTo>
                  <a:lnTo>
                    <a:pt x="7158957" y="1658702"/>
                  </a:lnTo>
                  <a:lnTo>
                    <a:pt x="7159799" y="1655361"/>
                  </a:lnTo>
                  <a:lnTo>
                    <a:pt x="7160640" y="1651963"/>
                  </a:lnTo>
                  <a:lnTo>
                    <a:pt x="7161481" y="1648137"/>
                  </a:lnTo>
                  <a:lnTo>
                    <a:pt x="7162322" y="1643924"/>
                  </a:lnTo>
                  <a:lnTo>
                    <a:pt x="7163163" y="1638873"/>
                  </a:lnTo>
                  <a:lnTo>
                    <a:pt x="7164005" y="1634033"/>
                  </a:lnTo>
                  <a:lnTo>
                    <a:pt x="7164846" y="1628132"/>
                  </a:lnTo>
                  <a:lnTo>
                    <a:pt x="7165687" y="1621568"/>
                  </a:lnTo>
                  <a:lnTo>
                    <a:pt x="7166528" y="1614931"/>
                  </a:lnTo>
                  <a:lnTo>
                    <a:pt x="7167369" y="1608358"/>
                  </a:lnTo>
                  <a:lnTo>
                    <a:pt x="7168211" y="1601899"/>
                  </a:lnTo>
                  <a:lnTo>
                    <a:pt x="7169052" y="1595335"/>
                  </a:lnTo>
                  <a:lnTo>
                    <a:pt x="7169893" y="1589362"/>
                  </a:lnTo>
                  <a:lnTo>
                    <a:pt x="7170734" y="1584206"/>
                  </a:lnTo>
                  <a:lnTo>
                    <a:pt x="7171575" y="1578876"/>
                  </a:lnTo>
                  <a:lnTo>
                    <a:pt x="7172417" y="1573349"/>
                  </a:lnTo>
                  <a:lnTo>
                    <a:pt x="7173258" y="1567868"/>
                  </a:lnTo>
                  <a:lnTo>
                    <a:pt x="7174099" y="1562365"/>
                  </a:lnTo>
                  <a:lnTo>
                    <a:pt x="7174940" y="1557035"/>
                  </a:lnTo>
                  <a:lnTo>
                    <a:pt x="7175781" y="1551558"/>
                  </a:lnTo>
                  <a:lnTo>
                    <a:pt x="7176623" y="1546599"/>
                  </a:lnTo>
                  <a:lnTo>
                    <a:pt x="7177464" y="1542089"/>
                  </a:lnTo>
                  <a:lnTo>
                    <a:pt x="7178305" y="1538047"/>
                  </a:lnTo>
                  <a:lnTo>
                    <a:pt x="7179146" y="1534956"/>
                  </a:lnTo>
                  <a:lnTo>
                    <a:pt x="7179987" y="1531366"/>
                  </a:lnTo>
                  <a:lnTo>
                    <a:pt x="7180829" y="1527801"/>
                  </a:lnTo>
                  <a:lnTo>
                    <a:pt x="7181670" y="1524580"/>
                  </a:lnTo>
                  <a:lnTo>
                    <a:pt x="7182511" y="1520647"/>
                  </a:lnTo>
                  <a:lnTo>
                    <a:pt x="7183352" y="1515947"/>
                  </a:lnTo>
                  <a:lnTo>
                    <a:pt x="7184193" y="1511182"/>
                  </a:lnTo>
                  <a:lnTo>
                    <a:pt x="7185035" y="1506641"/>
                  </a:lnTo>
                  <a:lnTo>
                    <a:pt x="7185876" y="1502184"/>
                  </a:lnTo>
                  <a:lnTo>
                    <a:pt x="7186717" y="1497110"/>
                  </a:lnTo>
                  <a:lnTo>
                    <a:pt x="7187558" y="1491268"/>
                  </a:lnTo>
                  <a:lnTo>
                    <a:pt x="7188399" y="1485274"/>
                  </a:lnTo>
                  <a:lnTo>
                    <a:pt x="7189241" y="1478511"/>
                  </a:lnTo>
                  <a:lnTo>
                    <a:pt x="7190082" y="1471479"/>
                  </a:lnTo>
                  <a:lnTo>
                    <a:pt x="7190923" y="1463411"/>
                  </a:lnTo>
                  <a:lnTo>
                    <a:pt x="7191764" y="1454341"/>
                  </a:lnTo>
                  <a:lnTo>
                    <a:pt x="7192606" y="1445142"/>
                  </a:lnTo>
                  <a:lnTo>
                    <a:pt x="7193447" y="1436084"/>
                  </a:lnTo>
                  <a:lnTo>
                    <a:pt x="7194288" y="1425744"/>
                  </a:lnTo>
                  <a:lnTo>
                    <a:pt x="7195129" y="1415342"/>
                  </a:lnTo>
                  <a:lnTo>
                    <a:pt x="7195970" y="1403129"/>
                  </a:lnTo>
                  <a:lnTo>
                    <a:pt x="7196812" y="1390704"/>
                  </a:lnTo>
                  <a:lnTo>
                    <a:pt x="7197653" y="1377515"/>
                  </a:lnTo>
                  <a:lnTo>
                    <a:pt x="7198494" y="1364326"/>
                  </a:lnTo>
                  <a:lnTo>
                    <a:pt x="7199335" y="1351030"/>
                  </a:lnTo>
                  <a:lnTo>
                    <a:pt x="7200176" y="1337576"/>
                  </a:lnTo>
                  <a:lnTo>
                    <a:pt x="7201018" y="1325833"/>
                  </a:lnTo>
                  <a:lnTo>
                    <a:pt x="7201859" y="1313730"/>
                  </a:lnTo>
                  <a:lnTo>
                    <a:pt x="7202700" y="1302386"/>
                  </a:lnTo>
                  <a:lnTo>
                    <a:pt x="7203541" y="1291841"/>
                  </a:lnTo>
                  <a:lnTo>
                    <a:pt x="7204382" y="1282010"/>
                  </a:lnTo>
                  <a:lnTo>
                    <a:pt x="7205224" y="1272822"/>
                  </a:lnTo>
                  <a:lnTo>
                    <a:pt x="7206065" y="1262329"/>
                  </a:lnTo>
                  <a:lnTo>
                    <a:pt x="7206906" y="1252885"/>
                  </a:lnTo>
                  <a:lnTo>
                    <a:pt x="7207747" y="1243386"/>
                  </a:lnTo>
                  <a:lnTo>
                    <a:pt x="7208588" y="1234225"/>
                  </a:lnTo>
                  <a:lnTo>
                    <a:pt x="7209430" y="1226229"/>
                  </a:lnTo>
                  <a:lnTo>
                    <a:pt x="7210271" y="1218338"/>
                  </a:lnTo>
                  <a:lnTo>
                    <a:pt x="7211112" y="1211132"/>
                  </a:lnTo>
                  <a:lnTo>
                    <a:pt x="7211953" y="1205630"/>
                  </a:lnTo>
                  <a:lnTo>
                    <a:pt x="7212794" y="1200624"/>
                  </a:lnTo>
                  <a:lnTo>
                    <a:pt x="7213636" y="1195224"/>
                  </a:lnTo>
                  <a:lnTo>
                    <a:pt x="7214477" y="1190067"/>
                  </a:lnTo>
                  <a:lnTo>
                    <a:pt x="7215318" y="1184406"/>
                  </a:lnTo>
                  <a:lnTo>
                    <a:pt x="7216159" y="1178552"/>
                  </a:lnTo>
                  <a:lnTo>
                    <a:pt x="7217000" y="1173791"/>
                  </a:lnTo>
                  <a:lnTo>
                    <a:pt x="7217842" y="1169275"/>
                  </a:lnTo>
                  <a:lnTo>
                    <a:pt x="7218683" y="1165092"/>
                  </a:lnTo>
                  <a:lnTo>
                    <a:pt x="7219524" y="1161561"/>
                  </a:lnTo>
                  <a:lnTo>
                    <a:pt x="7220365" y="1158052"/>
                  </a:lnTo>
                  <a:lnTo>
                    <a:pt x="7221206" y="1155015"/>
                  </a:lnTo>
                  <a:lnTo>
                    <a:pt x="7222048" y="1151466"/>
                  </a:lnTo>
                  <a:lnTo>
                    <a:pt x="7222889" y="1149137"/>
                  </a:lnTo>
                  <a:lnTo>
                    <a:pt x="7223730" y="1146868"/>
                  </a:lnTo>
                  <a:lnTo>
                    <a:pt x="7224571" y="1145388"/>
                  </a:lnTo>
                  <a:lnTo>
                    <a:pt x="7225412" y="1143304"/>
                  </a:lnTo>
                  <a:lnTo>
                    <a:pt x="7226254" y="1141538"/>
                  </a:lnTo>
                  <a:lnTo>
                    <a:pt x="7227095" y="1139089"/>
                  </a:lnTo>
                  <a:lnTo>
                    <a:pt x="7227936" y="1135903"/>
                  </a:lnTo>
                  <a:lnTo>
                    <a:pt x="7228777" y="1131775"/>
                  </a:lnTo>
                  <a:lnTo>
                    <a:pt x="7229618" y="1125918"/>
                  </a:lnTo>
                  <a:lnTo>
                    <a:pt x="7230460" y="1119896"/>
                  </a:lnTo>
                  <a:lnTo>
                    <a:pt x="7231301" y="1113801"/>
                  </a:lnTo>
                  <a:lnTo>
                    <a:pt x="7232142" y="1106226"/>
                  </a:lnTo>
                  <a:lnTo>
                    <a:pt x="7232983" y="1099086"/>
                  </a:lnTo>
                  <a:lnTo>
                    <a:pt x="7233824" y="1091589"/>
                  </a:lnTo>
                  <a:lnTo>
                    <a:pt x="7234666" y="1084007"/>
                  </a:lnTo>
                  <a:lnTo>
                    <a:pt x="7235507" y="1076654"/>
                  </a:lnTo>
                  <a:lnTo>
                    <a:pt x="7236348" y="1069759"/>
                  </a:lnTo>
                  <a:lnTo>
                    <a:pt x="7237189" y="1063541"/>
                  </a:lnTo>
                  <a:lnTo>
                    <a:pt x="7238030" y="1057225"/>
                  </a:lnTo>
                  <a:lnTo>
                    <a:pt x="7238872" y="1051066"/>
                  </a:lnTo>
                  <a:lnTo>
                    <a:pt x="7239713" y="1044750"/>
                  </a:lnTo>
                  <a:lnTo>
                    <a:pt x="7240554" y="1038400"/>
                  </a:lnTo>
                  <a:lnTo>
                    <a:pt x="7241395" y="1032801"/>
                  </a:lnTo>
                  <a:lnTo>
                    <a:pt x="7242236" y="1027142"/>
                  </a:lnTo>
                  <a:lnTo>
                    <a:pt x="7243078" y="1022089"/>
                  </a:lnTo>
                  <a:lnTo>
                    <a:pt x="7243919" y="1017310"/>
                  </a:lnTo>
                  <a:lnTo>
                    <a:pt x="7244760" y="1013041"/>
                  </a:lnTo>
                  <a:lnTo>
                    <a:pt x="7245601" y="1009157"/>
                  </a:lnTo>
                  <a:lnTo>
                    <a:pt x="7246442" y="1005924"/>
                  </a:lnTo>
                  <a:lnTo>
                    <a:pt x="7247284" y="1003139"/>
                  </a:lnTo>
                  <a:lnTo>
                    <a:pt x="7248125" y="1000551"/>
                  </a:lnTo>
                  <a:lnTo>
                    <a:pt x="7248966" y="997906"/>
                  </a:lnTo>
                  <a:lnTo>
                    <a:pt x="7249807" y="995429"/>
                  </a:lnTo>
                  <a:lnTo>
                    <a:pt x="7250648" y="993188"/>
                  </a:lnTo>
                  <a:lnTo>
                    <a:pt x="7251490" y="991794"/>
                  </a:lnTo>
                  <a:lnTo>
                    <a:pt x="7252331" y="990584"/>
                  </a:lnTo>
                  <a:lnTo>
                    <a:pt x="7253172" y="989414"/>
                  </a:lnTo>
                  <a:lnTo>
                    <a:pt x="7254013" y="988590"/>
                  </a:lnTo>
                  <a:lnTo>
                    <a:pt x="7254854" y="987410"/>
                  </a:lnTo>
                  <a:lnTo>
                    <a:pt x="7255696" y="986636"/>
                  </a:lnTo>
                  <a:lnTo>
                    <a:pt x="7256537" y="985838"/>
                  </a:lnTo>
                  <a:lnTo>
                    <a:pt x="7257378" y="985869"/>
                  </a:lnTo>
                  <a:lnTo>
                    <a:pt x="7258219" y="985094"/>
                  </a:lnTo>
                  <a:lnTo>
                    <a:pt x="7259060" y="983317"/>
                  </a:lnTo>
                  <a:lnTo>
                    <a:pt x="7259902" y="981637"/>
                  </a:lnTo>
                  <a:lnTo>
                    <a:pt x="7260743" y="980220"/>
                  </a:lnTo>
                  <a:lnTo>
                    <a:pt x="7261584" y="979630"/>
                  </a:lnTo>
                  <a:lnTo>
                    <a:pt x="7262425" y="980589"/>
                  </a:lnTo>
                  <a:lnTo>
                    <a:pt x="7263267" y="983652"/>
                  </a:lnTo>
                  <a:lnTo>
                    <a:pt x="7264108" y="987538"/>
                  </a:lnTo>
                  <a:lnTo>
                    <a:pt x="7264949" y="990902"/>
                  </a:lnTo>
                  <a:lnTo>
                    <a:pt x="7265790" y="993941"/>
                  </a:lnTo>
                  <a:lnTo>
                    <a:pt x="7266631" y="996057"/>
                  </a:lnTo>
                  <a:lnTo>
                    <a:pt x="7267473" y="998192"/>
                  </a:lnTo>
                  <a:lnTo>
                    <a:pt x="7268314" y="1000766"/>
                  </a:lnTo>
                  <a:lnTo>
                    <a:pt x="7269155" y="1003103"/>
                  </a:lnTo>
                  <a:lnTo>
                    <a:pt x="7269996" y="1004600"/>
                  </a:lnTo>
                  <a:lnTo>
                    <a:pt x="7270837" y="1006986"/>
                  </a:lnTo>
                  <a:lnTo>
                    <a:pt x="7271679" y="1010481"/>
                  </a:lnTo>
                  <a:lnTo>
                    <a:pt x="7272520" y="1014811"/>
                  </a:lnTo>
                  <a:lnTo>
                    <a:pt x="7273361" y="1019344"/>
                  </a:lnTo>
                  <a:lnTo>
                    <a:pt x="7274202" y="1023906"/>
                  </a:lnTo>
                  <a:lnTo>
                    <a:pt x="7275043" y="1028065"/>
                  </a:lnTo>
                  <a:lnTo>
                    <a:pt x="7275885" y="1031333"/>
                  </a:lnTo>
                  <a:lnTo>
                    <a:pt x="7276726" y="1033957"/>
                  </a:lnTo>
                  <a:lnTo>
                    <a:pt x="7277567" y="1037240"/>
                  </a:lnTo>
                  <a:lnTo>
                    <a:pt x="7278408" y="1040996"/>
                  </a:lnTo>
                  <a:lnTo>
                    <a:pt x="7279249" y="1045863"/>
                  </a:lnTo>
                  <a:lnTo>
                    <a:pt x="7280091" y="1050607"/>
                  </a:lnTo>
                  <a:lnTo>
                    <a:pt x="7280932" y="1055449"/>
                  </a:lnTo>
                  <a:lnTo>
                    <a:pt x="7281773" y="1061333"/>
                  </a:lnTo>
                  <a:lnTo>
                    <a:pt x="7282614" y="1067357"/>
                  </a:lnTo>
                  <a:lnTo>
                    <a:pt x="7283455" y="1073840"/>
                  </a:lnTo>
                  <a:lnTo>
                    <a:pt x="7284297" y="1080424"/>
                  </a:lnTo>
                  <a:lnTo>
                    <a:pt x="7285138" y="1087331"/>
                  </a:lnTo>
                  <a:lnTo>
                    <a:pt x="7285979" y="1094828"/>
                  </a:lnTo>
                  <a:lnTo>
                    <a:pt x="7286820" y="1101189"/>
                  </a:lnTo>
                  <a:lnTo>
                    <a:pt x="7287661" y="1107244"/>
                  </a:lnTo>
                  <a:lnTo>
                    <a:pt x="7288503" y="1112640"/>
                  </a:lnTo>
                  <a:lnTo>
                    <a:pt x="7289344" y="1117324"/>
                  </a:lnTo>
                  <a:lnTo>
                    <a:pt x="7290185" y="1121641"/>
                  </a:lnTo>
                  <a:lnTo>
                    <a:pt x="7291026" y="1124794"/>
                  </a:lnTo>
                  <a:lnTo>
                    <a:pt x="7291867" y="1126577"/>
                  </a:lnTo>
                  <a:lnTo>
                    <a:pt x="7292709" y="1127023"/>
                  </a:lnTo>
                  <a:lnTo>
                    <a:pt x="7293550" y="1126742"/>
                  </a:lnTo>
                  <a:lnTo>
                    <a:pt x="7294391" y="1126197"/>
                  </a:lnTo>
                  <a:lnTo>
                    <a:pt x="7295232" y="1123762"/>
                  </a:lnTo>
                  <a:lnTo>
                    <a:pt x="7296073" y="1120987"/>
                  </a:lnTo>
                  <a:lnTo>
                    <a:pt x="7296915" y="1117757"/>
                  </a:lnTo>
                  <a:lnTo>
                    <a:pt x="7297756" y="1113423"/>
                  </a:lnTo>
                  <a:lnTo>
                    <a:pt x="7298597" y="1107148"/>
                  </a:lnTo>
                  <a:lnTo>
                    <a:pt x="7299438" y="1100572"/>
                  </a:lnTo>
                  <a:lnTo>
                    <a:pt x="7300279" y="1095241"/>
                  </a:lnTo>
                  <a:lnTo>
                    <a:pt x="7301121" y="1090022"/>
                  </a:lnTo>
                  <a:lnTo>
                    <a:pt x="7301962" y="1084162"/>
                  </a:lnTo>
                  <a:lnTo>
                    <a:pt x="7302803" y="1077777"/>
                  </a:lnTo>
                  <a:lnTo>
                    <a:pt x="7303644" y="1072895"/>
                  </a:lnTo>
                  <a:lnTo>
                    <a:pt x="7304485" y="1067762"/>
                  </a:lnTo>
                  <a:lnTo>
                    <a:pt x="7305327" y="1062420"/>
                  </a:lnTo>
                  <a:lnTo>
                    <a:pt x="7306168" y="1057820"/>
                  </a:lnTo>
                  <a:lnTo>
                    <a:pt x="7307009" y="1052419"/>
                  </a:lnTo>
                  <a:lnTo>
                    <a:pt x="7307850" y="1047168"/>
                  </a:lnTo>
                  <a:lnTo>
                    <a:pt x="7308691" y="1042377"/>
                  </a:lnTo>
                  <a:lnTo>
                    <a:pt x="7309533" y="1036501"/>
                  </a:lnTo>
                  <a:lnTo>
                    <a:pt x="7310374" y="1031102"/>
                  </a:lnTo>
                  <a:lnTo>
                    <a:pt x="7311215" y="1026361"/>
                  </a:lnTo>
                  <a:lnTo>
                    <a:pt x="7312056" y="1021209"/>
                  </a:lnTo>
                  <a:lnTo>
                    <a:pt x="7312897" y="1015603"/>
                  </a:lnTo>
                  <a:lnTo>
                    <a:pt x="7313739" y="1010853"/>
                  </a:lnTo>
                  <a:lnTo>
                    <a:pt x="7314580" y="1004605"/>
                  </a:lnTo>
                  <a:lnTo>
                    <a:pt x="7315421" y="999721"/>
                  </a:lnTo>
                  <a:lnTo>
                    <a:pt x="7316262" y="995437"/>
                  </a:lnTo>
                  <a:lnTo>
                    <a:pt x="7317103" y="991065"/>
                  </a:lnTo>
                  <a:lnTo>
                    <a:pt x="7317945" y="987258"/>
                  </a:lnTo>
                  <a:lnTo>
                    <a:pt x="7318786" y="983103"/>
                  </a:lnTo>
                  <a:lnTo>
                    <a:pt x="7319627" y="980162"/>
                  </a:lnTo>
                  <a:lnTo>
                    <a:pt x="7320468" y="977612"/>
                  </a:lnTo>
                  <a:lnTo>
                    <a:pt x="7321309" y="974203"/>
                  </a:lnTo>
                  <a:lnTo>
                    <a:pt x="7322151" y="971423"/>
                  </a:lnTo>
                  <a:lnTo>
                    <a:pt x="7322992" y="968731"/>
                  </a:lnTo>
                  <a:lnTo>
                    <a:pt x="7323833" y="965690"/>
                  </a:lnTo>
                  <a:lnTo>
                    <a:pt x="7324674" y="962760"/>
                  </a:lnTo>
                  <a:lnTo>
                    <a:pt x="7325515" y="957979"/>
                  </a:lnTo>
                  <a:lnTo>
                    <a:pt x="7326357" y="953031"/>
                  </a:lnTo>
                  <a:lnTo>
                    <a:pt x="7327198" y="947612"/>
                  </a:lnTo>
                  <a:lnTo>
                    <a:pt x="7328039" y="941589"/>
                  </a:lnTo>
                  <a:lnTo>
                    <a:pt x="7328880" y="934861"/>
                  </a:lnTo>
                  <a:lnTo>
                    <a:pt x="7329721" y="928069"/>
                  </a:lnTo>
                  <a:lnTo>
                    <a:pt x="7330563" y="920995"/>
                  </a:lnTo>
                  <a:lnTo>
                    <a:pt x="7331404" y="913981"/>
                  </a:lnTo>
                  <a:lnTo>
                    <a:pt x="7332245" y="903945"/>
                  </a:lnTo>
                  <a:lnTo>
                    <a:pt x="7333086" y="894475"/>
                  </a:lnTo>
                  <a:lnTo>
                    <a:pt x="7333928" y="886988"/>
                  </a:lnTo>
                  <a:lnTo>
                    <a:pt x="7334769" y="879816"/>
                  </a:lnTo>
                  <a:lnTo>
                    <a:pt x="7335610" y="874753"/>
                  </a:lnTo>
                  <a:lnTo>
                    <a:pt x="7336451" y="870609"/>
                  </a:lnTo>
                  <a:lnTo>
                    <a:pt x="7337292" y="866583"/>
                  </a:lnTo>
                  <a:lnTo>
                    <a:pt x="7338134" y="862704"/>
                  </a:lnTo>
                  <a:lnTo>
                    <a:pt x="7338975" y="859563"/>
                  </a:lnTo>
                  <a:lnTo>
                    <a:pt x="7339816" y="857049"/>
                  </a:lnTo>
                  <a:lnTo>
                    <a:pt x="7340657" y="856218"/>
                  </a:lnTo>
                  <a:lnTo>
                    <a:pt x="7341498" y="855648"/>
                  </a:lnTo>
                  <a:lnTo>
                    <a:pt x="7342340" y="854729"/>
                  </a:lnTo>
                  <a:lnTo>
                    <a:pt x="7343181" y="854156"/>
                  </a:lnTo>
                  <a:lnTo>
                    <a:pt x="7344022" y="854768"/>
                  </a:lnTo>
                  <a:lnTo>
                    <a:pt x="7344863" y="856209"/>
                  </a:lnTo>
                  <a:lnTo>
                    <a:pt x="7345704" y="857197"/>
                  </a:lnTo>
                  <a:lnTo>
                    <a:pt x="7346546" y="857618"/>
                  </a:lnTo>
                  <a:lnTo>
                    <a:pt x="7347387" y="857173"/>
                  </a:lnTo>
                  <a:lnTo>
                    <a:pt x="7348228" y="857595"/>
                  </a:lnTo>
                  <a:lnTo>
                    <a:pt x="7349069" y="857882"/>
                  </a:lnTo>
                  <a:lnTo>
                    <a:pt x="7349910" y="857505"/>
                  </a:lnTo>
                  <a:lnTo>
                    <a:pt x="7350752" y="858314"/>
                  </a:lnTo>
                  <a:lnTo>
                    <a:pt x="7351593" y="860340"/>
                  </a:lnTo>
                  <a:lnTo>
                    <a:pt x="7352434" y="862027"/>
                  </a:lnTo>
                  <a:lnTo>
                    <a:pt x="7353275" y="863374"/>
                  </a:lnTo>
                  <a:lnTo>
                    <a:pt x="7354116" y="864581"/>
                  </a:lnTo>
                  <a:lnTo>
                    <a:pt x="7354958" y="867084"/>
                  </a:lnTo>
                  <a:lnTo>
                    <a:pt x="7355799" y="870542"/>
                  </a:lnTo>
                  <a:lnTo>
                    <a:pt x="7356640" y="873785"/>
                  </a:lnTo>
                  <a:lnTo>
                    <a:pt x="7357481" y="877518"/>
                  </a:lnTo>
                  <a:lnTo>
                    <a:pt x="7358322" y="882001"/>
                  </a:lnTo>
                  <a:lnTo>
                    <a:pt x="7359164" y="887066"/>
                  </a:lnTo>
                  <a:lnTo>
                    <a:pt x="7360005" y="892647"/>
                  </a:lnTo>
                  <a:lnTo>
                    <a:pt x="7360846" y="897920"/>
                  </a:lnTo>
                  <a:lnTo>
                    <a:pt x="7361687" y="902713"/>
                  </a:lnTo>
                  <a:lnTo>
                    <a:pt x="7362528" y="908056"/>
                  </a:lnTo>
                  <a:lnTo>
                    <a:pt x="7363370" y="913980"/>
                  </a:lnTo>
                  <a:lnTo>
                    <a:pt x="7364211" y="922172"/>
                  </a:lnTo>
                  <a:lnTo>
                    <a:pt x="7365052" y="930958"/>
                  </a:lnTo>
                  <a:lnTo>
                    <a:pt x="7365893" y="940594"/>
                  </a:lnTo>
                  <a:lnTo>
                    <a:pt x="7366734" y="950424"/>
                  </a:lnTo>
                  <a:lnTo>
                    <a:pt x="7367576" y="960490"/>
                  </a:lnTo>
                  <a:lnTo>
                    <a:pt x="7368417" y="970928"/>
                  </a:lnTo>
                  <a:lnTo>
                    <a:pt x="7369258" y="980201"/>
                  </a:lnTo>
                  <a:lnTo>
                    <a:pt x="7370099" y="990156"/>
                  </a:lnTo>
                  <a:lnTo>
                    <a:pt x="7370940" y="1000090"/>
                  </a:lnTo>
                  <a:lnTo>
                    <a:pt x="7371782" y="1010183"/>
                  </a:lnTo>
                  <a:lnTo>
                    <a:pt x="7372623" y="1020442"/>
                  </a:lnTo>
                  <a:lnTo>
                    <a:pt x="7373464" y="1030599"/>
                  </a:lnTo>
                  <a:lnTo>
                    <a:pt x="7374305" y="1041994"/>
                  </a:lnTo>
                  <a:lnTo>
                    <a:pt x="7375146" y="1052438"/>
                  </a:lnTo>
                  <a:lnTo>
                    <a:pt x="7375988" y="1061772"/>
                  </a:lnTo>
                  <a:lnTo>
                    <a:pt x="7376829" y="1070271"/>
                  </a:lnTo>
                  <a:lnTo>
                    <a:pt x="7377670" y="1077766"/>
                  </a:lnTo>
                  <a:lnTo>
                    <a:pt x="7378511" y="1085274"/>
                  </a:lnTo>
                  <a:lnTo>
                    <a:pt x="7379352" y="1092890"/>
                  </a:lnTo>
                  <a:lnTo>
                    <a:pt x="7380194" y="1099512"/>
                  </a:lnTo>
                  <a:lnTo>
                    <a:pt x="7381035" y="1105617"/>
                  </a:lnTo>
                  <a:lnTo>
                    <a:pt x="7381876" y="1111771"/>
                  </a:lnTo>
                  <a:lnTo>
                    <a:pt x="7382717" y="1117664"/>
                  </a:lnTo>
                  <a:lnTo>
                    <a:pt x="7383558" y="1123144"/>
                  </a:lnTo>
                  <a:lnTo>
                    <a:pt x="7384400" y="1129143"/>
                  </a:lnTo>
                  <a:lnTo>
                    <a:pt x="7385241" y="1134969"/>
                  </a:lnTo>
                  <a:lnTo>
                    <a:pt x="7386082" y="1141420"/>
                  </a:lnTo>
                  <a:lnTo>
                    <a:pt x="7386923" y="1149193"/>
                  </a:lnTo>
                  <a:lnTo>
                    <a:pt x="7387764" y="1156785"/>
                  </a:lnTo>
                  <a:lnTo>
                    <a:pt x="7388606" y="1165321"/>
                  </a:lnTo>
                  <a:lnTo>
                    <a:pt x="7389447" y="1173846"/>
                  </a:lnTo>
                  <a:lnTo>
                    <a:pt x="7390288" y="1183295"/>
                  </a:lnTo>
                  <a:lnTo>
                    <a:pt x="7391129" y="1193064"/>
                  </a:lnTo>
                  <a:lnTo>
                    <a:pt x="7391970" y="1202486"/>
                  </a:lnTo>
                  <a:lnTo>
                    <a:pt x="7392812" y="1211200"/>
                  </a:lnTo>
                  <a:lnTo>
                    <a:pt x="7393653" y="1220544"/>
                  </a:lnTo>
                  <a:lnTo>
                    <a:pt x="7394494" y="1228143"/>
                  </a:lnTo>
                  <a:lnTo>
                    <a:pt x="7395335" y="1235977"/>
                  </a:lnTo>
                  <a:lnTo>
                    <a:pt x="7396176" y="1243529"/>
                  </a:lnTo>
                  <a:lnTo>
                    <a:pt x="7397018" y="1251301"/>
                  </a:lnTo>
                  <a:lnTo>
                    <a:pt x="7397859" y="1259364"/>
                  </a:lnTo>
                  <a:lnTo>
                    <a:pt x="7398700" y="1266270"/>
                  </a:lnTo>
                  <a:lnTo>
                    <a:pt x="7399541" y="1272738"/>
                  </a:lnTo>
                  <a:lnTo>
                    <a:pt x="7400382" y="1279536"/>
                  </a:lnTo>
                  <a:lnTo>
                    <a:pt x="7401224" y="1286059"/>
                  </a:lnTo>
                  <a:lnTo>
                    <a:pt x="7402065" y="1291490"/>
                  </a:lnTo>
                  <a:lnTo>
                    <a:pt x="7402906" y="1296907"/>
                  </a:lnTo>
                  <a:lnTo>
                    <a:pt x="7403747" y="1303108"/>
                  </a:lnTo>
                  <a:lnTo>
                    <a:pt x="7404589" y="1309343"/>
                  </a:lnTo>
                  <a:lnTo>
                    <a:pt x="7405430" y="1315211"/>
                  </a:lnTo>
                  <a:lnTo>
                    <a:pt x="7406271" y="1321248"/>
                  </a:lnTo>
                  <a:lnTo>
                    <a:pt x="7407112" y="1327221"/>
                  </a:lnTo>
                  <a:lnTo>
                    <a:pt x="7407953" y="1333011"/>
                  </a:lnTo>
                  <a:lnTo>
                    <a:pt x="7408795" y="1339030"/>
                  </a:lnTo>
                  <a:lnTo>
                    <a:pt x="7409636" y="1344505"/>
                  </a:lnTo>
                  <a:lnTo>
                    <a:pt x="7410477" y="1349912"/>
                  </a:lnTo>
                  <a:lnTo>
                    <a:pt x="7411318" y="1354524"/>
                  </a:lnTo>
                  <a:lnTo>
                    <a:pt x="7412159" y="1359262"/>
                  </a:lnTo>
                  <a:lnTo>
                    <a:pt x="7413001" y="1363390"/>
                  </a:lnTo>
                  <a:lnTo>
                    <a:pt x="7413842" y="1366868"/>
                  </a:lnTo>
                  <a:lnTo>
                    <a:pt x="7414683" y="1369934"/>
                  </a:lnTo>
                  <a:lnTo>
                    <a:pt x="7415524" y="1372627"/>
                  </a:lnTo>
                  <a:lnTo>
                    <a:pt x="7416365" y="1374838"/>
                  </a:lnTo>
                  <a:lnTo>
                    <a:pt x="7417207" y="1376655"/>
                  </a:lnTo>
                  <a:lnTo>
                    <a:pt x="7418048" y="1377847"/>
                  </a:lnTo>
                  <a:lnTo>
                    <a:pt x="7418889" y="1378781"/>
                  </a:lnTo>
                  <a:lnTo>
                    <a:pt x="7419730" y="1379046"/>
                  </a:lnTo>
                  <a:lnTo>
                    <a:pt x="7420571" y="1379568"/>
                  </a:lnTo>
                  <a:lnTo>
                    <a:pt x="7421413" y="1379907"/>
                  </a:lnTo>
                  <a:lnTo>
                    <a:pt x="7422254" y="1380158"/>
                  </a:lnTo>
                  <a:lnTo>
                    <a:pt x="7423095" y="1380256"/>
                  </a:lnTo>
                  <a:lnTo>
                    <a:pt x="7423936" y="1379964"/>
                  </a:lnTo>
                  <a:lnTo>
                    <a:pt x="7424777" y="1380199"/>
                  </a:lnTo>
                  <a:lnTo>
                    <a:pt x="7425619" y="1380702"/>
                  </a:lnTo>
                  <a:lnTo>
                    <a:pt x="7426460" y="1381392"/>
                  </a:lnTo>
                  <a:lnTo>
                    <a:pt x="7427301" y="1382944"/>
                  </a:lnTo>
                  <a:lnTo>
                    <a:pt x="7428142" y="1384233"/>
                  </a:lnTo>
                  <a:lnTo>
                    <a:pt x="7428983" y="1385306"/>
                  </a:lnTo>
                  <a:lnTo>
                    <a:pt x="7429825" y="1386688"/>
                  </a:lnTo>
                  <a:lnTo>
                    <a:pt x="7430666" y="1387562"/>
                  </a:lnTo>
                  <a:lnTo>
                    <a:pt x="7431507" y="1387781"/>
                  </a:lnTo>
                  <a:lnTo>
                    <a:pt x="7432348" y="1387468"/>
                  </a:lnTo>
                  <a:lnTo>
                    <a:pt x="7433189" y="1388142"/>
                  </a:lnTo>
                  <a:lnTo>
                    <a:pt x="7434031" y="1388386"/>
                  </a:lnTo>
                  <a:lnTo>
                    <a:pt x="7434872" y="1389516"/>
                  </a:lnTo>
                  <a:lnTo>
                    <a:pt x="7435713" y="1390712"/>
                  </a:lnTo>
                  <a:lnTo>
                    <a:pt x="7436554" y="1391867"/>
                  </a:lnTo>
                  <a:lnTo>
                    <a:pt x="7437395" y="1392504"/>
                  </a:lnTo>
                  <a:lnTo>
                    <a:pt x="7438237" y="1393051"/>
                  </a:lnTo>
                  <a:lnTo>
                    <a:pt x="7439078" y="1393408"/>
                  </a:lnTo>
                  <a:lnTo>
                    <a:pt x="7439919" y="1392757"/>
                  </a:lnTo>
                  <a:lnTo>
                    <a:pt x="7440760" y="1391825"/>
                  </a:lnTo>
                  <a:lnTo>
                    <a:pt x="7441601" y="1389698"/>
                  </a:lnTo>
                  <a:lnTo>
                    <a:pt x="7442443" y="1387157"/>
                  </a:lnTo>
                  <a:lnTo>
                    <a:pt x="7443284" y="1384799"/>
                  </a:lnTo>
                  <a:lnTo>
                    <a:pt x="7444125" y="1382199"/>
                  </a:lnTo>
                  <a:lnTo>
                    <a:pt x="7444966" y="1380517"/>
                  </a:lnTo>
                  <a:lnTo>
                    <a:pt x="7445807" y="1378573"/>
                  </a:lnTo>
                  <a:lnTo>
                    <a:pt x="7446649" y="1375416"/>
                  </a:lnTo>
                  <a:lnTo>
                    <a:pt x="7447490" y="1370579"/>
                  </a:lnTo>
                  <a:lnTo>
                    <a:pt x="7448331" y="1365685"/>
                  </a:lnTo>
                  <a:lnTo>
                    <a:pt x="7449172" y="1360965"/>
                  </a:lnTo>
                  <a:lnTo>
                    <a:pt x="7450013" y="1356636"/>
                  </a:lnTo>
                  <a:lnTo>
                    <a:pt x="7450855" y="1352367"/>
                  </a:lnTo>
                  <a:lnTo>
                    <a:pt x="7451696" y="1348358"/>
                  </a:lnTo>
                  <a:lnTo>
                    <a:pt x="7452537" y="1343829"/>
                  </a:lnTo>
                  <a:lnTo>
                    <a:pt x="7453378" y="1339751"/>
                  </a:lnTo>
                  <a:lnTo>
                    <a:pt x="7454219" y="1335882"/>
                  </a:lnTo>
                  <a:lnTo>
                    <a:pt x="7455061" y="1332105"/>
                  </a:lnTo>
                  <a:lnTo>
                    <a:pt x="7455902" y="1329299"/>
                  </a:lnTo>
                  <a:lnTo>
                    <a:pt x="7456743" y="1328108"/>
                  </a:lnTo>
                  <a:lnTo>
                    <a:pt x="7457584" y="1326633"/>
                  </a:lnTo>
                  <a:lnTo>
                    <a:pt x="7458425" y="1325379"/>
                  </a:lnTo>
                  <a:lnTo>
                    <a:pt x="7459267" y="1324518"/>
                  </a:lnTo>
                  <a:lnTo>
                    <a:pt x="7460108" y="1324982"/>
                  </a:lnTo>
                  <a:lnTo>
                    <a:pt x="7460949" y="1326041"/>
                  </a:lnTo>
                  <a:lnTo>
                    <a:pt x="7461790" y="1325925"/>
                  </a:lnTo>
                  <a:lnTo>
                    <a:pt x="7462631" y="1326193"/>
                  </a:lnTo>
                  <a:lnTo>
                    <a:pt x="7463473" y="1328332"/>
                  </a:lnTo>
                  <a:lnTo>
                    <a:pt x="7464314" y="1330280"/>
                  </a:lnTo>
                  <a:lnTo>
                    <a:pt x="7465155" y="1332615"/>
                  </a:lnTo>
                  <a:lnTo>
                    <a:pt x="7465996" y="1335684"/>
                  </a:lnTo>
                  <a:lnTo>
                    <a:pt x="7466837" y="1338638"/>
                  </a:lnTo>
                  <a:lnTo>
                    <a:pt x="7467679" y="1341186"/>
                  </a:lnTo>
                  <a:lnTo>
                    <a:pt x="7468520" y="1340936"/>
                  </a:lnTo>
                  <a:lnTo>
                    <a:pt x="7469361" y="1339871"/>
                  </a:lnTo>
                  <a:lnTo>
                    <a:pt x="7470202" y="1338032"/>
                  </a:lnTo>
                  <a:lnTo>
                    <a:pt x="7471043" y="1336306"/>
                  </a:lnTo>
                  <a:lnTo>
                    <a:pt x="7471885" y="1333598"/>
                  </a:lnTo>
                  <a:lnTo>
                    <a:pt x="7472726" y="1331039"/>
                  </a:lnTo>
                  <a:lnTo>
                    <a:pt x="7473567" y="1328631"/>
                  </a:lnTo>
                  <a:lnTo>
                    <a:pt x="7474408" y="1326815"/>
                  </a:lnTo>
                  <a:lnTo>
                    <a:pt x="7475250" y="1326318"/>
                  </a:lnTo>
                  <a:lnTo>
                    <a:pt x="7476091" y="1326681"/>
                  </a:lnTo>
                  <a:lnTo>
                    <a:pt x="7476932" y="1327751"/>
                  </a:lnTo>
                  <a:lnTo>
                    <a:pt x="7477773" y="1330037"/>
                  </a:lnTo>
                  <a:lnTo>
                    <a:pt x="7478614" y="1332810"/>
                  </a:lnTo>
                  <a:lnTo>
                    <a:pt x="7479456" y="1334750"/>
                  </a:lnTo>
                  <a:lnTo>
                    <a:pt x="7480297" y="1338543"/>
                  </a:lnTo>
                  <a:lnTo>
                    <a:pt x="7481138" y="1342717"/>
                  </a:lnTo>
                  <a:lnTo>
                    <a:pt x="7481979" y="1346197"/>
                  </a:lnTo>
                  <a:lnTo>
                    <a:pt x="7482820" y="1350995"/>
                  </a:lnTo>
                  <a:lnTo>
                    <a:pt x="7483662" y="1355422"/>
                  </a:lnTo>
                  <a:lnTo>
                    <a:pt x="7484503" y="1359411"/>
                  </a:lnTo>
                  <a:lnTo>
                    <a:pt x="7485344" y="1362575"/>
                  </a:lnTo>
                  <a:lnTo>
                    <a:pt x="7486185" y="1365203"/>
                  </a:lnTo>
                  <a:lnTo>
                    <a:pt x="7487026" y="1368145"/>
                  </a:lnTo>
                  <a:lnTo>
                    <a:pt x="7487868" y="1370653"/>
                  </a:lnTo>
                  <a:lnTo>
                    <a:pt x="7488709" y="1372932"/>
                  </a:lnTo>
                  <a:lnTo>
                    <a:pt x="7489550" y="1375762"/>
                  </a:lnTo>
                  <a:lnTo>
                    <a:pt x="7490391" y="1376709"/>
                  </a:lnTo>
                  <a:lnTo>
                    <a:pt x="7491232" y="1377354"/>
                  </a:lnTo>
                  <a:lnTo>
                    <a:pt x="7492074" y="1377410"/>
                  </a:lnTo>
                  <a:lnTo>
                    <a:pt x="7492915" y="1376338"/>
                  </a:lnTo>
                  <a:lnTo>
                    <a:pt x="7493756" y="1377305"/>
                  </a:lnTo>
                  <a:lnTo>
                    <a:pt x="7494597" y="1379161"/>
                  </a:lnTo>
                  <a:lnTo>
                    <a:pt x="7495438" y="1382108"/>
                  </a:lnTo>
                  <a:lnTo>
                    <a:pt x="7496280" y="1385294"/>
                  </a:lnTo>
                  <a:lnTo>
                    <a:pt x="7497121" y="1388855"/>
                  </a:lnTo>
                  <a:lnTo>
                    <a:pt x="7497962" y="1392724"/>
                  </a:lnTo>
                  <a:lnTo>
                    <a:pt x="7498803" y="1397000"/>
                  </a:lnTo>
                  <a:lnTo>
                    <a:pt x="7499644" y="1402307"/>
                  </a:lnTo>
                  <a:lnTo>
                    <a:pt x="7500486" y="1410292"/>
                  </a:lnTo>
                  <a:lnTo>
                    <a:pt x="7501327" y="1417281"/>
                  </a:lnTo>
                  <a:lnTo>
                    <a:pt x="7502168" y="1422993"/>
                  </a:lnTo>
                  <a:lnTo>
                    <a:pt x="7503009" y="1427961"/>
                  </a:lnTo>
                  <a:lnTo>
                    <a:pt x="7503850" y="1430672"/>
                  </a:lnTo>
                  <a:lnTo>
                    <a:pt x="7504692" y="1432105"/>
                  </a:lnTo>
                  <a:lnTo>
                    <a:pt x="7505533" y="1434694"/>
                  </a:lnTo>
                  <a:lnTo>
                    <a:pt x="7506374" y="1437782"/>
                  </a:lnTo>
                  <a:lnTo>
                    <a:pt x="7507215" y="1438991"/>
                  </a:lnTo>
                  <a:lnTo>
                    <a:pt x="7508056" y="1439439"/>
                  </a:lnTo>
                  <a:lnTo>
                    <a:pt x="7508898" y="1438696"/>
                  </a:lnTo>
                  <a:lnTo>
                    <a:pt x="7509739" y="1437974"/>
                  </a:lnTo>
                  <a:lnTo>
                    <a:pt x="7510580" y="1438597"/>
                  </a:lnTo>
                  <a:lnTo>
                    <a:pt x="7511421" y="1438916"/>
                  </a:lnTo>
                  <a:lnTo>
                    <a:pt x="7512262" y="1439675"/>
                  </a:lnTo>
                  <a:lnTo>
                    <a:pt x="7513104" y="1440187"/>
                  </a:lnTo>
                  <a:lnTo>
                    <a:pt x="7513945" y="1441375"/>
                  </a:lnTo>
                  <a:lnTo>
                    <a:pt x="7514786" y="1442665"/>
                  </a:lnTo>
                  <a:lnTo>
                    <a:pt x="7515627" y="1444424"/>
                  </a:lnTo>
                  <a:lnTo>
                    <a:pt x="7516468" y="1445879"/>
                  </a:lnTo>
                  <a:lnTo>
                    <a:pt x="7517310" y="1447191"/>
                  </a:lnTo>
                  <a:lnTo>
                    <a:pt x="7518151" y="1448646"/>
                  </a:lnTo>
                  <a:lnTo>
                    <a:pt x="7518992" y="1450009"/>
                  </a:lnTo>
                  <a:lnTo>
                    <a:pt x="7519833" y="1450884"/>
                  </a:lnTo>
                  <a:lnTo>
                    <a:pt x="7520674" y="1451784"/>
                  </a:lnTo>
                  <a:lnTo>
                    <a:pt x="7521516" y="1453089"/>
                  </a:lnTo>
                  <a:lnTo>
                    <a:pt x="7522357" y="1454566"/>
                  </a:lnTo>
                  <a:lnTo>
                    <a:pt x="7523198" y="1455165"/>
                  </a:lnTo>
                  <a:lnTo>
                    <a:pt x="7524039" y="1455403"/>
                  </a:lnTo>
                  <a:lnTo>
                    <a:pt x="7524880" y="1455453"/>
                  </a:lnTo>
                  <a:lnTo>
                    <a:pt x="7525722" y="1454929"/>
                  </a:lnTo>
                  <a:lnTo>
                    <a:pt x="7526563" y="1454126"/>
                  </a:lnTo>
                  <a:lnTo>
                    <a:pt x="7527404" y="1453189"/>
                  </a:lnTo>
                  <a:lnTo>
                    <a:pt x="7528245" y="1452503"/>
                  </a:lnTo>
                  <a:lnTo>
                    <a:pt x="7529086" y="1452127"/>
                  </a:lnTo>
                  <a:lnTo>
                    <a:pt x="7529928" y="1452844"/>
                  </a:lnTo>
                  <a:lnTo>
                    <a:pt x="7530769" y="1454537"/>
                  </a:lnTo>
                  <a:lnTo>
                    <a:pt x="7531610" y="1455820"/>
                  </a:lnTo>
                  <a:lnTo>
                    <a:pt x="7532451" y="1457010"/>
                  </a:lnTo>
                  <a:lnTo>
                    <a:pt x="7533292" y="1457910"/>
                  </a:lnTo>
                  <a:lnTo>
                    <a:pt x="7534134" y="1457940"/>
                  </a:lnTo>
                  <a:lnTo>
                    <a:pt x="7534975" y="1457507"/>
                  </a:lnTo>
                  <a:lnTo>
                    <a:pt x="7535816" y="1456993"/>
                  </a:lnTo>
                  <a:lnTo>
                    <a:pt x="7536657" y="1455595"/>
                  </a:lnTo>
                  <a:lnTo>
                    <a:pt x="7537498" y="1453696"/>
                  </a:lnTo>
                  <a:lnTo>
                    <a:pt x="7538340" y="1451613"/>
                  </a:lnTo>
                  <a:lnTo>
                    <a:pt x="7539181" y="1448799"/>
                  </a:lnTo>
                  <a:lnTo>
                    <a:pt x="7540022" y="1445620"/>
                  </a:lnTo>
                  <a:lnTo>
                    <a:pt x="7540863" y="1441135"/>
                  </a:lnTo>
                  <a:lnTo>
                    <a:pt x="7541704" y="1435463"/>
                  </a:lnTo>
                  <a:lnTo>
                    <a:pt x="7542546" y="1428835"/>
                  </a:lnTo>
                  <a:lnTo>
                    <a:pt x="7543387" y="1421981"/>
                  </a:lnTo>
                  <a:lnTo>
                    <a:pt x="7544228" y="1415966"/>
                  </a:lnTo>
                  <a:lnTo>
                    <a:pt x="7545069" y="1409666"/>
                  </a:lnTo>
                  <a:lnTo>
                    <a:pt x="7545911" y="1403602"/>
                  </a:lnTo>
                  <a:lnTo>
                    <a:pt x="7546752" y="1397774"/>
                  </a:lnTo>
                  <a:lnTo>
                    <a:pt x="7547593" y="1393094"/>
                  </a:lnTo>
                  <a:lnTo>
                    <a:pt x="7548434" y="1388527"/>
                  </a:lnTo>
                  <a:lnTo>
                    <a:pt x="7549275" y="1385048"/>
                  </a:lnTo>
                  <a:lnTo>
                    <a:pt x="7550117" y="1382464"/>
                  </a:lnTo>
                  <a:lnTo>
                    <a:pt x="7550958" y="1379698"/>
                  </a:lnTo>
                  <a:lnTo>
                    <a:pt x="7551799" y="1376424"/>
                  </a:lnTo>
                  <a:lnTo>
                    <a:pt x="7552640" y="1373383"/>
                  </a:lnTo>
                  <a:lnTo>
                    <a:pt x="7553481" y="1370398"/>
                  </a:lnTo>
                  <a:lnTo>
                    <a:pt x="7554323" y="1366701"/>
                  </a:lnTo>
                  <a:lnTo>
                    <a:pt x="7555164" y="1363169"/>
                  </a:lnTo>
                  <a:lnTo>
                    <a:pt x="7556005" y="1360405"/>
                  </a:lnTo>
                  <a:lnTo>
                    <a:pt x="7556846" y="1357257"/>
                  </a:lnTo>
                  <a:lnTo>
                    <a:pt x="7557687" y="1353295"/>
                  </a:lnTo>
                  <a:lnTo>
                    <a:pt x="7558529" y="1349367"/>
                  </a:lnTo>
                  <a:lnTo>
                    <a:pt x="7559370" y="1345823"/>
                  </a:lnTo>
                  <a:lnTo>
                    <a:pt x="7560211" y="1342044"/>
                  </a:lnTo>
                  <a:lnTo>
                    <a:pt x="7561052" y="1338989"/>
                  </a:lnTo>
                  <a:lnTo>
                    <a:pt x="7561893" y="1335682"/>
                  </a:lnTo>
                  <a:lnTo>
                    <a:pt x="7562735" y="1332978"/>
                  </a:lnTo>
                  <a:lnTo>
                    <a:pt x="7563576" y="1330101"/>
                  </a:lnTo>
                  <a:lnTo>
                    <a:pt x="7564417" y="1328091"/>
                  </a:lnTo>
                  <a:lnTo>
                    <a:pt x="7565258" y="1325930"/>
                  </a:lnTo>
                  <a:lnTo>
                    <a:pt x="7566099" y="1323000"/>
                  </a:lnTo>
                  <a:lnTo>
                    <a:pt x="7566941" y="1321201"/>
                  </a:lnTo>
                  <a:lnTo>
                    <a:pt x="7567782" y="1319511"/>
                  </a:lnTo>
                  <a:lnTo>
                    <a:pt x="7568623" y="1318972"/>
                  </a:lnTo>
                  <a:lnTo>
                    <a:pt x="7569464" y="1319062"/>
                  </a:lnTo>
                  <a:lnTo>
                    <a:pt x="7570305" y="1319728"/>
                  </a:lnTo>
                  <a:lnTo>
                    <a:pt x="7571147" y="1320325"/>
                  </a:lnTo>
                  <a:lnTo>
                    <a:pt x="7571988" y="1319785"/>
                  </a:lnTo>
                  <a:lnTo>
                    <a:pt x="7572829" y="1318819"/>
                  </a:lnTo>
                  <a:lnTo>
                    <a:pt x="7573670" y="1317363"/>
                  </a:lnTo>
                  <a:lnTo>
                    <a:pt x="7574511" y="1315842"/>
                  </a:lnTo>
                  <a:lnTo>
                    <a:pt x="7575353" y="1314360"/>
                  </a:lnTo>
                  <a:lnTo>
                    <a:pt x="7576194" y="1313072"/>
                  </a:lnTo>
                  <a:lnTo>
                    <a:pt x="7577035" y="1311746"/>
                  </a:lnTo>
                  <a:lnTo>
                    <a:pt x="7577876" y="1310528"/>
                  </a:lnTo>
                  <a:lnTo>
                    <a:pt x="7578717" y="1309484"/>
                  </a:lnTo>
                  <a:lnTo>
                    <a:pt x="7579559" y="1308675"/>
                  </a:lnTo>
                  <a:lnTo>
                    <a:pt x="7580400" y="1307169"/>
                  </a:lnTo>
                  <a:lnTo>
                    <a:pt x="7581241" y="1305506"/>
                  </a:lnTo>
                  <a:lnTo>
                    <a:pt x="7582082" y="1302581"/>
                  </a:lnTo>
                  <a:lnTo>
                    <a:pt x="7582923" y="1300023"/>
                  </a:lnTo>
                  <a:lnTo>
                    <a:pt x="7583765" y="1297482"/>
                  </a:lnTo>
                  <a:lnTo>
                    <a:pt x="7584606" y="1295788"/>
                  </a:lnTo>
                  <a:lnTo>
                    <a:pt x="7585447" y="1294145"/>
                  </a:lnTo>
                  <a:lnTo>
                    <a:pt x="7586288" y="1293567"/>
                  </a:lnTo>
                  <a:lnTo>
                    <a:pt x="7587129" y="1294007"/>
                  </a:lnTo>
                  <a:lnTo>
                    <a:pt x="7587971" y="1295076"/>
                  </a:lnTo>
                  <a:lnTo>
                    <a:pt x="7588812" y="1296028"/>
                  </a:lnTo>
                  <a:lnTo>
                    <a:pt x="7589653" y="1297011"/>
                  </a:lnTo>
                  <a:lnTo>
                    <a:pt x="7590494" y="1298214"/>
                  </a:lnTo>
                  <a:lnTo>
                    <a:pt x="7591335" y="1300511"/>
                  </a:lnTo>
                  <a:lnTo>
                    <a:pt x="7592177" y="1303567"/>
                  </a:lnTo>
                  <a:lnTo>
                    <a:pt x="7593018" y="1306317"/>
                  </a:lnTo>
                  <a:lnTo>
                    <a:pt x="7593859" y="1309070"/>
                  </a:lnTo>
                  <a:lnTo>
                    <a:pt x="7594700" y="1312052"/>
                  </a:lnTo>
                  <a:lnTo>
                    <a:pt x="7595541" y="1314204"/>
                  </a:lnTo>
                  <a:lnTo>
                    <a:pt x="7596383" y="1316369"/>
                  </a:lnTo>
                  <a:lnTo>
                    <a:pt x="7597224" y="1318559"/>
                  </a:lnTo>
                  <a:lnTo>
                    <a:pt x="7598065" y="1320823"/>
                  </a:lnTo>
                  <a:lnTo>
                    <a:pt x="7598906" y="1322456"/>
                  </a:lnTo>
                  <a:lnTo>
                    <a:pt x="7599747" y="1322352"/>
                  </a:lnTo>
                  <a:lnTo>
                    <a:pt x="7600589" y="1320977"/>
                  </a:lnTo>
                  <a:lnTo>
                    <a:pt x="7601430" y="1318333"/>
                  </a:lnTo>
                  <a:lnTo>
                    <a:pt x="7602271" y="1315658"/>
                  </a:lnTo>
                  <a:lnTo>
                    <a:pt x="7603112" y="1312003"/>
                  </a:lnTo>
                  <a:lnTo>
                    <a:pt x="7603953" y="1307695"/>
                  </a:lnTo>
                  <a:lnTo>
                    <a:pt x="7604795" y="1302494"/>
                  </a:lnTo>
                  <a:lnTo>
                    <a:pt x="7605636" y="1297263"/>
                  </a:lnTo>
                  <a:lnTo>
                    <a:pt x="7606477" y="1291408"/>
                  </a:lnTo>
                  <a:lnTo>
                    <a:pt x="7607318" y="1284939"/>
                  </a:lnTo>
                  <a:lnTo>
                    <a:pt x="7608159" y="1279203"/>
                  </a:lnTo>
                  <a:lnTo>
                    <a:pt x="7609001" y="1273470"/>
                  </a:lnTo>
                  <a:lnTo>
                    <a:pt x="7609842" y="1268144"/>
                  </a:lnTo>
                  <a:lnTo>
                    <a:pt x="7610683" y="1262346"/>
                  </a:lnTo>
                  <a:lnTo>
                    <a:pt x="7611524" y="1256404"/>
                  </a:lnTo>
                  <a:lnTo>
                    <a:pt x="7612365" y="1251062"/>
                  </a:lnTo>
                  <a:lnTo>
                    <a:pt x="7613207" y="1245239"/>
                  </a:lnTo>
                  <a:lnTo>
                    <a:pt x="7614048" y="1240559"/>
                  </a:lnTo>
                  <a:lnTo>
                    <a:pt x="7614889" y="1235981"/>
                  </a:lnTo>
                  <a:lnTo>
                    <a:pt x="7615730" y="1232637"/>
                  </a:lnTo>
                  <a:lnTo>
                    <a:pt x="7616572" y="1229699"/>
                  </a:lnTo>
                  <a:lnTo>
                    <a:pt x="7617413" y="1227110"/>
                  </a:lnTo>
                  <a:lnTo>
                    <a:pt x="7618254" y="1224463"/>
                  </a:lnTo>
                  <a:lnTo>
                    <a:pt x="7619095" y="1222217"/>
                  </a:lnTo>
                  <a:lnTo>
                    <a:pt x="7619936" y="1220072"/>
                  </a:lnTo>
                  <a:lnTo>
                    <a:pt x="7620778" y="1218813"/>
                  </a:lnTo>
                  <a:lnTo>
                    <a:pt x="7621619" y="1217749"/>
                  </a:lnTo>
                  <a:lnTo>
                    <a:pt x="7622460" y="1216558"/>
                  </a:lnTo>
                  <a:lnTo>
                    <a:pt x="7623301" y="1216555"/>
                  </a:lnTo>
                  <a:lnTo>
                    <a:pt x="7624142" y="1217169"/>
                  </a:lnTo>
                  <a:lnTo>
                    <a:pt x="7624984" y="1217532"/>
                  </a:lnTo>
                  <a:lnTo>
                    <a:pt x="7625825" y="1219958"/>
                  </a:lnTo>
                  <a:lnTo>
                    <a:pt x="7626666" y="1222621"/>
                  </a:lnTo>
                  <a:lnTo>
                    <a:pt x="7627507" y="1225957"/>
                  </a:lnTo>
                  <a:lnTo>
                    <a:pt x="7628348" y="1229236"/>
                  </a:lnTo>
                  <a:lnTo>
                    <a:pt x="7629190" y="1233306"/>
                  </a:lnTo>
                  <a:lnTo>
                    <a:pt x="7630031" y="1239192"/>
                  </a:lnTo>
                  <a:lnTo>
                    <a:pt x="7630872" y="1245515"/>
                  </a:lnTo>
                  <a:lnTo>
                    <a:pt x="7631713" y="1251905"/>
                  </a:lnTo>
                  <a:lnTo>
                    <a:pt x="7632554" y="1258415"/>
                  </a:lnTo>
                  <a:lnTo>
                    <a:pt x="7633396" y="1264859"/>
                  </a:lnTo>
                  <a:lnTo>
                    <a:pt x="7634237" y="1270860"/>
                  </a:lnTo>
                  <a:lnTo>
                    <a:pt x="7635078" y="1276539"/>
                  </a:lnTo>
                  <a:lnTo>
                    <a:pt x="7635919" y="1281710"/>
                  </a:lnTo>
                  <a:lnTo>
                    <a:pt x="7636760" y="1286828"/>
                  </a:lnTo>
                  <a:lnTo>
                    <a:pt x="7637602" y="1291079"/>
                  </a:lnTo>
                  <a:lnTo>
                    <a:pt x="7638443" y="1295082"/>
                  </a:lnTo>
                  <a:lnTo>
                    <a:pt x="7639284" y="1299441"/>
                  </a:lnTo>
                  <a:lnTo>
                    <a:pt x="7640125" y="1304410"/>
                  </a:lnTo>
                  <a:lnTo>
                    <a:pt x="7640966" y="1308675"/>
                  </a:lnTo>
                  <a:lnTo>
                    <a:pt x="7641808" y="1312665"/>
                  </a:lnTo>
                  <a:lnTo>
                    <a:pt x="7642649" y="1314693"/>
                  </a:lnTo>
                  <a:lnTo>
                    <a:pt x="7643490" y="1314977"/>
                  </a:lnTo>
                  <a:lnTo>
                    <a:pt x="7644331" y="1313973"/>
                  </a:lnTo>
                  <a:lnTo>
                    <a:pt x="7645172" y="1312851"/>
                  </a:lnTo>
                  <a:lnTo>
                    <a:pt x="7646014" y="1310852"/>
                  </a:lnTo>
                  <a:lnTo>
                    <a:pt x="7646855" y="1308291"/>
                  </a:lnTo>
                  <a:lnTo>
                    <a:pt x="7647696" y="1307731"/>
                  </a:lnTo>
                  <a:lnTo>
                    <a:pt x="7648537" y="1306631"/>
                  </a:lnTo>
                  <a:lnTo>
                    <a:pt x="7649378" y="1305912"/>
                  </a:lnTo>
                  <a:lnTo>
                    <a:pt x="7650220" y="1305633"/>
                  </a:lnTo>
                  <a:lnTo>
                    <a:pt x="7651061" y="1304804"/>
                  </a:lnTo>
                  <a:lnTo>
                    <a:pt x="7651902" y="1302717"/>
                  </a:lnTo>
                  <a:lnTo>
                    <a:pt x="7652743" y="1299810"/>
                  </a:lnTo>
                  <a:lnTo>
                    <a:pt x="7653584" y="1296910"/>
                  </a:lnTo>
                  <a:lnTo>
                    <a:pt x="7654426" y="1293825"/>
                  </a:lnTo>
                  <a:lnTo>
                    <a:pt x="7655267" y="1291934"/>
                  </a:lnTo>
                  <a:lnTo>
                    <a:pt x="7656108" y="1290459"/>
                  </a:lnTo>
                  <a:lnTo>
                    <a:pt x="7656949" y="1288864"/>
                  </a:lnTo>
                  <a:lnTo>
                    <a:pt x="7657790" y="1287214"/>
                  </a:lnTo>
                  <a:lnTo>
                    <a:pt x="7658632" y="1286521"/>
                  </a:lnTo>
                  <a:lnTo>
                    <a:pt x="7659473" y="1284846"/>
                  </a:lnTo>
                  <a:lnTo>
                    <a:pt x="7660314" y="1283362"/>
                  </a:lnTo>
                  <a:lnTo>
                    <a:pt x="7661155" y="1282892"/>
                  </a:lnTo>
                  <a:lnTo>
                    <a:pt x="7661996" y="1282496"/>
                  </a:lnTo>
                  <a:lnTo>
                    <a:pt x="7662838" y="1281663"/>
                  </a:lnTo>
                  <a:lnTo>
                    <a:pt x="7663679" y="1280660"/>
                  </a:lnTo>
                  <a:lnTo>
                    <a:pt x="7664520" y="1279784"/>
                  </a:lnTo>
                  <a:lnTo>
                    <a:pt x="7665361" y="1278870"/>
                  </a:lnTo>
                  <a:lnTo>
                    <a:pt x="7666202" y="1277908"/>
                  </a:lnTo>
                  <a:lnTo>
                    <a:pt x="7667044" y="1277110"/>
                  </a:lnTo>
                  <a:lnTo>
                    <a:pt x="7667885" y="1275626"/>
                  </a:lnTo>
                  <a:lnTo>
                    <a:pt x="7668726" y="1273818"/>
                  </a:lnTo>
                  <a:lnTo>
                    <a:pt x="7669567" y="1273107"/>
                  </a:lnTo>
                  <a:lnTo>
                    <a:pt x="7670408" y="1270609"/>
                  </a:lnTo>
                  <a:lnTo>
                    <a:pt x="7671250" y="1268731"/>
                  </a:lnTo>
                  <a:lnTo>
                    <a:pt x="7672091" y="1267121"/>
                  </a:lnTo>
                  <a:lnTo>
                    <a:pt x="7672932" y="1265809"/>
                  </a:lnTo>
                  <a:lnTo>
                    <a:pt x="7673773" y="1263803"/>
                  </a:lnTo>
                  <a:lnTo>
                    <a:pt x="7674614" y="1261300"/>
                  </a:lnTo>
                  <a:lnTo>
                    <a:pt x="7675456" y="1259001"/>
                  </a:lnTo>
                  <a:lnTo>
                    <a:pt x="7676297" y="1257783"/>
                  </a:lnTo>
                  <a:lnTo>
                    <a:pt x="7677138" y="1255697"/>
                  </a:lnTo>
                  <a:lnTo>
                    <a:pt x="7677979" y="1254076"/>
                  </a:lnTo>
                  <a:lnTo>
                    <a:pt x="7678820" y="1251312"/>
                  </a:lnTo>
                  <a:lnTo>
                    <a:pt x="7679662" y="1248199"/>
                  </a:lnTo>
                  <a:lnTo>
                    <a:pt x="7680503" y="1244772"/>
                  </a:lnTo>
                  <a:lnTo>
                    <a:pt x="7681344" y="1241645"/>
                  </a:lnTo>
                  <a:lnTo>
                    <a:pt x="7682185" y="1238862"/>
                  </a:lnTo>
                  <a:lnTo>
                    <a:pt x="7683026" y="1237362"/>
                  </a:lnTo>
                  <a:lnTo>
                    <a:pt x="7683868" y="1236652"/>
                  </a:lnTo>
                  <a:lnTo>
                    <a:pt x="7684709" y="1236222"/>
                  </a:lnTo>
                  <a:lnTo>
                    <a:pt x="7685550" y="1236212"/>
                  </a:lnTo>
                  <a:lnTo>
                    <a:pt x="7686391" y="1236318"/>
                  </a:lnTo>
                  <a:lnTo>
                    <a:pt x="7687233" y="1235726"/>
                  </a:lnTo>
                  <a:lnTo>
                    <a:pt x="7688074" y="1235495"/>
                  </a:lnTo>
                  <a:lnTo>
                    <a:pt x="7688915" y="1235411"/>
                  </a:lnTo>
                  <a:lnTo>
                    <a:pt x="7689756" y="1234921"/>
                  </a:lnTo>
                  <a:lnTo>
                    <a:pt x="7690597" y="1235168"/>
                  </a:lnTo>
                  <a:lnTo>
                    <a:pt x="7691439" y="1235678"/>
                  </a:lnTo>
                  <a:lnTo>
                    <a:pt x="7692280" y="1236597"/>
                  </a:lnTo>
                  <a:lnTo>
                    <a:pt x="7693121" y="1237575"/>
                  </a:lnTo>
                  <a:lnTo>
                    <a:pt x="7693962" y="1238229"/>
                  </a:lnTo>
                  <a:lnTo>
                    <a:pt x="7694803" y="1238312"/>
                  </a:lnTo>
                  <a:lnTo>
                    <a:pt x="7695645" y="1237881"/>
                  </a:lnTo>
                  <a:lnTo>
                    <a:pt x="7696486" y="1236447"/>
                  </a:lnTo>
                  <a:lnTo>
                    <a:pt x="7697327" y="1234742"/>
                  </a:lnTo>
                  <a:lnTo>
                    <a:pt x="7698168" y="1232770"/>
                  </a:lnTo>
                  <a:lnTo>
                    <a:pt x="7699009" y="1230624"/>
                  </a:lnTo>
                  <a:lnTo>
                    <a:pt x="7699851" y="1228726"/>
                  </a:lnTo>
                  <a:lnTo>
                    <a:pt x="7700692" y="1227604"/>
                  </a:lnTo>
                  <a:lnTo>
                    <a:pt x="7701533" y="1226732"/>
                  </a:lnTo>
                  <a:lnTo>
                    <a:pt x="7702374" y="1226892"/>
                  </a:lnTo>
                  <a:lnTo>
                    <a:pt x="7703215" y="1227231"/>
                  </a:lnTo>
                  <a:lnTo>
                    <a:pt x="7704057" y="1228006"/>
                  </a:lnTo>
                  <a:lnTo>
                    <a:pt x="7704898" y="1230023"/>
                  </a:lnTo>
                  <a:lnTo>
                    <a:pt x="7705739" y="1232227"/>
                  </a:lnTo>
                  <a:lnTo>
                    <a:pt x="7706580" y="1234910"/>
                  </a:lnTo>
                  <a:lnTo>
                    <a:pt x="7707421" y="1238411"/>
                  </a:lnTo>
                  <a:lnTo>
                    <a:pt x="7708263" y="1241895"/>
                  </a:lnTo>
                  <a:lnTo>
                    <a:pt x="7709104" y="1245719"/>
                  </a:lnTo>
                  <a:lnTo>
                    <a:pt x="7709945" y="1250351"/>
                  </a:lnTo>
                  <a:lnTo>
                    <a:pt x="7710786" y="1255691"/>
                  </a:lnTo>
                  <a:lnTo>
                    <a:pt x="7711627" y="1261113"/>
                  </a:lnTo>
                  <a:lnTo>
                    <a:pt x="7712469" y="1266521"/>
                  </a:lnTo>
                  <a:lnTo>
                    <a:pt x="7713310" y="1273065"/>
                  </a:lnTo>
                  <a:lnTo>
                    <a:pt x="7714151" y="1279093"/>
                  </a:lnTo>
                  <a:lnTo>
                    <a:pt x="7714992" y="1285041"/>
                  </a:lnTo>
                  <a:lnTo>
                    <a:pt x="7715833" y="1290292"/>
                  </a:lnTo>
                  <a:lnTo>
                    <a:pt x="7716675" y="1295997"/>
                  </a:lnTo>
                  <a:lnTo>
                    <a:pt x="7717516" y="1301072"/>
                  </a:lnTo>
                  <a:lnTo>
                    <a:pt x="7718357" y="1305832"/>
                  </a:lnTo>
                  <a:lnTo>
                    <a:pt x="7719198" y="1310841"/>
                  </a:lnTo>
                  <a:lnTo>
                    <a:pt x="7720039" y="1316854"/>
                  </a:lnTo>
                  <a:lnTo>
                    <a:pt x="7720881" y="1323019"/>
                  </a:lnTo>
                  <a:lnTo>
                    <a:pt x="7721722" y="1330127"/>
                  </a:lnTo>
                  <a:lnTo>
                    <a:pt x="7722563" y="1338163"/>
                  </a:lnTo>
                  <a:lnTo>
                    <a:pt x="7723404" y="1345624"/>
                  </a:lnTo>
                  <a:lnTo>
                    <a:pt x="7724245" y="1352324"/>
                  </a:lnTo>
                  <a:lnTo>
                    <a:pt x="7725087" y="1358442"/>
                  </a:lnTo>
                  <a:lnTo>
                    <a:pt x="7725928" y="1365358"/>
                  </a:lnTo>
                  <a:lnTo>
                    <a:pt x="7726769" y="1372355"/>
                  </a:lnTo>
                  <a:lnTo>
                    <a:pt x="7727610" y="1378585"/>
                  </a:lnTo>
                  <a:lnTo>
                    <a:pt x="7728451" y="1384963"/>
                  </a:lnTo>
                  <a:lnTo>
                    <a:pt x="7729293" y="1390320"/>
                  </a:lnTo>
                  <a:lnTo>
                    <a:pt x="7730134" y="1395666"/>
                  </a:lnTo>
                  <a:lnTo>
                    <a:pt x="7730975" y="1399879"/>
                  </a:lnTo>
                  <a:lnTo>
                    <a:pt x="7731816" y="1403586"/>
                  </a:lnTo>
                  <a:lnTo>
                    <a:pt x="7732657" y="1406382"/>
                  </a:lnTo>
                  <a:lnTo>
                    <a:pt x="7733499" y="1409309"/>
                  </a:lnTo>
                  <a:lnTo>
                    <a:pt x="7734340" y="1412784"/>
                  </a:lnTo>
                  <a:lnTo>
                    <a:pt x="7735181" y="1415731"/>
                  </a:lnTo>
                  <a:lnTo>
                    <a:pt x="7736022" y="1418266"/>
                  </a:lnTo>
                  <a:lnTo>
                    <a:pt x="7736863" y="1419481"/>
                  </a:lnTo>
                  <a:lnTo>
                    <a:pt x="7737705" y="1419159"/>
                  </a:lnTo>
                  <a:lnTo>
                    <a:pt x="7738546" y="1419550"/>
                  </a:lnTo>
                  <a:lnTo>
                    <a:pt x="7739387" y="1420204"/>
                  </a:lnTo>
                  <a:lnTo>
                    <a:pt x="7740228" y="1420190"/>
                  </a:lnTo>
                  <a:lnTo>
                    <a:pt x="7741069" y="1420451"/>
                  </a:lnTo>
                  <a:lnTo>
                    <a:pt x="7741911" y="1420472"/>
                  </a:lnTo>
                  <a:lnTo>
                    <a:pt x="7742752" y="1420196"/>
                  </a:lnTo>
                  <a:lnTo>
                    <a:pt x="7743593" y="1420338"/>
                  </a:lnTo>
                  <a:lnTo>
                    <a:pt x="7744434" y="1420176"/>
                  </a:lnTo>
                  <a:lnTo>
                    <a:pt x="7745275" y="1419533"/>
                  </a:lnTo>
                  <a:lnTo>
                    <a:pt x="7746117" y="1418345"/>
                  </a:lnTo>
                  <a:lnTo>
                    <a:pt x="7746958" y="1416882"/>
                  </a:lnTo>
                  <a:lnTo>
                    <a:pt x="7747799" y="1414897"/>
                  </a:lnTo>
                  <a:lnTo>
                    <a:pt x="7748640" y="1413034"/>
                  </a:lnTo>
                  <a:lnTo>
                    <a:pt x="7749481" y="1411400"/>
                  </a:lnTo>
                  <a:lnTo>
                    <a:pt x="7750323" y="1411468"/>
                  </a:lnTo>
                  <a:lnTo>
                    <a:pt x="7751164" y="1410823"/>
                  </a:lnTo>
                  <a:lnTo>
                    <a:pt x="7752005" y="1409005"/>
                  </a:lnTo>
                  <a:lnTo>
                    <a:pt x="7752846" y="1406591"/>
                  </a:lnTo>
                  <a:lnTo>
                    <a:pt x="7753687" y="1404090"/>
                  </a:lnTo>
                  <a:lnTo>
                    <a:pt x="7754529" y="1401656"/>
                  </a:lnTo>
                  <a:lnTo>
                    <a:pt x="7755370" y="1398080"/>
                  </a:lnTo>
                  <a:lnTo>
                    <a:pt x="7756211" y="1393992"/>
                  </a:lnTo>
                  <a:lnTo>
                    <a:pt x="7757052" y="1390250"/>
                  </a:lnTo>
                  <a:lnTo>
                    <a:pt x="7757894" y="1386339"/>
                  </a:lnTo>
                  <a:lnTo>
                    <a:pt x="7758735" y="1382407"/>
                  </a:lnTo>
                  <a:lnTo>
                    <a:pt x="7759576" y="1377804"/>
                  </a:lnTo>
                  <a:lnTo>
                    <a:pt x="7760417" y="1373516"/>
                  </a:lnTo>
                  <a:lnTo>
                    <a:pt x="7761258" y="1369819"/>
                  </a:lnTo>
                  <a:lnTo>
                    <a:pt x="7762100" y="1366400"/>
                  </a:lnTo>
                  <a:lnTo>
                    <a:pt x="7762941" y="1363447"/>
                  </a:lnTo>
                  <a:lnTo>
                    <a:pt x="7763782" y="1361503"/>
                  </a:lnTo>
                  <a:lnTo>
                    <a:pt x="7764623" y="1359870"/>
                  </a:lnTo>
                  <a:lnTo>
                    <a:pt x="7765464" y="1358802"/>
                  </a:lnTo>
                  <a:lnTo>
                    <a:pt x="7766306" y="1358319"/>
                  </a:lnTo>
                  <a:lnTo>
                    <a:pt x="7767147" y="1358120"/>
                  </a:lnTo>
                  <a:lnTo>
                    <a:pt x="7767988" y="1358516"/>
                  </a:lnTo>
                  <a:lnTo>
                    <a:pt x="7768829" y="1359394"/>
                  </a:lnTo>
                  <a:lnTo>
                    <a:pt x="7769670" y="1360579"/>
                  </a:lnTo>
                  <a:lnTo>
                    <a:pt x="7770512" y="1362477"/>
                  </a:lnTo>
                  <a:lnTo>
                    <a:pt x="7771353" y="1364949"/>
                  </a:lnTo>
                  <a:lnTo>
                    <a:pt x="7772194" y="1368750"/>
                  </a:lnTo>
                  <a:lnTo>
                    <a:pt x="7773035" y="1373474"/>
                  </a:lnTo>
                  <a:lnTo>
                    <a:pt x="7773876" y="1378474"/>
                  </a:lnTo>
                  <a:lnTo>
                    <a:pt x="7774718" y="1384138"/>
                  </a:lnTo>
                  <a:lnTo>
                    <a:pt x="7775559" y="1389896"/>
                  </a:lnTo>
                  <a:lnTo>
                    <a:pt x="7776400" y="1395293"/>
                  </a:lnTo>
                  <a:lnTo>
                    <a:pt x="7777241" y="1400598"/>
                  </a:lnTo>
                  <a:lnTo>
                    <a:pt x="7778082" y="1406593"/>
                  </a:lnTo>
                  <a:lnTo>
                    <a:pt x="7778924" y="1413366"/>
                  </a:lnTo>
                  <a:lnTo>
                    <a:pt x="7779765" y="1420522"/>
                  </a:lnTo>
                  <a:lnTo>
                    <a:pt x="7780606" y="1427741"/>
                  </a:lnTo>
                  <a:lnTo>
                    <a:pt x="7781447" y="1435482"/>
                  </a:lnTo>
                  <a:lnTo>
                    <a:pt x="7782288" y="1442441"/>
                  </a:lnTo>
                  <a:lnTo>
                    <a:pt x="7783130" y="1450274"/>
                  </a:lnTo>
                  <a:lnTo>
                    <a:pt x="7783971" y="1457225"/>
                  </a:lnTo>
                  <a:lnTo>
                    <a:pt x="7784812" y="1463335"/>
                  </a:lnTo>
                  <a:lnTo>
                    <a:pt x="7785653" y="1468473"/>
                  </a:lnTo>
                  <a:lnTo>
                    <a:pt x="7786494" y="1472296"/>
                  </a:lnTo>
                  <a:lnTo>
                    <a:pt x="7787336" y="1476062"/>
                  </a:lnTo>
                  <a:lnTo>
                    <a:pt x="7788177" y="1479313"/>
                  </a:lnTo>
                  <a:lnTo>
                    <a:pt x="7789018" y="1482361"/>
                  </a:lnTo>
                  <a:lnTo>
                    <a:pt x="7789859" y="1484569"/>
                  </a:lnTo>
                  <a:lnTo>
                    <a:pt x="7790700" y="1486446"/>
                  </a:lnTo>
                  <a:lnTo>
                    <a:pt x="7791542" y="1486669"/>
                  </a:lnTo>
                  <a:lnTo>
                    <a:pt x="7792383" y="1486032"/>
                  </a:lnTo>
                  <a:lnTo>
                    <a:pt x="7793224" y="1485327"/>
                  </a:lnTo>
                  <a:lnTo>
                    <a:pt x="7794065" y="1484014"/>
                  </a:lnTo>
                  <a:lnTo>
                    <a:pt x="7794906" y="1482583"/>
                  </a:lnTo>
                  <a:lnTo>
                    <a:pt x="7795748" y="1481325"/>
                  </a:lnTo>
                  <a:lnTo>
                    <a:pt x="7796589" y="1480009"/>
                  </a:lnTo>
                  <a:lnTo>
                    <a:pt x="7797430" y="1477500"/>
                  </a:lnTo>
                  <a:lnTo>
                    <a:pt x="7798271" y="1475128"/>
                  </a:lnTo>
                  <a:lnTo>
                    <a:pt x="7799112" y="1472805"/>
                  </a:lnTo>
                  <a:lnTo>
                    <a:pt x="7799954" y="1471488"/>
                  </a:lnTo>
                  <a:lnTo>
                    <a:pt x="7800795" y="1471166"/>
                  </a:lnTo>
                  <a:lnTo>
                    <a:pt x="7801636" y="1471554"/>
                  </a:lnTo>
                  <a:lnTo>
                    <a:pt x="7802477" y="1472852"/>
                  </a:lnTo>
                  <a:lnTo>
                    <a:pt x="7803318" y="1475307"/>
                  </a:lnTo>
                  <a:lnTo>
                    <a:pt x="7804160" y="1478561"/>
                  </a:lnTo>
                  <a:lnTo>
                    <a:pt x="7805001" y="1482845"/>
                  </a:lnTo>
                  <a:lnTo>
                    <a:pt x="7805842" y="1488258"/>
                  </a:lnTo>
                  <a:lnTo>
                    <a:pt x="7806683" y="1494372"/>
                  </a:lnTo>
                  <a:lnTo>
                    <a:pt x="7807524" y="1500300"/>
                  </a:lnTo>
                  <a:lnTo>
                    <a:pt x="7808366" y="1505891"/>
                  </a:lnTo>
                  <a:lnTo>
                    <a:pt x="7809207" y="1512134"/>
                  </a:lnTo>
                  <a:lnTo>
                    <a:pt x="7810048" y="1518877"/>
                  </a:lnTo>
                  <a:lnTo>
                    <a:pt x="7810889" y="1526153"/>
                  </a:lnTo>
                  <a:lnTo>
                    <a:pt x="7811730" y="1534176"/>
                  </a:lnTo>
                  <a:lnTo>
                    <a:pt x="7812572" y="1542377"/>
                  </a:lnTo>
                  <a:lnTo>
                    <a:pt x="7813413" y="1549241"/>
                  </a:lnTo>
                  <a:lnTo>
                    <a:pt x="7814254" y="1555923"/>
                  </a:lnTo>
                  <a:lnTo>
                    <a:pt x="7815095" y="1561878"/>
                  </a:lnTo>
                  <a:lnTo>
                    <a:pt x="7815936" y="1565648"/>
                  </a:lnTo>
                  <a:lnTo>
                    <a:pt x="7816778" y="1568210"/>
                  </a:lnTo>
                  <a:lnTo>
                    <a:pt x="7817619" y="1570356"/>
                  </a:lnTo>
                  <a:lnTo>
                    <a:pt x="7818460" y="1571219"/>
                  </a:lnTo>
                  <a:lnTo>
                    <a:pt x="7819301" y="1572486"/>
                  </a:lnTo>
                  <a:lnTo>
                    <a:pt x="7820142" y="1574786"/>
                  </a:lnTo>
                  <a:lnTo>
                    <a:pt x="7820984" y="1578119"/>
                  </a:lnTo>
                  <a:lnTo>
                    <a:pt x="7821825" y="1581503"/>
                  </a:lnTo>
                  <a:lnTo>
                    <a:pt x="7822666" y="1584879"/>
                  </a:lnTo>
                  <a:lnTo>
                    <a:pt x="7823507" y="1587388"/>
                  </a:lnTo>
                  <a:lnTo>
                    <a:pt x="7824348" y="1589487"/>
                  </a:lnTo>
                  <a:lnTo>
                    <a:pt x="7825190" y="1592096"/>
                  </a:lnTo>
                  <a:lnTo>
                    <a:pt x="7826031" y="1594973"/>
                  </a:lnTo>
                  <a:lnTo>
                    <a:pt x="7826872" y="1598721"/>
                  </a:lnTo>
                  <a:lnTo>
                    <a:pt x="7827713" y="1603912"/>
                  </a:lnTo>
                  <a:lnTo>
                    <a:pt x="7828555" y="1609347"/>
                  </a:lnTo>
                  <a:lnTo>
                    <a:pt x="7829396" y="1615103"/>
                  </a:lnTo>
                  <a:lnTo>
                    <a:pt x="7830237" y="1621040"/>
                  </a:lnTo>
                  <a:lnTo>
                    <a:pt x="7831078" y="1627173"/>
                  </a:lnTo>
                  <a:lnTo>
                    <a:pt x="7831919" y="1633271"/>
                  </a:lnTo>
                  <a:lnTo>
                    <a:pt x="7832761" y="1639411"/>
                  </a:lnTo>
                  <a:lnTo>
                    <a:pt x="7833602" y="1645691"/>
                  </a:lnTo>
                  <a:lnTo>
                    <a:pt x="7834443" y="1652358"/>
                  </a:lnTo>
                  <a:lnTo>
                    <a:pt x="7835284" y="1658581"/>
                  </a:lnTo>
                  <a:lnTo>
                    <a:pt x="7836125" y="1664928"/>
                  </a:lnTo>
                  <a:lnTo>
                    <a:pt x="7836967" y="1671483"/>
                  </a:lnTo>
                  <a:lnTo>
                    <a:pt x="7837808" y="1678001"/>
                  </a:lnTo>
                  <a:lnTo>
                    <a:pt x="7838649" y="1686362"/>
                  </a:lnTo>
                  <a:lnTo>
                    <a:pt x="7839490" y="1694442"/>
                  </a:lnTo>
                  <a:lnTo>
                    <a:pt x="7840331" y="1702321"/>
                  </a:lnTo>
                  <a:lnTo>
                    <a:pt x="7841173" y="1710806"/>
                  </a:lnTo>
                  <a:lnTo>
                    <a:pt x="7842014" y="1718732"/>
                  </a:lnTo>
                  <a:lnTo>
                    <a:pt x="7842855" y="1726494"/>
                  </a:lnTo>
                  <a:lnTo>
                    <a:pt x="7843696" y="1734562"/>
                  </a:lnTo>
                  <a:lnTo>
                    <a:pt x="7844537" y="1741821"/>
                  </a:lnTo>
                  <a:lnTo>
                    <a:pt x="7845379" y="1750384"/>
                  </a:lnTo>
                  <a:lnTo>
                    <a:pt x="7846220" y="1758066"/>
                  </a:lnTo>
                  <a:lnTo>
                    <a:pt x="7847061" y="1765205"/>
                  </a:lnTo>
                  <a:lnTo>
                    <a:pt x="7847902" y="1773258"/>
                  </a:lnTo>
                  <a:lnTo>
                    <a:pt x="7848743" y="1780729"/>
                  </a:lnTo>
                  <a:lnTo>
                    <a:pt x="7849585" y="1786921"/>
                  </a:lnTo>
                  <a:lnTo>
                    <a:pt x="7850426" y="1791945"/>
                  </a:lnTo>
                  <a:lnTo>
                    <a:pt x="7851267" y="1795411"/>
                  </a:lnTo>
                  <a:lnTo>
                    <a:pt x="7852108" y="1797387"/>
                  </a:lnTo>
                  <a:lnTo>
                    <a:pt x="7852949" y="1798796"/>
                  </a:lnTo>
                  <a:lnTo>
                    <a:pt x="7853791" y="1799427"/>
                  </a:lnTo>
                  <a:lnTo>
                    <a:pt x="7854632" y="1799602"/>
                  </a:lnTo>
                  <a:lnTo>
                    <a:pt x="7855473" y="1799141"/>
                  </a:lnTo>
                  <a:lnTo>
                    <a:pt x="7856314" y="1797373"/>
                  </a:lnTo>
                  <a:lnTo>
                    <a:pt x="7857155" y="1794883"/>
                  </a:lnTo>
                  <a:lnTo>
                    <a:pt x="7857997" y="1791704"/>
                  </a:lnTo>
                  <a:lnTo>
                    <a:pt x="7858838" y="1787558"/>
                  </a:lnTo>
                  <a:lnTo>
                    <a:pt x="7859679" y="1782913"/>
                  </a:lnTo>
                  <a:lnTo>
                    <a:pt x="7860520" y="1777145"/>
                  </a:lnTo>
                  <a:lnTo>
                    <a:pt x="7861361" y="1771013"/>
                  </a:lnTo>
                  <a:lnTo>
                    <a:pt x="7862203" y="1765549"/>
                  </a:lnTo>
                  <a:lnTo>
                    <a:pt x="7863044" y="1760957"/>
                  </a:lnTo>
                  <a:lnTo>
                    <a:pt x="7863885" y="1757261"/>
                  </a:lnTo>
                  <a:lnTo>
                    <a:pt x="7864726" y="1753465"/>
                  </a:lnTo>
                  <a:lnTo>
                    <a:pt x="7865567" y="1750398"/>
                  </a:lnTo>
                  <a:lnTo>
                    <a:pt x="7866409" y="1747459"/>
                  </a:lnTo>
                  <a:lnTo>
                    <a:pt x="7867250" y="1745339"/>
                  </a:lnTo>
                  <a:lnTo>
                    <a:pt x="7868091" y="1744060"/>
                  </a:lnTo>
                  <a:lnTo>
                    <a:pt x="7868932" y="1743109"/>
                  </a:lnTo>
                  <a:lnTo>
                    <a:pt x="7869773" y="1743195"/>
                  </a:lnTo>
                  <a:lnTo>
                    <a:pt x="7870615" y="1743604"/>
                  </a:lnTo>
                  <a:lnTo>
                    <a:pt x="7871456" y="1744775"/>
                  </a:lnTo>
                  <a:lnTo>
                    <a:pt x="7872297" y="1746238"/>
                  </a:lnTo>
                  <a:lnTo>
                    <a:pt x="7873138" y="1748160"/>
                  </a:lnTo>
                  <a:lnTo>
                    <a:pt x="7873979" y="1750599"/>
                  </a:lnTo>
                  <a:lnTo>
                    <a:pt x="7874821" y="1753204"/>
                  </a:lnTo>
                  <a:lnTo>
                    <a:pt x="7875662" y="1755788"/>
                  </a:lnTo>
                  <a:lnTo>
                    <a:pt x="7876503" y="1758390"/>
                  </a:lnTo>
                  <a:lnTo>
                    <a:pt x="7877344" y="1761293"/>
                  </a:lnTo>
                  <a:lnTo>
                    <a:pt x="7878185" y="1764183"/>
                  </a:lnTo>
                  <a:lnTo>
                    <a:pt x="7879027" y="1767245"/>
                  </a:lnTo>
                  <a:lnTo>
                    <a:pt x="7879868" y="1770244"/>
                  </a:lnTo>
                  <a:lnTo>
                    <a:pt x="7880709" y="1773037"/>
                  </a:lnTo>
                  <a:lnTo>
                    <a:pt x="7881550" y="1775576"/>
                  </a:lnTo>
                  <a:lnTo>
                    <a:pt x="7882391" y="1777918"/>
                  </a:lnTo>
                  <a:lnTo>
                    <a:pt x="7883233" y="1779880"/>
                  </a:lnTo>
                  <a:lnTo>
                    <a:pt x="7884074" y="1781782"/>
                  </a:lnTo>
                  <a:lnTo>
                    <a:pt x="7884915" y="1783473"/>
                  </a:lnTo>
                  <a:lnTo>
                    <a:pt x="7885756" y="1785052"/>
                  </a:lnTo>
                  <a:lnTo>
                    <a:pt x="7886597" y="1786387"/>
                  </a:lnTo>
                  <a:lnTo>
                    <a:pt x="7887439" y="1787666"/>
                  </a:lnTo>
                  <a:lnTo>
                    <a:pt x="7888280" y="1788969"/>
                  </a:lnTo>
                  <a:lnTo>
                    <a:pt x="7889121" y="1790191"/>
                  </a:lnTo>
                  <a:lnTo>
                    <a:pt x="7889962" y="1790726"/>
                  </a:lnTo>
                  <a:lnTo>
                    <a:pt x="7890803" y="1791179"/>
                  </a:lnTo>
                  <a:lnTo>
                    <a:pt x="7891645" y="1791608"/>
                  </a:lnTo>
                  <a:lnTo>
                    <a:pt x="7892486" y="1792102"/>
                  </a:lnTo>
                  <a:lnTo>
                    <a:pt x="7893327" y="1792749"/>
                  </a:lnTo>
                  <a:lnTo>
                    <a:pt x="7894168" y="1793502"/>
                  </a:lnTo>
                  <a:lnTo>
                    <a:pt x="7895009" y="1794344"/>
                  </a:lnTo>
                  <a:lnTo>
                    <a:pt x="7895851" y="1795396"/>
                  </a:lnTo>
                  <a:lnTo>
                    <a:pt x="7896692" y="1796650"/>
                  </a:lnTo>
                  <a:lnTo>
                    <a:pt x="7897533" y="1798326"/>
                  </a:lnTo>
                  <a:lnTo>
                    <a:pt x="7898374" y="1800422"/>
                  </a:lnTo>
                  <a:lnTo>
                    <a:pt x="7899216" y="1803110"/>
                  </a:lnTo>
                  <a:lnTo>
                    <a:pt x="7900057" y="1806323"/>
                  </a:lnTo>
                  <a:lnTo>
                    <a:pt x="7900898" y="1809650"/>
                  </a:lnTo>
                  <a:lnTo>
                    <a:pt x="7901739" y="1812960"/>
                  </a:lnTo>
                  <a:lnTo>
                    <a:pt x="7902580" y="1816376"/>
                  </a:lnTo>
                  <a:lnTo>
                    <a:pt x="7903422" y="1819508"/>
                  </a:lnTo>
                  <a:lnTo>
                    <a:pt x="7904263" y="1822916"/>
                  </a:lnTo>
                  <a:lnTo>
                    <a:pt x="7905104" y="1826844"/>
                  </a:lnTo>
                  <a:lnTo>
                    <a:pt x="7905945" y="1831587"/>
                  </a:lnTo>
                  <a:lnTo>
                    <a:pt x="7906786" y="1835689"/>
                  </a:lnTo>
                  <a:lnTo>
                    <a:pt x="7907628" y="1839170"/>
                  </a:lnTo>
                  <a:lnTo>
                    <a:pt x="7908469" y="1843082"/>
                  </a:lnTo>
                  <a:lnTo>
                    <a:pt x="7909310" y="1846642"/>
                  </a:lnTo>
                  <a:lnTo>
                    <a:pt x="7910151" y="1850395"/>
                  </a:lnTo>
                  <a:lnTo>
                    <a:pt x="7910992" y="1854379"/>
                  </a:lnTo>
                  <a:lnTo>
                    <a:pt x="7911834" y="1857615"/>
                  </a:lnTo>
                  <a:lnTo>
                    <a:pt x="7912675" y="1860970"/>
                  </a:lnTo>
                  <a:lnTo>
                    <a:pt x="7913516" y="1864641"/>
                  </a:lnTo>
                  <a:lnTo>
                    <a:pt x="7914357" y="1868369"/>
                  </a:lnTo>
                  <a:lnTo>
                    <a:pt x="7915198" y="1871905"/>
                  </a:lnTo>
                  <a:lnTo>
                    <a:pt x="7916040" y="1875700"/>
                  </a:lnTo>
                  <a:lnTo>
                    <a:pt x="7916881" y="1879688"/>
                  </a:lnTo>
                  <a:lnTo>
                    <a:pt x="7917722" y="1883556"/>
                  </a:lnTo>
                  <a:lnTo>
                    <a:pt x="7918563" y="1886977"/>
                  </a:lnTo>
                  <a:lnTo>
                    <a:pt x="7919404" y="1890850"/>
                  </a:lnTo>
                  <a:lnTo>
                    <a:pt x="7920246" y="1896270"/>
                  </a:lnTo>
                  <a:lnTo>
                    <a:pt x="7921087" y="1901662"/>
                  </a:lnTo>
                  <a:lnTo>
                    <a:pt x="7921928" y="1907355"/>
                  </a:lnTo>
                  <a:lnTo>
                    <a:pt x="7922769" y="1912156"/>
                  </a:lnTo>
                  <a:lnTo>
                    <a:pt x="7923610" y="1916006"/>
                  </a:lnTo>
                  <a:lnTo>
                    <a:pt x="7924452" y="1919807"/>
                  </a:lnTo>
                  <a:lnTo>
                    <a:pt x="7925293" y="1923031"/>
                  </a:lnTo>
                  <a:lnTo>
                    <a:pt x="7926134" y="1925944"/>
                  </a:lnTo>
                  <a:lnTo>
                    <a:pt x="7926975" y="1928703"/>
                  </a:lnTo>
                  <a:lnTo>
                    <a:pt x="7927816" y="1931683"/>
                  </a:lnTo>
                  <a:lnTo>
                    <a:pt x="7928658" y="1934219"/>
                  </a:lnTo>
                  <a:lnTo>
                    <a:pt x="7929499" y="1935950"/>
                  </a:lnTo>
                  <a:lnTo>
                    <a:pt x="7930340" y="1937074"/>
                  </a:lnTo>
                  <a:lnTo>
                    <a:pt x="7931181" y="1938178"/>
                  </a:lnTo>
                  <a:lnTo>
                    <a:pt x="7932022" y="1939107"/>
                  </a:lnTo>
                  <a:lnTo>
                    <a:pt x="7932864" y="1939952"/>
                  </a:lnTo>
                  <a:lnTo>
                    <a:pt x="7933705" y="1940881"/>
                  </a:lnTo>
                  <a:lnTo>
                    <a:pt x="7934546" y="1941492"/>
                  </a:lnTo>
                  <a:lnTo>
                    <a:pt x="7935387" y="1942523"/>
                  </a:lnTo>
                  <a:lnTo>
                    <a:pt x="7936228" y="1944722"/>
                  </a:lnTo>
                  <a:lnTo>
                    <a:pt x="7937070" y="1947700"/>
                  </a:lnTo>
                  <a:lnTo>
                    <a:pt x="7937911" y="1950907"/>
                  </a:lnTo>
                  <a:lnTo>
                    <a:pt x="7938752" y="1953604"/>
                  </a:lnTo>
                  <a:lnTo>
                    <a:pt x="7939593" y="1956047"/>
                  </a:lnTo>
                  <a:lnTo>
                    <a:pt x="7940434" y="1957908"/>
                  </a:lnTo>
                  <a:lnTo>
                    <a:pt x="7941276" y="1959193"/>
                  </a:lnTo>
                  <a:lnTo>
                    <a:pt x="7942117" y="1960336"/>
                  </a:lnTo>
                  <a:lnTo>
                    <a:pt x="7942958" y="1961666"/>
                  </a:lnTo>
                  <a:lnTo>
                    <a:pt x="7943799" y="1963073"/>
                  </a:lnTo>
                  <a:lnTo>
                    <a:pt x="7944640" y="1963969"/>
                  </a:lnTo>
                  <a:lnTo>
                    <a:pt x="7945482" y="1964634"/>
                  </a:lnTo>
                  <a:lnTo>
                    <a:pt x="7946323" y="1965384"/>
                  </a:lnTo>
                  <a:lnTo>
                    <a:pt x="7947164" y="1965776"/>
                  </a:lnTo>
                  <a:lnTo>
                    <a:pt x="7948005" y="1966096"/>
                  </a:lnTo>
                  <a:lnTo>
                    <a:pt x="7948846" y="1966115"/>
                  </a:lnTo>
                  <a:lnTo>
                    <a:pt x="7949688" y="1965994"/>
                  </a:lnTo>
                  <a:lnTo>
                    <a:pt x="7950529" y="1965548"/>
                  </a:lnTo>
                  <a:lnTo>
                    <a:pt x="7951370" y="1965231"/>
                  </a:lnTo>
                  <a:lnTo>
                    <a:pt x="7952211" y="1965541"/>
                  </a:lnTo>
                  <a:lnTo>
                    <a:pt x="7953052" y="1966242"/>
                  </a:lnTo>
                  <a:lnTo>
                    <a:pt x="7953894" y="1967265"/>
                  </a:lnTo>
                  <a:lnTo>
                    <a:pt x="7954735" y="1969727"/>
                  </a:lnTo>
                  <a:lnTo>
                    <a:pt x="7955576" y="1971611"/>
                  </a:lnTo>
                  <a:lnTo>
                    <a:pt x="7956417" y="1973859"/>
                  </a:lnTo>
                  <a:lnTo>
                    <a:pt x="7957258" y="1976229"/>
                  </a:lnTo>
                  <a:lnTo>
                    <a:pt x="7958100" y="1979659"/>
                  </a:lnTo>
                  <a:lnTo>
                    <a:pt x="7958941" y="1983493"/>
                  </a:lnTo>
                  <a:lnTo>
                    <a:pt x="7959782" y="1988500"/>
                  </a:lnTo>
                  <a:lnTo>
                    <a:pt x="7960623" y="1993947"/>
                  </a:lnTo>
                  <a:lnTo>
                    <a:pt x="7961464" y="1999061"/>
                  </a:lnTo>
                  <a:lnTo>
                    <a:pt x="7962306" y="2003808"/>
                  </a:lnTo>
                  <a:lnTo>
                    <a:pt x="7963147" y="2008736"/>
                  </a:lnTo>
                  <a:lnTo>
                    <a:pt x="7963988" y="2013798"/>
                  </a:lnTo>
                  <a:lnTo>
                    <a:pt x="7964829" y="2019015"/>
                  </a:lnTo>
                  <a:lnTo>
                    <a:pt x="7965670" y="2025320"/>
                  </a:lnTo>
                  <a:lnTo>
                    <a:pt x="7966512" y="2031804"/>
                  </a:lnTo>
                  <a:lnTo>
                    <a:pt x="7967353" y="2037996"/>
                  </a:lnTo>
                  <a:lnTo>
                    <a:pt x="7968194" y="2043749"/>
                  </a:lnTo>
                  <a:lnTo>
                    <a:pt x="7969035" y="2048636"/>
                  </a:lnTo>
                  <a:lnTo>
                    <a:pt x="7969877" y="2053177"/>
                  </a:lnTo>
                  <a:lnTo>
                    <a:pt x="7970718" y="2057489"/>
                  </a:lnTo>
                  <a:lnTo>
                    <a:pt x="7971559" y="2061346"/>
                  </a:lnTo>
                  <a:lnTo>
                    <a:pt x="7972400" y="2065175"/>
                  </a:lnTo>
                  <a:lnTo>
                    <a:pt x="7973241" y="2068855"/>
                  </a:lnTo>
                  <a:lnTo>
                    <a:pt x="7974083" y="2072532"/>
                  </a:lnTo>
                  <a:lnTo>
                    <a:pt x="7974924" y="2076293"/>
                  </a:lnTo>
                  <a:lnTo>
                    <a:pt x="7975765" y="2080135"/>
                  </a:lnTo>
                  <a:lnTo>
                    <a:pt x="7976606" y="2083909"/>
                  </a:lnTo>
                  <a:lnTo>
                    <a:pt x="7977447" y="2087589"/>
                  </a:lnTo>
                  <a:lnTo>
                    <a:pt x="7978289" y="2091198"/>
                  </a:lnTo>
                  <a:lnTo>
                    <a:pt x="7979130" y="2094736"/>
                  </a:lnTo>
                  <a:lnTo>
                    <a:pt x="7979971" y="2098174"/>
                  </a:lnTo>
                  <a:lnTo>
                    <a:pt x="7980812" y="2101313"/>
                  </a:lnTo>
                  <a:lnTo>
                    <a:pt x="7981653" y="2104261"/>
                  </a:lnTo>
                  <a:lnTo>
                    <a:pt x="7982495" y="2107476"/>
                  </a:lnTo>
                  <a:lnTo>
                    <a:pt x="7983336" y="2111137"/>
                  </a:lnTo>
                  <a:lnTo>
                    <a:pt x="7984177" y="2115121"/>
                  </a:lnTo>
                  <a:lnTo>
                    <a:pt x="7985018" y="2119673"/>
                  </a:lnTo>
                  <a:lnTo>
                    <a:pt x="7985859" y="2124181"/>
                  </a:lnTo>
                  <a:lnTo>
                    <a:pt x="7986701" y="2129415"/>
                  </a:lnTo>
                  <a:lnTo>
                    <a:pt x="7987542" y="2134443"/>
                  </a:lnTo>
                  <a:lnTo>
                    <a:pt x="7988383" y="2139400"/>
                  </a:lnTo>
                  <a:lnTo>
                    <a:pt x="7989224" y="2143879"/>
                  </a:lnTo>
                  <a:lnTo>
                    <a:pt x="7990065" y="2148066"/>
                  </a:lnTo>
                  <a:lnTo>
                    <a:pt x="7990907" y="2152238"/>
                  </a:lnTo>
                  <a:lnTo>
                    <a:pt x="7991748" y="2155897"/>
                  </a:lnTo>
                  <a:lnTo>
                    <a:pt x="7992589" y="2159364"/>
                  </a:lnTo>
                  <a:lnTo>
                    <a:pt x="7993430" y="2162227"/>
                  </a:lnTo>
                  <a:lnTo>
                    <a:pt x="7994271" y="2164770"/>
                  </a:lnTo>
                  <a:lnTo>
                    <a:pt x="7995113" y="2166784"/>
                  </a:lnTo>
                  <a:lnTo>
                    <a:pt x="7995954" y="2168278"/>
                  </a:lnTo>
                  <a:lnTo>
                    <a:pt x="7996795" y="2169172"/>
                  </a:lnTo>
                  <a:lnTo>
                    <a:pt x="7997636" y="2169654"/>
                  </a:lnTo>
                  <a:lnTo>
                    <a:pt x="7998477" y="2169770"/>
                  </a:lnTo>
                  <a:lnTo>
                    <a:pt x="7999319" y="2169621"/>
                  </a:lnTo>
                  <a:lnTo>
                    <a:pt x="8000160" y="2169485"/>
                  </a:lnTo>
                  <a:lnTo>
                    <a:pt x="8001001" y="2169267"/>
                  </a:lnTo>
                  <a:lnTo>
                    <a:pt x="8001842" y="2168968"/>
                  </a:lnTo>
                  <a:lnTo>
                    <a:pt x="8002683" y="2168450"/>
                  </a:lnTo>
                  <a:lnTo>
                    <a:pt x="8003525" y="2167978"/>
                  </a:lnTo>
                  <a:lnTo>
                    <a:pt x="8004366" y="2167839"/>
                  </a:lnTo>
                  <a:lnTo>
                    <a:pt x="8005207" y="2167240"/>
                  </a:lnTo>
                  <a:lnTo>
                    <a:pt x="8006048" y="2166714"/>
                  </a:lnTo>
                  <a:lnTo>
                    <a:pt x="8006889" y="2166098"/>
                  </a:lnTo>
                  <a:lnTo>
                    <a:pt x="8007731" y="2165499"/>
                  </a:lnTo>
                  <a:lnTo>
                    <a:pt x="8008572" y="2165022"/>
                  </a:lnTo>
                  <a:lnTo>
                    <a:pt x="8009413" y="2164787"/>
                  </a:lnTo>
                  <a:lnTo>
                    <a:pt x="8010254" y="2165240"/>
                  </a:lnTo>
                  <a:lnTo>
                    <a:pt x="8011095" y="2165613"/>
                  </a:lnTo>
                  <a:lnTo>
                    <a:pt x="8011937" y="2166123"/>
                  </a:lnTo>
                  <a:lnTo>
                    <a:pt x="8012778" y="2166803"/>
                  </a:lnTo>
                  <a:lnTo>
                    <a:pt x="8013619" y="2167539"/>
                  </a:lnTo>
                  <a:lnTo>
                    <a:pt x="8014460" y="2169336"/>
                  </a:lnTo>
                  <a:lnTo>
                    <a:pt x="8015301" y="2171894"/>
                  </a:lnTo>
                  <a:lnTo>
                    <a:pt x="8016143" y="2174201"/>
                  </a:lnTo>
                  <a:lnTo>
                    <a:pt x="8016984" y="2176475"/>
                  </a:lnTo>
                  <a:lnTo>
                    <a:pt x="8017825" y="2179446"/>
                  </a:lnTo>
                  <a:lnTo>
                    <a:pt x="8018666" y="2182912"/>
                  </a:lnTo>
                  <a:lnTo>
                    <a:pt x="8019507" y="2187136"/>
                  </a:lnTo>
                  <a:lnTo>
                    <a:pt x="8020349" y="2192008"/>
                  </a:lnTo>
                  <a:lnTo>
                    <a:pt x="8021190" y="2197139"/>
                  </a:lnTo>
                  <a:lnTo>
                    <a:pt x="8022031" y="2202562"/>
                  </a:lnTo>
                  <a:lnTo>
                    <a:pt x="8022872" y="2208231"/>
                  </a:lnTo>
                  <a:lnTo>
                    <a:pt x="8023713" y="2214512"/>
                  </a:lnTo>
                  <a:lnTo>
                    <a:pt x="8024555" y="2221760"/>
                  </a:lnTo>
                  <a:lnTo>
                    <a:pt x="8025396" y="2229592"/>
                  </a:lnTo>
                  <a:lnTo>
                    <a:pt x="8026237" y="2237716"/>
                  </a:lnTo>
                  <a:lnTo>
                    <a:pt x="8027078" y="2245861"/>
                  </a:lnTo>
                  <a:lnTo>
                    <a:pt x="8027919" y="2254347"/>
                  </a:lnTo>
                  <a:lnTo>
                    <a:pt x="8028761" y="2263513"/>
                  </a:lnTo>
                  <a:lnTo>
                    <a:pt x="8029602" y="2273073"/>
                  </a:lnTo>
                  <a:lnTo>
                    <a:pt x="8030443" y="2282511"/>
                  </a:lnTo>
                  <a:lnTo>
                    <a:pt x="8031284" y="2291470"/>
                  </a:lnTo>
                  <a:lnTo>
                    <a:pt x="8032125" y="2300106"/>
                  </a:lnTo>
                  <a:lnTo>
                    <a:pt x="8032967" y="2309439"/>
                  </a:lnTo>
                  <a:lnTo>
                    <a:pt x="8033808" y="2318327"/>
                  </a:lnTo>
                  <a:lnTo>
                    <a:pt x="8034649" y="2326859"/>
                  </a:lnTo>
                  <a:lnTo>
                    <a:pt x="8035490" y="2334799"/>
                  </a:lnTo>
                  <a:lnTo>
                    <a:pt x="8036331" y="2342090"/>
                  </a:lnTo>
                  <a:lnTo>
                    <a:pt x="8037173" y="2348337"/>
                  </a:lnTo>
                  <a:lnTo>
                    <a:pt x="8038014" y="2353499"/>
                  </a:lnTo>
                  <a:lnTo>
                    <a:pt x="8038855" y="2358074"/>
                  </a:lnTo>
                  <a:lnTo>
                    <a:pt x="8039696" y="2361699"/>
                  </a:lnTo>
                  <a:lnTo>
                    <a:pt x="8040538" y="2364373"/>
                  </a:lnTo>
                  <a:lnTo>
                    <a:pt x="8041379" y="2365972"/>
                  </a:lnTo>
                  <a:lnTo>
                    <a:pt x="8042220" y="2366832"/>
                  </a:lnTo>
                  <a:lnTo>
                    <a:pt x="8043061" y="2367178"/>
                  </a:lnTo>
                  <a:lnTo>
                    <a:pt x="8043902" y="2367404"/>
                  </a:lnTo>
                  <a:lnTo>
                    <a:pt x="8044744" y="2367373"/>
                  </a:lnTo>
                  <a:lnTo>
                    <a:pt x="8045585" y="2367049"/>
                  </a:lnTo>
                  <a:lnTo>
                    <a:pt x="8046426" y="2366563"/>
                  </a:lnTo>
                  <a:lnTo>
                    <a:pt x="8047267" y="2366078"/>
                  </a:lnTo>
                  <a:lnTo>
                    <a:pt x="8048108" y="2365204"/>
                  </a:lnTo>
                  <a:lnTo>
                    <a:pt x="8048950" y="2364232"/>
                  </a:lnTo>
                  <a:lnTo>
                    <a:pt x="8049791" y="2363229"/>
                  </a:lnTo>
                  <a:lnTo>
                    <a:pt x="8050632" y="2362298"/>
                  </a:lnTo>
                  <a:lnTo>
                    <a:pt x="8051473" y="2361610"/>
                  </a:lnTo>
                  <a:lnTo>
                    <a:pt x="8052314" y="2361302"/>
                  </a:lnTo>
                  <a:lnTo>
                    <a:pt x="8053156" y="2361238"/>
                  </a:lnTo>
                  <a:lnTo>
                    <a:pt x="8053997" y="2361511"/>
                  </a:lnTo>
                  <a:lnTo>
                    <a:pt x="8054838" y="2361641"/>
                  </a:lnTo>
                  <a:lnTo>
                    <a:pt x="8055679" y="2361691"/>
                  </a:lnTo>
                  <a:lnTo>
                    <a:pt x="8056520" y="2361538"/>
                  </a:lnTo>
                  <a:lnTo>
                    <a:pt x="8057362" y="2361352"/>
                  </a:lnTo>
                  <a:lnTo>
                    <a:pt x="8058203" y="2361296"/>
                  </a:lnTo>
                  <a:lnTo>
                    <a:pt x="8059044" y="2361315"/>
                  </a:lnTo>
                  <a:lnTo>
                    <a:pt x="8059885" y="2361055"/>
                  </a:lnTo>
                  <a:lnTo>
                    <a:pt x="8060726" y="2360842"/>
                  </a:lnTo>
                  <a:lnTo>
                    <a:pt x="8061568" y="2360772"/>
                  </a:lnTo>
                  <a:lnTo>
                    <a:pt x="8062409" y="2360562"/>
                  </a:lnTo>
                  <a:lnTo>
                    <a:pt x="8063250" y="2360142"/>
                  </a:lnTo>
                  <a:lnTo>
                    <a:pt x="8064091" y="2359505"/>
                  </a:lnTo>
                  <a:lnTo>
                    <a:pt x="8064932" y="2358833"/>
                  </a:lnTo>
                  <a:lnTo>
                    <a:pt x="8065774" y="2357963"/>
                  </a:lnTo>
                  <a:lnTo>
                    <a:pt x="8066615" y="2356941"/>
                  </a:lnTo>
                  <a:lnTo>
                    <a:pt x="8067456" y="2355675"/>
                  </a:lnTo>
                  <a:lnTo>
                    <a:pt x="8068297" y="2354056"/>
                  </a:lnTo>
                  <a:lnTo>
                    <a:pt x="8069138" y="2352504"/>
                  </a:lnTo>
                  <a:lnTo>
                    <a:pt x="8069980" y="2350951"/>
                  </a:lnTo>
                  <a:lnTo>
                    <a:pt x="8070821" y="2349295"/>
                  </a:lnTo>
                  <a:lnTo>
                    <a:pt x="8071662" y="2347813"/>
                  </a:lnTo>
                  <a:lnTo>
                    <a:pt x="8072503" y="2346619"/>
                  </a:lnTo>
                  <a:lnTo>
                    <a:pt x="8073344" y="2345651"/>
                  </a:lnTo>
                  <a:lnTo>
                    <a:pt x="8074186" y="2344421"/>
                  </a:lnTo>
                  <a:lnTo>
                    <a:pt x="8075027" y="2343523"/>
                  </a:lnTo>
                  <a:lnTo>
                    <a:pt x="8075868" y="2343158"/>
                  </a:lnTo>
                  <a:lnTo>
                    <a:pt x="8076709" y="2342996"/>
                  </a:lnTo>
                  <a:lnTo>
                    <a:pt x="8077550" y="2342859"/>
                  </a:lnTo>
                  <a:lnTo>
                    <a:pt x="8078392" y="2343102"/>
                  </a:lnTo>
                  <a:lnTo>
                    <a:pt x="8079233" y="2343806"/>
                  </a:lnTo>
                  <a:lnTo>
                    <a:pt x="8080074" y="2345263"/>
                  </a:lnTo>
                  <a:lnTo>
                    <a:pt x="8080915" y="2347116"/>
                  </a:lnTo>
                  <a:lnTo>
                    <a:pt x="8081756" y="2349191"/>
                  </a:lnTo>
                  <a:lnTo>
                    <a:pt x="8082598" y="2351551"/>
                  </a:lnTo>
                  <a:lnTo>
                    <a:pt x="8083439" y="2354266"/>
                  </a:lnTo>
                  <a:lnTo>
                    <a:pt x="8084280" y="2356998"/>
                  </a:lnTo>
                  <a:lnTo>
                    <a:pt x="8085121" y="2359513"/>
                  </a:lnTo>
                  <a:lnTo>
                    <a:pt x="8085962" y="2362040"/>
                  </a:lnTo>
                  <a:lnTo>
                    <a:pt x="8086804" y="2364646"/>
                  </a:lnTo>
                  <a:lnTo>
                    <a:pt x="8087645" y="2367186"/>
                  </a:lnTo>
                  <a:lnTo>
                    <a:pt x="8088486" y="2369339"/>
                  </a:lnTo>
                  <a:lnTo>
                    <a:pt x="8089327" y="2371408"/>
                  </a:lnTo>
                  <a:lnTo>
                    <a:pt x="8090168" y="2373540"/>
                  </a:lnTo>
                  <a:lnTo>
                    <a:pt x="8091010" y="2375931"/>
                  </a:lnTo>
                  <a:lnTo>
                    <a:pt x="8091851" y="2379196"/>
                  </a:lnTo>
                  <a:lnTo>
                    <a:pt x="8092692" y="2382142"/>
                  </a:lnTo>
                  <a:lnTo>
                    <a:pt x="8093533" y="2385369"/>
                  </a:lnTo>
                  <a:lnTo>
                    <a:pt x="8094374" y="2388884"/>
                  </a:lnTo>
                  <a:lnTo>
                    <a:pt x="8095216" y="2392249"/>
                  </a:lnTo>
                  <a:lnTo>
                    <a:pt x="8096057" y="2394842"/>
                  </a:lnTo>
                  <a:lnTo>
                    <a:pt x="8096898" y="2397069"/>
                  </a:lnTo>
                  <a:lnTo>
                    <a:pt x="8097739" y="2399534"/>
                  </a:lnTo>
                  <a:lnTo>
                    <a:pt x="8098580" y="2401607"/>
                  </a:lnTo>
                  <a:lnTo>
                    <a:pt x="8099422" y="2403242"/>
                  </a:lnTo>
                  <a:lnTo>
                    <a:pt x="8100263" y="2404618"/>
                  </a:lnTo>
                  <a:lnTo>
                    <a:pt x="8101104" y="2405743"/>
                  </a:lnTo>
                  <a:lnTo>
                    <a:pt x="8101945" y="2406852"/>
                  </a:lnTo>
                  <a:lnTo>
                    <a:pt x="8102786" y="2408430"/>
                  </a:lnTo>
                  <a:lnTo>
                    <a:pt x="8103628" y="2409871"/>
                  </a:lnTo>
                  <a:lnTo>
                    <a:pt x="8104469" y="2410510"/>
                  </a:lnTo>
                  <a:lnTo>
                    <a:pt x="8105310" y="2411417"/>
                  </a:lnTo>
                  <a:lnTo>
                    <a:pt x="8106151" y="2412169"/>
                  </a:lnTo>
                  <a:lnTo>
                    <a:pt x="8106992" y="2412906"/>
                  </a:lnTo>
                  <a:lnTo>
                    <a:pt x="8107834" y="2413934"/>
                  </a:lnTo>
                  <a:lnTo>
                    <a:pt x="8108675" y="2415431"/>
                  </a:lnTo>
                  <a:lnTo>
                    <a:pt x="8109516" y="2417876"/>
                  </a:lnTo>
                  <a:lnTo>
                    <a:pt x="8110357" y="2420951"/>
                  </a:lnTo>
                  <a:lnTo>
                    <a:pt x="8111198" y="2424084"/>
                  </a:lnTo>
                  <a:lnTo>
                    <a:pt x="8112040" y="2428009"/>
                  </a:lnTo>
                  <a:lnTo>
                    <a:pt x="8112881" y="2432858"/>
                  </a:lnTo>
                  <a:lnTo>
                    <a:pt x="8113722" y="2437938"/>
                  </a:lnTo>
                  <a:lnTo>
                    <a:pt x="8114563" y="2442571"/>
                  </a:lnTo>
                  <a:lnTo>
                    <a:pt x="8115405" y="2447293"/>
                  </a:lnTo>
                  <a:lnTo>
                    <a:pt x="8116246" y="2451726"/>
                  </a:lnTo>
                  <a:lnTo>
                    <a:pt x="8117087" y="2456446"/>
                  </a:lnTo>
                  <a:lnTo>
                    <a:pt x="8117928" y="2461191"/>
                  </a:lnTo>
                  <a:lnTo>
                    <a:pt x="8118769" y="2465983"/>
                  </a:lnTo>
                  <a:lnTo>
                    <a:pt x="8119611" y="2470631"/>
                  </a:lnTo>
                  <a:lnTo>
                    <a:pt x="8120452" y="2475089"/>
                  </a:lnTo>
                  <a:lnTo>
                    <a:pt x="8121293" y="2479766"/>
                  </a:lnTo>
                  <a:lnTo>
                    <a:pt x="8122134" y="2484225"/>
                  </a:lnTo>
                  <a:lnTo>
                    <a:pt x="8122975" y="2488130"/>
                  </a:lnTo>
                  <a:lnTo>
                    <a:pt x="8123817" y="2492035"/>
                  </a:lnTo>
                  <a:lnTo>
                    <a:pt x="8124658" y="2495580"/>
                  </a:lnTo>
                  <a:lnTo>
                    <a:pt x="8125499" y="2498538"/>
                  </a:lnTo>
                  <a:lnTo>
                    <a:pt x="8126340" y="2500840"/>
                  </a:lnTo>
                  <a:lnTo>
                    <a:pt x="8127181" y="2503019"/>
                  </a:lnTo>
                  <a:lnTo>
                    <a:pt x="8128023" y="2504495"/>
                  </a:lnTo>
                  <a:lnTo>
                    <a:pt x="8128864" y="2505970"/>
                  </a:lnTo>
                  <a:lnTo>
                    <a:pt x="8129705" y="2507386"/>
                  </a:lnTo>
                  <a:lnTo>
                    <a:pt x="8130546" y="2508665"/>
                  </a:lnTo>
                  <a:lnTo>
                    <a:pt x="8131387" y="2509612"/>
                  </a:lnTo>
                  <a:lnTo>
                    <a:pt x="8132229" y="2510219"/>
                  </a:lnTo>
                  <a:lnTo>
                    <a:pt x="8133070" y="2510114"/>
                  </a:lnTo>
                  <a:lnTo>
                    <a:pt x="8133911" y="2509345"/>
                  </a:lnTo>
                  <a:lnTo>
                    <a:pt x="8134752" y="2508155"/>
                  </a:lnTo>
                  <a:lnTo>
                    <a:pt x="8135593" y="2506909"/>
                  </a:lnTo>
                  <a:lnTo>
                    <a:pt x="8136435" y="2505322"/>
                  </a:lnTo>
                  <a:lnTo>
                    <a:pt x="8137276" y="2503760"/>
                  </a:lnTo>
                  <a:lnTo>
                    <a:pt x="8138117" y="2502255"/>
                  </a:lnTo>
                  <a:lnTo>
                    <a:pt x="8138958" y="2500725"/>
                  </a:lnTo>
                  <a:lnTo>
                    <a:pt x="8139799" y="2499276"/>
                  </a:lnTo>
                  <a:lnTo>
                    <a:pt x="8140641" y="2498062"/>
                  </a:lnTo>
                  <a:lnTo>
                    <a:pt x="8141482" y="2496929"/>
                  </a:lnTo>
                  <a:lnTo>
                    <a:pt x="8142323" y="2495796"/>
                  </a:lnTo>
                  <a:lnTo>
                    <a:pt x="8143164" y="2494662"/>
                  </a:lnTo>
                  <a:lnTo>
                    <a:pt x="8144005" y="2493562"/>
                  </a:lnTo>
                  <a:lnTo>
                    <a:pt x="8144847" y="2492590"/>
                  </a:lnTo>
                  <a:lnTo>
                    <a:pt x="8145688" y="2492113"/>
                  </a:lnTo>
                  <a:lnTo>
                    <a:pt x="8146529" y="2491838"/>
                  </a:lnTo>
                  <a:lnTo>
                    <a:pt x="8147370" y="2491692"/>
                  </a:lnTo>
                  <a:lnTo>
                    <a:pt x="8148211" y="2491692"/>
                  </a:lnTo>
                  <a:lnTo>
                    <a:pt x="8149053" y="2491862"/>
                  </a:lnTo>
                  <a:lnTo>
                    <a:pt x="8149894" y="2492202"/>
                  </a:lnTo>
                  <a:lnTo>
                    <a:pt x="8150735" y="2492615"/>
                  </a:lnTo>
                  <a:lnTo>
                    <a:pt x="8151576" y="2493230"/>
                  </a:lnTo>
                  <a:lnTo>
                    <a:pt x="8152417" y="2493870"/>
                  </a:lnTo>
                  <a:lnTo>
                    <a:pt x="8153259" y="2494625"/>
                  </a:lnTo>
                  <a:lnTo>
                    <a:pt x="8154100" y="2495381"/>
                  </a:lnTo>
                  <a:lnTo>
                    <a:pt x="8154941" y="2496209"/>
                  </a:lnTo>
                  <a:lnTo>
                    <a:pt x="8155782" y="2497097"/>
                  </a:lnTo>
                  <a:lnTo>
                    <a:pt x="8156623" y="2498025"/>
                  </a:lnTo>
                  <a:lnTo>
                    <a:pt x="8157465" y="2499179"/>
                  </a:lnTo>
                  <a:lnTo>
                    <a:pt x="8158306" y="2500585"/>
                  </a:lnTo>
                  <a:lnTo>
                    <a:pt x="8159147" y="2502014"/>
                  </a:lnTo>
                  <a:lnTo>
                    <a:pt x="8159988" y="2503657"/>
                  </a:lnTo>
                  <a:lnTo>
                    <a:pt x="8160829" y="2505370"/>
                  </a:lnTo>
                  <a:lnTo>
                    <a:pt x="8161671" y="2507162"/>
                  </a:lnTo>
                  <a:lnTo>
                    <a:pt x="8162512" y="2509117"/>
                  </a:lnTo>
                  <a:lnTo>
                    <a:pt x="8163353" y="2510919"/>
                  </a:lnTo>
                  <a:lnTo>
                    <a:pt x="8164194" y="2512651"/>
                  </a:lnTo>
                  <a:lnTo>
                    <a:pt x="8165035" y="2515047"/>
                  </a:lnTo>
                  <a:lnTo>
                    <a:pt x="8165877" y="2517605"/>
                  </a:lnTo>
                  <a:lnTo>
                    <a:pt x="8166718" y="2520359"/>
                  </a:lnTo>
                  <a:lnTo>
                    <a:pt x="8167559" y="2523386"/>
                  </a:lnTo>
                  <a:lnTo>
                    <a:pt x="8168400" y="2526464"/>
                  </a:lnTo>
                  <a:lnTo>
                    <a:pt x="8169241" y="2529681"/>
                  </a:lnTo>
                  <a:lnTo>
                    <a:pt x="8170083" y="2533060"/>
                  </a:lnTo>
                  <a:lnTo>
                    <a:pt x="8170924" y="2536416"/>
                  </a:lnTo>
                  <a:lnTo>
                    <a:pt x="8171765" y="2540268"/>
                  </a:lnTo>
                  <a:lnTo>
                    <a:pt x="8172606" y="2544121"/>
                  </a:lnTo>
                  <a:lnTo>
                    <a:pt x="8173447" y="2548651"/>
                  </a:lnTo>
                  <a:lnTo>
                    <a:pt x="8174289" y="2553061"/>
                  </a:lnTo>
                  <a:lnTo>
                    <a:pt x="8175130" y="2557266"/>
                  </a:lnTo>
                  <a:lnTo>
                    <a:pt x="8175971" y="2561105"/>
                  </a:lnTo>
                  <a:lnTo>
                    <a:pt x="8176812" y="2564367"/>
                  </a:lnTo>
                  <a:lnTo>
                    <a:pt x="8177653" y="2566755"/>
                  </a:lnTo>
                  <a:lnTo>
                    <a:pt x="8178495" y="2568276"/>
                  </a:lnTo>
                  <a:lnTo>
                    <a:pt x="8179336" y="2569612"/>
                  </a:lnTo>
                  <a:lnTo>
                    <a:pt x="8180177" y="2570405"/>
                  </a:lnTo>
                  <a:lnTo>
                    <a:pt x="8181018" y="2570891"/>
                  </a:lnTo>
                  <a:lnTo>
                    <a:pt x="8181859" y="2571053"/>
                  </a:lnTo>
                  <a:lnTo>
                    <a:pt x="8182701" y="2570713"/>
                  </a:lnTo>
                  <a:lnTo>
                    <a:pt x="8183542" y="2569879"/>
                  </a:lnTo>
                  <a:lnTo>
                    <a:pt x="8184383" y="2568576"/>
                  </a:lnTo>
                  <a:lnTo>
                    <a:pt x="8185224" y="2567536"/>
                  </a:lnTo>
                  <a:lnTo>
                    <a:pt x="8186066" y="2566148"/>
                  </a:lnTo>
                  <a:lnTo>
                    <a:pt x="8186907" y="2564733"/>
                  </a:lnTo>
                  <a:lnTo>
                    <a:pt x="8187748" y="2563649"/>
                  </a:lnTo>
                  <a:lnTo>
                    <a:pt x="8188589" y="2562769"/>
                  </a:lnTo>
                  <a:lnTo>
                    <a:pt x="8189430" y="2561866"/>
                  </a:lnTo>
                  <a:lnTo>
                    <a:pt x="8190272" y="2560969"/>
                  </a:lnTo>
                  <a:lnTo>
                    <a:pt x="8191113" y="2560078"/>
                  </a:lnTo>
                  <a:lnTo>
                    <a:pt x="8191954" y="2558917"/>
                  </a:lnTo>
                  <a:lnTo>
                    <a:pt x="8192795" y="2557563"/>
                  </a:lnTo>
                  <a:lnTo>
                    <a:pt x="8193636" y="2556302"/>
                  </a:lnTo>
                  <a:lnTo>
                    <a:pt x="8194478" y="2555006"/>
                  </a:lnTo>
                  <a:lnTo>
                    <a:pt x="8195319" y="2553519"/>
                  </a:lnTo>
                  <a:lnTo>
                    <a:pt x="8196160" y="2551995"/>
                  </a:lnTo>
                  <a:lnTo>
                    <a:pt x="8197001" y="2550318"/>
                  </a:lnTo>
                  <a:lnTo>
                    <a:pt x="8197842" y="2548534"/>
                  </a:lnTo>
                  <a:lnTo>
                    <a:pt x="8198684" y="2546712"/>
                  </a:lnTo>
                  <a:lnTo>
                    <a:pt x="8199525" y="2544722"/>
                  </a:lnTo>
                  <a:lnTo>
                    <a:pt x="8200366" y="2542723"/>
                  </a:lnTo>
                  <a:lnTo>
                    <a:pt x="8201207" y="2540884"/>
                  </a:lnTo>
                  <a:lnTo>
                    <a:pt x="8202048" y="2539220"/>
                  </a:lnTo>
                  <a:lnTo>
                    <a:pt x="8202890" y="2537672"/>
                  </a:lnTo>
                  <a:lnTo>
                    <a:pt x="8203731" y="2536431"/>
                  </a:lnTo>
                  <a:lnTo>
                    <a:pt x="8204572" y="2535174"/>
                  </a:lnTo>
                  <a:lnTo>
                    <a:pt x="8205413" y="2534015"/>
                  </a:lnTo>
                  <a:lnTo>
                    <a:pt x="8206254" y="2532793"/>
                  </a:lnTo>
                  <a:lnTo>
                    <a:pt x="8207096" y="2531663"/>
                  </a:lnTo>
                  <a:lnTo>
                    <a:pt x="8207937" y="2530970"/>
                  </a:lnTo>
                  <a:lnTo>
                    <a:pt x="8208778" y="2530726"/>
                  </a:lnTo>
                  <a:lnTo>
                    <a:pt x="8209619" y="2530704"/>
                  </a:lnTo>
                  <a:lnTo>
                    <a:pt x="8210460" y="2531000"/>
                  </a:lnTo>
                  <a:lnTo>
                    <a:pt x="8211302" y="2531380"/>
                  </a:lnTo>
                  <a:lnTo>
                    <a:pt x="8212143" y="2531717"/>
                  </a:lnTo>
                  <a:lnTo>
                    <a:pt x="8212984" y="2532058"/>
                  </a:lnTo>
                  <a:lnTo>
                    <a:pt x="8213825" y="2532728"/>
                  </a:lnTo>
                  <a:lnTo>
                    <a:pt x="8214666" y="2533519"/>
                  </a:lnTo>
                  <a:lnTo>
                    <a:pt x="8215508" y="2534443"/>
                  </a:lnTo>
                  <a:lnTo>
                    <a:pt x="8216349" y="2535747"/>
                  </a:lnTo>
                  <a:lnTo>
                    <a:pt x="8217190" y="2537372"/>
                  </a:lnTo>
                  <a:lnTo>
                    <a:pt x="8218031" y="2539209"/>
                  </a:lnTo>
                  <a:lnTo>
                    <a:pt x="8218872" y="2541237"/>
                  </a:lnTo>
                  <a:lnTo>
                    <a:pt x="8219714" y="2543267"/>
                  </a:lnTo>
                  <a:lnTo>
                    <a:pt x="8220555" y="2544998"/>
                  </a:lnTo>
                  <a:lnTo>
                    <a:pt x="8221396" y="2546576"/>
                  </a:lnTo>
                  <a:lnTo>
                    <a:pt x="8222237" y="2547888"/>
                  </a:lnTo>
                  <a:lnTo>
                    <a:pt x="8223078" y="2549343"/>
                  </a:lnTo>
                  <a:lnTo>
                    <a:pt x="8223920" y="2550854"/>
                  </a:lnTo>
                  <a:lnTo>
                    <a:pt x="8224761" y="2552431"/>
                  </a:lnTo>
                  <a:lnTo>
                    <a:pt x="8225602" y="2554008"/>
                  </a:lnTo>
                  <a:lnTo>
                    <a:pt x="8226443" y="2555279"/>
                  </a:lnTo>
                  <a:lnTo>
                    <a:pt x="8227284" y="2556333"/>
                  </a:lnTo>
                  <a:lnTo>
                    <a:pt x="8228126" y="2557454"/>
                  </a:lnTo>
                  <a:lnTo>
                    <a:pt x="8228967" y="2558406"/>
                  </a:lnTo>
                  <a:lnTo>
                    <a:pt x="8229808" y="2559318"/>
                  </a:lnTo>
                  <a:lnTo>
                    <a:pt x="8230649" y="2560155"/>
                  </a:lnTo>
                  <a:lnTo>
                    <a:pt x="8231490" y="2561032"/>
                  </a:lnTo>
                  <a:lnTo>
                    <a:pt x="8232332" y="2561820"/>
                  </a:lnTo>
                  <a:lnTo>
                    <a:pt x="8233173" y="2562430"/>
                  </a:lnTo>
                  <a:lnTo>
                    <a:pt x="8234014" y="2563149"/>
                  </a:lnTo>
                  <a:lnTo>
                    <a:pt x="8234855" y="2563946"/>
                  </a:lnTo>
                  <a:lnTo>
                    <a:pt x="8235696" y="2564989"/>
                  </a:lnTo>
                  <a:lnTo>
                    <a:pt x="8236538" y="2566383"/>
                  </a:lnTo>
                  <a:lnTo>
                    <a:pt x="8237379" y="2567712"/>
                  </a:lnTo>
                  <a:lnTo>
                    <a:pt x="8238220" y="2569040"/>
                  </a:lnTo>
                  <a:lnTo>
                    <a:pt x="8239061" y="2570472"/>
                  </a:lnTo>
                  <a:lnTo>
                    <a:pt x="8239902" y="2572003"/>
                  </a:lnTo>
                  <a:lnTo>
                    <a:pt x="8240744" y="2573428"/>
                  </a:lnTo>
                  <a:lnTo>
                    <a:pt x="8241585" y="2574712"/>
                  </a:lnTo>
                  <a:lnTo>
                    <a:pt x="8242426" y="2576169"/>
                  </a:lnTo>
                  <a:lnTo>
                    <a:pt x="8243267" y="2577439"/>
                  </a:lnTo>
                  <a:lnTo>
                    <a:pt x="8244108" y="2578572"/>
                  </a:lnTo>
                  <a:lnTo>
                    <a:pt x="8244950" y="2579706"/>
                  </a:lnTo>
                  <a:lnTo>
                    <a:pt x="8245368" y="27722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669425" y="458918"/>
              <a:ext cx="8245368" cy="2772243"/>
            </a:xfrm>
            <a:custGeom>
              <a:avLst/>
              <a:pathLst>
                <a:path w="8245368" h="2772243">
                  <a:moveTo>
                    <a:pt x="0" y="2772243"/>
                  </a:moveTo>
                  <a:lnTo>
                    <a:pt x="325" y="2649505"/>
                  </a:lnTo>
                  <a:lnTo>
                    <a:pt x="1166" y="2648542"/>
                  </a:lnTo>
                  <a:lnTo>
                    <a:pt x="2008" y="2647189"/>
                  </a:lnTo>
                  <a:lnTo>
                    <a:pt x="2849" y="2645858"/>
                  </a:lnTo>
                  <a:lnTo>
                    <a:pt x="3690" y="2644526"/>
                  </a:lnTo>
                  <a:lnTo>
                    <a:pt x="4531" y="2643139"/>
                  </a:lnTo>
                  <a:lnTo>
                    <a:pt x="5372" y="2641723"/>
                  </a:lnTo>
                  <a:lnTo>
                    <a:pt x="6214" y="2640271"/>
                  </a:lnTo>
                  <a:lnTo>
                    <a:pt x="7055" y="2638713"/>
                  </a:lnTo>
                  <a:lnTo>
                    <a:pt x="7896" y="2637156"/>
                  </a:lnTo>
                  <a:lnTo>
                    <a:pt x="8737" y="2635598"/>
                  </a:lnTo>
                  <a:lnTo>
                    <a:pt x="9578" y="2634040"/>
                  </a:lnTo>
                  <a:lnTo>
                    <a:pt x="10420" y="2632492"/>
                  </a:lnTo>
                  <a:lnTo>
                    <a:pt x="11261" y="2631081"/>
                  </a:lnTo>
                  <a:lnTo>
                    <a:pt x="12102" y="2629878"/>
                  </a:lnTo>
                  <a:lnTo>
                    <a:pt x="12943" y="2628576"/>
                  </a:lnTo>
                  <a:lnTo>
                    <a:pt x="13784" y="2627540"/>
                  </a:lnTo>
                  <a:lnTo>
                    <a:pt x="14626" y="2626932"/>
                  </a:lnTo>
                  <a:lnTo>
                    <a:pt x="15467" y="2626431"/>
                  </a:lnTo>
                  <a:lnTo>
                    <a:pt x="16308" y="2625970"/>
                  </a:lnTo>
                  <a:lnTo>
                    <a:pt x="17149" y="2625510"/>
                  </a:lnTo>
                  <a:lnTo>
                    <a:pt x="17990" y="2625162"/>
                  </a:lnTo>
                  <a:lnTo>
                    <a:pt x="18832" y="2624863"/>
                  </a:lnTo>
                  <a:lnTo>
                    <a:pt x="19673" y="2624565"/>
                  </a:lnTo>
                  <a:lnTo>
                    <a:pt x="20514" y="2624266"/>
                  </a:lnTo>
                  <a:lnTo>
                    <a:pt x="21355" y="2623967"/>
                  </a:lnTo>
                  <a:lnTo>
                    <a:pt x="22197" y="2623748"/>
                  </a:lnTo>
                  <a:lnTo>
                    <a:pt x="23038" y="2623509"/>
                  </a:lnTo>
                  <a:lnTo>
                    <a:pt x="23879" y="2623409"/>
                  </a:lnTo>
                  <a:lnTo>
                    <a:pt x="24720" y="2623328"/>
                  </a:lnTo>
                  <a:lnTo>
                    <a:pt x="25561" y="2623407"/>
                  </a:lnTo>
                  <a:lnTo>
                    <a:pt x="26403" y="2623380"/>
                  </a:lnTo>
                  <a:lnTo>
                    <a:pt x="27244" y="2623347"/>
                  </a:lnTo>
                  <a:lnTo>
                    <a:pt x="28085" y="2623364"/>
                  </a:lnTo>
                  <a:lnTo>
                    <a:pt x="28926" y="2623415"/>
                  </a:lnTo>
                  <a:lnTo>
                    <a:pt x="29767" y="2623451"/>
                  </a:lnTo>
                  <a:lnTo>
                    <a:pt x="30609" y="2623432"/>
                  </a:lnTo>
                  <a:lnTo>
                    <a:pt x="31450" y="2623151"/>
                  </a:lnTo>
                  <a:lnTo>
                    <a:pt x="32291" y="2622753"/>
                  </a:lnTo>
                  <a:lnTo>
                    <a:pt x="33132" y="2622401"/>
                  </a:lnTo>
                  <a:lnTo>
                    <a:pt x="33973" y="2622010"/>
                  </a:lnTo>
                  <a:lnTo>
                    <a:pt x="34815" y="2621645"/>
                  </a:lnTo>
                  <a:lnTo>
                    <a:pt x="35656" y="2621502"/>
                  </a:lnTo>
                  <a:lnTo>
                    <a:pt x="36497" y="2621437"/>
                  </a:lnTo>
                  <a:lnTo>
                    <a:pt x="37338" y="2621471"/>
                  </a:lnTo>
                  <a:lnTo>
                    <a:pt x="38179" y="2621417"/>
                  </a:lnTo>
                  <a:lnTo>
                    <a:pt x="39021" y="2621357"/>
                  </a:lnTo>
                  <a:lnTo>
                    <a:pt x="39862" y="2621170"/>
                  </a:lnTo>
                  <a:lnTo>
                    <a:pt x="40703" y="2620983"/>
                  </a:lnTo>
                  <a:lnTo>
                    <a:pt x="41544" y="2620818"/>
                  </a:lnTo>
                  <a:lnTo>
                    <a:pt x="42385" y="2620540"/>
                  </a:lnTo>
                  <a:lnTo>
                    <a:pt x="43227" y="2620159"/>
                  </a:lnTo>
                  <a:lnTo>
                    <a:pt x="44068" y="2620013"/>
                  </a:lnTo>
                  <a:lnTo>
                    <a:pt x="44909" y="2619927"/>
                  </a:lnTo>
                  <a:lnTo>
                    <a:pt x="45750" y="2620028"/>
                  </a:lnTo>
                  <a:lnTo>
                    <a:pt x="46591" y="2619841"/>
                  </a:lnTo>
                  <a:lnTo>
                    <a:pt x="47433" y="2619598"/>
                  </a:lnTo>
                  <a:lnTo>
                    <a:pt x="48274" y="2619177"/>
                  </a:lnTo>
                  <a:lnTo>
                    <a:pt x="49115" y="2618600"/>
                  </a:lnTo>
                  <a:lnTo>
                    <a:pt x="49956" y="2618265"/>
                  </a:lnTo>
                  <a:lnTo>
                    <a:pt x="50797" y="2618254"/>
                  </a:lnTo>
                  <a:lnTo>
                    <a:pt x="51639" y="2618409"/>
                  </a:lnTo>
                  <a:lnTo>
                    <a:pt x="52480" y="2618469"/>
                  </a:lnTo>
                  <a:lnTo>
                    <a:pt x="53321" y="2618505"/>
                  </a:lnTo>
                  <a:lnTo>
                    <a:pt x="54162" y="2618396"/>
                  </a:lnTo>
                  <a:lnTo>
                    <a:pt x="55003" y="2618238"/>
                  </a:lnTo>
                  <a:lnTo>
                    <a:pt x="55845" y="2618213"/>
                  </a:lnTo>
                  <a:lnTo>
                    <a:pt x="56686" y="2617923"/>
                  </a:lnTo>
                  <a:lnTo>
                    <a:pt x="57527" y="2617473"/>
                  </a:lnTo>
                  <a:lnTo>
                    <a:pt x="58368" y="2616796"/>
                  </a:lnTo>
                  <a:lnTo>
                    <a:pt x="59209" y="2616144"/>
                  </a:lnTo>
                  <a:lnTo>
                    <a:pt x="60051" y="2615413"/>
                  </a:lnTo>
                  <a:lnTo>
                    <a:pt x="60892" y="2614577"/>
                  </a:lnTo>
                  <a:lnTo>
                    <a:pt x="61733" y="2613672"/>
                  </a:lnTo>
                  <a:lnTo>
                    <a:pt x="62574" y="2612677"/>
                  </a:lnTo>
                  <a:lnTo>
                    <a:pt x="63415" y="2612173"/>
                  </a:lnTo>
                  <a:lnTo>
                    <a:pt x="64257" y="2611562"/>
                  </a:lnTo>
                  <a:lnTo>
                    <a:pt x="65098" y="2610934"/>
                  </a:lnTo>
                  <a:lnTo>
                    <a:pt x="65939" y="2610430"/>
                  </a:lnTo>
                  <a:lnTo>
                    <a:pt x="66780" y="2610046"/>
                  </a:lnTo>
                  <a:lnTo>
                    <a:pt x="67621" y="2609917"/>
                  </a:lnTo>
                  <a:lnTo>
                    <a:pt x="68463" y="2609671"/>
                  </a:lnTo>
                  <a:lnTo>
                    <a:pt x="69304" y="2609603"/>
                  </a:lnTo>
                  <a:lnTo>
                    <a:pt x="70145" y="2609684"/>
                  </a:lnTo>
                  <a:lnTo>
                    <a:pt x="70986" y="2609888"/>
                  </a:lnTo>
                  <a:lnTo>
                    <a:pt x="71827" y="2609934"/>
                  </a:lnTo>
                  <a:lnTo>
                    <a:pt x="72669" y="2610113"/>
                  </a:lnTo>
                  <a:lnTo>
                    <a:pt x="73510" y="2610257"/>
                  </a:lnTo>
                  <a:lnTo>
                    <a:pt x="74351" y="2610453"/>
                  </a:lnTo>
                  <a:lnTo>
                    <a:pt x="75192" y="2610637"/>
                  </a:lnTo>
                  <a:lnTo>
                    <a:pt x="76033" y="2610949"/>
                  </a:lnTo>
                  <a:lnTo>
                    <a:pt x="76875" y="2611350"/>
                  </a:lnTo>
                  <a:lnTo>
                    <a:pt x="77716" y="2611700"/>
                  </a:lnTo>
                  <a:lnTo>
                    <a:pt x="78557" y="2611918"/>
                  </a:lnTo>
                  <a:lnTo>
                    <a:pt x="79398" y="2612395"/>
                  </a:lnTo>
                  <a:lnTo>
                    <a:pt x="80239" y="2613108"/>
                  </a:lnTo>
                  <a:lnTo>
                    <a:pt x="81081" y="2613830"/>
                  </a:lnTo>
                  <a:lnTo>
                    <a:pt x="81922" y="2614593"/>
                  </a:lnTo>
                  <a:lnTo>
                    <a:pt x="82763" y="2615135"/>
                  </a:lnTo>
                  <a:lnTo>
                    <a:pt x="83604" y="2615758"/>
                  </a:lnTo>
                  <a:lnTo>
                    <a:pt x="84445" y="2616479"/>
                  </a:lnTo>
                  <a:lnTo>
                    <a:pt x="85287" y="2617134"/>
                  </a:lnTo>
                  <a:lnTo>
                    <a:pt x="86128" y="2617944"/>
                  </a:lnTo>
                  <a:lnTo>
                    <a:pt x="86969" y="2618826"/>
                  </a:lnTo>
                  <a:lnTo>
                    <a:pt x="87810" y="2619797"/>
                  </a:lnTo>
                  <a:lnTo>
                    <a:pt x="88651" y="2620631"/>
                  </a:lnTo>
                  <a:lnTo>
                    <a:pt x="89493" y="2621440"/>
                  </a:lnTo>
                  <a:lnTo>
                    <a:pt x="90334" y="2622290"/>
                  </a:lnTo>
                  <a:lnTo>
                    <a:pt x="91175" y="2623173"/>
                  </a:lnTo>
                  <a:lnTo>
                    <a:pt x="92016" y="2623950"/>
                  </a:lnTo>
                  <a:lnTo>
                    <a:pt x="92858" y="2624605"/>
                  </a:lnTo>
                  <a:lnTo>
                    <a:pt x="93699" y="2625253"/>
                  </a:lnTo>
                  <a:lnTo>
                    <a:pt x="94540" y="2625827"/>
                  </a:lnTo>
                  <a:lnTo>
                    <a:pt x="95381" y="2626313"/>
                  </a:lnTo>
                  <a:lnTo>
                    <a:pt x="96222" y="2626574"/>
                  </a:lnTo>
                  <a:lnTo>
                    <a:pt x="97064" y="2626720"/>
                  </a:lnTo>
                  <a:lnTo>
                    <a:pt x="97905" y="2626721"/>
                  </a:lnTo>
                  <a:lnTo>
                    <a:pt x="98746" y="2626781"/>
                  </a:lnTo>
                  <a:lnTo>
                    <a:pt x="99587" y="2626774"/>
                  </a:lnTo>
                  <a:lnTo>
                    <a:pt x="100428" y="2626641"/>
                  </a:lnTo>
                  <a:lnTo>
                    <a:pt x="101270" y="2626376"/>
                  </a:lnTo>
                  <a:lnTo>
                    <a:pt x="102111" y="2625977"/>
                  </a:lnTo>
                  <a:lnTo>
                    <a:pt x="102952" y="2625579"/>
                  </a:lnTo>
                  <a:lnTo>
                    <a:pt x="103793" y="2625180"/>
                  </a:lnTo>
                  <a:lnTo>
                    <a:pt x="104634" y="2624775"/>
                  </a:lnTo>
                  <a:lnTo>
                    <a:pt x="105476" y="2624244"/>
                  </a:lnTo>
                  <a:lnTo>
                    <a:pt x="106317" y="2623713"/>
                  </a:lnTo>
                  <a:lnTo>
                    <a:pt x="107158" y="2623181"/>
                  </a:lnTo>
                  <a:lnTo>
                    <a:pt x="107999" y="2622650"/>
                  </a:lnTo>
                  <a:lnTo>
                    <a:pt x="108840" y="2622270"/>
                  </a:lnTo>
                  <a:lnTo>
                    <a:pt x="109682" y="2621804"/>
                  </a:lnTo>
                  <a:lnTo>
                    <a:pt x="110523" y="2621368"/>
                  </a:lnTo>
                  <a:lnTo>
                    <a:pt x="111364" y="2620889"/>
                  </a:lnTo>
                  <a:lnTo>
                    <a:pt x="112205" y="2620574"/>
                  </a:lnTo>
                  <a:lnTo>
                    <a:pt x="113046" y="2620412"/>
                  </a:lnTo>
                  <a:lnTo>
                    <a:pt x="113888" y="2620412"/>
                  </a:lnTo>
                  <a:lnTo>
                    <a:pt x="114729" y="2620574"/>
                  </a:lnTo>
                  <a:lnTo>
                    <a:pt x="115570" y="2620736"/>
                  </a:lnTo>
                  <a:lnTo>
                    <a:pt x="116411" y="2620898"/>
                  </a:lnTo>
                  <a:lnTo>
                    <a:pt x="117252" y="2620914"/>
                  </a:lnTo>
                  <a:lnTo>
                    <a:pt x="118094" y="2620914"/>
                  </a:lnTo>
                  <a:lnTo>
                    <a:pt x="118935" y="2620833"/>
                  </a:lnTo>
                  <a:lnTo>
                    <a:pt x="119776" y="2620582"/>
                  </a:lnTo>
                  <a:lnTo>
                    <a:pt x="120617" y="2620469"/>
                  </a:lnTo>
                  <a:lnTo>
                    <a:pt x="121458" y="2620566"/>
                  </a:lnTo>
                  <a:lnTo>
                    <a:pt x="122300" y="2620590"/>
                  </a:lnTo>
                  <a:lnTo>
                    <a:pt x="123141" y="2620558"/>
                  </a:lnTo>
                  <a:lnTo>
                    <a:pt x="123982" y="2620396"/>
                  </a:lnTo>
                  <a:lnTo>
                    <a:pt x="124823" y="2620234"/>
                  </a:lnTo>
                  <a:lnTo>
                    <a:pt x="125664" y="2620218"/>
                  </a:lnTo>
                  <a:lnTo>
                    <a:pt x="126506" y="2620380"/>
                  </a:lnTo>
                  <a:lnTo>
                    <a:pt x="127347" y="2620752"/>
                  </a:lnTo>
                  <a:lnTo>
                    <a:pt x="128188" y="2621556"/>
                  </a:lnTo>
                  <a:lnTo>
                    <a:pt x="129029" y="2622601"/>
                  </a:lnTo>
                  <a:lnTo>
                    <a:pt x="129870" y="2623895"/>
                  </a:lnTo>
                  <a:lnTo>
                    <a:pt x="130712" y="2625635"/>
                  </a:lnTo>
                  <a:lnTo>
                    <a:pt x="131553" y="2627538"/>
                  </a:lnTo>
                  <a:lnTo>
                    <a:pt x="132394" y="2629815"/>
                  </a:lnTo>
                  <a:lnTo>
                    <a:pt x="133235" y="2631942"/>
                  </a:lnTo>
                  <a:lnTo>
                    <a:pt x="134076" y="2633452"/>
                  </a:lnTo>
                  <a:lnTo>
                    <a:pt x="134918" y="2634992"/>
                  </a:lnTo>
                  <a:lnTo>
                    <a:pt x="135759" y="2636578"/>
                  </a:lnTo>
                  <a:lnTo>
                    <a:pt x="136600" y="2638258"/>
                  </a:lnTo>
                  <a:lnTo>
                    <a:pt x="137441" y="2639984"/>
                  </a:lnTo>
                  <a:lnTo>
                    <a:pt x="138282" y="2641592"/>
                  </a:lnTo>
                  <a:lnTo>
                    <a:pt x="139124" y="2643053"/>
                  </a:lnTo>
                  <a:lnTo>
                    <a:pt x="139965" y="2644341"/>
                  </a:lnTo>
                  <a:lnTo>
                    <a:pt x="140806" y="2645320"/>
                  </a:lnTo>
                  <a:lnTo>
                    <a:pt x="141647" y="2646121"/>
                  </a:lnTo>
                  <a:lnTo>
                    <a:pt x="142488" y="2646526"/>
                  </a:lnTo>
                  <a:lnTo>
                    <a:pt x="143330" y="2646566"/>
                  </a:lnTo>
                  <a:lnTo>
                    <a:pt x="144171" y="2646526"/>
                  </a:lnTo>
                  <a:lnTo>
                    <a:pt x="145012" y="2646294"/>
                  </a:lnTo>
                  <a:lnTo>
                    <a:pt x="145853" y="2646061"/>
                  </a:lnTo>
                  <a:lnTo>
                    <a:pt x="146694" y="2646052"/>
                  </a:lnTo>
                  <a:lnTo>
                    <a:pt x="147536" y="2646244"/>
                  </a:lnTo>
                  <a:lnTo>
                    <a:pt x="148377" y="2646747"/>
                  </a:lnTo>
                  <a:lnTo>
                    <a:pt x="149218" y="2647459"/>
                  </a:lnTo>
                  <a:lnTo>
                    <a:pt x="150059" y="2648374"/>
                  </a:lnTo>
                  <a:lnTo>
                    <a:pt x="150900" y="2649345"/>
                  </a:lnTo>
                  <a:lnTo>
                    <a:pt x="151742" y="2650316"/>
                  </a:lnTo>
                  <a:lnTo>
                    <a:pt x="152583" y="2651295"/>
                  </a:lnTo>
                  <a:lnTo>
                    <a:pt x="153424" y="2652623"/>
                  </a:lnTo>
                  <a:lnTo>
                    <a:pt x="154265" y="2654015"/>
                  </a:lnTo>
                  <a:lnTo>
                    <a:pt x="155106" y="2655472"/>
                  </a:lnTo>
                  <a:lnTo>
                    <a:pt x="155948" y="2656929"/>
                  </a:lnTo>
                  <a:lnTo>
                    <a:pt x="156789" y="2658386"/>
                  </a:lnTo>
                  <a:lnTo>
                    <a:pt x="157630" y="2659843"/>
                  </a:lnTo>
                  <a:lnTo>
                    <a:pt x="158471" y="2661267"/>
                  </a:lnTo>
                  <a:lnTo>
                    <a:pt x="159312" y="2662352"/>
                  </a:lnTo>
                  <a:lnTo>
                    <a:pt x="160154" y="2663178"/>
                  </a:lnTo>
                  <a:lnTo>
                    <a:pt x="160995" y="2663631"/>
                  </a:lnTo>
                  <a:lnTo>
                    <a:pt x="161836" y="2664108"/>
                  </a:lnTo>
                  <a:lnTo>
                    <a:pt x="162677" y="2664173"/>
                  </a:lnTo>
                  <a:lnTo>
                    <a:pt x="163519" y="2664173"/>
                  </a:lnTo>
                  <a:lnTo>
                    <a:pt x="164360" y="2664173"/>
                  </a:lnTo>
                  <a:lnTo>
                    <a:pt x="165201" y="2664262"/>
                  </a:lnTo>
                  <a:lnTo>
                    <a:pt x="166042" y="2664238"/>
                  </a:lnTo>
                  <a:lnTo>
                    <a:pt x="166883" y="2664768"/>
                  </a:lnTo>
                  <a:lnTo>
                    <a:pt x="167725" y="2665556"/>
                  </a:lnTo>
                  <a:lnTo>
                    <a:pt x="168566" y="2666401"/>
                  </a:lnTo>
                  <a:lnTo>
                    <a:pt x="169407" y="2667331"/>
                  </a:lnTo>
                  <a:lnTo>
                    <a:pt x="170248" y="2668651"/>
                  </a:lnTo>
                  <a:lnTo>
                    <a:pt x="171089" y="2669976"/>
                  </a:lnTo>
                  <a:lnTo>
                    <a:pt x="171931" y="2671406"/>
                  </a:lnTo>
                  <a:lnTo>
                    <a:pt x="172772" y="2672857"/>
                  </a:lnTo>
                  <a:lnTo>
                    <a:pt x="173613" y="2674343"/>
                  </a:lnTo>
                  <a:lnTo>
                    <a:pt x="174454" y="2675809"/>
                  </a:lnTo>
                  <a:lnTo>
                    <a:pt x="175295" y="2677382"/>
                  </a:lnTo>
                  <a:lnTo>
                    <a:pt x="176137" y="2678848"/>
                  </a:lnTo>
                  <a:lnTo>
                    <a:pt x="176978" y="2680189"/>
                  </a:lnTo>
                  <a:lnTo>
                    <a:pt x="177819" y="2681522"/>
                  </a:lnTo>
                  <a:lnTo>
                    <a:pt x="178660" y="2682846"/>
                  </a:lnTo>
                  <a:lnTo>
                    <a:pt x="179501" y="2683895"/>
                  </a:lnTo>
                  <a:lnTo>
                    <a:pt x="180343" y="2684665"/>
                  </a:lnTo>
                  <a:lnTo>
                    <a:pt x="181184" y="2685166"/>
                  </a:lnTo>
                  <a:lnTo>
                    <a:pt x="182025" y="2685554"/>
                  </a:lnTo>
                  <a:lnTo>
                    <a:pt x="182866" y="2685514"/>
                  </a:lnTo>
                  <a:lnTo>
                    <a:pt x="183707" y="2685489"/>
                  </a:lnTo>
                  <a:lnTo>
                    <a:pt x="184549" y="2685464"/>
                  </a:lnTo>
                  <a:lnTo>
                    <a:pt x="185390" y="2685440"/>
                  </a:lnTo>
                  <a:lnTo>
                    <a:pt x="186231" y="2685415"/>
                  </a:lnTo>
                  <a:lnTo>
                    <a:pt x="187072" y="2685390"/>
                  </a:lnTo>
                  <a:lnTo>
                    <a:pt x="187913" y="2685389"/>
                  </a:lnTo>
                  <a:lnTo>
                    <a:pt x="188755" y="2685526"/>
                  </a:lnTo>
                  <a:lnTo>
                    <a:pt x="189596" y="2685816"/>
                  </a:lnTo>
                  <a:lnTo>
                    <a:pt x="190437" y="2686036"/>
                  </a:lnTo>
                  <a:lnTo>
                    <a:pt x="191278" y="2686275"/>
                  </a:lnTo>
                  <a:lnTo>
                    <a:pt x="192119" y="2686479"/>
                  </a:lnTo>
                  <a:lnTo>
                    <a:pt x="192961" y="2686747"/>
                  </a:lnTo>
                  <a:lnTo>
                    <a:pt x="193802" y="2686992"/>
                  </a:lnTo>
                  <a:lnTo>
                    <a:pt x="194643" y="2687342"/>
                  </a:lnTo>
                  <a:lnTo>
                    <a:pt x="195484" y="2687699"/>
                  </a:lnTo>
                  <a:lnTo>
                    <a:pt x="196325" y="2687885"/>
                  </a:lnTo>
                  <a:lnTo>
                    <a:pt x="197167" y="2687995"/>
                  </a:lnTo>
                  <a:lnTo>
                    <a:pt x="198008" y="2688122"/>
                  </a:lnTo>
                  <a:lnTo>
                    <a:pt x="198849" y="2688188"/>
                  </a:lnTo>
                  <a:lnTo>
                    <a:pt x="199690" y="2688469"/>
                  </a:lnTo>
                  <a:lnTo>
                    <a:pt x="200531" y="2688868"/>
                  </a:lnTo>
                  <a:lnTo>
                    <a:pt x="201373" y="2689220"/>
                  </a:lnTo>
                  <a:lnTo>
                    <a:pt x="202214" y="2689611"/>
                  </a:lnTo>
                  <a:lnTo>
                    <a:pt x="203055" y="2690016"/>
                  </a:lnTo>
                  <a:lnTo>
                    <a:pt x="203896" y="2690378"/>
                  </a:lnTo>
                  <a:lnTo>
                    <a:pt x="204737" y="2690767"/>
                  </a:lnTo>
                  <a:lnTo>
                    <a:pt x="205579" y="2691057"/>
                  </a:lnTo>
                  <a:lnTo>
                    <a:pt x="206420" y="2691434"/>
                  </a:lnTo>
                  <a:lnTo>
                    <a:pt x="207261" y="2691818"/>
                  </a:lnTo>
                  <a:lnTo>
                    <a:pt x="208102" y="2692329"/>
                  </a:lnTo>
                  <a:lnTo>
                    <a:pt x="208943" y="2692839"/>
                  </a:lnTo>
                  <a:lnTo>
                    <a:pt x="209785" y="2693329"/>
                  </a:lnTo>
                  <a:lnTo>
                    <a:pt x="210626" y="2693930"/>
                  </a:lnTo>
                  <a:lnTo>
                    <a:pt x="211467" y="2694635"/>
                  </a:lnTo>
                  <a:lnTo>
                    <a:pt x="212308" y="2695072"/>
                  </a:lnTo>
                  <a:lnTo>
                    <a:pt x="213149" y="2695344"/>
                  </a:lnTo>
                  <a:lnTo>
                    <a:pt x="213991" y="2695187"/>
                  </a:lnTo>
                  <a:lnTo>
                    <a:pt x="214832" y="2695155"/>
                  </a:lnTo>
                  <a:lnTo>
                    <a:pt x="215673" y="2694581"/>
                  </a:lnTo>
                  <a:lnTo>
                    <a:pt x="216514" y="2693837"/>
                  </a:lnTo>
                  <a:lnTo>
                    <a:pt x="217355" y="2692964"/>
                  </a:lnTo>
                  <a:lnTo>
                    <a:pt x="218197" y="2691857"/>
                  </a:lnTo>
                  <a:lnTo>
                    <a:pt x="219038" y="2690481"/>
                  </a:lnTo>
                  <a:lnTo>
                    <a:pt x="219879" y="2689065"/>
                  </a:lnTo>
                  <a:lnTo>
                    <a:pt x="220720" y="2687754"/>
                  </a:lnTo>
                  <a:lnTo>
                    <a:pt x="221561" y="2686426"/>
                  </a:lnTo>
                  <a:lnTo>
                    <a:pt x="222403" y="2685172"/>
                  </a:lnTo>
                  <a:lnTo>
                    <a:pt x="223244" y="2683876"/>
                  </a:lnTo>
                  <a:lnTo>
                    <a:pt x="224085" y="2682950"/>
                  </a:lnTo>
                  <a:lnTo>
                    <a:pt x="224926" y="2682398"/>
                  </a:lnTo>
                  <a:lnTo>
                    <a:pt x="225767" y="2682273"/>
                  </a:lnTo>
                  <a:lnTo>
                    <a:pt x="226609" y="2682659"/>
                  </a:lnTo>
                  <a:lnTo>
                    <a:pt x="227450" y="2683331"/>
                  </a:lnTo>
                  <a:lnTo>
                    <a:pt x="228291" y="2684566"/>
                  </a:lnTo>
                  <a:lnTo>
                    <a:pt x="229132" y="2686046"/>
                  </a:lnTo>
                  <a:lnTo>
                    <a:pt x="229973" y="2687692"/>
                  </a:lnTo>
                  <a:lnTo>
                    <a:pt x="230815" y="2689410"/>
                  </a:lnTo>
                  <a:lnTo>
                    <a:pt x="231656" y="2690714"/>
                  </a:lnTo>
                  <a:lnTo>
                    <a:pt x="232497" y="2691911"/>
                  </a:lnTo>
                  <a:lnTo>
                    <a:pt x="233338" y="2693145"/>
                  </a:lnTo>
                  <a:lnTo>
                    <a:pt x="234180" y="2694122"/>
                  </a:lnTo>
                  <a:lnTo>
                    <a:pt x="235021" y="2694939"/>
                  </a:lnTo>
                  <a:lnTo>
                    <a:pt x="235862" y="2695520"/>
                  </a:lnTo>
                  <a:lnTo>
                    <a:pt x="236703" y="2695948"/>
                  </a:lnTo>
                  <a:lnTo>
                    <a:pt x="237544" y="2695833"/>
                  </a:lnTo>
                  <a:lnTo>
                    <a:pt x="238386" y="2695487"/>
                  </a:lnTo>
                  <a:lnTo>
                    <a:pt x="239227" y="2694724"/>
                  </a:lnTo>
                  <a:lnTo>
                    <a:pt x="240068" y="2693909"/>
                  </a:lnTo>
                  <a:lnTo>
                    <a:pt x="240909" y="2693018"/>
                  </a:lnTo>
                  <a:lnTo>
                    <a:pt x="241750" y="2691814"/>
                  </a:lnTo>
                  <a:lnTo>
                    <a:pt x="242592" y="2690274"/>
                  </a:lnTo>
                  <a:lnTo>
                    <a:pt x="243433" y="2688471"/>
                  </a:lnTo>
                  <a:lnTo>
                    <a:pt x="244274" y="2686767"/>
                  </a:lnTo>
                  <a:lnTo>
                    <a:pt x="245115" y="2685071"/>
                  </a:lnTo>
                  <a:lnTo>
                    <a:pt x="245956" y="2683385"/>
                  </a:lnTo>
                  <a:lnTo>
                    <a:pt x="246798" y="2682099"/>
                  </a:lnTo>
                  <a:lnTo>
                    <a:pt x="247639" y="2680934"/>
                  </a:lnTo>
                  <a:lnTo>
                    <a:pt x="248480" y="2679889"/>
                  </a:lnTo>
                  <a:lnTo>
                    <a:pt x="249321" y="2678957"/>
                  </a:lnTo>
                  <a:lnTo>
                    <a:pt x="250162" y="2678396"/>
                  </a:lnTo>
                  <a:lnTo>
                    <a:pt x="251004" y="2678073"/>
                  </a:lnTo>
                  <a:lnTo>
                    <a:pt x="251845" y="2677749"/>
                  </a:lnTo>
                  <a:lnTo>
                    <a:pt x="252686" y="2677344"/>
                  </a:lnTo>
                  <a:lnTo>
                    <a:pt x="253527" y="2676915"/>
                  </a:lnTo>
                  <a:lnTo>
                    <a:pt x="254368" y="2676680"/>
                  </a:lnTo>
                  <a:lnTo>
                    <a:pt x="255210" y="2676656"/>
                  </a:lnTo>
                  <a:lnTo>
                    <a:pt x="256051" y="2676818"/>
                  </a:lnTo>
                  <a:lnTo>
                    <a:pt x="256892" y="2676980"/>
                  </a:lnTo>
                  <a:lnTo>
                    <a:pt x="257733" y="2677142"/>
                  </a:lnTo>
                  <a:lnTo>
                    <a:pt x="258574" y="2677263"/>
                  </a:lnTo>
                  <a:lnTo>
                    <a:pt x="259416" y="2677263"/>
                  </a:lnTo>
                  <a:lnTo>
                    <a:pt x="260257" y="2677263"/>
                  </a:lnTo>
                  <a:lnTo>
                    <a:pt x="261098" y="2677263"/>
                  </a:lnTo>
                  <a:lnTo>
                    <a:pt x="261939" y="2677263"/>
                  </a:lnTo>
                  <a:lnTo>
                    <a:pt x="262780" y="2677263"/>
                  </a:lnTo>
                  <a:lnTo>
                    <a:pt x="263622" y="2677263"/>
                  </a:lnTo>
                  <a:lnTo>
                    <a:pt x="264463" y="2677350"/>
                  </a:lnTo>
                  <a:lnTo>
                    <a:pt x="265304" y="2677634"/>
                  </a:lnTo>
                  <a:lnTo>
                    <a:pt x="266145" y="2678123"/>
                  </a:lnTo>
                  <a:lnTo>
                    <a:pt x="266986" y="2678613"/>
                  </a:lnTo>
                  <a:lnTo>
                    <a:pt x="267828" y="2679109"/>
                  </a:lnTo>
                  <a:lnTo>
                    <a:pt x="268669" y="2679732"/>
                  </a:lnTo>
                  <a:lnTo>
                    <a:pt x="269510" y="2680487"/>
                  </a:lnTo>
                  <a:lnTo>
                    <a:pt x="270351" y="2681376"/>
                  </a:lnTo>
                  <a:lnTo>
                    <a:pt x="271192" y="2682264"/>
                  </a:lnTo>
                  <a:lnTo>
                    <a:pt x="272034" y="2683152"/>
                  </a:lnTo>
                  <a:lnTo>
                    <a:pt x="272875" y="2683878"/>
                  </a:lnTo>
                  <a:lnTo>
                    <a:pt x="273716" y="2684281"/>
                  </a:lnTo>
                  <a:lnTo>
                    <a:pt x="274557" y="2684546"/>
                  </a:lnTo>
                  <a:lnTo>
                    <a:pt x="275398" y="2684786"/>
                  </a:lnTo>
                  <a:lnTo>
                    <a:pt x="276240" y="2685027"/>
                  </a:lnTo>
                  <a:lnTo>
                    <a:pt x="277081" y="2685116"/>
                  </a:lnTo>
                  <a:lnTo>
                    <a:pt x="277922" y="2685205"/>
                  </a:lnTo>
                  <a:lnTo>
                    <a:pt x="278763" y="2685043"/>
                  </a:lnTo>
                  <a:lnTo>
                    <a:pt x="279604" y="2684881"/>
                  </a:lnTo>
                  <a:lnTo>
                    <a:pt x="280446" y="2684712"/>
                  </a:lnTo>
                  <a:lnTo>
                    <a:pt x="281287" y="2684388"/>
                  </a:lnTo>
                  <a:lnTo>
                    <a:pt x="282128" y="2683902"/>
                  </a:lnTo>
                  <a:lnTo>
                    <a:pt x="282969" y="2683117"/>
                  </a:lnTo>
                  <a:lnTo>
                    <a:pt x="283810" y="2682308"/>
                  </a:lnTo>
                  <a:lnTo>
                    <a:pt x="284652" y="2681385"/>
                  </a:lnTo>
                  <a:lnTo>
                    <a:pt x="285493" y="2680575"/>
                  </a:lnTo>
                  <a:lnTo>
                    <a:pt x="286334" y="2680090"/>
                  </a:lnTo>
                  <a:lnTo>
                    <a:pt x="287175" y="2679823"/>
                  </a:lnTo>
                  <a:lnTo>
                    <a:pt x="288016" y="2679750"/>
                  </a:lnTo>
                  <a:lnTo>
                    <a:pt x="288858" y="2679750"/>
                  </a:lnTo>
                  <a:lnTo>
                    <a:pt x="289699" y="2679750"/>
                  </a:lnTo>
                  <a:lnTo>
                    <a:pt x="290540" y="2679887"/>
                  </a:lnTo>
                  <a:lnTo>
                    <a:pt x="291381" y="2680082"/>
                  </a:lnTo>
                  <a:lnTo>
                    <a:pt x="292222" y="2680405"/>
                  </a:lnTo>
                  <a:lnTo>
                    <a:pt x="293064" y="2680766"/>
                  </a:lnTo>
                  <a:lnTo>
                    <a:pt x="293905" y="2681002"/>
                  </a:lnTo>
                  <a:lnTo>
                    <a:pt x="294746" y="2681238"/>
                  </a:lnTo>
                  <a:lnTo>
                    <a:pt x="295587" y="2681508"/>
                  </a:lnTo>
                  <a:lnTo>
                    <a:pt x="296428" y="2681586"/>
                  </a:lnTo>
                  <a:lnTo>
                    <a:pt x="297270" y="2681634"/>
                  </a:lnTo>
                  <a:lnTo>
                    <a:pt x="298111" y="2681634"/>
                  </a:lnTo>
                  <a:lnTo>
                    <a:pt x="298952" y="2681634"/>
                  </a:lnTo>
                  <a:lnTo>
                    <a:pt x="299793" y="2681567"/>
                  </a:lnTo>
                  <a:lnTo>
                    <a:pt x="300634" y="2681489"/>
                  </a:lnTo>
                  <a:lnTo>
                    <a:pt x="301476" y="2681194"/>
                  </a:lnTo>
                  <a:lnTo>
                    <a:pt x="302317" y="2680510"/>
                  </a:lnTo>
                  <a:lnTo>
                    <a:pt x="303158" y="2679227"/>
                  </a:lnTo>
                  <a:lnTo>
                    <a:pt x="303999" y="2677730"/>
                  </a:lnTo>
                  <a:lnTo>
                    <a:pt x="304841" y="2676063"/>
                  </a:lnTo>
                  <a:lnTo>
                    <a:pt x="305682" y="2674400"/>
                  </a:lnTo>
                  <a:lnTo>
                    <a:pt x="306523" y="2672866"/>
                  </a:lnTo>
                  <a:lnTo>
                    <a:pt x="307364" y="2671276"/>
                  </a:lnTo>
                  <a:lnTo>
                    <a:pt x="308205" y="2669549"/>
                  </a:lnTo>
                  <a:lnTo>
                    <a:pt x="309047" y="2667952"/>
                  </a:lnTo>
                  <a:lnTo>
                    <a:pt x="309888" y="2666507"/>
                  </a:lnTo>
                  <a:lnTo>
                    <a:pt x="310729" y="2665412"/>
                  </a:lnTo>
                  <a:lnTo>
                    <a:pt x="311570" y="2664316"/>
                  </a:lnTo>
                  <a:lnTo>
                    <a:pt x="312411" y="2663220"/>
                  </a:lnTo>
                  <a:lnTo>
                    <a:pt x="313253" y="2662067"/>
                  </a:lnTo>
                  <a:lnTo>
                    <a:pt x="314094" y="2661101"/>
                  </a:lnTo>
                  <a:lnTo>
                    <a:pt x="314935" y="2660308"/>
                  </a:lnTo>
                  <a:lnTo>
                    <a:pt x="315776" y="2660195"/>
                  </a:lnTo>
                  <a:lnTo>
                    <a:pt x="316617" y="2660316"/>
                  </a:lnTo>
                  <a:lnTo>
                    <a:pt x="317459" y="2660527"/>
                  </a:lnTo>
                  <a:lnTo>
                    <a:pt x="318300" y="2660608"/>
                  </a:lnTo>
                  <a:lnTo>
                    <a:pt x="319141" y="2660430"/>
                  </a:lnTo>
                  <a:lnTo>
                    <a:pt x="319982" y="2659952"/>
                  </a:lnTo>
                  <a:lnTo>
                    <a:pt x="320823" y="2659305"/>
                  </a:lnTo>
                  <a:lnTo>
                    <a:pt x="321665" y="2658683"/>
                  </a:lnTo>
                  <a:lnTo>
                    <a:pt x="322506" y="2657880"/>
                  </a:lnTo>
                  <a:lnTo>
                    <a:pt x="323347" y="2656825"/>
                  </a:lnTo>
                  <a:lnTo>
                    <a:pt x="324188" y="2655538"/>
                  </a:lnTo>
                  <a:lnTo>
                    <a:pt x="325029" y="2654369"/>
                  </a:lnTo>
                  <a:lnTo>
                    <a:pt x="325871" y="2653044"/>
                  </a:lnTo>
                  <a:lnTo>
                    <a:pt x="326712" y="2651642"/>
                  </a:lnTo>
                  <a:lnTo>
                    <a:pt x="327553" y="2650155"/>
                  </a:lnTo>
                  <a:lnTo>
                    <a:pt x="328394" y="2648501"/>
                  </a:lnTo>
                  <a:lnTo>
                    <a:pt x="329235" y="2646667"/>
                  </a:lnTo>
                  <a:lnTo>
                    <a:pt x="330077" y="2644370"/>
                  </a:lnTo>
                  <a:lnTo>
                    <a:pt x="330918" y="2642071"/>
                  </a:lnTo>
                  <a:lnTo>
                    <a:pt x="331759" y="2639878"/>
                  </a:lnTo>
                  <a:lnTo>
                    <a:pt x="332600" y="2637541"/>
                  </a:lnTo>
                  <a:lnTo>
                    <a:pt x="333441" y="2635181"/>
                  </a:lnTo>
                  <a:lnTo>
                    <a:pt x="334283" y="2632791"/>
                  </a:lnTo>
                  <a:lnTo>
                    <a:pt x="335124" y="2629833"/>
                  </a:lnTo>
                  <a:lnTo>
                    <a:pt x="335965" y="2626439"/>
                  </a:lnTo>
                  <a:lnTo>
                    <a:pt x="336806" y="2622682"/>
                  </a:lnTo>
                  <a:lnTo>
                    <a:pt x="337647" y="2618752"/>
                  </a:lnTo>
                  <a:lnTo>
                    <a:pt x="338489" y="2615043"/>
                  </a:lnTo>
                  <a:lnTo>
                    <a:pt x="339330" y="2611510"/>
                  </a:lnTo>
                  <a:lnTo>
                    <a:pt x="340171" y="2607905"/>
                  </a:lnTo>
                  <a:lnTo>
                    <a:pt x="341012" y="2604593"/>
                  </a:lnTo>
                  <a:lnTo>
                    <a:pt x="341853" y="2601786"/>
                  </a:lnTo>
                  <a:lnTo>
                    <a:pt x="342695" y="2599209"/>
                  </a:lnTo>
                  <a:lnTo>
                    <a:pt x="343536" y="2596750"/>
                  </a:lnTo>
                  <a:lnTo>
                    <a:pt x="344377" y="2594377"/>
                  </a:lnTo>
                  <a:lnTo>
                    <a:pt x="345218" y="2592299"/>
                  </a:lnTo>
                  <a:lnTo>
                    <a:pt x="346059" y="2590281"/>
                  </a:lnTo>
                  <a:lnTo>
                    <a:pt x="346901" y="2588340"/>
                  </a:lnTo>
                  <a:lnTo>
                    <a:pt x="347742" y="2586878"/>
                  </a:lnTo>
                  <a:lnTo>
                    <a:pt x="348583" y="2585826"/>
                  </a:lnTo>
                  <a:lnTo>
                    <a:pt x="349424" y="2585181"/>
                  </a:lnTo>
                  <a:lnTo>
                    <a:pt x="350265" y="2584458"/>
                  </a:lnTo>
                  <a:lnTo>
                    <a:pt x="351107" y="2583954"/>
                  </a:lnTo>
                  <a:lnTo>
                    <a:pt x="351948" y="2583221"/>
                  </a:lnTo>
                  <a:lnTo>
                    <a:pt x="352789" y="2582415"/>
                  </a:lnTo>
                  <a:lnTo>
                    <a:pt x="353630" y="2581528"/>
                  </a:lnTo>
                  <a:lnTo>
                    <a:pt x="354471" y="2580350"/>
                  </a:lnTo>
                  <a:lnTo>
                    <a:pt x="355313" y="2579051"/>
                  </a:lnTo>
                  <a:lnTo>
                    <a:pt x="356154" y="2577581"/>
                  </a:lnTo>
                  <a:lnTo>
                    <a:pt x="356995" y="2575828"/>
                  </a:lnTo>
                  <a:lnTo>
                    <a:pt x="357836" y="2573433"/>
                  </a:lnTo>
                  <a:lnTo>
                    <a:pt x="358677" y="2570628"/>
                  </a:lnTo>
                  <a:lnTo>
                    <a:pt x="359519" y="2567762"/>
                  </a:lnTo>
                  <a:lnTo>
                    <a:pt x="360360" y="2564790"/>
                  </a:lnTo>
                  <a:lnTo>
                    <a:pt x="361201" y="2561906"/>
                  </a:lnTo>
                  <a:lnTo>
                    <a:pt x="362042" y="2558981"/>
                  </a:lnTo>
                  <a:lnTo>
                    <a:pt x="362883" y="2556336"/>
                  </a:lnTo>
                  <a:lnTo>
                    <a:pt x="363725" y="2553686"/>
                  </a:lnTo>
                  <a:lnTo>
                    <a:pt x="364566" y="2551155"/>
                  </a:lnTo>
                  <a:lnTo>
                    <a:pt x="365407" y="2548542"/>
                  </a:lnTo>
                  <a:lnTo>
                    <a:pt x="366248" y="2545803"/>
                  </a:lnTo>
                  <a:lnTo>
                    <a:pt x="367089" y="2543146"/>
                  </a:lnTo>
                  <a:lnTo>
                    <a:pt x="367931" y="2540371"/>
                  </a:lnTo>
                  <a:lnTo>
                    <a:pt x="368772" y="2537576"/>
                  </a:lnTo>
                  <a:lnTo>
                    <a:pt x="369613" y="2535104"/>
                  </a:lnTo>
                  <a:lnTo>
                    <a:pt x="370454" y="2532963"/>
                  </a:lnTo>
                  <a:lnTo>
                    <a:pt x="371295" y="2531177"/>
                  </a:lnTo>
                  <a:lnTo>
                    <a:pt x="372137" y="2529245"/>
                  </a:lnTo>
                  <a:lnTo>
                    <a:pt x="372978" y="2527225"/>
                  </a:lnTo>
                  <a:lnTo>
                    <a:pt x="373819" y="2525283"/>
                  </a:lnTo>
                  <a:lnTo>
                    <a:pt x="374660" y="2523206"/>
                  </a:lnTo>
                  <a:lnTo>
                    <a:pt x="375502" y="2521210"/>
                  </a:lnTo>
                  <a:lnTo>
                    <a:pt x="376343" y="2518982"/>
                  </a:lnTo>
                  <a:lnTo>
                    <a:pt x="377184" y="2516516"/>
                  </a:lnTo>
                  <a:lnTo>
                    <a:pt x="378025" y="2513583"/>
                  </a:lnTo>
                  <a:lnTo>
                    <a:pt x="378866" y="2510463"/>
                  </a:lnTo>
                  <a:lnTo>
                    <a:pt x="379708" y="2506480"/>
                  </a:lnTo>
                  <a:lnTo>
                    <a:pt x="380549" y="2502244"/>
                  </a:lnTo>
                  <a:lnTo>
                    <a:pt x="381390" y="2498234"/>
                  </a:lnTo>
                  <a:lnTo>
                    <a:pt x="382231" y="2494673"/>
                  </a:lnTo>
                  <a:lnTo>
                    <a:pt x="383072" y="2492052"/>
                  </a:lnTo>
                  <a:lnTo>
                    <a:pt x="383914" y="2490369"/>
                  </a:lnTo>
                  <a:lnTo>
                    <a:pt x="384755" y="2489048"/>
                  </a:lnTo>
                  <a:lnTo>
                    <a:pt x="385596" y="2487468"/>
                  </a:lnTo>
                  <a:lnTo>
                    <a:pt x="386437" y="2485551"/>
                  </a:lnTo>
                  <a:lnTo>
                    <a:pt x="387278" y="2483476"/>
                  </a:lnTo>
                  <a:lnTo>
                    <a:pt x="388120" y="2481262"/>
                  </a:lnTo>
                  <a:lnTo>
                    <a:pt x="388961" y="2479092"/>
                  </a:lnTo>
                  <a:lnTo>
                    <a:pt x="389802" y="2477311"/>
                  </a:lnTo>
                  <a:lnTo>
                    <a:pt x="390643" y="2475680"/>
                  </a:lnTo>
                  <a:lnTo>
                    <a:pt x="391484" y="2474065"/>
                  </a:lnTo>
                  <a:lnTo>
                    <a:pt x="392326" y="2472581"/>
                  </a:lnTo>
                  <a:lnTo>
                    <a:pt x="393167" y="2471050"/>
                  </a:lnTo>
                  <a:lnTo>
                    <a:pt x="394008" y="2468921"/>
                  </a:lnTo>
                  <a:lnTo>
                    <a:pt x="394849" y="2466033"/>
                  </a:lnTo>
                  <a:lnTo>
                    <a:pt x="395690" y="2462321"/>
                  </a:lnTo>
                  <a:lnTo>
                    <a:pt x="396532" y="2457545"/>
                  </a:lnTo>
                  <a:lnTo>
                    <a:pt x="397373" y="2452066"/>
                  </a:lnTo>
                  <a:lnTo>
                    <a:pt x="398214" y="2446324"/>
                  </a:lnTo>
                  <a:lnTo>
                    <a:pt x="399055" y="2439854"/>
                  </a:lnTo>
                  <a:lnTo>
                    <a:pt x="399896" y="2434354"/>
                  </a:lnTo>
                  <a:lnTo>
                    <a:pt x="400738" y="2429105"/>
                  </a:lnTo>
                  <a:lnTo>
                    <a:pt x="401579" y="2423926"/>
                  </a:lnTo>
                  <a:lnTo>
                    <a:pt x="402420" y="2418956"/>
                  </a:lnTo>
                  <a:lnTo>
                    <a:pt x="403261" y="2414434"/>
                  </a:lnTo>
                  <a:lnTo>
                    <a:pt x="404102" y="2410597"/>
                  </a:lnTo>
                  <a:lnTo>
                    <a:pt x="404944" y="2407027"/>
                  </a:lnTo>
                  <a:lnTo>
                    <a:pt x="405785" y="2404116"/>
                  </a:lnTo>
                  <a:lnTo>
                    <a:pt x="406626" y="2401816"/>
                  </a:lnTo>
                  <a:lnTo>
                    <a:pt x="407467" y="2400076"/>
                  </a:lnTo>
                  <a:lnTo>
                    <a:pt x="408308" y="2398737"/>
                  </a:lnTo>
                  <a:lnTo>
                    <a:pt x="409150" y="2397684"/>
                  </a:lnTo>
                  <a:lnTo>
                    <a:pt x="409991" y="2396668"/>
                  </a:lnTo>
                  <a:lnTo>
                    <a:pt x="410832" y="2395596"/>
                  </a:lnTo>
                  <a:lnTo>
                    <a:pt x="411673" y="2394737"/>
                  </a:lnTo>
                  <a:lnTo>
                    <a:pt x="412514" y="2393788"/>
                  </a:lnTo>
                  <a:lnTo>
                    <a:pt x="413356" y="2392177"/>
                  </a:lnTo>
                  <a:lnTo>
                    <a:pt x="414197" y="2390129"/>
                  </a:lnTo>
                  <a:lnTo>
                    <a:pt x="415038" y="2387426"/>
                  </a:lnTo>
                  <a:lnTo>
                    <a:pt x="415879" y="2384334"/>
                  </a:lnTo>
                  <a:lnTo>
                    <a:pt x="416720" y="2380700"/>
                  </a:lnTo>
                  <a:lnTo>
                    <a:pt x="417562" y="2376021"/>
                  </a:lnTo>
                  <a:lnTo>
                    <a:pt x="418403" y="2370607"/>
                  </a:lnTo>
                  <a:lnTo>
                    <a:pt x="419244" y="2365273"/>
                  </a:lnTo>
                  <a:lnTo>
                    <a:pt x="420085" y="2359849"/>
                  </a:lnTo>
                  <a:lnTo>
                    <a:pt x="420926" y="2354459"/>
                  </a:lnTo>
                  <a:lnTo>
                    <a:pt x="421768" y="2348939"/>
                  </a:lnTo>
                  <a:lnTo>
                    <a:pt x="422609" y="2343524"/>
                  </a:lnTo>
                  <a:lnTo>
                    <a:pt x="423450" y="2338667"/>
                  </a:lnTo>
                  <a:lnTo>
                    <a:pt x="424291" y="2334329"/>
                  </a:lnTo>
                  <a:lnTo>
                    <a:pt x="425132" y="2330589"/>
                  </a:lnTo>
                  <a:lnTo>
                    <a:pt x="425974" y="2327020"/>
                  </a:lnTo>
                  <a:lnTo>
                    <a:pt x="426815" y="2323887"/>
                  </a:lnTo>
                  <a:lnTo>
                    <a:pt x="427656" y="2321111"/>
                  </a:lnTo>
                  <a:lnTo>
                    <a:pt x="428497" y="2318602"/>
                  </a:lnTo>
                  <a:lnTo>
                    <a:pt x="429338" y="2316506"/>
                  </a:lnTo>
                  <a:lnTo>
                    <a:pt x="430180" y="2315016"/>
                  </a:lnTo>
                  <a:lnTo>
                    <a:pt x="431021" y="2313867"/>
                  </a:lnTo>
                  <a:lnTo>
                    <a:pt x="431862" y="2312426"/>
                  </a:lnTo>
                  <a:lnTo>
                    <a:pt x="432703" y="2310969"/>
                  </a:lnTo>
                  <a:lnTo>
                    <a:pt x="433544" y="2309561"/>
                  </a:lnTo>
                  <a:lnTo>
                    <a:pt x="434386" y="2308266"/>
                  </a:lnTo>
                  <a:lnTo>
                    <a:pt x="435227" y="2306971"/>
                  </a:lnTo>
                  <a:lnTo>
                    <a:pt x="436068" y="2305676"/>
                  </a:lnTo>
                  <a:lnTo>
                    <a:pt x="436909" y="2304381"/>
                  </a:lnTo>
                  <a:lnTo>
                    <a:pt x="437750" y="2303086"/>
                  </a:lnTo>
                  <a:lnTo>
                    <a:pt x="438592" y="2301791"/>
                  </a:lnTo>
                  <a:lnTo>
                    <a:pt x="439433" y="2300415"/>
                  </a:lnTo>
                  <a:lnTo>
                    <a:pt x="440274" y="2298958"/>
                  </a:lnTo>
                  <a:lnTo>
                    <a:pt x="441115" y="2297663"/>
                  </a:lnTo>
                  <a:lnTo>
                    <a:pt x="441956" y="2296756"/>
                  </a:lnTo>
                  <a:lnTo>
                    <a:pt x="442798" y="2296392"/>
                  </a:lnTo>
                  <a:lnTo>
                    <a:pt x="443639" y="2296189"/>
                  </a:lnTo>
                  <a:lnTo>
                    <a:pt x="444480" y="2296400"/>
                  </a:lnTo>
                  <a:lnTo>
                    <a:pt x="445321" y="2296886"/>
                  </a:lnTo>
                  <a:lnTo>
                    <a:pt x="446163" y="2297371"/>
                  </a:lnTo>
                  <a:lnTo>
                    <a:pt x="447004" y="2297857"/>
                  </a:lnTo>
                  <a:lnTo>
                    <a:pt x="447845" y="2298342"/>
                  </a:lnTo>
                  <a:lnTo>
                    <a:pt x="448686" y="2298828"/>
                  </a:lnTo>
                  <a:lnTo>
                    <a:pt x="449527" y="2299314"/>
                  </a:lnTo>
                  <a:lnTo>
                    <a:pt x="450369" y="2299799"/>
                  </a:lnTo>
                  <a:lnTo>
                    <a:pt x="451210" y="2300423"/>
                  </a:lnTo>
                  <a:lnTo>
                    <a:pt x="452051" y="2301070"/>
                  </a:lnTo>
                  <a:lnTo>
                    <a:pt x="452892" y="2301766"/>
                  </a:lnTo>
                  <a:lnTo>
                    <a:pt x="453733" y="2302252"/>
                  </a:lnTo>
                  <a:lnTo>
                    <a:pt x="454575" y="2302414"/>
                  </a:lnTo>
                  <a:lnTo>
                    <a:pt x="455416" y="2302438"/>
                  </a:lnTo>
                  <a:lnTo>
                    <a:pt x="456257" y="2302438"/>
                  </a:lnTo>
                  <a:lnTo>
                    <a:pt x="457098" y="2302438"/>
                  </a:lnTo>
                  <a:lnTo>
                    <a:pt x="457939" y="2302438"/>
                  </a:lnTo>
                  <a:lnTo>
                    <a:pt x="458781" y="2302381"/>
                  </a:lnTo>
                  <a:lnTo>
                    <a:pt x="459622" y="2302082"/>
                  </a:lnTo>
                  <a:lnTo>
                    <a:pt x="460463" y="2301661"/>
                  </a:lnTo>
                  <a:lnTo>
                    <a:pt x="461304" y="2301139"/>
                  </a:lnTo>
                  <a:lnTo>
                    <a:pt x="462145" y="2300741"/>
                  </a:lnTo>
                  <a:lnTo>
                    <a:pt x="462987" y="2300343"/>
                  </a:lnTo>
                  <a:lnTo>
                    <a:pt x="463828" y="2299911"/>
                  </a:lnTo>
                  <a:lnTo>
                    <a:pt x="464669" y="2299539"/>
                  </a:lnTo>
                  <a:lnTo>
                    <a:pt x="465510" y="2299085"/>
                  </a:lnTo>
                  <a:lnTo>
                    <a:pt x="466351" y="2298528"/>
                  </a:lnTo>
                  <a:lnTo>
                    <a:pt x="467193" y="2297913"/>
                  </a:lnTo>
                  <a:lnTo>
                    <a:pt x="468034" y="2297299"/>
                  </a:lnTo>
                  <a:lnTo>
                    <a:pt x="468875" y="2296557"/>
                  </a:lnTo>
                  <a:lnTo>
                    <a:pt x="469716" y="2295972"/>
                  </a:lnTo>
                  <a:lnTo>
                    <a:pt x="470557" y="2295776"/>
                  </a:lnTo>
                  <a:lnTo>
                    <a:pt x="471399" y="2296123"/>
                  </a:lnTo>
                  <a:lnTo>
                    <a:pt x="472240" y="2296880"/>
                  </a:lnTo>
                  <a:lnTo>
                    <a:pt x="473081" y="2297822"/>
                  </a:lnTo>
                  <a:lnTo>
                    <a:pt x="473922" y="2298825"/>
                  </a:lnTo>
                  <a:lnTo>
                    <a:pt x="474763" y="2299699"/>
                  </a:lnTo>
                  <a:lnTo>
                    <a:pt x="475605" y="2300629"/>
                  </a:lnTo>
                  <a:lnTo>
                    <a:pt x="476446" y="2301696"/>
                  </a:lnTo>
                  <a:lnTo>
                    <a:pt x="477287" y="2302600"/>
                  </a:lnTo>
                  <a:lnTo>
                    <a:pt x="478128" y="2303640"/>
                  </a:lnTo>
                  <a:lnTo>
                    <a:pt x="478969" y="2304841"/>
                  </a:lnTo>
                  <a:lnTo>
                    <a:pt x="479811" y="2305945"/>
                  </a:lnTo>
                  <a:lnTo>
                    <a:pt x="480652" y="2306911"/>
                  </a:lnTo>
                  <a:lnTo>
                    <a:pt x="481493" y="2307667"/>
                  </a:lnTo>
                  <a:lnTo>
                    <a:pt x="482334" y="2308148"/>
                  </a:lnTo>
                  <a:lnTo>
                    <a:pt x="483175" y="2308374"/>
                  </a:lnTo>
                  <a:lnTo>
                    <a:pt x="484017" y="2307767"/>
                  </a:lnTo>
                  <a:lnTo>
                    <a:pt x="484858" y="2306836"/>
                  </a:lnTo>
                  <a:lnTo>
                    <a:pt x="485699" y="2305816"/>
                  </a:lnTo>
                  <a:lnTo>
                    <a:pt x="486540" y="2304886"/>
                  </a:lnTo>
                  <a:lnTo>
                    <a:pt x="487381" y="2304092"/>
                  </a:lnTo>
                  <a:lnTo>
                    <a:pt x="488223" y="2303445"/>
                  </a:lnTo>
                  <a:lnTo>
                    <a:pt x="489064" y="2302959"/>
                  </a:lnTo>
                  <a:lnTo>
                    <a:pt x="489905" y="2302213"/>
                  </a:lnTo>
                  <a:lnTo>
                    <a:pt x="490746" y="2301162"/>
                  </a:lnTo>
                  <a:lnTo>
                    <a:pt x="491587" y="2299741"/>
                  </a:lnTo>
                  <a:lnTo>
                    <a:pt x="492429" y="2298235"/>
                  </a:lnTo>
                  <a:lnTo>
                    <a:pt x="493270" y="2296433"/>
                  </a:lnTo>
                  <a:lnTo>
                    <a:pt x="494111" y="2294634"/>
                  </a:lnTo>
                  <a:lnTo>
                    <a:pt x="494952" y="2292750"/>
                  </a:lnTo>
                  <a:lnTo>
                    <a:pt x="495793" y="2290870"/>
                  </a:lnTo>
                  <a:lnTo>
                    <a:pt x="496635" y="2288914"/>
                  </a:lnTo>
                  <a:lnTo>
                    <a:pt x="497476" y="2286644"/>
                  </a:lnTo>
                  <a:lnTo>
                    <a:pt x="498317" y="2284570"/>
                  </a:lnTo>
                  <a:lnTo>
                    <a:pt x="499158" y="2282506"/>
                  </a:lnTo>
                  <a:lnTo>
                    <a:pt x="499999" y="2279827"/>
                  </a:lnTo>
                  <a:lnTo>
                    <a:pt x="500841" y="2277032"/>
                  </a:lnTo>
                  <a:lnTo>
                    <a:pt x="501682" y="2273986"/>
                  </a:lnTo>
                  <a:lnTo>
                    <a:pt x="502523" y="2271041"/>
                  </a:lnTo>
                  <a:lnTo>
                    <a:pt x="503364" y="2268507"/>
                  </a:lnTo>
                  <a:lnTo>
                    <a:pt x="504205" y="2266274"/>
                  </a:lnTo>
                  <a:lnTo>
                    <a:pt x="505047" y="2265110"/>
                  </a:lnTo>
                  <a:lnTo>
                    <a:pt x="505888" y="2264138"/>
                  </a:lnTo>
                  <a:lnTo>
                    <a:pt x="506729" y="2262685"/>
                  </a:lnTo>
                  <a:lnTo>
                    <a:pt x="507570" y="2260168"/>
                  </a:lnTo>
                  <a:lnTo>
                    <a:pt x="508411" y="2256813"/>
                  </a:lnTo>
                  <a:lnTo>
                    <a:pt x="509253" y="2252767"/>
                  </a:lnTo>
                  <a:lnTo>
                    <a:pt x="510094" y="2248646"/>
                  </a:lnTo>
                  <a:lnTo>
                    <a:pt x="510935" y="2243696"/>
                  </a:lnTo>
                  <a:lnTo>
                    <a:pt x="511776" y="2237863"/>
                  </a:lnTo>
                  <a:lnTo>
                    <a:pt x="512617" y="2232771"/>
                  </a:lnTo>
                  <a:lnTo>
                    <a:pt x="513459" y="2226924"/>
                  </a:lnTo>
                  <a:lnTo>
                    <a:pt x="514300" y="2220585"/>
                  </a:lnTo>
                  <a:lnTo>
                    <a:pt x="515141" y="2213723"/>
                  </a:lnTo>
                  <a:lnTo>
                    <a:pt x="515982" y="2206989"/>
                  </a:lnTo>
                  <a:lnTo>
                    <a:pt x="516824" y="2199894"/>
                  </a:lnTo>
                  <a:lnTo>
                    <a:pt x="517665" y="2192853"/>
                  </a:lnTo>
                  <a:lnTo>
                    <a:pt x="518506" y="2185797"/>
                  </a:lnTo>
                  <a:lnTo>
                    <a:pt x="519347" y="2179177"/>
                  </a:lnTo>
                  <a:lnTo>
                    <a:pt x="520188" y="2172751"/>
                  </a:lnTo>
                  <a:lnTo>
                    <a:pt x="521030" y="2166550"/>
                  </a:lnTo>
                  <a:lnTo>
                    <a:pt x="521871" y="2160496"/>
                  </a:lnTo>
                  <a:lnTo>
                    <a:pt x="522712" y="2155022"/>
                  </a:lnTo>
                  <a:lnTo>
                    <a:pt x="523553" y="2150083"/>
                  </a:lnTo>
                  <a:lnTo>
                    <a:pt x="524394" y="2145749"/>
                  </a:lnTo>
                  <a:lnTo>
                    <a:pt x="525236" y="2141602"/>
                  </a:lnTo>
                  <a:lnTo>
                    <a:pt x="526077" y="2138461"/>
                  </a:lnTo>
                  <a:lnTo>
                    <a:pt x="526918" y="2135974"/>
                  </a:lnTo>
                  <a:lnTo>
                    <a:pt x="527759" y="2133495"/>
                  </a:lnTo>
                  <a:lnTo>
                    <a:pt x="528600" y="2131080"/>
                  </a:lnTo>
                  <a:lnTo>
                    <a:pt x="529442" y="2129264"/>
                  </a:lnTo>
                  <a:lnTo>
                    <a:pt x="530283" y="2127771"/>
                  </a:lnTo>
                  <a:lnTo>
                    <a:pt x="531124" y="2125681"/>
                  </a:lnTo>
                  <a:lnTo>
                    <a:pt x="531965" y="2123367"/>
                  </a:lnTo>
                  <a:lnTo>
                    <a:pt x="532806" y="2121323"/>
                  </a:lnTo>
                  <a:lnTo>
                    <a:pt x="533648" y="2119729"/>
                  </a:lnTo>
                  <a:lnTo>
                    <a:pt x="534489" y="2118302"/>
                  </a:lnTo>
                  <a:lnTo>
                    <a:pt x="535330" y="2116864"/>
                  </a:lnTo>
                  <a:lnTo>
                    <a:pt x="536171" y="2115363"/>
                  </a:lnTo>
                  <a:lnTo>
                    <a:pt x="537012" y="2114186"/>
                  </a:lnTo>
                  <a:lnTo>
                    <a:pt x="537854" y="2112595"/>
                  </a:lnTo>
                  <a:lnTo>
                    <a:pt x="538695" y="2110463"/>
                  </a:lnTo>
                  <a:lnTo>
                    <a:pt x="539536" y="2108350"/>
                  </a:lnTo>
                  <a:lnTo>
                    <a:pt x="540377" y="2106323"/>
                  </a:lnTo>
                  <a:lnTo>
                    <a:pt x="541218" y="2104023"/>
                  </a:lnTo>
                  <a:lnTo>
                    <a:pt x="542060" y="2101494"/>
                  </a:lnTo>
                  <a:lnTo>
                    <a:pt x="542901" y="2099088"/>
                  </a:lnTo>
                  <a:lnTo>
                    <a:pt x="543742" y="2096759"/>
                  </a:lnTo>
                  <a:lnTo>
                    <a:pt x="544583" y="2094837"/>
                  </a:lnTo>
                  <a:lnTo>
                    <a:pt x="545424" y="2093490"/>
                  </a:lnTo>
                  <a:lnTo>
                    <a:pt x="546266" y="2092317"/>
                  </a:lnTo>
                  <a:lnTo>
                    <a:pt x="547107" y="2091415"/>
                  </a:lnTo>
                  <a:lnTo>
                    <a:pt x="547948" y="2091485"/>
                  </a:lnTo>
                  <a:lnTo>
                    <a:pt x="548789" y="2091652"/>
                  </a:lnTo>
                  <a:lnTo>
                    <a:pt x="549630" y="2091670"/>
                  </a:lnTo>
                  <a:lnTo>
                    <a:pt x="550472" y="2091573"/>
                  </a:lnTo>
                  <a:lnTo>
                    <a:pt x="551313" y="2091108"/>
                  </a:lnTo>
                  <a:lnTo>
                    <a:pt x="552154" y="2090023"/>
                  </a:lnTo>
                  <a:lnTo>
                    <a:pt x="552995" y="2089260"/>
                  </a:lnTo>
                  <a:lnTo>
                    <a:pt x="553836" y="2088888"/>
                  </a:lnTo>
                  <a:lnTo>
                    <a:pt x="554678" y="2089489"/>
                  </a:lnTo>
                  <a:lnTo>
                    <a:pt x="555519" y="2091006"/>
                  </a:lnTo>
                  <a:lnTo>
                    <a:pt x="556360" y="2093466"/>
                  </a:lnTo>
                  <a:lnTo>
                    <a:pt x="557201" y="2096241"/>
                  </a:lnTo>
                  <a:lnTo>
                    <a:pt x="558042" y="2099148"/>
                  </a:lnTo>
                  <a:lnTo>
                    <a:pt x="558884" y="2101693"/>
                  </a:lnTo>
                  <a:lnTo>
                    <a:pt x="559725" y="2104280"/>
                  </a:lnTo>
                  <a:lnTo>
                    <a:pt x="560566" y="2106326"/>
                  </a:lnTo>
                  <a:lnTo>
                    <a:pt x="561407" y="2107866"/>
                  </a:lnTo>
                  <a:lnTo>
                    <a:pt x="562248" y="2109521"/>
                  </a:lnTo>
                  <a:lnTo>
                    <a:pt x="563090" y="2111426"/>
                  </a:lnTo>
                  <a:lnTo>
                    <a:pt x="563931" y="2114061"/>
                  </a:lnTo>
                  <a:lnTo>
                    <a:pt x="564772" y="2117140"/>
                  </a:lnTo>
                  <a:lnTo>
                    <a:pt x="565613" y="2120305"/>
                  </a:lnTo>
                  <a:lnTo>
                    <a:pt x="566454" y="2123365"/>
                  </a:lnTo>
                  <a:lnTo>
                    <a:pt x="567296" y="2127145"/>
                  </a:lnTo>
                  <a:lnTo>
                    <a:pt x="568137" y="2129651"/>
                  </a:lnTo>
                  <a:lnTo>
                    <a:pt x="568978" y="2131434"/>
                  </a:lnTo>
                  <a:lnTo>
                    <a:pt x="569819" y="2132315"/>
                  </a:lnTo>
                  <a:lnTo>
                    <a:pt x="570660" y="2132288"/>
                  </a:lnTo>
                  <a:lnTo>
                    <a:pt x="571502" y="2131157"/>
                  </a:lnTo>
                  <a:lnTo>
                    <a:pt x="572343" y="2128698"/>
                  </a:lnTo>
                  <a:lnTo>
                    <a:pt x="573184" y="2125618"/>
                  </a:lnTo>
                  <a:lnTo>
                    <a:pt x="574025" y="2122415"/>
                  </a:lnTo>
                  <a:lnTo>
                    <a:pt x="574866" y="2118919"/>
                  </a:lnTo>
                  <a:lnTo>
                    <a:pt x="575708" y="2115381"/>
                  </a:lnTo>
                  <a:lnTo>
                    <a:pt x="576549" y="2111378"/>
                  </a:lnTo>
                  <a:lnTo>
                    <a:pt x="577390" y="2107316"/>
                  </a:lnTo>
                  <a:lnTo>
                    <a:pt x="578231" y="2103977"/>
                  </a:lnTo>
                  <a:lnTo>
                    <a:pt x="579072" y="2101099"/>
                  </a:lnTo>
                  <a:lnTo>
                    <a:pt x="579914" y="2098072"/>
                  </a:lnTo>
                  <a:lnTo>
                    <a:pt x="580755" y="2095161"/>
                  </a:lnTo>
                  <a:lnTo>
                    <a:pt x="581596" y="2092935"/>
                  </a:lnTo>
                  <a:lnTo>
                    <a:pt x="582437" y="2091883"/>
                  </a:lnTo>
                  <a:lnTo>
                    <a:pt x="583278" y="2092012"/>
                  </a:lnTo>
                  <a:lnTo>
                    <a:pt x="584120" y="2093234"/>
                  </a:lnTo>
                  <a:lnTo>
                    <a:pt x="584961" y="2095727"/>
                  </a:lnTo>
                  <a:lnTo>
                    <a:pt x="585802" y="2099728"/>
                  </a:lnTo>
                  <a:lnTo>
                    <a:pt x="586643" y="2104228"/>
                  </a:lnTo>
                  <a:lnTo>
                    <a:pt x="587485" y="2108282"/>
                  </a:lnTo>
                  <a:lnTo>
                    <a:pt x="588326" y="2112239"/>
                  </a:lnTo>
                  <a:lnTo>
                    <a:pt x="589167" y="2116136"/>
                  </a:lnTo>
                  <a:lnTo>
                    <a:pt x="590008" y="2120312"/>
                  </a:lnTo>
                  <a:lnTo>
                    <a:pt x="590849" y="2124367"/>
                  </a:lnTo>
                  <a:lnTo>
                    <a:pt x="591691" y="2127768"/>
                  </a:lnTo>
                  <a:lnTo>
                    <a:pt x="592532" y="2130554"/>
                  </a:lnTo>
                  <a:lnTo>
                    <a:pt x="593373" y="2132854"/>
                  </a:lnTo>
                  <a:lnTo>
                    <a:pt x="594214" y="2135336"/>
                  </a:lnTo>
                  <a:lnTo>
                    <a:pt x="595055" y="2137394"/>
                  </a:lnTo>
                  <a:lnTo>
                    <a:pt x="595897" y="2139016"/>
                  </a:lnTo>
                  <a:lnTo>
                    <a:pt x="596738" y="2140179"/>
                  </a:lnTo>
                  <a:lnTo>
                    <a:pt x="597579" y="2140551"/>
                  </a:lnTo>
                  <a:lnTo>
                    <a:pt x="598420" y="2140162"/>
                  </a:lnTo>
                  <a:lnTo>
                    <a:pt x="599261" y="2139165"/>
                  </a:lnTo>
                  <a:lnTo>
                    <a:pt x="600103" y="2138251"/>
                  </a:lnTo>
                  <a:lnTo>
                    <a:pt x="600944" y="2136696"/>
                  </a:lnTo>
                  <a:lnTo>
                    <a:pt x="601785" y="2134706"/>
                  </a:lnTo>
                  <a:lnTo>
                    <a:pt x="602626" y="2131899"/>
                  </a:lnTo>
                  <a:lnTo>
                    <a:pt x="603467" y="2128693"/>
                  </a:lnTo>
                  <a:lnTo>
                    <a:pt x="604309" y="2125079"/>
                  </a:lnTo>
                  <a:lnTo>
                    <a:pt x="605150" y="2120941"/>
                  </a:lnTo>
                  <a:lnTo>
                    <a:pt x="605991" y="2116446"/>
                  </a:lnTo>
                  <a:lnTo>
                    <a:pt x="606832" y="2111175"/>
                  </a:lnTo>
                  <a:lnTo>
                    <a:pt x="607673" y="2105506"/>
                  </a:lnTo>
                  <a:lnTo>
                    <a:pt x="608515" y="2099449"/>
                  </a:lnTo>
                  <a:lnTo>
                    <a:pt x="609356" y="2093022"/>
                  </a:lnTo>
                  <a:lnTo>
                    <a:pt x="610197" y="2086762"/>
                  </a:lnTo>
                  <a:lnTo>
                    <a:pt x="611038" y="2080415"/>
                  </a:lnTo>
                  <a:lnTo>
                    <a:pt x="611879" y="2074289"/>
                  </a:lnTo>
                  <a:lnTo>
                    <a:pt x="612721" y="2068120"/>
                  </a:lnTo>
                  <a:lnTo>
                    <a:pt x="613562" y="2062226"/>
                  </a:lnTo>
                  <a:lnTo>
                    <a:pt x="614403" y="2056535"/>
                  </a:lnTo>
                  <a:lnTo>
                    <a:pt x="615244" y="2051502"/>
                  </a:lnTo>
                  <a:lnTo>
                    <a:pt x="616085" y="2046313"/>
                  </a:lnTo>
                  <a:lnTo>
                    <a:pt x="616927" y="2041451"/>
                  </a:lnTo>
                  <a:lnTo>
                    <a:pt x="617768" y="2037048"/>
                  </a:lnTo>
                  <a:lnTo>
                    <a:pt x="618609" y="2032184"/>
                  </a:lnTo>
                  <a:lnTo>
                    <a:pt x="619450" y="2028250"/>
                  </a:lnTo>
                  <a:lnTo>
                    <a:pt x="620291" y="2024875"/>
                  </a:lnTo>
                  <a:lnTo>
                    <a:pt x="621133" y="2022683"/>
                  </a:lnTo>
                  <a:lnTo>
                    <a:pt x="621974" y="2020863"/>
                  </a:lnTo>
                  <a:lnTo>
                    <a:pt x="622815" y="2018714"/>
                  </a:lnTo>
                  <a:lnTo>
                    <a:pt x="623656" y="2016539"/>
                  </a:lnTo>
                  <a:lnTo>
                    <a:pt x="624497" y="2014340"/>
                  </a:lnTo>
                  <a:lnTo>
                    <a:pt x="625339" y="2012148"/>
                  </a:lnTo>
                  <a:lnTo>
                    <a:pt x="626180" y="2009932"/>
                  </a:lnTo>
                  <a:lnTo>
                    <a:pt x="627021" y="2007703"/>
                  </a:lnTo>
                  <a:lnTo>
                    <a:pt x="627862" y="2005503"/>
                  </a:lnTo>
                  <a:lnTo>
                    <a:pt x="628703" y="2003477"/>
                  </a:lnTo>
                  <a:lnTo>
                    <a:pt x="629545" y="2001423"/>
                  </a:lnTo>
                  <a:lnTo>
                    <a:pt x="630386" y="1999398"/>
                  </a:lnTo>
                  <a:lnTo>
                    <a:pt x="631227" y="1997436"/>
                  </a:lnTo>
                  <a:lnTo>
                    <a:pt x="632068" y="1995452"/>
                  </a:lnTo>
                  <a:lnTo>
                    <a:pt x="632909" y="1993398"/>
                  </a:lnTo>
                  <a:lnTo>
                    <a:pt x="633751" y="1991558"/>
                  </a:lnTo>
                  <a:lnTo>
                    <a:pt x="634592" y="1990102"/>
                  </a:lnTo>
                  <a:lnTo>
                    <a:pt x="635433" y="1989011"/>
                  </a:lnTo>
                  <a:lnTo>
                    <a:pt x="636274" y="1987554"/>
                  </a:lnTo>
                  <a:lnTo>
                    <a:pt x="637115" y="1986129"/>
                  </a:lnTo>
                  <a:lnTo>
                    <a:pt x="637957" y="1984697"/>
                  </a:lnTo>
                  <a:lnTo>
                    <a:pt x="638798" y="1983507"/>
                  </a:lnTo>
                  <a:lnTo>
                    <a:pt x="639639" y="1982633"/>
                  </a:lnTo>
                  <a:lnTo>
                    <a:pt x="640480" y="1981872"/>
                  </a:lnTo>
                  <a:lnTo>
                    <a:pt x="641321" y="1981176"/>
                  </a:lnTo>
                  <a:lnTo>
                    <a:pt x="642163" y="1980682"/>
                  </a:lnTo>
                  <a:lnTo>
                    <a:pt x="643004" y="1980148"/>
                  </a:lnTo>
                  <a:lnTo>
                    <a:pt x="643845" y="1979547"/>
                  </a:lnTo>
                  <a:lnTo>
                    <a:pt x="644686" y="1978394"/>
                  </a:lnTo>
                  <a:lnTo>
                    <a:pt x="645527" y="1976866"/>
                  </a:lnTo>
                  <a:lnTo>
                    <a:pt x="646369" y="1974395"/>
                  </a:lnTo>
                  <a:lnTo>
                    <a:pt x="647210" y="1971393"/>
                  </a:lnTo>
                  <a:lnTo>
                    <a:pt x="648051" y="1967904"/>
                  </a:lnTo>
                  <a:lnTo>
                    <a:pt x="648892" y="1964522"/>
                  </a:lnTo>
                  <a:lnTo>
                    <a:pt x="649733" y="1960993"/>
                  </a:lnTo>
                  <a:lnTo>
                    <a:pt x="650575" y="1957100"/>
                  </a:lnTo>
                  <a:lnTo>
                    <a:pt x="651416" y="1952937"/>
                  </a:lnTo>
                  <a:lnTo>
                    <a:pt x="652257" y="1948637"/>
                  </a:lnTo>
                  <a:lnTo>
                    <a:pt x="653098" y="1943971"/>
                  </a:lnTo>
                  <a:lnTo>
                    <a:pt x="653939" y="1938880"/>
                  </a:lnTo>
                  <a:lnTo>
                    <a:pt x="654781" y="1933990"/>
                  </a:lnTo>
                  <a:lnTo>
                    <a:pt x="655622" y="1928966"/>
                  </a:lnTo>
                  <a:lnTo>
                    <a:pt x="656463" y="1924707"/>
                  </a:lnTo>
                  <a:lnTo>
                    <a:pt x="657304" y="1920286"/>
                  </a:lnTo>
                  <a:lnTo>
                    <a:pt x="658146" y="1916468"/>
                  </a:lnTo>
                  <a:lnTo>
                    <a:pt x="658987" y="1913262"/>
                  </a:lnTo>
                  <a:lnTo>
                    <a:pt x="659828" y="1910665"/>
                  </a:lnTo>
                  <a:lnTo>
                    <a:pt x="660669" y="1908830"/>
                  </a:lnTo>
                  <a:lnTo>
                    <a:pt x="661510" y="1907505"/>
                  </a:lnTo>
                  <a:lnTo>
                    <a:pt x="662352" y="1906806"/>
                  </a:lnTo>
                  <a:lnTo>
                    <a:pt x="663193" y="1906865"/>
                  </a:lnTo>
                  <a:lnTo>
                    <a:pt x="664034" y="1907192"/>
                  </a:lnTo>
                  <a:lnTo>
                    <a:pt x="664875" y="1908322"/>
                  </a:lnTo>
                  <a:lnTo>
                    <a:pt x="665716" y="1910632"/>
                  </a:lnTo>
                  <a:lnTo>
                    <a:pt x="666558" y="1913598"/>
                  </a:lnTo>
                  <a:lnTo>
                    <a:pt x="667399" y="1917108"/>
                  </a:lnTo>
                  <a:lnTo>
                    <a:pt x="668240" y="1921045"/>
                  </a:lnTo>
                  <a:lnTo>
                    <a:pt x="669081" y="1925205"/>
                  </a:lnTo>
                  <a:lnTo>
                    <a:pt x="669922" y="1929730"/>
                  </a:lnTo>
                  <a:lnTo>
                    <a:pt x="670764" y="1934416"/>
                  </a:lnTo>
                  <a:lnTo>
                    <a:pt x="671605" y="1939062"/>
                  </a:lnTo>
                  <a:lnTo>
                    <a:pt x="672446" y="1943830"/>
                  </a:lnTo>
                  <a:lnTo>
                    <a:pt x="673287" y="1947849"/>
                  </a:lnTo>
                  <a:lnTo>
                    <a:pt x="674128" y="1951974"/>
                  </a:lnTo>
                  <a:lnTo>
                    <a:pt x="674970" y="1956360"/>
                  </a:lnTo>
                  <a:lnTo>
                    <a:pt x="675811" y="1961413"/>
                  </a:lnTo>
                  <a:lnTo>
                    <a:pt x="676652" y="1967229"/>
                  </a:lnTo>
                  <a:lnTo>
                    <a:pt x="677493" y="1973618"/>
                  </a:lnTo>
                  <a:lnTo>
                    <a:pt x="678334" y="1979204"/>
                  </a:lnTo>
                  <a:lnTo>
                    <a:pt x="679176" y="1985042"/>
                  </a:lnTo>
                  <a:lnTo>
                    <a:pt x="680017" y="1991110"/>
                  </a:lnTo>
                  <a:lnTo>
                    <a:pt x="680858" y="1996407"/>
                  </a:lnTo>
                  <a:lnTo>
                    <a:pt x="681699" y="2001871"/>
                  </a:lnTo>
                  <a:lnTo>
                    <a:pt x="682540" y="2007327"/>
                  </a:lnTo>
                  <a:lnTo>
                    <a:pt x="683382" y="2013088"/>
                  </a:lnTo>
                  <a:lnTo>
                    <a:pt x="684223" y="2017853"/>
                  </a:lnTo>
                  <a:lnTo>
                    <a:pt x="685064" y="2022185"/>
                  </a:lnTo>
                  <a:lnTo>
                    <a:pt x="685905" y="2026386"/>
                  </a:lnTo>
                  <a:lnTo>
                    <a:pt x="686746" y="2029946"/>
                  </a:lnTo>
                  <a:lnTo>
                    <a:pt x="687588" y="2032366"/>
                  </a:lnTo>
                  <a:lnTo>
                    <a:pt x="688429" y="2034954"/>
                  </a:lnTo>
                  <a:lnTo>
                    <a:pt x="689270" y="2037566"/>
                  </a:lnTo>
                  <a:lnTo>
                    <a:pt x="690111" y="2040249"/>
                  </a:lnTo>
                  <a:lnTo>
                    <a:pt x="690952" y="2042857"/>
                  </a:lnTo>
                  <a:lnTo>
                    <a:pt x="691794" y="2045179"/>
                  </a:lnTo>
                  <a:lnTo>
                    <a:pt x="692635" y="2047146"/>
                  </a:lnTo>
                  <a:lnTo>
                    <a:pt x="693476" y="2049083"/>
                  </a:lnTo>
                  <a:lnTo>
                    <a:pt x="694317" y="2050572"/>
                  </a:lnTo>
                  <a:lnTo>
                    <a:pt x="695158" y="2052070"/>
                  </a:lnTo>
                  <a:lnTo>
                    <a:pt x="696000" y="2053792"/>
                  </a:lnTo>
                  <a:lnTo>
                    <a:pt x="696841" y="2055258"/>
                  </a:lnTo>
                  <a:lnTo>
                    <a:pt x="697682" y="2055169"/>
                  </a:lnTo>
                  <a:lnTo>
                    <a:pt x="698523" y="2054764"/>
                  </a:lnTo>
                  <a:lnTo>
                    <a:pt x="699364" y="2055163"/>
                  </a:lnTo>
                  <a:lnTo>
                    <a:pt x="700206" y="2055319"/>
                  </a:lnTo>
                  <a:lnTo>
                    <a:pt x="701047" y="2054997"/>
                  </a:lnTo>
                  <a:lnTo>
                    <a:pt x="701888" y="2053692"/>
                  </a:lnTo>
                  <a:lnTo>
                    <a:pt x="702729" y="2051894"/>
                  </a:lnTo>
                  <a:lnTo>
                    <a:pt x="703570" y="2049659"/>
                  </a:lnTo>
                  <a:lnTo>
                    <a:pt x="704412" y="2047289"/>
                  </a:lnTo>
                  <a:lnTo>
                    <a:pt x="705253" y="2044931"/>
                  </a:lnTo>
                  <a:lnTo>
                    <a:pt x="706094" y="2042600"/>
                  </a:lnTo>
                  <a:lnTo>
                    <a:pt x="706935" y="2040471"/>
                  </a:lnTo>
                  <a:lnTo>
                    <a:pt x="707776" y="2037782"/>
                  </a:lnTo>
                  <a:lnTo>
                    <a:pt x="708618" y="2035412"/>
                  </a:lnTo>
                  <a:lnTo>
                    <a:pt x="709459" y="2034276"/>
                  </a:lnTo>
                  <a:lnTo>
                    <a:pt x="710300" y="2033906"/>
                  </a:lnTo>
                  <a:lnTo>
                    <a:pt x="711141" y="2034019"/>
                  </a:lnTo>
                  <a:lnTo>
                    <a:pt x="711982" y="2034110"/>
                  </a:lnTo>
                  <a:lnTo>
                    <a:pt x="712824" y="2034277"/>
                  </a:lnTo>
                  <a:lnTo>
                    <a:pt x="713665" y="2034132"/>
                  </a:lnTo>
                  <a:lnTo>
                    <a:pt x="714506" y="2034847"/>
                  </a:lnTo>
                  <a:lnTo>
                    <a:pt x="715347" y="2035809"/>
                  </a:lnTo>
                  <a:lnTo>
                    <a:pt x="716188" y="2037084"/>
                  </a:lnTo>
                  <a:lnTo>
                    <a:pt x="717030" y="2038903"/>
                  </a:lnTo>
                  <a:lnTo>
                    <a:pt x="717871" y="2040637"/>
                  </a:lnTo>
                  <a:lnTo>
                    <a:pt x="718712" y="2042255"/>
                  </a:lnTo>
                  <a:lnTo>
                    <a:pt x="719553" y="2043179"/>
                  </a:lnTo>
                  <a:lnTo>
                    <a:pt x="720394" y="2044361"/>
                  </a:lnTo>
                  <a:lnTo>
                    <a:pt x="721236" y="2045094"/>
                  </a:lnTo>
                  <a:lnTo>
                    <a:pt x="722077" y="2045751"/>
                  </a:lnTo>
                  <a:lnTo>
                    <a:pt x="722918" y="2045877"/>
                  </a:lnTo>
                  <a:lnTo>
                    <a:pt x="723759" y="2045456"/>
                  </a:lnTo>
                  <a:lnTo>
                    <a:pt x="724600" y="2044068"/>
                  </a:lnTo>
                  <a:lnTo>
                    <a:pt x="725442" y="2042209"/>
                  </a:lnTo>
                  <a:lnTo>
                    <a:pt x="726283" y="2039966"/>
                  </a:lnTo>
                  <a:lnTo>
                    <a:pt x="727124" y="2037991"/>
                  </a:lnTo>
                  <a:lnTo>
                    <a:pt x="727965" y="2036170"/>
                  </a:lnTo>
                  <a:lnTo>
                    <a:pt x="728807" y="2034462"/>
                  </a:lnTo>
                  <a:lnTo>
                    <a:pt x="729648" y="2033353"/>
                  </a:lnTo>
                  <a:lnTo>
                    <a:pt x="730489" y="2032608"/>
                  </a:lnTo>
                  <a:lnTo>
                    <a:pt x="731330" y="2032147"/>
                  </a:lnTo>
                  <a:lnTo>
                    <a:pt x="732171" y="2031961"/>
                  </a:lnTo>
                  <a:lnTo>
                    <a:pt x="733013" y="2031305"/>
                  </a:lnTo>
                  <a:lnTo>
                    <a:pt x="733854" y="2030900"/>
                  </a:lnTo>
                  <a:lnTo>
                    <a:pt x="734695" y="2030488"/>
                  </a:lnTo>
                  <a:lnTo>
                    <a:pt x="735536" y="2029662"/>
                  </a:lnTo>
                  <a:lnTo>
                    <a:pt x="736377" y="2028634"/>
                  </a:lnTo>
                  <a:lnTo>
                    <a:pt x="737219" y="2028778"/>
                  </a:lnTo>
                  <a:lnTo>
                    <a:pt x="738060" y="2030081"/>
                  </a:lnTo>
                  <a:lnTo>
                    <a:pt x="738901" y="2032148"/>
                  </a:lnTo>
                  <a:lnTo>
                    <a:pt x="739742" y="2034565"/>
                  </a:lnTo>
                  <a:lnTo>
                    <a:pt x="740583" y="2037043"/>
                  </a:lnTo>
                  <a:lnTo>
                    <a:pt x="741425" y="2039338"/>
                  </a:lnTo>
                  <a:lnTo>
                    <a:pt x="742266" y="2040979"/>
                  </a:lnTo>
                  <a:lnTo>
                    <a:pt x="743107" y="2042169"/>
                  </a:lnTo>
                  <a:lnTo>
                    <a:pt x="743948" y="2043089"/>
                  </a:lnTo>
                  <a:lnTo>
                    <a:pt x="744789" y="2044080"/>
                  </a:lnTo>
                  <a:lnTo>
                    <a:pt x="745631" y="2045342"/>
                  </a:lnTo>
                  <a:lnTo>
                    <a:pt x="746472" y="2046243"/>
                  </a:lnTo>
                  <a:lnTo>
                    <a:pt x="747313" y="2047037"/>
                  </a:lnTo>
                  <a:lnTo>
                    <a:pt x="748154" y="2048133"/>
                  </a:lnTo>
                  <a:lnTo>
                    <a:pt x="748995" y="2049257"/>
                  </a:lnTo>
                  <a:lnTo>
                    <a:pt x="749837" y="2049866"/>
                  </a:lnTo>
                  <a:lnTo>
                    <a:pt x="750678" y="2049338"/>
                  </a:lnTo>
                  <a:lnTo>
                    <a:pt x="751519" y="2047744"/>
                  </a:lnTo>
                  <a:lnTo>
                    <a:pt x="752360" y="2045520"/>
                  </a:lnTo>
                  <a:lnTo>
                    <a:pt x="753201" y="2041967"/>
                  </a:lnTo>
                  <a:lnTo>
                    <a:pt x="754043" y="2038371"/>
                  </a:lnTo>
                  <a:lnTo>
                    <a:pt x="754884" y="2034940"/>
                  </a:lnTo>
                  <a:lnTo>
                    <a:pt x="755725" y="2031606"/>
                  </a:lnTo>
                  <a:lnTo>
                    <a:pt x="756566" y="2028207"/>
                  </a:lnTo>
                  <a:lnTo>
                    <a:pt x="757407" y="2024845"/>
                  </a:lnTo>
                  <a:lnTo>
                    <a:pt x="758249" y="2021414"/>
                  </a:lnTo>
                  <a:lnTo>
                    <a:pt x="759090" y="2017973"/>
                  </a:lnTo>
                  <a:lnTo>
                    <a:pt x="759931" y="2014743"/>
                  </a:lnTo>
                  <a:lnTo>
                    <a:pt x="760772" y="2011795"/>
                  </a:lnTo>
                  <a:lnTo>
                    <a:pt x="761613" y="2008515"/>
                  </a:lnTo>
                  <a:lnTo>
                    <a:pt x="762455" y="2004941"/>
                  </a:lnTo>
                  <a:lnTo>
                    <a:pt x="763296" y="2001506"/>
                  </a:lnTo>
                  <a:lnTo>
                    <a:pt x="764137" y="1998492"/>
                  </a:lnTo>
                  <a:lnTo>
                    <a:pt x="764978" y="1995629"/>
                  </a:lnTo>
                  <a:lnTo>
                    <a:pt x="765819" y="1993194"/>
                  </a:lnTo>
                  <a:lnTo>
                    <a:pt x="766661" y="1990911"/>
                  </a:lnTo>
                  <a:lnTo>
                    <a:pt x="767502" y="1988971"/>
                  </a:lnTo>
                  <a:lnTo>
                    <a:pt x="768343" y="1987149"/>
                  </a:lnTo>
                  <a:lnTo>
                    <a:pt x="769184" y="1986032"/>
                  </a:lnTo>
                  <a:lnTo>
                    <a:pt x="770025" y="1984842"/>
                  </a:lnTo>
                  <a:lnTo>
                    <a:pt x="770867" y="1983950"/>
                  </a:lnTo>
                  <a:lnTo>
                    <a:pt x="771708" y="1983141"/>
                  </a:lnTo>
                  <a:lnTo>
                    <a:pt x="772549" y="1982481"/>
                  </a:lnTo>
                  <a:lnTo>
                    <a:pt x="773390" y="1982006"/>
                  </a:lnTo>
                  <a:lnTo>
                    <a:pt x="774231" y="1981709"/>
                  </a:lnTo>
                  <a:lnTo>
                    <a:pt x="775073" y="1982333"/>
                  </a:lnTo>
                  <a:lnTo>
                    <a:pt x="775914" y="1982806"/>
                  </a:lnTo>
                  <a:lnTo>
                    <a:pt x="776755" y="1982898"/>
                  </a:lnTo>
                  <a:lnTo>
                    <a:pt x="777596" y="1983303"/>
                  </a:lnTo>
                  <a:lnTo>
                    <a:pt x="778437" y="1983177"/>
                  </a:lnTo>
                  <a:lnTo>
                    <a:pt x="779279" y="1982336"/>
                  </a:lnTo>
                  <a:lnTo>
                    <a:pt x="780120" y="1980716"/>
                  </a:lnTo>
                  <a:lnTo>
                    <a:pt x="780961" y="1978516"/>
                  </a:lnTo>
                  <a:lnTo>
                    <a:pt x="781802" y="1975579"/>
                  </a:lnTo>
                  <a:lnTo>
                    <a:pt x="782643" y="1972674"/>
                  </a:lnTo>
                  <a:lnTo>
                    <a:pt x="783485" y="1968860"/>
                  </a:lnTo>
                  <a:lnTo>
                    <a:pt x="784326" y="1965793"/>
                  </a:lnTo>
                  <a:lnTo>
                    <a:pt x="785167" y="1964201"/>
                  </a:lnTo>
                  <a:lnTo>
                    <a:pt x="786008" y="1961437"/>
                  </a:lnTo>
                  <a:lnTo>
                    <a:pt x="786849" y="1958763"/>
                  </a:lnTo>
                  <a:lnTo>
                    <a:pt x="787691" y="1954818"/>
                  </a:lnTo>
                  <a:lnTo>
                    <a:pt x="788532" y="1949580"/>
                  </a:lnTo>
                  <a:lnTo>
                    <a:pt x="789373" y="1943210"/>
                  </a:lnTo>
                  <a:lnTo>
                    <a:pt x="790214" y="1937128"/>
                  </a:lnTo>
                  <a:lnTo>
                    <a:pt x="791055" y="1931005"/>
                  </a:lnTo>
                  <a:lnTo>
                    <a:pt x="791897" y="1924250"/>
                  </a:lnTo>
                  <a:lnTo>
                    <a:pt x="792738" y="1916989"/>
                  </a:lnTo>
                  <a:lnTo>
                    <a:pt x="793579" y="1909427"/>
                  </a:lnTo>
                  <a:lnTo>
                    <a:pt x="794420" y="1901313"/>
                  </a:lnTo>
                  <a:lnTo>
                    <a:pt x="795261" y="1893549"/>
                  </a:lnTo>
                  <a:lnTo>
                    <a:pt x="796103" y="1885637"/>
                  </a:lnTo>
                  <a:lnTo>
                    <a:pt x="796944" y="1877450"/>
                  </a:lnTo>
                  <a:lnTo>
                    <a:pt x="797785" y="1868351"/>
                  </a:lnTo>
                  <a:lnTo>
                    <a:pt x="798626" y="1860137"/>
                  </a:lnTo>
                  <a:lnTo>
                    <a:pt x="799468" y="1850724"/>
                  </a:lnTo>
                  <a:lnTo>
                    <a:pt x="800309" y="1841428"/>
                  </a:lnTo>
                  <a:lnTo>
                    <a:pt x="801150" y="1832701"/>
                  </a:lnTo>
                  <a:lnTo>
                    <a:pt x="801991" y="1824176"/>
                  </a:lnTo>
                  <a:lnTo>
                    <a:pt x="802832" y="1814921"/>
                  </a:lnTo>
                  <a:lnTo>
                    <a:pt x="803674" y="1805802"/>
                  </a:lnTo>
                  <a:lnTo>
                    <a:pt x="804515" y="1797804"/>
                  </a:lnTo>
                  <a:lnTo>
                    <a:pt x="805356" y="1789303"/>
                  </a:lnTo>
                  <a:lnTo>
                    <a:pt x="806197" y="1781691"/>
                  </a:lnTo>
                  <a:lnTo>
                    <a:pt x="807038" y="1773625"/>
                  </a:lnTo>
                  <a:lnTo>
                    <a:pt x="807880" y="1765847"/>
                  </a:lnTo>
                  <a:lnTo>
                    <a:pt x="808721" y="1757425"/>
                  </a:lnTo>
                  <a:lnTo>
                    <a:pt x="809562" y="1748655"/>
                  </a:lnTo>
                  <a:lnTo>
                    <a:pt x="810403" y="1739972"/>
                  </a:lnTo>
                  <a:lnTo>
                    <a:pt x="811244" y="1730233"/>
                  </a:lnTo>
                  <a:lnTo>
                    <a:pt x="812086" y="1720431"/>
                  </a:lnTo>
                  <a:lnTo>
                    <a:pt x="812927" y="1712564"/>
                  </a:lnTo>
                  <a:lnTo>
                    <a:pt x="813768" y="1705427"/>
                  </a:lnTo>
                  <a:lnTo>
                    <a:pt x="814609" y="1698231"/>
                  </a:lnTo>
                  <a:lnTo>
                    <a:pt x="815450" y="1690432"/>
                  </a:lnTo>
                  <a:lnTo>
                    <a:pt x="816292" y="1683098"/>
                  </a:lnTo>
                  <a:lnTo>
                    <a:pt x="817133" y="1676271"/>
                  </a:lnTo>
                  <a:lnTo>
                    <a:pt x="817974" y="1670843"/>
                  </a:lnTo>
                  <a:lnTo>
                    <a:pt x="818815" y="1666415"/>
                  </a:lnTo>
                  <a:lnTo>
                    <a:pt x="819656" y="1663099"/>
                  </a:lnTo>
                  <a:lnTo>
                    <a:pt x="820498" y="1659727"/>
                  </a:lnTo>
                  <a:lnTo>
                    <a:pt x="821339" y="1656954"/>
                  </a:lnTo>
                  <a:lnTo>
                    <a:pt x="822180" y="1654461"/>
                  </a:lnTo>
                  <a:lnTo>
                    <a:pt x="823021" y="1651280"/>
                  </a:lnTo>
                  <a:lnTo>
                    <a:pt x="823862" y="1649053"/>
                  </a:lnTo>
                  <a:lnTo>
                    <a:pt x="824704" y="1646254"/>
                  </a:lnTo>
                  <a:lnTo>
                    <a:pt x="825545" y="1643422"/>
                  </a:lnTo>
                  <a:lnTo>
                    <a:pt x="826386" y="1640495"/>
                  </a:lnTo>
                  <a:lnTo>
                    <a:pt x="827227" y="1636762"/>
                  </a:lnTo>
                  <a:lnTo>
                    <a:pt x="828068" y="1633031"/>
                  </a:lnTo>
                  <a:lnTo>
                    <a:pt x="828910" y="1628841"/>
                  </a:lnTo>
                  <a:lnTo>
                    <a:pt x="829751" y="1624263"/>
                  </a:lnTo>
                  <a:lnTo>
                    <a:pt x="830592" y="1618809"/>
                  </a:lnTo>
                  <a:lnTo>
                    <a:pt x="831433" y="1612670"/>
                  </a:lnTo>
                  <a:lnTo>
                    <a:pt x="832274" y="1605868"/>
                  </a:lnTo>
                  <a:lnTo>
                    <a:pt x="833116" y="1597658"/>
                  </a:lnTo>
                  <a:lnTo>
                    <a:pt x="833957" y="1588777"/>
                  </a:lnTo>
                  <a:lnTo>
                    <a:pt x="834798" y="1579282"/>
                  </a:lnTo>
                  <a:lnTo>
                    <a:pt x="835639" y="1569508"/>
                  </a:lnTo>
                  <a:lnTo>
                    <a:pt x="836480" y="1559797"/>
                  </a:lnTo>
                  <a:lnTo>
                    <a:pt x="837322" y="1549378"/>
                  </a:lnTo>
                  <a:lnTo>
                    <a:pt x="838163" y="1538954"/>
                  </a:lnTo>
                  <a:lnTo>
                    <a:pt x="839004" y="1528170"/>
                  </a:lnTo>
                  <a:lnTo>
                    <a:pt x="839845" y="1518026"/>
                  </a:lnTo>
                  <a:lnTo>
                    <a:pt x="840686" y="1509076"/>
                  </a:lnTo>
                  <a:lnTo>
                    <a:pt x="841528" y="1500350"/>
                  </a:lnTo>
                  <a:lnTo>
                    <a:pt x="842369" y="1491335"/>
                  </a:lnTo>
                  <a:lnTo>
                    <a:pt x="843210" y="1483658"/>
                  </a:lnTo>
                  <a:lnTo>
                    <a:pt x="844051" y="1476385"/>
                  </a:lnTo>
                  <a:lnTo>
                    <a:pt x="844892" y="1470611"/>
                  </a:lnTo>
                  <a:lnTo>
                    <a:pt x="845734" y="1465543"/>
                  </a:lnTo>
                  <a:lnTo>
                    <a:pt x="846575" y="1462026"/>
                  </a:lnTo>
                  <a:lnTo>
                    <a:pt x="847416" y="1458878"/>
                  </a:lnTo>
                  <a:lnTo>
                    <a:pt x="848257" y="1456245"/>
                  </a:lnTo>
                  <a:lnTo>
                    <a:pt x="849098" y="1453901"/>
                  </a:lnTo>
                  <a:lnTo>
                    <a:pt x="849940" y="1452290"/>
                  </a:lnTo>
                  <a:lnTo>
                    <a:pt x="850781" y="1451333"/>
                  </a:lnTo>
                  <a:lnTo>
                    <a:pt x="851622" y="1450779"/>
                  </a:lnTo>
                  <a:lnTo>
                    <a:pt x="852463" y="1450887"/>
                  </a:lnTo>
                  <a:lnTo>
                    <a:pt x="853304" y="1452141"/>
                  </a:lnTo>
                  <a:lnTo>
                    <a:pt x="854146" y="1453461"/>
                  </a:lnTo>
                  <a:lnTo>
                    <a:pt x="854987" y="1455335"/>
                  </a:lnTo>
                  <a:lnTo>
                    <a:pt x="855828" y="1457940"/>
                  </a:lnTo>
                  <a:lnTo>
                    <a:pt x="856669" y="1460364"/>
                  </a:lnTo>
                  <a:lnTo>
                    <a:pt x="857510" y="1462844"/>
                  </a:lnTo>
                  <a:lnTo>
                    <a:pt x="858352" y="1465069"/>
                  </a:lnTo>
                  <a:lnTo>
                    <a:pt x="859193" y="1467366"/>
                  </a:lnTo>
                  <a:lnTo>
                    <a:pt x="860034" y="1469639"/>
                  </a:lnTo>
                  <a:lnTo>
                    <a:pt x="860875" y="1471840"/>
                  </a:lnTo>
                  <a:lnTo>
                    <a:pt x="861716" y="1474042"/>
                  </a:lnTo>
                  <a:lnTo>
                    <a:pt x="862558" y="1475993"/>
                  </a:lnTo>
                  <a:lnTo>
                    <a:pt x="863399" y="1477539"/>
                  </a:lnTo>
                  <a:lnTo>
                    <a:pt x="864240" y="1478924"/>
                  </a:lnTo>
                  <a:lnTo>
                    <a:pt x="865081" y="1480512"/>
                  </a:lnTo>
                  <a:lnTo>
                    <a:pt x="865922" y="1482743"/>
                  </a:lnTo>
                  <a:lnTo>
                    <a:pt x="866764" y="1484711"/>
                  </a:lnTo>
                  <a:lnTo>
                    <a:pt x="867605" y="1486511"/>
                  </a:lnTo>
                  <a:lnTo>
                    <a:pt x="868446" y="1488418"/>
                  </a:lnTo>
                  <a:lnTo>
                    <a:pt x="869287" y="1490407"/>
                  </a:lnTo>
                  <a:lnTo>
                    <a:pt x="870128" y="1492887"/>
                  </a:lnTo>
                  <a:lnTo>
                    <a:pt x="870970" y="1495945"/>
                  </a:lnTo>
                  <a:lnTo>
                    <a:pt x="871811" y="1499348"/>
                  </a:lnTo>
                  <a:lnTo>
                    <a:pt x="872652" y="1503289"/>
                  </a:lnTo>
                  <a:lnTo>
                    <a:pt x="873493" y="1507088"/>
                  </a:lnTo>
                  <a:lnTo>
                    <a:pt x="874335" y="1511087"/>
                  </a:lnTo>
                  <a:lnTo>
                    <a:pt x="875176" y="1515110"/>
                  </a:lnTo>
                  <a:lnTo>
                    <a:pt x="876017" y="1519415"/>
                  </a:lnTo>
                  <a:lnTo>
                    <a:pt x="876858" y="1523435"/>
                  </a:lnTo>
                  <a:lnTo>
                    <a:pt x="877699" y="1526668"/>
                  </a:lnTo>
                  <a:lnTo>
                    <a:pt x="878541" y="1529359"/>
                  </a:lnTo>
                  <a:lnTo>
                    <a:pt x="879382" y="1531538"/>
                  </a:lnTo>
                  <a:lnTo>
                    <a:pt x="880223" y="1533686"/>
                  </a:lnTo>
                  <a:lnTo>
                    <a:pt x="881064" y="1535408"/>
                  </a:lnTo>
                  <a:lnTo>
                    <a:pt x="881905" y="1537144"/>
                  </a:lnTo>
                  <a:lnTo>
                    <a:pt x="882747" y="1538192"/>
                  </a:lnTo>
                  <a:lnTo>
                    <a:pt x="883588" y="1539027"/>
                  </a:lnTo>
                  <a:lnTo>
                    <a:pt x="884429" y="1539121"/>
                  </a:lnTo>
                  <a:lnTo>
                    <a:pt x="885270" y="1538893"/>
                  </a:lnTo>
                  <a:lnTo>
                    <a:pt x="886111" y="1538834"/>
                  </a:lnTo>
                  <a:lnTo>
                    <a:pt x="886953" y="1538772"/>
                  </a:lnTo>
                  <a:lnTo>
                    <a:pt x="887794" y="1539073"/>
                  </a:lnTo>
                  <a:lnTo>
                    <a:pt x="888635" y="1539081"/>
                  </a:lnTo>
                  <a:lnTo>
                    <a:pt x="889476" y="1538817"/>
                  </a:lnTo>
                  <a:lnTo>
                    <a:pt x="890317" y="1538357"/>
                  </a:lnTo>
                  <a:lnTo>
                    <a:pt x="891159" y="1537315"/>
                  </a:lnTo>
                  <a:lnTo>
                    <a:pt x="892000" y="1536007"/>
                  </a:lnTo>
                  <a:lnTo>
                    <a:pt x="892841" y="1534061"/>
                  </a:lnTo>
                  <a:lnTo>
                    <a:pt x="893682" y="1532247"/>
                  </a:lnTo>
                  <a:lnTo>
                    <a:pt x="894523" y="1530376"/>
                  </a:lnTo>
                  <a:lnTo>
                    <a:pt x="895365" y="1528519"/>
                  </a:lnTo>
                  <a:lnTo>
                    <a:pt x="896206" y="1526560"/>
                  </a:lnTo>
                  <a:lnTo>
                    <a:pt x="897047" y="1524564"/>
                  </a:lnTo>
                  <a:lnTo>
                    <a:pt x="897888" y="1522337"/>
                  </a:lnTo>
                  <a:lnTo>
                    <a:pt x="898729" y="1520157"/>
                  </a:lnTo>
                  <a:lnTo>
                    <a:pt x="899571" y="1517983"/>
                  </a:lnTo>
                  <a:lnTo>
                    <a:pt x="900412" y="1515798"/>
                  </a:lnTo>
                  <a:lnTo>
                    <a:pt x="901253" y="1514158"/>
                  </a:lnTo>
                  <a:lnTo>
                    <a:pt x="902094" y="1512864"/>
                  </a:lnTo>
                  <a:lnTo>
                    <a:pt x="902935" y="1511839"/>
                  </a:lnTo>
                  <a:lnTo>
                    <a:pt x="903777" y="1511150"/>
                  </a:lnTo>
                  <a:lnTo>
                    <a:pt x="904618" y="1510958"/>
                  </a:lnTo>
                  <a:lnTo>
                    <a:pt x="905459" y="1510140"/>
                  </a:lnTo>
                  <a:lnTo>
                    <a:pt x="906300" y="1509044"/>
                  </a:lnTo>
                  <a:lnTo>
                    <a:pt x="907141" y="1507447"/>
                  </a:lnTo>
                  <a:lnTo>
                    <a:pt x="907983" y="1505530"/>
                  </a:lnTo>
                  <a:lnTo>
                    <a:pt x="908824" y="1503712"/>
                  </a:lnTo>
                  <a:lnTo>
                    <a:pt x="909665" y="1502254"/>
                  </a:lnTo>
                  <a:lnTo>
                    <a:pt x="910506" y="1501160"/>
                  </a:lnTo>
                  <a:lnTo>
                    <a:pt x="911347" y="1500018"/>
                  </a:lnTo>
                  <a:lnTo>
                    <a:pt x="912189" y="1499181"/>
                  </a:lnTo>
                  <a:lnTo>
                    <a:pt x="913030" y="1498467"/>
                  </a:lnTo>
                  <a:lnTo>
                    <a:pt x="913871" y="1497597"/>
                  </a:lnTo>
                  <a:lnTo>
                    <a:pt x="914712" y="1496809"/>
                  </a:lnTo>
                  <a:lnTo>
                    <a:pt x="915553" y="1496568"/>
                  </a:lnTo>
                  <a:lnTo>
                    <a:pt x="916395" y="1496069"/>
                  </a:lnTo>
                  <a:lnTo>
                    <a:pt x="917236" y="1495395"/>
                  </a:lnTo>
                  <a:lnTo>
                    <a:pt x="918077" y="1494861"/>
                  </a:lnTo>
                  <a:lnTo>
                    <a:pt x="918918" y="1494572"/>
                  </a:lnTo>
                  <a:lnTo>
                    <a:pt x="919759" y="1495345"/>
                  </a:lnTo>
                  <a:lnTo>
                    <a:pt x="920601" y="1495755"/>
                  </a:lnTo>
                  <a:lnTo>
                    <a:pt x="921442" y="1496959"/>
                  </a:lnTo>
                  <a:lnTo>
                    <a:pt x="922283" y="1498140"/>
                  </a:lnTo>
                  <a:lnTo>
                    <a:pt x="923124" y="1498165"/>
                  </a:lnTo>
                  <a:lnTo>
                    <a:pt x="923965" y="1498500"/>
                  </a:lnTo>
                  <a:lnTo>
                    <a:pt x="924807" y="1499573"/>
                  </a:lnTo>
                  <a:lnTo>
                    <a:pt x="925648" y="1500316"/>
                  </a:lnTo>
                  <a:lnTo>
                    <a:pt x="926489" y="1500831"/>
                  </a:lnTo>
                  <a:lnTo>
                    <a:pt x="927330" y="1500408"/>
                  </a:lnTo>
                  <a:lnTo>
                    <a:pt x="928171" y="1499478"/>
                  </a:lnTo>
                  <a:lnTo>
                    <a:pt x="929013" y="1497854"/>
                  </a:lnTo>
                  <a:lnTo>
                    <a:pt x="929854" y="1496307"/>
                  </a:lnTo>
                  <a:lnTo>
                    <a:pt x="930695" y="1494550"/>
                  </a:lnTo>
                  <a:lnTo>
                    <a:pt x="931536" y="1492521"/>
                  </a:lnTo>
                  <a:lnTo>
                    <a:pt x="932377" y="1490224"/>
                  </a:lnTo>
                  <a:lnTo>
                    <a:pt x="933219" y="1487945"/>
                  </a:lnTo>
                  <a:lnTo>
                    <a:pt x="934060" y="1485460"/>
                  </a:lnTo>
                  <a:lnTo>
                    <a:pt x="934901" y="1483218"/>
                  </a:lnTo>
                  <a:lnTo>
                    <a:pt x="935742" y="1481017"/>
                  </a:lnTo>
                  <a:lnTo>
                    <a:pt x="936583" y="1479536"/>
                  </a:lnTo>
                  <a:lnTo>
                    <a:pt x="937425" y="1477774"/>
                  </a:lnTo>
                  <a:lnTo>
                    <a:pt x="938266" y="1476302"/>
                  </a:lnTo>
                  <a:lnTo>
                    <a:pt x="939107" y="1475409"/>
                  </a:lnTo>
                  <a:lnTo>
                    <a:pt x="939948" y="1475137"/>
                  </a:lnTo>
                  <a:lnTo>
                    <a:pt x="940789" y="1475230"/>
                  </a:lnTo>
                  <a:lnTo>
                    <a:pt x="941631" y="1475569"/>
                  </a:lnTo>
                  <a:lnTo>
                    <a:pt x="942472" y="1475368"/>
                  </a:lnTo>
                  <a:lnTo>
                    <a:pt x="943313" y="1474946"/>
                  </a:lnTo>
                  <a:lnTo>
                    <a:pt x="944154" y="1474357"/>
                  </a:lnTo>
                  <a:lnTo>
                    <a:pt x="944996" y="1474176"/>
                  </a:lnTo>
                  <a:lnTo>
                    <a:pt x="945837" y="1473618"/>
                  </a:lnTo>
                  <a:lnTo>
                    <a:pt x="946678" y="1473318"/>
                  </a:lnTo>
                  <a:lnTo>
                    <a:pt x="947519" y="1472645"/>
                  </a:lnTo>
                  <a:lnTo>
                    <a:pt x="948360" y="1472205"/>
                  </a:lnTo>
                  <a:lnTo>
                    <a:pt x="949202" y="1471206"/>
                  </a:lnTo>
                  <a:lnTo>
                    <a:pt x="950043" y="1470623"/>
                  </a:lnTo>
                  <a:lnTo>
                    <a:pt x="950884" y="1470804"/>
                  </a:lnTo>
                  <a:lnTo>
                    <a:pt x="951725" y="1471506"/>
                  </a:lnTo>
                  <a:lnTo>
                    <a:pt x="952566" y="1473368"/>
                  </a:lnTo>
                  <a:lnTo>
                    <a:pt x="953408" y="1473921"/>
                  </a:lnTo>
                  <a:lnTo>
                    <a:pt x="954249" y="1475613"/>
                  </a:lnTo>
                  <a:lnTo>
                    <a:pt x="955090" y="1477501"/>
                  </a:lnTo>
                  <a:lnTo>
                    <a:pt x="955931" y="1479608"/>
                  </a:lnTo>
                  <a:lnTo>
                    <a:pt x="956772" y="1483175"/>
                  </a:lnTo>
                  <a:lnTo>
                    <a:pt x="957614" y="1486927"/>
                  </a:lnTo>
                  <a:lnTo>
                    <a:pt x="958455" y="1490310"/>
                  </a:lnTo>
                  <a:lnTo>
                    <a:pt x="959296" y="1494024"/>
                  </a:lnTo>
                  <a:lnTo>
                    <a:pt x="960137" y="1498472"/>
                  </a:lnTo>
                  <a:lnTo>
                    <a:pt x="960978" y="1503414"/>
                  </a:lnTo>
                  <a:lnTo>
                    <a:pt x="961820" y="1508753"/>
                  </a:lnTo>
                  <a:lnTo>
                    <a:pt x="962661" y="1514807"/>
                  </a:lnTo>
                  <a:lnTo>
                    <a:pt x="963502" y="1520341"/>
                  </a:lnTo>
                  <a:lnTo>
                    <a:pt x="964343" y="1526440"/>
                  </a:lnTo>
                  <a:lnTo>
                    <a:pt x="965184" y="1531734"/>
                  </a:lnTo>
                  <a:lnTo>
                    <a:pt x="966026" y="1537623"/>
                  </a:lnTo>
                  <a:lnTo>
                    <a:pt x="966867" y="1542374"/>
                  </a:lnTo>
                  <a:lnTo>
                    <a:pt x="967708" y="1548232"/>
                  </a:lnTo>
                  <a:lnTo>
                    <a:pt x="968549" y="1553987"/>
                  </a:lnTo>
                  <a:lnTo>
                    <a:pt x="969390" y="1559455"/>
                  </a:lnTo>
                  <a:lnTo>
                    <a:pt x="970232" y="1564788"/>
                  </a:lnTo>
                  <a:lnTo>
                    <a:pt x="971073" y="1571005"/>
                  </a:lnTo>
                  <a:lnTo>
                    <a:pt x="971914" y="1577342"/>
                  </a:lnTo>
                  <a:lnTo>
                    <a:pt x="972755" y="1582959"/>
                  </a:lnTo>
                  <a:lnTo>
                    <a:pt x="973596" y="1589253"/>
                  </a:lnTo>
                  <a:lnTo>
                    <a:pt x="974438" y="1594784"/>
                  </a:lnTo>
                  <a:lnTo>
                    <a:pt x="975279" y="1600946"/>
                  </a:lnTo>
                  <a:lnTo>
                    <a:pt x="976120" y="1606525"/>
                  </a:lnTo>
                  <a:lnTo>
                    <a:pt x="976961" y="1612606"/>
                  </a:lnTo>
                  <a:lnTo>
                    <a:pt x="977802" y="1619145"/>
                  </a:lnTo>
                  <a:lnTo>
                    <a:pt x="978644" y="1625428"/>
                  </a:lnTo>
                  <a:lnTo>
                    <a:pt x="979485" y="1632800"/>
                  </a:lnTo>
                  <a:lnTo>
                    <a:pt x="980326" y="1639946"/>
                  </a:lnTo>
                  <a:lnTo>
                    <a:pt x="981167" y="1645379"/>
                  </a:lnTo>
                  <a:lnTo>
                    <a:pt x="982008" y="1650118"/>
                  </a:lnTo>
                  <a:lnTo>
                    <a:pt x="982850" y="1655502"/>
                  </a:lnTo>
                  <a:lnTo>
                    <a:pt x="983691" y="1661791"/>
                  </a:lnTo>
                  <a:lnTo>
                    <a:pt x="984532" y="1668021"/>
                  </a:lnTo>
                  <a:lnTo>
                    <a:pt x="985373" y="1673591"/>
                  </a:lnTo>
                  <a:lnTo>
                    <a:pt x="986214" y="1678101"/>
                  </a:lnTo>
                  <a:lnTo>
                    <a:pt x="987056" y="1681934"/>
                  </a:lnTo>
                  <a:lnTo>
                    <a:pt x="987897" y="1685022"/>
                  </a:lnTo>
                  <a:lnTo>
                    <a:pt x="988738" y="1688690"/>
                  </a:lnTo>
                  <a:lnTo>
                    <a:pt x="989579" y="1692167"/>
                  </a:lnTo>
                  <a:lnTo>
                    <a:pt x="990420" y="1696400"/>
                  </a:lnTo>
                  <a:lnTo>
                    <a:pt x="991262" y="1701471"/>
                  </a:lnTo>
                  <a:lnTo>
                    <a:pt x="992103" y="1706028"/>
                  </a:lnTo>
                  <a:lnTo>
                    <a:pt x="992944" y="1711397"/>
                  </a:lnTo>
                  <a:lnTo>
                    <a:pt x="993785" y="1717943"/>
                  </a:lnTo>
                  <a:lnTo>
                    <a:pt x="994626" y="1724713"/>
                  </a:lnTo>
                  <a:lnTo>
                    <a:pt x="995468" y="1732381"/>
                  </a:lnTo>
                  <a:lnTo>
                    <a:pt x="996309" y="1739965"/>
                  </a:lnTo>
                  <a:lnTo>
                    <a:pt x="997150" y="1747826"/>
                  </a:lnTo>
                  <a:lnTo>
                    <a:pt x="997991" y="1756090"/>
                  </a:lnTo>
                  <a:lnTo>
                    <a:pt x="998832" y="1764842"/>
                  </a:lnTo>
                  <a:lnTo>
                    <a:pt x="999674" y="1773844"/>
                  </a:lnTo>
                  <a:lnTo>
                    <a:pt x="1000515" y="1783022"/>
                  </a:lnTo>
                  <a:lnTo>
                    <a:pt x="1001356" y="1792473"/>
                  </a:lnTo>
                  <a:lnTo>
                    <a:pt x="1002197" y="1801666"/>
                  </a:lnTo>
                  <a:lnTo>
                    <a:pt x="1003038" y="1810818"/>
                  </a:lnTo>
                  <a:lnTo>
                    <a:pt x="1003880" y="1819818"/>
                  </a:lnTo>
                  <a:lnTo>
                    <a:pt x="1004721" y="1828846"/>
                  </a:lnTo>
                  <a:lnTo>
                    <a:pt x="1005562" y="1838618"/>
                  </a:lnTo>
                  <a:lnTo>
                    <a:pt x="1006403" y="1848005"/>
                  </a:lnTo>
                  <a:lnTo>
                    <a:pt x="1007244" y="1856976"/>
                  </a:lnTo>
                  <a:lnTo>
                    <a:pt x="1008086" y="1864991"/>
                  </a:lnTo>
                  <a:lnTo>
                    <a:pt x="1008927" y="1871675"/>
                  </a:lnTo>
                  <a:lnTo>
                    <a:pt x="1009768" y="1878135"/>
                  </a:lnTo>
                  <a:lnTo>
                    <a:pt x="1010609" y="1884722"/>
                  </a:lnTo>
                  <a:lnTo>
                    <a:pt x="1011450" y="1889809"/>
                  </a:lnTo>
                  <a:lnTo>
                    <a:pt x="1012292" y="1894572"/>
                  </a:lnTo>
                  <a:lnTo>
                    <a:pt x="1013133" y="1897829"/>
                  </a:lnTo>
                  <a:lnTo>
                    <a:pt x="1013974" y="1900639"/>
                  </a:lnTo>
                  <a:lnTo>
                    <a:pt x="1014815" y="1902537"/>
                  </a:lnTo>
                  <a:lnTo>
                    <a:pt x="1015657" y="1904398"/>
                  </a:lnTo>
                  <a:lnTo>
                    <a:pt x="1016498" y="1905938"/>
                  </a:lnTo>
                  <a:lnTo>
                    <a:pt x="1017339" y="1906849"/>
                  </a:lnTo>
                  <a:lnTo>
                    <a:pt x="1018180" y="1907239"/>
                  </a:lnTo>
                  <a:lnTo>
                    <a:pt x="1019021" y="1907572"/>
                  </a:lnTo>
                  <a:lnTo>
                    <a:pt x="1019863" y="1908188"/>
                  </a:lnTo>
                  <a:lnTo>
                    <a:pt x="1020704" y="1908903"/>
                  </a:lnTo>
                  <a:lnTo>
                    <a:pt x="1021545" y="1908983"/>
                  </a:lnTo>
                  <a:lnTo>
                    <a:pt x="1022386" y="1909034"/>
                  </a:lnTo>
                  <a:lnTo>
                    <a:pt x="1023227" y="1909276"/>
                  </a:lnTo>
                  <a:lnTo>
                    <a:pt x="1024069" y="1909431"/>
                  </a:lnTo>
                  <a:lnTo>
                    <a:pt x="1024910" y="1910015"/>
                  </a:lnTo>
                  <a:lnTo>
                    <a:pt x="1025751" y="1910977"/>
                  </a:lnTo>
                  <a:lnTo>
                    <a:pt x="1026592" y="1912201"/>
                  </a:lnTo>
                  <a:lnTo>
                    <a:pt x="1027433" y="1913137"/>
                  </a:lnTo>
                  <a:lnTo>
                    <a:pt x="1028275" y="1914255"/>
                  </a:lnTo>
                  <a:lnTo>
                    <a:pt x="1029116" y="1915607"/>
                  </a:lnTo>
                  <a:lnTo>
                    <a:pt x="1029957" y="1917336"/>
                  </a:lnTo>
                  <a:lnTo>
                    <a:pt x="1030798" y="1919456"/>
                  </a:lnTo>
                  <a:lnTo>
                    <a:pt x="1031639" y="1921867"/>
                  </a:lnTo>
                  <a:lnTo>
                    <a:pt x="1032481" y="1924267"/>
                  </a:lnTo>
                  <a:lnTo>
                    <a:pt x="1033322" y="1926697"/>
                  </a:lnTo>
                  <a:lnTo>
                    <a:pt x="1034163" y="1929222"/>
                  </a:lnTo>
                  <a:lnTo>
                    <a:pt x="1035004" y="1931754"/>
                  </a:lnTo>
                  <a:lnTo>
                    <a:pt x="1035845" y="1933965"/>
                  </a:lnTo>
                  <a:lnTo>
                    <a:pt x="1036687" y="1936283"/>
                  </a:lnTo>
                  <a:lnTo>
                    <a:pt x="1037528" y="1938382"/>
                  </a:lnTo>
                  <a:lnTo>
                    <a:pt x="1038369" y="1940491"/>
                  </a:lnTo>
                  <a:lnTo>
                    <a:pt x="1039210" y="1942411"/>
                  </a:lnTo>
                  <a:lnTo>
                    <a:pt x="1040051" y="1944026"/>
                  </a:lnTo>
                  <a:lnTo>
                    <a:pt x="1040893" y="1945274"/>
                  </a:lnTo>
                  <a:lnTo>
                    <a:pt x="1041734" y="1946307"/>
                  </a:lnTo>
                  <a:lnTo>
                    <a:pt x="1042575" y="1946856"/>
                  </a:lnTo>
                  <a:lnTo>
                    <a:pt x="1043416" y="1947124"/>
                  </a:lnTo>
                  <a:lnTo>
                    <a:pt x="1044257" y="1946978"/>
                  </a:lnTo>
                  <a:lnTo>
                    <a:pt x="1045099" y="1945953"/>
                  </a:lnTo>
                  <a:lnTo>
                    <a:pt x="1045940" y="1944382"/>
                  </a:lnTo>
                  <a:lnTo>
                    <a:pt x="1046781" y="1942364"/>
                  </a:lnTo>
                  <a:lnTo>
                    <a:pt x="1047622" y="1940045"/>
                  </a:lnTo>
                  <a:lnTo>
                    <a:pt x="1048463" y="1936792"/>
                  </a:lnTo>
                  <a:lnTo>
                    <a:pt x="1049305" y="1933024"/>
                  </a:lnTo>
                  <a:lnTo>
                    <a:pt x="1050146" y="1928613"/>
                  </a:lnTo>
                  <a:lnTo>
                    <a:pt x="1050987" y="1923580"/>
                  </a:lnTo>
                  <a:lnTo>
                    <a:pt x="1051828" y="1918742"/>
                  </a:lnTo>
                  <a:lnTo>
                    <a:pt x="1052669" y="1914158"/>
                  </a:lnTo>
                  <a:lnTo>
                    <a:pt x="1053511" y="1909742"/>
                  </a:lnTo>
                  <a:lnTo>
                    <a:pt x="1054352" y="1905059"/>
                  </a:lnTo>
                  <a:lnTo>
                    <a:pt x="1055193" y="1900790"/>
                  </a:lnTo>
                  <a:lnTo>
                    <a:pt x="1056034" y="1896151"/>
                  </a:lnTo>
                  <a:lnTo>
                    <a:pt x="1056875" y="1891843"/>
                  </a:lnTo>
                  <a:lnTo>
                    <a:pt x="1057717" y="1887779"/>
                  </a:lnTo>
                  <a:lnTo>
                    <a:pt x="1058558" y="1883975"/>
                  </a:lnTo>
                  <a:lnTo>
                    <a:pt x="1059399" y="1880320"/>
                  </a:lnTo>
                  <a:lnTo>
                    <a:pt x="1060240" y="1876483"/>
                  </a:lnTo>
                  <a:lnTo>
                    <a:pt x="1061081" y="1873178"/>
                  </a:lnTo>
                  <a:lnTo>
                    <a:pt x="1061923" y="1870359"/>
                  </a:lnTo>
                  <a:lnTo>
                    <a:pt x="1062764" y="1867789"/>
                  </a:lnTo>
                  <a:lnTo>
                    <a:pt x="1063605" y="1865034"/>
                  </a:lnTo>
                  <a:lnTo>
                    <a:pt x="1064446" y="1862311"/>
                  </a:lnTo>
                  <a:lnTo>
                    <a:pt x="1065287" y="1859325"/>
                  </a:lnTo>
                  <a:lnTo>
                    <a:pt x="1066129" y="1856928"/>
                  </a:lnTo>
                  <a:lnTo>
                    <a:pt x="1066970" y="1853821"/>
                  </a:lnTo>
                  <a:lnTo>
                    <a:pt x="1067811" y="1849969"/>
                  </a:lnTo>
                  <a:lnTo>
                    <a:pt x="1068652" y="1846578"/>
                  </a:lnTo>
                  <a:lnTo>
                    <a:pt x="1069493" y="1842971"/>
                  </a:lnTo>
                  <a:lnTo>
                    <a:pt x="1070335" y="1839703"/>
                  </a:lnTo>
                  <a:lnTo>
                    <a:pt x="1071176" y="1836270"/>
                  </a:lnTo>
                  <a:lnTo>
                    <a:pt x="1072017" y="1833365"/>
                  </a:lnTo>
                  <a:lnTo>
                    <a:pt x="1072858" y="1830910"/>
                  </a:lnTo>
                  <a:lnTo>
                    <a:pt x="1073699" y="1828638"/>
                  </a:lnTo>
                  <a:lnTo>
                    <a:pt x="1074541" y="1825489"/>
                  </a:lnTo>
                  <a:lnTo>
                    <a:pt x="1075382" y="1823473"/>
                  </a:lnTo>
                  <a:lnTo>
                    <a:pt x="1076223" y="1822407"/>
                  </a:lnTo>
                  <a:lnTo>
                    <a:pt x="1077064" y="1821520"/>
                  </a:lnTo>
                  <a:lnTo>
                    <a:pt x="1077905" y="1820086"/>
                  </a:lnTo>
                  <a:lnTo>
                    <a:pt x="1078747" y="1818138"/>
                  </a:lnTo>
                  <a:lnTo>
                    <a:pt x="1079588" y="1816863"/>
                  </a:lnTo>
                  <a:lnTo>
                    <a:pt x="1080429" y="1815208"/>
                  </a:lnTo>
                  <a:lnTo>
                    <a:pt x="1081270" y="1813265"/>
                  </a:lnTo>
                  <a:lnTo>
                    <a:pt x="1082111" y="1811812"/>
                  </a:lnTo>
                  <a:lnTo>
                    <a:pt x="1082953" y="1809729"/>
                  </a:lnTo>
                  <a:lnTo>
                    <a:pt x="1083794" y="1807780"/>
                  </a:lnTo>
                  <a:lnTo>
                    <a:pt x="1084635" y="1805797"/>
                  </a:lnTo>
                  <a:lnTo>
                    <a:pt x="1085476" y="1803777"/>
                  </a:lnTo>
                  <a:lnTo>
                    <a:pt x="1086318" y="1802364"/>
                  </a:lnTo>
                  <a:lnTo>
                    <a:pt x="1087159" y="1801534"/>
                  </a:lnTo>
                  <a:lnTo>
                    <a:pt x="1088000" y="1800205"/>
                  </a:lnTo>
                  <a:lnTo>
                    <a:pt x="1088841" y="1799117"/>
                  </a:lnTo>
                  <a:lnTo>
                    <a:pt x="1089682" y="1797393"/>
                  </a:lnTo>
                  <a:lnTo>
                    <a:pt x="1090524" y="1795634"/>
                  </a:lnTo>
                  <a:lnTo>
                    <a:pt x="1091365" y="1794907"/>
                  </a:lnTo>
                  <a:lnTo>
                    <a:pt x="1092206" y="1794552"/>
                  </a:lnTo>
                  <a:lnTo>
                    <a:pt x="1093047" y="1794068"/>
                  </a:lnTo>
                  <a:lnTo>
                    <a:pt x="1093888" y="1794177"/>
                  </a:lnTo>
                  <a:lnTo>
                    <a:pt x="1094730" y="1794420"/>
                  </a:lnTo>
                  <a:lnTo>
                    <a:pt x="1095571" y="1794758"/>
                  </a:lnTo>
                  <a:lnTo>
                    <a:pt x="1096412" y="1794930"/>
                  </a:lnTo>
                  <a:lnTo>
                    <a:pt x="1097253" y="1793971"/>
                  </a:lnTo>
                  <a:lnTo>
                    <a:pt x="1098094" y="1792689"/>
                  </a:lnTo>
                  <a:lnTo>
                    <a:pt x="1098936" y="1790405"/>
                  </a:lnTo>
                  <a:lnTo>
                    <a:pt x="1099777" y="1787041"/>
                  </a:lnTo>
                  <a:lnTo>
                    <a:pt x="1100618" y="1783703"/>
                  </a:lnTo>
                  <a:lnTo>
                    <a:pt x="1101459" y="1780477"/>
                  </a:lnTo>
                  <a:lnTo>
                    <a:pt x="1102300" y="1777994"/>
                  </a:lnTo>
                  <a:lnTo>
                    <a:pt x="1103142" y="1775564"/>
                  </a:lnTo>
                  <a:lnTo>
                    <a:pt x="1103983" y="1773026"/>
                  </a:lnTo>
                  <a:lnTo>
                    <a:pt x="1104824" y="1770182"/>
                  </a:lnTo>
                  <a:lnTo>
                    <a:pt x="1105665" y="1765863"/>
                  </a:lnTo>
                  <a:lnTo>
                    <a:pt x="1106506" y="1761686"/>
                  </a:lnTo>
                  <a:lnTo>
                    <a:pt x="1107348" y="1757401"/>
                  </a:lnTo>
                  <a:lnTo>
                    <a:pt x="1108189" y="1753391"/>
                  </a:lnTo>
                  <a:lnTo>
                    <a:pt x="1109030" y="1750264"/>
                  </a:lnTo>
                  <a:lnTo>
                    <a:pt x="1109871" y="1748309"/>
                  </a:lnTo>
                  <a:lnTo>
                    <a:pt x="1110712" y="1747658"/>
                  </a:lnTo>
                  <a:lnTo>
                    <a:pt x="1111554" y="1747098"/>
                  </a:lnTo>
                  <a:lnTo>
                    <a:pt x="1112395" y="1748202"/>
                  </a:lnTo>
                  <a:lnTo>
                    <a:pt x="1113236" y="1749779"/>
                  </a:lnTo>
                  <a:lnTo>
                    <a:pt x="1114077" y="1751868"/>
                  </a:lnTo>
                  <a:lnTo>
                    <a:pt x="1114918" y="1753365"/>
                  </a:lnTo>
                  <a:lnTo>
                    <a:pt x="1115760" y="1755741"/>
                  </a:lnTo>
                  <a:lnTo>
                    <a:pt x="1116601" y="1758584"/>
                  </a:lnTo>
                  <a:lnTo>
                    <a:pt x="1117442" y="1762469"/>
                  </a:lnTo>
                  <a:lnTo>
                    <a:pt x="1118283" y="1766550"/>
                  </a:lnTo>
                  <a:lnTo>
                    <a:pt x="1119124" y="1769383"/>
                  </a:lnTo>
                  <a:lnTo>
                    <a:pt x="1119966" y="1772565"/>
                  </a:lnTo>
                  <a:lnTo>
                    <a:pt x="1120807" y="1773666"/>
                  </a:lnTo>
                  <a:lnTo>
                    <a:pt x="1121648" y="1773938"/>
                  </a:lnTo>
                  <a:lnTo>
                    <a:pt x="1122489" y="1773696"/>
                  </a:lnTo>
                  <a:lnTo>
                    <a:pt x="1123330" y="1773438"/>
                  </a:lnTo>
                  <a:lnTo>
                    <a:pt x="1124172" y="1772742"/>
                  </a:lnTo>
                  <a:lnTo>
                    <a:pt x="1125013" y="1771099"/>
                  </a:lnTo>
                  <a:lnTo>
                    <a:pt x="1125854" y="1768826"/>
                  </a:lnTo>
                  <a:lnTo>
                    <a:pt x="1126695" y="1765653"/>
                  </a:lnTo>
                  <a:lnTo>
                    <a:pt x="1127536" y="1762390"/>
                  </a:lnTo>
                  <a:lnTo>
                    <a:pt x="1128378" y="1757782"/>
                  </a:lnTo>
                  <a:lnTo>
                    <a:pt x="1129219" y="1753662"/>
                  </a:lnTo>
                  <a:lnTo>
                    <a:pt x="1130060" y="1749345"/>
                  </a:lnTo>
                  <a:lnTo>
                    <a:pt x="1130901" y="1744045"/>
                  </a:lnTo>
                  <a:lnTo>
                    <a:pt x="1131742" y="1739292"/>
                  </a:lnTo>
                  <a:lnTo>
                    <a:pt x="1132584" y="1733802"/>
                  </a:lnTo>
                  <a:lnTo>
                    <a:pt x="1133425" y="1729836"/>
                  </a:lnTo>
                  <a:lnTo>
                    <a:pt x="1134266" y="1726859"/>
                  </a:lnTo>
                  <a:lnTo>
                    <a:pt x="1135107" y="1724934"/>
                  </a:lnTo>
                  <a:lnTo>
                    <a:pt x="1135948" y="1722019"/>
                  </a:lnTo>
                  <a:lnTo>
                    <a:pt x="1136790" y="1718151"/>
                  </a:lnTo>
                  <a:lnTo>
                    <a:pt x="1137631" y="1714904"/>
                  </a:lnTo>
                  <a:lnTo>
                    <a:pt x="1138472" y="1713118"/>
                  </a:lnTo>
                  <a:lnTo>
                    <a:pt x="1139313" y="1711483"/>
                  </a:lnTo>
                  <a:lnTo>
                    <a:pt x="1140154" y="1710535"/>
                  </a:lnTo>
                  <a:lnTo>
                    <a:pt x="1140996" y="1709774"/>
                  </a:lnTo>
                  <a:lnTo>
                    <a:pt x="1141837" y="1709096"/>
                  </a:lnTo>
                  <a:lnTo>
                    <a:pt x="1142678" y="1708694"/>
                  </a:lnTo>
                  <a:lnTo>
                    <a:pt x="1143519" y="1707731"/>
                  </a:lnTo>
                  <a:lnTo>
                    <a:pt x="1144360" y="1707038"/>
                  </a:lnTo>
                  <a:lnTo>
                    <a:pt x="1145202" y="1706005"/>
                  </a:lnTo>
                  <a:lnTo>
                    <a:pt x="1146043" y="1704615"/>
                  </a:lnTo>
                  <a:lnTo>
                    <a:pt x="1146884" y="1702868"/>
                  </a:lnTo>
                  <a:lnTo>
                    <a:pt x="1147725" y="1700978"/>
                  </a:lnTo>
                  <a:lnTo>
                    <a:pt x="1148566" y="1699475"/>
                  </a:lnTo>
                  <a:lnTo>
                    <a:pt x="1149408" y="1698282"/>
                  </a:lnTo>
                  <a:lnTo>
                    <a:pt x="1150249" y="1697561"/>
                  </a:lnTo>
                  <a:lnTo>
                    <a:pt x="1151090" y="1696575"/>
                  </a:lnTo>
                  <a:lnTo>
                    <a:pt x="1151931" y="1695527"/>
                  </a:lnTo>
                  <a:lnTo>
                    <a:pt x="1152772" y="1693969"/>
                  </a:lnTo>
                  <a:lnTo>
                    <a:pt x="1153614" y="1691647"/>
                  </a:lnTo>
                  <a:lnTo>
                    <a:pt x="1154455" y="1688625"/>
                  </a:lnTo>
                  <a:lnTo>
                    <a:pt x="1155296" y="1684323"/>
                  </a:lnTo>
                  <a:lnTo>
                    <a:pt x="1156137" y="1679114"/>
                  </a:lnTo>
                  <a:lnTo>
                    <a:pt x="1156979" y="1671947"/>
                  </a:lnTo>
                  <a:lnTo>
                    <a:pt x="1157820" y="1664121"/>
                  </a:lnTo>
                  <a:lnTo>
                    <a:pt x="1158661" y="1655127"/>
                  </a:lnTo>
                  <a:lnTo>
                    <a:pt x="1159502" y="1645916"/>
                  </a:lnTo>
                  <a:lnTo>
                    <a:pt x="1160343" y="1638621"/>
                  </a:lnTo>
                  <a:lnTo>
                    <a:pt x="1161185" y="1630145"/>
                  </a:lnTo>
                  <a:lnTo>
                    <a:pt x="1162026" y="1621831"/>
                  </a:lnTo>
                  <a:lnTo>
                    <a:pt x="1162867" y="1614290"/>
                  </a:lnTo>
                  <a:lnTo>
                    <a:pt x="1163708" y="1607169"/>
                  </a:lnTo>
                  <a:lnTo>
                    <a:pt x="1164549" y="1599562"/>
                  </a:lnTo>
                  <a:lnTo>
                    <a:pt x="1165391" y="1591014"/>
                  </a:lnTo>
                  <a:lnTo>
                    <a:pt x="1166232" y="1582833"/>
                  </a:lnTo>
                  <a:lnTo>
                    <a:pt x="1167073" y="1574125"/>
                  </a:lnTo>
                  <a:lnTo>
                    <a:pt x="1167914" y="1565806"/>
                  </a:lnTo>
                  <a:lnTo>
                    <a:pt x="1168755" y="1557616"/>
                  </a:lnTo>
                  <a:lnTo>
                    <a:pt x="1169597" y="1551277"/>
                  </a:lnTo>
                  <a:lnTo>
                    <a:pt x="1170438" y="1545451"/>
                  </a:lnTo>
                  <a:lnTo>
                    <a:pt x="1171279" y="1539800"/>
                  </a:lnTo>
                  <a:lnTo>
                    <a:pt x="1172120" y="1533932"/>
                  </a:lnTo>
                  <a:lnTo>
                    <a:pt x="1172961" y="1528042"/>
                  </a:lnTo>
                  <a:lnTo>
                    <a:pt x="1173803" y="1522050"/>
                  </a:lnTo>
                  <a:lnTo>
                    <a:pt x="1174644" y="1517135"/>
                  </a:lnTo>
                  <a:lnTo>
                    <a:pt x="1175485" y="1511426"/>
                  </a:lnTo>
                  <a:lnTo>
                    <a:pt x="1176326" y="1506864"/>
                  </a:lnTo>
                  <a:lnTo>
                    <a:pt x="1177167" y="1502321"/>
                  </a:lnTo>
                  <a:lnTo>
                    <a:pt x="1178009" y="1497852"/>
                  </a:lnTo>
                  <a:lnTo>
                    <a:pt x="1178850" y="1494066"/>
                  </a:lnTo>
                  <a:lnTo>
                    <a:pt x="1179691" y="1489231"/>
                  </a:lnTo>
                  <a:lnTo>
                    <a:pt x="1180532" y="1484564"/>
                  </a:lnTo>
                  <a:lnTo>
                    <a:pt x="1181373" y="1479985"/>
                  </a:lnTo>
                  <a:lnTo>
                    <a:pt x="1182215" y="1474897"/>
                  </a:lnTo>
                  <a:lnTo>
                    <a:pt x="1183056" y="1469269"/>
                  </a:lnTo>
                  <a:lnTo>
                    <a:pt x="1183897" y="1463600"/>
                  </a:lnTo>
                  <a:lnTo>
                    <a:pt x="1184738" y="1458168"/>
                  </a:lnTo>
                  <a:lnTo>
                    <a:pt x="1185579" y="1452995"/>
                  </a:lnTo>
                  <a:lnTo>
                    <a:pt x="1186421" y="1446969"/>
                  </a:lnTo>
                  <a:lnTo>
                    <a:pt x="1187262" y="1440137"/>
                  </a:lnTo>
                  <a:lnTo>
                    <a:pt x="1188103" y="1433319"/>
                  </a:lnTo>
                  <a:lnTo>
                    <a:pt x="1188944" y="1425675"/>
                  </a:lnTo>
                  <a:lnTo>
                    <a:pt x="1189785" y="1417516"/>
                  </a:lnTo>
                  <a:lnTo>
                    <a:pt x="1190627" y="1408678"/>
                  </a:lnTo>
                  <a:lnTo>
                    <a:pt x="1191468" y="1400776"/>
                  </a:lnTo>
                  <a:lnTo>
                    <a:pt x="1192309" y="1393039"/>
                  </a:lnTo>
                  <a:lnTo>
                    <a:pt x="1193150" y="1384499"/>
                  </a:lnTo>
                  <a:lnTo>
                    <a:pt x="1193991" y="1375757"/>
                  </a:lnTo>
                  <a:lnTo>
                    <a:pt x="1194833" y="1367185"/>
                  </a:lnTo>
                  <a:lnTo>
                    <a:pt x="1195674" y="1358905"/>
                  </a:lnTo>
                  <a:lnTo>
                    <a:pt x="1196515" y="1350458"/>
                  </a:lnTo>
                  <a:lnTo>
                    <a:pt x="1197356" y="1342146"/>
                  </a:lnTo>
                  <a:lnTo>
                    <a:pt x="1198197" y="1333316"/>
                  </a:lnTo>
                  <a:lnTo>
                    <a:pt x="1199039" y="1324694"/>
                  </a:lnTo>
                  <a:lnTo>
                    <a:pt x="1199880" y="1315987"/>
                  </a:lnTo>
                  <a:lnTo>
                    <a:pt x="1200721" y="1306654"/>
                  </a:lnTo>
                  <a:lnTo>
                    <a:pt x="1201562" y="1296925"/>
                  </a:lnTo>
                  <a:lnTo>
                    <a:pt x="1202403" y="1287508"/>
                  </a:lnTo>
                  <a:lnTo>
                    <a:pt x="1203245" y="1278274"/>
                  </a:lnTo>
                  <a:lnTo>
                    <a:pt x="1204086" y="1266092"/>
                  </a:lnTo>
                  <a:lnTo>
                    <a:pt x="1204927" y="1253231"/>
                  </a:lnTo>
                  <a:lnTo>
                    <a:pt x="1205768" y="1240021"/>
                  </a:lnTo>
                  <a:lnTo>
                    <a:pt x="1206609" y="1226536"/>
                  </a:lnTo>
                  <a:lnTo>
                    <a:pt x="1207451" y="1213481"/>
                  </a:lnTo>
                  <a:lnTo>
                    <a:pt x="1208292" y="1201340"/>
                  </a:lnTo>
                  <a:lnTo>
                    <a:pt x="1209133" y="1189927"/>
                  </a:lnTo>
                  <a:lnTo>
                    <a:pt x="1209974" y="1178352"/>
                  </a:lnTo>
                  <a:lnTo>
                    <a:pt x="1210815" y="1167061"/>
                  </a:lnTo>
                  <a:lnTo>
                    <a:pt x="1211657" y="1156053"/>
                  </a:lnTo>
                  <a:lnTo>
                    <a:pt x="1212498" y="1144576"/>
                  </a:lnTo>
                  <a:lnTo>
                    <a:pt x="1213339" y="1133171"/>
                  </a:lnTo>
                  <a:lnTo>
                    <a:pt x="1214180" y="1121951"/>
                  </a:lnTo>
                  <a:lnTo>
                    <a:pt x="1215021" y="1110868"/>
                  </a:lnTo>
                  <a:lnTo>
                    <a:pt x="1215863" y="1099831"/>
                  </a:lnTo>
                  <a:lnTo>
                    <a:pt x="1216704" y="1090713"/>
                  </a:lnTo>
                  <a:lnTo>
                    <a:pt x="1217545" y="1083143"/>
                  </a:lnTo>
                  <a:lnTo>
                    <a:pt x="1218386" y="1078579"/>
                  </a:lnTo>
                  <a:lnTo>
                    <a:pt x="1219227" y="1074933"/>
                  </a:lnTo>
                  <a:lnTo>
                    <a:pt x="1220069" y="1071844"/>
                  </a:lnTo>
                  <a:lnTo>
                    <a:pt x="1220910" y="1068260"/>
                  </a:lnTo>
                  <a:lnTo>
                    <a:pt x="1221751" y="1063971"/>
                  </a:lnTo>
                  <a:lnTo>
                    <a:pt x="1222592" y="1059376"/>
                  </a:lnTo>
                  <a:lnTo>
                    <a:pt x="1223433" y="1054130"/>
                  </a:lnTo>
                  <a:lnTo>
                    <a:pt x="1224275" y="1049458"/>
                  </a:lnTo>
                  <a:lnTo>
                    <a:pt x="1225116" y="1045364"/>
                  </a:lnTo>
                  <a:lnTo>
                    <a:pt x="1225957" y="1041873"/>
                  </a:lnTo>
                  <a:lnTo>
                    <a:pt x="1226798" y="1039015"/>
                  </a:lnTo>
                  <a:lnTo>
                    <a:pt x="1227640" y="1036746"/>
                  </a:lnTo>
                  <a:lnTo>
                    <a:pt x="1228481" y="1035418"/>
                  </a:lnTo>
                  <a:lnTo>
                    <a:pt x="1229322" y="1034775"/>
                  </a:lnTo>
                  <a:lnTo>
                    <a:pt x="1230163" y="1034101"/>
                  </a:lnTo>
                  <a:lnTo>
                    <a:pt x="1231004" y="1034069"/>
                  </a:lnTo>
                  <a:lnTo>
                    <a:pt x="1231846" y="1034015"/>
                  </a:lnTo>
                  <a:lnTo>
                    <a:pt x="1232687" y="1034832"/>
                  </a:lnTo>
                  <a:lnTo>
                    <a:pt x="1233528" y="1035272"/>
                  </a:lnTo>
                  <a:lnTo>
                    <a:pt x="1234369" y="1035412"/>
                  </a:lnTo>
                  <a:lnTo>
                    <a:pt x="1235210" y="1036248"/>
                  </a:lnTo>
                  <a:lnTo>
                    <a:pt x="1236052" y="1037846"/>
                  </a:lnTo>
                  <a:lnTo>
                    <a:pt x="1236893" y="1038428"/>
                  </a:lnTo>
                  <a:lnTo>
                    <a:pt x="1237734" y="1039109"/>
                  </a:lnTo>
                  <a:lnTo>
                    <a:pt x="1238575" y="1040592"/>
                  </a:lnTo>
                  <a:lnTo>
                    <a:pt x="1239416" y="1042370"/>
                  </a:lnTo>
                  <a:lnTo>
                    <a:pt x="1240258" y="1043897"/>
                  </a:lnTo>
                  <a:lnTo>
                    <a:pt x="1241099" y="1044948"/>
                  </a:lnTo>
                  <a:lnTo>
                    <a:pt x="1241940" y="1045604"/>
                  </a:lnTo>
                  <a:lnTo>
                    <a:pt x="1242781" y="1046525"/>
                  </a:lnTo>
                  <a:lnTo>
                    <a:pt x="1243622" y="1046195"/>
                  </a:lnTo>
                  <a:lnTo>
                    <a:pt x="1244464" y="1045253"/>
                  </a:lnTo>
                  <a:lnTo>
                    <a:pt x="1245305" y="1045225"/>
                  </a:lnTo>
                  <a:lnTo>
                    <a:pt x="1246146" y="1046391"/>
                  </a:lnTo>
                  <a:lnTo>
                    <a:pt x="1246987" y="1047962"/>
                  </a:lnTo>
                  <a:lnTo>
                    <a:pt x="1247828" y="1049600"/>
                  </a:lnTo>
                  <a:lnTo>
                    <a:pt x="1248670" y="1052113"/>
                  </a:lnTo>
                  <a:lnTo>
                    <a:pt x="1249511" y="1055300"/>
                  </a:lnTo>
                  <a:lnTo>
                    <a:pt x="1250352" y="1057788"/>
                  </a:lnTo>
                  <a:lnTo>
                    <a:pt x="1251193" y="1060245"/>
                  </a:lnTo>
                  <a:lnTo>
                    <a:pt x="1252034" y="1061772"/>
                  </a:lnTo>
                  <a:lnTo>
                    <a:pt x="1252876" y="1063249"/>
                  </a:lnTo>
                  <a:lnTo>
                    <a:pt x="1253717" y="1064571"/>
                  </a:lnTo>
                  <a:lnTo>
                    <a:pt x="1254558" y="1065209"/>
                  </a:lnTo>
                  <a:lnTo>
                    <a:pt x="1255399" y="1065350"/>
                  </a:lnTo>
                  <a:lnTo>
                    <a:pt x="1256240" y="1065268"/>
                  </a:lnTo>
                  <a:lnTo>
                    <a:pt x="1257082" y="1065043"/>
                  </a:lnTo>
                  <a:lnTo>
                    <a:pt x="1257923" y="1064699"/>
                  </a:lnTo>
                  <a:lnTo>
                    <a:pt x="1258764" y="1063119"/>
                  </a:lnTo>
                  <a:lnTo>
                    <a:pt x="1259605" y="1062017"/>
                  </a:lnTo>
                  <a:lnTo>
                    <a:pt x="1260446" y="1060030"/>
                  </a:lnTo>
                  <a:lnTo>
                    <a:pt x="1261288" y="1056558"/>
                  </a:lnTo>
                  <a:lnTo>
                    <a:pt x="1262129" y="1051746"/>
                  </a:lnTo>
                  <a:lnTo>
                    <a:pt x="1262970" y="1045842"/>
                  </a:lnTo>
                  <a:lnTo>
                    <a:pt x="1263811" y="1039630"/>
                  </a:lnTo>
                  <a:lnTo>
                    <a:pt x="1264652" y="1034416"/>
                  </a:lnTo>
                  <a:lnTo>
                    <a:pt x="1265494" y="1031700"/>
                  </a:lnTo>
                  <a:lnTo>
                    <a:pt x="1266335" y="1029823"/>
                  </a:lnTo>
                  <a:lnTo>
                    <a:pt x="1267176" y="1030033"/>
                  </a:lnTo>
                  <a:lnTo>
                    <a:pt x="1268017" y="1032067"/>
                  </a:lnTo>
                  <a:lnTo>
                    <a:pt x="1268858" y="1034059"/>
                  </a:lnTo>
                  <a:lnTo>
                    <a:pt x="1269700" y="1036415"/>
                  </a:lnTo>
                  <a:lnTo>
                    <a:pt x="1270541" y="1039706"/>
                  </a:lnTo>
                  <a:lnTo>
                    <a:pt x="1271382" y="1043467"/>
                  </a:lnTo>
                  <a:lnTo>
                    <a:pt x="1272223" y="1047248"/>
                  </a:lnTo>
                  <a:lnTo>
                    <a:pt x="1273064" y="1051047"/>
                  </a:lnTo>
                  <a:lnTo>
                    <a:pt x="1273906" y="1057153"/>
                  </a:lnTo>
                  <a:lnTo>
                    <a:pt x="1274747" y="1063146"/>
                  </a:lnTo>
                  <a:lnTo>
                    <a:pt x="1275588" y="1068704"/>
                  </a:lnTo>
                  <a:lnTo>
                    <a:pt x="1276429" y="1075072"/>
                  </a:lnTo>
                  <a:lnTo>
                    <a:pt x="1277270" y="1080448"/>
                  </a:lnTo>
                  <a:lnTo>
                    <a:pt x="1278112" y="1084635"/>
                  </a:lnTo>
                  <a:lnTo>
                    <a:pt x="1278953" y="1087624"/>
                  </a:lnTo>
                  <a:lnTo>
                    <a:pt x="1279794" y="1089909"/>
                  </a:lnTo>
                  <a:lnTo>
                    <a:pt x="1280635" y="1090668"/>
                  </a:lnTo>
                  <a:lnTo>
                    <a:pt x="1281476" y="1090992"/>
                  </a:lnTo>
                  <a:lnTo>
                    <a:pt x="1282318" y="1090635"/>
                  </a:lnTo>
                  <a:lnTo>
                    <a:pt x="1283159" y="1089858"/>
                  </a:lnTo>
                  <a:lnTo>
                    <a:pt x="1284000" y="1088796"/>
                  </a:lnTo>
                  <a:lnTo>
                    <a:pt x="1284841" y="1086871"/>
                  </a:lnTo>
                  <a:lnTo>
                    <a:pt x="1285682" y="1083930"/>
                  </a:lnTo>
                  <a:lnTo>
                    <a:pt x="1286524" y="1080332"/>
                  </a:lnTo>
                  <a:lnTo>
                    <a:pt x="1287365" y="1076979"/>
                  </a:lnTo>
                  <a:lnTo>
                    <a:pt x="1288206" y="1072907"/>
                  </a:lnTo>
                  <a:lnTo>
                    <a:pt x="1289047" y="1068329"/>
                  </a:lnTo>
                  <a:lnTo>
                    <a:pt x="1289888" y="1063872"/>
                  </a:lnTo>
                  <a:lnTo>
                    <a:pt x="1290730" y="1059455"/>
                  </a:lnTo>
                  <a:lnTo>
                    <a:pt x="1291571" y="1054532"/>
                  </a:lnTo>
                  <a:lnTo>
                    <a:pt x="1292412" y="1049882"/>
                  </a:lnTo>
                  <a:lnTo>
                    <a:pt x="1293253" y="1046322"/>
                  </a:lnTo>
                  <a:lnTo>
                    <a:pt x="1294094" y="1043765"/>
                  </a:lnTo>
                  <a:lnTo>
                    <a:pt x="1294936" y="1042705"/>
                  </a:lnTo>
                  <a:lnTo>
                    <a:pt x="1295777" y="1042521"/>
                  </a:lnTo>
                  <a:lnTo>
                    <a:pt x="1296618" y="1043344"/>
                  </a:lnTo>
                  <a:lnTo>
                    <a:pt x="1297459" y="1043731"/>
                  </a:lnTo>
                  <a:lnTo>
                    <a:pt x="1298301" y="1044160"/>
                  </a:lnTo>
                  <a:lnTo>
                    <a:pt x="1299142" y="1045296"/>
                  </a:lnTo>
                  <a:lnTo>
                    <a:pt x="1299983" y="1046912"/>
                  </a:lnTo>
                  <a:lnTo>
                    <a:pt x="1300824" y="1048929"/>
                  </a:lnTo>
                  <a:lnTo>
                    <a:pt x="1301665" y="1050576"/>
                  </a:lnTo>
                  <a:lnTo>
                    <a:pt x="1302507" y="1052097"/>
                  </a:lnTo>
                  <a:lnTo>
                    <a:pt x="1303348" y="1053246"/>
                  </a:lnTo>
                  <a:lnTo>
                    <a:pt x="1304189" y="1055953"/>
                  </a:lnTo>
                  <a:lnTo>
                    <a:pt x="1305030" y="1060190"/>
                  </a:lnTo>
                  <a:lnTo>
                    <a:pt x="1305871" y="1063252"/>
                  </a:lnTo>
                  <a:lnTo>
                    <a:pt x="1306713" y="1064690"/>
                  </a:lnTo>
                  <a:lnTo>
                    <a:pt x="1307554" y="1066182"/>
                  </a:lnTo>
                  <a:lnTo>
                    <a:pt x="1308395" y="1066491"/>
                  </a:lnTo>
                  <a:lnTo>
                    <a:pt x="1309236" y="1067407"/>
                  </a:lnTo>
                  <a:lnTo>
                    <a:pt x="1310077" y="1068085"/>
                  </a:lnTo>
                  <a:lnTo>
                    <a:pt x="1310919" y="1068806"/>
                  </a:lnTo>
                  <a:lnTo>
                    <a:pt x="1311760" y="1070166"/>
                  </a:lnTo>
                  <a:lnTo>
                    <a:pt x="1312601" y="1071844"/>
                  </a:lnTo>
                  <a:lnTo>
                    <a:pt x="1313442" y="1074546"/>
                  </a:lnTo>
                  <a:lnTo>
                    <a:pt x="1314283" y="1077794"/>
                  </a:lnTo>
                  <a:lnTo>
                    <a:pt x="1315125" y="1081814"/>
                  </a:lnTo>
                  <a:lnTo>
                    <a:pt x="1315966" y="1086030"/>
                  </a:lnTo>
                  <a:lnTo>
                    <a:pt x="1316807" y="1090846"/>
                  </a:lnTo>
                  <a:lnTo>
                    <a:pt x="1317648" y="1095788"/>
                  </a:lnTo>
                  <a:lnTo>
                    <a:pt x="1318489" y="1100759"/>
                  </a:lnTo>
                  <a:lnTo>
                    <a:pt x="1319331" y="1106182"/>
                  </a:lnTo>
                  <a:lnTo>
                    <a:pt x="1320172" y="1111888"/>
                  </a:lnTo>
                  <a:lnTo>
                    <a:pt x="1321013" y="1117999"/>
                  </a:lnTo>
                  <a:lnTo>
                    <a:pt x="1321854" y="1124441"/>
                  </a:lnTo>
                  <a:lnTo>
                    <a:pt x="1322695" y="1131247"/>
                  </a:lnTo>
                  <a:lnTo>
                    <a:pt x="1323537" y="1139389"/>
                  </a:lnTo>
                  <a:lnTo>
                    <a:pt x="1324378" y="1148268"/>
                  </a:lnTo>
                  <a:lnTo>
                    <a:pt x="1325219" y="1158865"/>
                  </a:lnTo>
                  <a:lnTo>
                    <a:pt x="1326060" y="1170168"/>
                  </a:lnTo>
                  <a:lnTo>
                    <a:pt x="1326901" y="1182010"/>
                  </a:lnTo>
                  <a:lnTo>
                    <a:pt x="1327743" y="1193614"/>
                  </a:lnTo>
                  <a:lnTo>
                    <a:pt x="1328584" y="1203118"/>
                  </a:lnTo>
                  <a:lnTo>
                    <a:pt x="1329425" y="1212815"/>
                  </a:lnTo>
                  <a:lnTo>
                    <a:pt x="1330266" y="1220897"/>
                  </a:lnTo>
                  <a:lnTo>
                    <a:pt x="1331107" y="1227227"/>
                  </a:lnTo>
                  <a:lnTo>
                    <a:pt x="1331949" y="1231407"/>
                  </a:lnTo>
                  <a:lnTo>
                    <a:pt x="1332790" y="1235037"/>
                  </a:lnTo>
                  <a:lnTo>
                    <a:pt x="1333631" y="1238787"/>
                  </a:lnTo>
                  <a:lnTo>
                    <a:pt x="1334472" y="1241754"/>
                  </a:lnTo>
                  <a:lnTo>
                    <a:pt x="1335313" y="1245392"/>
                  </a:lnTo>
                  <a:lnTo>
                    <a:pt x="1336155" y="1248511"/>
                  </a:lnTo>
                  <a:lnTo>
                    <a:pt x="1336996" y="1251391"/>
                  </a:lnTo>
                  <a:lnTo>
                    <a:pt x="1337837" y="1251918"/>
                  </a:lnTo>
                  <a:lnTo>
                    <a:pt x="1338678" y="1251761"/>
                  </a:lnTo>
                  <a:lnTo>
                    <a:pt x="1339519" y="1251490"/>
                  </a:lnTo>
                  <a:lnTo>
                    <a:pt x="1340361" y="1250034"/>
                  </a:lnTo>
                  <a:lnTo>
                    <a:pt x="1341202" y="1248015"/>
                  </a:lnTo>
                  <a:lnTo>
                    <a:pt x="1342043" y="1245602"/>
                  </a:lnTo>
                  <a:lnTo>
                    <a:pt x="1342884" y="1242133"/>
                  </a:lnTo>
                  <a:lnTo>
                    <a:pt x="1343725" y="1238275"/>
                  </a:lnTo>
                  <a:lnTo>
                    <a:pt x="1344567" y="1234167"/>
                  </a:lnTo>
                  <a:lnTo>
                    <a:pt x="1345408" y="1230113"/>
                  </a:lnTo>
                  <a:lnTo>
                    <a:pt x="1346249" y="1225073"/>
                  </a:lnTo>
                  <a:lnTo>
                    <a:pt x="1347090" y="1218228"/>
                  </a:lnTo>
                  <a:lnTo>
                    <a:pt x="1347931" y="1210834"/>
                  </a:lnTo>
                  <a:lnTo>
                    <a:pt x="1348773" y="1201676"/>
                  </a:lnTo>
                  <a:lnTo>
                    <a:pt x="1349614" y="1191373"/>
                  </a:lnTo>
                  <a:lnTo>
                    <a:pt x="1350455" y="1181534"/>
                  </a:lnTo>
                  <a:lnTo>
                    <a:pt x="1351296" y="1172079"/>
                  </a:lnTo>
                  <a:lnTo>
                    <a:pt x="1352137" y="1162607"/>
                  </a:lnTo>
                  <a:lnTo>
                    <a:pt x="1352979" y="1154527"/>
                  </a:lnTo>
                  <a:lnTo>
                    <a:pt x="1353820" y="1146427"/>
                  </a:lnTo>
                  <a:lnTo>
                    <a:pt x="1354661" y="1139048"/>
                  </a:lnTo>
                  <a:lnTo>
                    <a:pt x="1355502" y="1132120"/>
                  </a:lnTo>
                  <a:lnTo>
                    <a:pt x="1356343" y="1126114"/>
                  </a:lnTo>
                  <a:lnTo>
                    <a:pt x="1357185" y="1120534"/>
                  </a:lnTo>
                  <a:lnTo>
                    <a:pt x="1358026" y="1117065"/>
                  </a:lnTo>
                  <a:lnTo>
                    <a:pt x="1358867" y="1114342"/>
                  </a:lnTo>
                  <a:lnTo>
                    <a:pt x="1359708" y="1112226"/>
                  </a:lnTo>
                  <a:lnTo>
                    <a:pt x="1360549" y="1109902"/>
                  </a:lnTo>
                  <a:lnTo>
                    <a:pt x="1361391" y="1109636"/>
                  </a:lnTo>
                  <a:lnTo>
                    <a:pt x="1362232" y="1109286"/>
                  </a:lnTo>
                  <a:lnTo>
                    <a:pt x="1363073" y="1108833"/>
                  </a:lnTo>
                  <a:lnTo>
                    <a:pt x="1363914" y="1108086"/>
                  </a:lnTo>
                  <a:lnTo>
                    <a:pt x="1364755" y="1105941"/>
                  </a:lnTo>
                  <a:lnTo>
                    <a:pt x="1365597" y="1104769"/>
                  </a:lnTo>
                  <a:lnTo>
                    <a:pt x="1366438" y="1102937"/>
                  </a:lnTo>
                  <a:lnTo>
                    <a:pt x="1367279" y="1101357"/>
                  </a:lnTo>
                  <a:lnTo>
                    <a:pt x="1368120" y="1099843"/>
                  </a:lnTo>
                  <a:lnTo>
                    <a:pt x="1368962" y="1098748"/>
                  </a:lnTo>
                  <a:lnTo>
                    <a:pt x="1369803" y="1098205"/>
                  </a:lnTo>
                  <a:lnTo>
                    <a:pt x="1370644" y="1098446"/>
                  </a:lnTo>
                  <a:lnTo>
                    <a:pt x="1371485" y="1099672"/>
                  </a:lnTo>
                  <a:lnTo>
                    <a:pt x="1372326" y="1103866"/>
                  </a:lnTo>
                  <a:lnTo>
                    <a:pt x="1373168" y="1110048"/>
                  </a:lnTo>
                  <a:lnTo>
                    <a:pt x="1374009" y="1117592"/>
                  </a:lnTo>
                  <a:lnTo>
                    <a:pt x="1374850" y="1125892"/>
                  </a:lnTo>
                  <a:lnTo>
                    <a:pt x="1375691" y="1133478"/>
                  </a:lnTo>
                  <a:lnTo>
                    <a:pt x="1376532" y="1140950"/>
                  </a:lnTo>
                  <a:lnTo>
                    <a:pt x="1377374" y="1147739"/>
                  </a:lnTo>
                  <a:lnTo>
                    <a:pt x="1378215" y="1154613"/>
                  </a:lnTo>
                  <a:lnTo>
                    <a:pt x="1379056" y="1161235"/>
                  </a:lnTo>
                  <a:lnTo>
                    <a:pt x="1379897" y="1168281"/>
                  </a:lnTo>
                  <a:lnTo>
                    <a:pt x="1380738" y="1175961"/>
                  </a:lnTo>
                  <a:lnTo>
                    <a:pt x="1381580" y="1184406"/>
                  </a:lnTo>
                  <a:lnTo>
                    <a:pt x="1382421" y="1193084"/>
                  </a:lnTo>
                  <a:lnTo>
                    <a:pt x="1383262" y="1202074"/>
                  </a:lnTo>
                  <a:lnTo>
                    <a:pt x="1384103" y="1211412"/>
                  </a:lnTo>
                  <a:lnTo>
                    <a:pt x="1384944" y="1218910"/>
                  </a:lnTo>
                  <a:lnTo>
                    <a:pt x="1385786" y="1225482"/>
                  </a:lnTo>
                  <a:lnTo>
                    <a:pt x="1386627" y="1229062"/>
                  </a:lnTo>
                  <a:lnTo>
                    <a:pt x="1387468" y="1232070"/>
                  </a:lnTo>
                  <a:lnTo>
                    <a:pt x="1388309" y="1234725"/>
                  </a:lnTo>
                  <a:lnTo>
                    <a:pt x="1389150" y="1237522"/>
                  </a:lnTo>
                  <a:lnTo>
                    <a:pt x="1389992" y="1240299"/>
                  </a:lnTo>
                  <a:lnTo>
                    <a:pt x="1390833" y="1244105"/>
                  </a:lnTo>
                  <a:lnTo>
                    <a:pt x="1391674" y="1247544"/>
                  </a:lnTo>
                  <a:lnTo>
                    <a:pt x="1392515" y="1249800"/>
                  </a:lnTo>
                  <a:lnTo>
                    <a:pt x="1393356" y="1250082"/>
                  </a:lnTo>
                  <a:lnTo>
                    <a:pt x="1394198" y="1248864"/>
                  </a:lnTo>
                  <a:lnTo>
                    <a:pt x="1395039" y="1247035"/>
                  </a:lnTo>
                  <a:lnTo>
                    <a:pt x="1395880" y="1243263"/>
                  </a:lnTo>
                  <a:lnTo>
                    <a:pt x="1396721" y="1238373"/>
                  </a:lnTo>
                  <a:lnTo>
                    <a:pt x="1397562" y="1233828"/>
                  </a:lnTo>
                  <a:lnTo>
                    <a:pt x="1398404" y="1229556"/>
                  </a:lnTo>
                  <a:lnTo>
                    <a:pt x="1399245" y="1224653"/>
                  </a:lnTo>
                  <a:lnTo>
                    <a:pt x="1400086" y="1218460"/>
                  </a:lnTo>
                  <a:lnTo>
                    <a:pt x="1400927" y="1211774"/>
                  </a:lnTo>
                  <a:lnTo>
                    <a:pt x="1401768" y="1205728"/>
                  </a:lnTo>
                  <a:lnTo>
                    <a:pt x="1402610" y="1199700"/>
                  </a:lnTo>
                  <a:lnTo>
                    <a:pt x="1403451" y="1193326"/>
                  </a:lnTo>
                  <a:lnTo>
                    <a:pt x="1404292" y="1186948"/>
                  </a:lnTo>
                  <a:lnTo>
                    <a:pt x="1405133" y="1181004"/>
                  </a:lnTo>
                  <a:lnTo>
                    <a:pt x="1405974" y="1174451"/>
                  </a:lnTo>
                  <a:lnTo>
                    <a:pt x="1406816" y="1165744"/>
                  </a:lnTo>
                  <a:lnTo>
                    <a:pt x="1407657" y="1157956"/>
                  </a:lnTo>
                  <a:lnTo>
                    <a:pt x="1408498" y="1149735"/>
                  </a:lnTo>
                  <a:lnTo>
                    <a:pt x="1409339" y="1141460"/>
                  </a:lnTo>
                  <a:lnTo>
                    <a:pt x="1410180" y="1133102"/>
                  </a:lnTo>
                  <a:lnTo>
                    <a:pt x="1411022" y="1126144"/>
                  </a:lnTo>
                  <a:lnTo>
                    <a:pt x="1411863" y="1119653"/>
                  </a:lnTo>
                  <a:lnTo>
                    <a:pt x="1412704" y="1113308"/>
                  </a:lnTo>
                  <a:lnTo>
                    <a:pt x="1413545" y="1106000"/>
                  </a:lnTo>
                  <a:lnTo>
                    <a:pt x="1414386" y="1098164"/>
                  </a:lnTo>
                  <a:lnTo>
                    <a:pt x="1415228" y="1090125"/>
                  </a:lnTo>
                  <a:lnTo>
                    <a:pt x="1416069" y="1081655"/>
                  </a:lnTo>
                  <a:lnTo>
                    <a:pt x="1416910" y="1071526"/>
                  </a:lnTo>
                  <a:lnTo>
                    <a:pt x="1417751" y="1061610"/>
                  </a:lnTo>
                  <a:lnTo>
                    <a:pt x="1418592" y="1052038"/>
                  </a:lnTo>
                  <a:lnTo>
                    <a:pt x="1419434" y="1043753"/>
                  </a:lnTo>
                  <a:lnTo>
                    <a:pt x="1420275" y="1036302"/>
                  </a:lnTo>
                  <a:lnTo>
                    <a:pt x="1421116" y="1028853"/>
                  </a:lnTo>
                  <a:lnTo>
                    <a:pt x="1421957" y="1021981"/>
                  </a:lnTo>
                  <a:lnTo>
                    <a:pt x="1422798" y="1014080"/>
                  </a:lnTo>
                  <a:lnTo>
                    <a:pt x="1423640" y="1004300"/>
                  </a:lnTo>
                  <a:lnTo>
                    <a:pt x="1424481" y="995948"/>
                  </a:lnTo>
                  <a:lnTo>
                    <a:pt x="1425322" y="987924"/>
                  </a:lnTo>
                  <a:lnTo>
                    <a:pt x="1426163" y="981249"/>
                  </a:lnTo>
                  <a:lnTo>
                    <a:pt x="1427004" y="976026"/>
                  </a:lnTo>
                  <a:lnTo>
                    <a:pt x="1427846" y="970820"/>
                  </a:lnTo>
                  <a:lnTo>
                    <a:pt x="1428687" y="966566"/>
                  </a:lnTo>
                  <a:lnTo>
                    <a:pt x="1429528" y="963908"/>
                  </a:lnTo>
                  <a:lnTo>
                    <a:pt x="1430369" y="962847"/>
                  </a:lnTo>
                  <a:lnTo>
                    <a:pt x="1431210" y="963828"/>
                  </a:lnTo>
                  <a:lnTo>
                    <a:pt x="1432052" y="966174"/>
                  </a:lnTo>
                  <a:lnTo>
                    <a:pt x="1432893" y="967655"/>
                  </a:lnTo>
                  <a:lnTo>
                    <a:pt x="1433734" y="968066"/>
                  </a:lnTo>
                  <a:lnTo>
                    <a:pt x="1434575" y="968874"/>
                  </a:lnTo>
                  <a:lnTo>
                    <a:pt x="1435416" y="968924"/>
                  </a:lnTo>
                  <a:lnTo>
                    <a:pt x="1436258" y="968305"/>
                  </a:lnTo>
                  <a:lnTo>
                    <a:pt x="1437099" y="967520"/>
                  </a:lnTo>
                  <a:lnTo>
                    <a:pt x="1437940" y="966183"/>
                  </a:lnTo>
                  <a:lnTo>
                    <a:pt x="1438781" y="963574"/>
                  </a:lnTo>
                  <a:lnTo>
                    <a:pt x="1439623" y="959884"/>
                  </a:lnTo>
                  <a:lnTo>
                    <a:pt x="1440464" y="956559"/>
                  </a:lnTo>
                  <a:lnTo>
                    <a:pt x="1441305" y="953237"/>
                  </a:lnTo>
                  <a:lnTo>
                    <a:pt x="1442146" y="950051"/>
                  </a:lnTo>
                  <a:lnTo>
                    <a:pt x="1442987" y="946860"/>
                  </a:lnTo>
                  <a:lnTo>
                    <a:pt x="1443829" y="943936"/>
                  </a:lnTo>
                  <a:lnTo>
                    <a:pt x="1444670" y="939642"/>
                  </a:lnTo>
                  <a:lnTo>
                    <a:pt x="1445511" y="935487"/>
                  </a:lnTo>
                  <a:lnTo>
                    <a:pt x="1446352" y="931348"/>
                  </a:lnTo>
                  <a:lnTo>
                    <a:pt x="1447193" y="928538"/>
                  </a:lnTo>
                  <a:lnTo>
                    <a:pt x="1448035" y="926251"/>
                  </a:lnTo>
                  <a:lnTo>
                    <a:pt x="1448876" y="925192"/>
                  </a:lnTo>
                  <a:lnTo>
                    <a:pt x="1449717" y="925243"/>
                  </a:lnTo>
                  <a:lnTo>
                    <a:pt x="1450558" y="926901"/>
                  </a:lnTo>
                  <a:lnTo>
                    <a:pt x="1451399" y="929850"/>
                  </a:lnTo>
                  <a:lnTo>
                    <a:pt x="1452241" y="933445"/>
                  </a:lnTo>
                  <a:lnTo>
                    <a:pt x="1453082" y="937708"/>
                  </a:lnTo>
                  <a:lnTo>
                    <a:pt x="1453923" y="942914"/>
                  </a:lnTo>
                  <a:lnTo>
                    <a:pt x="1454764" y="948390"/>
                  </a:lnTo>
                  <a:lnTo>
                    <a:pt x="1455605" y="954162"/>
                  </a:lnTo>
                  <a:lnTo>
                    <a:pt x="1456447" y="959918"/>
                  </a:lnTo>
                  <a:lnTo>
                    <a:pt x="1457288" y="966566"/>
                  </a:lnTo>
                  <a:lnTo>
                    <a:pt x="1458129" y="973636"/>
                  </a:lnTo>
                  <a:lnTo>
                    <a:pt x="1458970" y="980554"/>
                  </a:lnTo>
                  <a:lnTo>
                    <a:pt x="1459811" y="988081"/>
                  </a:lnTo>
                  <a:lnTo>
                    <a:pt x="1460653" y="995788"/>
                  </a:lnTo>
                  <a:lnTo>
                    <a:pt x="1461494" y="1002555"/>
                  </a:lnTo>
                  <a:lnTo>
                    <a:pt x="1462335" y="1008763"/>
                  </a:lnTo>
                  <a:lnTo>
                    <a:pt x="1463176" y="1014277"/>
                  </a:lnTo>
                  <a:lnTo>
                    <a:pt x="1464017" y="1018824"/>
                  </a:lnTo>
                  <a:lnTo>
                    <a:pt x="1464859" y="1023831"/>
                  </a:lnTo>
                  <a:lnTo>
                    <a:pt x="1465700" y="1028826"/>
                  </a:lnTo>
                  <a:lnTo>
                    <a:pt x="1466541" y="1033844"/>
                  </a:lnTo>
                  <a:lnTo>
                    <a:pt x="1467382" y="1039186"/>
                  </a:lnTo>
                  <a:lnTo>
                    <a:pt x="1468223" y="1043805"/>
                  </a:lnTo>
                  <a:lnTo>
                    <a:pt x="1469065" y="1048788"/>
                  </a:lnTo>
                  <a:lnTo>
                    <a:pt x="1469906" y="1053580"/>
                  </a:lnTo>
                  <a:lnTo>
                    <a:pt x="1470747" y="1057413"/>
                  </a:lnTo>
                  <a:lnTo>
                    <a:pt x="1471588" y="1060923"/>
                  </a:lnTo>
                  <a:lnTo>
                    <a:pt x="1472429" y="1063754"/>
                  </a:lnTo>
                  <a:lnTo>
                    <a:pt x="1473271" y="1064994"/>
                  </a:lnTo>
                  <a:lnTo>
                    <a:pt x="1474112" y="1065330"/>
                  </a:lnTo>
                  <a:lnTo>
                    <a:pt x="1474953" y="1064588"/>
                  </a:lnTo>
                  <a:lnTo>
                    <a:pt x="1475794" y="1061948"/>
                  </a:lnTo>
                  <a:lnTo>
                    <a:pt x="1476635" y="1059130"/>
                  </a:lnTo>
                  <a:lnTo>
                    <a:pt x="1477477" y="1055760"/>
                  </a:lnTo>
                  <a:lnTo>
                    <a:pt x="1478318" y="1052262"/>
                  </a:lnTo>
                  <a:lnTo>
                    <a:pt x="1479159" y="1048231"/>
                  </a:lnTo>
                  <a:lnTo>
                    <a:pt x="1480000" y="1042962"/>
                  </a:lnTo>
                  <a:lnTo>
                    <a:pt x="1480841" y="1036170"/>
                  </a:lnTo>
                  <a:lnTo>
                    <a:pt x="1481683" y="1027823"/>
                  </a:lnTo>
                  <a:lnTo>
                    <a:pt x="1482524" y="1018432"/>
                  </a:lnTo>
                  <a:lnTo>
                    <a:pt x="1483365" y="1009273"/>
                  </a:lnTo>
                  <a:lnTo>
                    <a:pt x="1484206" y="998071"/>
                  </a:lnTo>
                  <a:lnTo>
                    <a:pt x="1485047" y="988249"/>
                  </a:lnTo>
                  <a:lnTo>
                    <a:pt x="1485889" y="977976"/>
                  </a:lnTo>
                  <a:lnTo>
                    <a:pt x="1486730" y="966498"/>
                  </a:lnTo>
                  <a:lnTo>
                    <a:pt x="1487571" y="955409"/>
                  </a:lnTo>
                  <a:lnTo>
                    <a:pt x="1488412" y="944719"/>
                  </a:lnTo>
                  <a:lnTo>
                    <a:pt x="1489253" y="934045"/>
                  </a:lnTo>
                  <a:lnTo>
                    <a:pt x="1490095" y="924288"/>
                  </a:lnTo>
                  <a:lnTo>
                    <a:pt x="1490936" y="915011"/>
                  </a:lnTo>
                  <a:lnTo>
                    <a:pt x="1491777" y="905760"/>
                  </a:lnTo>
                  <a:lnTo>
                    <a:pt x="1492618" y="896101"/>
                  </a:lnTo>
                  <a:lnTo>
                    <a:pt x="1493459" y="886424"/>
                  </a:lnTo>
                  <a:lnTo>
                    <a:pt x="1494301" y="876737"/>
                  </a:lnTo>
                  <a:lnTo>
                    <a:pt x="1495142" y="867477"/>
                  </a:lnTo>
                  <a:lnTo>
                    <a:pt x="1495983" y="858877"/>
                  </a:lnTo>
                  <a:lnTo>
                    <a:pt x="1496824" y="850756"/>
                  </a:lnTo>
                  <a:lnTo>
                    <a:pt x="1497665" y="842809"/>
                  </a:lnTo>
                  <a:lnTo>
                    <a:pt x="1498507" y="835407"/>
                  </a:lnTo>
                  <a:lnTo>
                    <a:pt x="1499348" y="829091"/>
                  </a:lnTo>
                  <a:lnTo>
                    <a:pt x="1500189" y="824279"/>
                  </a:lnTo>
                  <a:lnTo>
                    <a:pt x="1501030" y="821006"/>
                  </a:lnTo>
                  <a:lnTo>
                    <a:pt x="1501871" y="817267"/>
                  </a:lnTo>
                  <a:lnTo>
                    <a:pt x="1502713" y="813422"/>
                  </a:lnTo>
                  <a:lnTo>
                    <a:pt x="1503554" y="809836"/>
                  </a:lnTo>
                  <a:lnTo>
                    <a:pt x="1504395" y="806609"/>
                  </a:lnTo>
                  <a:lnTo>
                    <a:pt x="1505236" y="804942"/>
                  </a:lnTo>
                  <a:lnTo>
                    <a:pt x="1506077" y="805068"/>
                  </a:lnTo>
                  <a:lnTo>
                    <a:pt x="1506919" y="806469"/>
                  </a:lnTo>
                  <a:lnTo>
                    <a:pt x="1507760" y="808043"/>
                  </a:lnTo>
                  <a:lnTo>
                    <a:pt x="1508601" y="810786"/>
                  </a:lnTo>
                  <a:lnTo>
                    <a:pt x="1509442" y="813980"/>
                  </a:lnTo>
                  <a:lnTo>
                    <a:pt x="1510284" y="818249"/>
                  </a:lnTo>
                  <a:lnTo>
                    <a:pt x="1511125" y="823350"/>
                  </a:lnTo>
                  <a:lnTo>
                    <a:pt x="1511966" y="830759"/>
                  </a:lnTo>
                  <a:lnTo>
                    <a:pt x="1512807" y="837138"/>
                  </a:lnTo>
                  <a:lnTo>
                    <a:pt x="1513648" y="844334"/>
                  </a:lnTo>
                  <a:lnTo>
                    <a:pt x="1514490" y="853083"/>
                  </a:lnTo>
                  <a:lnTo>
                    <a:pt x="1515331" y="863616"/>
                  </a:lnTo>
                  <a:lnTo>
                    <a:pt x="1516172" y="876047"/>
                  </a:lnTo>
                  <a:lnTo>
                    <a:pt x="1517013" y="890447"/>
                  </a:lnTo>
                  <a:lnTo>
                    <a:pt x="1517854" y="906559"/>
                  </a:lnTo>
                  <a:lnTo>
                    <a:pt x="1518696" y="922604"/>
                  </a:lnTo>
                  <a:lnTo>
                    <a:pt x="1519537" y="938497"/>
                  </a:lnTo>
                  <a:lnTo>
                    <a:pt x="1520378" y="954682"/>
                  </a:lnTo>
                  <a:lnTo>
                    <a:pt x="1521219" y="969691"/>
                  </a:lnTo>
                  <a:lnTo>
                    <a:pt x="1522060" y="985255"/>
                  </a:lnTo>
                  <a:lnTo>
                    <a:pt x="1522902" y="1001178"/>
                  </a:lnTo>
                  <a:lnTo>
                    <a:pt x="1523743" y="1017422"/>
                  </a:lnTo>
                  <a:lnTo>
                    <a:pt x="1524584" y="1031695"/>
                  </a:lnTo>
                  <a:lnTo>
                    <a:pt x="1525425" y="1045809"/>
                  </a:lnTo>
                  <a:lnTo>
                    <a:pt x="1526266" y="1058101"/>
                  </a:lnTo>
                  <a:lnTo>
                    <a:pt x="1527108" y="1070221"/>
                  </a:lnTo>
                  <a:lnTo>
                    <a:pt x="1527949" y="1080263"/>
                  </a:lnTo>
                  <a:lnTo>
                    <a:pt x="1528790" y="1089916"/>
                  </a:lnTo>
                  <a:lnTo>
                    <a:pt x="1529631" y="1097852"/>
                  </a:lnTo>
                  <a:lnTo>
                    <a:pt x="1530472" y="1105400"/>
                  </a:lnTo>
                  <a:lnTo>
                    <a:pt x="1531314" y="1112737"/>
                  </a:lnTo>
                  <a:lnTo>
                    <a:pt x="1532155" y="1120160"/>
                  </a:lnTo>
                  <a:lnTo>
                    <a:pt x="1532996" y="1129013"/>
                  </a:lnTo>
                  <a:lnTo>
                    <a:pt x="1533837" y="1136649"/>
                  </a:lnTo>
                  <a:lnTo>
                    <a:pt x="1534678" y="1145280"/>
                  </a:lnTo>
                  <a:lnTo>
                    <a:pt x="1535520" y="1153435"/>
                  </a:lnTo>
                  <a:lnTo>
                    <a:pt x="1536361" y="1161415"/>
                  </a:lnTo>
                  <a:lnTo>
                    <a:pt x="1537202" y="1170034"/>
                  </a:lnTo>
                  <a:lnTo>
                    <a:pt x="1538043" y="1178723"/>
                  </a:lnTo>
                  <a:lnTo>
                    <a:pt x="1538884" y="1186503"/>
                  </a:lnTo>
                  <a:lnTo>
                    <a:pt x="1539726" y="1193739"/>
                  </a:lnTo>
                  <a:lnTo>
                    <a:pt x="1540567" y="1201313"/>
                  </a:lnTo>
                  <a:lnTo>
                    <a:pt x="1541408" y="1207922"/>
                  </a:lnTo>
                  <a:lnTo>
                    <a:pt x="1542249" y="1213417"/>
                  </a:lnTo>
                  <a:lnTo>
                    <a:pt x="1543090" y="1218335"/>
                  </a:lnTo>
                  <a:lnTo>
                    <a:pt x="1543932" y="1223359"/>
                  </a:lnTo>
                  <a:lnTo>
                    <a:pt x="1544773" y="1227568"/>
                  </a:lnTo>
                  <a:lnTo>
                    <a:pt x="1545614" y="1231738"/>
                  </a:lnTo>
                  <a:lnTo>
                    <a:pt x="1546455" y="1235994"/>
                  </a:lnTo>
                  <a:lnTo>
                    <a:pt x="1547296" y="1240492"/>
                  </a:lnTo>
                  <a:lnTo>
                    <a:pt x="1548138" y="1244082"/>
                  </a:lnTo>
                  <a:lnTo>
                    <a:pt x="1548979" y="1247321"/>
                  </a:lnTo>
                  <a:lnTo>
                    <a:pt x="1549820" y="1249633"/>
                  </a:lnTo>
                  <a:lnTo>
                    <a:pt x="1550661" y="1251186"/>
                  </a:lnTo>
                  <a:lnTo>
                    <a:pt x="1551502" y="1251537"/>
                  </a:lnTo>
                  <a:lnTo>
                    <a:pt x="1552344" y="1251434"/>
                  </a:lnTo>
                  <a:lnTo>
                    <a:pt x="1553185" y="1252030"/>
                  </a:lnTo>
                  <a:lnTo>
                    <a:pt x="1554026" y="1252581"/>
                  </a:lnTo>
                  <a:lnTo>
                    <a:pt x="1554867" y="1253780"/>
                  </a:lnTo>
                  <a:lnTo>
                    <a:pt x="1555708" y="1255302"/>
                  </a:lnTo>
                  <a:lnTo>
                    <a:pt x="1556550" y="1255927"/>
                  </a:lnTo>
                  <a:lnTo>
                    <a:pt x="1557391" y="1256315"/>
                  </a:lnTo>
                  <a:lnTo>
                    <a:pt x="1558232" y="1257946"/>
                  </a:lnTo>
                  <a:lnTo>
                    <a:pt x="1559073" y="1259032"/>
                  </a:lnTo>
                  <a:lnTo>
                    <a:pt x="1559914" y="1260508"/>
                  </a:lnTo>
                  <a:lnTo>
                    <a:pt x="1560756" y="1262621"/>
                  </a:lnTo>
                  <a:lnTo>
                    <a:pt x="1561597" y="1266388"/>
                  </a:lnTo>
                  <a:lnTo>
                    <a:pt x="1562438" y="1271043"/>
                  </a:lnTo>
                  <a:lnTo>
                    <a:pt x="1563279" y="1275581"/>
                  </a:lnTo>
                  <a:lnTo>
                    <a:pt x="1564120" y="1282226"/>
                  </a:lnTo>
                  <a:lnTo>
                    <a:pt x="1564962" y="1289529"/>
                  </a:lnTo>
                  <a:lnTo>
                    <a:pt x="1565803" y="1296264"/>
                  </a:lnTo>
                  <a:lnTo>
                    <a:pt x="1566644" y="1302915"/>
                  </a:lnTo>
                  <a:lnTo>
                    <a:pt x="1567485" y="1309569"/>
                  </a:lnTo>
                  <a:lnTo>
                    <a:pt x="1568326" y="1317805"/>
                  </a:lnTo>
                  <a:lnTo>
                    <a:pt x="1569168" y="1325422"/>
                  </a:lnTo>
                  <a:lnTo>
                    <a:pt x="1570009" y="1332811"/>
                  </a:lnTo>
                  <a:lnTo>
                    <a:pt x="1570850" y="1340251"/>
                  </a:lnTo>
                  <a:lnTo>
                    <a:pt x="1571691" y="1347322"/>
                  </a:lnTo>
                  <a:lnTo>
                    <a:pt x="1572532" y="1353908"/>
                  </a:lnTo>
                  <a:lnTo>
                    <a:pt x="1573374" y="1360576"/>
                  </a:lnTo>
                  <a:lnTo>
                    <a:pt x="1574215" y="1367806"/>
                  </a:lnTo>
                  <a:lnTo>
                    <a:pt x="1575056" y="1375756"/>
                  </a:lnTo>
                  <a:lnTo>
                    <a:pt x="1575897" y="1382727"/>
                  </a:lnTo>
                  <a:lnTo>
                    <a:pt x="1576738" y="1390738"/>
                  </a:lnTo>
                  <a:lnTo>
                    <a:pt x="1577580" y="1398205"/>
                  </a:lnTo>
                  <a:lnTo>
                    <a:pt x="1578421" y="1406172"/>
                  </a:lnTo>
                  <a:lnTo>
                    <a:pt x="1579262" y="1413378"/>
                  </a:lnTo>
                  <a:lnTo>
                    <a:pt x="1580103" y="1420877"/>
                  </a:lnTo>
                  <a:lnTo>
                    <a:pt x="1580945" y="1428639"/>
                  </a:lnTo>
                  <a:lnTo>
                    <a:pt x="1581786" y="1436733"/>
                  </a:lnTo>
                  <a:lnTo>
                    <a:pt x="1582627" y="1445000"/>
                  </a:lnTo>
                  <a:lnTo>
                    <a:pt x="1583468" y="1453908"/>
                  </a:lnTo>
                  <a:lnTo>
                    <a:pt x="1584309" y="1463003"/>
                  </a:lnTo>
                  <a:lnTo>
                    <a:pt x="1585151" y="1473721"/>
                  </a:lnTo>
                  <a:lnTo>
                    <a:pt x="1585992" y="1483401"/>
                  </a:lnTo>
                  <a:lnTo>
                    <a:pt x="1586833" y="1493012"/>
                  </a:lnTo>
                  <a:lnTo>
                    <a:pt x="1587674" y="1502164"/>
                  </a:lnTo>
                  <a:lnTo>
                    <a:pt x="1588515" y="1510332"/>
                  </a:lnTo>
                  <a:lnTo>
                    <a:pt x="1589357" y="1518843"/>
                  </a:lnTo>
                  <a:lnTo>
                    <a:pt x="1590198" y="1526958"/>
                  </a:lnTo>
                  <a:lnTo>
                    <a:pt x="1591039" y="1536275"/>
                  </a:lnTo>
                  <a:lnTo>
                    <a:pt x="1591880" y="1546891"/>
                  </a:lnTo>
                  <a:lnTo>
                    <a:pt x="1592721" y="1556087"/>
                  </a:lnTo>
                  <a:lnTo>
                    <a:pt x="1593563" y="1564602"/>
                  </a:lnTo>
                  <a:lnTo>
                    <a:pt x="1594404" y="1572356"/>
                  </a:lnTo>
                  <a:lnTo>
                    <a:pt x="1595245" y="1578742"/>
                  </a:lnTo>
                  <a:lnTo>
                    <a:pt x="1596086" y="1584573"/>
                  </a:lnTo>
                  <a:lnTo>
                    <a:pt x="1596927" y="1589688"/>
                  </a:lnTo>
                  <a:lnTo>
                    <a:pt x="1597769" y="1595489"/>
                  </a:lnTo>
                  <a:lnTo>
                    <a:pt x="1598610" y="1601310"/>
                  </a:lnTo>
                  <a:lnTo>
                    <a:pt x="1599451" y="1607082"/>
                  </a:lnTo>
                  <a:lnTo>
                    <a:pt x="1600292" y="1612129"/>
                  </a:lnTo>
                  <a:lnTo>
                    <a:pt x="1601133" y="1617569"/>
                  </a:lnTo>
                  <a:lnTo>
                    <a:pt x="1601975" y="1623148"/>
                  </a:lnTo>
                  <a:lnTo>
                    <a:pt x="1602816" y="1627950"/>
                  </a:lnTo>
                  <a:lnTo>
                    <a:pt x="1603657" y="1632587"/>
                  </a:lnTo>
                  <a:lnTo>
                    <a:pt x="1604498" y="1637437"/>
                  </a:lnTo>
                  <a:lnTo>
                    <a:pt x="1605339" y="1642527"/>
                  </a:lnTo>
                  <a:lnTo>
                    <a:pt x="1606181" y="1647822"/>
                  </a:lnTo>
                  <a:lnTo>
                    <a:pt x="1607022" y="1652942"/>
                  </a:lnTo>
                  <a:lnTo>
                    <a:pt x="1607863" y="1658543"/>
                  </a:lnTo>
                  <a:lnTo>
                    <a:pt x="1608704" y="1663909"/>
                  </a:lnTo>
                  <a:lnTo>
                    <a:pt x="1609545" y="1669190"/>
                  </a:lnTo>
                  <a:lnTo>
                    <a:pt x="1610387" y="1673789"/>
                  </a:lnTo>
                  <a:lnTo>
                    <a:pt x="1611228" y="1678446"/>
                  </a:lnTo>
                  <a:lnTo>
                    <a:pt x="1612069" y="1682958"/>
                  </a:lnTo>
                  <a:lnTo>
                    <a:pt x="1612910" y="1687422"/>
                  </a:lnTo>
                  <a:lnTo>
                    <a:pt x="1613751" y="1691323"/>
                  </a:lnTo>
                  <a:lnTo>
                    <a:pt x="1614593" y="1694503"/>
                  </a:lnTo>
                  <a:lnTo>
                    <a:pt x="1615434" y="1696097"/>
                  </a:lnTo>
                  <a:lnTo>
                    <a:pt x="1616275" y="1697739"/>
                  </a:lnTo>
                  <a:lnTo>
                    <a:pt x="1617116" y="1698673"/>
                  </a:lnTo>
                  <a:lnTo>
                    <a:pt x="1617957" y="1698065"/>
                  </a:lnTo>
                  <a:lnTo>
                    <a:pt x="1618799" y="1696293"/>
                  </a:lnTo>
                  <a:lnTo>
                    <a:pt x="1619640" y="1694175"/>
                  </a:lnTo>
                  <a:lnTo>
                    <a:pt x="1620481" y="1691200"/>
                  </a:lnTo>
                  <a:lnTo>
                    <a:pt x="1621322" y="1687809"/>
                  </a:lnTo>
                  <a:lnTo>
                    <a:pt x="1622163" y="1684142"/>
                  </a:lnTo>
                  <a:lnTo>
                    <a:pt x="1623005" y="1681284"/>
                  </a:lnTo>
                  <a:lnTo>
                    <a:pt x="1623846" y="1677774"/>
                  </a:lnTo>
                  <a:lnTo>
                    <a:pt x="1624687" y="1674612"/>
                  </a:lnTo>
                  <a:lnTo>
                    <a:pt x="1625528" y="1670806"/>
                  </a:lnTo>
                  <a:lnTo>
                    <a:pt x="1626369" y="1667090"/>
                  </a:lnTo>
                  <a:lnTo>
                    <a:pt x="1627211" y="1663425"/>
                  </a:lnTo>
                  <a:lnTo>
                    <a:pt x="1628052" y="1660069"/>
                  </a:lnTo>
                  <a:lnTo>
                    <a:pt x="1628893" y="1656561"/>
                  </a:lnTo>
                  <a:lnTo>
                    <a:pt x="1629734" y="1652840"/>
                  </a:lnTo>
                  <a:lnTo>
                    <a:pt x="1630575" y="1648981"/>
                  </a:lnTo>
                  <a:lnTo>
                    <a:pt x="1631417" y="1645511"/>
                  </a:lnTo>
                  <a:lnTo>
                    <a:pt x="1632258" y="1642290"/>
                  </a:lnTo>
                  <a:lnTo>
                    <a:pt x="1633099" y="1639167"/>
                  </a:lnTo>
                  <a:lnTo>
                    <a:pt x="1633940" y="1636268"/>
                  </a:lnTo>
                  <a:lnTo>
                    <a:pt x="1634781" y="1633090"/>
                  </a:lnTo>
                  <a:lnTo>
                    <a:pt x="1635623" y="1629448"/>
                  </a:lnTo>
                  <a:lnTo>
                    <a:pt x="1636464" y="1625912"/>
                  </a:lnTo>
                  <a:lnTo>
                    <a:pt x="1637305" y="1621033"/>
                  </a:lnTo>
                  <a:lnTo>
                    <a:pt x="1638146" y="1616083"/>
                  </a:lnTo>
                  <a:lnTo>
                    <a:pt x="1638987" y="1610243"/>
                  </a:lnTo>
                  <a:lnTo>
                    <a:pt x="1639829" y="1604219"/>
                  </a:lnTo>
                  <a:lnTo>
                    <a:pt x="1640670" y="1599185"/>
                  </a:lnTo>
                  <a:lnTo>
                    <a:pt x="1641511" y="1595290"/>
                  </a:lnTo>
                  <a:lnTo>
                    <a:pt x="1642352" y="1593154"/>
                  </a:lnTo>
                  <a:lnTo>
                    <a:pt x="1643193" y="1592465"/>
                  </a:lnTo>
                  <a:lnTo>
                    <a:pt x="1644035" y="1593662"/>
                  </a:lnTo>
                  <a:lnTo>
                    <a:pt x="1644876" y="1595385"/>
                  </a:lnTo>
                  <a:lnTo>
                    <a:pt x="1645717" y="1596891"/>
                  </a:lnTo>
                  <a:lnTo>
                    <a:pt x="1646558" y="1598424"/>
                  </a:lnTo>
                  <a:lnTo>
                    <a:pt x="1647399" y="1599439"/>
                  </a:lnTo>
                  <a:lnTo>
                    <a:pt x="1648241" y="1601074"/>
                  </a:lnTo>
                  <a:lnTo>
                    <a:pt x="1649082" y="1602993"/>
                  </a:lnTo>
                  <a:lnTo>
                    <a:pt x="1649923" y="1605876"/>
                  </a:lnTo>
                  <a:lnTo>
                    <a:pt x="1650764" y="1608701"/>
                  </a:lnTo>
                  <a:lnTo>
                    <a:pt x="1651606" y="1610885"/>
                  </a:lnTo>
                  <a:lnTo>
                    <a:pt x="1652447" y="1614679"/>
                  </a:lnTo>
                  <a:lnTo>
                    <a:pt x="1653288" y="1617127"/>
                  </a:lnTo>
                  <a:lnTo>
                    <a:pt x="1654129" y="1620132"/>
                  </a:lnTo>
                  <a:lnTo>
                    <a:pt x="1654970" y="1624568"/>
                  </a:lnTo>
                  <a:lnTo>
                    <a:pt x="1655812" y="1629733"/>
                  </a:lnTo>
                  <a:lnTo>
                    <a:pt x="1656653" y="1633881"/>
                  </a:lnTo>
                  <a:lnTo>
                    <a:pt x="1657494" y="1638821"/>
                  </a:lnTo>
                  <a:lnTo>
                    <a:pt x="1658335" y="1643433"/>
                  </a:lnTo>
                  <a:lnTo>
                    <a:pt x="1659176" y="1648107"/>
                  </a:lnTo>
                  <a:lnTo>
                    <a:pt x="1660018" y="1653289"/>
                  </a:lnTo>
                  <a:lnTo>
                    <a:pt x="1660859" y="1658622"/>
                  </a:lnTo>
                  <a:lnTo>
                    <a:pt x="1661700" y="1664469"/>
                  </a:lnTo>
                  <a:lnTo>
                    <a:pt x="1662541" y="1670145"/>
                  </a:lnTo>
                  <a:lnTo>
                    <a:pt x="1663382" y="1675456"/>
                  </a:lnTo>
                  <a:lnTo>
                    <a:pt x="1664224" y="1680794"/>
                  </a:lnTo>
                  <a:lnTo>
                    <a:pt x="1665065" y="1685757"/>
                  </a:lnTo>
                  <a:lnTo>
                    <a:pt x="1665906" y="1690425"/>
                  </a:lnTo>
                  <a:lnTo>
                    <a:pt x="1666747" y="1695295"/>
                  </a:lnTo>
                  <a:lnTo>
                    <a:pt x="1667588" y="1699201"/>
                  </a:lnTo>
                  <a:lnTo>
                    <a:pt x="1668430" y="1703472"/>
                  </a:lnTo>
                  <a:lnTo>
                    <a:pt x="1669271" y="1707131"/>
                  </a:lnTo>
                  <a:lnTo>
                    <a:pt x="1670112" y="1711681"/>
                  </a:lnTo>
                  <a:lnTo>
                    <a:pt x="1670953" y="1716800"/>
                  </a:lnTo>
                  <a:lnTo>
                    <a:pt x="1671794" y="1721230"/>
                  </a:lnTo>
                  <a:lnTo>
                    <a:pt x="1672636" y="1725396"/>
                  </a:lnTo>
                  <a:lnTo>
                    <a:pt x="1673477" y="1729163"/>
                  </a:lnTo>
                  <a:lnTo>
                    <a:pt x="1674318" y="1730931"/>
                  </a:lnTo>
                  <a:lnTo>
                    <a:pt x="1675159" y="1731040"/>
                  </a:lnTo>
                  <a:lnTo>
                    <a:pt x="1676000" y="1731286"/>
                  </a:lnTo>
                  <a:lnTo>
                    <a:pt x="1676842" y="1731361"/>
                  </a:lnTo>
                  <a:lnTo>
                    <a:pt x="1677683" y="1730942"/>
                  </a:lnTo>
                  <a:lnTo>
                    <a:pt x="1678524" y="1730618"/>
                  </a:lnTo>
                  <a:lnTo>
                    <a:pt x="1679365" y="1729300"/>
                  </a:lnTo>
                  <a:lnTo>
                    <a:pt x="1680206" y="1728419"/>
                  </a:lnTo>
                  <a:lnTo>
                    <a:pt x="1681048" y="1727379"/>
                  </a:lnTo>
                  <a:lnTo>
                    <a:pt x="1681889" y="1725057"/>
                  </a:lnTo>
                  <a:lnTo>
                    <a:pt x="1682730" y="1721370"/>
                  </a:lnTo>
                  <a:lnTo>
                    <a:pt x="1683571" y="1716465"/>
                  </a:lnTo>
                  <a:lnTo>
                    <a:pt x="1684412" y="1711166"/>
                  </a:lnTo>
                  <a:lnTo>
                    <a:pt x="1685254" y="1705723"/>
                  </a:lnTo>
                  <a:lnTo>
                    <a:pt x="1686095" y="1699540"/>
                  </a:lnTo>
                  <a:lnTo>
                    <a:pt x="1686936" y="1692360"/>
                  </a:lnTo>
                  <a:lnTo>
                    <a:pt x="1687777" y="1685122"/>
                  </a:lnTo>
                  <a:lnTo>
                    <a:pt x="1688618" y="1677646"/>
                  </a:lnTo>
                  <a:lnTo>
                    <a:pt x="1689460" y="1669844"/>
                  </a:lnTo>
                  <a:lnTo>
                    <a:pt x="1690301" y="1661113"/>
                  </a:lnTo>
                  <a:lnTo>
                    <a:pt x="1691142" y="1651373"/>
                  </a:lnTo>
                  <a:lnTo>
                    <a:pt x="1691983" y="1641407"/>
                  </a:lnTo>
                  <a:lnTo>
                    <a:pt x="1692824" y="1631687"/>
                  </a:lnTo>
                  <a:lnTo>
                    <a:pt x="1693666" y="1621632"/>
                  </a:lnTo>
                  <a:lnTo>
                    <a:pt x="1694507" y="1610894"/>
                  </a:lnTo>
                  <a:lnTo>
                    <a:pt x="1695348" y="1601413"/>
                  </a:lnTo>
                  <a:lnTo>
                    <a:pt x="1696189" y="1591765"/>
                  </a:lnTo>
                  <a:lnTo>
                    <a:pt x="1697030" y="1583099"/>
                  </a:lnTo>
                  <a:lnTo>
                    <a:pt x="1697872" y="1574702"/>
                  </a:lnTo>
                  <a:lnTo>
                    <a:pt x="1698713" y="1567067"/>
                  </a:lnTo>
                  <a:lnTo>
                    <a:pt x="1699554" y="1560427"/>
                  </a:lnTo>
                  <a:lnTo>
                    <a:pt x="1700395" y="1554656"/>
                  </a:lnTo>
                  <a:lnTo>
                    <a:pt x="1701236" y="1549913"/>
                  </a:lnTo>
                  <a:lnTo>
                    <a:pt x="1702078" y="1545852"/>
                  </a:lnTo>
                  <a:lnTo>
                    <a:pt x="1702919" y="1543050"/>
                  </a:lnTo>
                  <a:lnTo>
                    <a:pt x="1703760" y="1540687"/>
                  </a:lnTo>
                  <a:lnTo>
                    <a:pt x="1704601" y="1538654"/>
                  </a:lnTo>
                  <a:lnTo>
                    <a:pt x="1705442" y="1536035"/>
                  </a:lnTo>
                  <a:lnTo>
                    <a:pt x="1706284" y="1531929"/>
                  </a:lnTo>
                  <a:lnTo>
                    <a:pt x="1707125" y="1526898"/>
                  </a:lnTo>
                  <a:lnTo>
                    <a:pt x="1707966" y="1520750"/>
                  </a:lnTo>
                  <a:lnTo>
                    <a:pt x="1708807" y="1514185"/>
                  </a:lnTo>
                  <a:lnTo>
                    <a:pt x="1709648" y="1507716"/>
                  </a:lnTo>
                  <a:lnTo>
                    <a:pt x="1710490" y="1501775"/>
                  </a:lnTo>
                  <a:lnTo>
                    <a:pt x="1711331" y="1496166"/>
                  </a:lnTo>
                  <a:lnTo>
                    <a:pt x="1712172" y="1490791"/>
                  </a:lnTo>
                  <a:lnTo>
                    <a:pt x="1713013" y="1485231"/>
                  </a:lnTo>
                  <a:lnTo>
                    <a:pt x="1713854" y="1479419"/>
                  </a:lnTo>
                  <a:lnTo>
                    <a:pt x="1714696" y="1473519"/>
                  </a:lnTo>
                  <a:lnTo>
                    <a:pt x="1715537" y="1466971"/>
                  </a:lnTo>
                  <a:lnTo>
                    <a:pt x="1716378" y="1460568"/>
                  </a:lnTo>
                  <a:lnTo>
                    <a:pt x="1717219" y="1455905"/>
                  </a:lnTo>
                  <a:lnTo>
                    <a:pt x="1718060" y="1452306"/>
                  </a:lnTo>
                  <a:lnTo>
                    <a:pt x="1718902" y="1450040"/>
                  </a:lnTo>
                  <a:lnTo>
                    <a:pt x="1719743" y="1449044"/>
                  </a:lnTo>
                  <a:lnTo>
                    <a:pt x="1720584" y="1448280"/>
                  </a:lnTo>
                  <a:lnTo>
                    <a:pt x="1721425" y="1446680"/>
                  </a:lnTo>
                  <a:lnTo>
                    <a:pt x="1722267" y="1444059"/>
                  </a:lnTo>
                  <a:lnTo>
                    <a:pt x="1723108" y="1440247"/>
                  </a:lnTo>
                  <a:lnTo>
                    <a:pt x="1723949" y="1435777"/>
                  </a:lnTo>
                  <a:lnTo>
                    <a:pt x="1724790" y="1430710"/>
                  </a:lnTo>
                  <a:lnTo>
                    <a:pt x="1725631" y="1425926"/>
                  </a:lnTo>
                  <a:lnTo>
                    <a:pt x="1726473" y="1419600"/>
                  </a:lnTo>
                  <a:lnTo>
                    <a:pt x="1727314" y="1412167"/>
                  </a:lnTo>
                  <a:lnTo>
                    <a:pt x="1728155" y="1404025"/>
                  </a:lnTo>
                  <a:lnTo>
                    <a:pt x="1728996" y="1396079"/>
                  </a:lnTo>
                  <a:lnTo>
                    <a:pt x="1729837" y="1384462"/>
                  </a:lnTo>
                  <a:lnTo>
                    <a:pt x="1730679" y="1374679"/>
                  </a:lnTo>
                  <a:lnTo>
                    <a:pt x="1731520" y="1364081"/>
                  </a:lnTo>
                  <a:lnTo>
                    <a:pt x="1732361" y="1351820"/>
                  </a:lnTo>
                  <a:lnTo>
                    <a:pt x="1733202" y="1340366"/>
                  </a:lnTo>
                  <a:lnTo>
                    <a:pt x="1734043" y="1327952"/>
                  </a:lnTo>
                  <a:lnTo>
                    <a:pt x="1734885" y="1314406"/>
                  </a:lnTo>
                  <a:lnTo>
                    <a:pt x="1735726" y="1300499"/>
                  </a:lnTo>
                  <a:lnTo>
                    <a:pt x="1736567" y="1285687"/>
                  </a:lnTo>
                  <a:lnTo>
                    <a:pt x="1737408" y="1270940"/>
                  </a:lnTo>
                  <a:lnTo>
                    <a:pt x="1738249" y="1256301"/>
                  </a:lnTo>
                  <a:lnTo>
                    <a:pt x="1739091" y="1241039"/>
                  </a:lnTo>
                  <a:lnTo>
                    <a:pt x="1739932" y="1227387"/>
                  </a:lnTo>
                  <a:lnTo>
                    <a:pt x="1740773" y="1214269"/>
                  </a:lnTo>
                  <a:lnTo>
                    <a:pt x="1741614" y="1201501"/>
                  </a:lnTo>
                  <a:lnTo>
                    <a:pt x="1742455" y="1188030"/>
                  </a:lnTo>
                  <a:lnTo>
                    <a:pt x="1743297" y="1174544"/>
                  </a:lnTo>
                  <a:lnTo>
                    <a:pt x="1744138" y="1161592"/>
                  </a:lnTo>
                  <a:lnTo>
                    <a:pt x="1744979" y="1148660"/>
                  </a:lnTo>
                  <a:lnTo>
                    <a:pt x="1745820" y="1136433"/>
                  </a:lnTo>
                  <a:lnTo>
                    <a:pt x="1746661" y="1125602"/>
                  </a:lnTo>
                  <a:lnTo>
                    <a:pt x="1747503" y="1115720"/>
                  </a:lnTo>
                  <a:lnTo>
                    <a:pt x="1748344" y="1105627"/>
                  </a:lnTo>
                  <a:lnTo>
                    <a:pt x="1749185" y="1096302"/>
                  </a:lnTo>
                  <a:lnTo>
                    <a:pt x="1750026" y="1086356"/>
                  </a:lnTo>
                  <a:lnTo>
                    <a:pt x="1750867" y="1076353"/>
                  </a:lnTo>
                  <a:lnTo>
                    <a:pt x="1751709" y="1065670"/>
                  </a:lnTo>
                  <a:lnTo>
                    <a:pt x="1752550" y="1055519"/>
                  </a:lnTo>
                  <a:lnTo>
                    <a:pt x="1753391" y="1045306"/>
                  </a:lnTo>
                  <a:lnTo>
                    <a:pt x="1754232" y="1036009"/>
                  </a:lnTo>
                  <a:lnTo>
                    <a:pt x="1755073" y="1026548"/>
                  </a:lnTo>
                  <a:lnTo>
                    <a:pt x="1755915" y="1016860"/>
                  </a:lnTo>
                  <a:lnTo>
                    <a:pt x="1756756" y="1005763"/>
                  </a:lnTo>
                  <a:lnTo>
                    <a:pt x="1757597" y="994552"/>
                  </a:lnTo>
                  <a:lnTo>
                    <a:pt x="1758438" y="983508"/>
                  </a:lnTo>
                  <a:lnTo>
                    <a:pt x="1759279" y="971086"/>
                  </a:lnTo>
                  <a:lnTo>
                    <a:pt x="1760121" y="957413"/>
                  </a:lnTo>
                  <a:lnTo>
                    <a:pt x="1760962" y="943593"/>
                  </a:lnTo>
                  <a:lnTo>
                    <a:pt x="1761803" y="930056"/>
                  </a:lnTo>
                  <a:lnTo>
                    <a:pt x="1762644" y="919374"/>
                  </a:lnTo>
                  <a:lnTo>
                    <a:pt x="1763485" y="909749"/>
                  </a:lnTo>
                  <a:lnTo>
                    <a:pt x="1764327" y="901419"/>
                  </a:lnTo>
                  <a:lnTo>
                    <a:pt x="1765168" y="894160"/>
                  </a:lnTo>
                  <a:lnTo>
                    <a:pt x="1766009" y="885182"/>
                  </a:lnTo>
                  <a:lnTo>
                    <a:pt x="1766850" y="875869"/>
                  </a:lnTo>
                  <a:lnTo>
                    <a:pt x="1767691" y="866636"/>
                  </a:lnTo>
                  <a:lnTo>
                    <a:pt x="1768533" y="858457"/>
                  </a:lnTo>
                  <a:lnTo>
                    <a:pt x="1769374" y="850129"/>
                  </a:lnTo>
                  <a:lnTo>
                    <a:pt x="1770215" y="842419"/>
                  </a:lnTo>
                  <a:lnTo>
                    <a:pt x="1771056" y="835536"/>
                  </a:lnTo>
                  <a:lnTo>
                    <a:pt x="1771897" y="828441"/>
                  </a:lnTo>
                  <a:lnTo>
                    <a:pt x="1772739" y="821131"/>
                  </a:lnTo>
                  <a:lnTo>
                    <a:pt x="1773580" y="814269"/>
                  </a:lnTo>
                  <a:lnTo>
                    <a:pt x="1774421" y="807735"/>
                  </a:lnTo>
                  <a:lnTo>
                    <a:pt x="1775262" y="801176"/>
                  </a:lnTo>
                  <a:lnTo>
                    <a:pt x="1776103" y="794497"/>
                  </a:lnTo>
                  <a:lnTo>
                    <a:pt x="1776945" y="786983"/>
                  </a:lnTo>
                  <a:lnTo>
                    <a:pt x="1777786" y="778945"/>
                  </a:lnTo>
                  <a:lnTo>
                    <a:pt x="1778627" y="770838"/>
                  </a:lnTo>
                  <a:lnTo>
                    <a:pt x="1779468" y="762162"/>
                  </a:lnTo>
                  <a:lnTo>
                    <a:pt x="1780309" y="753109"/>
                  </a:lnTo>
                  <a:lnTo>
                    <a:pt x="1781151" y="743955"/>
                  </a:lnTo>
                  <a:lnTo>
                    <a:pt x="1781992" y="735834"/>
                  </a:lnTo>
                  <a:lnTo>
                    <a:pt x="1782833" y="728784"/>
                  </a:lnTo>
                  <a:lnTo>
                    <a:pt x="1783674" y="721942"/>
                  </a:lnTo>
                  <a:lnTo>
                    <a:pt x="1784515" y="714873"/>
                  </a:lnTo>
                  <a:lnTo>
                    <a:pt x="1785357" y="708536"/>
                  </a:lnTo>
                  <a:lnTo>
                    <a:pt x="1786198" y="703564"/>
                  </a:lnTo>
                  <a:lnTo>
                    <a:pt x="1787039" y="699203"/>
                  </a:lnTo>
                  <a:lnTo>
                    <a:pt x="1787880" y="695532"/>
                  </a:lnTo>
                  <a:lnTo>
                    <a:pt x="1788721" y="691420"/>
                  </a:lnTo>
                  <a:lnTo>
                    <a:pt x="1789563" y="688017"/>
                  </a:lnTo>
                  <a:lnTo>
                    <a:pt x="1790404" y="684899"/>
                  </a:lnTo>
                  <a:lnTo>
                    <a:pt x="1791245" y="681259"/>
                  </a:lnTo>
                  <a:lnTo>
                    <a:pt x="1792086" y="678182"/>
                  </a:lnTo>
                  <a:lnTo>
                    <a:pt x="1792927" y="674841"/>
                  </a:lnTo>
                  <a:lnTo>
                    <a:pt x="1793769" y="672012"/>
                  </a:lnTo>
                  <a:lnTo>
                    <a:pt x="1794610" y="668825"/>
                  </a:lnTo>
                  <a:lnTo>
                    <a:pt x="1795451" y="665677"/>
                  </a:lnTo>
                  <a:lnTo>
                    <a:pt x="1796292" y="662302"/>
                  </a:lnTo>
                  <a:lnTo>
                    <a:pt x="1797134" y="658807"/>
                  </a:lnTo>
                  <a:lnTo>
                    <a:pt x="1797975" y="655519"/>
                  </a:lnTo>
                  <a:lnTo>
                    <a:pt x="1798816" y="651686"/>
                  </a:lnTo>
                  <a:lnTo>
                    <a:pt x="1799657" y="645754"/>
                  </a:lnTo>
                  <a:lnTo>
                    <a:pt x="1800498" y="638207"/>
                  </a:lnTo>
                  <a:lnTo>
                    <a:pt x="1801340" y="631758"/>
                  </a:lnTo>
                  <a:lnTo>
                    <a:pt x="1802181" y="625757"/>
                  </a:lnTo>
                  <a:lnTo>
                    <a:pt x="1803022" y="619509"/>
                  </a:lnTo>
                  <a:lnTo>
                    <a:pt x="1803863" y="613836"/>
                  </a:lnTo>
                  <a:lnTo>
                    <a:pt x="1804704" y="609139"/>
                  </a:lnTo>
                  <a:lnTo>
                    <a:pt x="1805546" y="605585"/>
                  </a:lnTo>
                  <a:lnTo>
                    <a:pt x="1806387" y="603322"/>
                  </a:lnTo>
                  <a:lnTo>
                    <a:pt x="1807228" y="602071"/>
                  </a:lnTo>
                  <a:lnTo>
                    <a:pt x="1808069" y="601761"/>
                  </a:lnTo>
                  <a:lnTo>
                    <a:pt x="1808910" y="601048"/>
                  </a:lnTo>
                  <a:lnTo>
                    <a:pt x="1809752" y="600986"/>
                  </a:lnTo>
                  <a:lnTo>
                    <a:pt x="1810593" y="600938"/>
                  </a:lnTo>
                  <a:lnTo>
                    <a:pt x="1811434" y="601012"/>
                  </a:lnTo>
                  <a:lnTo>
                    <a:pt x="1812275" y="600673"/>
                  </a:lnTo>
                  <a:lnTo>
                    <a:pt x="1813116" y="600039"/>
                  </a:lnTo>
                  <a:lnTo>
                    <a:pt x="1813958" y="599087"/>
                  </a:lnTo>
                  <a:lnTo>
                    <a:pt x="1814799" y="598261"/>
                  </a:lnTo>
                  <a:lnTo>
                    <a:pt x="1815640" y="598043"/>
                  </a:lnTo>
                  <a:lnTo>
                    <a:pt x="1816481" y="597790"/>
                  </a:lnTo>
                  <a:lnTo>
                    <a:pt x="1817322" y="597942"/>
                  </a:lnTo>
                  <a:lnTo>
                    <a:pt x="1818164" y="597838"/>
                  </a:lnTo>
                  <a:lnTo>
                    <a:pt x="1819005" y="597915"/>
                  </a:lnTo>
                  <a:lnTo>
                    <a:pt x="1819846" y="597929"/>
                  </a:lnTo>
                  <a:lnTo>
                    <a:pt x="1820687" y="598036"/>
                  </a:lnTo>
                  <a:lnTo>
                    <a:pt x="1821528" y="597037"/>
                  </a:lnTo>
                  <a:lnTo>
                    <a:pt x="1822370" y="594556"/>
                  </a:lnTo>
                  <a:lnTo>
                    <a:pt x="1823211" y="590752"/>
                  </a:lnTo>
                  <a:lnTo>
                    <a:pt x="1824052" y="583978"/>
                  </a:lnTo>
                  <a:lnTo>
                    <a:pt x="1824893" y="576884"/>
                  </a:lnTo>
                  <a:lnTo>
                    <a:pt x="1825734" y="568631"/>
                  </a:lnTo>
                  <a:lnTo>
                    <a:pt x="1826576" y="559979"/>
                  </a:lnTo>
                  <a:lnTo>
                    <a:pt x="1827417" y="550690"/>
                  </a:lnTo>
                  <a:lnTo>
                    <a:pt x="1828258" y="539010"/>
                  </a:lnTo>
                  <a:lnTo>
                    <a:pt x="1829099" y="528220"/>
                  </a:lnTo>
                  <a:lnTo>
                    <a:pt x="1829940" y="517531"/>
                  </a:lnTo>
                  <a:lnTo>
                    <a:pt x="1830782" y="508050"/>
                  </a:lnTo>
                  <a:lnTo>
                    <a:pt x="1831623" y="499000"/>
                  </a:lnTo>
                  <a:lnTo>
                    <a:pt x="1832464" y="490342"/>
                  </a:lnTo>
                  <a:lnTo>
                    <a:pt x="1833305" y="481668"/>
                  </a:lnTo>
                  <a:lnTo>
                    <a:pt x="1834146" y="473691"/>
                  </a:lnTo>
                  <a:lnTo>
                    <a:pt x="1834988" y="466368"/>
                  </a:lnTo>
                  <a:lnTo>
                    <a:pt x="1835829" y="460365"/>
                  </a:lnTo>
                  <a:lnTo>
                    <a:pt x="1836670" y="455202"/>
                  </a:lnTo>
                  <a:lnTo>
                    <a:pt x="1837511" y="451015"/>
                  </a:lnTo>
                  <a:lnTo>
                    <a:pt x="1838352" y="447893"/>
                  </a:lnTo>
                  <a:lnTo>
                    <a:pt x="1839194" y="445191"/>
                  </a:lnTo>
                  <a:lnTo>
                    <a:pt x="1840035" y="443518"/>
                  </a:lnTo>
                  <a:lnTo>
                    <a:pt x="1840876" y="442492"/>
                  </a:lnTo>
                  <a:lnTo>
                    <a:pt x="1841717" y="441322"/>
                  </a:lnTo>
                  <a:lnTo>
                    <a:pt x="1842558" y="441135"/>
                  </a:lnTo>
                  <a:lnTo>
                    <a:pt x="1843400" y="441511"/>
                  </a:lnTo>
                  <a:lnTo>
                    <a:pt x="1844241" y="441984"/>
                  </a:lnTo>
                  <a:lnTo>
                    <a:pt x="1845082" y="442917"/>
                  </a:lnTo>
                  <a:lnTo>
                    <a:pt x="1845923" y="444416"/>
                  </a:lnTo>
                  <a:lnTo>
                    <a:pt x="1846764" y="445274"/>
                  </a:lnTo>
                  <a:lnTo>
                    <a:pt x="1847606" y="446945"/>
                  </a:lnTo>
                  <a:lnTo>
                    <a:pt x="1848447" y="447621"/>
                  </a:lnTo>
                  <a:lnTo>
                    <a:pt x="1849288" y="449033"/>
                  </a:lnTo>
                  <a:lnTo>
                    <a:pt x="1850129" y="450975"/>
                  </a:lnTo>
                  <a:lnTo>
                    <a:pt x="1850970" y="453780"/>
                  </a:lnTo>
                  <a:lnTo>
                    <a:pt x="1851812" y="457033"/>
                  </a:lnTo>
                  <a:lnTo>
                    <a:pt x="1852653" y="460211"/>
                  </a:lnTo>
                  <a:lnTo>
                    <a:pt x="1853494" y="463129"/>
                  </a:lnTo>
                  <a:lnTo>
                    <a:pt x="1854335" y="465848"/>
                  </a:lnTo>
                  <a:lnTo>
                    <a:pt x="1855176" y="469046"/>
                  </a:lnTo>
                  <a:lnTo>
                    <a:pt x="1856018" y="471800"/>
                  </a:lnTo>
                  <a:lnTo>
                    <a:pt x="1856859" y="473926"/>
                  </a:lnTo>
                  <a:lnTo>
                    <a:pt x="1857700" y="475721"/>
                  </a:lnTo>
                  <a:lnTo>
                    <a:pt x="1858541" y="477881"/>
                  </a:lnTo>
                  <a:lnTo>
                    <a:pt x="1859382" y="480805"/>
                  </a:lnTo>
                  <a:lnTo>
                    <a:pt x="1860224" y="483559"/>
                  </a:lnTo>
                  <a:lnTo>
                    <a:pt x="1861065" y="486667"/>
                  </a:lnTo>
                  <a:lnTo>
                    <a:pt x="1861906" y="489931"/>
                  </a:lnTo>
                  <a:lnTo>
                    <a:pt x="1862747" y="493853"/>
                  </a:lnTo>
                  <a:lnTo>
                    <a:pt x="1863588" y="496356"/>
                  </a:lnTo>
                  <a:lnTo>
                    <a:pt x="1864430" y="499594"/>
                  </a:lnTo>
                  <a:lnTo>
                    <a:pt x="1865271" y="502491"/>
                  </a:lnTo>
                  <a:lnTo>
                    <a:pt x="1866112" y="505405"/>
                  </a:lnTo>
                  <a:lnTo>
                    <a:pt x="1866953" y="507955"/>
                  </a:lnTo>
                  <a:lnTo>
                    <a:pt x="1867795" y="510035"/>
                  </a:lnTo>
                  <a:lnTo>
                    <a:pt x="1868636" y="511897"/>
                  </a:lnTo>
                  <a:lnTo>
                    <a:pt x="1869477" y="513426"/>
                  </a:lnTo>
                  <a:lnTo>
                    <a:pt x="1870318" y="515094"/>
                  </a:lnTo>
                  <a:lnTo>
                    <a:pt x="1871159" y="515596"/>
                  </a:lnTo>
                  <a:lnTo>
                    <a:pt x="1872001" y="516413"/>
                  </a:lnTo>
                  <a:lnTo>
                    <a:pt x="1872842" y="517490"/>
                  </a:lnTo>
                  <a:lnTo>
                    <a:pt x="1873683" y="518979"/>
                  </a:lnTo>
                  <a:lnTo>
                    <a:pt x="1874524" y="522168"/>
                  </a:lnTo>
                  <a:lnTo>
                    <a:pt x="1875365" y="526239"/>
                  </a:lnTo>
                  <a:lnTo>
                    <a:pt x="1876207" y="531160"/>
                  </a:lnTo>
                  <a:lnTo>
                    <a:pt x="1877048" y="536341"/>
                  </a:lnTo>
                  <a:lnTo>
                    <a:pt x="1877889" y="541432"/>
                  </a:lnTo>
                  <a:lnTo>
                    <a:pt x="1878730" y="546442"/>
                  </a:lnTo>
                  <a:lnTo>
                    <a:pt x="1879571" y="551509"/>
                  </a:lnTo>
                  <a:lnTo>
                    <a:pt x="1880413" y="556989"/>
                  </a:lnTo>
                  <a:lnTo>
                    <a:pt x="1881254" y="563213"/>
                  </a:lnTo>
                  <a:lnTo>
                    <a:pt x="1882095" y="569923"/>
                  </a:lnTo>
                  <a:lnTo>
                    <a:pt x="1882936" y="576390"/>
                  </a:lnTo>
                  <a:lnTo>
                    <a:pt x="1883777" y="583019"/>
                  </a:lnTo>
                  <a:lnTo>
                    <a:pt x="1884619" y="589802"/>
                  </a:lnTo>
                  <a:lnTo>
                    <a:pt x="1885460" y="595347"/>
                  </a:lnTo>
                  <a:lnTo>
                    <a:pt x="1886301" y="600922"/>
                  </a:lnTo>
                  <a:lnTo>
                    <a:pt x="1887142" y="605883"/>
                  </a:lnTo>
                  <a:lnTo>
                    <a:pt x="1887983" y="609922"/>
                  </a:lnTo>
                  <a:lnTo>
                    <a:pt x="1888825" y="613673"/>
                  </a:lnTo>
                  <a:lnTo>
                    <a:pt x="1889666" y="617726"/>
                  </a:lnTo>
                  <a:lnTo>
                    <a:pt x="1890507" y="622702"/>
                  </a:lnTo>
                  <a:lnTo>
                    <a:pt x="1891348" y="628569"/>
                  </a:lnTo>
                  <a:lnTo>
                    <a:pt x="1892189" y="635039"/>
                  </a:lnTo>
                  <a:lnTo>
                    <a:pt x="1893031" y="642316"/>
                  </a:lnTo>
                  <a:lnTo>
                    <a:pt x="1893872" y="649932"/>
                  </a:lnTo>
                  <a:lnTo>
                    <a:pt x="1894713" y="658518"/>
                  </a:lnTo>
                  <a:lnTo>
                    <a:pt x="1895554" y="668713"/>
                  </a:lnTo>
                  <a:lnTo>
                    <a:pt x="1896395" y="680132"/>
                  </a:lnTo>
                  <a:lnTo>
                    <a:pt x="1897237" y="691059"/>
                  </a:lnTo>
                  <a:lnTo>
                    <a:pt x="1898078" y="704562"/>
                  </a:lnTo>
                  <a:lnTo>
                    <a:pt x="1898919" y="715407"/>
                  </a:lnTo>
                  <a:lnTo>
                    <a:pt x="1899760" y="725724"/>
                  </a:lnTo>
                  <a:lnTo>
                    <a:pt x="1900601" y="737488"/>
                  </a:lnTo>
                  <a:lnTo>
                    <a:pt x="1901443" y="748147"/>
                  </a:lnTo>
                  <a:lnTo>
                    <a:pt x="1902284" y="759424"/>
                  </a:lnTo>
                  <a:lnTo>
                    <a:pt x="1903125" y="770385"/>
                  </a:lnTo>
                  <a:lnTo>
                    <a:pt x="1903966" y="781665"/>
                  </a:lnTo>
                  <a:lnTo>
                    <a:pt x="1904807" y="792775"/>
                  </a:lnTo>
                  <a:lnTo>
                    <a:pt x="1905649" y="803740"/>
                  </a:lnTo>
                  <a:lnTo>
                    <a:pt x="1906490" y="813937"/>
                  </a:lnTo>
                  <a:lnTo>
                    <a:pt x="1907331" y="824877"/>
                  </a:lnTo>
                  <a:lnTo>
                    <a:pt x="1908172" y="834944"/>
                  </a:lnTo>
                  <a:lnTo>
                    <a:pt x="1909013" y="844219"/>
                  </a:lnTo>
                  <a:lnTo>
                    <a:pt x="1909855" y="852879"/>
                  </a:lnTo>
                  <a:lnTo>
                    <a:pt x="1910696" y="862295"/>
                  </a:lnTo>
                  <a:lnTo>
                    <a:pt x="1911537" y="871317"/>
                  </a:lnTo>
                  <a:lnTo>
                    <a:pt x="1912378" y="879883"/>
                  </a:lnTo>
                  <a:lnTo>
                    <a:pt x="1913219" y="887027"/>
                  </a:lnTo>
                  <a:lnTo>
                    <a:pt x="1914061" y="894047"/>
                  </a:lnTo>
                  <a:lnTo>
                    <a:pt x="1914902" y="899648"/>
                  </a:lnTo>
                  <a:lnTo>
                    <a:pt x="1915743" y="904709"/>
                  </a:lnTo>
                  <a:lnTo>
                    <a:pt x="1916584" y="910535"/>
                  </a:lnTo>
                  <a:lnTo>
                    <a:pt x="1917425" y="915994"/>
                  </a:lnTo>
                  <a:lnTo>
                    <a:pt x="1918267" y="921772"/>
                  </a:lnTo>
                  <a:lnTo>
                    <a:pt x="1919108" y="927026"/>
                  </a:lnTo>
                  <a:lnTo>
                    <a:pt x="1919949" y="932694"/>
                  </a:lnTo>
                  <a:lnTo>
                    <a:pt x="1920790" y="936037"/>
                  </a:lnTo>
                  <a:lnTo>
                    <a:pt x="1921631" y="937047"/>
                  </a:lnTo>
                  <a:lnTo>
                    <a:pt x="1922473" y="935224"/>
                  </a:lnTo>
                  <a:lnTo>
                    <a:pt x="1923314" y="934105"/>
                  </a:lnTo>
                  <a:lnTo>
                    <a:pt x="1924155" y="934371"/>
                  </a:lnTo>
                  <a:lnTo>
                    <a:pt x="1924996" y="937594"/>
                  </a:lnTo>
                  <a:lnTo>
                    <a:pt x="1925837" y="941967"/>
                  </a:lnTo>
                  <a:lnTo>
                    <a:pt x="1926679" y="947848"/>
                  </a:lnTo>
                  <a:lnTo>
                    <a:pt x="1927520" y="954451"/>
                  </a:lnTo>
                  <a:lnTo>
                    <a:pt x="1928361" y="963446"/>
                  </a:lnTo>
                  <a:lnTo>
                    <a:pt x="1929202" y="972333"/>
                  </a:lnTo>
                  <a:lnTo>
                    <a:pt x="1930043" y="982396"/>
                  </a:lnTo>
                  <a:lnTo>
                    <a:pt x="1930885" y="990175"/>
                  </a:lnTo>
                  <a:lnTo>
                    <a:pt x="1931726" y="998299"/>
                  </a:lnTo>
                  <a:lnTo>
                    <a:pt x="1932567" y="1005780"/>
                  </a:lnTo>
                  <a:lnTo>
                    <a:pt x="1933408" y="1013048"/>
                  </a:lnTo>
                  <a:lnTo>
                    <a:pt x="1934249" y="1021222"/>
                  </a:lnTo>
                  <a:lnTo>
                    <a:pt x="1935091" y="1029724"/>
                  </a:lnTo>
                  <a:lnTo>
                    <a:pt x="1935932" y="1037578"/>
                  </a:lnTo>
                  <a:lnTo>
                    <a:pt x="1936773" y="1044435"/>
                  </a:lnTo>
                  <a:lnTo>
                    <a:pt x="1937614" y="1050925"/>
                  </a:lnTo>
                  <a:lnTo>
                    <a:pt x="1938456" y="1056367"/>
                  </a:lnTo>
                  <a:lnTo>
                    <a:pt x="1939297" y="1061386"/>
                  </a:lnTo>
                  <a:lnTo>
                    <a:pt x="1940138" y="1067331"/>
                  </a:lnTo>
                  <a:lnTo>
                    <a:pt x="1940979" y="1073924"/>
                  </a:lnTo>
                  <a:lnTo>
                    <a:pt x="1941820" y="1080343"/>
                  </a:lnTo>
                  <a:lnTo>
                    <a:pt x="1942662" y="1086642"/>
                  </a:lnTo>
                  <a:lnTo>
                    <a:pt x="1943503" y="1091977"/>
                  </a:lnTo>
                  <a:lnTo>
                    <a:pt x="1944344" y="1097021"/>
                  </a:lnTo>
                  <a:lnTo>
                    <a:pt x="1945185" y="1101735"/>
                  </a:lnTo>
                  <a:lnTo>
                    <a:pt x="1946026" y="1106204"/>
                  </a:lnTo>
                  <a:lnTo>
                    <a:pt x="1946868" y="1110309"/>
                  </a:lnTo>
                  <a:lnTo>
                    <a:pt x="1947709" y="1114323"/>
                  </a:lnTo>
                  <a:lnTo>
                    <a:pt x="1948550" y="1118876"/>
                  </a:lnTo>
                  <a:lnTo>
                    <a:pt x="1949391" y="1123732"/>
                  </a:lnTo>
                  <a:lnTo>
                    <a:pt x="1950232" y="1128361"/>
                  </a:lnTo>
                  <a:lnTo>
                    <a:pt x="1951074" y="1133165"/>
                  </a:lnTo>
                  <a:lnTo>
                    <a:pt x="1951915" y="1138175"/>
                  </a:lnTo>
                  <a:lnTo>
                    <a:pt x="1952756" y="1142984"/>
                  </a:lnTo>
                  <a:lnTo>
                    <a:pt x="1953597" y="1145634"/>
                  </a:lnTo>
                  <a:lnTo>
                    <a:pt x="1954438" y="1145212"/>
                  </a:lnTo>
                  <a:lnTo>
                    <a:pt x="1955280" y="1144418"/>
                  </a:lnTo>
                  <a:lnTo>
                    <a:pt x="1956121" y="1145019"/>
                  </a:lnTo>
                  <a:lnTo>
                    <a:pt x="1956962" y="1147045"/>
                  </a:lnTo>
                  <a:lnTo>
                    <a:pt x="1957803" y="1148427"/>
                  </a:lnTo>
                  <a:lnTo>
                    <a:pt x="1958644" y="1150186"/>
                  </a:lnTo>
                  <a:lnTo>
                    <a:pt x="1959486" y="1152592"/>
                  </a:lnTo>
                  <a:lnTo>
                    <a:pt x="1960327" y="1154161"/>
                  </a:lnTo>
                  <a:lnTo>
                    <a:pt x="1961168" y="1154988"/>
                  </a:lnTo>
                  <a:lnTo>
                    <a:pt x="1962009" y="1155083"/>
                  </a:lnTo>
                  <a:lnTo>
                    <a:pt x="1962850" y="1155162"/>
                  </a:lnTo>
                  <a:lnTo>
                    <a:pt x="1963692" y="1154411"/>
                  </a:lnTo>
                  <a:lnTo>
                    <a:pt x="1964533" y="1153258"/>
                  </a:lnTo>
                  <a:lnTo>
                    <a:pt x="1965374" y="1152173"/>
                  </a:lnTo>
                  <a:lnTo>
                    <a:pt x="1966215" y="1151536"/>
                  </a:lnTo>
                  <a:lnTo>
                    <a:pt x="1967056" y="1151400"/>
                  </a:lnTo>
                  <a:lnTo>
                    <a:pt x="1967898" y="1153200"/>
                  </a:lnTo>
                  <a:lnTo>
                    <a:pt x="1968739" y="1154973"/>
                  </a:lnTo>
                  <a:lnTo>
                    <a:pt x="1969580" y="1154335"/>
                  </a:lnTo>
                  <a:lnTo>
                    <a:pt x="1970421" y="1152873"/>
                  </a:lnTo>
                  <a:lnTo>
                    <a:pt x="1971262" y="1150848"/>
                  </a:lnTo>
                  <a:lnTo>
                    <a:pt x="1972104" y="1149099"/>
                  </a:lnTo>
                  <a:lnTo>
                    <a:pt x="1972945" y="1146292"/>
                  </a:lnTo>
                  <a:lnTo>
                    <a:pt x="1973786" y="1143405"/>
                  </a:lnTo>
                  <a:lnTo>
                    <a:pt x="1974627" y="1139403"/>
                  </a:lnTo>
                  <a:lnTo>
                    <a:pt x="1975468" y="1134387"/>
                  </a:lnTo>
                  <a:lnTo>
                    <a:pt x="1976310" y="1129073"/>
                  </a:lnTo>
                  <a:lnTo>
                    <a:pt x="1977151" y="1123607"/>
                  </a:lnTo>
                  <a:lnTo>
                    <a:pt x="1977992" y="1117383"/>
                  </a:lnTo>
                  <a:lnTo>
                    <a:pt x="1978833" y="1110743"/>
                  </a:lnTo>
                  <a:lnTo>
                    <a:pt x="1979674" y="1104382"/>
                  </a:lnTo>
                  <a:lnTo>
                    <a:pt x="1980516" y="1098280"/>
                  </a:lnTo>
                  <a:lnTo>
                    <a:pt x="1981357" y="1092856"/>
                  </a:lnTo>
                  <a:lnTo>
                    <a:pt x="1982198" y="1088514"/>
                  </a:lnTo>
                  <a:lnTo>
                    <a:pt x="1983039" y="1084328"/>
                  </a:lnTo>
                  <a:lnTo>
                    <a:pt x="1983880" y="1081118"/>
                  </a:lnTo>
                  <a:lnTo>
                    <a:pt x="1984722" y="1078202"/>
                  </a:lnTo>
                  <a:lnTo>
                    <a:pt x="1985563" y="1075594"/>
                  </a:lnTo>
                  <a:lnTo>
                    <a:pt x="1986404" y="1073539"/>
                  </a:lnTo>
                  <a:lnTo>
                    <a:pt x="1987245" y="1072532"/>
                  </a:lnTo>
                  <a:lnTo>
                    <a:pt x="1988086" y="1072445"/>
                  </a:lnTo>
                  <a:lnTo>
                    <a:pt x="1988928" y="1073310"/>
                  </a:lnTo>
                  <a:lnTo>
                    <a:pt x="1989769" y="1074461"/>
                  </a:lnTo>
                  <a:lnTo>
                    <a:pt x="1990610" y="1077664"/>
                  </a:lnTo>
                  <a:lnTo>
                    <a:pt x="1991451" y="1081913"/>
                  </a:lnTo>
                  <a:lnTo>
                    <a:pt x="1992292" y="1087892"/>
                  </a:lnTo>
                  <a:lnTo>
                    <a:pt x="1993134" y="1094608"/>
                  </a:lnTo>
                  <a:lnTo>
                    <a:pt x="1993975" y="1101942"/>
                  </a:lnTo>
                  <a:lnTo>
                    <a:pt x="1994816" y="1109410"/>
                  </a:lnTo>
                  <a:lnTo>
                    <a:pt x="1995657" y="1117134"/>
                  </a:lnTo>
                  <a:lnTo>
                    <a:pt x="1996498" y="1126464"/>
                  </a:lnTo>
                  <a:lnTo>
                    <a:pt x="1997340" y="1135251"/>
                  </a:lnTo>
                  <a:lnTo>
                    <a:pt x="1998181" y="1143861"/>
                  </a:lnTo>
                  <a:lnTo>
                    <a:pt x="1999022" y="1151411"/>
                  </a:lnTo>
                  <a:lnTo>
                    <a:pt x="1999863" y="1158567"/>
                  </a:lnTo>
                  <a:lnTo>
                    <a:pt x="2000704" y="1164870"/>
                  </a:lnTo>
                  <a:lnTo>
                    <a:pt x="2001546" y="1170275"/>
                  </a:lnTo>
                  <a:lnTo>
                    <a:pt x="2002387" y="1175298"/>
                  </a:lnTo>
                  <a:lnTo>
                    <a:pt x="2003228" y="1179301"/>
                  </a:lnTo>
                  <a:lnTo>
                    <a:pt x="2004069" y="1182447"/>
                  </a:lnTo>
                  <a:lnTo>
                    <a:pt x="2004910" y="1185956"/>
                  </a:lnTo>
                  <a:lnTo>
                    <a:pt x="2005752" y="1188677"/>
                  </a:lnTo>
                  <a:lnTo>
                    <a:pt x="2006593" y="1189889"/>
                  </a:lnTo>
                  <a:lnTo>
                    <a:pt x="2007434" y="1190579"/>
                  </a:lnTo>
                  <a:lnTo>
                    <a:pt x="2008275" y="1190480"/>
                  </a:lnTo>
                  <a:lnTo>
                    <a:pt x="2009117" y="1189517"/>
                  </a:lnTo>
                  <a:lnTo>
                    <a:pt x="2009958" y="1188122"/>
                  </a:lnTo>
                  <a:lnTo>
                    <a:pt x="2010799" y="1187600"/>
                  </a:lnTo>
                  <a:lnTo>
                    <a:pt x="2011640" y="1187538"/>
                  </a:lnTo>
                  <a:lnTo>
                    <a:pt x="2012481" y="1186767"/>
                  </a:lnTo>
                  <a:lnTo>
                    <a:pt x="2013323" y="1184989"/>
                  </a:lnTo>
                  <a:lnTo>
                    <a:pt x="2014164" y="1182976"/>
                  </a:lnTo>
                  <a:lnTo>
                    <a:pt x="2015005" y="1179948"/>
                  </a:lnTo>
                  <a:lnTo>
                    <a:pt x="2015846" y="1176541"/>
                  </a:lnTo>
                  <a:lnTo>
                    <a:pt x="2016687" y="1173081"/>
                  </a:lnTo>
                  <a:lnTo>
                    <a:pt x="2017529" y="1168781"/>
                  </a:lnTo>
                  <a:lnTo>
                    <a:pt x="2018370" y="1164126"/>
                  </a:lnTo>
                  <a:lnTo>
                    <a:pt x="2019211" y="1158664"/>
                  </a:lnTo>
                  <a:lnTo>
                    <a:pt x="2020052" y="1153120"/>
                  </a:lnTo>
                  <a:lnTo>
                    <a:pt x="2020893" y="1147211"/>
                  </a:lnTo>
                  <a:lnTo>
                    <a:pt x="2021735" y="1141626"/>
                  </a:lnTo>
                  <a:lnTo>
                    <a:pt x="2022576" y="1135274"/>
                  </a:lnTo>
                  <a:lnTo>
                    <a:pt x="2023417" y="1128526"/>
                  </a:lnTo>
                  <a:lnTo>
                    <a:pt x="2024258" y="1121361"/>
                  </a:lnTo>
                  <a:lnTo>
                    <a:pt x="2025099" y="1115358"/>
                  </a:lnTo>
                  <a:lnTo>
                    <a:pt x="2025941" y="1110728"/>
                  </a:lnTo>
                  <a:lnTo>
                    <a:pt x="2026782" y="1106792"/>
                  </a:lnTo>
                  <a:lnTo>
                    <a:pt x="2027623" y="1103706"/>
                  </a:lnTo>
                  <a:lnTo>
                    <a:pt x="2028464" y="1101480"/>
                  </a:lnTo>
                  <a:lnTo>
                    <a:pt x="2029305" y="1097171"/>
                  </a:lnTo>
                  <a:lnTo>
                    <a:pt x="2030147" y="1093889"/>
                  </a:lnTo>
                  <a:lnTo>
                    <a:pt x="2030988" y="1091652"/>
                  </a:lnTo>
                  <a:lnTo>
                    <a:pt x="2031829" y="1090313"/>
                  </a:lnTo>
                  <a:lnTo>
                    <a:pt x="2032670" y="1089288"/>
                  </a:lnTo>
                  <a:lnTo>
                    <a:pt x="2033511" y="1088646"/>
                  </a:lnTo>
                  <a:lnTo>
                    <a:pt x="2034353" y="1088287"/>
                  </a:lnTo>
                  <a:lnTo>
                    <a:pt x="2035194" y="1087568"/>
                  </a:lnTo>
                  <a:lnTo>
                    <a:pt x="2036035" y="1087885"/>
                  </a:lnTo>
                  <a:lnTo>
                    <a:pt x="2036876" y="1087917"/>
                  </a:lnTo>
                  <a:lnTo>
                    <a:pt x="2037717" y="1086970"/>
                  </a:lnTo>
                  <a:lnTo>
                    <a:pt x="2038559" y="1085009"/>
                  </a:lnTo>
                  <a:lnTo>
                    <a:pt x="2039400" y="1082870"/>
                  </a:lnTo>
                  <a:lnTo>
                    <a:pt x="2040241" y="1080333"/>
                  </a:lnTo>
                  <a:lnTo>
                    <a:pt x="2041082" y="1077705"/>
                  </a:lnTo>
                  <a:lnTo>
                    <a:pt x="2041923" y="1075949"/>
                  </a:lnTo>
                  <a:lnTo>
                    <a:pt x="2042765" y="1073689"/>
                  </a:lnTo>
                  <a:lnTo>
                    <a:pt x="2043606" y="1070806"/>
                  </a:lnTo>
                  <a:lnTo>
                    <a:pt x="2044447" y="1067285"/>
                  </a:lnTo>
                  <a:lnTo>
                    <a:pt x="2045288" y="1063383"/>
                  </a:lnTo>
                  <a:lnTo>
                    <a:pt x="2046129" y="1058979"/>
                  </a:lnTo>
                  <a:lnTo>
                    <a:pt x="2046971" y="1053276"/>
                  </a:lnTo>
                  <a:lnTo>
                    <a:pt x="2047812" y="1047703"/>
                  </a:lnTo>
                  <a:lnTo>
                    <a:pt x="2048653" y="1041928"/>
                  </a:lnTo>
                  <a:lnTo>
                    <a:pt x="2049494" y="1035809"/>
                  </a:lnTo>
                  <a:lnTo>
                    <a:pt x="2050335" y="1029871"/>
                  </a:lnTo>
                  <a:lnTo>
                    <a:pt x="2051177" y="1024128"/>
                  </a:lnTo>
                  <a:lnTo>
                    <a:pt x="2052018" y="1018358"/>
                  </a:lnTo>
                  <a:lnTo>
                    <a:pt x="2052859" y="1012565"/>
                  </a:lnTo>
                  <a:lnTo>
                    <a:pt x="2053700" y="1006740"/>
                  </a:lnTo>
                  <a:lnTo>
                    <a:pt x="2054541" y="1000793"/>
                  </a:lnTo>
                  <a:lnTo>
                    <a:pt x="2055383" y="994862"/>
                  </a:lnTo>
                  <a:lnTo>
                    <a:pt x="2056224" y="989311"/>
                  </a:lnTo>
                  <a:lnTo>
                    <a:pt x="2057065" y="984607"/>
                  </a:lnTo>
                  <a:lnTo>
                    <a:pt x="2057906" y="980325"/>
                  </a:lnTo>
                  <a:lnTo>
                    <a:pt x="2058747" y="976420"/>
                  </a:lnTo>
                  <a:lnTo>
                    <a:pt x="2059589" y="973026"/>
                  </a:lnTo>
                  <a:lnTo>
                    <a:pt x="2060430" y="969317"/>
                  </a:lnTo>
                  <a:lnTo>
                    <a:pt x="2061271" y="964292"/>
                  </a:lnTo>
                  <a:lnTo>
                    <a:pt x="2062112" y="956129"/>
                  </a:lnTo>
                  <a:lnTo>
                    <a:pt x="2062953" y="946750"/>
                  </a:lnTo>
                  <a:lnTo>
                    <a:pt x="2063795" y="934576"/>
                  </a:lnTo>
                  <a:lnTo>
                    <a:pt x="2064636" y="922921"/>
                  </a:lnTo>
                  <a:lnTo>
                    <a:pt x="2065477" y="911039"/>
                  </a:lnTo>
                  <a:lnTo>
                    <a:pt x="2066318" y="898461"/>
                  </a:lnTo>
                  <a:lnTo>
                    <a:pt x="2067159" y="885324"/>
                  </a:lnTo>
                  <a:lnTo>
                    <a:pt x="2068001" y="875768"/>
                  </a:lnTo>
                  <a:lnTo>
                    <a:pt x="2068842" y="865776"/>
                  </a:lnTo>
                  <a:lnTo>
                    <a:pt x="2069683" y="855297"/>
                  </a:lnTo>
                  <a:lnTo>
                    <a:pt x="2070524" y="845185"/>
                  </a:lnTo>
                  <a:lnTo>
                    <a:pt x="2071365" y="837132"/>
                  </a:lnTo>
                  <a:lnTo>
                    <a:pt x="2072207" y="829438"/>
                  </a:lnTo>
                  <a:lnTo>
                    <a:pt x="2073048" y="824100"/>
                  </a:lnTo>
                  <a:lnTo>
                    <a:pt x="2073889" y="820646"/>
                  </a:lnTo>
                  <a:lnTo>
                    <a:pt x="2074730" y="819697"/>
                  </a:lnTo>
                  <a:lnTo>
                    <a:pt x="2075571" y="819325"/>
                  </a:lnTo>
                  <a:lnTo>
                    <a:pt x="2076413" y="819161"/>
                  </a:lnTo>
                  <a:lnTo>
                    <a:pt x="2077254" y="820029"/>
                  </a:lnTo>
                  <a:lnTo>
                    <a:pt x="2078095" y="821190"/>
                  </a:lnTo>
                  <a:lnTo>
                    <a:pt x="2078936" y="823474"/>
                  </a:lnTo>
                  <a:lnTo>
                    <a:pt x="2079778" y="826577"/>
                  </a:lnTo>
                  <a:lnTo>
                    <a:pt x="2080619" y="829167"/>
                  </a:lnTo>
                  <a:lnTo>
                    <a:pt x="2081460" y="832525"/>
                  </a:lnTo>
                  <a:lnTo>
                    <a:pt x="2082301" y="836235"/>
                  </a:lnTo>
                  <a:lnTo>
                    <a:pt x="2083142" y="839705"/>
                  </a:lnTo>
                  <a:lnTo>
                    <a:pt x="2083984" y="841686"/>
                  </a:lnTo>
                  <a:lnTo>
                    <a:pt x="2084825" y="843106"/>
                  </a:lnTo>
                  <a:lnTo>
                    <a:pt x="2085666" y="844203"/>
                  </a:lnTo>
                  <a:lnTo>
                    <a:pt x="2086507" y="845924"/>
                  </a:lnTo>
                  <a:lnTo>
                    <a:pt x="2087348" y="848572"/>
                  </a:lnTo>
                  <a:lnTo>
                    <a:pt x="2088190" y="851204"/>
                  </a:lnTo>
                  <a:lnTo>
                    <a:pt x="2089031" y="855391"/>
                  </a:lnTo>
                  <a:lnTo>
                    <a:pt x="2089872" y="861056"/>
                  </a:lnTo>
                  <a:lnTo>
                    <a:pt x="2090713" y="869312"/>
                  </a:lnTo>
                  <a:lnTo>
                    <a:pt x="2091554" y="877058"/>
                  </a:lnTo>
                  <a:lnTo>
                    <a:pt x="2092396" y="884934"/>
                  </a:lnTo>
                  <a:lnTo>
                    <a:pt x="2093237" y="893149"/>
                  </a:lnTo>
                  <a:lnTo>
                    <a:pt x="2094078" y="901211"/>
                  </a:lnTo>
                  <a:lnTo>
                    <a:pt x="2094919" y="908175"/>
                  </a:lnTo>
                  <a:lnTo>
                    <a:pt x="2095760" y="916303"/>
                  </a:lnTo>
                  <a:lnTo>
                    <a:pt x="2096602" y="923966"/>
                  </a:lnTo>
                  <a:lnTo>
                    <a:pt x="2097443" y="932044"/>
                  </a:lnTo>
                  <a:lnTo>
                    <a:pt x="2098284" y="938954"/>
                  </a:lnTo>
                  <a:lnTo>
                    <a:pt x="2099125" y="944840"/>
                  </a:lnTo>
                  <a:lnTo>
                    <a:pt x="2099966" y="949755"/>
                  </a:lnTo>
                  <a:lnTo>
                    <a:pt x="2100808" y="954057"/>
                  </a:lnTo>
                  <a:lnTo>
                    <a:pt x="2101649" y="957688"/>
                  </a:lnTo>
                  <a:lnTo>
                    <a:pt x="2102490" y="961227"/>
                  </a:lnTo>
                  <a:lnTo>
                    <a:pt x="2103331" y="964734"/>
                  </a:lnTo>
                  <a:lnTo>
                    <a:pt x="2104172" y="967775"/>
                  </a:lnTo>
                  <a:lnTo>
                    <a:pt x="2105014" y="970478"/>
                  </a:lnTo>
                  <a:lnTo>
                    <a:pt x="2105855" y="972680"/>
                  </a:lnTo>
                  <a:lnTo>
                    <a:pt x="2106696" y="974968"/>
                  </a:lnTo>
                  <a:lnTo>
                    <a:pt x="2107537" y="976762"/>
                  </a:lnTo>
                  <a:lnTo>
                    <a:pt x="2108378" y="977833"/>
                  </a:lnTo>
                  <a:lnTo>
                    <a:pt x="2109220" y="978302"/>
                  </a:lnTo>
                  <a:lnTo>
                    <a:pt x="2110061" y="978400"/>
                  </a:lnTo>
                  <a:lnTo>
                    <a:pt x="2110902" y="978335"/>
                  </a:lnTo>
                  <a:lnTo>
                    <a:pt x="2111743" y="979524"/>
                  </a:lnTo>
                  <a:lnTo>
                    <a:pt x="2112584" y="981465"/>
                  </a:lnTo>
                  <a:lnTo>
                    <a:pt x="2113426" y="984475"/>
                  </a:lnTo>
                  <a:lnTo>
                    <a:pt x="2114267" y="988029"/>
                  </a:lnTo>
                  <a:lnTo>
                    <a:pt x="2115108" y="991679"/>
                  </a:lnTo>
                  <a:lnTo>
                    <a:pt x="2115949" y="995218"/>
                  </a:lnTo>
                  <a:lnTo>
                    <a:pt x="2116790" y="999100"/>
                  </a:lnTo>
                  <a:lnTo>
                    <a:pt x="2117632" y="1002858"/>
                  </a:lnTo>
                  <a:lnTo>
                    <a:pt x="2118473" y="1005783"/>
                  </a:lnTo>
                  <a:lnTo>
                    <a:pt x="2119314" y="1007365"/>
                  </a:lnTo>
                  <a:lnTo>
                    <a:pt x="2120155" y="1008633"/>
                  </a:lnTo>
                  <a:lnTo>
                    <a:pt x="2120996" y="1009134"/>
                  </a:lnTo>
                  <a:lnTo>
                    <a:pt x="2121838" y="1010612"/>
                  </a:lnTo>
                  <a:lnTo>
                    <a:pt x="2122679" y="1013701"/>
                  </a:lnTo>
                  <a:lnTo>
                    <a:pt x="2123520" y="1016363"/>
                  </a:lnTo>
                  <a:lnTo>
                    <a:pt x="2124361" y="1017017"/>
                  </a:lnTo>
                  <a:lnTo>
                    <a:pt x="2125202" y="1016870"/>
                  </a:lnTo>
                  <a:lnTo>
                    <a:pt x="2126044" y="1016580"/>
                  </a:lnTo>
                  <a:lnTo>
                    <a:pt x="2126885" y="1015675"/>
                  </a:lnTo>
                  <a:lnTo>
                    <a:pt x="2127726" y="1013827"/>
                  </a:lnTo>
                  <a:lnTo>
                    <a:pt x="2128567" y="1013168"/>
                  </a:lnTo>
                  <a:lnTo>
                    <a:pt x="2129408" y="1012903"/>
                  </a:lnTo>
                  <a:lnTo>
                    <a:pt x="2130250" y="1013885"/>
                  </a:lnTo>
                  <a:lnTo>
                    <a:pt x="2131091" y="1015986"/>
                  </a:lnTo>
                  <a:lnTo>
                    <a:pt x="2131932" y="1019959"/>
                  </a:lnTo>
                  <a:lnTo>
                    <a:pt x="2132773" y="1024593"/>
                  </a:lnTo>
                  <a:lnTo>
                    <a:pt x="2133614" y="1029931"/>
                  </a:lnTo>
                  <a:lnTo>
                    <a:pt x="2134456" y="1034599"/>
                  </a:lnTo>
                  <a:lnTo>
                    <a:pt x="2135297" y="1039725"/>
                  </a:lnTo>
                  <a:lnTo>
                    <a:pt x="2136138" y="1044696"/>
                  </a:lnTo>
                  <a:lnTo>
                    <a:pt x="2136979" y="1051032"/>
                  </a:lnTo>
                  <a:lnTo>
                    <a:pt x="2137820" y="1058196"/>
                  </a:lnTo>
                  <a:lnTo>
                    <a:pt x="2138662" y="1066524"/>
                  </a:lnTo>
                  <a:lnTo>
                    <a:pt x="2139503" y="1075485"/>
                  </a:lnTo>
                  <a:lnTo>
                    <a:pt x="2140344" y="1083881"/>
                  </a:lnTo>
                  <a:lnTo>
                    <a:pt x="2141185" y="1091732"/>
                  </a:lnTo>
                  <a:lnTo>
                    <a:pt x="2142026" y="1099368"/>
                  </a:lnTo>
                  <a:lnTo>
                    <a:pt x="2142868" y="1106180"/>
                  </a:lnTo>
                  <a:lnTo>
                    <a:pt x="2143709" y="1113869"/>
                  </a:lnTo>
                  <a:lnTo>
                    <a:pt x="2144550" y="1120705"/>
                  </a:lnTo>
                  <a:lnTo>
                    <a:pt x="2145391" y="1127123"/>
                  </a:lnTo>
                  <a:lnTo>
                    <a:pt x="2146232" y="1133280"/>
                  </a:lnTo>
                  <a:lnTo>
                    <a:pt x="2147074" y="1139007"/>
                  </a:lnTo>
                  <a:lnTo>
                    <a:pt x="2147915" y="1144110"/>
                  </a:lnTo>
                  <a:lnTo>
                    <a:pt x="2148756" y="1148020"/>
                  </a:lnTo>
                  <a:lnTo>
                    <a:pt x="2149597" y="1150609"/>
                  </a:lnTo>
                  <a:lnTo>
                    <a:pt x="2150439" y="1152200"/>
                  </a:lnTo>
                  <a:lnTo>
                    <a:pt x="2151280" y="1153536"/>
                  </a:lnTo>
                  <a:lnTo>
                    <a:pt x="2152121" y="1152733"/>
                  </a:lnTo>
                  <a:lnTo>
                    <a:pt x="2152962" y="1153075"/>
                  </a:lnTo>
                  <a:lnTo>
                    <a:pt x="2153803" y="1153146"/>
                  </a:lnTo>
                  <a:lnTo>
                    <a:pt x="2154645" y="1153232"/>
                  </a:lnTo>
                  <a:lnTo>
                    <a:pt x="2155486" y="1152182"/>
                  </a:lnTo>
                  <a:lnTo>
                    <a:pt x="2156327" y="1149092"/>
                  </a:lnTo>
                  <a:lnTo>
                    <a:pt x="2157168" y="1146485"/>
                  </a:lnTo>
                  <a:lnTo>
                    <a:pt x="2158009" y="1144507"/>
                  </a:lnTo>
                  <a:lnTo>
                    <a:pt x="2158851" y="1142424"/>
                  </a:lnTo>
                  <a:lnTo>
                    <a:pt x="2159692" y="1140287"/>
                  </a:lnTo>
                  <a:lnTo>
                    <a:pt x="2160533" y="1137674"/>
                  </a:lnTo>
                  <a:lnTo>
                    <a:pt x="2161374" y="1134444"/>
                  </a:lnTo>
                  <a:lnTo>
                    <a:pt x="2162215" y="1131370"/>
                  </a:lnTo>
                  <a:lnTo>
                    <a:pt x="2163057" y="1128490"/>
                  </a:lnTo>
                  <a:lnTo>
                    <a:pt x="2163898" y="1125710"/>
                  </a:lnTo>
                  <a:lnTo>
                    <a:pt x="2164739" y="1123044"/>
                  </a:lnTo>
                  <a:lnTo>
                    <a:pt x="2165580" y="1120405"/>
                  </a:lnTo>
                  <a:lnTo>
                    <a:pt x="2166421" y="1117594"/>
                  </a:lnTo>
                  <a:lnTo>
                    <a:pt x="2167263" y="1113903"/>
                  </a:lnTo>
                  <a:lnTo>
                    <a:pt x="2168104" y="1110552"/>
                  </a:lnTo>
                  <a:lnTo>
                    <a:pt x="2168945" y="1107775"/>
                  </a:lnTo>
                  <a:lnTo>
                    <a:pt x="2169786" y="1105124"/>
                  </a:lnTo>
                  <a:lnTo>
                    <a:pt x="2170627" y="1102234"/>
                  </a:lnTo>
                  <a:lnTo>
                    <a:pt x="2171469" y="1098358"/>
                  </a:lnTo>
                  <a:lnTo>
                    <a:pt x="2172310" y="1095004"/>
                  </a:lnTo>
                  <a:lnTo>
                    <a:pt x="2173151" y="1090740"/>
                  </a:lnTo>
                  <a:lnTo>
                    <a:pt x="2173992" y="1086849"/>
                  </a:lnTo>
                  <a:lnTo>
                    <a:pt x="2174833" y="1083453"/>
                  </a:lnTo>
                  <a:lnTo>
                    <a:pt x="2175675" y="1079960"/>
                  </a:lnTo>
                  <a:lnTo>
                    <a:pt x="2176516" y="1076148"/>
                  </a:lnTo>
                  <a:lnTo>
                    <a:pt x="2177357" y="1072396"/>
                  </a:lnTo>
                  <a:lnTo>
                    <a:pt x="2178198" y="1069187"/>
                  </a:lnTo>
                  <a:lnTo>
                    <a:pt x="2179039" y="1065943"/>
                  </a:lnTo>
                  <a:lnTo>
                    <a:pt x="2179881" y="1063082"/>
                  </a:lnTo>
                  <a:lnTo>
                    <a:pt x="2180722" y="1059713"/>
                  </a:lnTo>
                  <a:lnTo>
                    <a:pt x="2181563" y="1057893"/>
                  </a:lnTo>
                  <a:lnTo>
                    <a:pt x="2182404" y="1055858"/>
                  </a:lnTo>
                  <a:lnTo>
                    <a:pt x="2183245" y="1053770"/>
                  </a:lnTo>
                  <a:lnTo>
                    <a:pt x="2184087" y="1049990"/>
                  </a:lnTo>
                  <a:lnTo>
                    <a:pt x="2184928" y="1044992"/>
                  </a:lnTo>
                  <a:lnTo>
                    <a:pt x="2185769" y="1038964"/>
                  </a:lnTo>
                  <a:lnTo>
                    <a:pt x="2186610" y="1033473"/>
                  </a:lnTo>
                  <a:lnTo>
                    <a:pt x="2187451" y="1027345"/>
                  </a:lnTo>
                  <a:lnTo>
                    <a:pt x="2188293" y="1021108"/>
                  </a:lnTo>
                  <a:lnTo>
                    <a:pt x="2189134" y="1016198"/>
                  </a:lnTo>
                  <a:lnTo>
                    <a:pt x="2189975" y="1011214"/>
                  </a:lnTo>
                  <a:lnTo>
                    <a:pt x="2190816" y="1006567"/>
                  </a:lnTo>
                  <a:lnTo>
                    <a:pt x="2191657" y="1001297"/>
                  </a:lnTo>
                  <a:lnTo>
                    <a:pt x="2192499" y="995659"/>
                  </a:lnTo>
                  <a:lnTo>
                    <a:pt x="2193340" y="988457"/>
                  </a:lnTo>
                  <a:lnTo>
                    <a:pt x="2194181" y="980113"/>
                  </a:lnTo>
                  <a:lnTo>
                    <a:pt x="2195022" y="972114"/>
                  </a:lnTo>
                  <a:lnTo>
                    <a:pt x="2195863" y="964049"/>
                  </a:lnTo>
                  <a:lnTo>
                    <a:pt x="2196705" y="957752"/>
                  </a:lnTo>
                  <a:lnTo>
                    <a:pt x="2197546" y="953640"/>
                  </a:lnTo>
                  <a:lnTo>
                    <a:pt x="2198387" y="948791"/>
                  </a:lnTo>
                  <a:lnTo>
                    <a:pt x="2199228" y="943873"/>
                  </a:lnTo>
                  <a:lnTo>
                    <a:pt x="2200069" y="940200"/>
                  </a:lnTo>
                  <a:lnTo>
                    <a:pt x="2200911" y="937436"/>
                  </a:lnTo>
                  <a:lnTo>
                    <a:pt x="2201752" y="935165"/>
                  </a:lnTo>
                  <a:lnTo>
                    <a:pt x="2202593" y="933844"/>
                  </a:lnTo>
                  <a:lnTo>
                    <a:pt x="2203434" y="934303"/>
                  </a:lnTo>
                  <a:lnTo>
                    <a:pt x="2204275" y="934046"/>
                  </a:lnTo>
                  <a:lnTo>
                    <a:pt x="2205117" y="933297"/>
                  </a:lnTo>
                  <a:lnTo>
                    <a:pt x="2205958" y="933555"/>
                  </a:lnTo>
                  <a:lnTo>
                    <a:pt x="2206799" y="933592"/>
                  </a:lnTo>
                  <a:lnTo>
                    <a:pt x="2207640" y="933246"/>
                  </a:lnTo>
                  <a:lnTo>
                    <a:pt x="2208481" y="931932"/>
                  </a:lnTo>
                  <a:lnTo>
                    <a:pt x="2209323" y="930847"/>
                  </a:lnTo>
                  <a:lnTo>
                    <a:pt x="2210164" y="928531"/>
                  </a:lnTo>
                  <a:lnTo>
                    <a:pt x="2211005" y="926360"/>
                  </a:lnTo>
                  <a:lnTo>
                    <a:pt x="2211846" y="924774"/>
                  </a:lnTo>
                  <a:lnTo>
                    <a:pt x="2212687" y="923700"/>
                  </a:lnTo>
                  <a:lnTo>
                    <a:pt x="2213529" y="922918"/>
                  </a:lnTo>
                  <a:lnTo>
                    <a:pt x="2214370" y="922054"/>
                  </a:lnTo>
                  <a:lnTo>
                    <a:pt x="2215211" y="921811"/>
                  </a:lnTo>
                  <a:lnTo>
                    <a:pt x="2216052" y="920582"/>
                  </a:lnTo>
                  <a:lnTo>
                    <a:pt x="2216893" y="918182"/>
                  </a:lnTo>
                  <a:lnTo>
                    <a:pt x="2217735" y="915153"/>
                  </a:lnTo>
                  <a:lnTo>
                    <a:pt x="2218576" y="911351"/>
                  </a:lnTo>
                  <a:lnTo>
                    <a:pt x="2219417" y="908118"/>
                  </a:lnTo>
                  <a:lnTo>
                    <a:pt x="2220258" y="904740"/>
                  </a:lnTo>
                  <a:lnTo>
                    <a:pt x="2221100" y="901847"/>
                  </a:lnTo>
                  <a:lnTo>
                    <a:pt x="2221941" y="899587"/>
                  </a:lnTo>
                  <a:lnTo>
                    <a:pt x="2222782" y="897154"/>
                  </a:lnTo>
                  <a:lnTo>
                    <a:pt x="2223623" y="895117"/>
                  </a:lnTo>
                  <a:lnTo>
                    <a:pt x="2224464" y="893733"/>
                  </a:lnTo>
                  <a:lnTo>
                    <a:pt x="2225306" y="891102"/>
                  </a:lnTo>
                  <a:lnTo>
                    <a:pt x="2226147" y="888687"/>
                  </a:lnTo>
                  <a:lnTo>
                    <a:pt x="2226988" y="885421"/>
                  </a:lnTo>
                  <a:lnTo>
                    <a:pt x="2227829" y="882068"/>
                  </a:lnTo>
                  <a:lnTo>
                    <a:pt x="2228670" y="878751"/>
                  </a:lnTo>
                  <a:lnTo>
                    <a:pt x="2229512" y="877259"/>
                  </a:lnTo>
                  <a:lnTo>
                    <a:pt x="2230353" y="880460"/>
                  </a:lnTo>
                  <a:lnTo>
                    <a:pt x="2231194" y="885312"/>
                  </a:lnTo>
                  <a:lnTo>
                    <a:pt x="2232035" y="893433"/>
                  </a:lnTo>
                  <a:lnTo>
                    <a:pt x="2232876" y="900673"/>
                  </a:lnTo>
                  <a:lnTo>
                    <a:pt x="2233718" y="908795"/>
                  </a:lnTo>
                  <a:lnTo>
                    <a:pt x="2234559" y="918876"/>
                  </a:lnTo>
                  <a:lnTo>
                    <a:pt x="2235400" y="930817"/>
                  </a:lnTo>
                  <a:lnTo>
                    <a:pt x="2236241" y="940943"/>
                  </a:lnTo>
                  <a:lnTo>
                    <a:pt x="2237082" y="951238"/>
                  </a:lnTo>
                  <a:lnTo>
                    <a:pt x="2237924" y="963011"/>
                  </a:lnTo>
                  <a:lnTo>
                    <a:pt x="2238765" y="974489"/>
                  </a:lnTo>
                  <a:lnTo>
                    <a:pt x="2239606" y="984630"/>
                  </a:lnTo>
                  <a:lnTo>
                    <a:pt x="2240447" y="994103"/>
                  </a:lnTo>
                  <a:lnTo>
                    <a:pt x="2241288" y="1002058"/>
                  </a:lnTo>
                  <a:lnTo>
                    <a:pt x="2242130" y="1008502"/>
                  </a:lnTo>
                  <a:lnTo>
                    <a:pt x="2242971" y="1013434"/>
                  </a:lnTo>
                  <a:lnTo>
                    <a:pt x="2243812" y="1017419"/>
                  </a:lnTo>
                  <a:lnTo>
                    <a:pt x="2244653" y="1020166"/>
                  </a:lnTo>
                  <a:lnTo>
                    <a:pt x="2245494" y="1022748"/>
                  </a:lnTo>
                  <a:lnTo>
                    <a:pt x="2246336" y="1025214"/>
                  </a:lnTo>
                  <a:lnTo>
                    <a:pt x="2247177" y="1026894"/>
                  </a:lnTo>
                  <a:lnTo>
                    <a:pt x="2248018" y="1028547"/>
                  </a:lnTo>
                  <a:lnTo>
                    <a:pt x="2248859" y="1030230"/>
                  </a:lnTo>
                  <a:lnTo>
                    <a:pt x="2249700" y="1031857"/>
                  </a:lnTo>
                  <a:lnTo>
                    <a:pt x="2250542" y="1033366"/>
                  </a:lnTo>
                  <a:lnTo>
                    <a:pt x="2251383" y="1034885"/>
                  </a:lnTo>
                  <a:lnTo>
                    <a:pt x="2252224" y="1037253"/>
                  </a:lnTo>
                  <a:lnTo>
                    <a:pt x="2253065" y="1039624"/>
                  </a:lnTo>
                  <a:lnTo>
                    <a:pt x="2253906" y="1042124"/>
                  </a:lnTo>
                  <a:lnTo>
                    <a:pt x="2254748" y="1044312"/>
                  </a:lnTo>
                  <a:lnTo>
                    <a:pt x="2255589" y="1046446"/>
                  </a:lnTo>
                  <a:lnTo>
                    <a:pt x="2256430" y="1049252"/>
                  </a:lnTo>
                  <a:lnTo>
                    <a:pt x="2257271" y="1052581"/>
                  </a:lnTo>
                  <a:lnTo>
                    <a:pt x="2258112" y="1056029"/>
                  </a:lnTo>
                  <a:lnTo>
                    <a:pt x="2258954" y="1058705"/>
                  </a:lnTo>
                  <a:lnTo>
                    <a:pt x="2259795" y="1060426"/>
                  </a:lnTo>
                  <a:lnTo>
                    <a:pt x="2260636" y="1060592"/>
                  </a:lnTo>
                  <a:lnTo>
                    <a:pt x="2261477" y="1059273"/>
                  </a:lnTo>
                  <a:lnTo>
                    <a:pt x="2262318" y="1055964"/>
                  </a:lnTo>
                  <a:lnTo>
                    <a:pt x="2263160" y="1051969"/>
                  </a:lnTo>
                  <a:lnTo>
                    <a:pt x="2264001" y="1048374"/>
                  </a:lnTo>
                  <a:lnTo>
                    <a:pt x="2264842" y="1045255"/>
                  </a:lnTo>
                  <a:lnTo>
                    <a:pt x="2265683" y="1042683"/>
                  </a:lnTo>
                  <a:lnTo>
                    <a:pt x="2266524" y="1041098"/>
                  </a:lnTo>
                  <a:lnTo>
                    <a:pt x="2267366" y="1039651"/>
                  </a:lnTo>
                  <a:lnTo>
                    <a:pt x="2268207" y="1038578"/>
                  </a:lnTo>
                  <a:lnTo>
                    <a:pt x="2269048" y="1037508"/>
                  </a:lnTo>
                  <a:lnTo>
                    <a:pt x="2269889" y="1036484"/>
                  </a:lnTo>
                  <a:lnTo>
                    <a:pt x="2270730" y="1034853"/>
                  </a:lnTo>
                  <a:lnTo>
                    <a:pt x="2271572" y="1032613"/>
                  </a:lnTo>
                  <a:lnTo>
                    <a:pt x="2272413" y="1030418"/>
                  </a:lnTo>
                  <a:lnTo>
                    <a:pt x="2273254" y="1028534"/>
                  </a:lnTo>
                  <a:lnTo>
                    <a:pt x="2274095" y="1027391"/>
                  </a:lnTo>
                  <a:lnTo>
                    <a:pt x="2274936" y="1026945"/>
                  </a:lnTo>
                  <a:lnTo>
                    <a:pt x="2275778" y="1026608"/>
                  </a:lnTo>
                  <a:lnTo>
                    <a:pt x="2276619" y="1026182"/>
                  </a:lnTo>
                  <a:lnTo>
                    <a:pt x="2277460" y="1025671"/>
                  </a:lnTo>
                  <a:lnTo>
                    <a:pt x="2278301" y="1025214"/>
                  </a:lnTo>
                  <a:lnTo>
                    <a:pt x="2279142" y="1024112"/>
                  </a:lnTo>
                  <a:lnTo>
                    <a:pt x="2279984" y="1022656"/>
                  </a:lnTo>
                  <a:lnTo>
                    <a:pt x="2280825" y="1020305"/>
                  </a:lnTo>
                  <a:lnTo>
                    <a:pt x="2281666" y="1018253"/>
                  </a:lnTo>
                  <a:lnTo>
                    <a:pt x="2282507" y="1015841"/>
                  </a:lnTo>
                  <a:lnTo>
                    <a:pt x="2283348" y="1013421"/>
                  </a:lnTo>
                  <a:lnTo>
                    <a:pt x="2284190" y="1012502"/>
                  </a:lnTo>
                  <a:lnTo>
                    <a:pt x="2285031" y="1011213"/>
                  </a:lnTo>
                  <a:lnTo>
                    <a:pt x="2285872" y="1010391"/>
                  </a:lnTo>
                  <a:lnTo>
                    <a:pt x="2286713" y="1009938"/>
                  </a:lnTo>
                  <a:lnTo>
                    <a:pt x="2287554" y="1010971"/>
                  </a:lnTo>
                  <a:lnTo>
                    <a:pt x="2288396" y="1012496"/>
                  </a:lnTo>
                  <a:lnTo>
                    <a:pt x="2289237" y="1015095"/>
                  </a:lnTo>
                  <a:lnTo>
                    <a:pt x="2290078" y="1018739"/>
                  </a:lnTo>
                  <a:lnTo>
                    <a:pt x="2290919" y="1023276"/>
                  </a:lnTo>
                  <a:lnTo>
                    <a:pt x="2291761" y="1028640"/>
                  </a:lnTo>
                  <a:lnTo>
                    <a:pt x="2292602" y="1034586"/>
                  </a:lnTo>
                  <a:lnTo>
                    <a:pt x="2293443" y="1040425"/>
                  </a:lnTo>
                  <a:lnTo>
                    <a:pt x="2294284" y="1046555"/>
                  </a:lnTo>
                  <a:lnTo>
                    <a:pt x="2295125" y="1052696"/>
                  </a:lnTo>
                  <a:lnTo>
                    <a:pt x="2295967" y="1058634"/>
                  </a:lnTo>
                  <a:lnTo>
                    <a:pt x="2296808" y="1063932"/>
                  </a:lnTo>
                  <a:lnTo>
                    <a:pt x="2297649" y="1068810"/>
                  </a:lnTo>
                  <a:lnTo>
                    <a:pt x="2298490" y="1073275"/>
                  </a:lnTo>
                  <a:lnTo>
                    <a:pt x="2299331" y="1075502"/>
                  </a:lnTo>
                  <a:lnTo>
                    <a:pt x="2300173" y="1076413"/>
                  </a:lnTo>
                  <a:lnTo>
                    <a:pt x="2301014" y="1075146"/>
                  </a:lnTo>
                  <a:lnTo>
                    <a:pt x="2301855" y="1072135"/>
                  </a:lnTo>
                  <a:lnTo>
                    <a:pt x="2302696" y="1070308"/>
                  </a:lnTo>
                  <a:lnTo>
                    <a:pt x="2303537" y="1067782"/>
                  </a:lnTo>
                  <a:lnTo>
                    <a:pt x="2304379" y="1064601"/>
                  </a:lnTo>
                  <a:lnTo>
                    <a:pt x="2305220" y="1061781"/>
                  </a:lnTo>
                  <a:lnTo>
                    <a:pt x="2306061" y="1059553"/>
                  </a:lnTo>
                  <a:lnTo>
                    <a:pt x="2306902" y="1057037"/>
                  </a:lnTo>
                  <a:lnTo>
                    <a:pt x="2307743" y="1055364"/>
                  </a:lnTo>
                  <a:lnTo>
                    <a:pt x="2308585" y="1054288"/>
                  </a:lnTo>
                  <a:lnTo>
                    <a:pt x="2309426" y="1055198"/>
                  </a:lnTo>
                  <a:lnTo>
                    <a:pt x="2310267" y="1056948"/>
                  </a:lnTo>
                  <a:lnTo>
                    <a:pt x="2311108" y="1059803"/>
                  </a:lnTo>
                  <a:lnTo>
                    <a:pt x="2311949" y="1063675"/>
                  </a:lnTo>
                  <a:lnTo>
                    <a:pt x="2312791" y="1067677"/>
                  </a:lnTo>
                  <a:lnTo>
                    <a:pt x="2313632" y="1072438"/>
                  </a:lnTo>
                  <a:lnTo>
                    <a:pt x="2314473" y="1077403"/>
                  </a:lnTo>
                  <a:lnTo>
                    <a:pt x="2315314" y="1082177"/>
                  </a:lnTo>
                  <a:lnTo>
                    <a:pt x="2316155" y="1086117"/>
                  </a:lnTo>
                  <a:lnTo>
                    <a:pt x="2316997" y="1090875"/>
                  </a:lnTo>
                  <a:lnTo>
                    <a:pt x="2317838" y="1096189"/>
                  </a:lnTo>
                  <a:lnTo>
                    <a:pt x="2318679" y="1101393"/>
                  </a:lnTo>
                  <a:lnTo>
                    <a:pt x="2319520" y="1106329"/>
                  </a:lnTo>
                  <a:lnTo>
                    <a:pt x="2320361" y="1112672"/>
                  </a:lnTo>
                  <a:lnTo>
                    <a:pt x="2321203" y="1118072"/>
                  </a:lnTo>
                  <a:lnTo>
                    <a:pt x="2322044" y="1122678"/>
                  </a:lnTo>
                  <a:lnTo>
                    <a:pt x="2322885" y="1125708"/>
                  </a:lnTo>
                  <a:lnTo>
                    <a:pt x="2323726" y="1128627"/>
                  </a:lnTo>
                  <a:lnTo>
                    <a:pt x="2324567" y="1132079"/>
                  </a:lnTo>
                  <a:lnTo>
                    <a:pt x="2325409" y="1134281"/>
                  </a:lnTo>
                  <a:lnTo>
                    <a:pt x="2326250" y="1136093"/>
                  </a:lnTo>
                  <a:lnTo>
                    <a:pt x="2327091" y="1137730"/>
                  </a:lnTo>
                  <a:lnTo>
                    <a:pt x="2327932" y="1140120"/>
                  </a:lnTo>
                  <a:lnTo>
                    <a:pt x="2328773" y="1143635"/>
                  </a:lnTo>
                  <a:lnTo>
                    <a:pt x="2329615" y="1148186"/>
                  </a:lnTo>
                  <a:lnTo>
                    <a:pt x="2330456" y="1152650"/>
                  </a:lnTo>
                  <a:lnTo>
                    <a:pt x="2331297" y="1157398"/>
                  </a:lnTo>
                  <a:lnTo>
                    <a:pt x="2332138" y="1162274"/>
                  </a:lnTo>
                  <a:lnTo>
                    <a:pt x="2332979" y="1166880"/>
                  </a:lnTo>
                  <a:lnTo>
                    <a:pt x="2333821" y="1172035"/>
                  </a:lnTo>
                  <a:lnTo>
                    <a:pt x="2334662" y="1178010"/>
                  </a:lnTo>
                  <a:lnTo>
                    <a:pt x="2335503" y="1185586"/>
                  </a:lnTo>
                  <a:lnTo>
                    <a:pt x="2336344" y="1193599"/>
                  </a:lnTo>
                  <a:lnTo>
                    <a:pt x="2337185" y="1201629"/>
                  </a:lnTo>
                  <a:lnTo>
                    <a:pt x="2338027" y="1210002"/>
                  </a:lnTo>
                  <a:lnTo>
                    <a:pt x="2338868" y="1218910"/>
                  </a:lnTo>
                  <a:lnTo>
                    <a:pt x="2339709" y="1228728"/>
                  </a:lnTo>
                  <a:lnTo>
                    <a:pt x="2340550" y="1237846"/>
                  </a:lnTo>
                  <a:lnTo>
                    <a:pt x="2341391" y="1246452"/>
                  </a:lnTo>
                  <a:lnTo>
                    <a:pt x="2342233" y="1254401"/>
                  </a:lnTo>
                  <a:lnTo>
                    <a:pt x="2343074" y="1261906"/>
                  </a:lnTo>
                  <a:lnTo>
                    <a:pt x="2343915" y="1268759"/>
                  </a:lnTo>
                  <a:lnTo>
                    <a:pt x="2344756" y="1275274"/>
                  </a:lnTo>
                  <a:lnTo>
                    <a:pt x="2345597" y="1281258"/>
                  </a:lnTo>
                  <a:lnTo>
                    <a:pt x="2346439" y="1286060"/>
                  </a:lnTo>
                  <a:lnTo>
                    <a:pt x="2347280" y="1289269"/>
                  </a:lnTo>
                  <a:lnTo>
                    <a:pt x="2348121" y="1291095"/>
                  </a:lnTo>
                  <a:lnTo>
                    <a:pt x="2348962" y="1293627"/>
                  </a:lnTo>
                  <a:lnTo>
                    <a:pt x="2349803" y="1295141"/>
                  </a:lnTo>
                  <a:lnTo>
                    <a:pt x="2350645" y="1297451"/>
                  </a:lnTo>
                  <a:lnTo>
                    <a:pt x="2351486" y="1300504"/>
                  </a:lnTo>
                  <a:lnTo>
                    <a:pt x="2352327" y="1305236"/>
                  </a:lnTo>
                  <a:lnTo>
                    <a:pt x="2353168" y="1310719"/>
                  </a:lnTo>
                  <a:lnTo>
                    <a:pt x="2354009" y="1315122"/>
                  </a:lnTo>
                  <a:lnTo>
                    <a:pt x="2354851" y="1318639"/>
                  </a:lnTo>
                  <a:lnTo>
                    <a:pt x="2355692" y="1323139"/>
                  </a:lnTo>
                  <a:lnTo>
                    <a:pt x="2356533" y="1327740"/>
                  </a:lnTo>
                  <a:lnTo>
                    <a:pt x="2357374" y="1332019"/>
                  </a:lnTo>
                  <a:lnTo>
                    <a:pt x="2358215" y="1336460"/>
                  </a:lnTo>
                  <a:lnTo>
                    <a:pt x="2359057" y="1342004"/>
                  </a:lnTo>
                  <a:lnTo>
                    <a:pt x="2359898" y="1349934"/>
                  </a:lnTo>
                  <a:lnTo>
                    <a:pt x="2360739" y="1359913"/>
                  </a:lnTo>
                  <a:lnTo>
                    <a:pt x="2361580" y="1371062"/>
                  </a:lnTo>
                  <a:lnTo>
                    <a:pt x="2362422" y="1382433"/>
                  </a:lnTo>
                  <a:lnTo>
                    <a:pt x="2363263" y="1392855"/>
                  </a:lnTo>
                  <a:lnTo>
                    <a:pt x="2364104" y="1403091"/>
                  </a:lnTo>
                  <a:lnTo>
                    <a:pt x="2364945" y="1411306"/>
                  </a:lnTo>
                  <a:lnTo>
                    <a:pt x="2365786" y="1419396"/>
                  </a:lnTo>
                  <a:lnTo>
                    <a:pt x="2366628" y="1428497"/>
                  </a:lnTo>
                  <a:lnTo>
                    <a:pt x="2367469" y="1437409"/>
                  </a:lnTo>
                  <a:lnTo>
                    <a:pt x="2368310" y="1445076"/>
                  </a:lnTo>
                  <a:lnTo>
                    <a:pt x="2369151" y="1451917"/>
                  </a:lnTo>
                  <a:lnTo>
                    <a:pt x="2369992" y="1457379"/>
                  </a:lnTo>
                  <a:lnTo>
                    <a:pt x="2370834" y="1462480"/>
                  </a:lnTo>
                  <a:lnTo>
                    <a:pt x="2371675" y="1465049"/>
                  </a:lnTo>
                  <a:lnTo>
                    <a:pt x="2372516" y="1466725"/>
                  </a:lnTo>
                  <a:lnTo>
                    <a:pt x="2373357" y="1468457"/>
                  </a:lnTo>
                  <a:lnTo>
                    <a:pt x="2374198" y="1469240"/>
                  </a:lnTo>
                  <a:lnTo>
                    <a:pt x="2375040" y="1470614"/>
                  </a:lnTo>
                  <a:lnTo>
                    <a:pt x="2375881" y="1472235"/>
                  </a:lnTo>
                  <a:lnTo>
                    <a:pt x="2376722" y="1474112"/>
                  </a:lnTo>
                  <a:lnTo>
                    <a:pt x="2377563" y="1475064"/>
                  </a:lnTo>
                  <a:lnTo>
                    <a:pt x="2378404" y="1476413"/>
                  </a:lnTo>
                  <a:lnTo>
                    <a:pt x="2379246" y="1477384"/>
                  </a:lnTo>
                  <a:lnTo>
                    <a:pt x="2380087" y="1477854"/>
                  </a:lnTo>
                  <a:lnTo>
                    <a:pt x="2380928" y="1477440"/>
                  </a:lnTo>
                  <a:lnTo>
                    <a:pt x="2381769" y="1476470"/>
                  </a:lnTo>
                  <a:lnTo>
                    <a:pt x="2382610" y="1476136"/>
                  </a:lnTo>
                  <a:lnTo>
                    <a:pt x="2383452" y="1475531"/>
                  </a:lnTo>
                  <a:lnTo>
                    <a:pt x="2384293" y="1475945"/>
                  </a:lnTo>
                  <a:lnTo>
                    <a:pt x="2385134" y="1476365"/>
                  </a:lnTo>
                  <a:lnTo>
                    <a:pt x="2385975" y="1477829"/>
                  </a:lnTo>
                  <a:lnTo>
                    <a:pt x="2386816" y="1479761"/>
                  </a:lnTo>
                  <a:lnTo>
                    <a:pt x="2387658" y="1479470"/>
                  </a:lnTo>
                  <a:lnTo>
                    <a:pt x="2388499" y="1479301"/>
                  </a:lnTo>
                  <a:lnTo>
                    <a:pt x="2389340" y="1478420"/>
                  </a:lnTo>
                  <a:lnTo>
                    <a:pt x="2390181" y="1477060"/>
                  </a:lnTo>
                  <a:lnTo>
                    <a:pt x="2391022" y="1475249"/>
                  </a:lnTo>
                  <a:lnTo>
                    <a:pt x="2391864" y="1473439"/>
                  </a:lnTo>
                  <a:lnTo>
                    <a:pt x="2392705" y="1473227"/>
                  </a:lnTo>
                  <a:lnTo>
                    <a:pt x="2393546" y="1474509"/>
                  </a:lnTo>
                  <a:lnTo>
                    <a:pt x="2394387" y="1476122"/>
                  </a:lnTo>
                  <a:lnTo>
                    <a:pt x="2395228" y="1478587"/>
                  </a:lnTo>
                  <a:lnTo>
                    <a:pt x="2396070" y="1481098"/>
                  </a:lnTo>
                  <a:lnTo>
                    <a:pt x="2396911" y="1484294"/>
                  </a:lnTo>
                  <a:lnTo>
                    <a:pt x="2397752" y="1487469"/>
                  </a:lnTo>
                  <a:lnTo>
                    <a:pt x="2398593" y="1489617"/>
                  </a:lnTo>
                  <a:lnTo>
                    <a:pt x="2399434" y="1492019"/>
                  </a:lnTo>
                  <a:lnTo>
                    <a:pt x="2400276" y="1493871"/>
                  </a:lnTo>
                  <a:lnTo>
                    <a:pt x="2401117" y="1497205"/>
                  </a:lnTo>
                  <a:lnTo>
                    <a:pt x="2401958" y="1500577"/>
                  </a:lnTo>
                  <a:lnTo>
                    <a:pt x="2402799" y="1503383"/>
                  </a:lnTo>
                  <a:lnTo>
                    <a:pt x="2403640" y="1506097"/>
                  </a:lnTo>
                  <a:lnTo>
                    <a:pt x="2404482" y="1508795"/>
                  </a:lnTo>
                  <a:lnTo>
                    <a:pt x="2405323" y="1512078"/>
                  </a:lnTo>
                  <a:lnTo>
                    <a:pt x="2406164" y="1515223"/>
                  </a:lnTo>
                  <a:lnTo>
                    <a:pt x="2407005" y="1518934"/>
                  </a:lnTo>
                  <a:lnTo>
                    <a:pt x="2407846" y="1523022"/>
                  </a:lnTo>
                  <a:lnTo>
                    <a:pt x="2408688" y="1527528"/>
                  </a:lnTo>
                  <a:lnTo>
                    <a:pt x="2409529" y="1532574"/>
                  </a:lnTo>
                  <a:lnTo>
                    <a:pt x="2410370" y="1537884"/>
                  </a:lnTo>
                  <a:lnTo>
                    <a:pt x="2411211" y="1543131"/>
                  </a:lnTo>
                  <a:lnTo>
                    <a:pt x="2412052" y="1548674"/>
                  </a:lnTo>
                  <a:lnTo>
                    <a:pt x="2412894" y="1554897"/>
                  </a:lnTo>
                  <a:lnTo>
                    <a:pt x="2413735" y="1560571"/>
                  </a:lnTo>
                  <a:lnTo>
                    <a:pt x="2414576" y="1566446"/>
                  </a:lnTo>
                  <a:lnTo>
                    <a:pt x="2415417" y="1572174"/>
                  </a:lnTo>
                  <a:lnTo>
                    <a:pt x="2416258" y="1577695"/>
                  </a:lnTo>
                  <a:lnTo>
                    <a:pt x="2417100" y="1583453"/>
                  </a:lnTo>
                  <a:lnTo>
                    <a:pt x="2417941" y="1588955"/>
                  </a:lnTo>
                  <a:lnTo>
                    <a:pt x="2418782" y="1593883"/>
                  </a:lnTo>
                  <a:lnTo>
                    <a:pt x="2419623" y="1598626"/>
                  </a:lnTo>
                  <a:lnTo>
                    <a:pt x="2420464" y="1603046"/>
                  </a:lnTo>
                  <a:lnTo>
                    <a:pt x="2421306" y="1606540"/>
                  </a:lnTo>
                  <a:lnTo>
                    <a:pt x="2422147" y="1609190"/>
                  </a:lnTo>
                  <a:lnTo>
                    <a:pt x="2422988" y="1611397"/>
                  </a:lnTo>
                  <a:lnTo>
                    <a:pt x="2423829" y="1612991"/>
                  </a:lnTo>
                  <a:lnTo>
                    <a:pt x="2424670" y="1613481"/>
                  </a:lnTo>
                  <a:lnTo>
                    <a:pt x="2425512" y="1613061"/>
                  </a:lnTo>
                  <a:lnTo>
                    <a:pt x="2426353" y="1612540"/>
                  </a:lnTo>
                  <a:lnTo>
                    <a:pt x="2427194" y="1612285"/>
                  </a:lnTo>
                  <a:lnTo>
                    <a:pt x="2428035" y="1612254"/>
                  </a:lnTo>
                  <a:lnTo>
                    <a:pt x="2428876" y="1611658"/>
                  </a:lnTo>
                  <a:lnTo>
                    <a:pt x="2429718" y="1610407"/>
                  </a:lnTo>
                  <a:lnTo>
                    <a:pt x="2430559" y="1609675"/>
                  </a:lnTo>
                  <a:lnTo>
                    <a:pt x="2431400" y="1609289"/>
                  </a:lnTo>
                  <a:lnTo>
                    <a:pt x="2432241" y="1608386"/>
                  </a:lnTo>
                  <a:lnTo>
                    <a:pt x="2433083" y="1607411"/>
                  </a:lnTo>
                  <a:lnTo>
                    <a:pt x="2433924" y="1606369"/>
                  </a:lnTo>
                  <a:lnTo>
                    <a:pt x="2434765" y="1604982"/>
                  </a:lnTo>
                  <a:lnTo>
                    <a:pt x="2435606" y="1604174"/>
                  </a:lnTo>
                  <a:lnTo>
                    <a:pt x="2436447" y="1602382"/>
                  </a:lnTo>
                  <a:lnTo>
                    <a:pt x="2437289" y="1600894"/>
                  </a:lnTo>
                  <a:lnTo>
                    <a:pt x="2438130" y="1599854"/>
                  </a:lnTo>
                  <a:lnTo>
                    <a:pt x="2438971" y="1598960"/>
                  </a:lnTo>
                  <a:lnTo>
                    <a:pt x="2439812" y="1597889"/>
                  </a:lnTo>
                  <a:lnTo>
                    <a:pt x="2440653" y="1597504"/>
                  </a:lnTo>
                  <a:lnTo>
                    <a:pt x="2441495" y="1596925"/>
                  </a:lnTo>
                  <a:lnTo>
                    <a:pt x="2442336" y="1597229"/>
                  </a:lnTo>
                  <a:lnTo>
                    <a:pt x="2443177" y="1597379"/>
                  </a:lnTo>
                  <a:lnTo>
                    <a:pt x="2444018" y="1596962"/>
                  </a:lnTo>
                  <a:lnTo>
                    <a:pt x="2444859" y="1596189"/>
                  </a:lnTo>
                  <a:lnTo>
                    <a:pt x="2445701" y="1594951"/>
                  </a:lnTo>
                  <a:lnTo>
                    <a:pt x="2446542" y="1593109"/>
                  </a:lnTo>
                  <a:lnTo>
                    <a:pt x="2447383" y="1591189"/>
                  </a:lnTo>
                  <a:lnTo>
                    <a:pt x="2448224" y="1588684"/>
                  </a:lnTo>
                  <a:lnTo>
                    <a:pt x="2449065" y="1586264"/>
                  </a:lnTo>
                  <a:lnTo>
                    <a:pt x="2449907" y="1583017"/>
                  </a:lnTo>
                  <a:lnTo>
                    <a:pt x="2450748" y="1579837"/>
                  </a:lnTo>
                  <a:lnTo>
                    <a:pt x="2451589" y="1577090"/>
                  </a:lnTo>
                  <a:lnTo>
                    <a:pt x="2452430" y="1574034"/>
                  </a:lnTo>
                  <a:lnTo>
                    <a:pt x="2453271" y="1571235"/>
                  </a:lnTo>
                  <a:lnTo>
                    <a:pt x="2454113" y="1567771"/>
                  </a:lnTo>
                  <a:lnTo>
                    <a:pt x="2454954" y="1564314"/>
                  </a:lnTo>
                  <a:lnTo>
                    <a:pt x="2455795" y="1558640"/>
                  </a:lnTo>
                  <a:lnTo>
                    <a:pt x="2456636" y="1553624"/>
                  </a:lnTo>
                  <a:lnTo>
                    <a:pt x="2457477" y="1549148"/>
                  </a:lnTo>
                  <a:lnTo>
                    <a:pt x="2458319" y="1544808"/>
                  </a:lnTo>
                  <a:lnTo>
                    <a:pt x="2459160" y="1541094"/>
                  </a:lnTo>
                  <a:lnTo>
                    <a:pt x="2460001" y="1537539"/>
                  </a:lnTo>
                  <a:lnTo>
                    <a:pt x="2460842" y="1534250"/>
                  </a:lnTo>
                  <a:lnTo>
                    <a:pt x="2461683" y="1531859"/>
                  </a:lnTo>
                  <a:lnTo>
                    <a:pt x="2462525" y="1530343"/>
                  </a:lnTo>
                  <a:lnTo>
                    <a:pt x="2463366" y="1529203"/>
                  </a:lnTo>
                  <a:lnTo>
                    <a:pt x="2464207" y="1528423"/>
                  </a:lnTo>
                  <a:lnTo>
                    <a:pt x="2465048" y="1528446"/>
                  </a:lnTo>
                  <a:lnTo>
                    <a:pt x="2465889" y="1529635"/>
                  </a:lnTo>
                  <a:lnTo>
                    <a:pt x="2466731" y="1530863"/>
                  </a:lnTo>
                  <a:lnTo>
                    <a:pt x="2467572" y="1533922"/>
                  </a:lnTo>
                  <a:lnTo>
                    <a:pt x="2468413" y="1537917"/>
                  </a:lnTo>
                  <a:lnTo>
                    <a:pt x="2469254" y="1543809"/>
                  </a:lnTo>
                  <a:lnTo>
                    <a:pt x="2470095" y="1550648"/>
                  </a:lnTo>
                  <a:lnTo>
                    <a:pt x="2470937" y="1556513"/>
                  </a:lnTo>
                  <a:lnTo>
                    <a:pt x="2471778" y="1562682"/>
                  </a:lnTo>
                  <a:lnTo>
                    <a:pt x="2472619" y="1568761"/>
                  </a:lnTo>
                  <a:lnTo>
                    <a:pt x="2473460" y="1574227"/>
                  </a:lnTo>
                  <a:lnTo>
                    <a:pt x="2474301" y="1579302"/>
                  </a:lnTo>
                  <a:lnTo>
                    <a:pt x="2475143" y="1582889"/>
                  </a:lnTo>
                  <a:lnTo>
                    <a:pt x="2475984" y="1585377"/>
                  </a:lnTo>
                  <a:lnTo>
                    <a:pt x="2476825" y="1586496"/>
                  </a:lnTo>
                  <a:lnTo>
                    <a:pt x="2477666" y="1585926"/>
                  </a:lnTo>
                  <a:lnTo>
                    <a:pt x="2478507" y="1584576"/>
                  </a:lnTo>
                  <a:lnTo>
                    <a:pt x="2479349" y="1582536"/>
                  </a:lnTo>
                  <a:lnTo>
                    <a:pt x="2480190" y="1579461"/>
                  </a:lnTo>
                  <a:lnTo>
                    <a:pt x="2481031" y="1577282"/>
                  </a:lnTo>
                  <a:lnTo>
                    <a:pt x="2481872" y="1574564"/>
                  </a:lnTo>
                  <a:lnTo>
                    <a:pt x="2482713" y="1571163"/>
                  </a:lnTo>
                  <a:lnTo>
                    <a:pt x="2483555" y="1567818"/>
                  </a:lnTo>
                  <a:lnTo>
                    <a:pt x="2484396" y="1564587"/>
                  </a:lnTo>
                  <a:lnTo>
                    <a:pt x="2485237" y="1561698"/>
                  </a:lnTo>
                  <a:lnTo>
                    <a:pt x="2486078" y="1559098"/>
                  </a:lnTo>
                  <a:lnTo>
                    <a:pt x="2486919" y="1556560"/>
                  </a:lnTo>
                  <a:lnTo>
                    <a:pt x="2487761" y="1554853"/>
                  </a:lnTo>
                  <a:lnTo>
                    <a:pt x="2488602" y="1553874"/>
                  </a:lnTo>
                  <a:lnTo>
                    <a:pt x="2489443" y="1552571"/>
                  </a:lnTo>
                  <a:lnTo>
                    <a:pt x="2490284" y="1552188"/>
                  </a:lnTo>
                  <a:lnTo>
                    <a:pt x="2491125" y="1552714"/>
                  </a:lnTo>
                  <a:lnTo>
                    <a:pt x="2491967" y="1554164"/>
                  </a:lnTo>
                  <a:lnTo>
                    <a:pt x="2492808" y="1556682"/>
                  </a:lnTo>
                  <a:lnTo>
                    <a:pt x="2493649" y="1559119"/>
                  </a:lnTo>
                  <a:lnTo>
                    <a:pt x="2494490" y="1561420"/>
                  </a:lnTo>
                  <a:lnTo>
                    <a:pt x="2495331" y="1563922"/>
                  </a:lnTo>
                  <a:lnTo>
                    <a:pt x="2496173" y="1566795"/>
                  </a:lnTo>
                  <a:lnTo>
                    <a:pt x="2497014" y="1569639"/>
                  </a:lnTo>
                  <a:lnTo>
                    <a:pt x="2497855" y="1572683"/>
                  </a:lnTo>
                  <a:lnTo>
                    <a:pt x="2498696" y="1575943"/>
                  </a:lnTo>
                  <a:lnTo>
                    <a:pt x="2499537" y="1578876"/>
                  </a:lnTo>
                  <a:lnTo>
                    <a:pt x="2500379" y="1582072"/>
                  </a:lnTo>
                  <a:lnTo>
                    <a:pt x="2501220" y="1585493"/>
                  </a:lnTo>
                  <a:lnTo>
                    <a:pt x="2502061" y="1588794"/>
                  </a:lnTo>
                  <a:lnTo>
                    <a:pt x="2502902" y="1590828"/>
                  </a:lnTo>
                  <a:lnTo>
                    <a:pt x="2503744" y="1592003"/>
                  </a:lnTo>
                  <a:lnTo>
                    <a:pt x="2504585" y="1592273"/>
                  </a:lnTo>
                  <a:lnTo>
                    <a:pt x="2505426" y="1591877"/>
                  </a:lnTo>
                  <a:lnTo>
                    <a:pt x="2506267" y="1591835"/>
                  </a:lnTo>
                  <a:lnTo>
                    <a:pt x="2507108" y="1591523"/>
                  </a:lnTo>
                  <a:lnTo>
                    <a:pt x="2507950" y="1591459"/>
                  </a:lnTo>
                  <a:lnTo>
                    <a:pt x="2508791" y="1591326"/>
                  </a:lnTo>
                  <a:lnTo>
                    <a:pt x="2509632" y="1591011"/>
                  </a:lnTo>
                  <a:lnTo>
                    <a:pt x="2510473" y="1590434"/>
                  </a:lnTo>
                  <a:lnTo>
                    <a:pt x="2511314" y="1589970"/>
                  </a:lnTo>
                  <a:lnTo>
                    <a:pt x="2512156" y="1589171"/>
                  </a:lnTo>
                  <a:lnTo>
                    <a:pt x="2512997" y="1587721"/>
                  </a:lnTo>
                  <a:lnTo>
                    <a:pt x="2513838" y="1586167"/>
                  </a:lnTo>
                  <a:lnTo>
                    <a:pt x="2514679" y="1583977"/>
                  </a:lnTo>
                  <a:lnTo>
                    <a:pt x="2515520" y="1582277"/>
                  </a:lnTo>
                  <a:lnTo>
                    <a:pt x="2516362" y="1580616"/>
                  </a:lnTo>
                  <a:lnTo>
                    <a:pt x="2517203" y="1579677"/>
                  </a:lnTo>
                  <a:lnTo>
                    <a:pt x="2518044" y="1578687"/>
                  </a:lnTo>
                  <a:lnTo>
                    <a:pt x="2518885" y="1576868"/>
                  </a:lnTo>
                  <a:lnTo>
                    <a:pt x="2519726" y="1575354"/>
                  </a:lnTo>
                  <a:lnTo>
                    <a:pt x="2520568" y="1573249"/>
                  </a:lnTo>
                  <a:lnTo>
                    <a:pt x="2521409" y="1571167"/>
                  </a:lnTo>
                  <a:lnTo>
                    <a:pt x="2522250" y="1572115"/>
                  </a:lnTo>
                  <a:lnTo>
                    <a:pt x="2523091" y="1573696"/>
                  </a:lnTo>
                  <a:lnTo>
                    <a:pt x="2523932" y="1576702"/>
                  </a:lnTo>
                  <a:lnTo>
                    <a:pt x="2524774" y="1580323"/>
                  </a:lnTo>
                  <a:lnTo>
                    <a:pt x="2525615" y="1584693"/>
                  </a:lnTo>
                  <a:lnTo>
                    <a:pt x="2526456" y="1589583"/>
                  </a:lnTo>
                  <a:lnTo>
                    <a:pt x="2527297" y="1594426"/>
                  </a:lnTo>
                  <a:lnTo>
                    <a:pt x="2528138" y="1598132"/>
                  </a:lnTo>
                  <a:lnTo>
                    <a:pt x="2528980" y="1601164"/>
                  </a:lnTo>
                  <a:lnTo>
                    <a:pt x="2529821" y="1603902"/>
                  </a:lnTo>
                  <a:lnTo>
                    <a:pt x="2530662" y="1606826"/>
                  </a:lnTo>
                  <a:lnTo>
                    <a:pt x="2531503" y="1610862"/>
                  </a:lnTo>
                  <a:lnTo>
                    <a:pt x="2532344" y="1614291"/>
                  </a:lnTo>
                  <a:lnTo>
                    <a:pt x="2533186" y="1617545"/>
                  </a:lnTo>
                  <a:lnTo>
                    <a:pt x="2534027" y="1621665"/>
                  </a:lnTo>
                  <a:lnTo>
                    <a:pt x="2534868" y="1624992"/>
                  </a:lnTo>
                  <a:lnTo>
                    <a:pt x="2535709" y="1627574"/>
                  </a:lnTo>
                  <a:lnTo>
                    <a:pt x="2536550" y="1629427"/>
                  </a:lnTo>
                  <a:lnTo>
                    <a:pt x="2537392" y="1630916"/>
                  </a:lnTo>
                  <a:lnTo>
                    <a:pt x="2538233" y="1632827"/>
                  </a:lnTo>
                  <a:lnTo>
                    <a:pt x="2539074" y="1633898"/>
                  </a:lnTo>
                  <a:lnTo>
                    <a:pt x="2539915" y="1635733"/>
                  </a:lnTo>
                  <a:lnTo>
                    <a:pt x="2540756" y="1637801"/>
                  </a:lnTo>
                  <a:lnTo>
                    <a:pt x="2541598" y="1640324"/>
                  </a:lnTo>
                  <a:lnTo>
                    <a:pt x="2542439" y="1643102"/>
                  </a:lnTo>
                  <a:lnTo>
                    <a:pt x="2543280" y="1645271"/>
                  </a:lnTo>
                  <a:lnTo>
                    <a:pt x="2544121" y="1647278"/>
                  </a:lnTo>
                  <a:lnTo>
                    <a:pt x="2544962" y="1648750"/>
                  </a:lnTo>
                  <a:lnTo>
                    <a:pt x="2545804" y="1650223"/>
                  </a:lnTo>
                  <a:lnTo>
                    <a:pt x="2546645" y="1651287"/>
                  </a:lnTo>
                  <a:lnTo>
                    <a:pt x="2547486" y="1652813"/>
                  </a:lnTo>
                  <a:lnTo>
                    <a:pt x="2548327" y="1654999"/>
                  </a:lnTo>
                  <a:lnTo>
                    <a:pt x="2549168" y="1658527"/>
                  </a:lnTo>
                  <a:lnTo>
                    <a:pt x="2550010" y="1662513"/>
                  </a:lnTo>
                  <a:lnTo>
                    <a:pt x="2550851" y="1666549"/>
                  </a:lnTo>
                  <a:lnTo>
                    <a:pt x="2551692" y="1670896"/>
                  </a:lnTo>
                  <a:lnTo>
                    <a:pt x="2552533" y="1675115"/>
                  </a:lnTo>
                  <a:lnTo>
                    <a:pt x="2553374" y="1680102"/>
                  </a:lnTo>
                  <a:lnTo>
                    <a:pt x="2554216" y="1684376"/>
                  </a:lnTo>
                  <a:lnTo>
                    <a:pt x="2555057" y="1688488"/>
                  </a:lnTo>
                  <a:lnTo>
                    <a:pt x="2555898" y="1694822"/>
                  </a:lnTo>
                  <a:lnTo>
                    <a:pt x="2556739" y="1702087"/>
                  </a:lnTo>
                  <a:lnTo>
                    <a:pt x="2557580" y="1710288"/>
                  </a:lnTo>
                  <a:lnTo>
                    <a:pt x="2558422" y="1718443"/>
                  </a:lnTo>
                  <a:lnTo>
                    <a:pt x="2559263" y="1727210"/>
                  </a:lnTo>
                  <a:lnTo>
                    <a:pt x="2560104" y="1735322"/>
                  </a:lnTo>
                  <a:lnTo>
                    <a:pt x="2560945" y="1741332"/>
                  </a:lnTo>
                  <a:lnTo>
                    <a:pt x="2561786" y="1746130"/>
                  </a:lnTo>
                  <a:lnTo>
                    <a:pt x="2562628" y="1749980"/>
                  </a:lnTo>
                  <a:lnTo>
                    <a:pt x="2563469" y="1753352"/>
                  </a:lnTo>
                  <a:lnTo>
                    <a:pt x="2564310" y="1756029"/>
                  </a:lnTo>
                  <a:lnTo>
                    <a:pt x="2565151" y="1758651"/>
                  </a:lnTo>
                  <a:lnTo>
                    <a:pt x="2565992" y="1759969"/>
                  </a:lnTo>
                  <a:lnTo>
                    <a:pt x="2566834" y="1761036"/>
                  </a:lnTo>
                  <a:lnTo>
                    <a:pt x="2567675" y="1761413"/>
                  </a:lnTo>
                  <a:lnTo>
                    <a:pt x="2568516" y="1761428"/>
                  </a:lnTo>
                  <a:lnTo>
                    <a:pt x="2569357" y="1760251"/>
                  </a:lnTo>
                  <a:lnTo>
                    <a:pt x="2570198" y="1759207"/>
                  </a:lnTo>
                  <a:lnTo>
                    <a:pt x="2571040" y="1758582"/>
                  </a:lnTo>
                  <a:lnTo>
                    <a:pt x="2571881" y="1758011"/>
                  </a:lnTo>
                  <a:lnTo>
                    <a:pt x="2572722" y="1757706"/>
                  </a:lnTo>
                  <a:lnTo>
                    <a:pt x="2573563" y="1757308"/>
                  </a:lnTo>
                  <a:lnTo>
                    <a:pt x="2574405" y="1757078"/>
                  </a:lnTo>
                  <a:lnTo>
                    <a:pt x="2575246" y="1757213"/>
                  </a:lnTo>
                  <a:lnTo>
                    <a:pt x="2576087" y="1757836"/>
                  </a:lnTo>
                  <a:lnTo>
                    <a:pt x="2576928" y="1758401"/>
                  </a:lnTo>
                  <a:lnTo>
                    <a:pt x="2577769" y="1758485"/>
                  </a:lnTo>
                  <a:lnTo>
                    <a:pt x="2578611" y="1758479"/>
                  </a:lnTo>
                  <a:lnTo>
                    <a:pt x="2579452" y="1758483"/>
                  </a:lnTo>
                  <a:lnTo>
                    <a:pt x="2580293" y="1758237"/>
                  </a:lnTo>
                  <a:lnTo>
                    <a:pt x="2581134" y="1757669"/>
                  </a:lnTo>
                  <a:lnTo>
                    <a:pt x="2581975" y="1756382"/>
                  </a:lnTo>
                  <a:lnTo>
                    <a:pt x="2582817" y="1754103"/>
                  </a:lnTo>
                  <a:lnTo>
                    <a:pt x="2583658" y="1751075"/>
                  </a:lnTo>
                  <a:lnTo>
                    <a:pt x="2584499" y="1747346"/>
                  </a:lnTo>
                  <a:lnTo>
                    <a:pt x="2585340" y="1743267"/>
                  </a:lnTo>
                  <a:lnTo>
                    <a:pt x="2586181" y="1739048"/>
                  </a:lnTo>
                  <a:lnTo>
                    <a:pt x="2587023" y="1735167"/>
                  </a:lnTo>
                  <a:lnTo>
                    <a:pt x="2587864" y="1731302"/>
                  </a:lnTo>
                  <a:lnTo>
                    <a:pt x="2588705" y="1727800"/>
                  </a:lnTo>
                  <a:lnTo>
                    <a:pt x="2589546" y="1725142"/>
                  </a:lnTo>
                  <a:lnTo>
                    <a:pt x="2590387" y="1723063"/>
                  </a:lnTo>
                  <a:lnTo>
                    <a:pt x="2591229" y="1721517"/>
                  </a:lnTo>
                  <a:lnTo>
                    <a:pt x="2592070" y="1720494"/>
                  </a:lnTo>
                  <a:lnTo>
                    <a:pt x="2592911" y="1720056"/>
                  </a:lnTo>
                  <a:lnTo>
                    <a:pt x="2593752" y="1720375"/>
                  </a:lnTo>
                  <a:lnTo>
                    <a:pt x="2594593" y="1721630"/>
                  </a:lnTo>
                  <a:lnTo>
                    <a:pt x="2595435" y="1723705"/>
                  </a:lnTo>
                  <a:lnTo>
                    <a:pt x="2596276" y="1726941"/>
                  </a:lnTo>
                  <a:lnTo>
                    <a:pt x="2597117" y="1731516"/>
                  </a:lnTo>
                  <a:lnTo>
                    <a:pt x="2597958" y="1737033"/>
                  </a:lnTo>
                  <a:lnTo>
                    <a:pt x="2598799" y="1743317"/>
                  </a:lnTo>
                  <a:lnTo>
                    <a:pt x="2599641" y="1748911"/>
                  </a:lnTo>
                  <a:lnTo>
                    <a:pt x="2600482" y="1753919"/>
                  </a:lnTo>
                  <a:lnTo>
                    <a:pt x="2601323" y="1757689"/>
                  </a:lnTo>
                  <a:lnTo>
                    <a:pt x="2602164" y="1759814"/>
                  </a:lnTo>
                  <a:lnTo>
                    <a:pt x="2603005" y="1761542"/>
                  </a:lnTo>
                  <a:lnTo>
                    <a:pt x="2603847" y="1761599"/>
                  </a:lnTo>
                  <a:lnTo>
                    <a:pt x="2604688" y="1761534"/>
                  </a:lnTo>
                  <a:lnTo>
                    <a:pt x="2605529" y="1761081"/>
                  </a:lnTo>
                  <a:lnTo>
                    <a:pt x="2606370" y="1759684"/>
                  </a:lnTo>
                  <a:lnTo>
                    <a:pt x="2607211" y="1758225"/>
                  </a:lnTo>
                  <a:lnTo>
                    <a:pt x="2608053" y="1756497"/>
                  </a:lnTo>
                  <a:lnTo>
                    <a:pt x="2608894" y="1753183"/>
                  </a:lnTo>
                  <a:lnTo>
                    <a:pt x="2609735" y="1749342"/>
                  </a:lnTo>
                  <a:lnTo>
                    <a:pt x="2610576" y="1744179"/>
                  </a:lnTo>
                  <a:lnTo>
                    <a:pt x="2611417" y="1739063"/>
                  </a:lnTo>
                  <a:lnTo>
                    <a:pt x="2612259" y="1734716"/>
                  </a:lnTo>
                  <a:lnTo>
                    <a:pt x="2613100" y="1731092"/>
                  </a:lnTo>
                  <a:lnTo>
                    <a:pt x="2613941" y="1728507"/>
                  </a:lnTo>
                  <a:lnTo>
                    <a:pt x="2614782" y="1727084"/>
                  </a:lnTo>
                  <a:lnTo>
                    <a:pt x="2615623" y="1726109"/>
                  </a:lnTo>
                  <a:lnTo>
                    <a:pt x="2616465" y="1726574"/>
                  </a:lnTo>
                  <a:lnTo>
                    <a:pt x="2617306" y="1727019"/>
                  </a:lnTo>
                  <a:lnTo>
                    <a:pt x="2618147" y="1727714"/>
                  </a:lnTo>
                  <a:lnTo>
                    <a:pt x="2618988" y="1728364"/>
                  </a:lnTo>
                  <a:lnTo>
                    <a:pt x="2619829" y="1729466"/>
                  </a:lnTo>
                  <a:lnTo>
                    <a:pt x="2620671" y="1730144"/>
                  </a:lnTo>
                  <a:lnTo>
                    <a:pt x="2621512" y="1730785"/>
                  </a:lnTo>
                  <a:lnTo>
                    <a:pt x="2622353" y="1731448"/>
                  </a:lnTo>
                  <a:lnTo>
                    <a:pt x="2623194" y="1732258"/>
                  </a:lnTo>
                  <a:lnTo>
                    <a:pt x="2624035" y="1734003"/>
                  </a:lnTo>
                  <a:lnTo>
                    <a:pt x="2624877" y="1735623"/>
                  </a:lnTo>
                  <a:lnTo>
                    <a:pt x="2625718" y="1737104"/>
                  </a:lnTo>
                  <a:lnTo>
                    <a:pt x="2626559" y="1737256"/>
                  </a:lnTo>
                  <a:lnTo>
                    <a:pt x="2627400" y="1735961"/>
                  </a:lnTo>
                  <a:lnTo>
                    <a:pt x="2628241" y="1734019"/>
                  </a:lnTo>
                  <a:lnTo>
                    <a:pt x="2629083" y="1730448"/>
                  </a:lnTo>
                  <a:lnTo>
                    <a:pt x="2629924" y="1725671"/>
                  </a:lnTo>
                  <a:lnTo>
                    <a:pt x="2630765" y="1720068"/>
                  </a:lnTo>
                  <a:lnTo>
                    <a:pt x="2631606" y="1713662"/>
                  </a:lnTo>
                  <a:lnTo>
                    <a:pt x="2632447" y="1707319"/>
                  </a:lnTo>
                  <a:lnTo>
                    <a:pt x="2633289" y="1700816"/>
                  </a:lnTo>
                  <a:lnTo>
                    <a:pt x="2634130" y="1694042"/>
                  </a:lnTo>
                  <a:lnTo>
                    <a:pt x="2634971" y="1688170"/>
                  </a:lnTo>
                  <a:lnTo>
                    <a:pt x="2635812" y="1681913"/>
                  </a:lnTo>
                  <a:lnTo>
                    <a:pt x="2636653" y="1675273"/>
                  </a:lnTo>
                  <a:lnTo>
                    <a:pt x="2637495" y="1668227"/>
                  </a:lnTo>
                  <a:lnTo>
                    <a:pt x="2638336" y="1661325"/>
                  </a:lnTo>
                  <a:lnTo>
                    <a:pt x="2639177" y="1655346"/>
                  </a:lnTo>
                  <a:lnTo>
                    <a:pt x="2640018" y="1650132"/>
                  </a:lnTo>
                  <a:lnTo>
                    <a:pt x="2640859" y="1645790"/>
                  </a:lnTo>
                  <a:lnTo>
                    <a:pt x="2641701" y="1642662"/>
                  </a:lnTo>
                  <a:lnTo>
                    <a:pt x="2642542" y="1639961"/>
                  </a:lnTo>
                  <a:lnTo>
                    <a:pt x="2643383" y="1637997"/>
                  </a:lnTo>
                  <a:lnTo>
                    <a:pt x="2644224" y="1637141"/>
                  </a:lnTo>
                  <a:lnTo>
                    <a:pt x="2645065" y="1636874"/>
                  </a:lnTo>
                  <a:lnTo>
                    <a:pt x="2645907" y="1637002"/>
                  </a:lnTo>
                  <a:lnTo>
                    <a:pt x="2646748" y="1637423"/>
                  </a:lnTo>
                  <a:lnTo>
                    <a:pt x="2647589" y="1637814"/>
                  </a:lnTo>
                  <a:lnTo>
                    <a:pt x="2648430" y="1638777"/>
                  </a:lnTo>
                  <a:lnTo>
                    <a:pt x="2649272" y="1640086"/>
                  </a:lnTo>
                  <a:lnTo>
                    <a:pt x="2650113" y="1641130"/>
                  </a:lnTo>
                  <a:lnTo>
                    <a:pt x="2650954" y="1642804"/>
                  </a:lnTo>
                  <a:lnTo>
                    <a:pt x="2651795" y="1644155"/>
                  </a:lnTo>
                  <a:lnTo>
                    <a:pt x="2652636" y="1646123"/>
                  </a:lnTo>
                  <a:lnTo>
                    <a:pt x="2653478" y="1648275"/>
                  </a:lnTo>
                  <a:lnTo>
                    <a:pt x="2654319" y="1650274"/>
                  </a:lnTo>
                  <a:lnTo>
                    <a:pt x="2655160" y="1652907"/>
                  </a:lnTo>
                  <a:lnTo>
                    <a:pt x="2656001" y="1655736"/>
                  </a:lnTo>
                  <a:lnTo>
                    <a:pt x="2656842" y="1657546"/>
                  </a:lnTo>
                  <a:lnTo>
                    <a:pt x="2657684" y="1659232"/>
                  </a:lnTo>
                  <a:lnTo>
                    <a:pt x="2658525" y="1660517"/>
                  </a:lnTo>
                  <a:lnTo>
                    <a:pt x="2659366" y="1661269"/>
                  </a:lnTo>
                  <a:lnTo>
                    <a:pt x="2660207" y="1660551"/>
                  </a:lnTo>
                  <a:lnTo>
                    <a:pt x="2661048" y="1659058"/>
                  </a:lnTo>
                  <a:lnTo>
                    <a:pt x="2661890" y="1657755"/>
                  </a:lnTo>
                  <a:lnTo>
                    <a:pt x="2662731" y="1656205"/>
                  </a:lnTo>
                  <a:lnTo>
                    <a:pt x="2663572" y="1653548"/>
                  </a:lnTo>
                  <a:lnTo>
                    <a:pt x="2664413" y="1649794"/>
                  </a:lnTo>
                  <a:lnTo>
                    <a:pt x="2665254" y="1644053"/>
                  </a:lnTo>
                  <a:lnTo>
                    <a:pt x="2666096" y="1637884"/>
                  </a:lnTo>
                  <a:lnTo>
                    <a:pt x="2666937" y="1630591"/>
                  </a:lnTo>
                  <a:lnTo>
                    <a:pt x="2667778" y="1622233"/>
                  </a:lnTo>
                  <a:lnTo>
                    <a:pt x="2668619" y="1612835"/>
                  </a:lnTo>
                  <a:lnTo>
                    <a:pt x="2669460" y="1603575"/>
                  </a:lnTo>
                  <a:lnTo>
                    <a:pt x="2670302" y="1593984"/>
                  </a:lnTo>
                  <a:lnTo>
                    <a:pt x="2671143" y="1584543"/>
                  </a:lnTo>
                  <a:lnTo>
                    <a:pt x="2671984" y="1576358"/>
                  </a:lnTo>
                  <a:lnTo>
                    <a:pt x="2672825" y="1568561"/>
                  </a:lnTo>
                  <a:lnTo>
                    <a:pt x="2673666" y="1560420"/>
                  </a:lnTo>
                  <a:lnTo>
                    <a:pt x="2674508" y="1551776"/>
                  </a:lnTo>
                  <a:lnTo>
                    <a:pt x="2675349" y="1542800"/>
                  </a:lnTo>
                  <a:lnTo>
                    <a:pt x="2676190" y="1533495"/>
                  </a:lnTo>
                  <a:lnTo>
                    <a:pt x="2677031" y="1524197"/>
                  </a:lnTo>
                  <a:lnTo>
                    <a:pt x="2677872" y="1515398"/>
                  </a:lnTo>
                  <a:lnTo>
                    <a:pt x="2678714" y="1507586"/>
                  </a:lnTo>
                  <a:lnTo>
                    <a:pt x="2679555" y="1501104"/>
                  </a:lnTo>
                  <a:lnTo>
                    <a:pt x="2680396" y="1496165"/>
                  </a:lnTo>
                  <a:lnTo>
                    <a:pt x="2681237" y="1493173"/>
                  </a:lnTo>
                  <a:lnTo>
                    <a:pt x="2682078" y="1491259"/>
                  </a:lnTo>
                  <a:lnTo>
                    <a:pt x="2682920" y="1490993"/>
                  </a:lnTo>
                  <a:lnTo>
                    <a:pt x="2683761" y="1491059"/>
                  </a:lnTo>
                  <a:lnTo>
                    <a:pt x="2684602" y="1492543"/>
                  </a:lnTo>
                  <a:lnTo>
                    <a:pt x="2685443" y="1493277"/>
                  </a:lnTo>
                  <a:lnTo>
                    <a:pt x="2686284" y="1495163"/>
                  </a:lnTo>
                  <a:lnTo>
                    <a:pt x="2687126" y="1498317"/>
                  </a:lnTo>
                  <a:lnTo>
                    <a:pt x="2687967" y="1502321"/>
                  </a:lnTo>
                  <a:lnTo>
                    <a:pt x="2688808" y="1507960"/>
                  </a:lnTo>
                  <a:lnTo>
                    <a:pt x="2689649" y="1515724"/>
                  </a:lnTo>
                  <a:lnTo>
                    <a:pt x="2690490" y="1523854"/>
                  </a:lnTo>
                  <a:lnTo>
                    <a:pt x="2691332" y="1531927"/>
                  </a:lnTo>
                  <a:lnTo>
                    <a:pt x="2692173" y="1538481"/>
                  </a:lnTo>
                  <a:lnTo>
                    <a:pt x="2693014" y="1544754"/>
                  </a:lnTo>
                  <a:lnTo>
                    <a:pt x="2693855" y="1549720"/>
                  </a:lnTo>
                  <a:lnTo>
                    <a:pt x="2694696" y="1553737"/>
                  </a:lnTo>
                  <a:lnTo>
                    <a:pt x="2695538" y="1557428"/>
                  </a:lnTo>
                  <a:lnTo>
                    <a:pt x="2696379" y="1560731"/>
                  </a:lnTo>
                  <a:lnTo>
                    <a:pt x="2697220" y="1563401"/>
                  </a:lnTo>
                  <a:lnTo>
                    <a:pt x="2698061" y="1565626"/>
                  </a:lnTo>
                  <a:lnTo>
                    <a:pt x="2698902" y="1567237"/>
                  </a:lnTo>
                  <a:lnTo>
                    <a:pt x="2699744" y="1567477"/>
                  </a:lnTo>
                  <a:lnTo>
                    <a:pt x="2700585" y="1567986"/>
                  </a:lnTo>
                  <a:lnTo>
                    <a:pt x="2701426" y="1568396"/>
                  </a:lnTo>
                  <a:lnTo>
                    <a:pt x="2702267" y="1567738"/>
                  </a:lnTo>
                  <a:lnTo>
                    <a:pt x="2703108" y="1566825"/>
                  </a:lnTo>
                  <a:lnTo>
                    <a:pt x="2703950" y="1565491"/>
                  </a:lnTo>
                  <a:lnTo>
                    <a:pt x="2704791" y="1564261"/>
                  </a:lnTo>
                  <a:lnTo>
                    <a:pt x="2705632" y="1562861"/>
                  </a:lnTo>
                  <a:lnTo>
                    <a:pt x="2706473" y="1560959"/>
                  </a:lnTo>
                  <a:lnTo>
                    <a:pt x="2707314" y="1558061"/>
                  </a:lnTo>
                  <a:lnTo>
                    <a:pt x="2708156" y="1554823"/>
                  </a:lnTo>
                  <a:lnTo>
                    <a:pt x="2708997" y="1551577"/>
                  </a:lnTo>
                  <a:lnTo>
                    <a:pt x="2709838" y="1547846"/>
                  </a:lnTo>
                  <a:lnTo>
                    <a:pt x="2710679" y="1544115"/>
                  </a:lnTo>
                  <a:lnTo>
                    <a:pt x="2711520" y="1541921"/>
                  </a:lnTo>
                  <a:lnTo>
                    <a:pt x="2712362" y="1540559"/>
                  </a:lnTo>
                  <a:lnTo>
                    <a:pt x="2713203" y="1539342"/>
                  </a:lnTo>
                  <a:lnTo>
                    <a:pt x="2714044" y="1537458"/>
                  </a:lnTo>
                  <a:lnTo>
                    <a:pt x="2714885" y="1535215"/>
                  </a:lnTo>
                  <a:lnTo>
                    <a:pt x="2715726" y="1532068"/>
                  </a:lnTo>
                  <a:lnTo>
                    <a:pt x="2716568" y="1528412"/>
                  </a:lnTo>
                  <a:lnTo>
                    <a:pt x="2717409" y="1523967"/>
                  </a:lnTo>
                  <a:lnTo>
                    <a:pt x="2718250" y="1519684"/>
                  </a:lnTo>
                  <a:lnTo>
                    <a:pt x="2719091" y="1515269"/>
                  </a:lnTo>
                  <a:lnTo>
                    <a:pt x="2719933" y="1511700"/>
                  </a:lnTo>
                  <a:lnTo>
                    <a:pt x="2720774" y="1507261"/>
                  </a:lnTo>
                  <a:lnTo>
                    <a:pt x="2721615" y="1502421"/>
                  </a:lnTo>
                  <a:lnTo>
                    <a:pt x="2722456" y="1497715"/>
                  </a:lnTo>
                  <a:lnTo>
                    <a:pt x="2723297" y="1493635"/>
                  </a:lnTo>
                  <a:lnTo>
                    <a:pt x="2724139" y="1489509"/>
                  </a:lnTo>
                  <a:lnTo>
                    <a:pt x="2724980" y="1484640"/>
                  </a:lnTo>
                  <a:lnTo>
                    <a:pt x="2725821" y="1479002"/>
                  </a:lnTo>
                  <a:lnTo>
                    <a:pt x="2726662" y="1473768"/>
                  </a:lnTo>
                  <a:lnTo>
                    <a:pt x="2727503" y="1468659"/>
                  </a:lnTo>
                  <a:lnTo>
                    <a:pt x="2728345" y="1464131"/>
                  </a:lnTo>
                  <a:lnTo>
                    <a:pt x="2729186" y="1459561"/>
                  </a:lnTo>
                  <a:lnTo>
                    <a:pt x="2730027" y="1456095"/>
                  </a:lnTo>
                  <a:lnTo>
                    <a:pt x="2730868" y="1452742"/>
                  </a:lnTo>
                  <a:lnTo>
                    <a:pt x="2731709" y="1449636"/>
                  </a:lnTo>
                  <a:lnTo>
                    <a:pt x="2732551" y="1446895"/>
                  </a:lnTo>
                  <a:lnTo>
                    <a:pt x="2733392" y="1444639"/>
                  </a:lnTo>
                  <a:lnTo>
                    <a:pt x="2734233" y="1443196"/>
                  </a:lnTo>
                  <a:lnTo>
                    <a:pt x="2735074" y="1441355"/>
                  </a:lnTo>
                  <a:lnTo>
                    <a:pt x="2735915" y="1439694"/>
                  </a:lnTo>
                  <a:lnTo>
                    <a:pt x="2736757" y="1436658"/>
                  </a:lnTo>
                  <a:lnTo>
                    <a:pt x="2737598" y="1434104"/>
                  </a:lnTo>
                  <a:lnTo>
                    <a:pt x="2738439" y="1431301"/>
                  </a:lnTo>
                  <a:lnTo>
                    <a:pt x="2739280" y="1429236"/>
                  </a:lnTo>
                  <a:lnTo>
                    <a:pt x="2740121" y="1426885"/>
                  </a:lnTo>
                  <a:lnTo>
                    <a:pt x="2740963" y="1424600"/>
                  </a:lnTo>
                  <a:lnTo>
                    <a:pt x="2741804" y="1422490"/>
                  </a:lnTo>
                  <a:lnTo>
                    <a:pt x="2742645" y="1420208"/>
                  </a:lnTo>
                  <a:lnTo>
                    <a:pt x="2743486" y="1417246"/>
                  </a:lnTo>
                  <a:lnTo>
                    <a:pt x="2744327" y="1413336"/>
                  </a:lnTo>
                  <a:lnTo>
                    <a:pt x="2745169" y="1409294"/>
                  </a:lnTo>
                  <a:lnTo>
                    <a:pt x="2746010" y="1405556"/>
                  </a:lnTo>
                  <a:lnTo>
                    <a:pt x="2746851" y="1401776"/>
                  </a:lnTo>
                  <a:lnTo>
                    <a:pt x="2747692" y="1398090"/>
                  </a:lnTo>
                  <a:lnTo>
                    <a:pt x="2748533" y="1394328"/>
                  </a:lnTo>
                  <a:lnTo>
                    <a:pt x="2749375" y="1391243"/>
                  </a:lnTo>
                  <a:lnTo>
                    <a:pt x="2750216" y="1389113"/>
                  </a:lnTo>
                  <a:lnTo>
                    <a:pt x="2751057" y="1387726"/>
                  </a:lnTo>
                  <a:lnTo>
                    <a:pt x="2751898" y="1386561"/>
                  </a:lnTo>
                  <a:lnTo>
                    <a:pt x="2752739" y="1386755"/>
                  </a:lnTo>
                  <a:lnTo>
                    <a:pt x="2753581" y="1386931"/>
                  </a:lnTo>
                  <a:lnTo>
                    <a:pt x="2754422" y="1387568"/>
                  </a:lnTo>
                  <a:lnTo>
                    <a:pt x="2755263" y="1387569"/>
                  </a:lnTo>
                  <a:lnTo>
                    <a:pt x="2756104" y="1387391"/>
                  </a:lnTo>
                  <a:lnTo>
                    <a:pt x="2756945" y="1387124"/>
                  </a:lnTo>
                  <a:lnTo>
                    <a:pt x="2757787" y="1386664"/>
                  </a:lnTo>
                  <a:lnTo>
                    <a:pt x="2758628" y="1385905"/>
                  </a:lnTo>
                  <a:lnTo>
                    <a:pt x="2759469" y="1385686"/>
                  </a:lnTo>
                  <a:lnTo>
                    <a:pt x="2760310" y="1385899"/>
                  </a:lnTo>
                  <a:lnTo>
                    <a:pt x="2761151" y="1386442"/>
                  </a:lnTo>
                  <a:lnTo>
                    <a:pt x="2761993" y="1386378"/>
                  </a:lnTo>
                  <a:lnTo>
                    <a:pt x="2762834" y="1385422"/>
                  </a:lnTo>
                  <a:lnTo>
                    <a:pt x="2763675" y="1384064"/>
                  </a:lnTo>
                  <a:lnTo>
                    <a:pt x="2764516" y="1381762"/>
                  </a:lnTo>
                  <a:lnTo>
                    <a:pt x="2765357" y="1378854"/>
                  </a:lnTo>
                  <a:lnTo>
                    <a:pt x="2766199" y="1375794"/>
                  </a:lnTo>
                  <a:lnTo>
                    <a:pt x="2767040" y="1372377"/>
                  </a:lnTo>
                  <a:lnTo>
                    <a:pt x="2767881" y="1369958"/>
                  </a:lnTo>
                  <a:lnTo>
                    <a:pt x="2768722" y="1367810"/>
                  </a:lnTo>
                  <a:lnTo>
                    <a:pt x="2769563" y="1366934"/>
                  </a:lnTo>
                  <a:lnTo>
                    <a:pt x="2770405" y="1367365"/>
                  </a:lnTo>
                  <a:lnTo>
                    <a:pt x="2771246" y="1367635"/>
                  </a:lnTo>
                  <a:lnTo>
                    <a:pt x="2772087" y="1369140"/>
                  </a:lnTo>
                  <a:lnTo>
                    <a:pt x="2772928" y="1371222"/>
                  </a:lnTo>
                  <a:lnTo>
                    <a:pt x="2773769" y="1373433"/>
                  </a:lnTo>
                  <a:lnTo>
                    <a:pt x="2774611" y="1376416"/>
                  </a:lnTo>
                  <a:lnTo>
                    <a:pt x="2775452" y="1379480"/>
                  </a:lnTo>
                  <a:lnTo>
                    <a:pt x="2776293" y="1382968"/>
                  </a:lnTo>
                  <a:lnTo>
                    <a:pt x="2777134" y="1387785"/>
                  </a:lnTo>
                  <a:lnTo>
                    <a:pt x="2777975" y="1393427"/>
                  </a:lnTo>
                  <a:lnTo>
                    <a:pt x="2778817" y="1399459"/>
                  </a:lnTo>
                  <a:lnTo>
                    <a:pt x="2779658" y="1404976"/>
                  </a:lnTo>
                  <a:lnTo>
                    <a:pt x="2780499" y="1410373"/>
                  </a:lnTo>
                  <a:lnTo>
                    <a:pt x="2781340" y="1415730"/>
                  </a:lnTo>
                  <a:lnTo>
                    <a:pt x="2782181" y="1420345"/>
                  </a:lnTo>
                  <a:lnTo>
                    <a:pt x="2783023" y="1424414"/>
                  </a:lnTo>
                  <a:lnTo>
                    <a:pt x="2783864" y="1428353"/>
                  </a:lnTo>
                  <a:lnTo>
                    <a:pt x="2784705" y="1431724"/>
                  </a:lnTo>
                  <a:lnTo>
                    <a:pt x="2785546" y="1435599"/>
                  </a:lnTo>
                  <a:lnTo>
                    <a:pt x="2786387" y="1439737"/>
                  </a:lnTo>
                  <a:lnTo>
                    <a:pt x="2787229" y="1444202"/>
                  </a:lnTo>
                  <a:lnTo>
                    <a:pt x="2788070" y="1448264"/>
                  </a:lnTo>
                  <a:lnTo>
                    <a:pt x="2788911" y="1452281"/>
                  </a:lnTo>
                  <a:lnTo>
                    <a:pt x="2789752" y="1456447"/>
                  </a:lnTo>
                  <a:lnTo>
                    <a:pt x="2790594" y="1460308"/>
                  </a:lnTo>
                  <a:lnTo>
                    <a:pt x="2791435" y="1464441"/>
                  </a:lnTo>
                  <a:lnTo>
                    <a:pt x="2792276" y="1469326"/>
                  </a:lnTo>
                  <a:lnTo>
                    <a:pt x="2793117" y="1473334"/>
                  </a:lnTo>
                  <a:lnTo>
                    <a:pt x="2793958" y="1477396"/>
                  </a:lnTo>
                  <a:lnTo>
                    <a:pt x="2794800" y="1481996"/>
                  </a:lnTo>
                  <a:lnTo>
                    <a:pt x="2795641" y="1486924"/>
                  </a:lnTo>
                  <a:lnTo>
                    <a:pt x="2796482" y="1492053"/>
                  </a:lnTo>
                  <a:lnTo>
                    <a:pt x="2797323" y="1498034"/>
                  </a:lnTo>
                  <a:lnTo>
                    <a:pt x="2798164" y="1504472"/>
                  </a:lnTo>
                  <a:lnTo>
                    <a:pt x="2799006" y="1510872"/>
                  </a:lnTo>
                  <a:lnTo>
                    <a:pt x="2799847" y="1517263"/>
                  </a:lnTo>
                  <a:lnTo>
                    <a:pt x="2800688" y="1522793"/>
                  </a:lnTo>
                  <a:lnTo>
                    <a:pt x="2801529" y="1527119"/>
                  </a:lnTo>
                  <a:lnTo>
                    <a:pt x="2802370" y="1530580"/>
                  </a:lnTo>
                  <a:lnTo>
                    <a:pt x="2803212" y="1532400"/>
                  </a:lnTo>
                  <a:lnTo>
                    <a:pt x="2804053" y="1533633"/>
                  </a:lnTo>
                  <a:lnTo>
                    <a:pt x="2804894" y="1535356"/>
                  </a:lnTo>
                  <a:lnTo>
                    <a:pt x="2805735" y="1536871"/>
                  </a:lnTo>
                  <a:lnTo>
                    <a:pt x="2806576" y="1539018"/>
                  </a:lnTo>
                  <a:lnTo>
                    <a:pt x="2807418" y="1539804"/>
                  </a:lnTo>
                  <a:lnTo>
                    <a:pt x="2808259" y="1540336"/>
                  </a:lnTo>
                  <a:lnTo>
                    <a:pt x="2809100" y="1539261"/>
                  </a:lnTo>
                  <a:lnTo>
                    <a:pt x="2809941" y="1537114"/>
                  </a:lnTo>
                  <a:lnTo>
                    <a:pt x="2810782" y="1533784"/>
                  </a:lnTo>
                  <a:lnTo>
                    <a:pt x="2811624" y="1530291"/>
                  </a:lnTo>
                  <a:lnTo>
                    <a:pt x="2812465" y="1525960"/>
                  </a:lnTo>
                  <a:lnTo>
                    <a:pt x="2813306" y="1521643"/>
                  </a:lnTo>
                  <a:lnTo>
                    <a:pt x="2814147" y="1518969"/>
                  </a:lnTo>
                  <a:lnTo>
                    <a:pt x="2814988" y="1518187"/>
                  </a:lnTo>
                  <a:lnTo>
                    <a:pt x="2815830" y="1518994"/>
                  </a:lnTo>
                  <a:lnTo>
                    <a:pt x="2816671" y="1520937"/>
                  </a:lnTo>
                  <a:lnTo>
                    <a:pt x="2817512" y="1522238"/>
                  </a:lnTo>
                  <a:lnTo>
                    <a:pt x="2818353" y="1523739"/>
                  </a:lnTo>
                  <a:lnTo>
                    <a:pt x="2819194" y="1524974"/>
                  </a:lnTo>
                  <a:lnTo>
                    <a:pt x="2820036" y="1526816"/>
                  </a:lnTo>
                  <a:lnTo>
                    <a:pt x="2820877" y="1528384"/>
                  </a:lnTo>
                  <a:lnTo>
                    <a:pt x="2821718" y="1528222"/>
                  </a:lnTo>
                  <a:lnTo>
                    <a:pt x="2822559" y="1528133"/>
                  </a:lnTo>
                  <a:lnTo>
                    <a:pt x="2823400" y="1527234"/>
                  </a:lnTo>
                  <a:lnTo>
                    <a:pt x="2824242" y="1525899"/>
                  </a:lnTo>
                  <a:lnTo>
                    <a:pt x="2825083" y="1525009"/>
                  </a:lnTo>
                  <a:lnTo>
                    <a:pt x="2825924" y="1524871"/>
                  </a:lnTo>
                  <a:lnTo>
                    <a:pt x="2826765" y="1525065"/>
                  </a:lnTo>
                  <a:lnTo>
                    <a:pt x="2827606" y="1525106"/>
                  </a:lnTo>
                  <a:lnTo>
                    <a:pt x="2828448" y="1524936"/>
                  </a:lnTo>
                  <a:lnTo>
                    <a:pt x="2829289" y="1524708"/>
                  </a:lnTo>
                  <a:lnTo>
                    <a:pt x="2830130" y="1525284"/>
                  </a:lnTo>
                  <a:lnTo>
                    <a:pt x="2830971" y="1525872"/>
                  </a:lnTo>
                  <a:lnTo>
                    <a:pt x="2831812" y="1527442"/>
                  </a:lnTo>
                  <a:lnTo>
                    <a:pt x="2832654" y="1529641"/>
                  </a:lnTo>
                  <a:lnTo>
                    <a:pt x="2833495" y="1532965"/>
                  </a:lnTo>
                  <a:lnTo>
                    <a:pt x="2834336" y="1536179"/>
                  </a:lnTo>
                  <a:lnTo>
                    <a:pt x="2835177" y="1539798"/>
                  </a:lnTo>
                  <a:lnTo>
                    <a:pt x="2836018" y="1544459"/>
                  </a:lnTo>
                  <a:lnTo>
                    <a:pt x="2836860" y="1549598"/>
                  </a:lnTo>
                  <a:lnTo>
                    <a:pt x="2837701" y="1554477"/>
                  </a:lnTo>
                  <a:lnTo>
                    <a:pt x="2838542" y="1559096"/>
                  </a:lnTo>
                  <a:lnTo>
                    <a:pt x="2839383" y="1563462"/>
                  </a:lnTo>
                  <a:lnTo>
                    <a:pt x="2840224" y="1566686"/>
                  </a:lnTo>
                  <a:lnTo>
                    <a:pt x="2841066" y="1569364"/>
                  </a:lnTo>
                  <a:lnTo>
                    <a:pt x="2841907" y="1573629"/>
                  </a:lnTo>
                  <a:lnTo>
                    <a:pt x="2842748" y="1578092"/>
                  </a:lnTo>
                  <a:lnTo>
                    <a:pt x="2843589" y="1583023"/>
                  </a:lnTo>
                  <a:lnTo>
                    <a:pt x="2844430" y="1587782"/>
                  </a:lnTo>
                  <a:lnTo>
                    <a:pt x="2845272" y="1593051"/>
                  </a:lnTo>
                  <a:lnTo>
                    <a:pt x="2846113" y="1598273"/>
                  </a:lnTo>
                  <a:lnTo>
                    <a:pt x="2846954" y="1603044"/>
                  </a:lnTo>
                  <a:lnTo>
                    <a:pt x="2847795" y="1607084"/>
                  </a:lnTo>
                  <a:lnTo>
                    <a:pt x="2848636" y="1610652"/>
                  </a:lnTo>
                  <a:lnTo>
                    <a:pt x="2849478" y="1613185"/>
                  </a:lnTo>
                  <a:lnTo>
                    <a:pt x="2850319" y="1615031"/>
                  </a:lnTo>
                  <a:lnTo>
                    <a:pt x="2851160" y="1616305"/>
                  </a:lnTo>
                  <a:lnTo>
                    <a:pt x="2852001" y="1617871"/>
                  </a:lnTo>
                  <a:lnTo>
                    <a:pt x="2852842" y="1618838"/>
                  </a:lnTo>
                  <a:lnTo>
                    <a:pt x="2853684" y="1620156"/>
                  </a:lnTo>
                  <a:lnTo>
                    <a:pt x="2854525" y="1620910"/>
                  </a:lnTo>
                  <a:lnTo>
                    <a:pt x="2855366" y="1620218"/>
                  </a:lnTo>
                  <a:lnTo>
                    <a:pt x="2856207" y="1618900"/>
                  </a:lnTo>
                  <a:lnTo>
                    <a:pt x="2857048" y="1616692"/>
                  </a:lnTo>
                  <a:lnTo>
                    <a:pt x="2857890" y="1611976"/>
                  </a:lnTo>
                  <a:lnTo>
                    <a:pt x="2858731" y="1607327"/>
                  </a:lnTo>
                  <a:lnTo>
                    <a:pt x="2859572" y="1602800"/>
                  </a:lnTo>
                  <a:lnTo>
                    <a:pt x="2860413" y="1598930"/>
                  </a:lnTo>
                  <a:lnTo>
                    <a:pt x="2861255" y="1595412"/>
                  </a:lnTo>
                  <a:lnTo>
                    <a:pt x="2862096" y="1592354"/>
                  </a:lnTo>
                  <a:lnTo>
                    <a:pt x="2862937" y="1589579"/>
                  </a:lnTo>
                  <a:lnTo>
                    <a:pt x="2863778" y="1586903"/>
                  </a:lnTo>
                  <a:lnTo>
                    <a:pt x="2864619" y="1584339"/>
                  </a:lnTo>
                  <a:lnTo>
                    <a:pt x="2865461" y="1581533"/>
                  </a:lnTo>
                  <a:lnTo>
                    <a:pt x="2866302" y="1579614"/>
                  </a:lnTo>
                  <a:lnTo>
                    <a:pt x="2867143" y="1578450"/>
                  </a:lnTo>
                  <a:lnTo>
                    <a:pt x="2867984" y="1577738"/>
                  </a:lnTo>
                  <a:lnTo>
                    <a:pt x="2868825" y="1576943"/>
                  </a:lnTo>
                  <a:lnTo>
                    <a:pt x="2869667" y="1576217"/>
                  </a:lnTo>
                  <a:lnTo>
                    <a:pt x="2870508" y="1575727"/>
                  </a:lnTo>
                  <a:lnTo>
                    <a:pt x="2871349" y="1574766"/>
                  </a:lnTo>
                  <a:lnTo>
                    <a:pt x="2872190" y="1573632"/>
                  </a:lnTo>
                  <a:lnTo>
                    <a:pt x="2873031" y="1571274"/>
                  </a:lnTo>
                  <a:lnTo>
                    <a:pt x="2873873" y="1566615"/>
                  </a:lnTo>
                  <a:lnTo>
                    <a:pt x="2874714" y="1562155"/>
                  </a:lnTo>
                  <a:lnTo>
                    <a:pt x="2875555" y="1557522"/>
                  </a:lnTo>
                  <a:lnTo>
                    <a:pt x="2876396" y="1553880"/>
                  </a:lnTo>
                  <a:lnTo>
                    <a:pt x="2877237" y="1551249"/>
                  </a:lnTo>
                  <a:lnTo>
                    <a:pt x="2878079" y="1549025"/>
                  </a:lnTo>
                  <a:lnTo>
                    <a:pt x="2878920" y="1547036"/>
                  </a:lnTo>
                  <a:lnTo>
                    <a:pt x="2879761" y="1544001"/>
                  </a:lnTo>
                  <a:lnTo>
                    <a:pt x="2880602" y="1540637"/>
                  </a:lnTo>
                  <a:lnTo>
                    <a:pt x="2881443" y="1537688"/>
                  </a:lnTo>
                  <a:lnTo>
                    <a:pt x="2882285" y="1535034"/>
                  </a:lnTo>
                  <a:lnTo>
                    <a:pt x="2883126" y="1533513"/>
                  </a:lnTo>
                  <a:lnTo>
                    <a:pt x="2883967" y="1533715"/>
                  </a:lnTo>
                  <a:lnTo>
                    <a:pt x="2884808" y="1534417"/>
                  </a:lnTo>
                  <a:lnTo>
                    <a:pt x="2885649" y="1535863"/>
                  </a:lnTo>
                  <a:lnTo>
                    <a:pt x="2886491" y="1536565"/>
                  </a:lnTo>
                  <a:lnTo>
                    <a:pt x="2887332" y="1537284"/>
                  </a:lnTo>
                  <a:lnTo>
                    <a:pt x="2888173" y="1537896"/>
                  </a:lnTo>
                  <a:lnTo>
                    <a:pt x="2889014" y="1538951"/>
                  </a:lnTo>
                  <a:lnTo>
                    <a:pt x="2889855" y="1539734"/>
                  </a:lnTo>
                  <a:lnTo>
                    <a:pt x="2890697" y="1541232"/>
                  </a:lnTo>
                  <a:lnTo>
                    <a:pt x="2891538" y="1542160"/>
                  </a:lnTo>
                  <a:lnTo>
                    <a:pt x="2892379" y="1543394"/>
                  </a:lnTo>
                  <a:lnTo>
                    <a:pt x="2893220" y="1545297"/>
                  </a:lnTo>
                  <a:lnTo>
                    <a:pt x="2894061" y="1547436"/>
                  </a:lnTo>
                  <a:lnTo>
                    <a:pt x="2894903" y="1550024"/>
                  </a:lnTo>
                  <a:lnTo>
                    <a:pt x="2895744" y="1552879"/>
                  </a:lnTo>
                  <a:lnTo>
                    <a:pt x="2896585" y="1555244"/>
                  </a:lnTo>
                  <a:lnTo>
                    <a:pt x="2897426" y="1557639"/>
                  </a:lnTo>
                  <a:lnTo>
                    <a:pt x="2898267" y="1560173"/>
                  </a:lnTo>
                  <a:lnTo>
                    <a:pt x="2899109" y="1563431"/>
                  </a:lnTo>
                  <a:lnTo>
                    <a:pt x="2899950" y="1568170"/>
                  </a:lnTo>
                  <a:lnTo>
                    <a:pt x="2900791" y="1572715"/>
                  </a:lnTo>
                  <a:lnTo>
                    <a:pt x="2901632" y="1576956"/>
                  </a:lnTo>
                  <a:lnTo>
                    <a:pt x="2902473" y="1580823"/>
                  </a:lnTo>
                  <a:lnTo>
                    <a:pt x="2903315" y="1584772"/>
                  </a:lnTo>
                  <a:lnTo>
                    <a:pt x="2904156" y="1588322"/>
                  </a:lnTo>
                  <a:lnTo>
                    <a:pt x="2904997" y="1593144"/>
                  </a:lnTo>
                  <a:lnTo>
                    <a:pt x="2905838" y="1596638"/>
                  </a:lnTo>
                  <a:lnTo>
                    <a:pt x="2906679" y="1599078"/>
                  </a:lnTo>
                  <a:lnTo>
                    <a:pt x="2907521" y="1600514"/>
                  </a:lnTo>
                  <a:lnTo>
                    <a:pt x="2908362" y="1601993"/>
                  </a:lnTo>
                  <a:lnTo>
                    <a:pt x="2909203" y="1601571"/>
                  </a:lnTo>
                  <a:lnTo>
                    <a:pt x="2910044" y="1600582"/>
                  </a:lnTo>
                  <a:lnTo>
                    <a:pt x="2910885" y="1598143"/>
                  </a:lnTo>
                  <a:lnTo>
                    <a:pt x="2911727" y="1594114"/>
                  </a:lnTo>
                  <a:lnTo>
                    <a:pt x="2912568" y="1589878"/>
                  </a:lnTo>
                  <a:lnTo>
                    <a:pt x="2913409" y="1584920"/>
                  </a:lnTo>
                  <a:lnTo>
                    <a:pt x="2914250" y="1579763"/>
                  </a:lnTo>
                  <a:lnTo>
                    <a:pt x="2915091" y="1574059"/>
                  </a:lnTo>
                  <a:lnTo>
                    <a:pt x="2915933" y="1567462"/>
                  </a:lnTo>
                  <a:lnTo>
                    <a:pt x="2916774" y="1560073"/>
                  </a:lnTo>
                  <a:lnTo>
                    <a:pt x="2917615" y="1552581"/>
                  </a:lnTo>
                  <a:lnTo>
                    <a:pt x="2918456" y="1545266"/>
                  </a:lnTo>
                  <a:lnTo>
                    <a:pt x="2919297" y="1536905"/>
                  </a:lnTo>
                  <a:lnTo>
                    <a:pt x="2920139" y="1528792"/>
                  </a:lnTo>
                  <a:lnTo>
                    <a:pt x="2920980" y="1519192"/>
                  </a:lnTo>
                  <a:lnTo>
                    <a:pt x="2921821" y="1510632"/>
                  </a:lnTo>
                  <a:lnTo>
                    <a:pt x="2922662" y="1501569"/>
                  </a:lnTo>
                  <a:lnTo>
                    <a:pt x="2923503" y="1494518"/>
                  </a:lnTo>
                  <a:lnTo>
                    <a:pt x="2924345" y="1487935"/>
                  </a:lnTo>
                  <a:lnTo>
                    <a:pt x="2925186" y="1482138"/>
                  </a:lnTo>
                  <a:lnTo>
                    <a:pt x="2926027" y="1475916"/>
                  </a:lnTo>
                  <a:lnTo>
                    <a:pt x="2926868" y="1470801"/>
                  </a:lnTo>
                  <a:lnTo>
                    <a:pt x="2927709" y="1464701"/>
                  </a:lnTo>
                  <a:lnTo>
                    <a:pt x="2928551" y="1458572"/>
                  </a:lnTo>
                  <a:lnTo>
                    <a:pt x="2929392" y="1452029"/>
                  </a:lnTo>
                  <a:lnTo>
                    <a:pt x="2930233" y="1446492"/>
                  </a:lnTo>
                  <a:lnTo>
                    <a:pt x="2931074" y="1440989"/>
                  </a:lnTo>
                  <a:lnTo>
                    <a:pt x="2931916" y="1435323"/>
                  </a:lnTo>
                  <a:lnTo>
                    <a:pt x="2932757" y="1429828"/>
                  </a:lnTo>
                  <a:lnTo>
                    <a:pt x="2933598" y="1423692"/>
                  </a:lnTo>
                  <a:lnTo>
                    <a:pt x="2934439" y="1417822"/>
                  </a:lnTo>
                  <a:lnTo>
                    <a:pt x="2935280" y="1411009"/>
                  </a:lnTo>
                  <a:lnTo>
                    <a:pt x="2936122" y="1403577"/>
                  </a:lnTo>
                  <a:lnTo>
                    <a:pt x="2936963" y="1396971"/>
                  </a:lnTo>
                  <a:lnTo>
                    <a:pt x="2937804" y="1390059"/>
                  </a:lnTo>
                  <a:lnTo>
                    <a:pt x="2938645" y="1383365"/>
                  </a:lnTo>
                  <a:lnTo>
                    <a:pt x="2939486" y="1377284"/>
                  </a:lnTo>
                  <a:lnTo>
                    <a:pt x="2940328" y="1371172"/>
                  </a:lnTo>
                  <a:lnTo>
                    <a:pt x="2941169" y="1366320"/>
                  </a:lnTo>
                  <a:lnTo>
                    <a:pt x="2942010" y="1361676"/>
                  </a:lnTo>
                  <a:lnTo>
                    <a:pt x="2942851" y="1356856"/>
                  </a:lnTo>
                  <a:lnTo>
                    <a:pt x="2943692" y="1351716"/>
                  </a:lnTo>
                  <a:lnTo>
                    <a:pt x="2944534" y="1347378"/>
                  </a:lnTo>
                  <a:lnTo>
                    <a:pt x="2945375" y="1343556"/>
                  </a:lnTo>
                  <a:lnTo>
                    <a:pt x="2946216" y="1340759"/>
                  </a:lnTo>
                  <a:lnTo>
                    <a:pt x="2947057" y="1338209"/>
                  </a:lnTo>
                  <a:lnTo>
                    <a:pt x="2947898" y="1336038"/>
                  </a:lnTo>
                  <a:lnTo>
                    <a:pt x="2948740" y="1333804"/>
                  </a:lnTo>
                  <a:lnTo>
                    <a:pt x="2949581" y="1331129"/>
                  </a:lnTo>
                  <a:lnTo>
                    <a:pt x="2950422" y="1328070"/>
                  </a:lnTo>
                  <a:lnTo>
                    <a:pt x="2951263" y="1324033"/>
                  </a:lnTo>
                  <a:lnTo>
                    <a:pt x="2952104" y="1320502"/>
                  </a:lnTo>
                  <a:lnTo>
                    <a:pt x="2952946" y="1315965"/>
                  </a:lnTo>
                  <a:lnTo>
                    <a:pt x="2953787" y="1311255"/>
                  </a:lnTo>
                  <a:lnTo>
                    <a:pt x="2954628" y="1305870"/>
                  </a:lnTo>
                  <a:lnTo>
                    <a:pt x="2955469" y="1299480"/>
                  </a:lnTo>
                  <a:lnTo>
                    <a:pt x="2956310" y="1291902"/>
                  </a:lnTo>
                  <a:lnTo>
                    <a:pt x="2957152" y="1284584"/>
                  </a:lnTo>
                  <a:lnTo>
                    <a:pt x="2957993" y="1277125"/>
                  </a:lnTo>
                  <a:lnTo>
                    <a:pt x="2958834" y="1269426"/>
                  </a:lnTo>
                  <a:lnTo>
                    <a:pt x="2959675" y="1261214"/>
                  </a:lnTo>
                  <a:lnTo>
                    <a:pt x="2960516" y="1252643"/>
                  </a:lnTo>
                  <a:lnTo>
                    <a:pt x="2961358" y="1244446"/>
                  </a:lnTo>
                  <a:lnTo>
                    <a:pt x="2962199" y="1236923"/>
                  </a:lnTo>
                  <a:lnTo>
                    <a:pt x="2963040" y="1229606"/>
                  </a:lnTo>
                  <a:lnTo>
                    <a:pt x="2963881" y="1222639"/>
                  </a:lnTo>
                  <a:lnTo>
                    <a:pt x="2964722" y="1216730"/>
                  </a:lnTo>
                  <a:lnTo>
                    <a:pt x="2965564" y="1209752"/>
                  </a:lnTo>
                  <a:lnTo>
                    <a:pt x="2966405" y="1203154"/>
                  </a:lnTo>
                  <a:lnTo>
                    <a:pt x="2967246" y="1195670"/>
                  </a:lnTo>
                  <a:lnTo>
                    <a:pt x="2968087" y="1189235"/>
                  </a:lnTo>
                  <a:lnTo>
                    <a:pt x="2968928" y="1184143"/>
                  </a:lnTo>
                  <a:lnTo>
                    <a:pt x="2969770" y="1179129"/>
                  </a:lnTo>
                  <a:lnTo>
                    <a:pt x="2970611" y="1175371"/>
                  </a:lnTo>
                  <a:lnTo>
                    <a:pt x="2971452" y="1172467"/>
                  </a:lnTo>
                  <a:lnTo>
                    <a:pt x="2972293" y="1169189"/>
                  </a:lnTo>
                  <a:lnTo>
                    <a:pt x="2973134" y="1165421"/>
                  </a:lnTo>
                  <a:lnTo>
                    <a:pt x="2973976" y="1163141"/>
                  </a:lnTo>
                  <a:lnTo>
                    <a:pt x="2974817" y="1159360"/>
                  </a:lnTo>
                  <a:lnTo>
                    <a:pt x="2975658" y="1155464"/>
                  </a:lnTo>
                  <a:lnTo>
                    <a:pt x="2976499" y="1152307"/>
                  </a:lnTo>
                  <a:lnTo>
                    <a:pt x="2977340" y="1150917"/>
                  </a:lnTo>
                  <a:lnTo>
                    <a:pt x="2978182" y="1150899"/>
                  </a:lnTo>
                  <a:lnTo>
                    <a:pt x="2979023" y="1151714"/>
                  </a:lnTo>
                  <a:lnTo>
                    <a:pt x="2979864" y="1153603"/>
                  </a:lnTo>
                  <a:lnTo>
                    <a:pt x="2980705" y="1155459"/>
                  </a:lnTo>
                  <a:lnTo>
                    <a:pt x="2981546" y="1157341"/>
                  </a:lnTo>
                  <a:lnTo>
                    <a:pt x="2982388" y="1158144"/>
                  </a:lnTo>
                  <a:lnTo>
                    <a:pt x="2983229" y="1156767"/>
                  </a:lnTo>
                  <a:lnTo>
                    <a:pt x="2984070" y="1154143"/>
                  </a:lnTo>
                  <a:lnTo>
                    <a:pt x="2984911" y="1150355"/>
                  </a:lnTo>
                  <a:lnTo>
                    <a:pt x="2985752" y="1146003"/>
                  </a:lnTo>
                  <a:lnTo>
                    <a:pt x="2986594" y="1141768"/>
                  </a:lnTo>
                  <a:lnTo>
                    <a:pt x="2987435" y="1137943"/>
                  </a:lnTo>
                  <a:lnTo>
                    <a:pt x="2988276" y="1134689"/>
                  </a:lnTo>
                  <a:lnTo>
                    <a:pt x="2989117" y="1130932"/>
                  </a:lnTo>
                  <a:lnTo>
                    <a:pt x="2989958" y="1127821"/>
                  </a:lnTo>
                  <a:lnTo>
                    <a:pt x="2990800" y="1124338"/>
                  </a:lnTo>
                  <a:lnTo>
                    <a:pt x="2991641" y="1120094"/>
                  </a:lnTo>
                  <a:lnTo>
                    <a:pt x="2992482" y="1115577"/>
                  </a:lnTo>
                  <a:lnTo>
                    <a:pt x="2993323" y="1110814"/>
                  </a:lnTo>
                  <a:lnTo>
                    <a:pt x="2994164" y="1105164"/>
                  </a:lnTo>
                  <a:lnTo>
                    <a:pt x="2995006" y="1099813"/>
                  </a:lnTo>
                  <a:lnTo>
                    <a:pt x="2995847" y="1095336"/>
                  </a:lnTo>
                  <a:lnTo>
                    <a:pt x="2996688" y="1092120"/>
                  </a:lnTo>
                  <a:lnTo>
                    <a:pt x="2997529" y="1088990"/>
                  </a:lnTo>
                  <a:lnTo>
                    <a:pt x="2998370" y="1084976"/>
                  </a:lnTo>
                  <a:lnTo>
                    <a:pt x="2999212" y="1080960"/>
                  </a:lnTo>
                  <a:lnTo>
                    <a:pt x="3000053" y="1077416"/>
                  </a:lnTo>
                  <a:lnTo>
                    <a:pt x="3000894" y="1073216"/>
                  </a:lnTo>
                  <a:lnTo>
                    <a:pt x="3001735" y="1070217"/>
                  </a:lnTo>
                  <a:lnTo>
                    <a:pt x="3002577" y="1067388"/>
                  </a:lnTo>
                  <a:lnTo>
                    <a:pt x="3003418" y="1063871"/>
                  </a:lnTo>
                  <a:lnTo>
                    <a:pt x="3004259" y="1060880"/>
                  </a:lnTo>
                  <a:lnTo>
                    <a:pt x="3005100" y="1058804"/>
                  </a:lnTo>
                  <a:lnTo>
                    <a:pt x="3005941" y="1056629"/>
                  </a:lnTo>
                  <a:lnTo>
                    <a:pt x="3006783" y="1055012"/>
                  </a:lnTo>
                  <a:lnTo>
                    <a:pt x="3007624" y="1053712"/>
                  </a:lnTo>
                  <a:lnTo>
                    <a:pt x="3008465" y="1052208"/>
                  </a:lnTo>
                  <a:lnTo>
                    <a:pt x="3009306" y="1051838"/>
                  </a:lnTo>
                  <a:lnTo>
                    <a:pt x="3010147" y="1050251"/>
                  </a:lnTo>
                  <a:lnTo>
                    <a:pt x="3010989" y="1049383"/>
                  </a:lnTo>
                  <a:lnTo>
                    <a:pt x="3011830" y="1047754"/>
                  </a:lnTo>
                  <a:lnTo>
                    <a:pt x="3012671" y="1046046"/>
                  </a:lnTo>
                  <a:lnTo>
                    <a:pt x="3013512" y="1043859"/>
                  </a:lnTo>
                  <a:lnTo>
                    <a:pt x="3014353" y="1039620"/>
                  </a:lnTo>
                  <a:lnTo>
                    <a:pt x="3015195" y="1035330"/>
                  </a:lnTo>
                  <a:lnTo>
                    <a:pt x="3016036" y="1031254"/>
                  </a:lnTo>
                  <a:lnTo>
                    <a:pt x="3016877" y="1026518"/>
                  </a:lnTo>
                  <a:lnTo>
                    <a:pt x="3017718" y="1021047"/>
                  </a:lnTo>
                  <a:lnTo>
                    <a:pt x="3018559" y="1015938"/>
                  </a:lnTo>
                  <a:lnTo>
                    <a:pt x="3019401" y="1010718"/>
                  </a:lnTo>
                  <a:lnTo>
                    <a:pt x="3020242" y="1005399"/>
                  </a:lnTo>
                  <a:lnTo>
                    <a:pt x="3021083" y="999696"/>
                  </a:lnTo>
                  <a:lnTo>
                    <a:pt x="3021924" y="992875"/>
                  </a:lnTo>
                  <a:lnTo>
                    <a:pt x="3022765" y="985116"/>
                  </a:lnTo>
                  <a:lnTo>
                    <a:pt x="3023607" y="976808"/>
                  </a:lnTo>
                  <a:lnTo>
                    <a:pt x="3024448" y="968845"/>
                  </a:lnTo>
                  <a:lnTo>
                    <a:pt x="3025289" y="959594"/>
                  </a:lnTo>
                  <a:lnTo>
                    <a:pt x="3026130" y="950587"/>
                  </a:lnTo>
                  <a:lnTo>
                    <a:pt x="3026971" y="942329"/>
                  </a:lnTo>
                  <a:lnTo>
                    <a:pt x="3027813" y="933452"/>
                  </a:lnTo>
                  <a:lnTo>
                    <a:pt x="3028654" y="924952"/>
                  </a:lnTo>
                  <a:lnTo>
                    <a:pt x="3029495" y="917303"/>
                  </a:lnTo>
                  <a:lnTo>
                    <a:pt x="3030336" y="910578"/>
                  </a:lnTo>
                  <a:lnTo>
                    <a:pt x="3031177" y="902835"/>
                  </a:lnTo>
                  <a:lnTo>
                    <a:pt x="3032019" y="895009"/>
                  </a:lnTo>
                  <a:lnTo>
                    <a:pt x="3032860" y="887332"/>
                  </a:lnTo>
                  <a:lnTo>
                    <a:pt x="3033701" y="880049"/>
                  </a:lnTo>
                  <a:lnTo>
                    <a:pt x="3034542" y="873175"/>
                  </a:lnTo>
                  <a:lnTo>
                    <a:pt x="3035383" y="866610"/>
                  </a:lnTo>
                  <a:lnTo>
                    <a:pt x="3036225" y="860822"/>
                  </a:lnTo>
                  <a:lnTo>
                    <a:pt x="3037066" y="854943"/>
                  </a:lnTo>
                  <a:lnTo>
                    <a:pt x="3037907" y="850313"/>
                  </a:lnTo>
                  <a:lnTo>
                    <a:pt x="3038748" y="846265"/>
                  </a:lnTo>
                  <a:lnTo>
                    <a:pt x="3039589" y="841801"/>
                  </a:lnTo>
                  <a:lnTo>
                    <a:pt x="3040431" y="837268"/>
                  </a:lnTo>
                  <a:lnTo>
                    <a:pt x="3041272" y="833304"/>
                  </a:lnTo>
                  <a:lnTo>
                    <a:pt x="3042113" y="831359"/>
                  </a:lnTo>
                  <a:lnTo>
                    <a:pt x="3042954" y="829658"/>
                  </a:lnTo>
                  <a:lnTo>
                    <a:pt x="3043795" y="829524"/>
                  </a:lnTo>
                  <a:lnTo>
                    <a:pt x="3044637" y="829840"/>
                  </a:lnTo>
                  <a:lnTo>
                    <a:pt x="3045478" y="830601"/>
                  </a:lnTo>
                  <a:lnTo>
                    <a:pt x="3046319" y="832671"/>
                  </a:lnTo>
                  <a:lnTo>
                    <a:pt x="3047160" y="835745"/>
                  </a:lnTo>
                  <a:lnTo>
                    <a:pt x="3048001" y="839347"/>
                  </a:lnTo>
                  <a:lnTo>
                    <a:pt x="3048843" y="843069"/>
                  </a:lnTo>
                  <a:lnTo>
                    <a:pt x="3049684" y="846991"/>
                  </a:lnTo>
                  <a:lnTo>
                    <a:pt x="3050525" y="851774"/>
                  </a:lnTo>
                  <a:lnTo>
                    <a:pt x="3051366" y="856266"/>
                  </a:lnTo>
                  <a:lnTo>
                    <a:pt x="3052207" y="860975"/>
                  </a:lnTo>
                  <a:lnTo>
                    <a:pt x="3053049" y="865831"/>
                  </a:lnTo>
                  <a:lnTo>
                    <a:pt x="3053890" y="870626"/>
                  </a:lnTo>
                  <a:lnTo>
                    <a:pt x="3054731" y="875656"/>
                  </a:lnTo>
                  <a:lnTo>
                    <a:pt x="3055572" y="880391"/>
                  </a:lnTo>
                  <a:lnTo>
                    <a:pt x="3056413" y="885060"/>
                  </a:lnTo>
                  <a:lnTo>
                    <a:pt x="3057255" y="889916"/>
                  </a:lnTo>
                  <a:lnTo>
                    <a:pt x="3058096" y="895642"/>
                  </a:lnTo>
                  <a:lnTo>
                    <a:pt x="3058937" y="900938"/>
                  </a:lnTo>
                  <a:lnTo>
                    <a:pt x="3059778" y="906371"/>
                  </a:lnTo>
                  <a:lnTo>
                    <a:pt x="3060619" y="911144"/>
                  </a:lnTo>
                  <a:lnTo>
                    <a:pt x="3061461" y="915668"/>
                  </a:lnTo>
                  <a:lnTo>
                    <a:pt x="3062302" y="920209"/>
                  </a:lnTo>
                  <a:lnTo>
                    <a:pt x="3063143" y="923799"/>
                  </a:lnTo>
                  <a:lnTo>
                    <a:pt x="3063984" y="926893"/>
                  </a:lnTo>
                  <a:lnTo>
                    <a:pt x="3064825" y="930001"/>
                  </a:lnTo>
                  <a:lnTo>
                    <a:pt x="3065667" y="933800"/>
                  </a:lnTo>
                  <a:lnTo>
                    <a:pt x="3066508" y="937030"/>
                  </a:lnTo>
                  <a:lnTo>
                    <a:pt x="3067349" y="939749"/>
                  </a:lnTo>
                  <a:lnTo>
                    <a:pt x="3068190" y="941383"/>
                  </a:lnTo>
                  <a:lnTo>
                    <a:pt x="3069031" y="942676"/>
                  </a:lnTo>
                  <a:lnTo>
                    <a:pt x="3069873" y="943219"/>
                  </a:lnTo>
                  <a:lnTo>
                    <a:pt x="3070714" y="943398"/>
                  </a:lnTo>
                  <a:lnTo>
                    <a:pt x="3071555" y="943076"/>
                  </a:lnTo>
                  <a:lnTo>
                    <a:pt x="3072396" y="942280"/>
                  </a:lnTo>
                  <a:lnTo>
                    <a:pt x="3073238" y="940527"/>
                  </a:lnTo>
                  <a:lnTo>
                    <a:pt x="3074079" y="939487"/>
                  </a:lnTo>
                  <a:lnTo>
                    <a:pt x="3074920" y="938623"/>
                  </a:lnTo>
                  <a:lnTo>
                    <a:pt x="3075761" y="937537"/>
                  </a:lnTo>
                  <a:lnTo>
                    <a:pt x="3076602" y="935362"/>
                  </a:lnTo>
                  <a:lnTo>
                    <a:pt x="3077444" y="933904"/>
                  </a:lnTo>
                  <a:lnTo>
                    <a:pt x="3078285" y="931445"/>
                  </a:lnTo>
                  <a:lnTo>
                    <a:pt x="3079126" y="930115"/>
                  </a:lnTo>
                  <a:lnTo>
                    <a:pt x="3079967" y="930124"/>
                  </a:lnTo>
                  <a:lnTo>
                    <a:pt x="3080808" y="930091"/>
                  </a:lnTo>
                  <a:lnTo>
                    <a:pt x="3081650" y="929949"/>
                  </a:lnTo>
                  <a:lnTo>
                    <a:pt x="3082491" y="931107"/>
                  </a:lnTo>
                  <a:lnTo>
                    <a:pt x="3083332" y="932277"/>
                  </a:lnTo>
                  <a:lnTo>
                    <a:pt x="3084173" y="934782"/>
                  </a:lnTo>
                  <a:lnTo>
                    <a:pt x="3085014" y="938556"/>
                  </a:lnTo>
                  <a:lnTo>
                    <a:pt x="3085856" y="942846"/>
                  </a:lnTo>
                  <a:lnTo>
                    <a:pt x="3086697" y="946716"/>
                  </a:lnTo>
                  <a:lnTo>
                    <a:pt x="3087538" y="952053"/>
                  </a:lnTo>
                  <a:lnTo>
                    <a:pt x="3088379" y="958211"/>
                  </a:lnTo>
                  <a:lnTo>
                    <a:pt x="3089220" y="965927"/>
                  </a:lnTo>
                  <a:lnTo>
                    <a:pt x="3090062" y="973072"/>
                  </a:lnTo>
                  <a:lnTo>
                    <a:pt x="3090903" y="980500"/>
                  </a:lnTo>
                  <a:lnTo>
                    <a:pt x="3091744" y="986867"/>
                  </a:lnTo>
                  <a:lnTo>
                    <a:pt x="3092585" y="993521"/>
                  </a:lnTo>
                  <a:lnTo>
                    <a:pt x="3093426" y="999854"/>
                  </a:lnTo>
                  <a:lnTo>
                    <a:pt x="3094268" y="1006809"/>
                  </a:lnTo>
                  <a:lnTo>
                    <a:pt x="3095109" y="1012629"/>
                  </a:lnTo>
                  <a:lnTo>
                    <a:pt x="3095950" y="1018558"/>
                  </a:lnTo>
                  <a:lnTo>
                    <a:pt x="3096791" y="1024096"/>
                  </a:lnTo>
                  <a:lnTo>
                    <a:pt x="3097632" y="1030009"/>
                  </a:lnTo>
                  <a:lnTo>
                    <a:pt x="3098474" y="1035148"/>
                  </a:lnTo>
                  <a:lnTo>
                    <a:pt x="3099315" y="1040203"/>
                  </a:lnTo>
                  <a:lnTo>
                    <a:pt x="3100156" y="1045060"/>
                  </a:lnTo>
                  <a:lnTo>
                    <a:pt x="3100997" y="1049965"/>
                  </a:lnTo>
                  <a:lnTo>
                    <a:pt x="3101838" y="1055183"/>
                  </a:lnTo>
                  <a:lnTo>
                    <a:pt x="3102680" y="1059834"/>
                  </a:lnTo>
                  <a:lnTo>
                    <a:pt x="3103521" y="1065955"/>
                  </a:lnTo>
                  <a:lnTo>
                    <a:pt x="3104362" y="1071914"/>
                  </a:lnTo>
                  <a:lnTo>
                    <a:pt x="3105203" y="1077031"/>
                  </a:lnTo>
                  <a:lnTo>
                    <a:pt x="3106044" y="1081971"/>
                  </a:lnTo>
                  <a:lnTo>
                    <a:pt x="3106886" y="1086467"/>
                  </a:lnTo>
                  <a:lnTo>
                    <a:pt x="3107727" y="1090803"/>
                  </a:lnTo>
                  <a:lnTo>
                    <a:pt x="3108568" y="1095681"/>
                  </a:lnTo>
                  <a:lnTo>
                    <a:pt x="3109409" y="1099111"/>
                  </a:lnTo>
                  <a:lnTo>
                    <a:pt x="3110250" y="1102035"/>
                  </a:lnTo>
                  <a:lnTo>
                    <a:pt x="3111092" y="1104190"/>
                  </a:lnTo>
                  <a:lnTo>
                    <a:pt x="3111933" y="1107294"/>
                  </a:lnTo>
                  <a:lnTo>
                    <a:pt x="3112774" y="1109397"/>
                  </a:lnTo>
                  <a:lnTo>
                    <a:pt x="3113615" y="1110808"/>
                  </a:lnTo>
                  <a:lnTo>
                    <a:pt x="3114456" y="1110604"/>
                  </a:lnTo>
                  <a:lnTo>
                    <a:pt x="3115298" y="1108291"/>
                  </a:lnTo>
                  <a:lnTo>
                    <a:pt x="3116139" y="1104425"/>
                  </a:lnTo>
                  <a:lnTo>
                    <a:pt x="3116980" y="1100304"/>
                  </a:lnTo>
                  <a:lnTo>
                    <a:pt x="3117821" y="1096435"/>
                  </a:lnTo>
                  <a:lnTo>
                    <a:pt x="3118662" y="1093410"/>
                  </a:lnTo>
                  <a:lnTo>
                    <a:pt x="3119504" y="1090506"/>
                  </a:lnTo>
                  <a:lnTo>
                    <a:pt x="3120345" y="1086632"/>
                  </a:lnTo>
                  <a:lnTo>
                    <a:pt x="3121186" y="1083627"/>
                  </a:lnTo>
                  <a:lnTo>
                    <a:pt x="3122027" y="1080307"/>
                  </a:lnTo>
                  <a:lnTo>
                    <a:pt x="3122868" y="1077622"/>
                  </a:lnTo>
                  <a:lnTo>
                    <a:pt x="3123710" y="1076288"/>
                  </a:lnTo>
                  <a:lnTo>
                    <a:pt x="3124551" y="1076123"/>
                  </a:lnTo>
                  <a:lnTo>
                    <a:pt x="3125392" y="1075811"/>
                  </a:lnTo>
                  <a:lnTo>
                    <a:pt x="3126233" y="1075457"/>
                  </a:lnTo>
                  <a:lnTo>
                    <a:pt x="3127074" y="1076230"/>
                  </a:lnTo>
                  <a:lnTo>
                    <a:pt x="3127916" y="1077317"/>
                  </a:lnTo>
                  <a:lnTo>
                    <a:pt x="3128757" y="1079199"/>
                  </a:lnTo>
                  <a:lnTo>
                    <a:pt x="3129598" y="1080004"/>
                  </a:lnTo>
                  <a:lnTo>
                    <a:pt x="3130439" y="1080080"/>
                  </a:lnTo>
                  <a:lnTo>
                    <a:pt x="3131280" y="1079825"/>
                  </a:lnTo>
                  <a:lnTo>
                    <a:pt x="3132122" y="1079545"/>
                  </a:lnTo>
                  <a:lnTo>
                    <a:pt x="3132963" y="1079084"/>
                  </a:lnTo>
                  <a:lnTo>
                    <a:pt x="3133804" y="1080605"/>
                  </a:lnTo>
                  <a:lnTo>
                    <a:pt x="3134645" y="1082865"/>
                  </a:lnTo>
                  <a:lnTo>
                    <a:pt x="3135486" y="1085902"/>
                  </a:lnTo>
                  <a:lnTo>
                    <a:pt x="3136328" y="1088085"/>
                  </a:lnTo>
                  <a:lnTo>
                    <a:pt x="3137169" y="1089358"/>
                  </a:lnTo>
                  <a:lnTo>
                    <a:pt x="3138010" y="1091564"/>
                  </a:lnTo>
                  <a:lnTo>
                    <a:pt x="3138851" y="1092828"/>
                  </a:lnTo>
                  <a:lnTo>
                    <a:pt x="3139692" y="1093844"/>
                  </a:lnTo>
                  <a:lnTo>
                    <a:pt x="3140534" y="1095365"/>
                  </a:lnTo>
                  <a:lnTo>
                    <a:pt x="3141375" y="1096580"/>
                  </a:lnTo>
                  <a:lnTo>
                    <a:pt x="3142216" y="1095437"/>
                  </a:lnTo>
                  <a:lnTo>
                    <a:pt x="3143057" y="1096062"/>
                  </a:lnTo>
                  <a:lnTo>
                    <a:pt x="3143899" y="1097340"/>
                  </a:lnTo>
                  <a:lnTo>
                    <a:pt x="3144740" y="1097980"/>
                  </a:lnTo>
                  <a:lnTo>
                    <a:pt x="3145581" y="1098546"/>
                  </a:lnTo>
                  <a:lnTo>
                    <a:pt x="3146422" y="1098597"/>
                  </a:lnTo>
                  <a:lnTo>
                    <a:pt x="3147263" y="1098058"/>
                  </a:lnTo>
                  <a:lnTo>
                    <a:pt x="3148105" y="1096485"/>
                  </a:lnTo>
                  <a:lnTo>
                    <a:pt x="3148946" y="1095532"/>
                  </a:lnTo>
                  <a:lnTo>
                    <a:pt x="3149787" y="1094768"/>
                  </a:lnTo>
                  <a:lnTo>
                    <a:pt x="3150628" y="1093166"/>
                  </a:lnTo>
                  <a:lnTo>
                    <a:pt x="3151469" y="1091496"/>
                  </a:lnTo>
                  <a:lnTo>
                    <a:pt x="3152311" y="1090400"/>
                  </a:lnTo>
                  <a:lnTo>
                    <a:pt x="3153152" y="1089914"/>
                  </a:lnTo>
                  <a:lnTo>
                    <a:pt x="3153993" y="1089440"/>
                  </a:lnTo>
                  <a:lnTo>
                    <a:pt x="3154834" y="1089101"/>
                  </a:lnTo>
                  <a:lnTo>
                    <a:pt x="3155675" y="1088683"/>
                  </a:lnTo>
                  <a:lnTo>
                    <a:pt x="3156517" y="1087965"/>
                  </a:lnTo>
                  <a:lnTo>
                    <a:pt x="3157358" y="1088013"/>
                  </a:lnTo>
                  <a:lnTo>
                    <a:pt x="3158199" y="1087468"/>
                  </a:lnTo>
                  <a:lnTo>
                    <a:pt x="3159040" y="1087391"/>
                  </a:lnTo>
                  <a:lnTo>
                    <a:pt x="3159881" y="1089022"/>
                  </a:lnTo>
                  <a:lnTo>
                    <a:pt x="3160723" y="1090528"/>
                  </a:lnTo>
                  <a:lnTo>
                    <a:pt x="3161564" y="1091821"/>
                  </a:lnTo>
                  <a:lnTo>
                    <a:pt x="3162405" y="1094105"/>
                  </a:lnTo>
                  <a:lnTo>
                    <a:pt x="3163246" y="1096045"/>
                  </a:lnTo>
                  <a:lnTo>
                    <a:pt x="3164087" y="1098732"/>
                  </a:lnTo>
                  <a:lnTo>
                    <a:pt x="3164929" y="1100772"/>
                  </a:lnTo>
                  <a:lnTo>
                    <a:pt x="3165770" y="1103348"/>
                  </a:lnTo>
                  <a:lnTo>
                    <a:pt x="3166611" y="1105170"/>
                  </a:lnTo>
                  <a:lnTo>
                    <a:pt x="3167452" y="1107735"/>
                  </a:lnTo>
                  <a:lnTo>
                    <a:pt x="3168293" y="1109940"/>
                  </a:lnTo>
                  <a:lnTo>
                    <a:pt x="3169135" y="1111312"/>
                  </a:lnTo>
                  <a:lnTo>
                    <a:pt x="3169976" y="1112017"/>
                  </a:lnTo>
                  <a:lnTo>
                    <a:pt x="3170817" y="1112062"/>
                  </a:lnTo>
                  <a:lnTo>
                    <a:pt x="3171658" y="1113602"/>
                  </a:lnTo>
                  <a:lnTo>
                    <a:pt x="3172499" y="1115175"/>
                  </a:lnTo>
                  <a:lnTo>
                    <a:pt x="3173341" y="1115953"/>
                  </a:lnTo>
                  <a:lnTo>
                    <a:pt x="3174182" y="1117571"/>
                  </a:lnTo>
                  <a:lnTo>
                    <a:pt x="3175023" y="1118502"/>
                  </a:lnTo>
                  <a:lnTo>
                    <a:pt x="3175864" y="1119193"/>
                  </a:lnTo>
                  <a:lnTo>
                    <a:pt x="3176705" y="1119732"/>
                  </a:lnTo>
                  <a:lnTo>
                    <a:pt x="3177547" y="1120301"/>
                  </a:lnTo>
                  <a:lnTo>
                    <a:pt x="3178388" y="1121381"/>
                  </a:lnTo>
                  <a:lnTo>
                    <a:pt x="3179229" y="1122667"/>
                  </a:lnTo>
                  <a:lnTo>
                    <a:pt x="3180070" y="1123954"/>
                  </a:lnTo>
                  <a:lnTo>
                    <a:pt x="3180911" y="1124862"/>
                  </a:lnTo>
                  <a:lnTo>
                    <a:pt x="3181753" y="1126320"/>
                  </a:lnTo>
                  <a:lnTo>
                    <a:pt x="3182594" y="1129076"/>
                  </a:lnTo>
                  <a:lnTo>
                    <a:pt x="3183435" y="1131174"/>
                  </a:lnTo>
                  <a:lnTo>
                    <a:pt x="3184276" y="1131822"/>
                  </a:lnTo>
                  <a:lnTo>
                    <a:pt x="3185117" y="1132397"/>
                  </a:lnTo>
                  <a:lnTo>
                    <a:pt x="3185959" y="1133457"/>
                  </a:lnTo>
                  <a:lnTo>
                    <a:pt x="3186800" y="1134003"/>
                  </a:lnTo>
                  <a:lnTo>
                    <a:pt x="3187641" y="1134243"/>
                  </a:lnTo>
                  <a:lnTo>
                    <a:pt x="3188482" y="1134963"/>
                  </a:lnTo>
                  <a:lnTo>
                    <a:pt x="3189323" y="1135455"/>
                  </a:lnTo>
                  <a:lnTo>
                    <a:pt x="3190165" y="1137430"/>
                  </a:lnTo>
                  <a:lnTo>
                    <a:pt x="3191006" y="1140913"/>
                  </a:lnTo>
                  <a:lnTo>
                    <a:pt x="3191847" y="1145197"/>
                  </a:lnTo>
                  <a:lnTo>
                    <a:pt x="3192688" y="1148899"/>
                  </a:lnTo>
                  <a:lnTo>
                    <a:pt x="3193529" y="1153792"/>
                  </a:lnTo>
                  <a:lnTo>
                    <a:pt x="3194371" y="1158439"/>
                  </a:lnTo>
                  <a:lnTo>
                    <a:pt x="3195212" y="1162495"/>
                  </a:lnTo>
                  <a:lnTo>
                    <a:pt x="3196053" y="1167105"/>
                  </a:lnTo>
                  <a:lnTo>
                    <a:pt x="3196894" y="1171388"/>
                  </a:lnTo>
                  <a:lnTo>
                    <a:pt x="3197735" y="1175724"/>
                  </a:lnTo>
                  <a:lnTo>
                    <a:pt x="3198577" y="1179072"/>
                  </a:lnTo>
                  <a:lnTo>
                    <a:pt x="3199418" y="1184148"/>
                  </a:lnTo>
                  <a:lnTo>
                    <a:pt x="3200259" y="1189817"/>
                  </a:lnTo>
                  <a:lnTo>
                    <a:pt x="3201100" y="1196223"/>
                  </a:lnTo>
                  <a:lnTo>
                    <a:pt x="3201941" y="1203558"/>
                  </a:lnTo>
                  <a:lnTo>
                    <a:pt x="3202783" y="1210450"/>
                  </a:lnTo>
                  <a:lnTo>
                    <a:pt x="3203624" y="1215835"/>
                  </a:lnTo>
                  <a:lnTo>
                    <a:pt x="3204465" y="1220487"/>
                  </a:lnTo>
                  <a:lnTo>
                    <a:pt x="3205306" y="1226631"/>
                  </a:lnTo>
                  <a:lnTo>
                    <a:pt x="3206147" y="1232653"/>
                  </a:lnTo>
                  <a:lnTo>
                    <a:pt x="3206989" y="1238958"/>
                  </a:lnTo>
                  <a:lnTo>
                    <a:pt x="3207830" y="1246761"/>
                  </a:lnTo>
                  <a:lnTo>
                    <a:pt x="3208671" y="1255397"/>
                  </a:lnTo>
                  <a:lnTo>
                    <a:pt x="3209512" y="1264835"/>
                  </a:lnTo>
                  <a:lnTo>
                    <a:pt x="3210353" y="1274329"/>
                  </a:lnTo>
                  <a:lnTo>
                    <a:pt x="3211195" y="1282909"/>
                  </a:lnTo>
                  <a:lnTo>
                    <a:pt x="3212036" y="1290533"/>
                  </a:lnTo>
                  <a:lnTo>
                    <a:pt x="3212877" y="1295811"/>
                  </a:lnTo>
                  <a:lnTo>
                    <a:pt x="3213718" y="1298271"/>
                  </a:lnTo>
                  <a:lnTo>
                    <a:pt x="3214560" y="1298118"/>
                  </a:lnTo>
                  <a:lnTo>
                    <a:pt x="3215401" y="1296369"/>
                  </a:lnTo>
                  <a:lnTo>
                    <a:pt x="3216242" y="1293795"/>
                  </a:lnTo>
                  <a:lnTo>
                    <a:pt x="3217083" y="1290404"/>
                  </a:lnTo>
                  <a:lnTo>
                    <a:pt x="3217924" y="1286244"/>
                  </a:lnTo>
                  <a:lnTo>
                    <a:pt x="3218766" y="1281185"/>
                  </a:lnTo>
                  <a:lnTo>
                    <a:pt x="3219607" y="1275948"/>
                  </a:lnTo>
                  <a:lnTo>
                    <a:pt x="3220448" y="1267999"/>
                  </a:lnTo>
                  <a:lnTo>
                    <a:pt x="3221289" y="1259057"/>
                  </a:lnTo>
                  <a:lnTo>
                    <a:pt x="3222130" y="1249371"/>
                  </a:lnTo>
                  <a:lnTo>
                    <a:pt x="3222972" y="1240011"/>
                  </a:lnTo>
                  <a:lnTo>
                    <a:pt x="3223813" y="1231433"/>
                  </a:lnTo>
                  <a:lnTo>
                    <a:pt x="3224654" y="1222861"/>
                  </a:lnTo>
                  <a:lnTo>
                    <a:pt x="3225495" y="1215396"/>
                  </a:lnTo>
                  <a:lnTo>
                    <a:pt x="3226336" y="1208781"/>
                  </a:lnTo>
                  <a:lnTo>
                    <a:pt x="3227178" y="1202843"/>
                  </a:lnTo>
                  <a:lnTo>
                    <a:pt x="3228019" y="1196739"/>
                  </a:lnTo>
                  <a:lnTo>
                    <a:pt x="3228860" y="1190609"/>
                  </a:lnTo>
                  <a:lnTo>
                    <a:pt x="3229701" y="1185261"/>
                  </a:lnTo>
                  <a:lnTo>
                    <a:pt x="3230542" y="1179727"/>
                  </a:lnTo>
                  <a:lnTo>
                    <a:pt x="3231384" y="1174135"/>
                  </a:lnTo>
                  <a:lnTo>
                    <a:pt x="3232225" y="1168883"/>
                  </a:lnTo>
                  <a:lnTo>
                    <a:pt x="3233066" y="1164958"/>
                  </a:lnTo>
                  <a:lnTo>
                    <a:pt x="3233907" y="1160226"/>
                  </a:lnTo>
                  <a:lnTo>
                    <a:pt x="3234748" y="1154628"/>
                  </a:lnTo>
                  <a:lnTo>
                    <a:pt x="3235590" y="1148232"/>
                  </a:lnTo>
                  <a:lnTo>
                    <a:pt x="3236431" y="1140738"/>
                  </a:lnTo>
                  <a:lnTo>
                    <a:pt x="3237272" y="1133452"/>
                  </a:lnTo>
                  <a:lnTo>
                    <a:pt x="3238113" y="1125795"/>
                  </a:lnTo>
                  <a:lnTo>
                    <a:pt x="3238954" y="1118813"/>
                  </a:lnTo>
                  <a:lnTo>
                    <a:pt x="3239796" y="1112272"/>
                  </a:lnTo>
                  <a:lnTo>
                    <a:pt x="3240637" y="1105583"/>
                  </a:lnTo>
                  <a:lnTo>
                    <a:pt x="3241478" y="1098796"/>
                  </a:lnTo>
                  <a:lnTo>
                    <a:pt x="3242319" y="1091651"/>
                  </a:lnTo>
                  <a:lnTo>
                    <a:pt x="3243160" y="1086420"/>
                  </a:lnTo>
                  <a:lnTo>
                    <a:pt x="3244002" y="1081835"/>
                  </a:lnTo>
                  <a:lnTo>
                    <a:pt x="3244843" y="1078315"/>
                  </a:lnTo>
                  <a:lnTo>
                    <a:pt x="3245684" y="1074747"/>
                  </a:lnTo>
                  <a:lnTo>
                    <a:pt x="3246525" y="1072183"/>
                  </a:lnTo>
                  <a:lnTo>
                    <a:pt x="3247366" y="1069410"/>
                  </a:lnTo>
                  <a:lnTo>
                    <a:pt x="3248208" y="1066008"/>
                  </a:lnTo>
                  <a:lnTo>
                    <a:pt x="3249049" y="1063092"/>
                  </a:lnTo>
                  <a:lnTo>
                    <a:pt x="3249890" y="1060213"/>
                  </a:lnTo>
                  <a:lnTo>
                    <a:pt x="3250731" y="1056255"/>
                  </a:lnTo>
                  <a:lnTo>
                    <a:pt x="3251572" y="1052964"/>
                  </a:lnTo>
                  <a:lnTo>
                    <a:pt x="3252414" y="1049335"/>
                  </a:lnTo>
                  <a:lnTo>
                    <a:pt x="3253255" y="1046153"/>
                  </a:lnTo>
                  <a:lnTo>
                    <a:pt x="3254096" y="1043518"/>
                  </a:lnTo>
                  <a:lnTo>
                    <a:pt x="3254937" y="1041032"/>
                  </a:lnTo>
                  <a:lnTo>
                    <a:pt x="3255778" y="1037960"/>
                  </a:lnTo>
                  <a:lnTo>
                    <a:pt x="3256620" y="1033088"/>
                  </a:lnTo>
                  <a:lnTo>
                    <a:pt x="3257461" y="1027633"/>
                  </a:lnTo>
                  <a:lnTo>
                    <a:pt x="3258302" y="1021598"/>
                  </a:lnTo>
                  <a:lnTo>
                    <a:pt x="3259143" y="1016049"/>
                  </a:lnTo>
                  <a:lnTo>
                    <a:pt x="3259984" y="1011730"/>
                  </a:lnTo>
                  <a:lnTo>
                    <a:pt x="3260826" y="1007853"/>
                  </a:lnTo>
                  <a:lnTo>
                    <a:pt x="3261667" y="1003828"/>
                  </a:lnTo>
                  <a:lnTo>
                    <a:pt x="3262508" y="1000762"/>
                  </a:lnTo>
                  <a:lnTo>
                    <a:pt x="3263349" y="999000"/>
                  </a:lnTo>
                  <a:lnTo>
                    <a:pt x="3264190" y="997660"/>
                  </a:lnTo>
                  <a:lnTo>
                    <a:pt x="3265032" y="996720"/>
                  </a:lnTo>
                  <a:lnTo>
                    <a:pt x="3265873" y="995195"/>
                  </a:lnTo>
                  <a:lnTo>
                    <a:pt x="3266714" y="993202"/>
                  </a:lnTo>
                  <a:lnTo>
                    <a:pt x="3267555" y="991855"/>
                  </a:lnTo>
                  <a:lnTo>
                    <a:pt x="3268396" y="991405"/>
                  </a:lnTo>
                  <a:lnTo>
                    <a:pt x="3269238" y="991866"/>
                  </a:lnTo>
                  <a:lnTo>
                    <a:pt x="3270079" y="992859"/>
                  </a:lnTo>
                  <a:lnTo>
                    <a:pt x="3270920" y="993792"/>
                  </a:lnTo>
                  <a:lnTo>
                    <a:pt x="3271761" y="993131"/>
                  </a:lnTo>
                  <a:lnTo>
                    <a:pt x="3272602" y="991976"/>
                  </a:lnTo>
                  <a:lnTo>
                    <a:pt x="3273444" y="991067"/>
                  </a:lnTo>
                  <a:lnTo>
                    <a:pt x="3274285" y="989223"/>
                  </a:lnTo>
                  <a:lnTo>
                    <a:pt x="3275126" y="988009"/>
                  </a:lnTo>
                  <a:lnTo>
                    <a:pt x="3275967" y="985787"/>
                  </a:lnTo>
                  <a:lnTo>
                    <a:pt x="3276808" y="982072"/>
                  </a:lnTo>
                  <a:lnTo>
                    <a:pt x="3277650" y="979115"/>
                  </a:lnTo>
                  <a:lnTo>
                    <a:pt x="3278491" y="976578"/>
                  </a:lnTo>
                  <a:lnTo>
                    <a:pt x="3279332" y="974743"/>
                  </a:lnTo>
                  <a:lnTo>
                    <a:pt x="3280173" y="972386"/>
                  </a:lnTo>
                  <a:lnTo>
                    <a:pt x="3281014" y="970335"/>
                  </a:lnTo>
                  <a:lnTo>
                    <a:pt x="3281856" y="967852"/>
                  </a:lnTo>
                  <a:lnTo>
                    <a:pt x="3282697" y="965445"/>
                  </a:lnTo>
                  <a:lnTo>
                    <a:pt x="3283538" y="964575"/>
                  </a:lnTo>
                  <a:lnTo>
                    <a:pt x="3284379" y="964722"/>
                  </a:lnTo>
                  <a:lnTo>
                    <a:pt x="3285221" y="965900"/>
                  </a:lnTo>
                  <a:lnTo>
                    <a:pt x="3286062" y="966688"/>
                  </a:lnTo>
                  <a:lnTo>
                    <a:pt x="3286903" y="967243"/>
                  </a:lnTo>
                  <a:lnTo>
                    <a:pt x="3287744" y="966956"/>
                  </a:lnTo>
                  <a:lnTo>
                    <a:pt x="3288585" y="967596"/>
                  </a:lnTo>
                  <a:lnTo>
                    <a:pt x="3289427" y="968487"/>
                  </a:lnTo>
                  <a:lnTo>
                    <a:pt x="3290268" y="968997"/>
                  </a:lnTo>
                  <a:lnTo>
                    <a:pt x="3291109" y="969178"/>
                  </a:lnTo>
                  <a:lnTo>
                    <a:pt x="3291950" y="968857"/>
                  </a:lnTo>
                  <a:lnTo>
                    <a:pt x="3292791" y="968568"/>
                  </a:lnTo>
                  <a:lnTo>
                    <a:pt x="3293633" y="968598"/>
                  </a:lnTo>
                  <a:lnTo>
                    <a:pt x="3294474" y="968727"/>
                  </a:lnTo>
                  <a:lnTo>
                    <a:pt x="3295315" y="968578"/>
                  </a:lnTo>
                  <a:lnTo>
                    <a:pt x="3296156" y="968164"/>
                  </a:lnTo>
                  <a:lnTo>
                    <a:pt x="3296997" y="968328"/>
                  </a:lnTo>
                  <a:lnTo>
                    <a:pt x="3297839" y="969770"/>
                  </a:lnTo>
                  <a:lnTo>
                    <a:pt x="3298680" y="970951"/>
                  </a:lnTo>
                  <a:lnTo>
                    <a:pt x="3299521" y="973207"/>
                  </a:lnTo>
                  <a:lnTo>
                    <a:pt x="3300362" y="976394"/>
                  </a:lnTo>
                  <a:lnTo>
                    <a:pt x="3301203" y="978274"/>
                  </a:lnTo>
                  <a:lnTo>
                    <a:pt x="3302045" y="979360"/>
                  </a:lnTo>
                  <a:lnTo>
                    <a:pt x="3302886" y="978714"/>
                  </a:lnTo>
                  <a:lnTo>
                    <a:pt x="3303727" y="978042"/>
                  </a:lnTo>
                  <a:lnTo>
                    <a:pt x="3304568" y="978148"/>
                  </a:lnTo>
                  <a:lnTo>
                    <a:pt x="3305409" y="977894"/>
                  </a:lnTo>
                  <a:lnTo>
                    <a:pt x="3306251" y="977661"/>
                  </a:lnTo>
                  <a:lnTo>
                    <a:pt x="3307092" y="978052"/>
                  </a:lnTo>
                  <a:lnTo>
                    <a:pt x="3307933" y="978767"/>
                  </a:lnTo>
                  <a:lnTo>
                    <a:pt x="3308774" y="979369"/>
                  </a:lnTo>
                  <a:lnTo>
                    <a:pt x="3309615" y="980320"/>
                  </a:lnTo>
                  <a:lnTo>
                    <a:pt x="3310457" y="982952"/>
                  </a:lnTo>
                  <a:lnTo>
                    <a:pt x="3311298" y="985576"/>
                  </a:lnTo>
                  <a:lnTo>
                    <a:pt x="3312139" y="987120"/>
                  </a:lnTo>
                  <a:lnTo>
                    <a:pt x="3312980" y="988063"/>
                  </a:lnTo>
                  <a:lnTo>
                    <a:pt x="3313821" y="988645"/>
                  </a:lnTo>
                  <a:lnTo>
                    <a:pt x="3314663" y="988603"/>
                  </a:lnTo>
                  <a:lnTo>
                    <a:pt x="3315504" y="990266"/>
                  </a:lnTo>
                  <a:lnTo>
                    <a:pt x="3316345" y="992875"/>
                  </a:lnTo>
                  <a:lnTo>
                    <a:pt x="3317186" y="996066"/>
                  </a:lnTo>
                  <a:lnTo>
                    <a:pt x="3318027" y="999037"/>
                  </a:lnTo>
                  <a:lnTo>
                    <a:pt x="3318869" y="1002078"/>
                  </a:lnTo>
                  <a:lnTo>
                    <a:pt x="3319710" y="1006045"/>
                  </a:lnTo>
                  <a:lnTo>
                    <a:pt x="3320551" y="1010707"/>
                  </a:lnTo>
                  <a:lnTo>
                    <a:pt x="3321392" y="1014990"/>
                  </a:lnTo>
                  <a:lnTo>
                    <a:pt x="3322233" y="1019767"/>
                  </a:lnTo>
                  <a:lnTo>
                    <a:pt x="3323075" y="1024342"/>
                  </a:lnTo>
                  <a:lnTo>
                    <a:pt x="3323916" y="1028526"/>
                  </a:lnTo>
                  <a:lnTo>
                    <a:pt x="3324757" y="1032587"/>
                  </a:lnTo>
                  <a:lnTo>
                    <a:pt x="3325598" y="1036289"/>
                  </a:lnTo>
                  <a:lnTo>
                    <a:pt x="3326439" y="1041247"/>
                  </a:lnTo>
                  <a:lnTo>
                    <a:pt x="3327281" y="1045779"/>
                  </a:lnTo>
                  <a:lnTo>
                    <a:pt x="3328122" y="1049633"/>
                  </a:lnTo>
                  <a:lnTo>
                    <a:pt x="3328963" y="1053918"/>
                  </a:lnTo>
                  <a:lnTo>
                    <a:pt x="3329804" y="1058112"/>
                  </a:lnTo>
                  <a:lnTo>
                    <a:pt x="3330645" y="1061605"/>
                  </a:lnTo>
                  <a:lnTo>
                    <a:pt x="3331487" y="1065291"/>
                  </a:lnTo>
                  <a:lnTo>
                    <a:pt x="3332328" y="1068358"/>
                  </a:lnTo>
                  <a:lnTo>
                    <a:pt x="3333169" y="1072363"/>
                  </a:lnTo>
                  <a:lnTo>
                    <a:pt x="3334010" y="1076133"/>
                  </a:lnTo>
                  <a:lnTo>
                    <a:pt x="3334851" y="1080528"/>
                  </a:lnTo>
                  <a:lnTo>
                    <a:pt x="3335693" y="1084269"/>
                  </a:lnTo>
                  <a:lnTo>
                    <a:pt x="3336534" y="1087665"/>
                  </a:lnTo>
                  <a:lnTo>
                    <a:pt x="3337375" y="1091996"/>
                  </a:lnTo>
                  <a:lnTo>
                    <a:pt x="3338216" y="1096464"/>
                  </a:lnTo>
                  <a:lnTo>
                    <a:pt x="3339057" y="1101313"/>
                  </a:lnTo>
                  <a:lnTo>
                    <a:pt x="3339899" y="1105661"/>
                  </a:lnTo>
                  <a:lnTo>
                    <a:pt x="3340740" y="1109795"/>
                  </a:lnTo>
                  <a:lnTo>
                    <a:pt x="3341581" y="1114196"/>
                  </a:lnTo>
                  <a:lnTo>
                    <a:pt x="3342422" y="1117861"/>
                  </a:lnTo>
                  <a:lnTo>
                    <a:pt x="3343263" y="1121769"/>
                  </a:lnTo>
                  <a:lnTo>
                    <a:pt x="3344105" y="1125628"/>
                  </a:lnTo>
                  <a:lnTo>
                    <a:pt x="3344946" y="1130512"/>
                  </a:lnTo>
                  <a:lnTo>
                    <a:pt x="3345787" y="1134957"/>
                  </a:lnTo>
                  <a:lnTo>
                    <a:pt x="3346628" y="1139070"/>
                  </a:lnTo>
                  <a:lnTo>
                    <a:pt x="3347469" y="1142663"/>
                  </a:lnTo>
                  <a:lnTo>
                    <a:pt x="3348311" y="1146744"/>
                  </a:lnTo>
                  <a:lnTo>
                    <a:pt x="3349152" y="1151728"/>
                  </a:lnTo>
                  <a:lnTo>
                    <a:pt x="3349993" y="1155825"/>
                  </a:lnTo>
                  <a:lnTo>
                    <a:pt x="3350834" y="1160162"/>
                  </a:lnTo>
                  <a:lnTo>
                    <a:pt x="3351675" y="1164782"/>
                  </a:lnTo>
                  <a:lnTo>
                    <a:pt x="3352517" y="1170201"/>
                  </a:lnTo>
                  <a:lnTo>
                    <a:pt x="3353358" y="1175965"/>
                  </a:lnTo>
                  <a:lnTo>
                    <a:pt x="3354199" y="1182207"/>
                  </a:lnTo>
                  <a:lnTo>
                    <a:pt x="3355040" y="1188791"/>
                  </a:lnTo>
                  <a:lnTo>
                    <a:pt x="3355882" y="1195845"/>
                  </a:lnTo>
                  <a:lnTo>
                    <a:pt x="3356723" y="1202568"/>
                  </a:lnTo>
                  <a:lnTo>
                    <a:pt x="3357564" y="1209956"/>
                  </a:lnTo>
                  <a:lnTo>
                    <a:pt x="3358405" y="1217001"/>
                  </a:lnTo>
                  <a:lnTo>
                    <a:pt x="3359246" y="1223270"/>
                  </a:lnTo>
                  <a:lnTo>
                    <a:pt x="3360088" y="1229722"/>
                  </a:lnTo>
                  <a:lnTo>
                    <a:pt x="3360929" y="1235240"/>
                  </a:lnTo>
                  <a:lnTo>
                    <a:pt x="3361770" y="1239964"/>
                  </a:lnTo>
                  <a:lnTo>
                    <a:pt x="3362611" y="1245080"/>
                  </a:lnTo>
                  <a:lnTo>
                    <a:pt x="3363452" y="1249457"/>
                  </a:lnTo>
                  <a:lnTo>
                    <a:pt x="3364294" y="1254024"/>
                  </a:lnTo>
                  <a:lnTo>
                    <a:pt x="3365135" y="1257813"/>
                  </a:lnTo>
                  <a:lnTo>
                    <a:pt x="3365976" y="1259740"/>
                  </a:lnTo>
                  <a:lnTo>
                    <a:pt x="3366817" y="1262006"/>
                  </a:lnTo>
                  <a:lnTo>
                    <a:pt x="3367658" y="1264185"/>
                  </a:lnTo>
                  <a:lnTo>
                    <a:pt x="3368500" y="1265730"/>
                  </a:lnTo>
                  <a:lnTo>
                    <a:pt x="3369341" y="1266982"/>
                  </a:lnTo>
                  <a:lnTo>
                    <a:pt x="3370182" y="1267484"/>
                  </a:lnTo>
                  <a:lnTo>
                    <a:pt x="3371023" y="1267684"/>
                  </a:lnTo>
                  <a:lnTo>
                    <a:pt x="3371864" y="1268046"/>
                  </a:lnTo>
                  <a:lnTo>
                    <a:pt x="3372706" y="1268464"/>
                  </a:lnTo>
                  <a:lnTo>
                    <a:pt x="3373547" y="1267023"/>
                  </a:lnTo>
                  <a:lnTo>
                    <a:pt x="3374388" y="1263927"/>
                  </a:lnTo>
                  <a:lnTo>
                    <a:pt x="3375229" y="1259852"/>
                  </a:lnTo>
                  <a:lnTo>
                    <a:pt x="3376070" y="1254288"/>
                  </a:lnTo>
                  <a:lnTo>
                    <a:pt x="3376912" y="1248891"/>
                  </a:lnTo>
                  <a:lnTo>
                    <a:pt x="3377753" y="1243804"/>
                  </a:lnTo>
                  <a:lnTo>
                    <a:pt x="3378594" y="1238780"/>
                  </a:lnTo>
                  <a:lnTo>
                    <a:pt x="3379435" y="1234644"/>
                  </a:lnTo>
                  <a:lnTo>
                    <a:pt x="3380276" y="1230555"/>
                  </a:lnTo>
                  <a:lnTo>
                    <a:pt x="3381118" y="1227100"/>
                  </a:lnTo>
                  <a:lnTo>
                    <a:pt x="3381959" y="1224177"/>
                  </a:lnTo>
                  <a:lnTo>
                    <a:pt x="3382800" y="1221865"/>
                  </a:lnTo>
                  <a:lnTo>
                    <a:pt x="3383641" y="1219502"/>
                  </a:lnTo>
                  <a:lnTo>
                    <a:pt x="3384482" y="1217308"/>
                  </a:lnTo>
                  <a:lnTo>
                    <a:pt x="3385324" y="1215041"/>
                  </a:lnTo>
                  <a:lnTo>
                    <a:pt x="3386165" y="1213822"/>
                  </a:lnTo>
                  <a:lnTo>
                    <a:pt x="3387006" y="1213696"/>
                  </a:lnTo>
                  <a:lnTo>
                    <a:pt x="3387847" y="1212523"/>
                  </a:lnTo>
                  <a:lnTo>
                    <a:pt x="3388688" y="1212232"/>
                  </a:lnTo>
                  <a:lnTo>
                    <a:pt x="3389530" y="1211988"/>
                  </a:lnTo>
                  <a:lnTo>
                    <a:pt x="3390371" y="1211603"/>
                  </a:lnTo>
                  <a:lnTo>
                    <a:pt x="3391212" y="1210370"/>
                  </a:lnTo>
                  <a:lnTo>
                    <a:pt x="3392053" y="1207749"/>
                  </a:lnTo>
                  <a:lnTo>
                    <a:pt x="3392894" y="1204119"/>
                  </a:lnTo>
                  <a:lnTo>
                    <a:pt x="3393736" y="1199280"/>
                  </a:lnTo>
                  <a:lnTo>
                    <a:pt x="3394577" y="1193897"/>
                  </a:lnTo>
                  <a:lnTo>
                    <a:pt x="3395418" y="1188162"/>
                  </a:lnTo>
                  <a:lnTo>
                    <a:pt x="3396259" y="1183305"/>
                  </a:lnTo>
                  <a:lnTo>
                    <a:pt x="3397100" y="1178647"/>
                  </a:lnTo>
                  <a:lnTo>
                    <a:pt x="3397942" y="1173320"/>
                  </a:lnTo>
                  <a:lnTo>
                    <a:pt x="3398783" y="1168124"/>
                  </a:lnTo>
                  <a:lnTo>
                    <a:pt x="3399624" y="1162130"/>
                  </a:lnTo>
                  <a:lnTo>
                    <a:pt x="3400465" y="1156739"/>
                  </a:lnTo>
                  <a:lnTo>
                    <a:pt x="3401306" y="1151416"/>
                  </a:lnTo>
                  <a:lnTo>
                    <a:pt x="3402148" y="1145825"/>
                  </a:lnTo>
                  <a:lnTo>
                    <a:pt x="3402989" y="1140867"/>
                  </a:lnTo>
                  <a:lnTo>
                    <a:pt x="3403830" y="1137037"/>
                  </a:lnTo>
                  <a:lnTo>
                    <a:pt x="3404671" y="1134392"/>
                  </a:lnTo>
                  <a:lnTo>
                    <a:pt x="3405512" y="1132317"/>
                  </a:lnTo>
                  <a:lnTo>
                    <a:pt x="3406354" y="1131006"/>
                  </a:lnTo>
                  <a:lnTo>
                    <a:pt x="3407195" y="1129733"/>
                  </a:lnTo>
                  <a:lnTo>
                    <a:pt x="3408036" y="1128323"/>
                  </a:lnTo>
                  <a:lnTo>
                    <a:pt x="3408877" y="1127346"/>
                  </a:lnTo>
                  <a:lnTo>
                    <a:pt x="3409718" y="1125756"/>
                  </a:lnTo>
                  <a:lnTo>
                    <a:pt x="3410560" y="1124158"/>
                  </a:lnTo>
                  <a:lnTo>
                    <a:pt x="3411401" y="1121113"/>
                  </a:lnTo>
                  <a:lnTo>
                    <a:pt x="3412242" y="1117541"/>
                  </a:lnTo>
                  <a:lnTo>
                    <a:pt x="3413083" y="1114026"/>
                  </a:lnTo>
                  <a:lnTo>
                    <a:pt x="3413924" y="1110963"/>
                  </a:lnTo>
                  <a:lnTo>
                    <a:pt x="3414766" y="1109814"/>
                  </a:lnTo>
                  <a:lnTo>
                    <a:pt x="3415607" y="1109311"/>
                  </a:lnTo>
                  <a:lnTo>
                    <a:pt x="3416448" y="1109946"/>
                  </a:lnTo>
                  <a:lnTo>
                    <a:pt x="3417289" y="1110638"/>
                  </a:lnTo>
                  <a:lnTo>
                    <a:pt x="3418130" y="1113604"/>
                  </a:lnTo>
                  <a:lnTo>
                    <a:pt x="3418972" y="1117406"/>
                  </a:lnTo>
                  <a:lnTo>
                    <a:pt x="3419813" y="1121946"/>
                  </a:lnTo>
                  <a:lnTo>
                    <a:pt x="3420654" y="1126722"/>
                  </a:lnTo>
                  <a:lnTo>
                    <a:pt x="3421495" y="1130731"/>
                  </a:lnTo>
                  <a:lnTo>
                    <a:pt x="3422336" y="1133697"/>
                  </a:lnTo>
                  <a:lnTo>
                    <a:pt x="3423178" y="1136723"/>
                  </a:lnTo>
                  <a:lnTo>
                    <a:pt x="3424019" y="1139726"/>
                  </a:lnTo>
                  <a:lnTo>
                    <a:pt x="3424860" y="1143575"/>
                  </a:lnTo>
                  <a:lnTo>
                    <a:pt x="3425701" y="1146431"/>
                  </a:lnTo>
                  <a:lnTo>
                    <a:pt x="3426543" y="1149526"/>
                  </a:lnTo>
                  <a:lnTo>
                    <a:pt x="3427384" y="1151586"/>
                  </a:lnTo>
                  <a:lnTo>
                    <a:pt x="3428225" y="1151898"/>
                  </a:lnTo>
                  <a:lnTo>
                    <a:pt x="3429066" y="1151453"/>
                  </a:lnTo>
                  <a:lnTo>
                    <a:pt x="3429907" y="1150758"/>
                  </a:lnTo>
                  <a:lnTo>
                    <a:pt x="3430749" y="1149385"/>
                  </a:lnTo>
                  <a:lnTo>
                    <a:pt x="3431590" y="1147013"/>
                  </a:lnTo>
                  <a:lnTo>
                    <a:pt x="3432431" y="1142725"/>
                  </a:lnTo>
                  <a:lnTo>
                    <a:pt x="3433272" y="1137061"/>
                  </a:lnTo>
                  <a:lnTo>
                    <a:pt x="3434113" y="1132152"/>
                  </a:lnTo>
                  <a:lnTo>
                    <a:pt x="3434955" y="1126960"/>
                  </a:lnTo>
                  <a:lnTo>
                    <a:pt x="3435796" y="1122299"/>
                  </a:lnTo>
                  <a:lnTo>
                    <a:pt x="3436637" y="1117877"/>
                  </a:lnTo>
                  <a:lnTo>
                    <a:pt x="3437478" y="1113927"/>
                  </a:lnTo>
                  <a:lnTo>
                    <a:pt x="3438319" y="1111172"/>
                  </a:lnTo>
                  <a:lnTo>
                    <a:pt x="3439161" y="1108982"/>
                  </a:lnTo>
                  <a:lnTo>
                    <a:pt x="3440002" y="1108992"/>
                  </a:lnTo>
                  <a:lnTo>
                    <a:pt x="3440843" y="1110455"/>
                  </a:lnTo>
                  <a:lnTo>
                    <a:pt x="3441684" y="1112088"/>
                  </a:lnTo>
                  <a:lnTo>
                    <a:pt x="3442525" y="1115306"/>
                  </a:lnTo>
                  <a:lnTo>
                    <a:pt x="3443367" y="1118123"/>
                  </a:lnTo>
                  <a:lnTo>
                    <a:pt x="3444208" y="1121916"/>
                  </a:lnTo>
                  <a:lnTo>
                    <a:pt x="3445049" y="1126699"/>
                  </a:lnTo>
                  <a:lnTo>
                    <a:pt x="3445890" y="1130891"/>
                  </a:lnTo>
                  <a:lnTo>
                    <a:pt x="3446731" y="1134485"/>
                  </a:lnTo>
                  <a:lnTo>
                    <a:pt x="3447573" y="1137205"/>
                  </a:lnTo>
                  <a:lnTo>
                    <a:pt x="3448414" y="1138939"/>
                  </a:lnTo>
                  <a:lnTo>
                    <a:pt x="3449255" y="1140222"/>
                  </a:lnTo>
                  <a:lnTo>
                    <a:pt x="3450096" y="1140508"/>
                  </a:lnTo>
                  <a:lnTo>
                    <a:pt x="3450937" y="1141274"/>
                  </a:lnTo>
                  <a:lnTo>
                    <a:pt x="3451779" y="1142276"/>
                  </a:lnTo>
                  <a:lnTo>
                    <a:pt x="3452620" y="1142948"/>
                  </a:lnTo>
                  <a:lnTo>
                    <a:pt x="3453461" y="1142223"/>
                  </a:lnTo>
                  <a:lnTo>
                    <a:pt x="3454302" y="1141541"/>
                  </a:lnTo>
                  <a:lnTo>
                    <a:pt x="3455143" y="1140696"/>
                  </a:lnTo>
                  <a:lnTo>
                    <a:pt x="3455985" y="1141498"/>
                  </a:lnTo>
                  <a:lnTo>
                    <a:pt x="3456826" y="1141828"/>
                  </a:lnTo>
                  <a:lnTo>
                    <a:pt x="3457667" y="1143071"/>
                  </a:lnTo>
                  <a:lnTo>
                    <a:pt x="3458508" y="1146253"/>
                  </a:lnTo>
                  <a:lnTo>
                    <a:pt x="3459349" y="1150431"/>
                  </a:lnTo>
                  <a:lnTo>
                    <a:pt x="3460191" y="1155268"/>
                  </a:lnTo>
                  <a:lnTo>
                    <a:pt x="3461032" y="1159529"/>
                  </a:lnTo>
                  <a:lnTo>
                    <a:pt x="3461873" y="1163395"/>
                  </a:lnTo>
                  <a:lnTo>
                    <a:pt x="3462714" y="1167247"/>
                  </a:lnTo>
                  <a:lnTo>
                    <a:pt x="3463555" y="1171115"/>
                  </a:lnTo>
                  <a:lnTo>
                    <a:pt x="3464397" y="1175248"/>
                  </a:lnTo>
                  <a:lnTo>
                    <a:pt x="3465238" y="1178420"/>
                  </a:lnTo>
                  <a:lnTo>
                    <a:pt x="3466079" y="1181753"/>
                  </a:lnTo>
                  <a:lnTo>
                    <a:pt x="3466920" y="1185377"/>
                  </a:lnTo>
                  <a:lnTo>
                    <a:pt x="3467761" y="1187809"/>
                  </a:lnTo>
                  <a:lnTo>
                    <a:pt x="3468603" y="1189776"/>
                  </a:lnTo>
                  <a:lnTo>
                    <a:pt x="3469444" y="1191679"/>
                  </a:lnTo>
                  <a:lnTo>
                    <a:pt x="3470285" y="1193073"/>
                  </a:lnTo>
                  <a:lnTo>
                    <a:pt x="3471126" y="1194383"/>
                  </a:lnTo>
                  <a:lnTo>
                    <a:pt x="3471967" y="1195469"/>
                  </a:lnTo>
                  <a:lnTo>
                    <a:pt x="3472809" y="1193018"/>
                  </a:lnTo>
                  <a:lnTo>
                    <a:pt x="3473650" y="1192014"/>
                  </a:lnTo>
                  <a:lnTo>
                    <a:pt x="3474491" y="1190035"/>
                  </a:lnTo>
                  <a:lnTo>
                    <a:pt x="3475332" y="1187963"/>
                  </a:lnTo>
                  <a:lnTo>
                    <a:pt x="3476173" y="1185777"/>
                  </a:lnTo>
                  <a:lnTo>
                    <a:pt x="3477015" y="1184189"/>
                  </a:lnTo>
                  <a:lnTo>
                    <a:pt x="3477856" y="1182614"/>
                  </a:lnTo>
                  <a:lnTo>
                    <a:pt x="3478697" y="1181103"/>
                  </a:lnTo>
                  <a:lnTo>
                    <a:pt x="3479538" y="1179620"/>
                  </a:lnTo>
                  <a:lnTo>
                    <a:pt x="3480379" y="1179533"/>
                  </a:lnTo>
                  <a:lnTo>
                    <a:pt x="3481221" y="1179678"/>
                  </a:lnTo>
                  <a:lnTo>
                    <a:pt x="3482062" y="1180743"/>
                  </a:lnTo>
                  <a:lnTo>
                    <a:pt x="3482903" y="1182405"/>
                  </a:lnTo>
                  <a:lnTo>
                    <a:pt x="3483744" y="1182990"/>
                  </a:lnTo>
                  <a:lnTo>
                    <a:pt x="3484585" y="1182866"/>
                  </a:lnTo>
                  <a:lnTo>
                    <a:pt x="3485427" y="1182650"/>
                  </a:lnTo>
                  <a:lnTo>
                    <a:pt x="3486268" y="1182111"/>
                  </a:lnTo>
                  <a:lnTo>
                    <a:pt x="3487109" y="1181847"/>
                  </a:lnTo>
                  <a:lnTo>
                    <a:pt x="3487950" y="1180826"/>
                  </a:lnTo>
                  <a:lnTo>
                    <a:pt x="3488791" y="1178455"/>
                  </a:lnTo>
                  <a:lnTo>
                    <a:pt x="3489633" y="1175840"/>
                  </a:lnTo>
                  <a:lnTo>
                    <a:pt x="3490474" y="1172880"/>
                  </a:lnTo>
                  <a:lnTo>
                    <a:pt x="3491315" y="1170018"/>
                  </a:lnTo>
                  <a:lnTo>
                    <a:pt x="3492156" y="1167575"/>
                  </a:lnTo>
                  <a:lnTo>
                    <a:pt x="3492997" y="1164708"/>
                  </a:lnTo>
                  <a:lnTo>
                    <a:pt x="3493839" y="1162341"/>
                  </a:lnTo>
                  <a:lnTo>
                    <a:pt x="3494680" y="1158795"/>
                  </a:lnTo>
                  <a:lnTo>
                    <a:pt x="3495521" y="1155201"/>
                  </a:lnTo>
                  <a:lnTo>
                    <a:pt x="3496362" y="1151427"/>
                  </a:lnTo>
                  <a:lnTo>
                    <a:pt x="3497204" y="1147111"/>
                  </a:lnTo>
                  <a:lnTo>
                    <a:pt x="3498045" y="1142660"/>
                  </a:lnTo>
                  <a:lnTo>
                    <a:pt x="3498886" y="1138059"/>
                  </a:lnTo>
                  <a:lnTo>
                    <a:pt x="3499727" y="1133202"/>
                  </a:lnTo>
                  <a:lnTo>
                    <a:pt x="3500568" y="1128020"/>
                  </a:lnTo>
                  <a:lnTo>
                    <a:pt x="3501410" y="1121749"/>
                  </a:lnTo>
                  <a:lnTo>
                    <a:pt x="3502251" y="1115678"/>
                  </a:lnTo>
                  <a:lnTo>
                    <a:pt x="3503092" y="1110113"/>
                  </a:lnTo>
                  <a:lnTo>
                    <a:pt x="3503933" y="1105541"/>
                  </a:lnTo>
                  <a:lnTo>
                    <a:pt x="3504774" y="1099897"/>
                  </a:lnTo>
                  <a:lnTo>
                    <a:pt x="3505616" y="1094095"/>
                  </a:lnTo>
                  <a:lnTo>
                    <a:pt x="3506457" y="1087486"/>
                  </a:lnTo>
                  <a:lnTo>
                    <a:pt x="3507298" y="1081645"/>
                  </a:lnTo>
                  <a:lnTo>
                    <a:pt x="3508139" y="1076713"/>
                  </a:lnTo>
                  <a:lnTo>
                    <a:pt x="3508980" y="1072274"/>
                  </a:lnTo>
                  <a:lnTo>
                    <a:pt x="3509822" y="1069115"/>
                  </a:lnTo>
                  <a:lnTo>
                    <a:pt x="3510663" y="1065878"/>
                  </a:lnTo>
                  <a:lnTo>
                    <a:pt x="3511504" y="1063197"/>
                  </a:lnTo>
                  <a:lnTo>
                    <a:pt x="3512345" y="1061152"/>
                  </a:lnTo>
                  <a:lnTo>
                    <a:pt x="3513186" y="1058354"/>
                  </a:lnTo>
                  <a:lnTo>
                    <a:pt x="3514028" y="1055916"/>
                  </a:lnTo>
                  <a:lnTo>
                    <a:pt x="3514869" y="1053378"/>
                  </a:lnTo>
                  <a:lnTo>
                    <a:pt x="3515710" y="1050805"/>
                  </a:lnTo>
                  <a:lnTo>
                    <a:pt x="3516551" y="1048235"/>
                  </a:lnTo>
                  <a:lnTo>
                    <a:pt x="3517392" y="1045786"/>
                  </a:lnTo>
                  <a:lnTo>
                    <a:pt x="3518234" y="1043893"/>
                  </a:lnTo>
                  <a:lnTo>
                    <a:pt x="3519075" y="1042140"/>
                  </a:lnTo>
                  <a:lnTo>
                    <a:pt x="3519916" y="1040653"/>
                  </a:lnTo>
                  <a:lnTo>
                    <a:pt x="3520757" y="1039118"/>
                  </a:lnTo>
                  <a:lnTo>
                    <a:pt x="3521598" y="1037583"/>
                  </a:lnTo>
                  <a:lnTo>
                    <a:pt x="3522440" y="1035997"/>
                  </a:lnTo>
                  <a:lnTo>
                    <a:pt x="3523281" y="1033572"/>
                  </a:lnTo>
                  <a:lnTo>
                    <a:pt x="3524122" y="1031350"/>
                  </a:lnTo>
                  <a:lnTo>
                    <a:pt x="3524963" y="1029814"/>
                  </a:lnTo>
                  <a:lnTo>
                    <a:pt x="3525804" y="1028654"/>
                  </a:lnTo>
                  <a:lnTo>
                    <a:pt x="3526646" y="1028338"/>
                  </a:lnTo>
                  <a:lnTo>
                    <a:pt x="3527487" y="1027861"/>
                  </a:lnTo>
                  <a:lnTo>
                    <a:pt x="3528328" y="1027907"/>
                  </a:lnTo>
                  <a:lnTo>
                    <a:pt x="3529169" y="1028835"/>
                  </a:lnTo>
                  <a:lnTo>
                    <a:pt x="3530010" y="1030449"/>
                  </a:lnTo>
                  <a:lnTo>
                    <a:pt x="3530852" y="1032589"/>
                  </a:lnTo>
                  <a:lnTo>
                    <a:pt x="3531693" y="1034412"/>
                  </a:lnTo>
                  <a:lnTo>
                    <a:pt x="3532534" y="1036250"/>
                  </a:lnTo>
                  <a:lnTo>
                    <a:pt x="3533375" y="1038773"/>
                  </a:lnTo>
                  <a:lnTo>
                    <a:pt x="3534216" y="1042032"/>
                  </a:lnTo>
                  <a:lnTo>
                    <a:pt x="3535058" y="1044601"/>
                  </a:lnTo>
                  <a:lnTo>
                    <a:pt x="3535899" y="1046635"/>
                  </a:lnTo>
                  <a:lnTo>
                    <a:pt x="3536740" y="1048735"/>
                  </a:lnTo>
                  <a:lnTo>
                    <a:pt x="3537581" y="1050077"/>
                  </a:lnTo>
                  <a:lnTo>
                    <a:pt x="3538422" y="1051141"/>
                  </a:lnTo>
                  <a:lnTo>
                    <a:pt x="3539264" y="1051093"/>
                  </a:lnTo>
                  <a:lnTo>
                    <a:pt x="3540105" y="1050517"/>
                  </a:lnTo>
                  <a:lnTo>
                    <a:pt x="3540946" y="1047903"/>
                  </a:lnTo>
                  <a:lnTo>
                    <a:pt x="3541787" y="1045713"/>
                  </a:lnTo>
                  <a:lnTo>
                    <a:pt x="3542628" y="1043076"/>
                  </a:lnTo>
                  <a:lnTo>
                    <a:pt x="3543470" y="1041034"/>
                  </a:lnTo>
                  <a:lnTo>
                    <a:pt x="3544311" y="1040172"/>
                  </a:lnTo>
                  <a:lnTo>
                    <a:pt x="3545152" y="1039107"/>
                  </a:lnTo>
                  <a:lnTo>
                    <a:pt x="3545993" y="1038493"/>
                  </a:lnTo>
                  <a:lnTo>
                    <a:pt x="3546834" y="1037828"/>
                  </a:lnTo>
                  <a:lnTo>
                    <a:pt x="3547676" y="1037708"/>
                  </a:lnTo>
                  <a:lnTo>
                    <a:pt x="3548517" y="1037561"/>
                  </a:lnTo>
                  <a:lnTo>
                    <a:pt x="3549358" y="1038208"/>
                  </a:lnTo>
                  <a:lnTo>
                    <a:pt x="3550199" y="1038379"/>
                  </a:lnTo>
                  <a:lnTo>
                    <a:pt x="3551040" y="1038908"/>
                  </a:lnTo>
                  <a:lnTo>
                    <a:pt x="3551882" y="1039749"/>
                  </a:lnTo>
                  <a:lnTo>
                    <a:pt x="3552723" y="1040352"/>
                  </a:lnTo>
                  <a:lnTo>
                    <a:pt x="3553564" y="1040491"/>
                  </a:lnTo>
                  <a:lnTo>
                    <a:pt x="3554405" y="1039495"/>
                  </a:lnTo>
                  <a:lnTo>
                    <a:pt x="3555246" y="1037744"/>
                  </a:lnTo>
                  <a:lnTo>
                    <a:pt x="3556088" y="1036618"/>
                  </a:lnTo>
                  <a:lnTo>
                    <a:pt x="3556929" y="1035808"/>
                  </a:lnTo>
                  <a:lnTo>
                    <a:pt x="3557770" y="1035549"/>
                  </a:lnTo>
                  <a:lnTo>
                    <a:pt x="3558611" y="1035686"/>
                  </a:lnTo>
                  <a:lnTo>
                    <a:pt x="3559452" y="1035632"/>
                  </a:lnTo>
                  <a:lnTo>
                    <a:pt x="3560294" y="1035942"/>
                  </a:lnTo>
                  <a:lnTo>
                    <a:pt x="3561135" y="1036869"/>
                  </a:lnTo>
                  <a:lnTo>
                    <a:pt x="3561976" y="1038354"/>
                  </a:lnTo>
                  <a:lnTo>
                    <a:pt x="3562817" y="1040413"/>
                  </a:lnTo>
                  <a:lnTo>
                    <a:pt x="3563658" y="1042109"/>
                  </a:lnTo>
                  <a:lnTo>
                    <a:pt x="3564500" y="1043920"/>
                  </a:lnTo>
                  <a:lnTo>
                    <a:pt x="3565341" y="1045919"/>
                  </a:lnTo>
                  <a:lnTo>
                    <a:pt x="3566182" y="1048594"/>
                  </a:lnTo>
                  <a:lnTo>
                    <a:pt x="3567023" y="1051664"/>
                  </a:lnTo>
                  <a:lnTo>
                    <a:pt x="3567864" y="1057189"/>
                  </a:lnTo>
                  <a:lnTo>
                    <a:pt x="3568706" y="1062630"/>
                  </a:lnTo>
                  <a:lnTo>
                    <a:pt x="3569547" y="1067113"/>
                  </a:lnTo>
                  <a:lnTo>
                    <a:pt x="3570388" y="1071882"/>
                  </a:lnTo>
                  <a:lnTo>
                    <a:pt x="3571229" y="1076791"/>
                  </a:lnTo>
                  <a:lnTo>
                    <a:pt x="3572071" y="1081729"/>
                  </a:lnTo>
                  <a:lnTo>
                    <a:pt x="3572912" y="1086001"/>
                  </a:lnTo>
                  <a:lnTo>
                    <a:pt x="3573753" y="1089129"/>
                  </a:lnTo>
                  <a:lnTo>
                    <a:pt x="3574594" y="1091834"/>
                  </a:lnTo>
                  <a:lnTo>
                    <a:pt x="3575435" y="1094298"/>
                  </a:lnTo>
                  <a:lnTo>
                    <a:pt x="3576277" y="1097172"/>
                  </a:lnTo>
                  <a:lnTo>
                    <a:pt x="3577118" y="1100127"/>
                  </a:lnTo>
                  <a:lnTo>
                    <a:pt x="3577959" y="1105038"/>
                  </a:lnTo>
                  <a:lnTo>
                    <a:pt x="3578800" y="1110995"/>
                  </a:lnTo>
                  <a:lnTo>
                    <a:pt x="3579641" y="1118092"/>
                  </a:lnTo>
                  <a:lnTo>
                    <a:pt x="3580483" y="1125359"/>
                  </a:lnTo>
                  <a:lnTo>
                    <a:pt x="3581324" y="1132377"/>
                  </a:lnTo>
                  <a:lnTo>
                    <a:pt x="3582165" y="1138947"/>
                  </a:lnTo>
                  <a:lnTo>
                    <a:pt x="3583006" y="1144268"/>
                  </a:lnTo>
                  <a:lnTo>
                    <a:pt x="3583847" y="1148219"/>
                  </a:lnTo>
                  <a:lnTo>
                    <a:pt x="3584689" y="1153129"/>
                  </a:lnTo>
                  <a:lnTo>
                    <a:pt x="3585530" y="1159453"/>
                  </a:lnTo>
                  <a:lnTo>
                    <a:pt x="3586371" y="1165441"/>
                  </a:lnTo>
                  <a:lnTo>
                    <a:pt x="3587212" y="1171406"/>
                  </a:lnTo>
                  <a:lnTo>
                    <a:pt x="3588053" y="1176528"/>
                  </a:lnTo>
                  <a:lnTo>
                    <a:pt x="3588895" y="1180901"/>
                  </a:lnTo>
                  <a:lnTo>
                    <a:pt x="3589736" y="1185363"/>
                  </a:lnTo>
                  <a:lnTo>
                    <a:pt x="3590577" y="1189667"/>
                  </a:lnTo>
                  <a:lnTo>
                    <a:pt x="3591418" y="1193950"/>
                  </a:lnTo>
                  <a:lnTo>
                    <a:pt x="3592259" y="1198305"/>
                  </a:lnTo>
                  <a:lnTo>
                    <a:pt x="3593101" y="1203362"/>
                  </a:lnTo>
                  <a:lnTo>
                    <a:pt x="3593942" y="1209540"/>
                  </a:lnTo>
                  <a:lnTo>
                    <a:pt x="3594783" y="1216266"/>
                  </a:lnTo>
                  <a:lnTo>
                    <a:pt x="3595624" y="1223790"/>
                  </a:lnTo>
                  <a:lnTo>
                    <a:pt x="3596465" y="1231428"/>
                  </a:lnTo>
                  <a:lnTo>
                    <a:pt x="3597307" y="1239001"/>
                  </a:lnTo>
                  <a:lnTo>
                    <a:pt x="3598148" y="1246448"/>
                  </a:lnTo>
                  <a:lnTo>
                    <a:pt x="3598989" y="1253380"/>
                  </a:lnTo>
                  <a:lnTo>
                    <a:pt x="3599830" y="1260275"/>
                  </a:lnTo>
                  <a:lnTo>
                    <a:pt x="3600671" y="1268343"/>
                  </a:lnTo>
                  <a:lnTo>
                    <a:pt x="3601513" y="1277119"/>
                  </a:lnTo>
                  <a:lnTo>
                    <a:pt x="3602354" y="1285519"/>
                  </a:lnTo>
                  <a:lnTo>
                    <a:pt x="3603195" y="1294654"/>
                  </a:lnTo>
                  <a:lnTo>
                    <a:pt x="3604036" y="1302504"/>
                  </a:lnTo>
                  <a:lnTo>
                    <a:pt x="3604877" y="1308964"/>
                  </a:lnTo>
                  <a:lnTo>
                    <a:pt x="3605719" y="1313873"/>
                  </a:lnTo>
                  <a:lnTo>
                    <a:pt x="3606560" y="1316974"/>
                  </a:lnTo>
                  <a:lnTo>
                    <a:pt x="3607401" y="1319640"/>
                  </a:lnTo>
                  <a:lnTo>
                    <a:pt x="3608242" y="1321180"/>
                  </a:lnTo>
                  <a:lnTo>
                    <a:pt x="3609083" y="1322107"/>
                  </a:lnTo>
                  <a:lnTo>
                    <a:pt x="3609925" y="1322656"/>
                  </a:lnTo>
                  <a:lnTo>
                    <a:pt x="3610766" y="1322780"/>
                  </a:lnTo>
                  <a:lnTo>
                    <a:pt x="3611607" y="1322663"/>
                  </a:lnTo>
                  <a:lnTo>
                    <a:pt x="3612448" y="1322464"/>
                  </a:lnTo>
                  <a:lnTo>
                    <a:pt x="3613289" y="1323274"/>
                  </a:lnTo>
                  <a:lnTo>
                    <a:pt x="3614131" y="1324100"/>
                  </a:lnTo>
                  <a:lnTo>
                    <a:pt x="3614972" y="1324558"/>
                  </a:lnTo>
                  <a:lnTo>
                    <a:pt x="3615813" y="1324931"/>
                  </a:lnTo>
                  <a:lnTo>
                    <a:pt x="3616654" y="1325615"/>
                  </a:lnTo>
                  <a:lnTo>
                    <a:pt x="3617495" y="1326658"/>
                  </a:lnTo>
                  <a:lnTo>
                    <a:pt x="3618337" y="1328984"/>
                  </a:lnTo>
                  <a:lnTo>
                    <a:pt x="3619178" y="1332089"/>
                  </a:lnTo>
                  <a:lnTo>
                    <a:pt x="3620019" y="1334441"/>
                  </a:lnTo>
                  <a:lnTo>
                    <a:pt x="3620860" y="1336812"/>
                  </a:lnTo>
                  <a:lnTo>
                    <a:pt x="3621701" y="1338842"/>
                  </a:lnTo>
                  <a:lnTo>
                    <a:pt x="3622543" y="1339705"/>
                  </a:lnTo>
                  <a:lnTo>
                    <a:pt x="3623384" y="1339875"/>
                  </a:lnTo>
                  <a:lnTo>
                    <a:pt x="3624225" y="1340664"/>
                  </a:lnTo>
                  <a:lnTo>
                    <a:pt x="3625066" y="1341198"/>
                  </a:lnTo>
                  <a:lnTo>
                    <a:pt x="3625907" y="1339907"/>
                  </a:lnTo>
                  <a:lnTo>
                    <a:pt x="3626749" y="1337386"/>
                  </a:lnTo>
                  <a:lnTo>
                    <a:pt x="3627590" y="1334212"/>
                  </a:lnTo>
                  <a:lnTo>
                    <a:pt x="3628431" y="1330614"/>
                  </a:lnTo>
                  <a:lnTo>
                    <a:pt x="3629272" y="1327375"/>
                  </a:lnTo>
                  <a:lnTo>
                    <a:pt x="3630113" y="1323761"/>
                  </a:lnTo>
                  <a:lnTo>
                    <a:pt x="3630955" y="1318146"/>
                  </a:lnTo>
                  <a:lnTo>
                    <a:pt x="3631796" y="1311708"/>
                  </a:lnTo>
                  <a:lnTo>
                    <a:pt x="3632637" y="1304800"/>
                  </a:lnTo>
                  <a:lnTo>
                    <a:pt x="3633478" y="1298915"/>
                  </a:lnTo>
                  <a:lnTo>
                    <a:pt x="3634319" y="1293175"/>
                  </a:lnTo>
                  <a:lnTo>
                    <a:pt x="3635161" y="1286661"/>
                  </a:lnTo>
                  <a:lnTo>
                    <a:pt x="3636002" y="1280233"/>
                  </a:lnTo>
                  <a:lnTo>
                    <a:pt x="3636843" y="1272760"/>
                  </a:lnTo>
                  <a:lnTo>
                    <a:pt x="3637684" y="1266246"/>
                  </a:lnTo>
                  <a:lnTo>
                    <a:pt x="3638525" y="1259901"/>
                  </a:lnTo>
                  <a:lnTo>
                    <a:pt x="3639367" y="1254686"/>
                  </a:lnTo>
                  <a:lnTo>
                    <a:pt x="3640208" y="1249577"/>
                  </a:lnTo>
                  <a:lnTo>
                    <a:pt x="3641049" y="1247419"/>
                  </a:lnTo>
                  <a:lnTo>
                    <a:pt x="3641890" y="1244385"/>
                  </a:lnTo>
                  <a:lnTo>
                    <a:pt x="3642732" y="1243509"/>
                  </a:lnTo>
                  <a:lnTo>
                    <a:pt x="3643573" y="1243149"/>
                  </a:lnTo>
                  <a:lnTo>
                    <a:pt x="3644414" y="1242667"/>
                  </a:lnTo>
                  <a:lnTo>
                    <a:pt x="3645255" y="1241863"/>
                  </a:lnTo>
                  <a:lnTo>
                    <a:pt x="3646096" y="1240099"/>
                  </a:lnTo>
                  <a:lnTo>
                    <a:pt x="3646938" y="1238897"/>
                  </a:lnTo>
                  <a:lnTo>
                    <a:pt x="3647779" y="1238260"/>
                  </a:lnTo>
                  <a:lnTo>
                    <a:pt x="3648620" y="1237891"/>
                  </a:lnTo>
                  <a:lnTo>
                    <a:pt x="3649461" y="1237758"/>
                  </a:lnTo>
                  <a:lnTo>
                    <a:pt x="3650302" y="1236384"/>
                  </a:lnTo>
                  <a:lnTo>
                    <a:pt x="3651144" y="1234801"/>
                  </a:lnTo>
                  <a:lnTo>
                    <a:pt x="3651985" y="1232450"/>
                  </a:lnTo>
                  <a:lnTo>
                    <a:pt x="3652826" y="1229810"/>
                  </a:lnTo>
                  <a:lnTo>
                    <a:pt x="3653667" y="1227276"/>
                  </a:lnTo>
                  <a:lnTo>
                    <a:pt x="3654508" y="1225115"/>
                  </a:lnTo>
                  <a:lnTo>
                    <a:pt x="3655350" y="1223029"/>
                  </a:lnTo>
                  <a:lnTo>
                    <a:pt x="3656191" y="1220552"/>
                  </a:lnTo>
                  <a:lnTo>
                    <a:pt x="3657032" y="1216779"/>
                  </a:lnTo>
                  <a:lnTo>
                    <a:pt x="3657873" y="1211965"/>
                  </a:lnTo>
                  <a:lnTo>
                    <a:pt x="3658714" y="1206719"/>
                  </a:lnTo>
                  <a:lnTo>
                    <a:pt x="3659556" y="1200311"/>
                  </a:lnTo>
                  <a:lnTo>
                    <a:pt x="3660397" y="1192668"/>
                  </a:lnTo>
                  <a:lnTo>
                    <a:pt x="3661238" y="1184280"/>
                  </a:lnTo>
                  <a:lnTo>
                    <a:pt x="3662079" y="1178158"/>
                  </a:lnTo>
                  <a:lnTo>
                    <a:pt x="3662920" y="1174035"/>
                  </a:lnTo>
                  <a:lnTo>
                    <a:pt x="3663762" y="1171258"/>
                  </a:lnTo>
                  <a:lnTo>
                    <a:pt x="3664603" y="1170081"/>
                  </a:lnTo>
                  <a:lnTo>
                    <a:pt x="3665444" y="1170254"/>
                  </a:lnTo>
                  <a:lnTo>
                    <a:pt x="3666285" y="1171136"/>
                  </a:lnTo>
                  <a:lnTo>
                    <a:pt x="3667126" y="1173632"/>
                  </a:lnTo>
                  <a:lnTo>
                    <a:pt x="3667968" y="1177902"/>
                  </a:lnTo>
                  <a:lnTo>
                    <a:pt x="3668809" y="1182842"/>
                  </a:lnTo>
                  <a:lnTo>
                    <a:pt x="3669650" y="1188744"/>
                  </a:lnTo>
                  <a:lnTo>
                    <a:pt x="3670491" y="1194250"/>
                  </a:lnTo>
                  <a:lnTo>
                    <a:pt x="3671332" y="1199430"/>
                  </a:lnTo>
                  <a:lnTo>
                    <a:pt x="3672174" y="1203593"/>
                  </a:lnTo>
                  <a:lnTo>
                    <a:pt x="3673015" y="1208678"/>
                  </a:lnTo>
                  <a:lnTo>
                    <a:pt x="3673856" y="1213798"/>
                  </a:lnTo>
                  <a:lnTo>
                    <a:pt x="3674697" y="1219380"/>
                  </a:lnTo>
                  <a:lnTo>
                    <a:pt x="3675538" y="1224246"/>
                  </a:lnTo>
                  <a:lnTo>
                    <a:pt x="3676380" y="1228368"/>
                  </a:lnTo>
                  <a:lnTo>
                    <a:pt x="3677221" y="1231753"/>
                  </a:lnTo>
                  <a:lnTo>
                    <a:pt x="3678062" y="1233730"/>
                  </a:lnTo>
                  <a:lnTo>
                    <a:pt x="3678903" y="1235647"/>
                  </a:lnTo>
                  <a:lnTo>
                    <a:pt x="3679744" y="1237075"/>
                  </a:lnTo>
                  <a:lnTo>
                    <a:pt x="3680586" y="1237729"/>
                  </a:lnTo>
                  <a:lnTo>
                    <a:pt x="3681427" y="1238207"/>
                  </a:lnTo>
                  <a:lnTo>
                    <a:pt x="3682268" y="1237433"/>
                  </a:lnTo>
                  <a:lnTo>
                    <a:pt x="3683109" y="1236405"/>
                  </a:lnTo>
                  <a:lnTo>
                    <a:pt x="3683950" y="1234081"/>
                  </a:lnTo>
                  <a:lnTo>
                    <a:pt x="3684792" y="1230298"/>
                  </a:lnTo>
                  <a:lnTo>
                    <a:pt x="3685633" y="1225644"/>
                  </a:lnTo>
                  <a:lnTo>
                    <a:pt x="3686474" y="1220687"/>
                  </a:lnTo>
                  <a:lnTo>
                    <a:pt x="3687315" y="1215646"/>
                  </a:lnTo>
                  <a:lnTo>
                    <a:pt x="3688156" y="1211848"/>
                  </a:lnTo>
                  <a:lnTo>
                    <a:pt x="3688998" y="1208163"/>
                  </a:lnTo>
                  <a:lnTo>
                    <a:pt x="3689839" y="1205474"/>
                  </a:lnTo>
                  <a:lnTo>
                    <a:pt x="3690680" y="1203864"/>
                  </a:lnTo>
                  <a:lnTo>
                    <a:pt x="3691521" y="1203302"/>
                  </a:lnTo>
                  <a:lnTo>
                    <a:pt x="3692362" y="1203271"/>
                  </a:lnTo>
                  <a:lnTo>
                    <a:pt x="3693204" y="1203037"/>
                  </a:lnTo>
                  <a:lnTo>
                    <a:pt x="3694045" y="1202114"/>
                  </a:lnTo>
                  <a:lnTo>
                    <a:pt x="3694886" y="1200176"/>
                  </a:lnTo>
                  <a:lnTo>
                    <a:pt x="3695727" y="1199005"/>
                  </a:lnTo>
                  <a:lnTo>
                    <a:pt x="3696568" y="1197494"/>
                  </a:lnTo>
                  <a:lnTo>
                    <a:pt x="3697410" y="1195818"/>
                  </a:lnTo>
                  <a:lnTo>
                    <a:pt x="3698251" y="1194796"/>
                  </a:lnTo>
                  <a:lnTo>
                    <a:pt x="3699092" y="1193691"/>
                  </a:lnTo>
                  <a:lnTo>
                    <a:pt x="3699933" y="1192570"/>
                  </a:lnTo>
                  <a:lnTo>
                    <a:pt x="3700774" y="1191131"/>
                  </a:lnTo>
                  <a:lnTo>
                    <a:pt x="3701616" y="1188851"/>
                  </a:lnTo>
                  <a:lnTo>
                    <a:pt x="3702457" y="1186488"/>
                  </a:lnTo>
                  <a:lnTo>
                    <a:pt x="3703298" y="1184360"/>
                  </a:lnTo>
                  <a:lnTo>
                    <a:pt x="3704139" y="1181986"/>
                  </a:lnTo>
                  <a:lnTo>
                    <a:pt x="3704980" y="1179137"/>
                  </a:lnTo>
                  <a:lnTo>
                    <a:pt x="3705822" y="1176360"/>
                  </a:lnTo>
                  <a:lnTo>
                    <a:pt x="3706663" y="1173582"/>
                  </a:lnTo>
                  <a:lnTo>
                    <a:pt x="3707504" y="1170998"/>
                  </a:lnTo>
                  <a:lnTo>
                    <a:pt x="3708345" y="1168503"/>
                  </a:lnTo>
                  <a:lnTo>
                    <a:pt x="3709186" y="1168223"/>
                  </a:lnTo>
                  <a:lnTo>
                    <a:pt x="3710028" y="1167023"/>
                  </a:lnTo>
                  <a:lnTo>
                    <a:pt x="3710869" y="1166819"/>
                  </a:lnTo>
                  <a:lnTo>
                    <a:pt x="3711710" y="1165382"/>
                  </a:lnTo>
                  <a:lnTo>
                    <a:pt x="3712551" y="1164730"/>
                  </a:lnTo>
                  <a:lnTo>
                    <a:pt x="3713393" y="1164103"/>
                  </a:lnTo>
                  <a:lnTo>
                    <a:pt x="3714234" y="1162295"/>
                  </a:lnTo>
                  <a:lnTo>
                    <a:pt x="3715075" y="1161181"/>
                  </a:lnTo>
                  <a:lnTo>
                    <a:pt x="3715916" y="1159774"/>
                  </a:lnTo>
                  <a:lnTo>
                    <a:pt x="3716757" y="1159151"/>
                  </a:lnTo>
                  <a:lnTo>
                    <a:pt x="3717599" y="1159382"/>
                  </a:lnTo>
                  <a:lnTo>
                    <a:pt x="3718440" y="1160634"/>
                  </a:lnTo>
                  <a:lnTo>
                    <a:pt x="3719281" y="1161876"/>
                  </a:lnTo>
                  <a:lnTo>
                    <a:pt x="3720122" y="1163999"/>
                  </a:lnTo>
                  <a:lnTo>
                    <a:pt x="3720963" y="1167467"/>
                  </a:lnTo>
                  <a:lnTo>
                    <a:pt x="3721805" y="1172141"/>
                  </a:lnTo>
                  <a:lnTo>
                    <a:pt x="3722646" y="1178009"/>
                  </a:lnTo>
                  <a:lnTo>
                    <a:pt x="3723487" y="1184098"/>
                  </a:lnTo>
                  <a:lnTo>
                    <a:pt x="3724328" y="1190510"/>
                  </a:lnTo>
                  <a:lnTo>
                    <a:pt x="3725169" y="1197841"/>
                  </a:lnTo>
                  <a:lnTo>
                    <a:pt x="3726011" y="1205407"/>
                  </a:lnTo>
                  <a:lnTo>
                    <a:pt x="3726852" y="1213121"/>
                  </a:lnTo>
                  <a:lnTo>
                    <a:pt x="3727693" y="1222050"/>
                  </a:lnTo>
                  <a:lnTo>
                    <a:pt x="3728534" y="1231263"/>
                  </a:lnTo>
                  <a:lnTo>
                    <a:pt x="3729375" y="1240054"/>
                  </a:lnTo>
                  <a:lnTo>
                    <a:pt x="3730217" y="1247579"/>
                  </a:lnTo>
                  <a:lnTo>
                    <a:pt x="3731058" y="1254336"/>
                  </a:lnTo>
                  <a:lnTo>
                    <a:pt x="3731899" y="1261701"/>
                  </a:lnTo>
                  <a:lnTo>
                    <a:pt x="3732740" y="1267428"/>
                  </a:lnTo>
                  <a:lnTo>
                    <a:pt x="3733581" y="1271676"/>
                  </a:lnTo>
                  <a:lnTo>
                    <a:pt x="3734423" y="1274075"/>
                  </a:lnTo>
                  <a:lnTo>
                    <a:pt x="3735264" y="1276737"/>
                  </a:lnTo>
                  <a:lnTo>
                    <a:pt x="3736105" y="1278326"/>
                  </a:lnTo>
                  <a:lnTo>
                    <a:pt x="3736946" y="1278640"/>
                  </a:lnTo>
                  <a:lnTo>
                    <a:pt x="3737787" y="1278736"/>
                  </a:lnTo>
                  <a:lnTo>
                    <a:pt x="3738629" y="1279009"/>
                  </a:lnTo>
                  <a:lnTo>
                    <a:pt x="3739470" y="1278257"/>
                  </a:lnTo>
                  <a:lnTo>
                    <a:pt x="3740311" y="1276891"/>
                  </a:lnTo>
                  <a:lnTo>
                    <a:pt x="3741152" y="1275730"/>
                  </a:lnTo>
                  <a:lnTo>
                    <a:pt x="3741993" y="1275349"/>
                  </a:lnTo>
                  <a:lnTo>
                    <a:pt x="3742835" y="1275426"/>
                  </a:lnTo>
                  <a:lnTo>
                    <a:pt x="3743676" y="1276063"/>
                  </a:lnTo>
                  <a:lnTo>
                    <a:pt x="3744517" y="1275631"/>
                  </a:lnTo>
                  <a:lnTo>
                    <a:pt x="3745358" y="1275640"/>
                  </a:lnTo>
                  <a:lnTo>
                    <a:pt x="3746199" y="1275166"/>
                  </a:lnTo>
                  <a:lnTo>
                    <a:pt x="3747041" y="1274032"/>
                  </a:lnTo>
                  <a:lnTo>
                    <a:pt x="3747882" y="1270959"/>
                  </a:lnTo>
                  <a:lnTo>
                    <a:pt x="3748723" y="1267931"/>
                  </a:lnTo>
                  <a:lnTo>
                    <a:pt x="3749564" y="1263836"/>
                  </a:lnTo>
                  <a:lnTo>
                    <a:pt x="3750405" y="1260243"/>
                  </a:lnTo>
                  <a:lnTo>
                    <a:pt x="3751247" y="1255244"/>
                  </a:lnTo>
                  <a:lnTo>
                    <a:pt x="3752088" y="1250954"/>
                  </a:lnTo>
                  <a:lnTo>
                    <a:pt x="3752929" y="1245556"/>
                  </a:lnTo>
                  <a:lnTo>
                    <a:pt x="3753770" y="1238328"/>
                  </a:lnTo>
                  <a:lnTo>
                    <a:pt x="3754611" y="1231492"/>
                  </a:lnTo>
                  <a:lnTo>
                    <a:pt x="3755453" y="1223516"/>
                  </a:lnTo>
                  <a:lnTo>
                    <a:pt x="3756294" y="1214371"/>
                  </a:lnTo>
                  <a:lnTo>
                    <a:pt x="3757135" y="1206308"/>
                  </a:lnTo>
                  <a:lnTo>
                    <a:pt x="3757976" y="1198259"/>
                  </a:lnTo>
                  <a:lnTo>
                    <a:pt x="3758817" y="1191230"/>
                  </a:lnTo>
                  <a:lnTo>
                    <a:pt x="3759659" y="1184896"/>
                  </a:lnTo>
                  <a:lnTo>
                    <a:pt x="3760500" y="1178953"/>
                  </a:lnTo>
                  <a:lnTo>
                    <a:pt x="3761341" y="1173427"/>
                  </a:lnTo>
                  <a:lnTo>
                    <a:pt x="3762182" y="1167759"/>
                  </a:lnTo>
                  <a:lnTo>
                    <a:pt x="3763023" y="1162196"/>
                  </a:lnTo>
                  <a:lnTo>
                    <a:pt x="3763865" y="1157080"/>
                  </a:lnTo>
                  <a:lnTo>
                    <a:pt x="3764706" y="1152019"/>
                  </a:lnTo>
                  <a:lnTo>
                    <a:pt x="3765547" y="1147558"/>
                  </a:lnTo>
                  <a:lnTo>
                    <a:pt x="3766388" y="1143862"/>
                  </a:lnTo>
                  <a:lnTo>
                    <a:pt x="3767229" y="1140331"/>
                  </a:lnTo>
                  <a:lnTo>
                    <a:pt x="3768071" y="1136842"/>
                  </a:lnTo>
                  <a:lnTo>
                    <a:pt x="3768912" y="1135046"/>
                  </a:lnTo>
                  <a:lnTo>
                    <a:pt x="3769753" y="1133497"/>
                  </a:lnTo>
                  <a:lnTo>
                    <a:pt x="3770594" y="1131280"/>
                  </a:lnTo>
                  <a:lnTo>
                    <a:pt x="3771435" y="1128704"/>
                  </a:lnTo>
                  <a:lnTo>
                    <a:pt x="3772277" y="1126474"/>
                  </a:lnTo>
                  <a:lnTo>
                    <a:pt x="3773118" y="1125177"/>
                  </a:lnTo>
                  <a:lnTo>
                    <a:pt x="3773959" y="1124312"/>
                  </a:lnTo>
                  <a:lnTo>
                    <a:pt x="3774800" y="1123395"/>
                  </a:lnTo>
                  <a:lnTo>
                    <a:pt x="3775641" y="1123028"/>
                  </a:lnTo>
                  <a:lnTo>
                    <a:pt x="3776483" y="1122733"/>
                  </a:lnTo>
                  <a:lnTo>
                    <a:pt x="3777324" y="1122509"/>
                  </a:lnTo>
                  <a:lnTo>
                    <a:pt x="3778165" y="1122523"/>
                  </a:lnTo>
                  <a:lnTo>
                    <a:pt x="3779006" y="1122219"/>
                  </a:lnTo>
                  <a:lnTo>
                    <a:pt x="3779847" y="1121564"/>
                  </a:lnTo>
                  <a:lnTo>
                    <a:pt x="3780689" y="1119294"/>
                  </a:lnTo>
                  <a:lnTo>
                    <a:pt x="3781530" y="1113951"/>
                  </a:lnTo>
                  <a:lnTo>
                    <a:pt x="3782371" y="1108736"/>
                  </a:lnTo>
                  <a:lnTo>
                    <a:pt x="3783212" y="1104196"/>
                  </a:lnTo>
                  <a:lnTo>
                    <a:pt x="3784054" y="1100198"/>
                  </a:lnTo>
                  <a:lnTo>
                    <a:pt x="3784895" y="1095456"/>
                  </a:lnTo>
                  <a:lnTo>
                    <a:pt x="3785736" y="1089850"/>
                  </a:lnTo>
                  <a:lnTo>
                    <a:pt x="3786577" y="1084228"/>
                  </a:lnTo>
                  <a:lnTo>
                    <a:pt x="3787418" y="1077349"/>
                  </a:lnTo>
                  <a:lnTo>
                    <a:pt x="3788260" y="1070547"/>
                  </a:lnTo>
                  <a:lnTo>
                    <a:pt x="3789101" y="1064188"/>
                  </a:lnTo>
                  <a:lnTo>
                    <a:pt x="3789942" y="1058547"/>
                  </a:lnTo>
                  <a:lnTo>
                    <a:pt x="3790783" y="1053903"/>
                  </a:lnTo>
                  <a:lnTo>
                    <a:pt x="3791624" y="1050205"/>
                  </a:lnTo>
                  <a:lnTo>
                    <a:pt x="3792466" y="1045894"/>
                  </a:lnTo>
                  <a:lnTo>
                    <a:pt x="3793307" y="1042795"/>
                  </a:lnTo>
                  <a:lnTo>
                    <a:pt x="3794148" y="1042150"/>
                  </a:lnTo>
                  <a:lnTo>
                    <a:pt x="3794989" y="1042938"/>
                  </a:lnTo>
                  <a:lnTo>
                    <a:pt x="3795830" y="1044215"/>
                  </a:lnTo>
                  <a:lnTo>
                    <a:pt x="3796672" y="1045502"/>
                  </a:lnTo>
                  <a:lnTo>
                    <a:pt x="3797513" y="1048847"/>
                  </a:lnTo>
                  <a:lnTo>
                    <a:pt x="3798354" y="1054089"/>
                  </a:lnTo>
                  <a:lnTo>
                    <a:pt x="3799195" y="1061110"/>
                  </a:lnTo>
                  <a:lnTo>
                    <a:pt x="3800036" y="1069612"/>
                  </a:lnTo>
                  <a:lnTo>
                    <a:pt x="3800878" y="1079623"/>
                  </a:lnTo>
                  <a:lnTo>
                    <a:pt x="3801719" y="1089127"/>
                  </a:lnTo>
                  <a:lnTo>
                    <a:pt x="3802560" y="1098732"/>
                  </a:lnTo>
                  <a:lnTo>
                    <a:pt x="3803401" y="1109402"/>
                  </a:lnTo>
                  <a:lnTo>
                    <a:pt x="3804242" y="1120544"/>
                  </a:lnTo>
                  <a:lnTo>
                    <a:pt x="3805084" y="1132352"/>
                  </a:lnTo>
                  <a:lnTo>
                    <a:pt x="3805925" y="1142497"/>
                  </a:lnTo>
                  <a:lnTo>
                    <a:pt x="3806766" y="1152837"/>
                  </a:lnTo>
                  <a:lnTo>
                    <a:pt x="3807607" y="1162648"/>
                  </a:lnTo>
                  <a:lnTo>
                    <a:pt x="3808448" y="1172197"/>
                  </a:lnTo>
                  <a:lnTo>
                    <a:pt x="3809290" y="1181000"/>
                  </a:lnTo>
                  <a:lnTo>
                    <a:pt x="3810131" y="1189005"/>
                  </a:lnTo>
                  <a:lnTo>
                    <a:pt x="3810972" y="1194475"/>
                  </a:lnTo>
                  <a:lnTo>
                    <a:pt x="3811813" y="1198972"/>
                  </a:lnTo>
                  <a:lnTo>
                    <a:pt x="3812654" y="1203194"/>
                  </a:lnTo>
                  <a:lnTo>
                    <a:pt x="3813496" y="1206934"/>
                  </a:lnTo>
                  <a:lnTo>
                    <a:pt x="3814337" y="1211576"/>
                  </a:lnTo>
                  <a:lnTo>
                    <a:pt x="3815178" y="1214499"/>
                  </a:lnTo>
                  <a:lnTo>
                    <a:pt x="3816019" y="1215621"/>
                  </a:lnTo>
                  <a:lnTo>
                    <a:pt x="3816860" y="1216453"/>
                  </a:lnTo>
                  <a:lnTo>
                    <a:pt x="3817702" y="1216658"/>
                  </a:lnTo>
                  <a:lnTo>
                    <a:pt x="3818543" y="1217227"/>
                  </a:lnTo>
                  <a:lnTo>
                    <a:pt x="3819384" y="1217085"/>
                  </a:lnTo>
                  <a:lnTo>
                    <a:pt x="3820225" y="1217476"/>
                  </a:lnTo>
                  <a:lnTo>
                    <a:pt x="3821066" y="1217549"/>
                  </a:lnTo>
                  <a:lnTo>
                    <a:pt x="3821908" y="1217042"/>
                  </a:lnTo>
                  <a:lnTo>
                    <a:pt x="3822749" y="1216961"/>
                  </a:lnTo>
                  <a:lnTo>
                    <a:pt x="3823590" y="1216619"/>
                  </a:lnTo>
                  <a:lnTo>
                    <a:pt x="3824431" y="1217324"/>
                  </a:lnTo>
                  <a:lnTo>
                    <a:pt x="3825272" y="1219293"/>
                  </a:lnTo>
                  <a:lnTo>
                    <a:pt x="3826114" y="1222179"/>
                  </a:lnTo>
                  <a:lnTo>
                    <a:pt x="3826955" y="1225357"/>
                  </a:lnTo>
                  <a:lnTo>
                    <a:pt x="3827796" y="1229572"/>
                  </a:lnTo>
                  <a:lnTo>
                    <a:pt x="3828637" y="1234673"/>
                  </a:lnTo>
                  <a:lnTo>
                    <a:pt x="3829478" y="1240234"/>
                  </a:lnTo>
                  <a:lnTo>
                    <a:pt x="3830320" y="1242889"/>
                  </a:lnTo>
                  <a:lnTo>
                    <a:pt x="3831161" y="1244445"/>
                  </a:lnTo>
                  <a:lnTo>
                    <a:pt x="3832002" y="1245017"/>
                  </a:lnTo>
                  <a:lnTo>
                    <a:pt x="3832843" y="1243999"/>
                  </a:lnTo>
                  <a:lnTo>
                    <a:pt x="3833684" y="1241105"/>
                  </a:lnTo>
                  <a:lnTo>
                    <a:pt x="3834526" y="1237782"/>
                  </a:lnTo>
                  <a:lnTo>
                    <a:pt x="3835367" y="1233730"/>
                  </a:lnTo>
                  <a:lnTo>
                    <a:pt x="3836208" y="1227561"/>
                  </a:lnTo>
                  <a:lnTo>
                    <a:pt x="3837049" y="1220167"/>
                  </a:lnTo>
                  <a:lnTo>
                    <a:pt x="3837890" y="1213740"/>
                  </a:lnTo>
                  <a:lnTo>
                    <a:pt x="3838732" y="1207518"/>
                  </a:lnTo>
                  <a:lnTo>
                    <a:pt x="3839573" y="1201265"/>
                  </a:lnTo>
                  <a:lnTo>
                    <a:pt x="3840414" y="1196294"/>
                  </a:lnTo>
                  <a:lnTo>
                    <a:pt x="3841255" y="1192045"/>
                  </a:lnTo>
                  <a:lnTo>
                    <a:pt x="3842096" y="1188261"/>
                  </a:lnTo>
                  <a:lnTo>
                    <a:pt x="3842938" y="1185603"/>
                  </a:lnTo>
                  <a:lnTo>
                    <a:pt x="3843779" y="1183090"/>
                  </a:lnTo>
                  <a:lnTo>
                    <a:pt x="3844620" y="1180733"/>
                  </a:lnTo>
                  <a:lnTo>
                    <a:pt x="3845461" y="1178749"/>
                  </a:lnTo>
                  <a:lnTo>
                    <a:pt x="3846302" y="1177412"/>
                  </a:lnTo>
                  <a:lnTo>
                    <a:pt x="3847144" y="1176370"/>
                  </a:lnTo>
                  <a:lnTo>
                    <a:pt x="3847985" y="1175981"/>
                  </a:lnTo>
                  <a:lnTo>
                    <a:pt x="3848826" y="1176017"/>
                  </a:lnTo>
                  <a:lnTo>
                    <a:pt x="3849667" y="1177089"/>
                  </a:lnTo>
                  <a:lnTo>
                    <a:pt x="3850508" y="1178074"/>
                  </a:lnTo>
                  <a:lnTo>
                    <a:pt x="3851350" y="1179599"/>
                  </a:lnTo>
                  <a:lnTo>
                    <a:pt x="3852191" y="1182563"/>
                  </a:lnTo>
                  <a:lnTo>
                    <a:pt x="3853032" y="1187271"/>
                  </a:lnTo>
                  <a:lnTo>
                    <a:pt x="3853873" y="1193070"/>
                  </a:lnTo>
                  <a:lnTo>
                    <a:pt x="3854715" y="1199027"/>
                  </a:lnTo>
                  <a:lnTo>
                    <a:pt x="3855556" y="1204853"/>
                  </a:lnTo>
                  <a:lnTo>
                    <a:pt x="3856397" y="1209501"/>
                  </a:lnTo>
                  <a:lnTo>
                    <a:pt x="3857238" y="1214451"/>
                  </a:lnTo>
                  <a:lnTo>
                    <a:pt x="3858079" y="1218041"/>
                  </a:lnTo>
                  <a:lnTo>
                    <a:pt x="3858921" y="1220174"/>
                  </a:lnTo>
                  <a:lnTo>
                    <a:pt x="3859762" y="1221851"/>
                  </a:lnTo>
                  <a:lnTo>
                    <a:pt x="3860603" y="1223064"/>
                  </a:lnTo>
                  <a:lnTo>
                    <a:pt x="3861444" y="1223390"/>
                  </a:lnTo>
                  <a:lnTo>
                    <a:pt x="3862285" y="1223730"/>
                  </a:lnTo>
                  <a:lnTo>
                    <a:pt x="3863127" y="1224071"/>
                  </a:lnTo>
                  <a:lnTo>
                    <a:pt x="3863968" y="1224495"/>
                  </a:lnTo>
                  <a:lnTo>
                    <a:pt x="3864809" y="1225046"/>
                  </a:lnTo>
                  <a:lnTo>
                    <a:pt x="3865650" y="1225945"/>
                  </a:lnTo>
                  <a:lnTo>
                    <a:pt x="3866491" y="1226364"/>
                  </a:lnTo>
                  <a:lnTo>
                    <a:pt x="3867333" y="1226471"/>
                  </a:lnTo>
                  <a:lnTo>
                    <a:pt x="3868174" y="1226831"/>
                  </a:lnTo>
                  <a:lnTo>
                    <a:pt x="3869015" y="1227554"/>
                  </a:lnTo>
                  <a:lnTo>
                    <a:pt x="3869856" y="1228981"/>
                  </a:lnTo>
                  <a:lnTo>
                    <a:pt x="3870697" y="1230508"/>
                  </a:lnTo>
                  <a:lnTo>
                    <a:pt x="3871539" y="1232227"/>
                  </a:lnTo>
                  <a:lnTo>
                    <a:pt x="3872380" y="1233956"/>
                  </a:lnTo>
                  <a:lnTo>
                    <a:pt x="3873221" y="1236205"/>
                  </a:lnTo>
                  <a:lnTo>
                    <a:pt x="3874062" y="1238914"/>
                  </a:lnTo>
                  <a:lnTo>
                    <a:pt x="3874903" y="1242124"/>
                  </a:lnTo>
                  <a:lnTo>
                    <a:pt x="3875745" y="1246405"/>
                  </a:lnTo>
                  <a:lnTo>
                    <a:pt x="3876586" y="1251364"/>
                  </a:lnTo>
                  <a:lnTo>
                    <a:pt x="3877427" y="1255533"/>
                  </a:lnTo>
                  <a:lnTo>
                    <a:pt x="3878268" y="1259916"/>
                  </a:lnTo>
                  <a:lnTo>
                    <a:pt x="3879109" y="1264079"/>
                  </a:lnTo>
                  <a:lnTo>
                    <a:pt x="3879951" y="1268570"/>
                  </a:lnTo>
                  <a:lnTo>
                    <a:pt x="3880792" y="1272213"/>
                  </a:lnTo>
                  <a:lnTo>
                    <a:pt x="3881633" y="1275785"/>
                  </a:lnTo>
                  <a:lnTo>
                    <a:pt x="3882474" y="1279590"/>
                  </a:lnTo>
                  <a:lnTo>
                    <a:pt x="3883315" y="1282005"/>
                  </a:lnTo>
                  <a:lnTo>
                    <a:pt x="3884157" y="1284204"/>
                  </a:lnTo>
                  <a:lnTo>
                    <a:pt x="3884998" y="1286412"/>
                  </a:lnTo>
                  <a:lnTo>
                    <a:pt x="3885839" y="1287157"/>
                  </a:lnTo>
                  <a:lnTo>
                    <a:pt x="3886680" y="1287882"/>
                  </a:lnTo>
                  <a:lnTo>
                    <a:pt x="3887521" y="1287224"/>
                  </a:lnTo>
                  <a:lnTo>
                    <a:pt x="3888363" y="1285503"/>
                  </a:lnTo>
                  <a:lnTo>
                    <a:pt x="3889204" y="1282612"/>
                  </a:lnTo>
                  <a:lnTo>
                    <a:pt x="3890045" y="1279197"/>
                  </a:lnTo>
                  <a:lnTo>
                    <a:pt x="3890886" y="1275327"/>
                  </a:lnTo>
                  <a:lnTo>
                    <a:pt x="3891727" y="1271650"/>
                  </a:lnTo>
                  <a:lnTo>
                    <a:pt x="3892569" y="1267813"/>
                  </a:lnTo>
                  <a:lnTo>
                    <a:pt x="3893410" y="1263177"/>
                  </a:lnTo>
                  <a:lnTo>
                    <a:pt x="3894251" y="1258533"/>
                  </a:lnTo>
                  <a:lnTo>
                    <a:pt x="3895092" y="1253488"/>
                  </a:lnTo>
                  <a:lnTo>
                    <a:pt x="3895933" y="1248209"/>
                  </a:lnTo>
                  <a:lnTo>
                    <a:pt x="3896775" y="1243760"/>
                  </a:lnTo>
                  <a:lnTo>
                    <a:pt x="3897616" y="1239192"/>
                  </a:lnTo>
                  <a:lnTo>
                    <a:pt x="3898457" y="1234886"/>
                  </a:lnTo>
                  <a:lnTo>
                    <a:pt x="3899298" y="1231326"/>
                  </a:lnTo>
                  <a:lnTo>
                    <a:pt x="3900139" y="1227212"/>
                  </a:lnTo>
                  <a:lnTo>
                    <a:pt x="3900981" y="1223964"/>
                  </a:lnTo>
                  <a:lnTo>
                    <a:pt x="3901822" y="1221841"/>
                  </a:lnTo>
                  <a:lnTo>
                    <a:pt x="3902663" y="1221152"/>
                  </a:lnTo>
                  <a:lnTo>
                    <a:pt x="3903504" y="1219036"/>
                  </a:lnTo>
                  <a:lnTo>
                    <a:pt x="3904345" y="1216825"/>
                  </a:lnTo>
                  <a:lnTo>
                    <a:pt x="3905187" y="1214490"/>
                  </a:lnTo>
                  <a:lnTo>
                    <a:pt x="3906028" y="1211203"/>
                  </a:lnTo>
                  <a:lnTo>
                    <a:pt x="3906869" y="1207902"/>
                  </a:lnTo>
                  <a:lnTo>
                    <a:pt x="3907710" y="1207238"/>
                  </a:lnTo>
                  <a:lnTo>
                    <a:pt x="3908551" y="1206212"/>
                  </a:lnTo>
                  <a:lnTo>
                    <a:pt x="3909393" y="1205562"/>
                  </a:lnTo>
                  <a:lnTo>
                    <a:pt x="3910234" y="1205160"/>
                  </a:lnTo>
                  <a:lnTo>
                    <a:pt x="3911075" y="1205373"/>
                  </a:lnTo>
                  <a:lnTo>
                    <a:pt x="3911916" y="1204449"/>
                  </a:lnTo>
                  <a:lnTo>
                    <a:pt x="3912757" y="1204863"/>
                  </a:lnTo>
                  <a:lnTo>
                    <a:pt x="3913599" y="1203809"/>
                  </a:lnTo>
                  <a:lnTo>
                    <a:pt x="3914440" y="1203422"/>
                  </a:lnTo>
                  <a:lnTo>
                    <a:pt x="3915281" y="1202647"/>
                  </a:lnTo>
                  <a:lnTo>
                    <a:pt x="3916122" y="1203801"/>
                  </a:lnTo>
                  <a:lnTo>
                    <a:pt x="3916963" y="1205445"/>
                  </a:lnTo>
                  <a:lnTo>
                    <a:pt x="3917805" y="1209030"/>
                  </a:lnTo>
                  <a:lnTo>
                    <a:pt x="3918646" y="1213693"/>
                  </a:lnTo>
                  <a:lnTo>
                    <a:pt x="3919487" y="1219574"/>
                  </a:lnTo>
                  <a:lnTo>
                    <a:pt x="3920328" y="1225191"/>
                  </a:lnTo>
                  <a:lnTo>
                    <a:pt x="3921169" y="1230598"/>
                  </a:lnTo>
                  <a:lnTo>
                    <a:pt x="3922011" y="1237542"/>
                  </a:lnTo>
                  <a:lnTo>
                    <a:pt x="3922852" y="1243382"/>
                  </a:lnTo>
                  <a:lnTo>
                    <a:pt x="3923693" y="1250290"/>
                  </a:lnTo>
                  <a:lnTo>
                    <a:pt x="3924534" y="1259079"/>
                  </a:lnTo>
                  <a:lnTo>
                    <a:pt x="3925376" y="1267611"/>
                  </a:lnTo>
                  <a:lnTo>
                    <a:pt x="3926217" y="1276422"/>
                  </a:lnTo>
                  <a:lnTo>
                    <a:pt x="3927058" y="1285595"/>
                  </a:lnTo>
                  <a:lnTo>
                    <a:pt x="3927899" y="1294463"/>
                  </a:lnTo>
                  <a:lnTo>
                    <a:pt x="3928740" y="1303125"/>
                  </a:lnTo>
                  <a:lnTo>
                    <a:pt x="3929582" y="1310659"/>
                  </a:lnTo>
                  <a:lnTo>
                    <a:pt x="3930423" y="1317565"/>
                  </a:lnTo>
                  <a:lnTo>
                    <a:pt x="3931264" y="1323841"/>
                  </a:lnTo>
                  <a:lnTo>
                    <a:pt x="3932105" y="1329191"/>
                  </a:lnTo>
                  <a:lnTo>
                    <a:pt x="3932946" y="1334738"/>
                  </a:lnTo>
                  <a:lnTo>
                    <a:pt x="3933788" y="1339684"/>
                  </a:lnTo>
                  <a:lnTo>
                    <a:pt x="3934629" y="1344117"/>
                  </a:lnTo>
                  <a:lnTo>
                    <a:pt x="3935470" y="1348578"/>
                  </a:lnTo>
                  <a:lnTo>
                    <a:pt x="3936311" y="1352910"/>
                  </a:lnTo>
                  <a:lnTo>
                    <a:pt x="3937152" y="1355983"/>
                  </a:lnTo>
                  <a:lnTo>
                    <a:pt x="3937994" y="1358732"/>
                  </a:lnTo>
                  <a:lnTo>
                    <a:pt x="3938835" y="1361869"/>
                  </a:lnTo>
                  <a:lnTo>
                    <a:pt x="3939676" y="1365088"/>
                  </a:lnTo>
                  <a:lnTo>
                    <a:pt x="3940517" y="1368266"/>
                  </a:lnTo>
                  <a:lnTo>
                    <a:pt x="3941358" y="1370453"/>
                  </a:lnTo>
                  <a:lnTo>
                    <a:pt x="3942200" y="1372155"/>
                  </a:lnTo>
                  <a:lnTo>
                    <a:pt x="3943041" y="1374107"/>
                  </a:lnTo>
                  <a:lnTo>
                    <a:pt x="3943882" y="1375630"/>
                  </a:lnTo>
                  <a:lnTo>
                    <a:pt x="3944723" y="1377274"/>
                  </a:lnTo>
                  <a:lnTo>
                    <a:pt x="3945564" y="1378788"/>
                  </a:lnTo>
                  <a:lnTo>
                    <a:pt x="3946406" y="1380103"/>
                  </a:lnTo>
                  <a:lnTo>
                    <a:pt x="3947247" y="1381409"/>
                  </a:lnTo>
                  <a:lnTo>
                    <a:pt x="3948088" y="1382706"/>
                  </a:lnTo>
                  <a:lnTo>
                    <a:pt x="3948929" y="1384519"/>
                  </a:lnTo>
                  <a:lnTo>
                    <a:pt x="3949770" y="1387981"/>
                  </a:lnTo>
                  <a:lnTo>
                    <a:pt x="3950612" y="1391226"/>
                  </a:lnTo>
                  <a:lnTo>
                    <a:pt x="3951453" y="1394680"/>
                  </a:lnTo>
                  <a:lnTo>
                    <a:pt x="3952294" y="1397566"/>
                  </a:lnTo>
                  <a:lnTo>
                    <a:pt x="3953135" y="1402600"/>
                  </a:lnTo>
                  <a:lnTo>
                    <a:pt x="3953976" y="1408869"/>
                  </a:lnTo>
                  <a:lnTo>
                    <a:pt x="3954818" y="1415667"/>
                  </a:lnTo>
                  <a:lnTo>
                    <a:pt x="3955659" y="1423402"/>
                  </a:lnTo>
                  <a:lnTo>
                    <a:pt x="3956500" y="1432044"/>
                  </a:lnTo>
                  <a:lnTo>
                    <a:pt x="3957341" y="1440961"/>
                  </a:lnTo>
                  <a:lnTo>
                    <a:pt x="3958182" y="1450209"/>
                  </a:lnTo>
                  <a:lnTo>
                    <a:pt x="3959024" y="1459418"/>
                  </a:lnTo>
                  <a:lnTo>
                    <a:pt x="3959865" y="1468684"/>
                  </a:lnTo>
                  <a:lnTo>
                    <a:pt x="3960706" y="1477635"/>
                  </a:lnTo>
                  <a:lnTo>
                    <a:pt x="3961547" y="1485825"/>
                  </a:lnTo>
                  <a:lnTo>
                    <a:pt x="3962388" y="1492156"/>
                  </a:lnTo>
                  <a:lnTo>
                    <a:pt x="3963230" y="1497170"/>
                  </a:lnTo>
                  <a:lnTo>
                    <a:pt x="3964071" y="1501768"/>
                  </a:lnTo>
                  <a:lnTo>
                    <a:pt x="3964912" y="1506510"/>
                  </a:lnTo>
                  <a:lnTo>
                    <a:pt x="3965753" y="1509088"/>
                  </a:lnTo>
                  <a:lnTo>
                    <a:pt x="3966594" y="1510185"/>
                  </a:lnTo>
                  <a:lnTo>
                    <a:pt x="3967436" y="1511200"/>
                  </a:lnTo>
                  <a:lnTo>
                    <a:pt x="3968277" y="1511613"/>
                  </a:lnTo>
                  <a:lnTo>
                    <a:pt x="3969118" y="1510307"/>
                  </a:lnTo>
                  <a:lnTo>
                    <a:pt x="3969959" y="1508223"/>
                  </a:lnTo>
                  <a:lnTo>
                    <a:pt x="3970800" y="1504905"/>
                  </a:lnTo>
                  <a:lnTo>
                    <a:pt x="3971642" y="1500596"/>
                  </a:lnTo>
                  <a:lnTo>
                    <a:pt x="3972483" y="1496701"/>
                  </a:lnTo>
                  <a:lnTo>
                    <a:pt x="3973324" y="1493464"/>
                  </a:lnTo>
                  <a:lnTo>
                    <a:pt x="3974165" y="1491590"/>
                  </a:lnTo>
                  <a:lnTo>
                    <a:pt x="3975006" y="1489949"/>
                  </a:lnTo>
                  <a:lnTo>
                    <a:pt x="3975848" y="1488447"/>
                  </a:lnTo>
                  <a:lnTo>
                    <a:pt x="3976689" y="1487512"/>
                  </a:lnTo>
                  <a:lnTo>
                    <a:pt x="3977530" y="1487578"/>
                  </a:lnTo>
                  <a:lnTo>
                    <a:pt x="3978371" y="1488407"/>
                  </a:lnTo>
                  <a:lnTo>
                    <a:pt x="3979212" y="1490328"/>
                  </a:lnTo>
                  <a:lnTo>
                    <a:pt x="3980054" y="1492508"/>
                  </a:lnTo>
                  <a:lnTo>
                    <a:pt x="3980895" y="1495590"/>
                  </a:lnTo>
                  <a:lnTo>
                    <a:pt x="3981736" y="1499269"/>
                  </a:lnTo>
                  <a:lnTo>
                    <a:pt x="3982577" y="1503011"/>
                  </a:lnTo>
                  <a:lnTo>
                    <a:pt x="3983418" y="1507942"/>
                  </a:lnTo>
                  <a:lnTo>
                    <a:pt x="3984260" y="1513569"/>
                  </a:lnTo>
                  <a:lnTo>
                    <a:pt x="3985101" y="1518617"/>
                  </a:lnTo>
                  <a:lnTo>
                    <a:pt x="3985942" y="1523560"/>
                  </a:lnTo>
                  <a:lnTo>
                    <a:pt x="3986783" y="1527953"/>
                  </a:lnTo>
                  <a:lnTo>
                    <a:pt x="3987624" y="1532592"/>
                  </a:lnTo>
                  <a:lnTo>
                    <a:pt x="3988466" y="1537817"/>
                  </a:lnTo>
                  <a:lnTo>
                    <a:pt x="3989307" y="1543285"/>
                  </a:lnTo>
                  <a:lnTo>
                    <a:pt x="3990148" y="1548182"/>
                  </a:lnTo>
                  <a:lnTo>
                    <a:pt x="3990989" y="1553181"/>
                  </a:lnTo>
                  <a:lnTo>
                    <a:pt x="3991830" y="1557852"/>
                  </a:lnTo>
                  <a:lnTo>
                    <a:pt x="3992672" y="1561585"/>
                  </a:lnTo>
                  <a:lnTo>
                    <a:pt x="3993513" y="1565210"/>
                  </a:lnTo>
                  <a:lnTo>
                    <a:pt x="3994354" y="1568598"/>
                  </a:lnTo>
                  <a:lnTo>
                    <a:pt x="3995195" y="1571298"/>
                  </a:lnTo>
                  <a:lnTo>
                    <a:pt x="3996037" y="1573645"/>
                  </a:lnTo>
                  <a:lnTo>
                    <a:pt x="3996878" y="1576773"/>
                  </a:lnTo>
                  <a:lnTo>
                    <a:pt x="3997719" y="1580444"/>
                  </a:lnTo>
                  <a:lnTo>
                    <a:pt x="3998560" y="1584382"/>
                  </a:lnTo>
                  <a:lnTo>
                    <a:pt x="3999401" y="1588527"/>
                  </a:lnTo>
                  <a:lnTo>
                    <a:pt x="4000243" y="1592814"/>
                  </a:lnTo>
                  <a:lnTo>
                    <a:pt x="4001084" y="1597236"/>
                  </a:lnTo>
                  <a:lnTo>
                    <a:pt x="4001925" y="1603057"/>
                  </a:lnTo>
                  <a:lnTo>
                    <a:pt x="4002766" y="1608553"/>
                  </a:lnTo>
                  <a:lnTo>
                    <a:pt x="4003607" y="1612570"/>
                  </a:lnTo>
                  <a:lnTo>
                    <a:pt x="4004449" y="1616923"/>
                  </a:lnTo>
                  <a:lnTo>
                    <a:pt x="4005290" y="1622617"/>
                  </a:lnTo>
                  <a:lnTo>
                    <a:pt x="4006131" y="1626794"/>
                  </a:lnTo>
                  <a:lnTo>
                    <a:pt x="4006972" y="1630575"/>
                  </a:lnTo>
                  <a:lnTo>
                    <a:pt x="4007813" y="1634406"/>
                  </a:lnTo>
                  <a:lnTo>
                    <a:pt x="4008655" y="1636429"/>
                  </a:lnTo>
                  <a:lnTo>
                    <a:pt x="4009496" y="1637801"/>
                  </a:lnTo>
                  <a:lnTo>
                    <a:pt x="4010337" y="1638234"/>
                  </a:lnTo>
                  <a:lnTo>
                    <a:pt x="4011178" y="1637149"/>
                  </a:lnTo>
                  <a:lnTo>
                    <a:pt x="4012019" y="1636328"/>
                  </a:lnTo>
                  <a:lnTo>
                    <a:pt x="4012861" y="1635011"/>
                  </a:lnTo>
                  <a:lnTo>
                    <a:pt x="4013702" y="1633678"/>
                  </a:lnTo>
                  <a:lnTo>
                    <a:pt x="4014543" y="1631319"/>
                  </a:lnTo>
                  <a:lnTo>
                    <a:pt x="4015384" y="1629026"/>
                  </a:lnTo>
                  <a:lnTo>
                    <a:pt x="4016225" y="1626197"/>
                  </a:lnTo>
                  <a:lnTo>
                    <a:pt x="4017067" y="1623468"/>
                  </a:lnTo>
                  <a:lnTo>
                    <a:pt x="4017908" y="1620218"/>
                  </a:lnTo>
                  <a:lnTo>
                    <a:pt x="4018749" y="1617913"/>
                  </a:lnTo>
                  <a:lnTo>
                    <a:pt x="4019590" y="1615013"/>
                  </a:lnTo>
                  <a:lnTo>
                    <a:pt x="4020431" y="1611091"/>
                  </a:lnTo>
                  <a:lnTo>
                    <a:pt x="4021273" y="1606706"/>
                  </a:lnTo>
                  <a:lnTo>
                    <a:pt x="4022114" y="1602368"/>
                  </a:lnTo>
                  <a:lnTo>
                    <a:pt x="4022955" y="1597878"/>
                  </a:lnTo>
                  <a:lnTo>
                    <a:pt x="4023796" y="1593492"/>
                  </a:lnTo>
                  <a:lnTo>
                    <a:pt x="4024637" y="1589430"/>
                  </a:lnTo>
                  <a:lnTo>
                    <a:pt x="4025479" y="1584586"/>
                  </a:lnTo>
                  <a:lnTo>
                    <a:pt x="4026320" y="1579823"/>
                  </a:lnTo>
                  <a:lnTo>
                    <a:pt x="4027161" y="1575675"/>
                  </a:lnTo>
                  <a:lnTo>
                    <a:pt x="4028002" y="1572038"/>
                  </a:lnTo>
                  <a:lnTo>
                    <a:pt x="4028843" y="1568111"/>
                  </a:lnTo>
                  <a:lnTo>
                    <a:pt x="4029685" y="1564261"/>
                  </a:lnTo>
                  <a:lnTo>
                    <a:pt x="4030526" y="1560450"/>
                  </a:lnTo>
                  <a:lnTo>
                    <a:pt x="4031367" y="1557417"/>
                  </a:lnTo>
                  <a:lnTo>
                    <a:pt x="4032208" y="1553315"/>
                  </a:lnTo>
                  <a:lnTo>
                    <a:pt x="4033049" y="1548911"/>
                  </a:lnTo>
                  <a:lnTo>
                    <a:pt x="4033891" y="1544220"/>
                  </a:lnTo>
                  <a:lnTo>
                    <a:pt x="4034732" y="1539413"/>
                  </a:lnTo>
                  <a:lnTo>
                    <a:pt x="4035573" y="1535273"/>
                  </a:lnTo>
                  <a:lnTo>
                    <a:pt x="4036414" y="1532283"/>
                  </a:lnTo>
                  <a:lnTo>
                    <a:pt x="4037255" y="1528858"/>
                  </a:lnTo>
                  <a:lnTo>
                    <a:pt x="4038097" y="1526338"/>
                  </a:lnTo>
                  <a:lnTo>
                    <a:pt x="4038938" y="1524503"/>
                  </a:lnTo>
                  <a:lnTo>
                    <a:pt x="4039779" y="1521888"/>
                  </a:lnTo>
                  <a:lnTo>
                    <a:pt x="4040620" y="1519728"/>
                  </a:lnTo>
                  <a:lnTo>
                    <a:pt x="4041461" y="1517336"/>
                  </a:lnTo>
                  <a:lnTo>
                    <a:pt x="4042303" y="1515606"/>
                  </a:lnTo>
                  <a:lnTo>
                    <a:pt x="4043144" y="1513757"/>
                  </a:lnTo>
                  <a:lnTo>
                    <a:pt x="4043985" y="1511795"/>
                  </a:lnTo>
                  <a:lnTo>
                    <a:pt x="4044826" y="1510388"/>
                  </a:lnTo>
                  <a:lnTo>
                    <a:pt x="4045667" y="1509486"/>
                  </a:lnTo>
                  <a:lnTo>
                    <a:pt x="4046509" y="1510093"/>
                  </a:lnTo>
                  <a:lnTo>
                    <a:pt x="4047350" y="1510694"/>
                  </a:lnTo>
                  <a:lnTo>
                    <a:pt x="4048191" y="1511375"/>
                  </a:lnTo>
                  <a:lnTo>
                    <a:pt x="4049032" y="1511960"/>
                  </a:lnTo>
                  <a:lnTo>
                    <a:pt x="4049873" y="1512687"/>
                  </a:lnTo>
                  <a:lnTo>
                    <a:pt x="4050715" y="1513544"/>
                  </a:lnTo>
                  <a:lnTo>
                    <a:pt x="4051556" y="1515125"/>
                  </a:lnTo>
                  <a:lnTo>
                    <a:pt x="4052397" y="1516585"/>
                  </a:lnTo>
                  <a:lnTo>
                    <a:pt x="4053238" y="1517404"/>
                  </a:lnTo>
                  <a:lnTo>
                    <a:pt x="4054079" y="1517922"/>
                  </a:lnTo>
                  <a:lnTo>
                    <a:pt x="4054921" y="1518432"/>
                  </a:lnTo>
                  <a:lnTo>
                    <a:pt x="4055762" y="1520796"/>
                  </a:lnTo>
                  <a:lnTo>
                    <a:pt x="4056603" y="1523313"/>
                  </a:lnTo>
                  <a:lnTo>
                    <a:pt x="4057444" y="1524912"/>
                  </a:lnTo>
                  <a:lnTo>
                    <a:pt x="4058285" y="1526789"/>
                  </a:lnTo>
                  <a:lnTo>
                    <a:pt x="4059127" y="1528794"/>
                  </a:lnTo>
                  <a:lnTo>
                    <a:pt x="4059968" y="1530537"/>
                  </a:lnTo>
                  <a:lnTo>
                    <a:pt x="4060809" y="1532298"/>
                  </a:lnTo>
                  <a:lnTo>
                    <a:pt x="4061650" y="1534211"/>
                  </a:lnTo>
                  <a:lnTo>
                    <a:pt x="4062491" y="1535915"/>
                  </a:lnTo>
                  <a:lnTo>
                    <a:pt x="4063333" y="1537987"/>
                  </a:lnTo>
                  <a:lnTo>
                    <a:pt x="4064174" y="1540934"/>
                  </a:lnTo>
                  <a:lnTo>
                    <a:pt x="4065015" y="1542490"/>
                  </a:lnTo>
                  <a:lnTo>
                    <a:pt x="4065856" y="1545013"/>
                  </a:lnTo>
                  <a:lnTo>
                    <a:pt x="4066698" y="1548113"/>
                  </a:lnTo>
                  <a:lnTo>
                    <a:pt x="4067539" y="1550228"/>
                  </a:lnTo>
                  <a:lnTo>
                    <a:pt x="4068380" y="1553025"/>
                  </a:lnTo>
                  <a:lnTo>
                    <a:pt x="4069221" y="1555720"/>
                  </a:lnTo>
                  <a:lnTo>
                    <a:pt x="4070062" y="1558562"/>
                  </a:lnTo>
                  <a:lnTo>
                    <a:pt x="4070904" y="1560961"/>
                  </a:lnTo>
                  <a:lnTo>
                    <a:pt x="4071745" y="1563510"/>
                  </a:lnTo>
                  <a:lnTo>
                    <a:pt x="4072586" y="1565689"/>
                  </a:lnTo>
                  <a:lnTo>
                    <a:pt x="4073427" y="1567786"/>
                  </a:lnTo>
                  <a:lnTo>
                    <a:pt x="4074268" y="1570960"/>
                  </a:lnTo>
                  <a:lnTo>
                    <a:pt x="4075110" y="1574603"/>
                  </a:lnTo>
                  <a:lnTo>
                    <a:pt x="4075951" y="1576783"/>
                  </a:lnTo>
                  <a:lnTo>
                    <a:pt x="4076792" y="1579793"/>
                  </a:lnTo>
                  <a:lnTo>
                    <a:pt x="4077633" y="1581689"/>
                  </a:lnTo>
                  <a:lnTo>
                    <a:pt x="4078474" y="1583677"/>
                  </a:lnTo>
                  <a:lnTo>
                    <a:pt x="4079316" y="1585152"/>
                  </a:lnTo>
                  <a:lnTo>
                    <a:pt x="4080157" y="1588057"/>
                  </a:lnTo>
                  <a:lnTo>
                    <a:pt x="4080998" y="1589784"/>
                  </a:lnTo>
                  <a:lnTo>
                    <a:pt x="4081839" y="1593103"/>
                  </a:lnTo>
                  <a:lnTo>
                    <a:pt x="4082680" y="1595348"/>
                  </a:lnTo>
                  <a:lnTo>
                    <a:pt x="4083522" y="1597139"/>
                  </a:lnTo>
                  <a:lnTo>
                    <a:pt x="4084363" y="1598098"/>
                  </a:lnTo>
                  <a:lnTo>
                    <a:pt x="4085204" y="1598583"/>
                  </a:lnTo>
                  <a:lnTo>
                    <a:pt x="4086045" y="1597023"/>
                  </a:lnTo>
                  <a:lnTo>
                    <a:pt x="4086886" y="1594219"/>
                  </a:lnTo>
                  <a:lnTo>
                    <a:pt x="4087728" y="1590712"/>
                  </a:lnTo>
                  <a:lnTo>
                    <a:pt x="4088569" y="1587228"/>
                  </a:lnTo>
                  <a:lnTo>
                    <a:pt x="4089410" y="1581770"/>
                  </a:lnTo>
                  <a:lnTo>
                    <a:pt x="4090251" y="1574997"/>
                  </a:lnTo>
                  <a:lnTo>
                    <a:pt x="4091092" y="1567328"/>
                  </a:lnTo>
                  <a:lnTo>
                    <a:pt x="4091934" y="1558083"/>
                  </a:lnTo>
                  <a:lnTo>
                    <a:pt x="4092775" y="1546621"/>
                  </a:lnTo>
                  <a:lnTo>
                    <a:pt x="4093616" y="1533604"/>
                  </a:lnTo>
                  <a:lnTo>
                    <a:pt x="4094457" y="1519572"/>
                  </a:lnTo>
                  <a:lnTo>
                    <a:pt x="4095298" y="1502876"/>
                  </a:lnTo>
                  <a:lnTo>
                    <a:pt x="4096140" y="1485041"/>
                  </a:lnTo>
                  <a:lnTo>
                    <a:pt x="4096981" y="1466309"/>
                  </a:lnTo>
                  <a:lnTo>
                    <a:pt x="4097822" y="1446822"/>
                  </a:lnTo>
                  <a:lnTo>
                    <a:pt x="4098663" y="1428910"/>
                  </a:lnTo>
                  <a:lnTo>
                    <a:pt x="4099504" y="1412467"/>
                  </a:lnTo>
                  <a:lnTo>
                    <a:pt x="4100346" y="1396849"/>
                  </a:lnTo>
                  <a:lnTo>
                    <a:pt x="4101187" y="1381474"/>
                  </a:lnTo>
                  <a:lnTo>
                    <a:pt x="4102028" y="1366388"/>
                  </a:lnTo>
                  <a:lnTo>
                    <a:pt x="4102869" y="1353459"/>
                  </a:lnTo>
                  <a:lnTo>
                    <a:pt x="4103710" y="1341171"/>
                  </a:lnTo>
                  <a:lnTo>
                    <a:pt x="4104552" y="1329806"/>
                  </a:lnTo>
                  <a:lnTo>
                    <a:pt x="4105393" y="1318800"/>
                  </a:lnTo>
                  <a:lnTo>
                    <a:pt x="4106234" y="1307775"/>
                  </a:lnTo>
                  <a:lnTo>
                    <a:pt x="4107075" y="1297222"/>
                  </a:lnTo>
                  <a:lnTo>
                    <a:pt x="4107916" y="1286297"/>
                  </a:lnTo>
                  <a:lnTo>
                    <a:pt x="4108758" y="1275524"/>
                  </a:lnTo>
                  <a:lnTo>
                    <a:pt x="4109599" y="1264038"/>
                  </a:lnTo>
                  <a:lnTo>
                    <a:pt x="4110440" y="1251835"/>
                  </a:lnTo>
                  <a:lnTo>
                    <a:pt x="4111281" y="1238901"/>
                  </a:lnTo>
                  <a:lnTo>
                    <a:pt x="4112122" y="1226506"/>
                  </a:lnTo>
                  <a:lnTo>
                    <a:pt x="4112964" y="1213229"/>
                  </a:lnTo>
                  <a:lnTo>
                    <a:pt x="4113805" y="1199384"/>
                  </a:lnTo>
                  <a:lnTo>
                    <a:pt x="4114646" y="1185281"/>
                  </a:lnTo>
                  <a:lnTo>
                    <a:pt x="4115487" y="1169246"/>
                  </a:lnTo>
                  <a:lnTo>
                    <a:pt x="4116328" y="1153302"/>
                  </a:lnTo>
                  <a:lnTo>
                    <a:pt x="4117170" y="1137933"/>
                  </a:lnTo>
                  <a:lnTo>
                    <a:pt x="4118011" y="1125268"/>
                  </a:lnTo>
                  <a:lnTo>
                    <a:pt x="4118852" y="1114493"/>
                  </a:lnTo>
                  <a:lnTo>
                    <a:pt x="4119693" y="1103880"/>
                  </a:lnTo>
                  <a:lnTo>
                    <a:pt x="4120534" y="1093533"/>
                  </a:lnTo>
                  <a:lnTo>
                    <a:pt x="4121376" y="1082529"/>
                  </a:lnTo>
                  <a:lnTo>
                    <a:pt x="4122217" y="1072081"/>
                  </a:lnTo>
                  <a:lnTo>
                    <a:pt x="4123058" y="1061399"/>
                  </a:lnTo>
                  <a:lnTo>
                    <a:pt x="4123899" y="1050532"/>
                  </a:lnTo>
                  <a:lnTo>
                    <a:pt x="4124740" y="1039012"/>
                  </a:lnTo>
                  <a:lnTo>
                    <a:pt x="4125582" y="1027439"/>
                  </a:lnTo>
                  <a:lnTo>
                    <a:pt x="4126423" y="1015771"/>
                  </a:lnTo>
                  <a:lnTo>
                    <a:pt x="4127264" y="1004842"/>
                  </a:lnTo>
                  <a:lnTo>
                    <a:pt x="4128105" y="993849"/>
                  </a:lnTo>
                  <a:lnTo>
                    <a:pt x="4128946" y="983069"/>
                  </a:lnTo>
                  <a:lnTo>
                    <a:pt x="4129788" y="971840"/>
                  </a:lnTo>
                  <a:lnTo>
                    <a:pt x="4130629" y="959350"/>
                  </a:lnTo>
                  <a:lnTo>
                    <a:pt x="4131470" y="946061"/>
                  </a:lnTo>
                  <a:lnTo>
                    <a:pt x="4132311" y="930003"/>
                  </a:lnTo>
                  <a:lnTo>
                    <a:pt x="4133152" y="914278"/>
                  </a:lnTo>
                  <a:lnTo>
                    <a:pt x="4133994" y="897737"/>
                  </a:lnTo>
                  <a:lnTo>
                    <a:pt x="4134835" y="880132"/>
                  </a:lnTo>
                  <a:lnTo>
                    <a:pt x="4135676" y="862560"/>
                  </a:lnTo>
                  <a:lnTo>
                    <a:pt x="4136517" y="845032"/>
                  </a:lnTo>
                  <a:lnTo>
                    <a:pt x="4137359" y="828441"/>
                  </a:lnTo>
                  <a:lnTo>
                    <a:pt x="4138200" y="812311"/>
                  </a:lnTo>
                  <a:lnTo>
                    <a:pt x="4139041" y="797808"/>
                  </a:lnTo>
                  <a:lnTo>
                    <a:pt x="4139882" y="785687"/>
                  </a:lnTo>
                  <a:lnTo>
                    <a:pt x="4140723" y="772925"/>
                  </a:lnTo>
                  <a:lnTo>
                    <a:pt x="4141565" y="758700"/>
                  </a:lnTo>
                  <a:lnTo>
                    <a:pt x="4142406" y="745127"/>
                  </a:lnTo>
                  <a:lnTo>
                    <a:pt x="4143247" y="730777"/>
                  </a:lnTo>
                  <a:lnTo>
                    <a:pt x="4144088" y="716809"/>
                  </a:lnTo>
                  <a:lnTo>
                    <a:pt x="4144929" y="703056"/>
                  </a:lnTo>
                  <a:lnTo>
                    <a:pt x="4145771" y="687988"/>
                  </a:lnTo>
                  <a:lnTo>
                    <a:pt x="4146612" y="673677"/>
                  </a:lnTo>
                  <a:lnTo>
                    <a:pt x="4147453" y="659678"/>
                  </a:lnTo>
                  <a:lnTo>
                    <a:pt x="4148294" y="645601"/>
                  </a:lnTo>
                  <a:lnTo>
                    <a:pt x="4149135" y="631368"/>
                  </a:lnTo>
                  <a:lnTo>
                    <a:pt x="4149977" y="617727"/>
                  </a:lnTo>
                  <a:lnTo>
                    <a:pt x="4150818" y="604100"/>
                  </a:lnTo>
                  <a:lnTo>
                    <a:pt x="4151659" y="590066"/>
                  </a:lnTo>
                  <a:lnTo>
                    <a:pt x="4152500" y="576439"/>
                  </a:lnTo>
                  <a:lnTo>
                    <a:pt x="4153341" y="563919"/>
                  </a:lnTo>
                  <a:lnTo>
                    <a:pt x="4154183" y="550887"/>
                  </a:lnTo>
                  <a:lnTo>
                    <a:pt x="4155024" y="538767"/>
                  </a:lnTo>
                  <a:lnTo>
                    <a:pt x="4155865" y="527594"/>
                  </a:lnTo>
                  <a:lnTo>
                    <a:pt x="4156706" y="516030"/>
                  </a:lnTo>
                  <a:lnTo>
                    <a:pt x="4157547" y="503618"/>
                  </a:lnTo>
                  <a:lnTo>
                    <a:pt x="4158389" y="492833"/>
                  </a:lnTo>
                  <a:lnTo>
                    <a:pt x="4159230" y="481284"/>
                  </a:lnTo>
                  <a:lnTo>
                    <a:pt x="4160071" y="469561"/>
                  </a:lnTo>
                  <a:lnTo>
                    <a:pt x="4160912" y="457631"/>
                  </a:lnTo>
                  <a:lnTo>
                    <a:pt x="4161753" y="445654"/>
                  </a:lnTo>
                  <a:lnTo>
                    <a:pt x="4162595" y="433696"/>
                  </a:lnTo>
                  <a:lnTo>
                    <a:pt x="4163436" y="422611"/>
                  </a:lnTo>
                  <a:lnTo>
                    <a:pt x="4164277" y="413788"/>
                  </a:lnTo>
                  <a:lnTo>
                    <a:pt x="4165118" y="404176"/>
                  </a:lnTo>
                  <a:lnTo>
                    <a:pt x="4165959" y="394472"/>
                  </a:lnTo>
                  <a:lnTo>
                    <a:pt x="4166801" y="384954"/>
                  </a:lnTo>
                  <a:lnTo>
                    <a:pt x="4167642" y="376440"/>
                  </a:lnTo>
                  <a:lnTo>
                    <a:pt x="4168483" y="366691"/>
                  </a:lnTo>
                  <a:lnTo>
                    <a:pt x="4169324" y="357619"/>
                  </a:lnTo>
                  <a:lnTo>
                    <a:pt x="4170165" y="347812"/>
                  </a:lnTo>
                  <a:lnTo>
                    <a:pt x="4171007" y="338217"/>
                  </a:lnTo>
                  <a:lnTo>
                    <a:pt x="4171848" y="329697"/>
                  </a:lnTo>
                  <a:lnTo>
                    <a:pt x="4172689" y="322716"/>
                  </a:lnTo>
                  <a:lnTo>
                    <a:pt x="4173530" y="315442"/>
                  </a:lnTo>
                  <a:lnTo>
                    <a:pt x="4174371" y="308951"/>
                  </a:lnTo>
                  <a:lnTo>
                    <a:pt x="4175213" y="303455"/>
                  </a:lnTo>
                  <a:lnTo>
                    <a:pt x="4176054" y="298660"/>
                  </a:lnTo>
                  <a:lnTo>
                    <a:pt x="4176895" y="294942"/>
                  </a:lnTo>
                  <a:lnTo>
                    <a:pt x="4177736" y="291352"/>
                  </a:lnTo>
                  <a:lnTo>
                    <a:pt x="4178577" y="288752"/>
                  </a:lnTo>
                  <a:lnTo>
                    <a:pt x="4179419" y="286808"/>
                  </a:lnTo>
                  <a:lnTo>
                    <a:pt x="4180260" y="284463"/>
                  </a:lnTo>
                  <a:lnTo>
                    <a:pt x="4181101" y="282428"/>
                  </a:lnTo>
                  <a:lnTo>
                    <a:pt x="4181942" y="280802"/>
                  </a:lnTo>
                  <a:lnTo>
                    <a:pt x="4182783" y="279104"/>
                  </a:lnTo>
                  <a:lnTo>
                    <a:pt x="4183625" y="276573"/>
                  </a:lnTo>
                  <a:lnTo>
                    <a:pt x="4184466" y="272820"/>
                  </a:lnTo>
                  <a:lnTo>
                    <a:pt x="4185307" y="268937"/>
                  </a:lnTo>
                  <a:lnTo>
                    <a:pt x="4186148" y="264813"/>
                  </a:lnTo>
                  <a:lnTo>
                    <a:pt x="4186989" y="258956"/>
                  </a:lnTo>
                  <a:lnTo>
                    <a:pt x="4187831" y="252445"/>
                  </a:lnTo>
                  <a:lnTo>
                    <a:pt x="4188672" y="244686"/>
                  </a:lnTo>
                  <a:lnTo>
                    <a:pt x="4189513" y="236377"/>
                  </a:lnTo>
                  <a:lnTo>
                    <a:pt x="4190354" y="228396"/>
                  </a:lnTo>
                  <a:lnTo>
                    <a:pt x="4191195" y="219919"/>
                  </a:lnTo>
                  <a:lnTo>
                    <a:pt x="4192037" y="211247"/>
                  </a:lnTo>
                  <a:lnTo>
                    <a:pt x="4192878" y="201578"/>
                  </a:lnTo>
                  <a:lnTo>
                    <a:pt x="4193719" y="192835"/>
                  </a:lnTo>
                  <a:lnTo>
                    <a:pt x="4194560" y="184722"/>
                  </a:lnTo>
                  <a:lnTo>
                    <a:pt x="4195401" y="178761"/>
                  </a:lnTo>
                  <a:lnTo>
                    <a:pt x="4196243" y="173474"/>
                  </a:lnTo>
                  <a:lnTo>
                    <a:pt x="4197084" y="169786"/>
                  </a:lnTo>
                  <a:lnTo>
                    <a:pt x="4197925" y="166619"/>
                  </a:lnTo>
                  <a:lnTo>
                    <a:pt x="4198766" y="164430"/>
                  </a:lnTo>
                  <a:lnTo>
                    <a:pt x="4199607" y="161350"/>
                  </a:lnTo>
                  <a:lnTo>
                    <a:pt x="4200449" y="159484"/>
                  </a:lnTo>
                  <a:lnTo>
                    <a:pt x="4201290" y="157703"/>
                  </a:lnTo>
                  <a:lnTo>
                    <a:pt x="4202131" y="156372"/>
                  </a:lnTo>
                  <a:lnTo>
                    <a:pt x="4202972" y="155225"/>
                  </a:lnTo>
                  <a:lnTo>
                    <a:pt x="4203813" y="154452"/>
                  </a:lnTo>
                  <a:lnTo>
                    <a:pt x="4204655" y="152473"/>
                  </a:lnTo>
                  <a:lnTo>
                    <a:pt x="4205496" y="150607"/>
                  </a:lnTo>
                  <a:lnTo>
                    <a:pt x="4206337" y="147233"/>
                  </a:lnTo>
                  <a:lnTo>
                    <a:pt x="4207178" y="142414"/>
                  </a:lnTo>
                  <a:lnTo>
                    <a:pt x="4208020" y="137637"/>
                  </a:lnTo>
                  <a:lnTo>
                    <a:pt x="4208861" y="131672"/>
                  </a:lnTo>
                  <a:lnTo>
                    <a:pt x="4209702" y="125147"/>
                  </a:lnTo>
                  <a:lnTo>
                    <a:pt x="4210543" y="117916"/>
                  </a:lnTo>
                  <a:lnTo>
                    <a:pt x="4211384" y="111447"/>
                  </a:lnTo>
                  <a:lnTo>
                    <a:pt x="4212226" y="105351"/>
                  </a:lnTo>
                  <a:lnTo>
                    <a:pt x="4213067" y="98784"/>
                  </a:lnTo>
                  <a:lnTo>
                    <a:pt x="4213908" y="91628"/>
                  </a:lnTo>
                  <a:lnTo>
                    <a:pt x="4214749" y="84053"/>
                  </a:lnTo>
                  <a:lnTo>
                    <a:pt x="4215590" y="76176"/>
                  </a:lnTo>
                  <a:lnTo>
                    <a:pt x="4216432" y="68380"/>
                  </a:lnTo>
                  <a:lnTo>
                    <a:pt x="4217273" y="60089"/>
                  </a:lnTo>
                  <a:lnTo>
                    <a:pt x="4218114" y="51326"/>
                  </a:lnTo>
                  <a:lnTo>
                    <a:pt x="4218955" y="44013"/>
                  </a:lnTo>
                  <a:lnTo>
                    <a:pt x="4219796" y="36995"/>
                  </a:lnTo>
                  <a:lnTo>
                    <a:pt x="4220638" y="29635"/>
                  </a:lnTo>
                  <a:lnTo>
                    <a:pt x="4221479" y="23914"/>
                  </a:lnTo>
                  <a:lnTo>
                    <a:pt x="4222320" y="20130"/>
                  </a:lnTo>
                  <a:lnTo>
                    <a:pt x="4223161" y="16915"/>
                  </a:lnTo>
                  <a:lnTo>
                    <a:pt x="4224002" y="12932"/>
                  </a:lnTo>
                  <a:lnTo>
                    <a:pt x="4224844" y="7957"/>
                  </a:lnTo>
                  <a:lnTo>
                    <a:pt x="4225685" y="4327"/>
                  </a:lnTo>
                  <a:lnTo>
                    <a:pt x="4226526" y="2275"/>
                  </a:lnTo>
                  <a:lnTo>
                    <a:pt x="4227367" y="678"/>
                  </a:lnTo>
                  <a:lnTo>
                    <a:pt x="4228208" y="0"/>
                  </a:lnTo>
                  <a:lnTo>
                    <a:pt x="4229050" y="186"/>
                  </a:lnTo>
                  <a:lnTo>
                    <a:pt x="4229891" y="1017"/>
                  </a:lnTo>
                  <a:lnTo>
                    <a:pt x="4230732" y="2909"/>
                  </a:lnTo>
                  <a:lnTo>
                    <a:pt x="4231573" y="4785"/>
                  </a:lnTo>
                  <a:lnTo>
                    <a:pt x="4232414" y="7013"/>
                  </a:lnTo>
                  <a:lnTo>
                    <a:pt x="4233256" y="10575"/>
                  </a:lnTo>
                  <a:lnTo>
                    <a:pt x="4234097" y="13864"/>
                  </a:lnTo>
                  <a:lnTo>
                    <a:pt x="4234938" y="16992"/>
                  </a:lnTo>
                  <a:lnTo>
                    <a:pt x="4235779" y="20489"/>
                  </a:lnTo>
                  <a:lnTo>
                    <a:pt x="4236620" y="23648"/>
                  </a:lnTo>
                  <a:lnTo>
                    <a:pt x="4237462" y="27256"/>
                  </a:lnTo>
                  <a:lnTo>
                    <a:pt x="4238303" y="30757"/>
                  </a:lnTo>
                  <a:lnTo>
                    <a:pt x="4239144" y="34130"/>
                  </a:lnTo>
                  <a:lnTo>
                    <a:pt x="4239985" y="38363"/>
                  </a:lnTo>
                  <a:lnTo>
                    <a:pt x="4240826" y="42656"/>
                  </a:lnTo>
                  <a:lnTo>
                    <a:pt x="4241668" y="47945"/>
                  </a:lnTo>
                  <a:lnTo>
                    <a:pt x="4242509" y="53179"/>
                  </a:lnTo>
                  <a:lnTo>
                    <a:pt x="4243350" y="58231"/>
                  </a:lnTo>
                  <a:lnTo>
                    <a:pt x="4244191" y="63293"/>
                  </a:lnTo>
                  <a:lnTo>
                    <a:pt x="4245032" y="68368"/>
                  </a:lnTo>
                  <a:lnTo>
                    <a:pt x="4245874" y="74559"/>
                  </a:lnTo>
                  <a:lnTo>
                    <a:pt x="4246715" y="80736"/>
                  </a:lnTo>
                  <a:lnTo>
                    <a:pt x="4247556" y="86697"/>
                  </a:lnTo>
                  <a:lnTo>
                    <a:pt x="4248397" y="91718"/>
                  </a:lnTo>
                  <a:lnTo>
                    <a:pt x="4249238" y="97358"/>
                  </a:lnTo>
                  <a:lnTo>
                    <a:pt x="4250080" y="102164"/>
                  </a:lnTo>
                  <a:lnTo>
                    <a:pt x="4250921" y="107234"/>
                  </a:lnTo>
                  <a:lnTo>
                    <a:pt x="4251762" y="113344"/>
                  </a:lnTo>
                  <a:lnTo>
                    <a:pt x="4252603" y="118858"/>
                  </a:lnTo>
                  <a:lnTo>
                    <a:pt x="4253444" y="123796"/>
                  </a:lnTo>
                  <a:lnTo>
                    <a:pt x="4254286" y="129039"/>
                  </a:lnTo>
                  <a:lnTo>
                    <a:pt x="4255127" y="133522"/>
                  </a:lnTo>
                  <a:lnTo>
                    <a:pt x="4255968" y="138331"/>
                  </a:lnTo>
                  <a:lnTo>
                    <a:pt x="4256809" y="142987"/>
                  </a:lnTo>
                  <a:lnTo>
                    <a:pt x="4257650" y="149570"/>
                  </a:lnTo>
                  <a:lnTo>
                    <a:pt x="4258492" y="156168"/>
                  </a:lnTo>
                  <a:lnTo>
                    <a:pt x="4259333" y="162782"/>
                  </a:lnTo>
                  <a:lnTo>
                    <a:pt x="4260174" y="169962"/>
                  </a:lnTo>
                  <a:lnTo>
                    <a:pt x="4261015" y="178396"/>
                  </a:lnTo>
                  <a:lnTo>
                    <a:pt x="4261856" y="187881"/>
                  </a:lnTo>
                  <a:lnTo>
                    <a:pt x="4262698" y="198154"/>
                  </a:lnTo>
                  <a:lnTo>
                    <a:pt x="4263539" y="210080"/>
                  </a:lnTo>
                  <a:lnTo>
                    <a:pt x="4264380" y="223498"/>
                  </a:lnTo>
                  <a:lnTo>
                    <a:pt x="4265221" y="237821"/>
                  </a:lnTo>
                  <a:lnTo>
                    <a:pt x="4266062" y="253530"/>
                  </a:lnTo>
                  <a:lnTo>
                    <a:pt x="4266904" y="269204"/>
                  </a:lnTo>
                  <a:lnTo>
                    <a:pt x="4267745" y="285020"/>
                  </a:lnTo>
                  <a:lnTo>
                    <a:pt x="4268586" y="300461"/>
                  </a:lnTo>
                  <a:lnTo>
                    <a:pt x="4269427" y="315432"/>
                  </a:lnTo>
                  <a:lnTo>
                    <a:pt x="4270268" y="330140"/>
                  </a:lnTo>
                  <a:lnTo>
                    <a:pt x="4271110" y="342818"/>
                  </a:lnTo>
                  <a:lnTo>
                    <a:pt x="4271951" y="355490"/>
                  </a:lnTo>
                  <a:lnTo>
                    <a:pt x="4272792" y="367366"/>
                  </a:lnTo>
                  <a:lnTo>
                    <a:pt x="4273633" y="379075"/>
                  </a:lnTo>
                  <a:lnTo>
                    <a:pt x="4274474" y="390603"/>
                  </a:lnTo>
                  <a:lnTo>
                    <a:pt x="4275316" y="400558"/>
                  </a:lnTo>
                  <a:lnTo>
                    <a:pt x="4276157" y="409890"/>
                  </a:lnTo>
                  <a:lnTo>
                    <a:pt x="4276998" y="418101"/>
                  </a:lnTo>
                  <a:lnTo>
                    <a:pt x="4277839" y="427627"/>
                  </a:lnTo>
                  <a:lnTo>
                    <a:pt x="4278681" y="437264"/>
                  </a:lnTo>
                  <a:lnTo>
                    <a:pt x="4279522" y="446495"/>
                  </a:lnTo>
                  <a:lnTo>
                    <a:pt x="4280363" y="454676"/>
                  </a:lnTo>
                  <a:lnTo>
                    <a:pt x="4281204" y="462567"/>
                  </a:lnTo>
                  <a:lnTo>
                    <a:pt x="4282045" y="469846"/>
                  </a:lnTo>
                  <a:lnTo>
                    <a:pt x="4282887" y="475884"/>
                  </a:lnTo>
                  <a:lnTo>
                    <a:pt x="4283728" y="484039"/>
                  </a:lnTo>
                  <a:lnTo>
                    <a:pt x="4284569" y="491321"/>
                  </a:lnTo>
                  <a:lnTo>
                    <a:pt x="4285410" y="497624"/>
                  </a:lnTo>
                  <a:lnTo>
                    <a:pt x="4286251" y="500870"/>
                  </a:lnTo>
                  <a:lnTo>
                    <a:pt x="4287093" y="502015"/>
                  </a:lnTo>
                  <a:lnTo>
                    <a:pt x="4287934" y="501118"/>
                  </a:lnTo>
                  <a:lnTo>
                    <a:pt x="4288775" y="501627"/>
                  </a:lnTo>
                  <a:lnTo>
                    <a:pt x="4289616" y="502775"/>
                  </a:lnTo>
                  <a:lnTo>
                    <a:pt x="4290457" y="502852"/>
                  </a:lnTo>
                  <a:lnTo>
                    <a:pt x="4291299" y="502434"/>
                  </a:lnTo>
                  <a:lnTo>
                    <a:pt x="4292140" y="500771"/>
                  </a:lnTo>
                  <a:lnTo>
                    <a:pt x="4292981" y="498636"/>
                  </a:lnTo>
                  <a:lnTo>
                    <a:pt x="4293822" y="496039"/>
                  </a:lnTo>
                  <a:lnTo>
                    <a:pt x="4294663" y="493265"/>
                  </a:lnTo>
                  <a:lnTo>
                    <a:pt x="4295505" y="493111"/>
                  </a:lnTo>
                  <a:lnTo>
                    <a:pt x="4296346" y="493878"/>
                  </a:lnTo>
                  <a:lnTo>
                    <a:pt x="4297187" y="495189"/>
                  </a:lnTo>
                  <a:lnTo>
                    <a:pt x="4298028" y="496210"/>
                  </a:lnTo>
                  <a:lnTo>
                    <a:pt x="4298869" y="498822"/>
                  </a:lnTo>
                  <a:lnTo>
                    <a:pt x="4299711" y="502498"/>
                  </a:lnTo>
                  <a:lnTo>
                    <a:pt x="4300552" y="508932"/>
                  </a:lnTo>
                  <a:lnTo>
                    <a:pt x="4301393" y="513680"/>
                  </a:lnTo>
                  <a:lnTo>
                    <a:pt x="4302234" y="518342"/>
                  </a:lnTo>
                  <a:lnTo>
                    <a:pt x="4303075" y="524047"/>
                  </a:lnTo>
                  <a:lnTo>
                    <a:pt x="4303917" y="530037"/>
                  </a:lnTo>
                  <a:lnTo>
                    <a:pt x="4304758" y="535569"/>
                  </a:lnTo>
                  <a:lnTo>
                    <a:pt x="4305599" y="542124"/>
                  </a:lnTo>
                  <a:lnTo>
                    <a:pt x="4306440" y="550661"/>
                  </a:lnTo>
                  <a:lnTo>
                    <a:pt x="4307281" y="559330"/>
                  </a:lnTo>
                  <a:lnTo>
                    <a:pt x="4308123" y="567338"/>
                  </a:lnTo>
                  <a:lnTo>
                    <a:pt x="4308964" y="575862"/>
                  </a:lnTo>
                  <a:lnTo>
                    <a:pt x="4309805" y="587966"/>
                  </a:lnTo>
                  <a:lnTo>
                    <a:pt x="4310646" y="599459"/>
                  </a:lnTo>
                  <a:lnTo>
                    <a:pt x="4311487" y="611936"/>
                  </a:lnTo>
                  <a:lnTo>
                    <a:pt x="4312329" y="625139"/>
                  </a:lnTo>
                  <a:lnTo>
                    <a:pt x="4313170" y="638440"/>
                  </a:lnTo>
                  <a:lnTo>
                    <a:pt x="4314011" y="653312"/>
                  </a:lnTo>
                  <a:lnTo>
                    <a:pt x="4314852" y="667758"/>
                  </a:lnTo>
                  <a:lnTo>
                    <a:pt x="4315693" y="681629"/>
                  </a:lnTo>
                  <a:lnTo>
                    <a:pt x="4316535" y="695729"/>
                  </a:lnTo>
                  <a:lnTo>
                    <a:pt x="4317376" y="709391"/>
                  </a:lnTo>
                  <a:lnTo>
                    <a:pt x="4318217" y="722333"/>
                  </a:lnTo>
                  <a:lnTo>
                    <a:pt x="4319058" y="735208"/>
                  </a:lnTo>
                  <a:lnTo>
                    <a:pt x="4319899" y="748007"/>
                  </a:lnTo>
                  <a:lnTo>
                    <a:pt x="4320741" y="760480"/>
                  </a:lnTo>
                  <a:lnTo>
                    <a:pt x="4321582" y="772227"/>
                  </a:lnTo>
                  <a:lnTo>
                    <a:pt x="4322423" y="784690"/>
                  </a:lnTo>
                  <a:lnTo>
                    <a:pt x="4323264" y="796400"/>
                  </a:lnTo>
                  <a:lnTo>
                    <a:pt x="4324105" y="807457"/>
                  </a:lnTo>
                  <a:lnTo>
                    <a:pt x="4324947" y="817575"/>
                  </a:lnTo>
                  <a:lnTo>
                    <a:pt x="4325788" y="827857"/>
                  </a:lnTo>
                  <a:lnTo>
                    <a:pt x="4326629" y="836036"/>
                  </a:lnTo>
                  <a:lnTo>
                    <a:pt x="4327470" y="843272"/>
                  </a:lnTo>
                  <a:lnTo>
                    <a:pt x="4328311" y="851280"/>
                  </a:lnTo>
                  <a:lnTo>
                    <a:pt x="4329153" y="859372"/>
                  </a:lnTo>
                  <a:lnTo>
                    <a:pt x="4329994" y="867922"/>
                  </a:lnTo>
                  <a:lnTo>
                    <a:pt x="4330835" y="876354"/>
                  </a:lnTo>
                  <a:lnTo>
                    <a:pt x="4331676" y="883943"/>
                  </a:lnTo>
                  <a:lnTo>
                    <a:pt x="4332517" y="889382"/>
                  </a:lnTo>
                  <a:lnTo>
                    <a:pt x="4333359" y="895426"/>
                  </a:lnTo>
                  <a:lnTo>
                    <a:pt x="4334200" y="902089"/>
                  </a:lnTo>
                  <a:lnTo>
                    <a:pt x="4335041" y="907693"/>
                  </a:lnTo>
                  <a:lnTo>
                    <a:pt x="4335882" y="911690"/>
                  </a:lnTo>
                  <a:lnTo>
                    <a:pt x="4336723" y="915631"/>
                  </a:lnTo>
                  <a:lnTo>
                    <a:pt x="4337565" y="918406"/>
                  </a:lnTo>
                  <a:lnTo>
                    <a:pt x="4338406" y="921002"/>
                  </a:lnTo>
                  <a:lnTo>
                    <a:pt x="4339247" y="923172"/>
                  </a:lnTo>
                  <a:lnTo>
                    <a:pt x="4340088" y="925653"/>
                  </a:lnTo>
                  <a:lnTo>
                    <a:pt x="4340929" y="926079"/>
                  </a:lnTo>
                  <a:lnTo>
                    <a:pt x="4341771" y="926194"/>
                  </a:lnTo>
                  <a:lnTo>
                    <a:pt x="4342612" y="925697"/>
                  </a:lnTo>
                  <a:lnTo>
                    <a:pt x="4343453" y="924024"/>
                  </a:lnTo>
                  <a:lnTo>
                    <a:pt x="4344294" y="921812"/>
                  </a:lnTo>
                  <a:lnTo>
                    <a:pt x="4345135" y="920854"/>
                  </a:lnTo>
                  <a:lnTo>
                    <a:pt x="4345977" y="919460"/>
                  </a:lnTo>
                  <a:lnTo>
                    <a:pt x="4346818" y="917663"/>
                  </a:lnTo>
                  <a:lnTo>
                    <a:pt x="4347659" y="916482"/>
                  </a:lnTo>
                  <a:lnTo>
                    <a:pt x="4348500" y="915251"/>
                  </a:lnTo>
                  <a:lnTo>
                    <a:pt x="4349342" y="913994"/>
                  </a:lnTo>
                  <a:lnTo>
                    <a:pt x="4350183" y="911596"/>
                  </a:lnTo>
                  <a:lnTo>
                    <a:pt x="4351024" y="909169"/>
                  </a:lnTo>
                  <a:lnTo>
                    <a:pt x="4351865" y="907423"/>
                  </a:lnTo>
                  <a:lnTo>
                    <a:pt x="4352706" y="907716"/>
                  </a:lnTo>
                  <a:lnTo>
                    <a:pt x="4353548" y="908257"/>
                  </a:lnTo>
                  <a:lnTo>
                    <a:pt x="4354389" y="908316"/>
                  </a:lnTo>
                  <a:lnTo>
                    <a:pt x="4355230" y="909427"/>
                  </a:lnTo>
                  <a:lnTo>
                    <a:pt x="4356071" y="911432"/>
                  </a:lnTo>
                  <a:lnTo>
                    <a:pt x="4356912" y="915873"/>
                  </a:lnTo>
                  <a:lnTo>
                    <a:pt x="4357754" y="920230"/>
                  </a:lnTo>
                  <a:lnTo>
                    <a:pt x="4358595" y="924269"/>
                  </a:lnTo>
                  <a:lnTo>
                    <a:pt x="4359436" y="929217"/>
                  </a:lnTo>
                  <a:lnTo>
                    <a:pt x="4360277" y="933365"/>
                  </a:lnTo>
                  <a:lnTo>
                    <a:pt x="4361118" y="938206"/>
                  </a:lnTo>
                  <a:lnTo>
                    <a:pt x="4361960" y="943014"/>
                  </a:lnTo>
                  <a:lnTo>
                    <a:pt x="4362801" y="948440"/>
                  </a:lnTo>
                  <a:lnTo>
                    <a:pt x="4363642" y="952729"/>
                  </a:lnTo>
                  <a:lnTo>
                    <a:pt x="4364483" y="956281"/>
                  </a:lnTo>
                  <a:lnTo>
                    <a:pt x="4365324" y="958235"/>
                  </a:lnTo>
                  <a:lnTo>
                    <a:pt x="4366166" y="959222"/>
                  </a:lnTo>
                  <a:lnTo>
                    <a:pt x="4367007" y="959899"/>
                  </a:lnTo>
                  <a:lnTo>
                    <a:pt x="4367848" y="961023"/>
                  </a:lnTo>
                  <a:lnTo>
                    <a:pt x="4368689" y="961715"/>
                  </a:lnTo>
                  <a:lnTo>
                    <a:pt x="4369530" y="962548"/>
                  </a:lnTo>
                  <a:lnTo>
                    <a:pt x="4370372" y="962716"/>
                  </a:lnTo>
                  <a:lnTo>
                    <a:pt x="4371213" y="962760"/>
                  </a:lnTo>
                  <a:lnTo>
                    <a:pt x="4372054" y="962256"/>
                  </a:lnTo>
                  <a:lnTo>
                    <a:pt x="4372895" y="961044"/>
                  </a:lnTo>
                  <a:lnTo>
                    <a:pt x="4373736" y="959720"/>
                  </a:lnTo>
                  <a:lnTo>
                    <a:pt x="4374578" y="959582"/>
                  </a:lnTo>
                  <a:lnTo>
                    <a:pt x="4375419" y="959968"/>
                  </a:lnTo>
                  <a:lnTo>
                    <a:pt x="4376260" y="960361"/>
                  </a:lnTo>
                  <a:lnTo>
                    <a:pt x="4377101" y="961426"/>
                  </a:lnTo>
                  <a:lnTo>
                    <a:pt x="4377942" y="963142"/>
                  </a:lnTo>
                  <a:lnTo>
                    <a:pt x="4378784" y="965087"/>
                  </a:lnTo>
                  <a:lnTo>
                    <a:pt x="4379625" y="966291"/>
                  </a:lnTo>
                  <a:lnTo>
                    <a:pt x="4380466" y="967242"/>
                  </a:lnTo>
                  <a:lnTo>
                    <a:pt x="4381307" y="969252"/>
                  </a:lnTo>
                  <a:lnTo>
                    <a:pt x="4382148" y="971722"/>
                  </a:lnTo>
                  <a:lnTo>
                    <a:pt x="4382990" y="973789"/>
                  </a:lnTo>
                  <a:lnTo>
                    <a:pt x="4383831" y="977490"/>
                  </a:lnTo>
                  <a:lnTo>
                    <a:pt x="4384672" y="982537"/>
                  </a:lnTo>
                  <a:lnTo>
                    <a:pt x="4385513" y="989240"/>
                  </a:lnTo>
                  <a:lnTo>
                    <a:pt x="4386354" y="997353"/>
                  </a:lnTo>
                  <a:lnTo>
                    <a:pt x="4387196" y="1003817"/>
                  </a:lnTo>
                  <a:lnTo>
                    <a:pt x="4388037" y="1010149"/>
                  </a:lnTo>
                  <a:lnTo>
                    <a:pt x="4388878" y="1016009"/>
                  </a:lnTo>
                  <a:lnTo>
                    <a:pt x="4389719" y="1020471"/>
                  </a:lnTo>
                  <a:lnTo>
                    <a:pt x="4390560" y="1023786"/>
                  </a:lnTo>
                  <a:lnTo>
                    <a:pt x="4391402" y="1026312"/>
                  </a:lnTo>
                  <a:lnTo>
                    <a:pt x="4392243" y="1029545"/>
                  </a:lnTo>
                  <a:lnTo>
                    <a:pt x="4393084" y="1033302"/>
                  </a:lnTo>
                  <a:lnTo>
                    <a:pt x="4393925" y="1035779"/>
                  </a:lnTo>
                  <a:lnTo>
                    <a:pt x="4394766" y="1036974"/>
                  </a:lnTo>
                  <a:lnTo>
                    <a:pt x="4395608" y="1036756"/>
                  </a:lnTo>
                  <a:lnTo>
                    <a:pt x="4396449" y="1034514"/>
                  </a:lnTo>
                  <a:lnTo>
                    <a:pt x="4397290" y="1030360"/>
                  </a:lnTo>
                  <a:lnTo>
                    <a:pt x="4398131" y="1024495"/>
                  </a:lnTo>
                  <a:lnTo>
                    <a:pt x="4398972" y="1016757"/>
                  </a:lnTo>
                  <a:lnTo>
                    <a:pt x="4399814" y="1008263"/>
                  </a:lnTo>
                  <a:lnTo>
                    <a:pt x="4400655" y="999327"/>
                  </a:lnTo>
                  <a:lnTo>
                    <a:pt x="4401496" y="989271"/>
                  </a:lnTo>
                  <a:lnTo>
                    <a:pt x="4402337" y="979075"/>
                  </a:lnTo>
                  <a:lnTo>
                    <a:pt x="4403178" y="968635"/>
                  </a:lnTo>
                  <a:lnTo>
                    <a:pt x="4404020" y="957807"/>
                  </a:lnTo>
                  <a:lnTo>
                    <a:pt x="4404861" y="946649"/>
                  </a:lnTo>
                  <a:lnTo>
                    <a:pt x="4405702" y="933551"/>
                  </a:lnTo>
                  <a:lnTo>
                    <a:pt x="4406543" y="919936"/>
                  </a:lnTo>
                  <a:lnTo>
                    <a:pt x="4407384" y="905911"/>
                  </a:lnTo>
                  <a:lnTo>
                    <a:pt x="4408226" y="889600"/>
                  </a:lnTo>
                  <a:lnTo>
                    <a:pt x="4409067" y="873616"/>
                  </a:lnTo>
                  <a:lnTo>
                    <a:pt x="4409908" y="857232"/>
                  </a:lnTo>
                  <a:lnTo>
                    <a:pt x="4410749" y="840430"/>
                  </a:lnTo>
                  <a:lnTo>
                    <a:pt x="4411590" y="825666"/>
                  </a:lnTo>
                  <a:lnTo>
                    <a:pt x="4412432" y="810600"/>
                  </a:lnTo>
                  <a:lnTo>
                    <a:pt x="4413273" y="797272"/>
                  </a:lnTo>
                  <a:lnTo>
                    <a:pt x="4414114" y="783445"/>
                  </a:lnTo>
                  <a:lnTo>
                    <a:pt x="4414955" y="769054"/>
                  </a:lnTo>
                  <a:lnTo>
                    <a:pt x="4415796" y="755519"/>
                  </a:lnTo>
                  <a:lnTo>
                    <a:pt x="4416638" y="743097"/>
                  </a:lnTo>
                  <a:lnTo>
                    <a:pt x="4417479" y="731578"/>
                  </a:lnTo>
                  <a:lnTo>
                    <a:pt x="4418320" y="720205"/>
                  </a:lnTo>
                  <a:lnTo>
                    <a:pt x="4419161" y="709786"/>
                  </a:lnTo>
                  <a:lnTo>
                    <a:pt x="4420003" y="699383"/>
                  </a:lnTo>
                  <a:lnTo>
                    <a:pt x="4420844" y="689341"/>
                  </a:lnTo>
                  <a:lnTo>
                    <a:pt x="4421685" y="680301"/>
                  </a:lnTo>
                  <a:lnTo>
                    <a:pt x="4422526" y="672114"/>
                  </a:lnTo>
                  <a:lnTo>
                    <a:pt x="4423367" y="664900"/>
                  </a:lnTo>
                  <a:lnTo>
                    <a:pt x="4424209" y="657716"/>
                  </a:lnTo>
                  <a:lnTo>
                    <a:pt x="4425050" y="651057"/>
                  </a:lnTo>
                  <a:lnTo>
                    <a:pt x="4425891" y="644193"/>
                  </a:lnTo>
                  <a:lnTo>
                    <a:pt x="4426732" y="637089"/>
                  </a:lnTo>
                  <a:lnTo>
                    <a:pt x="4427573" y="631222"/>
                  </a:lnTo>
                  <a:lnTo>
                    <a:pt x="4428415" y="623890"/>
                  </a:lnTo>
                  <a:lnTo>
                    <a:pt x="4429256" y="616816"/>
                  </a:lnTo>
                  <a:lnTo>
                    <a:pt x="4430097" y="608414"/>
                  </a:lnTo>
                  <a:lnTo>
                    <a:pt x="4430938" y="600076"/>
                  </a:lnTo>
                  <a:lnTo>
                    <a:pt x="4431779" y="592209"/>
                  </a:lnTo>
                  <a:lnTo>
                    <a:pt x="4432621" y="584500"/>
                  </a:lnTo>
                  <a:lnTo>
                    <a:pt x="4433462" y="577588"/>
                  </a:lnTo>
                  <a:lnTo>
                    <a:pt x="4434303" y="570277"/>
                  </a:lnTo>
                  <a:lnTo>
                    <a:pt x="4435144" y="562421"/>
                  </a:lnTo>
                  <a:lnTo>
                    <a:pt x="4435985" y="553829"/>
                  </a:lnTo>
                  <a:lnTo>
                    <a:pt x="4436827" y="544622"/>
                  </a:lnTo>
                  <a:lnTo>
                    <a:pt x="4437668" y="535293"/>
                  </a:lnTo>
                  <a:lnTo>
                    <a:pt x="4438509" y="525488"/>
                  </a:lnTo>
                  <a:lnTo>
                    <a:pt x="4439350" y="515418"/>
                  </a:lnTo>
                  <a:lnTo>
                    <a:pt x="4440191" y="503982"/>
                  </a:lnTo>
                  <a:lnTo>
                    <a:pt x="4441033" y="492012"/>
                  </a:lnTo>
                  <a:lnTo>
                    <a:pt x="4441874" y="479593"/>
                  </a:lnTo>
                  <a:lnTo>
                    <a:pt x="4442715" y="466777"/>
                  </a:lnTo>
                  <a:lnTo>
                    <a:pt x="4443556" y="456369"/>
                  </a:lnTo>
                  <a:lnTo>
                    <a:pt x="4444397" y="446316"/>
                  </a:lnTo>
                  <a:lnTo>
                    <a:pt x="4445239" y="436040"/>
                  </a:lnTo>
                  <a:lnTo>
                    <a:pt x="4446080" y="425886"/>
                  </a:lnTo>
                  <a:lnTo>
                    <a:pt x="4446921" y="417299"/>
                  </a:lnTo>
                  <a:lnTo>
                    <a:pt x="4447762" y="411428"/>
                  </a:lnTo>
                  <a:lnTo>
                    <a:pt x="4448603" y="407052"/>
                  </a:lnTo>
                  <a:lnTo>
                    <a:pt x="4449445" y="406754"/>
                  </a:lnTo>
                  <a:lnTo>
                    <a:pt x="4450286" y="407291"/>
                  </a:lnTo>
                  <a:lnTo>
                    <a:pt x="4451127" y="410154"/>
                  </a:lnTo>
                  <a:lnTo>
                    <a:pt x="4451968" y="413689"/>
                  </a:lnTo>
                  <a:lnTo>
                    <a:pt x="4452809" y="418035"/>
                  </a:lnTo>
                  <a:lnTo>
                    <a:pt x="4453651" y="423461"/>
                  </a:lnTo>
                  <a:lnTo>
                    <a:pt x="4454492" y="430570"/>
                  </a:lnTo>
                  <a:lnTo>
                    <a:pt x="4455333" y="438240"/>
                  </a:lnTo>
                  <a:lnTo>
                    <a:pt x="4456174" y="447309"/>
                  </a:lnTo>
                  <a:lnTo>
                    <a:pt x="4457015" y="455336"/>
                  </a:lnTo>
                  <a:lnTo>
                    <a:pt x="4457857" y="463469"/>
                  </a:lnTo>
                  <a:lnTo>
                    <a:pt x="4458698" y="471766"/>
                  </a:lnTo>
                  <a:lnTo>
                    <a:pt x="4459539" y="480164"/>
                  </a:lnTo>
                  <a:lnTo>
                    <a:pt x="4460380" y="488574"/>
                  </a:lnTo>
                  <a:lnTo>
                    <a:pt x="4461221" y="498378"/>
                  </a:lnTo>
                  <a:lnTo>
                    <a:pt x="4462063" y="507780"/>
                  </a:lnTo>
                  <a:lnTo>
                    <a:pt x="4462904" y="517397"/>
                  </a:lnTo>
                  <a:lnTo>
                    <a:pt x="4463745" y="524094"/>
                  </a:lnTo>
                  <a:lnTo>
                    <a:pt x="4464586" y="529559"/>
                  </a:lnTo>
                  <a:lnTo>
                    <a:pt x="4465427" y="535405"/>
                  </a:lnTo>
                  <a:lnTo>
                    <a:pt x="4466269" y="542083"/>
                  </a:lnTo>
                  <a:lnTo>
                    <a:pt x="4467110" y="548298"/>
                  </a:lnTo>
                  <a:lnTo>
                    <a:pt x="4467951" y="554322"/>
                  </a:lnTo>
                  <a:lnTo>
                    <a:pt x="4468792" y="560648"/>
                  </a:lnTo>
                  <a:lnTo>
                    <a:pt x="4469633" y="568561"/>
                  </a:lnTo>
                  <a:lnTo>
                    <a:pt x="4470475" y="577053"/>
                  </a:lnTo>
                  <a:lnTo>
                    <a:pt x="4471316" y="586141"/>
                  </a:lnTo>
                  <a:lnTo>
                    <a:pt x="4472157" y="594694"/>
                  </a:lnTo>
                  <a:lnTo>
                    <a:pt x="4472998" y="604039"/>
                  </a:lnTo>
                  <a:lnTo>
                    <a:pt x="4473839" y="612272"/>
                  </a:lnTo>
                  <a:lnTo>
                    <a:pt x="4474681" y="618376"/>
                  </a:lnTo>
                  <a:lnTo>
                    <a:pt x="4475522" y="623429"/>
                  </a:lnTo>
                  <a:lnTo>
                    <a:pt x="4476363" y="628021"/>
                  </a:lnTo>
                  <a:lnTo>
                    <a:pt x="4477204" y="631310"/>
                  </a:lnTo>
                  <a:lnTo>
                    <a:pt x="4478045" y="632106"/>
                  </a:lnTo>
                  <a:lnTo>
                    <a:pt x="4478887" y="631778"/>
                  </a:lnTo>
                  <a:lnTo>
                    <a:pt x="4479728" y="631437"/>
                  </a:lnTo>
                  <a:lnTo>
                    <a:pt x="4480569" y="629748"/>
                  </a:lnTo>
                  <a:lnTo>
                    <a:pt x="4481410" y="628263"/>
                  </a:lnTo>
                  <a:lnTo>
                    <a:pt x="4482251" y="626548"/>
                  </a:lnTo>
                  <a:lnTo>
                    <a:pt x="4483093" y="625296"/>
                  </a:lnTo>
                  <a:lnTo>
                    <a:pt x="4483934" y="624607"/>
                  </a:lnTo>
                  <a:lnTo>
                    <a:pt x="4484775" y="623844"/>
                  </a:lnTo>
                  <a:lnTo>
                    <a:pt x="4485616" y="622198"/>
                  </a:lnTo>
                  <a:lnTo>
                    <a:pt x="4486457" y="619982"/>
                  </a:lnTo>
                  <a:lnTo>
                    <a:pt x="4487299" y="617136"/>
                  </a:lnTo>
                  <a:lnTo>
                    <a:pt x="4488140" y="614312"/>
                  </a:lnTo>
                  <a:lnTo>
                    <a:pt x="4488981" y="611042"/>
                  </a:lnTo>
                  <a:lnTo>
                    <a:pt x="4489822" y="607634"/>
                  </a:lnTo>
                  <a:lnTo>
                    <a:pt x="4490663" y="604098"/>
                  </a:lnTo>
                  <a:lnTo>
                    <a:pt x="4491505" y="600913"/>
                  </a:lnTo>
                  <a:lnTo>
                    <a:pt x="4492346" y="598200"/>
                  </a:lnTo>
                  <a:lnTo>
                    <a:pt x="4493187" y="596568"/>
                  </a:lnTo>
                  <a:lnTo>
                    <a:pt x="4494028" y="595682"/>
                  </a:lnTo>
                  <a:lnTo>
                    <a:pt x="4494870" y="596170"/>
                  </a:lnTo>
                  <a:lnTo>
                    <a:pt x="4495711" y="598072"/>
                  </a:lnTo>
                  <a:lnTo>
                    <a:pt x="4496552" y="599602"/>
                  </a:lnTo>
                  <a:lnTo>
                    <a:pt x="4497393" y="601057"/>
                  </a:lnTo>
                  <a:lnTo>
                    <a:pt x="4498234" y="603079"/>
                  </a:lnTo>
                  <a:lnTo>
                    <a:pt x="4499076" y="606833"/>
                  </a:lnTo>
                  <a:lnTo>
                    <a:pt x="4499917" y="611553"/>
                  </a:lnTo>
                  <a:lnTo>
                    <a:pt x="4500758" y="616905"/>
                  </a:lnTo>
                  <a:lnTo>
                    <a:pt x="4501599" y="622162"/>
                  </a:lnTo>
                  <a:lnTo>
                    <a:pt x="4502440" y="626969"/>
                  </a:lnTo>
                  <a:lnTo>
                    <a:pt x="4503282" y="633003"/>
                  </a:lnTo>
                  <a:lnTo>
                    <a:pt x="4504123" y="639268"/>
                  </a:lnTo>
                  <a:lnTo>
                    <a:pt x="4504964" y="646927"/>
                  </a:lnTo>
                  <a:lnTo>
                    <a:pt x="4505805" y="655016"/>
                  </a:lnTo>
                  <a:lnTo>
                    <a:pt x="4506646" y="663071"/>
                  </a:lnTo>
                  <a:lnTo>
                    <a:pt x="4507488" y="671286"/>
                  </a:lnTo>
                  <a:lnTo>
                    <a:pt x="4508329" y="678349"/>
                  </a:lnTo>
                  <a:lnTo>
                    <a:pt x="4509170" y="685736"/>
                  </a:lnTo>
                  <a:lnTo>
                    <a:pt x="4510011" y="692886"/>
                  </a:lnTo>
                  <a:lnTo>
                    <a:pt x="4510852" y="700524"/>
                  </a:lnTo>
                  <a:lnTo>
                    <a:pt x="4511694" y="708586"/>
                  </a:lnTo>
                  <a:lnTo>
                    <a:pt x="4512535" y="715857"/>
                  </a:lnTo>
                  <a:lnTo>
                    <a:pt x="4513376" y="721541"/>
                  </a:lnTo>
                  <a:lnTo>
                    <a:pt x="4514217" y="726777"/>
                  </a:lnTo>
                  <a:lnTo>
                    <a:pt x="4515058" y="731857"/>
                  </a:lnTo>
                  <a:lnTo>
                    <a:pt x="4515900" y="736076"/>
                  </a:lnTo>
                  <a:lnTo>
                    <a:pt x="4516741" y="740832"/>
                  </a:lnTo>
                  <a:lnTo>
                    <a:pt x="4517582" y="744235"/>
                  </a:lnTo>
                  <a:lnTo>
                    <a:pt x="4518423" y="748702"/>
                  </a:lnTo>
                  <a:lnTo>
                    <a:pt x="4519264" y="753700"/>
                  </a:lnTo>
                  <a:lnTo>
                    <a:pt x="4520106" y="759825"/>
                  </a:lnTo>
                  <a:lnTo>
                    <a:pt x="4520947" y="764905"/>
                  </a:lnTo>
                  <a:lnTo>
                    <a:pt x="4521788" y="769773"/>
                  </a:lnTo>
                  <a:lnTo>
                    <a:pt x="4522629" y="774920"/>
                  </a:lnTo>
                  <a:lnTo>
                    <a:pt x="4523470" y="780876"/>
                  </a:lnTo>
                  <a:lnTo>
                    <a:pt x="4524312" y="786840"/>
                  </a:lnTo>
                  <a:lnTo>
                    <a:pt x="4525153" y="791781"/>
                  </a:lnTo>
                  <a:lnTo>
                    <a:pt x="4525994" y="797683"/>
                  </a:lnTo>
                  <a:lnTo>
                    <a:pt x="4526835" y="802717"/>
                  </a:lnTo>
                  <a:lnTo>
                    <a:pt x="4527676" y="807462"/>
                  </a:lnTo>
                  <a:lnTo>
                    <a:pt x="4528518" y="813285"/>
                  </a:lnTo>
                  <a:lnTo>
                    <a:pt x="4529359" y="819140"/>
                  </a:lnTo>
                  <a:lnTo>
                    <a:pt x="4530200" y="824970"/>
                  </a:lnTo>
                  <a:lnTo>
                    <a:pt x="4531041" y="830031"/>
                  </a:lnTo>
                  <a:lnTo>
                    <a:pt x="4531882" y="833379"/>
                  </a:lnTo>
                  <a:lnTo>
                    <a:pt x="4532724" y="836834"/>
                  </a:lnTo>
                  <a:lnTo>
                    <a:pt x="4533565" y="839907"/>
                  </a:lnTo>
                  <a:lnTo>
                    <a:pt x="4534406" y="843784"/>
                  </a:lnTo>
                  <a:lnTo>
                    <a:pt x="4535247" y="846686"/>
                  </a:lnTo>
                  <a:lnTo>
                    <a:pt x="4536088" y="849894"/>
                  </a:lnTo>
                  <a:lnTo>
                    <a:pt x="4536930" y="853317"/>
                  </a:lnTo>
                  <a:lnTo>
                    <a:pt x="4537771" y="857146"/>
                  </a:lnTo>
                  <a:lnTo>
                    <a:pt x="4538612" y="861687"/>
                  </a:lnTo>
                  <a:lnTo>
                    <a:pt x="4539453" y="866347"/>
                  </a:lnTo>
                  <a:lnTo>
                    <a:pt x="4540294" y="871009"/>
                  </a:lnTo>
                  <a:lnTo>
                    <a:pt x="4541136" y="875618"/>
                  </a:lnTo>
                  <a:lnTo>
                    <a:pt x="4541977" y="879932"/>
                  </a:lnTo>
                  <a:lnTo>
                    <a:pt x="4542818" y="883805"/>
                  </a:lnTo>
                  <a:lnTo>
                    <a:pt x="4543659" y="887893"/>
                  </a:lnTo>
                  <a:lnTo>
                    <a:pt x="4544500" y="892863"/>
                  </a:lnTo>
                  <a:lnTo>
                    <a:pt x="4545342" y="897727"/>
                  </a:lnTo>
                  <a:lnTo>
                    <a:pt x="4546183" y="903183"/>
                  </a:lnTo>
                  <a:lnTo>
                    <a:pt x="4547024" y="909083"/>
                  </a:lnTo>
                  <a:lnTo>
                    <a:pt x="4547865" y="915418"/>
                  </a:lnTo>
                  <a:lnTo>
                    <a:pt x="4548706" y="921829"/>
                  </a:lnTo>
                  <a:lnTo>
                    <a:pt x="4549548" y="927022"/>
                  </a:lnTo>
                  <a:lnTo>
                    <a:pt x="4550389" y="931738"/>
                  </a:lnTo>
                  <a:lnTo>
                    <a:pt x="4551230" y="937000"/>
                  </a:lnTo>
                  <a:lnTo>
                    <a:pt x="4552071" y="940885"/>
                  </a:lnTo>
                  <a:lnTo>
                    <a:pt x="4552912" y="942907"/>
                  </a:lnTo>
                  <a:lnTo>
                    <a:pt x="4553754" y="943998"/>
                  </a:lnTo>
                  <a:lnTo>
                    <a:pt x="4554595" y="944082"/>
                  </a:lnTo>
                  <a:lnTo>
                    <a:pt x="4555436" y="944166"/>
                  </a:lnTo>
                  <a:lnTo>
                    <a:pt x="4556277" y="944168"/>
                  </a:lnTo>
                  <a:lnTo>
                    <a:pt x="4557118" y="944014"/>
                  </a:lnTo>
                  <a:lnTo>
                    <a:pt x="4557960" y="943605"/>
                  </a:lnTo>
                  <a:lnTo>
                    <a:pt x="4558801" y="943308"/>
                  </a:lnTo>
                  <a:lnTo>
                    <a:pt x="4559642" y="942450"/>
                  </a:lnTo>
                  <a:lnTo>
                    <a:pt x="4560483" y="941404"/>
                  </a:lnTo>
                  <a:lnTo>
                    <a:pt x="4561324" y="939920"/>
                  </a:lnTo>
                  <a:lnTo>
                    <a:pt x="4562166" y="939460"/>
                  </a:lnTo>
                  <a:lnTo>
                    <a:pt x="4563007" y="938786"/>
                  </a:lnTo>
                  <a:lnTo>
                    <a:pt x="4563848" y="939065"/>
                  </a:lnTo>
                  <a:lnTo>
                    <a:pt x="4564689" y="941231"/>
                  </a:lnTo>
                  <a:lnTo>
                    <a:pt x="4565531" y="945054"/>
                  </a:lnTo>
                  <a:lnTo>
                    <a:pt x="4566372" y="950615"/>
                  </a:lnTo>
                  <a:lnTo>
                    <a:pt x="4567213" y="958202"/>
                  </a:lnTo>
                  <a:lnTo>
                    <a:pt x="4568054" y="967005"/>
                  </a:lnTo>
                  <a:lnTo>
                    <a:pt x="4568895" y="975499"/>
                  </a:lnTo>
                  <a:lnTo>
                    <a:pt x="4569737" y="984712"/>
                  </a:lnTo>
                  <a:lnTo>
                    <a:pt x="4570578" y="993922"/>
                  </a:lnTo>
                  <a:lnTo>
                    <a:pt x="4571419" y="1003283"/>
                  </a:lnTo>
                  <a:lnTo>
                    <a:pt x="4572260" y="1012736"/>
                  </a:lnTo>
                  <a:lnTo>
                    <a:pt x="4573101" y="1022186"/>
                  </a:lnTo>
                  <a:lnTo>
                    <a:pt x="4573943" y="1033327"/>
                  </a:lnTo>
                  <a:lnTo>
                    <a:pt x="4574784" y="1044951"/>
                  </a:lnTo>
                  <a:lnTo>
                    <a:pt x="4575625" y="1057215"/>
                  </a:lnTo>
                  <a:lnTo>
                    <a:pt x="4576466" y="1071094"/>
                  </a:lnTo>
                  <a:lnTo>
                    <a:pt x="4577307" y="1084755"/>
                  </a:lnTo>
                  <a:lnTo>
                    <a:pt x="4578149" y="1098790"/>
                  </a:lnTo>
                  <a:lnTo>
                    <a:pt x="4578990" y="1112646"/>
                  </a:lnTo>
                  <a:lnTo>
                    <a:pt x="4579831" y="1123458"/>
                  </a:lnTo>
                  <a:lnTo>
                    <a:pt x="4580672" y="1134122"/>
                  </a:lnTo>
                  <a:lnTo>
                    <a:pt x="4581513" y="1140638"/>
                  </a:lnTo>
                  <a:lnTo>
                    <a:pt x="4582355" y="1146415"/>
                  </a:lnTo>
                  <a:lnTo>
                    <a:pt x="4583196" y="1152090"/>
                  </a:lnTo>
                  <a:lnTo>
                    <a:pt x="4584037" y="1156112"/>
                  </a:lnTo>
                  <a:lnTo>
                    <a:pt x="4584878" y="1158967"/>
                  </a:lnTo>
                  <a:lnTo>
                    <a:pt x="4585719" y="1161043"/>
                  </a:lnTo>
                  <a:lnTo>
                    <a:pt x="4586561" y="1162340"/>
                  </a:lnTo>
                  <a:lnTo>
                    <a:pt x="4587402" y="1163407"/>
                  </a:lnTo>
                  <a:lnTo>
                    <a:pt x="4588243" y="1164679"/>
                  </a:lnTo>
                  <a:lnTo>
                    <a:pt x="4589084" y="1166711"/>
                  </a:lnTo>
                  <a:lnTo>
                    <a:pt x="4589925" y="1168367"/>
                  </a:lnTo>
                  <a:lnTo>
                    <a:pt x="4590767" y="1170543"/>
                  </a:lnTo>
                  <a:lnTo>
                    <a:pt x="4591608" y="1173441"/>
                  </a:lnTo>
                  <a:lnTo>
                    <a:pt x="4592449" y="1175899"/>
                  </a:lnTo>
                  <a:lnTo>
                    <a:pt x="4593290" y="1178184"/>
                  </a:lnTo>
                  <a:lnTo>
                    <a:pt x="4594131" y="1181118"/>
                  </a:lnTo>
                  <a:lnTo>
                    <a:pt x="4594973" y="1183804"/>
                  </a:lnTo>
                  <a:lnTo>
                    <a:pt x="4595814" y="1185446"/>
                  </a:lnTo>
                  <a:lnTo>
                    <a:pt x="4596655" y="1188935"/>
                  </a:lnTo>
                  <a:lnTo>
                    <a:pt x="4597496" y="1191624"/>
                  </a:lnTo>
                  <a:lnTo>
                    <a:pt x="4598337" y="1195183"/>
                  </a:lnTo>
                  <a:lnTo>
                    <a:pt x="4599179" y="1199842"/>
                  </a:lnTo>
                  <a:lnTo>
                    <a:pt x="4600020" y="1203228"/>
                  </a:lnTo>
                  <a:lnTo>
                    <a:pt x="4600861" y="1206531"/>
                  </a:lnTo>
                  <a:lnTo>
                    <a:pt x="4601702" y="1209135"/>
                  </a:lnTo>
                  <a:lnTo>
                    <a:pt x="4602543" y="1212882"/>
                  </a:lnTo>
                  <a:lnTo>
                    <a:pt x="4603385" y="1216808"/>
                  </a:lnTo>
                  <a:lnTo>
                    <a:pt x="4604226" y="1220337"/>
                  </a:lnTo>
                  <a:lnTo>
                    <a:pt x="4605067" y="1225327"/>
                  </a:lnTo>
                  <a:lnTo>
                    <a:pt x="4605908" y="1230883"/>
                  </a:lnTo>
                  <a:lnTo>
                    <a:pt x="4606749" y="1237569"/>
                  </a:lnTo>
                  <a:lnTo>
                    <a:pt x="4607591" y="1245139"/>
                  </a:lnTo>
                  <a:lnTo>
                    <a:pt x="4608432" y="1254911"/>
                  </a:lnTo>
                  <a:lnTo>
                    <a:pt x="4609273" y="1266103"/>
                  </a:lnTo>
                  <a:lnTo>
                    <a:pt x="4610114" y="1278352"/>
                  </a:lnTo>
                  <a:lnTo>
                    <a:pt x="4610955" y="1291353"/>
                  </a:lnTo>
                  <a:lnTo>
                    <a:pt x="4611797" y="1302821"/>
                  </a:lnTo>
                  <a:lnTo>
                    <a:pt x="4612638" y="1314427"/>
                  </a:lnTo>
                  <a:lnTo>
                    <a:pt x="4613479" y="1326941"/>
                  </a:lnTo>
                  <a:lnTo>
                    <a:pt x="4614320" y="1338998"/>
                  </a:lnTo>
                  <a:lnTo>
                    <a:pt x="4615161" y="1349877"/>
                  </a:lnTo>
                  <a:lnTo>
                    <a:pt x="4616003" y="1358941"/>
                  </a:lnTo>
                  <a:lnTo>
                    <a:pt x="4616844" y="1366728"/>
                  </a:lnTo>
                  <a:lnTo>
                    <a:pt x="4617685" y="1371312"/>
                  </a:lnTo>
                  <a:lnTo>
                    <a:pt x="4618526" y="1376111"/>
                  </a:lnTo>
                  <a:lnTo>
                    <a:pt x="4619367" y="1379824"/>
                  </a:lnTo>
                  <a:lnTo>
                    <a:pt x="4620209" y="1382169"/>
                  </a:lnTo>
                  <a:lnTo>
                    <a:pt x="4621050" y="1383791"/>
                  </a:lnTo>
                  <a:lnTo>
                    <a:pt x="4621891" y="1383545"/>
                  </a:lnTo>
                  <a:lnTo>
                    <a:pt x="4622732" y="1380466"/>
                  </a:lnTo>
                  <a:lnTo>
                    <a:pt x="4623573" y="1376545"/>
                  </a:lnTo>
                  <a:lnTo>
                    <a:pt x="4624415" y="1372157"/>
                  </a:lnTo>
                  <a:lnTo>
                    <a:pt x="4625256" y="1368144"/>
                  </a:lnTo>
                  <a:lnTo>
                    <a:pt x="4626097" y="1364527"/>
                  </a:lnTo>
                  <a:lnTo>
                    <a:pt x="4626938" y="1360777"/>
                  </a:lnTo>
                  <a:lnTo>
                    <a:pt x="4627779" y="1356721"/>
                  </a:lnTo>
                  <a:lnTo>
                    <a:pt x="4628621" y="1352621"/>
                  </a:lnTo>
                  <a:lnTo>
                    <a:pt x="4629462" y="1347558"/>
                  </a:lnTo>
                  <a:lnTo>
                    <a:pt x="4630303" y="1342413"/>
                  </a:lnTo>
                  <a:lnTo>
                    <a:pt x="4631144" y="1336522"/>
                  </a:lnTo>
                  <a:lnTo>
                    <a:pt x="4631985" y="1329546"/>
                  </a:lnTo>
                  <a:lnTo>
                    <a:pt x="4632827" y="1321954"/>
                  </a:lnTo>
                  <a:lnTo>
                    <a:pt x="4633668" y="1312828"/>
                  </a:lnTo>
                  <a:lnTo>
                    <a:pt x="4634509" y="1304510"/>
                  </a:lnTo>
                  <a:lnTo>
                    <a:pt x="4635350" y="1296268"/>
                  </a:lnTo>
                  <a:lnTo>
                    <a:pt x="4636192" y="1287628"/>
                  </a:lnTo>
                  <a:lnTo>
                    <a:pt x="4637033" y="1280351"/>
                  </a:lnTo>
                  <a:lnTo>
                    <a:pt x="4637874" y="1272112"/>
                  </a:lnTo>
                  <a:lnTo>
                    <a:pt x="4638715" y="1262617"/>
                  </a:lnTo>
                  <a:lnTo>
                    <a:pt x="4639556" y="1252858"/>
                  </a:lnTo>
                  <a:lnTo>
                    <a:pt x="4640398" y="1245680"/>
                  </a:lnTo>
                  <a:lnTo>
                    <a:pt x="4641239" y="1238218"/>
                  </a:lnTo>
                  <a:lnTo>
                    <a:pt x="4642080" y="1232916"/>
                  </a:lnTo>
                  <a:lnTo>
                    <a:pt x="4642921" y="1229093"/>
                  </a:lnTo>
                  <a:lnTo>
                    <a:pt x="4643762" y="1226588"/>
                  </a:lnTo>
                  <a:lnTo>
                    <a:pt x="4644604" y="1224170"/>
                  </a:lnTo>
                  <a:lnTo>
                    <a:pt x="4645445" y="1222984"/>
                  </a:lnTo>
                  <a:lnTo>
                    <a:pt x="4646286" y="1221828"/>
                  </a:lnTo>
                  <a:lnTo>
                    <a:pt x="4647127" y="1222061"/>
                  </a:lnTo>
                  <a:lnTo>
                    <a:pt x="4647968" y="1221764"/>
                  </a:lnTo>
                  <a:lnTo>
                    <a:pt x="4648810" y="1221587"/>
                  </a:lnTo>
                  <a:lnTo>
                    <a:pt x="4649651" y="1220659"/>
                  </a:lnTo>
                  <a:lnTo>
                    <a:pt x="4650492" y="1219258"/>
                  </a:lnTo>
                  <a:lnTo>
                    <a:pt x="4651333" y="1216747"/>
                  </a:lnTo>
                  <a:lnTo>
                    <a:pt x="4652174" y="1213716"/>
                  </a:lnTo>
                  <a:lnTo>
                    <a:pt x="4653016" y="1210470"/>
                  </a:lnTo>
                  <a:lnTo>
                    <a:pt x="4653857" y="1207667"/>
                  </a:lnTo>
                  <a:lnTo>
                    <a:pt x="4654698" y="1204408"/>
                  </a:lnTo>
                  <a:lnTo>
                    <a:pt x="4655539" y="1201296"/>
                  </a:lnTo>
                  <a:lnTo>
                    <a:pt x="4656380" y="1194741"/>
                  </a:lnTo>
                  <a:lnTo>
                    <a:pt x="4657222" y="1188248"/>
                  </a:lnTo>
                  <a:lnTo>
                    <a:pt x="4658063" y="1182407"/>
                  </a:lnTo>
                  <a:lnTo>
                    <a:pt x="4658904" y="1176234"/>
                  </a:lnTo>
                  <a:lnTo>
                    <a:pt x="4659745" y="1169713"/>
                  </a:lnTo>
                  <a:lnTo>
                    <a:pt x="4660586" y="1161380"/>
                  </a:lnTo>
                  <a:lnTo>
                    <a:pt x="4661428" y="1153123"/>
                  </a:lnTo>
                  <a:lnTo>
                    <a:pt x="4662269" y="1145186"/>
                  </a:lnTo>
                  <a:lnTo>
                    <a:pt x="4663110" y="1138312"/>
                  </a:lnTo>
                  <a:lnTo>
                    <a:pt x="4663951" y="1132404"/>
                  </a:lnTo>
                  <a:lnTo>
                    <a:pt x="4664792" y="1126029"/>
                  </a:lnTo>
                  <a:lnTo>
                    <a:pt x="4665634" y="1121342"/>
                  </a:lnTo>
                  <a:lnTo>
                    <a:pt x="4666475" y="1116200"/>
                  </a:lnTo>
                  <a:lnTo>
                    <a:pt x="4667316" y="1109929"/>
                  </a:lnTo>
                  <a:lnTo>
                    <a:pt x="4668157" y="1103732"/>
                  </a:lnTo>
                  <a:lnTo>
                    <a:pt x="4668998" y="1097653"/>
                  </a:lnTo>
                  <a:lnTo>
                    <a:pt x="4669840" y="1090722"/>
                  </a:lnTo>
                  <a:lnTo>
                    <a:pt x="4670681" y="1084085"/>
                  </a:lnTo>
                  <a:lnTo>
                    <a:pt x="4671522" y="1077779"/>
                  </a:lnTo>
                  <a:lnTo>
                    <a:pt x="4672363" y="1070856"/>
                  </a:lnTo>
                  <a:lnTo>
                    <a:pt x="4673204" y="1063464"/>
                  </a:lnTo>
                  <a:lnTo>
                    <a:pt x="4674046" y="1056411"/>
                  </a:lnTo>
                  <a:lnTo>
                    <a:pt x="4674887" y="1050007"/>
                  </a:lnTo>
                  <a:lnTo>
                    <a:pt x="4675728" y="1042984"/>
                  </a:lnTo>
                  <a:lnTo>
                    <a:pt x="4676569" y="1036321"/>
                  </a:lnTo>
                  <a:lnTo>
                    <a:pt x="4677410" y="1029596"/>
                  </a:lnTo>
                  <a:lnTo>
                    <a:pt x="4678252" y="1022620"/>
                  </a:lnTo>
                  <a:lnTo>
                    <a:pt x="4679093" y="1014347"/>
                  </a:lnTo>
                  <a:lnTo>
                    <a:pt x="4679934" y="1006894"/>
                  </a:lnTo>
                  <a:lnTo>
                    <a:pt x="4680775" y="1000804"/>
                  </a:lnTo>
                  <a:lnTo>
                    <a:pt x="4681616" y="995119"/>
                  </a:lnTo>
                  <a:lnTo>
                    <a:pt x="4682458" y="990101"/>
                  </a:lnTo>
                  <a:lnTo>
                    <a:pt x="4683299" y="985896"/>
                  </a:lnTo>
                  <a:lnTo>
                    <a:pt x="4684140" y="983866"/>
                  </a:lnTo>
                  <a:lnTo>
                    <a:pt x="4684981" y="981198"/>
                  </a:lnTo>
                  <a:lnTo>
                    <a:pt x="4685822" y="981112"/>
                  </a:lnTo>
                  <a:lnTo>
                    <a:pt x="4686664" y="981630"/>
                  </a:lnTo>
                  <a:lnTo>
                    <a:pt x="4687505" y="983143"/>
                  </a:lnTo>
                  <a:lnTo>
                    <a:pt x="4688346" y="983771"/>
                  </a:lnTo>
                  <a:lnTo>
                    <a:pt x="4689187" y="985161"/>
                  </a:lnTo>
                  <a:lnTo>
                    <a:pt x="4690028" y="986594"/>
                  </a:lnTo>
                  <a:lnTo>
                    <a:pt x="4690870" y="988365"/>
                  </a:lnTo>
                  <a:lnTo>
                    <a:pt x="4691711" y="989432"/>
                  </a:lnTo>
                  <a:lnTo>
                    <a:pt x="4692552" y="990491"/>
                  </a:lnTo>
                  <a:lnTo>
                    <a:pt x="4693393" y="992019"/>
                  </a:lnTo>
                  <a:lnTo>
                    <a:pt x="4694234" y="993075"/>
                  </a:lnTo>
                  <a:lnTo>
                    <a:pt x="4695076" y="995026"/>
                  </a:lnTo>
                  <a:lnTo>
                    <a:pt x="4695917" y="997062"/>
                  </a:lnTo>
                  <a:lnTo>
                    <a:pt x="4696758" y="998346"/>
                  </a:lnTo>
                  <a:lnTo>
                    <a:pt x="4697599" y="1000181"/>
                  </a:lnTo>
                  <a:lnTo>
                    <a:pt x="4698440" y="1000951"/>
                  </a:lnTo>
                  <a:lnTo>
                    <a:pt x="4699282" y="1001034"/>
                  </a:lnTo>
                  <a:lnTo>
                    <a:pt x="4700123" y="1001383"/>
                  </a:lnTo>
                  <a:lnTo>
                    <a:pt x="4700964" y="1001184"/>
                  </a:lnTo>
                  <a:lnTo>
                    <a:pt x="4701805" y="1000575"/>
                  </a:lnTo>
                  <a:lnTo>
                    <a:pt x="4702646" y="999600"/>
                  </a:lnTo>
                  <a:lnTo>
                    <a:pt x="4703488" y="999092"/>
                  </a:lnTo>
                  <a:lnTo>
                    <a:pt x="4704329" y="997464"/>
                  </a:lnTo>
                  <a:lnTo>
                    <a:pt x="4705170" y="995115"/>
                  </a:lnTo>
                  <a:lnTo>
                    <a:pt x="4706011" y="992336"/>
                  </a:lnTo>
                  <a:lnTo>
                    <a:pt x="4706853" y="989297"/>
                  </a:lnTo>
                  <a:lnTo>
                    <a:pt x="4707694" y="985729"/>
                  </a:lnTo>
                  <a:lnTo>
                    <a:pt x="4708535" y="980804"/>
                  </a:lnTo>
                  <a:lnTo>
                    <a:pt x="4709376" y="977107"/>
                  </a:lnTo>
                  <a:lnTo>
                    <a:pt x="4710217" y="973783"/>
                  </a:lnTo>
                  <a:lnTo>
                    <a:pt x="4711059" y="970249"/>
                  </a:lnTo>
                  <a:lnTo>
                    <a:pt x="4711900" y="966295"/>
                  </a:lnTo>
                  <a:lnTo>
                    <a:pt x="4712741" y="960640"/>
                  </a:lnTo>
                  <a:lnTo>
                    <a:pt x="4713582" y="954073"/>
                  </a:lnTo>
                  <a:lnTo>
                    <a:pt x="4714423" y="946829"/>
                  </a:lnTo>
                  <a:lnTo>
                    <a:pt x="4715265" y="938879"/>
                  </a:lnTo>
                  <a:lnTo>
                    <a:pt x="4716106" y="931324"/>
                  </a:lnTo>
                  <a:lnTo>
                    <a:pt x="4716947" y="923106"/>
                  </a:lnTo>
                  <a:lnTo>
                    <a:pt x="4717788" y="916008"/>
                  </a:lnTo>
                  <a:lnTo>
                    <a:pt x="4718629" y="908745"/>
                  </a:lnTo>
                  <a:lnTo>
                    <a:pt x="4719471" y="901315"/>
                  </a:lnTo>
                  <a:lnTo>
                    <a:pt x="4720312" y="894285"/>
                  </a:lnTo>
                  <a:lnTo>
                    <a:pt x="4721153" y="887103"/>
                  </a:lnTo>
                  <a:lnTo>
                    <a:pt x="4721994" y="879375"/>
                  </a:lnTo>
                  <a:lnTo>
                    <a:pt x="4722835" y="871985"/>
                  </a:lnTo>
                  <a:lnTo>
                    <a:pt x="4723677" y="865087"/>
                  </a:lnTo>
                  <a:lnTo>
                    <a:pt x="4724518" y="858355"/>
                  </a:lnTo>
                  <a:lnTo>
                    <a:pt x="4725359" y="853063"/>
                  </a:lnTo>
                  <a:lnTo>
                    <a:pt x="4726200" y="848955"/>
                  </a:lnTo>
                  <a:lnTo>
                    <a:pt x="4727041" y="844461"/>
                  </a:lnTo>
                  <a:lnTo>
                    <a:pt x="4727883" y="840847"/>
                  </a:lnTo>
                  <a:lnTo>
                    <a:pt x="4728724" y="837233"/>
                  </a:lnTo>
                  <a:lnTo>
                    <a:pt x="4729565" y="834949"/>
                  </a:lnTo>
                  <a:lnTo>
                    <a:pt x="4730406" y="832092"/>
                  </a:lnTo>
                  <a:lnTo>
                    <a:pt x="4731247" y="829562"/>
                  </a:lnTo>
                  <a:lnTo>
                    <a:pt x="4732089" y="825631"/>
                  </a:lnTo>
                  <a:lnTo>
                    <a:pt x="4732930" y="821912"/>
                  </a:lnTo>
                  <a:lnTo>
                    <a:pt x="4733771" y="816629"/>
                  </a:lnTo>
                  <a:lnTo>
                    <a:pt x="4734612" y="810822"/>
                  </a:lnTo>
                  <a:lnTo>
                    <a:pt x="4735453" y="803629"/>
                  </a:lnTo>
                  <a:lnTo>
                    <a:pt x="4736295" y="796349"/>
                  </a:lnTo>
                  <a:lnTo>
                    <a:pt x="4737136" y="790721"/>
                  </a:lnTo>
                  <a:lnTo>
                    <a:pt x="4737977" y="785313"/>
                  </a:lnTo>
                  <a:lnTo>
                    <a:pt x="4738818" y="780674"/>
                  </a:lnTo>
                  <a:lnTo>
                    <a:pt x="4739659" y="776589"/>
                  </a:lnTo>
                  <a:lnTo>
                    <a:pt x="4740501" y="772584"/>
                  </a:lnTo>
                  <a:lnTo>
                    <a:pt x="4741342" y="768400"/>
                  </a:lnTo>
                  <a:lnTo>
                    <a:pt x="4742183" y="764333"/>
                  </a:lnTo>
                  <a:lnTo>
                    <a:pt x="4743024" y="760262"/>
                  </a:lnTo>
                  <a:lnTo>
                    <a:pt x="4743865" y="756911"/>
                  </a:lnTo>
                  <a:lnTo>
                    <a:pt x="4744707" y="753745"/>
                  </a:lnTo>
                  <a:lnTo>
                    <a:pt x="4745548" y="749999"/>
                  </a:lnTo>
                  <a:lnTo>
                    <a:pt x="4746389" y="745823"/>
                  </a:lnTo>
                  <a:lnTo>
                    <a:pt x="4747230" y="742176"/>
                  </a:lnTo>
                  <a:lnTo>
                    <a:pt x="4748071" y="739516"/>
                  </a:lnTo>
                  <a:lnTo>
                    <a:pt x="4748913" y="737103"/>
                  </a:lnTo>
                  <a:lnTo>
                    <a:pt x="4749754" y="736627"/>
                  </a:lnTo>
                  <a:lnTo>
                    <a:pt x="4750595" y="736117"/>
                  </a:lnTo>
                  <a:lnTo>
                    <a:pt x="4751436" y="736289"/>
                  </a:lnTo>
                  <a:lnTo>
                    <a:pt x="4752277" y="736886"/>
                  </a:lnTo>
                  <a:lnTo>
                    <a:pt x="4753119" y="738004"/>
                  </a:lnTo>
                  <a:lnTo>
                    <a:pt x="4753960" y="739451"/>
                  </a:lnTo>
                  <a:lnTo>
                    <a:pt x="4754801" y="741545"/>
                  </a:lnTo>
                  <a:lnTo>
                    <a:pt x="4755642" y="743313"/>
                  </a:lnTo>
                  <a:lnTo>
                    <a:pt x="4756483" y="743512"/>
                  </a:lnTo>
                  <a:lnTo>
                    <a:pt x="4757325" y="743428"/>
                  </a:lnTo>
                  <a:lnTo>
                    <a:pt x="4758166" y="743158"/>
                  </a:lnTo>
                  <a:lnTo>
                    <a:pt x="4759007" y="742189"/>
                  </a:lnTo>
                  <a:lnTo>
                    <a:pt x="4759848" y="739707"/>
                  </a:lnTo>
                  <a:lnTo>
                    <a:pt x="4760689" y="736839"/>
                  </a:lnTo>
                  <a:lnTo>
                    <a:pt x="4761531" y="734738"/>
                  </a:lnTo>
                  <a:lnTo>
                    <a:pt x="4762372" y="732134"/>
                  </a:lnTo>
                  <a:lnTo>
                    <a:pt x="4763213" y="730113"/>
                  </a:lnTo>
                  <a:lnTo>
                    <a:pt x="4764054" y="726854"/>
                  </a:lnTo>
                  <a:lnTo>
                    <a:pt x="4764895" y="724387"/>
                  </a:lnTo>
                  <a:lnTo>
                    <a:pt x="4765737" y="722395"/>
                  </a:lnTo>
                  <a:lnTo>
                    <a:pt x="4766578" y="720587"/>
                  </a:lnTo>
                  <a:lnTo>
                    <a:pt x="4767419" y="717967"/>
                  </a:lnTo>
                  <a:lnTo>
                    <a:pt x="4768260" y="715951"/>
                  </a:lnTo>
                  <a:lnTo>
                    <a:pt x="4769101" y="712896"/>
                  </a:lnTo>
                  <a:lnTo>
                    <a:pt x="4769943" y="709892"/>
                  </a:lnTo>
                  <a:lnTo>
                    <a:pt x="4770784" y="706655"/>
                  </a:lnTo>
                  <a:lnTo>
                    <a:pt x="4771625" y="702355"/>
                  </a:lnTo>
                  <a:lnTo>
                    <a:pt x="4772466" y="698729"/>
                  </a:lnTo>
                  <a:lnTo>
                    <a:pt x="4773307" y="694882"/>
                  </a:lnTo>
                  <a:lnTo>
                    <a:pt x="4774149" y="691353"/>
                  </a:lnTo>
                  <a:lnTo>
                    <a:pt x="4774990" y="687490"/>
                  </a:lnTo>
                  <a:lnTo>
                    <a:pt x="4775831" y="682568"/>
                  </a:lnTo>
                  <a:lnTo>
                    <a:pt x="4776672" y="676501"/>
                  </a:lnTo>
                  <a:lnTo>
                    <a:pt x="4777514" y="670317"/>
                  </a:lnTo>
                  <a:lnTo>
                    <a:pt x="4778355" y="663647"/>
                  </a:lnTo>
                  <a:lnTo>
                    <a:pt x="4779196" y="657491"/>
                  </a:lnTo>
                  <a:lnTo>
                    <a:pt x="4780037" y="651213"/>
                  </a:lnTo>
                  <a:lnTo>
                    <a:pt x="4780878" y="645676"/>
                  </a:lnTo>
                  <a:lnTo>
                    <a:pt x="4781720" y="641171"/>
                  </a:lnTo>
                  <a:lnTo>
                    <a:pt x="4782561" y="636263"/>
                  </a:lnTo>
                  <a:lnTo>
                    <a:pt x="4783402" y="632126"/>
                  </a:lnTo>
                  <a:lnTo>
                    <a:pt x="4784243" y="628042"/>
                  </a:lnTo>
                  <a:lnTo>
                    <a:pt x="4785084" y="623687"/>
                  </a:lnTo>
                  <a:lnTo>
                    <a:pt x="4785926" y="619204"/>
                  </a:lnTo>
                  <a:lnTo>
                    <a:pt x="4786767" y="614126"/>
                  </a:lnTo>
                  <a:lnTo>
                    <a:pt x="4787608" y="609495"/>
                  </a:lnTo>
                  <a:lnTo>
                    <a:pt x="4788449" y="605950"/>
                  </a:lnTo>
                  <a:lnTo>
                    <a:pt x="4789290" y="603157"/>
                  </a:lnTo>
                  <a:lnTo>
                    <a:pt x="4790132" y="601946"/>
                  </a:lnTo>
                  <a:lnTo>
                    <a:pt x="4790973" y="602321"/>
                  </a:lnTo>
                  <a:lnTo>
                    <a:pt x="4791814" y="603027"/>
                  </a:lnTo>
                  <a:lnTo>
                    <a:pt x="4792655" y="604385"/>
                  </a:lnTo>
                  <a:lnTo>
                    <a:pt x="4793496" y="605747"/>
                  </a:lnTo>
                  <a:lnTo>
                    <a:pt x="4794338" y="605885"/>
                  </a:lnTo>
                  <a:lnTo>
                    <a:pt x="4795179" y="606149"/>
                  </a:lnTo>
                  <a:lnTo>
                    <a:pt x="4796020" y="606434"/>
                  </a:lnTo>
                  <a:lnTo>
                    <a:pt x="4796861" y="607340"/>
                  </a:lnTo>
                  <a:lnTo>
                    <a:pt x="4797702" y="608606"/>
                  </a:lnTo>
                  <a:lnTo>
                    <a:pt x="4798544" y="610118"/>
                  </a:lnTo>
                  <a:lnTo>
                    <a:pt x="4799385" y="612712"/>
                  </a:lnTo>
                  <a:lnTo>
                    <a:pt x="4800226" y="616638"/>
                  </a:lnTo>
                  <a:lnTo>
                    <a:pt x="4801067" y="621080"/>
                  </a:lnTo>
                  <a:lnTo>
                    <a:pt x="4801908" y="625365"/>
                  </a:lnTo>
                  <a:lnTo>
                    <a:pt x="4802750" y="627478"/>
                  </a:lnTo>
                  <a:lnTo>
                    <a:pt x="4803591" y="630036"/>
                  </a:lnTo>
                  <a:lnTo>
                    <a:pt x="4804432" y="633153"/>
                  </a:lnTo>
                  <a:lnTo>
                    <a:pt x="4805273" y="635000"/>
                  </a:lnTo>
                  <a:lnTo>
                    <a:pt x="4806114" y="636939"/>
                  </a:lnTo>
                  <a:lnTo>
                    <a:pt x="4806956" y="640440"/>
                  </a:lnTo>
                  <a:lnTo>
                    <a:pt x="4807797" y="644058"/>
                  </a:lnTo>
                  <a:lnTo>
                    <a:pt x="4808638" y="644806"/>
                  </a:lnTo>
                  <a:lnTo>
                    <a:pt x="4809479" y="645018"/>
                  </a:lnTo>
                  <a:lnTo>
                    <a:pt x="4810320" y="642803"/>
                  </a:lnTo>
                  <a:lnTo>
                    <a:pt x="4811162" y="639245"/>
                  </a:lnTo>
                  <a:lnTo>
                    <a:pt x="4812003" y="636263"/>
                  </a:lnTo>
                  <a:lnTo>
                    <a:pt x="4812844" y="632693"/>
                  </a:lnTo>
                  <a:lnTo>
                    <a:pt x="4813685" y="628340"/>
                  </a:lnTo>
                  <a:lnTo>
                    <a:pt x="4814526" y="623922"/>
                  </a:lnTo>
                  <a:lnTo>
                    <a:pt x="4815368" y="619486"/>
                  </a:lnTo>
                  <a:lnTo>
                    <a:pt x="4816209" y="615000"/>
                  </a:lnTo>
                  <a:lnTo>
                    <a:pt x="4817050" y="610171"/>
                  </a:lnTo>
                  <a:lnTo>
                    <a:pt x="4817891" y="605135"/>
                  </a:lnTo>
                  <a:lnTo>
                    <a:pt x="4818732" y="600238"/>
                  </a:lnTo>
                  <a:lnTo>
                    <a:pt x="4819574" y="595922"/>
                  </a:lnTo>
                  <a:lnTo>
                    <a:pt x="4820415" y="591917"/>
                  </a:lnTo>
                  <a:lnTo>
                    <a:pt x="4821256" y="588238"/>
                  </a:lnTo>
                  <a:lnTo>
                    <a:pt x="4822097" y="584409"/>
                  </a:lnTo>
                  <a:lnTo>
                    <a:pt x="4822938" y="582212"/>
                  </a:lnTo>
                  <a:lnTo>
                    <a:pt x="4823780" y="581320"/>
                  </a:lnTo>
                  <a:lnTo>
                    <a:pt x="4824621" y="584649"/>
                  </a:lnTo>
                  <a:lnTo>
                    <a:pt x="4825462" y="588692"/>
                  </a:lnTo>
                  <a:lnTo>
                    <a:pt x="4826303" y="592656"/>
                  </a:lnTo>
                  <a:lnTo>
                    <a:pt x="4827144" y="597758"/>
                  </a:lnTo>
                  <a:lnTo>
                    <a:pt x="4827986" y="603445"/>
                  </a:lnTo>
                  <a:lnTo>
                    <a:pt x="4828827" y="610869"/>
                  </a:lnTo>
                  <a:lnTo>
                    <a:pt x="4829668" y="618733"/>
                  </a:lnTo>
                  <a:lnTo>
                    <a:pt x="4830509" y="627131"/>
                  </a:lnTo>
                  <a:lnTo>
                    <a:pt x="4831350" y="633772"/>
                  </a:lnTo>
                  <a:lnTo>
                    <a:pt x="4832192" y="639208"/>
                  </a:lnTo>
                  <a:lnTo>
                    <a:pt x="4833033" y="645696"/>
                  </a:lnTo>
                  <a:lnTo>
                    <a:pt x="4833874" y="651011"/>
                  </a:lnTo>
                  <a:lnTo>
                    <a:pt x="4834715" y="655905"/>
                  </a:lnTo>
                  <a:lnTo>
                    <a:pt x="4835556" y="660430"/>
                  </a:lnTo>
                  <a:lnTo>
                    <a:pt x="4836398" y="665353"/>
                  </a:lnTo>
                  <a:lnTo>
                    <a:pt x="4837239" y="670056"/>
                  </a:lnTo>
                  <a:lnTo>
                    <a:pt x="4838080" y="675220"/>
                  </a:lnTo>
                  <a:lnTo>
                    <a:pt x="4838921" y="680765"/>
                  </a:lnTo>
                  <a:lnTo>
                    <a:pt x="4839762" y="686277"/>
                  </a:lnTo>
                  <a:lnTo>
                    <a:pt x="4840604" y="692724"/>
                  </a:lnTo>
                  <a:lnTo>
                    <a:pt x="4841445" y="699197"/>
                  </a:lnTo>
                  <a:lnTo>
                    <a:pt x="4842286" y="705595"/>
                  </a:lnTo>
                  <a:lnTo>
                    <a:pt x="4843127" y="712058"/>
                  </a:lnTo>
                  <a:lnTo>
                    <a:pt x="4843968" y="719488"/>
                  </a:lnTo>
                  <a:lnTo>
                    <a:pt x="4844810" y="726954"/>
                  </a:lnTo>
                  <a:lnTo>
                    <a:pt x="4845651" y="734877"/>
                  </a:lnTo>
                  <a:lnTo>
                    <a:pt x="4846492" y="743245"/>
                  </a:lnTo>
                  <a:lnTo>
                    <a:pt x="4847333" y="752982"/>
                  </a:lnTo>
                  <a:lnTo>
                    <a:pt x="4848175" y="762386"/>
                  </a:lnTo>
                  <a:lnTo>
                    <a:pt x="4849016" y="771189"/>
                  </a:lnTo>
                  <a:lnTo>
                    <a:pt x="4849857" y="779597"/>
                  </a:lnTo>
                  <a:lnTo>
                    <a:pt x="4850698" y="788290"/>
                  </a:lnTo>
                  <a:lnTo>
                    <a:pt x="4851539" y="795717"/>
                  </a:lnTo>
                  <a:lnTo>
                    <a:pt x="4852381" y="800738"/>
                  </a:lnTo>
                  <a:lnTo>
                    <a:pt x="4853222" y="805453"/>
                  </a:lnTo>
                  <a:lnTo>
                    <a:pt x="4854063" y="809034"/>
                  </a:lnTo>
                  <a:lnTo>
                    <a:pt x="4854904" y="810838"/>
                  </a:lnTo>
                  <a:lnTo>
                    <a:pt x="4855745" y="809383"/>
                  </a:lnTo>
                  <a:lnTo>
                    <a:pt x="4856587" y="806680"/>
                  </a:lnTo>
                  <a:lnTo>
                    <a:pt x="4857428" y="803244"/>
                  </a:lnTo>
                  <a:lnTo>
                    <a:pt x="4858269" y="798964"/>
                  </a:lnTo>
                  <a:lnTo>
                    <a:pt x="4859110" y="794631"/>
                  </a:lnTo>
                  <a:lnTo>
                    <a:pt x="4859951" y="790069"/>
                  </a:lnTo>
                  <a:lnTo>
                    <a:pt x="4860793" y="785634"/>
                  </a:lnTo>
                  <a:lnTo>
                    <a:pt x="4861634" y="781477"/>
                  </a:lnTo>
                  <a:lnTo>
                    <a:pt x="4862475" y="777962"/>
                  </a:lnTo>
                  <a:lnTo>
                    <a:pt x="4863316" y="774214"/>
                  </a:lnTo>
                  <a:lnTo>
                    <a:pt x="4864157" y="771062"/>
                  </a:lnTo>
                  <a:lnTo>
                    <a:pt x="4864999" y="768239"/>
                  </a:lnTo>
                  <a:lnTo>
                    <a:pt x="4865840" y="765591"/>
                  </a:lnTo>
                  <a:lnTo>
                    <a:pt x="4866681" y="763813"/>
                  </a:lnTo>
                  <a:lnTo>
                    <a:pt x="4867522" y="763394"/>
                  </a:lnTo>
                  <a:lnTo>
                    <a:pt x="4868363" y="763457"/>
                  </a:lnTo>
                  <a:lnTo>
                    <a:pt x="4869205" y="764003"/>
                  </a:lnTo>
                  <a:lnTo>
                    <a:pt x="4870046" y="765599"/>
                  </a:lnTo>
                  <a:lnTo>
                    <a:pt x="4870887" y="766785"/>
                  </a:lnTo>
                  <a:lnTo>
                    <a:pt x="4871728" y="768488"/>
                  </a:lnTo>
                  <a:lnTo>
                    <a:pt x="4872569" y="770901"/>
                  </a:lnTo>
                  <a:lnTo>
                    <a:pt x="4873411" y="773710"/>
                  </a:lnTo>
                  <a:lnTo>
                    <a:pt x="4874252" y="775939"/>
                  </a:lnTo>
                  <a:lnTo>
                    <a:pt x="4875093" y="777513"/>
                  </a:lnTo>
                  <a:lnTo>
                    <a:pt x="4875934" y="780295"/>
                  </a:lnTo>
                  <a:lnTo>
                    <a:pt x="4876775" y="784068"/>
                  </a:lnTo>
                  <a:lnTo>
                    <a:pt x="4877617" y="787330"/>
                  </a:lnTo>
                  <a:lnTo>
                    <a:pt x="4878458" y="790580"/>
                  </a:lnTo>
                  <a:lnTo>
                    <a:pt x="4879299" y="792985"/>
                  </a:lnTo>
                  <a:lnTo>
                    <a:pt x="4880140" y="794388"/>
                  </a:lnTo>
                  <a:lnTo>
                    <a:pt x="4880981" y="798058"/>
                  </a:lnTo>
                  <a:lnTo>
                    <a:pt x="4881823" y="800906"/>
                  </a:lnTo>
                  <a:lnTo>
                    <a:pt x="4882664" y="804244"/>
                  </a:lnTo>
                  <a:lnTo>
                    <a:pt x="4883505" y="807835"/>
                  </a:lnTo>
                  <a:lnTo>
                    <a:pt x="4884346" y="810522"/>
                  </a:lnTo>
                  <a:lnTo>
                    <a:pt x="4885187" y="814144"/>
                  </a:lnTo>
                  <a:lnTo>
                    <a:pt x="4886029" y="817665"/>
                  </a:lnTo>
                  <a:lnTo>
                    <a:pt x="4886870" y="823369"/>
                  </a:lnTo>
                  <a:lnTo>
                    <a:pt x="4887711" y="830107"/>
                  </a:lnTo>
                  <a:lnTo>
                    <a:pt x="4888552" y="836655"/>
                  </a:lnTo>
                  <a:lnTo>
                    <a:pt x="4889393" y="843994"/>
                  </a:lnTo>
                  <a:lnTo>
                    <a:pt x="4890235" y="850709"/>
                  </a:lnTo>
                  <a:lnTo>
                    <a:pt x="4891076" y="856814"/>
                  </a:lnTo>
                  <a:lnTo>
                    <a:pt x="4891917" y="862676"/>
                  </a:lnTo>
                  <a:lnTo>
                    <a:pt x="4892758" y="868505"/>
                  </a:lnTo>
                  <a:lnTo>
                    <a:pt x="4893599" y="873583"/>
                  </a:lnTo>
                  <a:lnTo>
                    <a:pt x="4894441" y="877844"/>
                  </a:lnTo>
                  <a:lnTo>
                    <a:pt x="4895282" y="881895"/>
                  </a:lnTo>
                  <a:lnTo>
                    <a:pt x="4896123" y="885820"/>
                  </a:lnTo>
                  <a:lnTo>
                    <a:pt x="4896964" y="889233"/>
                  </a:lnTo>
                  <a:lnTo>
                    <a:pt x="4897805" y="892293"/>
                  </a:lnTo>
                  <a:lnTo>
                    <a:pt x="4898647" y="895794"/>
                  </a:lnTo>
                  <a:lnTo>
                    <a:pt x="4899488" y="898104"/>
                  </a:lnTo>
                  <a:lnTo>
                    <a:pt x="4900329" y="901789"/>
                  </a:lnTo>
                  <a:lnTo>
                    <a:pt x="4901170" y="904283"/>
                  </a:lnTo>
                  <a:lnTo>
                    <a:pt x="4902011" y="908297"/>
                  </a:lnTo>
                  <a:lnTo>
                    <a:pt x="4902853" y="912368"/>
                  </a:lnTo>
                  <a:lnTo>
                    <a:pt x="4903694" y="917853"/>
                  </a:lnTo>
                  <a:lnTo>
                    <a:pt x="4904535" y="923473"/>
                  </a:lnTo>
                  <a:lnTo>
                    <a:pt x="4905376" y="927498"/>
                  </a:lnTo>
                  <a:lnTo>
                    <a:pt x="4906217" y="930790"/>
                  </a:lnTo>
                  <a:lnTo>
                    <a:pt x="4907059" y="933779"/>
                  </a:lnTo>
                  <a:lnTo>
                    <a:pt x="4907900" y="937711"/>
                  </a:lnTo>
                  <a:lnTo>
                    <a:pt x="4908741" y="942208"/>
                  </a:lnTo>
                  <a:lnTo>
                    <a:pt x="4909582" y="947412"/>
                  </a:lnTo>
                  <a:lnTo>
                    <a:pt x="4910423" y="953093"/>
                  </a:lnTo>
                  <a:lnTo>
                    <a:pt x="4911265" y="959111"/>
                  </a:lnTo>
                  <a:lnTo>
                    <a:pt x="4912106" y="965153"/>
                  </a:lnTo>
                  <a:lnTo>
                    <a:pt x="4912947" y="972055"/>
                  </a:lnTo>
                  <a:lnTo>
                    <a:pt x="4913788" y="979330"/>
                  </a:lnTo>
                  <a:lnTo>
                    <a:pt x="4914629" y="986826"/>
                  </a:lnTo>
                  <a:lnTo>
                    <a:pt x="4915471" y="994317"/>
                  </a:lnTo>
                  <a:lnTo>
                    <a:pt x="4916312" y="1001739"/>
                  </a:lnTo>
                  <a:lnTo>
                    <a:pt x="4917153" y="1009202"/>
                  </a:lnTo>
                  <a:lnTo>
                    <a:pt x="4917994" y="1017144"/>
                  </a:lnTo>
                  <a:lnTo>
                    <a:pt x="4918836" y="1025989"/>
                  </a:lnTo>
                  <a:lnTo>
                    <a:pt x="4919677" y="1034896"/>
                  </a:lnTo>
                  <a:lnTo>
                    <a:pt x="4920518" y="1044534"/>
                  </a:lnTo>
                  <a:lnTo>
                    <a:pt x="4921359" y="1054568"/>
                  </a:lnTo>
                  <a:lnTo>
                    <a:pt x="4922200" y="1064176"/>
                  </a:lnTo>
                  <a:lnTo>
                    <a:pt x="4923042" y="1073914"/>
                  </a:lnTo>
                  <a:lnTo>
                    <a:pt x="4923883" y="1083505"/>
                  </a:lnTo>
                  <a:lnTo>
                    <a:pt x="4924724" y="1093716"/>
                  </a:lnTo>
                  <a:lnTo>
                    <a:pt x="4925565" y="1103825"/>
                  </a:lnTo>
                  <a:lnTo>
                    <a:pt x="4926406" y="1113877"/>
                  </a:lnTo>
                  <a:lnTo>
                    <a:pt x="4927248" y="1124107"/>
                  </a:lnTo>
                  <a:lnTo>
                    <a:pt x="4928089" y="1135073"/>
                  </a:lnTo>
                  <a:lnTo>
                    <a:pt x="4928930" y="1146686"/>
                  </a:lnTo>
                  <a:lnTo>
                    <a:pt x="4929771" y="1157479"/>
                  </a:lnTo>
                  <a:lnTo>
                    <a:pt x="4930612" y="1168169"/>
                  </a:lnTo>
                  <a:lnTo>
                    <a:pt x="4931454" y="1178689"/>
                  </a:lnTo>
                  <a:lnTo>
                    <a:pt x="4932295" y="1190532"/>
                  </a:lnTo>
                  <a:lnTo>
                    <a:pt x="4933136" y="1201229"/>
                  </a:lnTo>
                  <a:lnTo>
                    <a:pt x="4933977" y="1211197"/>
                  </a:lnTo>
                  <a:lnTo>
                    <a:pt x="4934818" y="1220566"/>
                  </a:lnTo>
                  <a:lnTo>
                    <a:pt x="4935660" y="1228373"/>
                  </a:lnTo>
                  <a:lnTo>
                    <a:pt x="4936501" y="1235079"/>
                  </a:lnTo>
                  <a:lnTo>
                    <a:pt x="4937342" y="1241520"/>
                  </a:lnTo>
                  <a:lnTo>
                    <a:pt x="4938183" y="1246859"/>
                  </a:lnTo>
                  <a:lnTo>
                    <a:pt x="4939024" y="1250872"/>
                  </a:lnTo>
                  <a:lnTo>
                    <a:pt x="4939866" y="1254866"/>
                  </a:lnTo>
                  <a:lnTo>
                    <a:pt x="4940707" y="1257684"/>
                  </a:lnTo>
                  <a:lnTo>
                    <a:pt x="4941548" y="1258922"/>
                  </a:lnTo>
                  <a:lnTo>
                    <a:pt x="4942389" y="1259639"/>
                  </a:lnTo>
                  <a:lnTo>
                    <a:pt x="4943230" y="1260125"/>
                  </a:lnTo>
                  <a:lnTo>
                    <a:pt x="4944072" y="1260559"/>
                  </a:lnTo>
                  <a:lnTo>
                    <a:pt x="4944913" y="1260708"/>
                  </a:lnTo>
                  <a:lnTo>
                    <a:pt x="4945754" y="1259916"/>
                  </a:lnTo>
                  <a:lnTo>
                    <a:pt x="4946595" y="1259120"/>
                  </a:lnTo>
                  <a:lnTo>
                    <a:pt x="4947436" y="1257752"/>
                  </a:lnTo>
                  <a:lnTo>
                    <a:pt x="4948278" y="1257617"/>
                  </a:lnTo>
                  <a:lnTo>
                    <a:pt x="4949119" y="1258249"/>
                  </a:lnTo>
                  <a:lnTo>
                    <a:pt x="4949960" y="1258663"/>
                  </a:lnTo>
                  <a:lnTo>
                    <a:pt x="4950801" y="1259578"/>
                  </a:lnTo>
                  <a:lnTo>
                    <a:pt x="4951642" y="1260174"/>
                  </a:lnTo>
                  <a:lnTo>
                    <a:pt x="4952484" y="1261214"/>
                  </a:lnTo>
                  <a:lnTo>
                    <a:pt x="4953325" y="1263526"/>
                  </a:lnTo>
                  <a:lnTo>
                    <a:pt x="4954166" y="1266814"/>
                  </a:lnTo>
                  <a:lnTo>
                    <a:pt x="4955007" y="1270484"/>
                  </a:lnTo>
                  <a:lnTo>
                    <a:pt x="4955848" y="1274310"/>
                  </a:lnTo>
                  <a:lnTo>
                    <a:pt x="4956690" y="1277507"/>
                  </a:lnTo>
                  <a:lnTo>
                    <a:pt x="4957531" y="1281117"/>
                  </a:lnTo>
                  <a:lnTo>
                    <a:pt x="4958372" y="1286051"/>
                  </a:lnTo>
                  <a:lnTo>
                    <a:pt x="4959213" y="1292038"/>
                  </a:lnTo>
                  <a:lnTo>
                    <a:pt x="4960054" y="1298722"/>
                  </a:lnTo>
                  <a:lnTo>
                    <a:pt x="4960896" y="1305644"/>
                  </a:lnTo>
                  <a:lnTo>
                    <a:pt x="4961737" y="1312749"/>
                  </a:lnTo>
                  <a:lnTo>
                    <a:pt x="4962578" y="1320278"/>
                  </a:lnTo>
                  <a:lnTo>
                    <a:pt x="4963419" y="1328322"/>
                  </a:lnTo>
                  <a:lnTo>
                    <a:pt x="4964260" y="1337367"/>
                  </a:lnTo>
                  <a:lnTo>
                    <a:pt x="4965102" y="1347448"/>
                  </a:lnTo>
                  <a:lnTo>
                    <a:pt x="4965943" y="1358018"/>
                  </a:lnTo>
                  <a:lnTo>
                    <a:pt x="4966784" y="1369686"/>
                  </a:lnTo>
                  <a:lnTo>
                    <a:pt x="4967625" y="1381135"/>
                  </a:lnTo>
                  <a:lnTo>
                    <a:pt x="4968466" y="1392610"/>
                  </a:lnTo>
                  <a:lnTo>
                    <a:pt x="4969308" y="1404438"/>
                  </a:lnTo>
                  <a:lnTo>
                    <a:pt x="4970149" y="1417211"/>
                  </a:lnTo>
                  <a:lnTo>
                    <a:pt x="4970990" y="1431383"/>
                  </a:lnTo>
                  <a:lnTo>
                    <a:pt x="4971831" y="1445227"/>
                  </a:lnTo>
                  <a:lnTo>
                    <a:pt x="4972672" y="1458704"/>
                  </a:lnTo>
                  <a:lnTo>
                    <a:pt x="4973514" y="1471562"/>
                  </a:lnTo>
                  <a:lnTo>
                    <a:pt x="4974355" y="1484781"/>
                  </a:lnTo>
                  <a:lnTo>
                    <a:pt x="4975196" y="1498131"/>
                  </a:lnTo>
                  <a:lnTo>
                    <a:pt x="4976037" y="1511111"/>
                  </a:lnTo>
                  <a:lnTo>
                    <a:pt x="4976878" y="1524743"/>
                  </a:lnTo>
                  <a:lnTo>
                    <a:pt x="4977720" y="1538359"/>
                  </a:lnTo>
                  <a:lnTo>
                    <a:pt x="4978561" y="1551551"/>
                  </a:lnTo>
                  <a:lnTo>
                    <a:pt x="4979402" y="1564100"/>
                  </a:lnTo>
                  <a:lnTo>
                    <a:pt x="4980243" y="1574446"/>
                  </a:lnTo>
                  <a:lnTo>
                    <a:pt x="4981084" y="1584507"/>
                  </a:lnTo>
                  <a:lnTo>
                    <a:pt x="4981926" y="1594995"/>
                  </a:lnTo>
                  <a:lnTo>
                    <a:pt x="4982767" y="1605155"/>
                  </a:lnTo>
                  <a:lnTo>
                    <a:pt x="4983608" y="1614514"/>
                  </a:lnTo>
                  <a:lnTo>
                    <a:pt x="4984449" y="1623624"/>
                  </a:lnTo>
                  <a:lnTo>
                    <a:pt x="4985290" y="1632925"/>
                  </a:lnTo>
                  <a:lnTo>
                    <a:pt x="4986132" y="1642726"/>
                  </a:lnTo>
                  <a:lnTo>
                    <a:pt x="4986973" y="1652666"/>
                  </a:lnTo>
                  <a:lnTo>
                    <a:pt x="4987814" y="1662189"/>
                  </a:lnTo>
                  <a:lnTo>
                    <a:pt x="4988655" y="1671455"/>
                  </a:lnTo>
                  <a:lnTo>
                    <a:pt x="4989497" y="1680149"/>
                  </a:lnTo>
                  <a:lnTo>
                    <a:pt x="4990338" y="1689350"/>
                  </a:lnTo>
                  <a:lnTo>
                    <a:pt x="4991179" y="1698046"/>
                  </a:lnTo>
                  <a:lnTo>
                    <a:pt x="4992020" y="1705772"/>
                  </a:lnTo>
                  <a:lnTo>
                    <a:pt x="4992861" y="1713027"/>
                  </a:lnTo>
                  <a:lnTo>
                    <a:pt x="4993703" y="1719419"/>
                  </a:lnTo>
                  <a:lnTo>
                    <a:pt x="4994544" y="1725173"/>
                  </a:lnTo>
                  <a:lnTo>
                    <a:pt x="4995385" y="1730495"/>
                  </a:lnTo>
                  <a:lnTo>
                    <a:pt x="4996226" y="1735718"/>
                  </a:lnTo>
                  <a:lnTo>
                    <a:pt x="4997067" y="1740798"/>
                  </a:lnTo>
                  <a:lnTo>
                    <a:pt x="4997909" y="1745403"/>
                  </a:lnTo>
                  <a:lnTo>
                    <a:pt x="4998750" y="1749501"/>
                  </a:lnTo>
                  <a:lnTo>
                    <a:pt x="4999591" y="1753840"/>
                  </a:lnTo>
                  <a:lnTo>
                    <a:pt x="5000432" y="1758456"/>
                  </a:lnTo>
                  <a:lnTo>
                    <a:pt x="5001273" y="1762499"/>
                  </a:lnTo>
                  <a:lnTo>
                    <a:pt x="5002115" y="1767119"/>
                  </a:lnTo>
                  <a:lnTo>
                    <a:pt x="5002956" y="1772154"/>
                  </a:lnTo>
                  <a:lnTo>
                    <a:pt x="5003797" y="1777758"/>
                  </a:lnTo>
                  <a:lnTo>
                    <a:pt x="5004638" y="1782987"/>
                  </a:lnTo>
                  <a:lnTo>
                    <a:pt x="5005479" y="1787885"/>
                  </a:lnTo>
                  <a:lnTo>
                    <a:pt x="5006321" y="1792767"/>
                  </a:lnTo>
                  <a:lnTo>
                    <a:pt x="5007162" y="1796579"/>
                  </a:lnTo>
                  <a:lnTo>
                    <a:pt x="5008003" y="1799118"/>
                  </a:lnTo>
                  <a:lnTo>
                    <a:pt x="5008844" y="1800767"/>
                  </a:lnTo>
                  <a:lnTo>
                    <a:pt x="5009685" y="1802186"/>
                  </a:lnTo>
                  <a:lnTo>
                    <a:pt x="5010527" y="1803300"/>
                  </a:lnTo>
                  <a:lnTo>
                    <a:pt x="5011368" y="1804301"/>
                  </a:lnTo>
                  <a:lnTo>
                    <a:pt x="5012209" y="1805157"/>
                  </a:lnTo>
                  <a:lnTo>
                    <a:pt x="5013050" y="1805760"/>
                  </a:lnTo>
                  <a:lnTo>
                    <a:pt x="5013891" y="1806246"/>
                  </a:lnTo>
                  <a:lnTo>
                    <a:pt x="5014733" y="1806472"/>
                  </a:lnTo>
                  <a:lnTo>
                    <a:pt x="5015574" y="1806320"/>
                  </a:lnTo>
                  <a:lnTo>
                    <a:pt x="5016415" y="1805424"/>
                  </a:lnTo>
                  <a:lnTo>
                    <a:pt x="5017256" y="1803879"/>
                  </a:lnTo>
                  <a:lnTo>
                    <a:pt x="5018097" y="1802179"/>
                  </a:lnTo>
                  <a:lnTo>
                    <a:pt x="5018939" y="1799803"/>
                  </a:lnTo>
                  <a:lnTo>
                    <a:pt x="5019780" y="1797682"/>
                  </a:lnTo>
                  <a:lnTo>
                    <a:pt x="5020621" y="1795796"/>
                  </a:lnTo>
                  <a:lnTo>
                    <a:pt x="5021462" y="1795070"/>
                  </a:lnTo>
                  <a:lnTo>
                    <a:pt x="5022303" y="1793748"/>
                  </a:lnTo>
                  <a:lnTo>
                    <a:pt x="5023145" y="1792649"/>
                  </a:lnTo>
                  <a:lnTo>
                    <a:pt x="5023986" y="1794011"/>
                  </a:lnTo>
                  <a:lnTo>
                    <a:pt x="5024827" y="1797028"/>
                  </a:lnTo>
                  <a:lnTo>
                    <a:pt x="5025668" y="1800695"/>
                  </a:lnTo>
                  <a:lnTo>
                    <a:pt x="5026509" y="1805161"/>
                  </a:lnTo>
                  <a:lnTo>
                    <a:pt x="5027351" y="1809848"/>
                  </a:lnTo>
                  <a:lnTo>
                    <a:pt x="5028192" y="1814963"/>
                  </a:lnTo>
                  <a:lnTo>
                    <a:pt x="5029033" y="1820486"/>
                  </a:lnTo>
                  <a:lnTo>
                    <a:pt x="5029874" y="1826358"/>
                  </a:lnTo>
                  <a:lnTo>
                    <a:pt x="5030715" y="1832477"/>
                  </a:lnTo>
                  <a:lnTo>
                    <a:pt x="5031557" y="1838900"/>
                  </a:lnTo>
                  <a:lnTo>
                    <a:pt x="5032398" y="1845373"/>
                  </a:lnTo>
                  <a:lnTo>
                    <a:pt x="5033239" y="1852915"/>
                  </a:lnTo>
                  <a:lnTo>
                    <a:pt x="5034080" y="1860044"/>
                  </a:lnTo>
                  <a:lnTo>
                    <a:pt x="5034921" y="1867280"/>
                  </a:lnTo>
                  <a:lnTo>
                    <a:pt x="5035763" y="1873555"/>
                  </a:lnTo>
                  <a:lnTo>
                    <a:pt x="5036604" y="1879607"/>
                  </a:lnTo>
                  <a:lnTo>
                    <a:pt x="5037445" y="1885532"/>
                  </a:lnTo>
                  <a:lnTo>
                    <a:pt x="5038286" y="1891325"/>
                  </a:lnTo>
                  <a:lnTo>
                    <a:pt x="5039127" y="1898056"/>
                  </a:lnTo>
                  <a:lnTo>
                    <a:pt x="5039969" y="1904446"/>
                  </a:lnTo>
                  <a:lnTo>
                    <a:pt x="5040810" y="1911030"/>
                  </a:lnTo>
                  <a:lnTo>
                    <a:pt x="5041651" y="1917441"/>
                  </a:lnTo>
                  <a:lnTo>
                    <a:pt x="5042492" y="1924510"/>
                  </a:lnTo>
                  <a:lnTo>
                    <a:pt x="5043333" y="1932153"/>
                  </a:lnTo>
                  <a:lnTo>
                    <a:pt x="5044175" y="1938953"/>
                  </a:lnTo>
                  <a:lnTo>
                    <a:pt x="5045016" y="1945957"/>
                  </a:lnTo>
                  <a:lnTo>
                    <a:pt x="5045857" y="1953078"/>
                  </a:lnTo>
                  <a:lnTo>
                    <a:pt x="5046698" y="1960392"/>
                  </a:lnTo>
                  <a:lnTo>
                    <a:pt x="5047539" y="1968564"/>
                  </a:lnTo>
                  <a:lnTo>
                    <a:pt x="5048381" y="1978250"/>
                  </a:lnTo>
                  <a:lnTo>
                    <a:pt x="5049222" y="1986844"/>
                  </a:lnTo>
                  <a:lnTo>
                    <a:pt x="5050063" y="1997196"/>
                  </a:lnTo>
                  <a:lnTo>
                    <a:pt x="5050904" y="2007189"/>
                  </a:lnTo>
                  <a:lnTo>
                    <a:pt x="5051745" y="2016792"/>
                  </a:lnTo>
                  <a:lnTo>
                    <a:pt x="5052587" y="2026395"/>
                  </a:lnTo>
                  <a:lnTo>
                    <a:pt x="5053428" y="2035531"/>
                  </a:lnTo>
                  <a:lnTo>
                    <a:pt x="5054269" y="2043747"/>
                  </a:lnTo>
                  <a:lnTo>
                    <a:pt x="5055110" y="2049785"/>
                  </a:lnTo>
                  <a:lnTo>
                    <a:pt x="5055951" y="2053843"/>
                  </a:lnTo>
                  <a:lnTo>
                    <a:pt x="5056793" y="2056824"/>
                  </a:lnTo>
                  <a:lnTo>
                    <a:pt x="5057634" y="2058978"/>
                  </a:lnTo>
                  <a:lnTo>
                    <a:pt x="5058475" y="2061843"/>
                  </a:lnTo>
                  <a:lnTo>
                    <a:pt x="5059316" y="2064049"/>
                  </a:lnTo>
                  <a:lnTo>
                    <a:pt x="5060158" y="2064408"/>
                  </a:lnTo>
                  <a:lnTo>
                    <a:pt x="5060999" y="2063978"/>
                  </a:lnTo>
                  <a:lnTo>
                    <a:pt x="5061840" y="2063602"/>
                  </a:lnTo>
                  <a:lnTo>
                    <a:pt x="5062681" y="2062328"/>
                  </a:lnTo>
                  <a:lnTo>
                    <a:pt x="5063522" y="2060931"/>
                  </a:lnTo>
                  <a:lnTo>
                    <a:pt x="5064364" y="2059259"/>
                  </a:lnTo>
                  <a:lnTo>
                    <a:pt x="5065205" y="2058683"/>
                  </a:lnTo>
                  <a:lnTo>
                    <a:pt x="5066046" y="2057639"/>
                  </a:lnTo>
                  <a:lnTo>
                    <a:pt x="5066887" y="2056149"/>
                  </a:lnTo>
                  <a:lnTo>
                    <a:pt x="5067728" y="2055452"/>
                  </a:lnTo>
                  <a:lnTo>
                    <a:pt x="5068570" y="2054955"/>
                  </a:lnTo>
                  <a:lnTo>
                    <a:pt x="5069411" y="2055228"/>
                  </a:lnTo>
                  <a:lnTo>
                    <a:pt x="5070252" y="2055467"/>
                  </a:lnTo>
                  <a:lnTo>
                    <a:pt x="5071093" y="2055770"/>
                  </a:lnTo>
                  <a:lnTo>
                    <a:pt x="5071934" y="2055616"/>
                  </a:lnTo>
                  <a:lnTo>
                    <a:pt x="5072776" y="2056243"/>
                  </a:lnTo>
                  <a:lnTo>
                    <a:pt x="5073617" y="2056614"/>
                  </a:lnTo>
                  <a:lnTo>
                    <a:pt x="5074458" y="2057022"/>
                  </a:lnTo>
                  <a:lnTo>
                    <a:pt x="5075299" y="2057421"/>
                  </a:lnTo>
                  <a:lnTo>
                    <a:pt x="5076140" y="2056703"/>
                  </a:lnTo>
                  <a:lnTo>
                    <a:pt x="5076982" y="2055528"/>
                  </a:lnTo>
                  <a:lnTo>
                    <a:pt x="5077823" y="2053380"/>
                  </a:lnTo>
                  <a:lnTo>
                    <a:pt x="5078664" y="2050162"/>
                  </a:lnTo>
                  <a:lnTo>
                    <a:pt x="5079505" y="2046890"/>
                  </a:lnTo>
                  <a:lnTo>
                    <a:pt x="5080346" y="2042131"/>
                  </a:lnTo>
                  <a:lnTo>
                    <a:pt x="5081188" y="2036951"/>
                  </a:lnTo>
                  <a:lnTo>
                    <a:pt x="5082029" y="2031730"/>
                  </a:lnTo>
                  <a:lnTo>
                    <a:pt x="5082870" y="2025886"/>
                  </a:lnTo>
                  <a:lnTo>
                    <a:pt x="5083711" y="2019265"/>
                  </a:lnTo>
                  <a:lnTo>
                    <a:pt x="5084552" y="2011835"/>
                  </a:lnTo>
                  <a:lnTo>
                    <a:pt x="5085394" y="2004817"/>
                  </a:lnTo>
                  <a:lnTo>
                    <a:pt x="5086235" y="1997191"/>
                  </a:lnTo>
                  <a:lnTo>
                    <a:pt x="5087076" y="1989247"/>
                  </a:lnTo>
                  <a:lnTo>
                    <a:pt x="5087917" y="1980737"/>
                  </a:lnTo>
                  <a:lnTo>
                    <a:pt x="5088758" y="1971592"/>
                  </a:lnTo>
                  <a:lnTo>
                    <a:pt x="5089600" y="1963217"/>
                  </a:lnTo>
                  <a:lnTo>
                    <a:pt x="5090441" y="1954609"/>
                  </a:lnTo>
                  <a:lnTo>
                    <a:pt x="5091282" y="1946952"/>
                  </a:lnTo>
                  <a:lnTo>
                    <a:pt x="5092123" y="1939634"/>
                  </a:lnTo>
                  <a:lnTo>
                    <a:pt x="5092964" y="1932386"/>
                  </a:lnTo>
                  <a:lnTo>
                    <a:pt x="5093806" y="1923990"/>
                  </a:lnTo>
                  <a:lnTo>
                    <a:pt x="5094647" y="1914668"/>
                  </a:lnTo>
                  <a:lnTo>
                    <a:pt x="5095488" y="1906188"/>
                  </a:lnTo>
                  <a:lnTo>
                    <a:pt x="5096329" y="1897429"/>
                  </a:lnTo>
                  <a:lnTo>
                    <a:pt x="5097170" y="1889119"/>
                  </a:lnTo>
                  <a:lnTo>
                    <a:pt x="5098012" y="1881334"/>
                  </a:lnTo>
                  <a:lnTo>
                    <a:pt x="5098853" y="1873369"/>
                  </a:lnTo>
                  <a:lnTo>
                    <a:pt x="5099694" y="1865257"/>
                  </a:lnTo>
                  <a:lnTo>
                    <a:pt x="5100535" y="1858088"/>
                  </a:lnTo>
                  <a:lnTo>
                    <a:pt x="5101376" y="1850799"/>
                  </a:lnTo>
                  <a:lnTo>
                    <a:pt x="5102218" y="1842958"/>
                  </a:lnTo>
                  <a:lnTo>
                    <a:pt x="5103059" y="1835985"/>
                  </a:lnTo>
                  <a:lnTo>
                    <a:pt x="5103900" y="1830920"/>
                  </a:lnTo>
                  <a:lnTo>
                    <a:pt x="5104741" y="1826553"/>
                  </a:lnTo>
                  <a:lnTo>
                    <a:pt x="5105582" y="1822763"/>
                  </a:lnTo>
                  <a:lnTo>
                    <a:pt x="5106424" y="1819623"/>
                  </a:lnTo>
                  <a:lnTo>
                    <a:pt x="5107265" y="1816946"/>
                  </a:lnTo>
                  <a:lnTo>
                    <a:pt x="5108106" y="1815024"/>
                  </a:lnTo>
                  <a:lnTo>
                    <a:pt x="5108947" y="1813289"/>
                  </a:lnTo>
                  <a:lnTo>
                    <a:pt x="5109788" y="1812654"/>
                  </a:lnTo>
                  <a:lnTo>
                    <a:pt x="5110630" y="1811454"/>
                  </a:lnTo>
                  <a:lnTo>
                    <a:pt x="5111471" y="1810209"/>
                  </a:lnTo>
                  <a:lnTo>
                    <a:pt x="5112312" y="1808827"/>
                  </a:lnTo>
                  <a:lnTo>
                    <a:pt x="5113153" y="1807253"/>
                  </a:lnTo>
                  <a:lnTo>
                    <a:pt x="5113994" y="1806155"/>
                  </a:lnTo>
                  <a:lnTo>
                    <a:pt x="5114836" y="1805500"/>
                  </a:lnTo>
                  <a:lnTo>
                    <a:pt x="5115677" y="1805602"/>
                  </a:lnTo>
                  <a:lnTo>
                    <a:pt x="5116518" y="1805880"/>
                  </a:lnTo>
                  <a:lnTo>
                    <a:pt x="5117359" y="1805668"/>
                  </a:lnTo>
                  <a:lnTo>
                    <a:pt x="5118200" y="1805016"/>
                  </a:lnTo>
                  <a:lnTo>
                    <a:pt x="5119042" y="1804495"/>
                  </a:lnTo>
                  <a:lnTo>
                    <a:pt x="5119883" y="1804214"/>
                  </a:lnTo>
                  <a:lnTo>
                    <a:pt x="5120724" y="1803754"/>
                  </a:lnTo>
                  <a:lnTo>
                    <a:pt x="5121565" y="1802143"/>
                  </a:lnTo>
                  <a:lnTo>
                    <a:pt x="5122406" y="1799748"/>
                  </a:lnTo>
                  <a:lnTo>
                    <a:pt x="5123248" y="1797284"/>
                  </a:lnTo>
                  <a:lnTo>
                    <a:pt x="5124089" y="1794398"/>
                  </a:lnTo>
                  <a:lnTo>
                    <a:pt x="5124930" y="1791766"/>
                  </a:lnTo>
                  <a:lnTo>
                    <a:pt x="5125771" y="1789766"/>
                  </a:lnTo>
                  <a:lnTo>
                    <a:pt x="5126612" y="1786976"/>
                  </a:lnTo>
                  <a:lnTo>
                    <a:pt x="5127454" y="1783607"/>
                  </a:lnTo>
                  <a:lnTo>
                    <a:pt x="5128295" y="1780406"/>
                  </a:lnTo>
                  <a:lnTo>
                    <a:pt x="5129136" y="1776364"/>
                  </a:lnTo>
                  <a:lnTo>
                    <a:pt x="5129977" y="1772076"/>
                  </a:lnTo>
                  <a:lnTo>
                    <a:pt x="5130819" y="1767558"/>
                  </a:lnTo>
                  <a:lnTo>
                    <a:pt x="5131660" y="1763520"/>
                  </a:lnTo>
                  <a:lnTo>
                    <a:pt x="5132501" y="1759341"/>
                  </a:lnTo>
                  <a:lnTo>
                    <a:pt x="5133342" y="1754264"/>
                  </a:lnTo>
                  <a:lnTo>
                    <a:pt x="5134183" y="1748920"/>
                  </a:lnTo>
                  <a:lnTo>
                    <a:pt x="5135025" y="1743785"/>
                  </a:lnTo>
                  <a:lnTo>
                    <a:pt x="5135866" y="1738337"/>
                  </a:lnTo>
                  <a:lnTo>
                    <a:pt x="5136707" y="1733473"/>
                  </a:lnTo>
                  <a:lnTo>
                    <a:pt x="5137548" y="1728881"/>
                  </a:lnTo>
                  <a:lnTo>
                    <a:pt x="5138389" y="1724248"/>
                  </a:lnTo>
                  <a:lnTo>
                    <a:pt x="5139231" y="1719528"/>
                  </a:lnTo>
                  <a:lnTo>
                    <a:pt x="5140072" y="1714723"/>
                  </a:lnTo>
                  <a:lnTo>
                    <a:pt x="5140913" y="1710446"/>
                  </a:lnTo>
                  <a:lnTo>
                    <a:pt x="5141754" y="1706210"/>
                  </a:lnTo>
                  <a:lnTo>
                    <a:pt x="5142595" y="1701965"/>
                  </a:lnTo>
                  <a:lnTo>
                    <a:pt x="5143437" y="1697695"/>
                  </a:lnTo>
                  <a:lnTo>
                    <a:pt x="5144278" y="1693520"/>
                  </a:lnTo>
                  <a:lnTo>
                    <a:pt x="5145119" y="1689609"/>
                  </a:lnTo>
                  <a:lnTo>
                    <a:pt x="5145960" y="1686245"/>
                  </a:lnTo>
                  <a:lnTo>
                    <a:pt x="5146801" y="1683565"/>
                  </a:lnTo>
                  <a:lnTo>
                    <a:pt x="5147643" y="1681111"/>
                  </a:lnTo>
                  <a:lnTo>
                    <a:pt x="5148484" y="1679527"/>
                  </a:lnTo>
                  <a:lnTo>
                    <a:pt x="5149325" y="1677723"/>
                  </a:lnTo>
                  <a:lnTo>
                    <a:pt x="5150166" y="1676004"/>
                  </a:lnTo>
                  <a:lnTo>
                    <a:pt x="5151007" y="1674710"/>
                  </a:lnTo>
                  <a:lnTo>
                    <a:pt x="5151849" y="1673574"/>
                  </a:lnTo>
                  <a:lnTo>
                    <a:pt x="5152690" y="1672938"/>
                  </a:lnTo>
                  <a:lnTo>
                    <a:pt x="5153531" y="1672581"/>
                  </a:lnTo>
                  <a:lnTo>
                    <a:pt x="5154372" y="1672681"/>
                  </a:lnTo>
                  <a:lnTo>
                    <a:pt x="5155213" y="1672133"/>
                  </a:lnTo>
                  <a:lnTo>
                    <a:pt x="5156055" y="1671533"/>
                  </a:lnTo>
                  <a:lnTo>
                    <a:pt x="5156896" y="1671113"/>
                  </a:lnTo>
                  <a:lnTo>
                    <a:pt x="5157737" y="1671118"/>
                  </a:lnTo>
                  <a:lnTo>
                    <a:pt x="5158578" y="1670949"/>
                  </a:lnTo>
                  <a:lnTo>
                    <a:pt x="5159419" y="1670921"/>
                  </a:lnTo>
                  <a:lnTo>
                    <a:pt x="5160261" y="1670899"/>
                  </a:lnTo>
                  <a:lnTo>
                    <a:pt x="5161102" y="1670860"/>
                  </a:lnTo>
                  <a:lnTo>
                    <a:pt x="5161943" y="1671311"/>
                  </a:lnTo>
                  <a:lnTo>
                    <a:pt x="5162784" y="1671798"/>
                  </a:lnTo>
                  <a:lnTo>
                    <a:pt x="5163625" y="1671697"/>
                  </a:lnTo>
                  <a:lnTo>
                    <a:pt x="5164467" y="1671617"/>
                  </a:lnTo>
                  <a:lnTo>
                    <a:pt x="5165308" y="1670580"/>
                  </a:lnTo>
                  <a:lnTo>
                    <a:pt x="5166149" y="1669250"/>
                  </a:lnTo>
                  <a:lnTo>
                    <a:pt x="5166990" y="1668139"/>
                  </a:lnTo>
                  <a:lnTo>
                    <a:pt x="5167831" y="1667248"/>
                  </a:lnTo>
                  <a:lnTo>
                    <a:pt x="5168673" y="1666276"/>
                  </a:lnTo>
                  <a:lnTo>
                    <a:pt x="5169514" y="1665390"/>
                  </a:lnTo>
                  <a:lnTo>
                    <a:pt x="5170355" y="1664190"/>
                  </a:lnTo>
                  <a:lnTo>
                    <a:pt x="5171196" y="1662923"/>
                  </a:lnTo>
                  <a:lnTo>
                    <a:pt x="5172037" y="1661520"/>
                  </a:lnTo>
                  <a:lnTo>
                    <a:pt x="5172879" y="1659763"/>
                  </a:lnTo>
                  <a:lnTo>
                    <a:pt x="5173720" y="1657718"/>
                  </a:lnTo>
                  <a:lnTo>
                    <a:pt x="5174561" y="1655975"/>
                  </a:lnTo>
                  <a:lnTo>
                    <a:pt x="5175402" y="1654674"/>
                  </a:lnTo>
                  <a:lnTo>
                    <a:pt x="5176243" y="1654035"/>
                  </a:lnTo>
                  <a:lnTo>
                    <a:pt x="5177085" y="1654122"/>
                  </a:lnTo>
                  <a:lnTo>
                    <a:pt x="5177926" y="1654435"/>
                  </a:lnTo>
                  <a:lnTo>
                    <a:pt x="5178767" y="1655030"/>
                  </a:lnTo>
                  <a:lnTo>
                    <a:pt x="5179608" y="1655375"/>
                  </a:lnTo>
                  <a:lnTo>
                    <a:pt x="5180449" y="1655806"/>
                  </a:lnTo>
                  <a:lnTo>
                    <a:pt x="5181291" y="1656648"/>
                  </a:lnTo>
                  <a:lnTo>
                    <a:pt x="5182132" y="1657269"/>
                  </a:lnTo>
                  <a:lnTo>
                    <a:pt x="5182973" y="1657754"/>
                  </a:lnTo>
                  <a:lnTo>
                    <a:pt x="5183814" y="1658007"/>
                  </a:lnTo>
                  <a:lnTo>
                    <a:pt x="5184655" y="1657477"/>
                  </a:lnTo>
                  <a:lnTo>
                    <a:pt x="5185497" y="1656662"/>
                  </a:lnTo>
                  <a:lnTo>
                    <a:pt x="5186338" y="1656531"/>
                  </a:lnTo>
                  <a:lnTo>
                    <a:pt x="5187179" y="1656632"/>
                  </a:lnTo>
                  <a:lnTo>
                    <a:pt x="5188020" y="1656862"/>
                  </a:lnTo>
                  <a:lnTo>
                    <a:pt x="5188861" y="1657206"/>
                  </a:lnTo>
                  <a:lnTo>
                    <a:pt x="5189703" y="1657079"/>
                  </a:lnTo>
                  <a:lnTo>
                    <a:pt x="5190544" y="1656928"/>
                  </a:lnTo>
                  <a:lnTo>
                    <a:pt x="5191385" y="1657547"/>
                  </a:lnTo>
                  <a:lnTo>
                    <a:pt x="5192226" y="1657572"/>
                  </a:lnTo>
                  <a:lnTo>
                    <a:pt x="5193067" y="1657286"/>
                  </a:lnTo>
                  <a:lnTo>
                    <a:pt x="5193909" y="1655813"/>
                  </a:lnTo>
                  <a:lnTo>
                    <a:pt x="5194750" y="1653762"/>
                  </a:lnTo>
                  <a:lnTo>
                    <a:pt x="5195591" y="1650860"/>
                  </a:lnTo>
                  <a:lnTo>
                    <a:pt x="5196432" y="1647638"/>
                  </a:lnTo>
                  <a:lnTo>
                    <a:pt x="5197273" y="1643795"/>
                  </a:lnTo>
                  <a:lnTo>
                    <a:pt x="5198115" y="1639453"/>
                  </a:lnTo>
                  <a:lnTo>
                    <a:pt x="5198956" y="1634286"/>
                  </a:lnTo>
                  <a:lnTo>
                    <a:pt x="5199797" y="1628338"/>
                  </a:lnTo>
                  <a:lnTo>
                    <a:pt x="5200638" y="1621830"/>
                  </a:lnTo>
                  <a:lnTo>
                    <a:pt x="5201480" y="1613446"/>
                  </a:lnTo>
                  <a:lnTo>
                    <a:pt x="5202321" y="1604128"/>
                  </a:lnTo>
                  <a:lnTo>
                    <a:pt x="5203162" y="1594365"/>
                  </a:lnTo>
                  <a:lnTo>
                    <a:pt x="5204003" y="1584441"/>
                  </a:lnTo>
                  <a:lnTo>
                    <a:pt x="5204844" y="1573914"/>
                  </a:lnTo>
                  <a:lnTo>
                    <a:pt x="5205686" y="1563202"/>
                  </a:lnTo>
                  <a:lnTo>
                    <a:pt x="5206527" y="1553476"/>
                  </a:lnTo>
                  <a:lnTo>
                    <a:pt x="5207368" y="1543902"/>
                  </a:lnTo>
                  <a:lnTo>
                    <a:pt x="5208209" y="1534158"/>
                  </a:lnTo>
                  <a:lnTo>
                    <a:pt x="5209050" y="1524463"/>
                  </a:lnTo>
                  <a:lnTo>
                    <a:pt x="5209892" y="1514366"/>
                  </a:lnTo>
                  <a:lnTo>
                    <a:pt x="5210733" y="1504208"/>
                  </a:lnTo>
                  <a:lnTo>
                    <a:pt x="5211574" y="1494662"/>
                  </a:lnTo>
                  <a:lnTo>
                    <a:pt x="5212415" y="1484658"/>
                  </a:lnTo>
                  <a:lnTo>
                    <a:pt x="5213256" y="1474195"/>
                  </a:lnTo>
                  <a:lnTo>
                    <a:pt x="5214098" y="1463936"/>
                  </a:lnTo>
                  <a:lnTo>
                    <a:pt x="5214939" y="1454012"/>
                  </a:lnTo>
                  <a:lnTo>
                    <a:pt x="5215780" y="1444535"/>
                  </a:lnTo>
                  <a:lnTo>
                    <a:pt x="5216621" y="1434580"/>
                  </a:lnTo>
                  <a:lnTo>
                    <a:pt x="5217462" y="1424891"/>
                  </a:lnTo>
                  <a:lnTo>
                    <a:pt x="5218304" y="1415211"/>
                  </a:lnTo>
                  <a:lnTo>
                    <a:pt x="5219145" y="1404641"/>
                  </a:lnTo>
                  <a:lnTo>
                    <a:pt x="5219986" y="1393658"/>
                  </a:lnTo>
                  <a:lnTo>
                    <a:pt x="5220827" y="1382089"/>
                  </a:lnTo>
                  <a:lnTo>
                    <a:pt x="5221668" y="1371165"/>
                  </a:lnTo>
                  <a:lnTo>
                    <a:pt x="5222510" y="1360099"/>
                  </a:lnTo>
                  <a:lnTo>
                    <a:pt x="5223351" y="1350102"/>
                  </a:lnTo>
                  <a:lnTo>
                    <a:pt x="5224192" y="1339972"/>
                  </a:lnTo>
                  <a:lnTo>
                    <a:pt x="5225033" y="1330120"/>
                  </a:lnTo>
                  <a:lnTo>
                    <a:pt x="5225874" y="1321397"/>
                  </a:lnTo>
                  <a:lnTo>
                    <a:pt x="5226716" y="1312810"/>
                  </a:lnTo>
                  <a:lnTo>
                    <a:pt x="5227557" y="1306759"/>
                  </a:lnTo>
                  <a:lnTo>
                    <a:pt x="5228398" y="1302599"/>
                  </a:lnTo>
                  <a:lnTo>
                    <a:pt x="5229239" y="1299000"/>
                  </a:lnTo>
                  <a:lnTo>
                    <a:pt x="5230080" y="1296441"/>
                  </a:lnTo>
                  <a:lnTo>
                    <a:pt x="5230922" y="1294399"/>
                  </a:lnTo>
                  <a:lnTo>
                    <a:pt x="5231763" y="1292880"/>
                  </a:lnTo>
                  <a:lnTo>
                    <a:pt x="5232604" y="1291827"/>
                  </a:lnTo>
                  <a:lnTo>
                    <a:pt x="5233445" y="1289585"/>
                  </a:lnTo>
                  <a:lnTo>
                    <a:pt x="5234286" y="1287163"/>
                  </a:lnTo>
                  <a:lnTo>
                    <a:pt x="5235128" y="1285366"/>
                  </a:lnTo>
                  <a:lnTo>
                    <a:pt x="5235969" y="1282978"/>
                  </a:lnTo>
                  <a:lnTo>
                    <a:pt x="5236810" y="1280688"/>
                  </a:lnTo>
                  <a:lnTo>
                    <a:pt x="5237651" y="1277961"/>
                  </a:lnTo>
                  <a:lnTo>
                    <a:pt x="5238492" y="1274321"/>
                  </a:lnTo>
                  <a:lnTo>
                    <a:pt x="5239334" y="1270133"/>
                  </a:lnTo>
                  <a:lnTo>
                    <a:pt x="5240175" y="1264270"/>
                  </a:lnTo>
                  <a:lnTo>
                    <a:pt x="5241016" y="1256676"/>
                  </a:lnTo>
                  <a:lnTo>
                    <a:pt x="5241857" y="1247856"/>
                  </a:lnTo>
                  <a:lnTo>
                    <a:pt x="5242698" y="1240016"/>
                  </a:lnTo>
                  <a:lnTo>
                    <a:pt x="5243540" y="1232967"/>
                  </a:lnTo>
                  <a:lnTo>
                    <a:pt x="5244381" y="1226102"/>
                  </a:lnTo>
                  <a:lnTo>
                    <a:pt x="5245222" y="1219278"/>
                  </a:lnTo>
                  <a:lnTo>
                    <a:pt x="5246063" y="1213262"/>
                  </a:lnTo>
                  <a:lnTo>
                    <a:pt x="5246904" y="1208899"/>
                  </a:lnTo>
                  <a:lnTo>
                    <a:pt x="5247746" y="1203908"/>
                  </a:lnTo>
                  <a:lnTo>
                    <a:pt x="5248587" y="1200781"/>
                  </a:lnTo>
                  <a:lnTo>
                    <a:pt x="5249428" y="1198208"/>
                  </a:lnTo>
                  <a:lnTo>
                    <a:pt x="5250269" y="1196302"/>
                  </a:lnTo>
                  <a:lnTo>
                    <a:pt x="5251110" y="1195615"/>
                  </a:lnTo>
                  <a:lnTo>
                    <a:pt x="5251952" y="1195790"/>
                  </a:lnTo>
                  <a:lnTo>
                    <a:pt x="5252793" y="1197407"/>
                  </a:lnTo>
                  <a:lnTo>
                    <a:pt x="5253634" y="1198024"/>
                  </a:lnTo>
                  <a:lnTo>
                    <a:pt x="5254475" y="1199641"/>
                  </a:lnTo>
                  <a:lnTo>
                    <a:pt x="5255316" y="1201573"/>
                  </a:lnTo>
                  <a:lnTo>
                    <a:pt x="5256158" y="1203752"/>
                  </a:lnTo>
                  <a:lnTo>
                    <a:pt x="5256999" y="1206561"/>
                  </a:lnTo>
                  <a:lnTo>
                    <a:pt x="5257840" y="1207576"/>
                  </a:lnTo>
                  <a:lnTo>
                    <a:pt x="5258681" y="1208615"/>
                  </a:lnTo>
                  <a:lnTo>
                    <a:pt x="5259522" y="1208665"/>
                  </a:lnTo>
                  <a:lnTo>
                    <a:pt x="5260364" y="1208537"/>
                  </a:lnTo>
                  <a:lnTo>
                    <a:pt x="5261205" y="1208155"/>
                  </a:lnTo>
                  <a:lnTo>
                    <a:pt x="5262046" y="1209126"/>
                  </a:lnTo>
                  <a:lnTo>
                    <a:pt x="5262887" y="1210912"/>
                  </a:lnTo>
                  <a:lnTo>
                    <a:pt x="5263728" y="1211848"/>
                  </a:lnTo>
                  <a:lnTo>
                    <a:pt x="5264570" y="1213394"/>
                  </a:lnTo>
                  <a:lnTo>
                    <a:pt x="5265411" y="1215007"/>
                  </a:lnTo>
                  <a:lnTo>
                    <a:pt x="5266252" y="1215979"/>
                  </a:lnTo>
                  <a:lnTo>
                    <a:pt x="5267093" y="1217018"/>
                  </a:lnTo>
                  <a:lnTo>
                    <a:pt x="5267934" y="1217622"/>
                  </a:lnTo>
                  <a:lnTo>
                    <a:pt x="5268776" y="1217650"/>
                  </a:lnTo>
                  <a:lnTo>
                    <a:pt x="5269617" y="1218079"/>
                  </a:lnTo>
                  <a:lnTo>
                    <a:pt x="5270458" y="1219617"/>
                  </a:lnTo>
                  <a:lnTo>
                    <a:pt x="5271299" y="1221409"/>
                  </a:lnTo>
                  <a:lnTo>
                    <a:pt x="5272141" y="1222673"/>
                  </a:lnTo>
                  <a:lnTo>
                    <a:pt x="5272982" y="1224678"/>
                  </a:lnTo>
                  <a:lnTo>
                    <a:pt x="5273823" y="1226724"/>
                  </a:lnTo>
                  <a:lnTo>
                    <a:pt x="5274664" y="1228612"/>
                  </a:lnTo>
                  <a:lnTo>
                    <a:pt x="5275505" y="1230531"/>
                  </a:lnTo>
                  <a:lnTo>
                    <a:pt x="5276347" y="1231360"/>
                  </a:lnTo>
                  <a:lnTo>
                    <a:pt x="5277188" y="1232246"/>
                  </a:lnTo>
                  <a:lnTo>
                    <a:pt x="5278029" y="1232752"/>
                  </a:lnTo>
                  <a:lnTo>
                    <a:pt x="5278870" y="1234340"/>
                  </a:lnTo>
                  <a:lnTo>
                    <a:pt x="5279711" y="1236871"/>
                  </a:lnTo>
                  <a:lnTo>
                    <a:pt x="5280553" y="1240696"/>
                  </a:lnTo>
                  <a:lnTo>
                    <a:pt x="5281394" y="1244526"/>
                  </a:lnTo>
                  <a:lnTo>
                    <a:pt x="5282235" y="1247253"/>
                  </a:lnTo>
                  <a:lnTo>
                    <a:pt x="5283076" y="1249165"/>
                  </a:lnTo>
                  <a:lnTo>
                    <a:pt x="5283917" y="1250759"/>
                  </a:lnTo>
                  <a:lnTo>
                    <a:pt x="5284759" y="1251106"/>
                  </a:lnTo>
                  <a:lnTo>
                    <a:pt x="5285600" y="1250914"/>
                  </a:lnTo>
                  <a:lnTo>
                    <a:pt x="5286441" y="1250850"/>
                  </a:lnTo>
                  <a:lnTo>
                    <a:pt x="5287282" y="1251568"/>
                  </a:lnTo>
                  <a:lnTo>
                    <a:pt x="5288123" y="1252661"/>
                  </a:lnTo>
                  <a:lnTo>
                    <a:pt x="5288965" y="1254822"/>
                  </a:lnTo>
                  <a:lnTo>
                    <a:pt x="5289806" y="1257666"/>
                  </a:lnTo>
                  <a:lnTo>
                    <a:pt x="5290647" y="1260592"/>
                  </a:lnTo>
                  <a:lnTo>
                    <a:pt x="5291488" y="1263534"/>
                  </a:lnTo>
                  <a:lnTo>
                    <a:pt x="5292329" y="1266222"/>
                  </a:lnTo>
                  <a:lnTo>
                    <a:pt x="5293171" y="1268230"/>
                  </a:lnTo>
                  <a:lnTo>
                    <a:pt x="5294012" y="1268992"/>
                  </a:lnTo>
                  <a:lnTo>
                    <a:pt x="5294853" y="1268779"/>
                  </a:lnTo>
                  <a:lnTo>
                    <a:pt x="5295694" y="1268953"/>
                  </a:lnTo>
                  <a:lnTo>
                    <a:pt x="5296535" y="1267998"/>
                  </a:lnTo>
                  <a:lnTo>
                    <a:pt x="5297377" y="1267914"/>
                  </a:lnTo>
                  <a:lnTo>
                    <a:pt x="5298218" y="1267829"/>
                  </a:lnTo>
                  <a:lnTo>
                    <a:pt x="5299059" y="1267323"/>
                  </a:lnTo>
                  <a:lnTo>
                    <a:pt x="5299900" y="1265145"/>
                  </a:lnTo>
                  <a:lnTo>
                    <a:pt x="5300741" y="1261687"/>
                  </a:lnTo>
                  <a:lnTo>
                    <a:pt x="5301583" y="1257929"/>
                  </a:lnTo>
                  <a:lnTo>
                    <a:pt x="5302424" y="1254047"/>
                  </a:lnTo>
                  <a:lnTo>
                    <a:pt x="5303265" y="1248884"/>
                  </a:lnTo>
                  <a:lnTo>
                    <a:pt x="5304106" y="1244524"/>
                  </a:lnTo>
                  <a:lnTo>
                    <a:pt x="5304947" y="1239277"/>
                  </a:lnTo>
                  <a:lnTo>
                    <a:pt x="5305789" y="1234353"/>
                  </a:lnTo>
                  <a:lnTo>
                    <a:pt x="5306630" y="1228728"/>
                  </a:lnTo>
                  <a:lnTo>
                    <a:pt x="5307471" y="1222776"/>
                  </a:lnTo>
                  <a:lnTo>
                    <a:pt x="5308312" y="1216279"/>
                  </a:lnTo>
                  <a:lnTo>
                    <a:pt x="5309153" y="1210600"/>
                  </a:lnTo>
                  <a:lnTo>
                    <a:pt x="5309995" y="1204473"/>
                  </a:lnTo>
                  <a:lnTo>
                    <a:pt x="5310836" y="1198251"/>
                  </a:lnTo>
                  <a:lnTo>
                    <a:pt x="5311677" y="1192808"/>
                  </a:lnTo>
                  <a:lnTo>
                    <a:pt x="5312518" y="1187451"/>
                  </a:lnTo>
                  <a:lnTo>
                    <a:pt x="5313359" y="1182029"/>
                  </a:lnTo>
                  <a:lnTo>
                    <a:pt x="5314201" y="1176066"/>
                  </a:lnTo>
                  <a:lnTo>
                    <a:pt x="5315042" y="1170102"/>
                  </a:lnTo>
                  <a:lnTo>
                    <a:pt x="5315883" y="1164566"/>
                  </a:lnTo>
                  <a:lnTo>
                    <a:pt x="5316724" y="1158816"/>
                  </a:lnTo>
                  <a:lnTo>
                    <a:pt x="5317565" y="1153162"/>
                  </a:lnTo>
                  <a:lnTo>
                    <a:pt x="5318407" y="1147075"/>
                  </a:lnTo>
                  <a:lnTo>
                    <a:pt x="5319248" y="1141475"/>
                  </a:lnTo>
                  <a:lnTo>
                    <a:pt x="5320089" y="1136570"/>
                  </a:lnTo>
                  <a:lnTo>
                    <a:pt x="5320930" y="1131575"/>
                  </a:lnTo>
                  <a:lnTo>
                    <a:pt x="5321771" y="1126862"/>
                  </a:lnTo>
                  <a:lnTo>
                    <a:pt x="5322613" y="1122150"/>
                  </a:lnTo>
                  <a:lnTo>
                    <a:pt x="5323454" y="1118415"/>
                  </a:lnTo>
                  <a:lnTo>
                    <a:pt x="5324295" y="1114785"/>
                  </a:lnTo>
                  <a:lnTo>
                    <a:pt x="5325136" y="1111081"/>
                  </a:lnTo>
                  <a:lnTo>
                    <a:pt x="5325977" y="1107325"/>
                  </a:lnTo>
                  <a:lnTo>
                    <a:pt x="5326819" y="1104016"/>
                  </a:lnTo>
                  <a:lnTo>
                    <a:pt x="5327660" y="1100962"/>
                  </a:lnTo>
                  <a:lnTo>
                    <a:pt x="5328501" y="1097971"/>
                  </a:lnTo>
                  <a:lnTo>
                    <a:pt x="5329342" y="1094738"/>
                  </a:lnTo>
                  <a:lnTo>
                    <a:pt x="5330183" y="1090928"/>
                  </a:lnTo>
                  <a:lnTo>
                    <a:pt x="5331025" y="1087288"/>
                  </a:lnTo>
                  <a:lnTo>
                    <a:pt x="5331866" y="1084708"/>
                  </a:lnTo>
                  <a:lnTo>
                    <a:pt x="5332707" y="1082312"/>
                  </a:lnTo>
                  <a:lnTo>
                    <a:pt x="5333548" y="1080906"/>
                  </a:lnTo>
                  <a:lnTo>
                    <a:pt x="5334389" y="1079225"/>
                  </a:lnTo>
                  <a:lnTo>
                    <a:pt x="5335231" y="1076968"/>
                  </a:lnTo>
                  <a:lnTo>
                    <a:pt x="5336072" y="1074134"/>
                  </a:lnTo>
                  <a:lnTo>
                    <a:pt x="5336913" y="1071071"/>
                  </a:lnTo>
                  <a:lnTo>
                    <a:pt x="5337754" y="1067065"/>
                  </a:lnTo>
                  <a:lnTo>
                    <a:pt x="5338595" y="1063118"/>
                  </a:lnTo>
                  <a:lnTo>
                    <a:pt x="5339437" y="1058726"/>
                  </a:lnTo>
                  <a:lnTo>
                    <a:pt x="5340278" y="1053549"/>
                  </a:lnTo>
                  <a:lnTo>
                    <a:pt x="5341119" y="1047386"/>
                  </a:lnTo>
                  <a:lnTo>
                    <a:pt x="5341960" y="1040817"/>
                  </a:lnTo>
                  <a:lnTo>
                    <a:pt x="5342802" y="1033392"/>
                  </a:lnTo>
                  <a:lnTo>
                    <a:pt x="5343643" y="1023947"/>
                  </a:lnTo>
                  <a:lnTo>
                    <a:pt x="5344484" y="1014426"/>
                  </a:lnTo>
                  <a:lnTo>
                    <a:pt x="5345325" y="1006724"/>
                  </a:lnTo>
                  <a:lnTo>
                    <a:pt x="5346166" y="998913"/>
                  </a:lnTo>
                  <a:lnTo>
                    <a:pt x="5347008" y="991370"/>
                  </a:lnTo>
                  <a:lnTo>
                    <a:pt x="5347849" y="983687"/>
                  </a:lnTo>
                  <a:lnTo>
                    <a:pt x="5348690" y="975528"/>
                  </a:lnTo>
                  <a:lnTo>
                    <a:pt x="5349531" y="967031"/>
                  </a:lnTo>
                  <a:lnTo>
                    <a:pt x="5350372" y="959741"/>
                  </a:lnTo>
                  <a:lnTo>
                    <a:pt x="5351214" y="952733"/>
                  </a:lnTo>
                  <a:lnTo>
                    <a:pt x="5352055" y="945920"/>
                  </a:lnTo>
                  <a:lnTo>
                    <a:pt x="5352896" y="939974"/>
                  </a:lnTo>
                  <a:lnTo>
                    <a:pt x="5353737" y="935084"/>
                  </a:lnTo>
                  <a:lnTo>
                    <a:pt x="5354578" y="929119"/>
                  </a:lnTo>
                  <a:lnTo>
                    <a:pt x="5355420" y="923659"/>
                  </a:lnTo>
                  <a:lnTo>
                    <a:pt x="5356261" y="918652"/>
                  </a:lnTo>
                  <a:lnTo>
                    <a:pt x="5357102" y="913275"/>
                  </a:lnTo>
                  <a:lnTo>
                    <a:pt x="5357943" y="905892"/>
                  </a:lnTo>
                  <a:lnTo>
                    <a:pt x="5358784" y="898554"/>
                  </a:lnTo>
                  <a:lnTo>
                    <a:pt x="5359626" y="890907"/>
                  </a:lnTo>
                  <a:lnTo>
                    <a:pt x="5360467" y="882552"/>
                  </a:lnTo>
                  <a:lnTo>
                    <a:pt x="5361308" y="874429"/>
                  </a:lnTo>
                  <a:lnTo>
                    <a:pt x="5362149" y="866799"/>
                  </a:lnTo>
                  <a:lnTo>
                    <a:pt x="5362990" y="859052"/>
                  </a:lnTo>
                  <a:lnTo>
                    <a:pt x="5363832" y="852202"/>
                  </a:lnTo>
                  <a:lnTo>
                    <a:pt x="5364673" y="845917"/>
                  </a:lnTo>
                  <a:lnTo>
                    <a:pt x="5365514" y="839224"/>
                  </a:lnTo>
                  <a:lnTo>
                    <a:pt x="5366355" y="833215"/>
                  </a:lnTo>
                  <a:lnTo>
                    <a:pt x="5367196" y="827846"/>
                  </a:lnTo>
                  <a:lnTo>
                    <a:pt x="5368038" y="822279"/>
                  </a:lnTo>
                  <a:lnTo>
                    <a:pt x="5368879" y="816908"/>
                  </a:lnTo>
                  <a:lnTo>
                    <a:pt x="5369720" y="812671"/>
                  </a:lnTo>
                  <a:lnTo>
                    <a:pt x="5370561" y="810272"/>
                  </a:lnTo>
                  <a:lnTo>
                    <a:pt x="5371402" y="808124"/>
                  </a:lnTo>
                  <a:lnTo>
                    <a:pt x="5372244" y="807108"/>
                  </a:lnTo>
                  <a:lnTo>
                    <a:pt x="5373085" y="808226"/>
                  </a:lnTo>
                  <a:lnTo>
                    <a:pt x="5373926" y="809385"/>
                  </a:lnTo>
                  <a:lnTo>
                    <a:pt x="5374767" y="810795"/>
                  </a:lnTo>
                  <a:lnTo>
                    <a:pt x="5375608" y="811369"/>
                  </a:lnTo>
                  <a:lnTo>
                    <a:pt x="5376450" y="812438"/>
                  </a:lnTo>
                  <a:lnTo>
                    <a:pt x="5377291" y="812741"/>
                  </a:lnTo>
                  <a:lnTo>
                    <a:pt x="5378132" y="813827"/>
                  </a:lnTo>
                  <a:lnTo>
                    <a:pt x="5378973" y="815292"/>
                  </a:lnTo>
                  <a:lnTo>
                    <a:pt x="5379814" y="815739"/>
                  </a:lnTo>
                  <a:lnTo>
                    <a:pt x="5380656" y="817119"/>
                  </a:lnTo>
                  <a:lnTo>
                    <a:pt x="5381497" y="819000"/>
                  </a:lnTo>
                  <a:lnTo>
                    <a:pt x="5382338" y="820800"/>
                  </a:lnTo>
                  <a:lnTo>
                    <a:pt x="5383179" y="822980"/>
                  </a:lnTo>
                  <a:lnTo>
                    <a:pt x="5384020" y="825054"/>
                  </a:lnTo>
                  <a:lnTo>
                    <a:pt x="5384862" y="827286"/>
                  </a:lnTo>
                  <a:lnTo>
                    <a:pt x="5385703" y="828517"/>
                  </a:lnTo>
                  <a:lnTo>
                    <a:pt x="5386544" y="830088"/>
                  </a:lnTo>
                  <a:lnTo>
                    <a:pt x="5387385" y="832724"/>
                  </a:lnTo>
                  <a:lnTo>
                    <a:pt x="5388226" y="836086"/>
                  </a:lnTo>
                  <a:lnTo>
                    <a:pt x="5389068" y="839895"/>
                  </a:lnTo>
                  <a:lnTo>
                    <a:pt x="5389909" y="842933"/>
                  </a:lnTo>
                  <a:lnTo>
                    <a:pt x="5390750" y="846650"/>
                  </a:lnTo>
                  <a:lnTo>
                    <a:pt x="5391591" y="850083"/>
                  </a:lnTo>
                  <a:lnTo>
                    <a:pt x="5392432" y="854965"/>
                  </a:lnTo>
                  <a:lnTo>
                    <a:pt x="5393274" y="860763"/>
                  </a:lnTo>
                  <a:lnTo>
                    <a:pt x="5394115" y="866219"/>
                  </a:lnTo>
                  <a:lnTo>
                    <a:pt x="5394956" y="871689"/>
                  </a:lnTo>
                  <a:lnTo>
                    <a:pt x="5395797" y="874615"/>
                  </a:lnTo>
                  <a:lnTo>
                    <a:pt x="5396638" y="877335"/>
                  </a:lnTo>
                  <a:lnTo>
                    <a:pt x="5397480" y="879380"/>
                  </a:lnTo>
                  <a:lnTo>
                    <a:pt x="5398321" y="880737"/>
                  </a:lnTo>
                  <a:lnTo>
                    <a:pt x="5399162" y="882285"/>
                  </a:lnTo>
                  <a:lnTo>
                    <a:pt x="5400003" y="883761"/>
                  </a:lnTo>
                  <a:lnTo>
                    <a:pt x="5400844" y="884665"/>
                  </a:lnTo>
                  <a:lnTo>
                    <a:pt x="5401686" y="886594"/>
                  </a:lnTo>
                  <a:lnTo>
                    <a:pt x="5402527" y="889238"/>
                  </a:lnTo>
                  <a:lnTo>
                    <a:pt x="5403368" y="892091"/>
                  </a:lnTo>
                  <a:lnTo>
                    <a:pt x="5404209" y="895081"/>
                  </a:lnTo>
                  <a:lnTo>
                    <a:pt x="5405050" y="897724"/>
                  </a:lnTo>
                  <a:lnTo>
                    <a:pt x="5405892" y="900727"/>
                  </a:lnTo>
                  <a:lnTo>
                    <a:pt x="5406733" y="904691"/>
                  </a:lnTo>
                  <a:lnTo>
                    <a:pt x="5407574" y="909112"/>
                  </a:lnTo>
                  <a:lnTo>
                    <a:pt x="5408415" y="914905"/>
                  </a:lnTo>
                  <a:lnTo>
                    <a:pt x="5409256" y="921347"/>
                  </a:lnTo>
                  <a:lnTo>
                    <a:pt x="5410098" y="929250"/>
                  </a:lnTo>
                  <a:lnTo>
                    <a:pt x="5410939" y="935940"/>
                  </a:lnTo>
                  <a:lnTo>
                    <a:pt x="5411780" y="941784"/>
                  </a:lnTo>
                  <a:lnTo>
                    <a:pt x="5412621" y="947489"/>
                  </a:lnTo>
                  <a:lnTo>
                    <a:pt x="5413462" y="952856"/>
                  </a:lnTo>
                  <a:lnTo>
                    <a:pt x="5414304" y="958395"/>
                  </a:lnTo>
                  <a:lnTo>
                    <a:pt x="5415145" y="962698"/>
                  </a:lnTo>
                  <a:lnTo>
                    <a:pt x="5415986" y="967930"/>
                  </a:lnTo>
                  <a:lnTo>
                    <a:pt x="5416827" y="972529"/>
                  </a:lnTo>
                  <a:lnTo>
                    <a:pt x="5417669" y="976368"/>
                  </a:lnTo>
                  <a:lnTo>
                    <a:pt x="5418510" y="979129"/>
                  </a:lnTo>
                  <a:lnTo>
                    <a:pt x="5419351" y="980378"/>
                  </a:lnTo>
                  <a:lnTo>
                    <a:pt x="5420192" y="980612"/>
                  </a:lnTo>
                  <a:lnTo>
                    <a:pt x="5421033" y="980281"/>
                  </a:lnTo>
                  <a:lnTo>
                    <a:pt x="5421875" y="980517"/>
                  </a:lnTo>
                  <a:lnTo>
                    <a:pt x="5422716" y="980353"/>
                  </a:lnTo>
                  <a:lnTo>
                    <a:pt x="5423557" y="980679"/>
                  </a:lnTo>
                  <a:lnTo>
                    <a:pt x="5424398" y="981735"/>
                  </a:lnTo>
                  <a:lnTo>
                    <a:pt x="5425239" y="983255"/>
                  </a:lnTo>
                  <a:lnTo>
                    <a:pt x="5426081" y="986417"/>
                  </a:lnTo>
                  <a:lnTo>
                    <a:pt x="5426922" y="990155"/>
                  </a:lnTo>
                  <a:lnTo>
                    <a:pt x="5427763" y="994424"/>
                  </a:lnTo>
                  <a:lnTo>
                    <a:pt x="5428604" y="998576"/>
                  </a:lnTo>
                  <a:lnTo>
                    <a:pt x="5429445" y="1003891"/>
                  </a:lnTo>
                  <a:lnTo>
                    <a:pt x="5430287" y="1009258"/>
                  </a:lnTo>
                  <a:lnTo>
                    <a:pt x="5431128" y="1014962"/>
                  </a:lnTo>
                  <a:lnTo>
                    <a:pt x="5431969" y="1021961"/>
                  </a:lnTo>
                  <a:lnTo>
                    <a:pt x="5432810" y="1029521"/>
                  </a:lnTo>
                  <a:lnTo>
                    <a:pt x="5433651" y="1036968"/>
                  </a:lnTo>
                  <a:lnTo>
                    <a:pt x="5434493" y="1044717"/>
                  </a:lnTo>
                  <a:lnTo>
                    <a:pt x="5435334" y="1052652"/>
                  </a:lnTo>
                  <a:lnTo>
                    <a:pt x="5436175" y="1061352"/>
                  </a:lnTo>
                  <a:lnTo>
                    <a:pt x="5437016" y="1069699"/>
                  </a:lnTo>
                  <a:lnTo>
                    <a:pt x="5437857" y="1077749"/>
                  </a:lnTo>
                  <a:lnTo>
                    <a:pt x="5438699" y="1086031"/>
                  </a:lnTo>
                  <a:lnTo>
                    <a:pt x="5439540" y="1093969"/>
                  </a:lnTo>
                  <a:lnTo>
                    <a:pt x="5440381" y="1101454"/>
                  </a:lnTo>
                  <a:lnTo>
                    <a:pt x="5441222" y="1108668"/>
                  </a:lnTo>
                  <a:lnTo>
                    <a:pt x="5442063" y="1115947"/>
                  </a:lnTo>
                  <a:lnTo>
                    <a:pt x="5442905" y="1123751"/>
                  </a:lnTo>
                  <a:lnTo>
                    <a:pt x="5443746" y="1131656"/>
                  </a:lnTo>
                  <a:lnTo>
                    <a:pt x="5444587" y="1140163"/>
                  </a:lnTo>
                  <a:lnTo>
                    <a:pt x="5445428" y="1148740"/>
                  </a:lnTo>
                  <a:lnTo>
                    <a:pt x="5446269" y="1157330"/>
                  </a:lnTo>
                  <a:lnTo>
                    <a:pt x="5447111" y="1165225"/>
                  </a:lnTo>
                  <a:lnTo>
                    <a:pt x="5447952" y="1172270"/>
                  </a:lnTo>
                  <a:lnTo>
                    <a:pt x="5448793" y="1178686"/>
                  </a:lnTo>
                  <a:lnTo>
                    <a:pt x="5449634" y="1185432"/>
                  </a:lnTo>
                  <a:lnTo>
                    <a:pt x="5450475" y="1192989"/>
                  </a:lnTo>
                  <a:lnTo>
                    <a:pt x="5451317" y="1200735"/>
                  </a:lnTo>
                  <a:lnTo>
                    <a:pt x="5452158" y="1208068"/>
                  </a:lnTo>
                  <a:lnTo>
                    <a:pt x="5452999" y="1215669"/>
                  </a:lnTo>
                  <a:lnTo>
                    <a:pt x="5453840" y="1223577"/>
                  </a:lnTo>
                  <a:lnTo>
                    <a:pt x="5454681" y="1231234"/>
                  </a:lnTo>
                  <a:lnTo>
                    <a:pt x="5455523" y="1237903"/>
                  </a:lnTo>
                  <a:lnTo>
                    <a:pt x="5456364" y="1243448"/>
                  </a:lnTo>
                  <a:lnTo>
                    <a:pt x="5457205" y="1247432"/>
                  </a:lnTo>
                  <a:lnTo>
                    <a:pt x="5458046" y="1250950"/>
                  </a:lnTo>
                  <a:lnTo>
                    <a:pt x="5458887" y="1254439"/>
                  </a:lnTo>
                  <a:lnTo>
                    <a:pt x="5459729" y="1258286"/>
                  </a:lnTo>
                  <a:lnTo>
                    <a:pt x="5460570" y="1262504"/>
                  </a:lnTo>
                  <a:lnTo>
                    <a:pt x="5461411" y="1267123"/>
                  </a:lnTo>
                  <a:lnTo>
                    <a:pt x="5462252" y="1271887"/>
                  </a:lnTo>
                  <a:lnTo>
                    <a:pt x="5463093" y="1277098"/>
                  </a:lnTo>
                  <a:lnTo>
                    <a:pt x="5463935" y="1281588"/>
                  </a:lnTo>
                  <a:lnTo>
                    <a:pt x="5464776" y="1286918"/>
                  </a:lnTo>
                  <a:lnTo>
                    <a:pt x="5465617" y="1291925"/>
                  </a:lnTo>
                  <a:lnTo>
                    <a:pt x="5466458" y="1296401"/>
                  </a:lnTo>
                  <a:lnTo>
                    <a:pt x="5467299" y="1300758"/>
                  </a:lnTo>
                  <a:lnTo>
                    <a:pt x="5468141" y="1304948"/>
                  </a:lnTo>
                  <a:lnTo>
                    <a:pt x="5468982" y="1309980"/>
                  </a:lnTo>
                  <a:lnTo>
                    <a:pt x="5469823" y="1315380"/>
                  </a:lnTo>
                  <a:lnTo>
                    <a:pt x="5470664" y="1319191"/>
                  </a:lnTo>
                  <a:lnTo>
                    <a:pt x="5471505" y="1323232"/>
                  </a:lnTo>
                  <a:lnTo>
                    <a:pt x="5472347" y="1326339"/>
                  </a:lnTo>
                  <a:lnTo>
                    <a:pt x="5473188" y="1329003"/>
                  </a:lnTo>
                  <a:lnTo>
                    <a:pt x="5474029" y="1331064"/>
                  </a:lnTo>
                  <a:lnTo>
                    <a:pt x="5474870" y="1333852"/>
                  </a:lnTo>
                  <a:lnTo>
                    <a:pt x="5475711" y="1336939"/>
                  </a:lnTo>
                  <a:lnTo>
                    <a:pt x="5476553" y="1339750"/>
                  </a:lnTo>
                  <a:lnTo>
                    <a:pt x="5477394" y="1340422"/>
                  </a:lnTo>
                  <a:lnTo>
                    <a:pt x="5478235" y="1340999"/>
                  </a:lnTo>
                  <a:lnTo>
                    <a:pt x="5479076" y="1342320"/>
                  </a:lnTo>
                  <a:lnTo>
                    <a:pt x="5479917" y="1343339"/>
                  </a:lnTo>
                  <a:lnTo>
                    <a:pt x="5480759" y="1345247"/>
                  </a:lnTo>
                  <a:lnTo>
                    <a:pt x="5481600" y="1347206"/>
                  </a:lnTo>
                  <a:lnTo>
                    <a:pt x="5482441" y="1350017"/>
                  </a:lnTo>
                  <a:lnTo>
                    <a:pt x="5483282" y="1353214"/>
                  </a:lnTo>
                  <a:lnTo>
                    <a:pt x="5484123" y="1355280"/>
                  </a:lnTo>
                  <a:lnTo>
                    <a:pt x="5484965" y="1356107"/>
                  </a:lnTo>
                  <a:lnTo>
                    <a:pt x="5485806" y="1356782"/>
                  </a:lnTo>
                  <a:lnTo>
                    <a:pt x="5486647" y="1357440"/>
                  </a:lnTo>
                  <a:lnTo>
                    <a:pt x="5487488" y="1357147"/>
                  </a:lnTo>
                  <a:lnTo>
                    <a:pt x="5488330" y="1356373"/>
                  </a:lnTo>
                  <a:lnTo>
                    <a:pt x="5489171" y="1355795"/>
                  </a:lnTo>
                  <a:lnTo>
                    <a:pt x="5490012" y="1355458"/>
                  </a:lnTo>
                  <a:lnTo>
                    <a:pt x="5490853" y="1356006"/>
                  </a:lnTo>
                  <a:lnTo>
                    <a:pt x="5491694" y="1356495"/>
                  </a:lnTo>
                  <a:lnTo>
                    <a:pt x="5492536" y="1357204"/>
                  </a:lnTo>
                  <a:lnTo>
                    <a:pt x="5493377" y="1357581"/>
                  </a:lnTo>
                  <a:lnTo>
                    <a:pt x="5494218" y="1357725"/>
                  </a:lnTo>
                  <a:lnTo>
                    <a:pt x="5495059" y="1357486"/>
                  </a:lnTo>
                  <a:lnTo>
                    <a:pt x="5495900" y="1356990"/>
                  </a:lnTo>
                  <a:lnTo>
                    <a:pt x="5496742" y="1357046"/>
                  </a:lnTo>
                  <a:lnTo>
                    <a:pt x="5497583" y="1357823"/>
                  </a:lnTo>
                  <a:lnTo>
                    <a:pt x="5498424" y="1359290"/>
                  </a:lnTo>
                  <a:lnTo>
                    <a:pt x="5499265" y="1360778"/>
                  </a:lnTo>
                  <a:lnTo>
                    <a:pt x="5500106" y="1361620"/>
                  </a:lnTo>
                  <a:lnTo>
                    <a:pt x="5500948" y="1361574"/>
                  </a:lnTo>
                  <a:lnTo>
                    <a:pt x="5501789" y="1361383"/>
                  </a:lnTo>
                  <a:lnTo>
                    <a:pt x="5502630" y="1360864"/>
                  </a:lnTo>
                  <a:lnTo>
                    <a:pt x="5503471" y="1360389"/>
                  </a:lnTo>
                  <a:lnTo>
                    <a:pt x="5504312" y="1360035"/>
                  </a:lnTo>
                  <a:lnTo>
                    <a:pt x="5505154" y="1359825"/>
                  </a:lnTo>
                  <a:lnTo>
                    <a:pt x="5505995" y="1360503"/>
                  </a:lnTo>
                  <a:lnTo>
                    <a:pt x="5506836" y="1360888"/>
                  </a:lnTo>
                  <a:lnTo>
                    <a:pt x="5507677" y="1361998"/>
                  </a:lnTo>
                  <a:lnTo>
                    <a:pt x="5508518" y="1363545"/>
                  </a:lnTo>
                  <a:lnTo>
                    <a:pt x="5509360" y="1365564"/>
                  </a:lnTo>
                  <a:lnTo>
                    <a:pt x="5510201" y="1368428"/>
                  </a:lnTo>
                  <a:lnTo>
                    <a:pt x="5511042" y="1371450"/>
                  </a:lnTo>
                  <a:lnTo>
                    <a:pt x="5511883" y="1376814"/>
                  </a:lnTo>
                  <a:lnTo>
                    <a:pt x="5512724" y="1382149"/>
                  </a:lnTo>
                  <a:lnTo>
                    <a:pt x="5513566" y="1385786"/>
                  </a:lnTo>
                  <a:lnTo>
                    <a:pt x="5514407" y="1389158"/>
                  </a:lnTo>
                  <a:lnTo>
                    <a:pt x="5515248" y="1392579"/>
                  </a:lnTo>
                  <a:lnTo>
                    <a:pt x="5516089" y="1396315"/>
                  </a:lnTo>
                  <a:lnTo>
                    <a:pt x="5516930" y="1400084"/>
                  </a:lnTo>
                  <a:lnTo>
                    <a:pt x="5517772" y="1404306"/>
                  </a:lnTo>
                  <a:lnTo>
                    <a:pt x="5518613" y="1407547"/>
                  </a:lnTo>
                  <a:lnTo>
                    <a:pt x="5519454" y="1410908"/>
                  </a:lnTo>
                  <a:lnTo>
                    <a:pt x="5520295" y="1414404"/>
                  </a:lnTo>
                  <a:lnTo>
                    <a:pt x="5521136" y="1418246"/>
                  </a:lnTo>
                  <a:lnTo>
                    <a:pt x="5521978" y="1421877"/>
                  </a:lnTo>
                  <a:lnTo>
                    <a:pt x="5522819" y="1426385"/>
                  </a:lnTo>
                  <a:lnTo>
                    <a:pt x="5523660" y="1431591"/>
                  </a:lnTo>
                  <a:lnTo>
                    <a:pt x="5524501" y="1436398"/>
                  </a:lnTo>
                  <a:lnTo>
                    <a:pt x="5525342" y="1442278"/>
                  </a:lnTo>
                  <a:lnTo>
                    <a:pt x="5526184" y="1450473"/>
                  </a:lnTo>
                  <a:lnTo>
                    <a:pt x="5527025" y="1459132"/>
                  </a:lnTo>
                  <a:lnTo>
                    <a:pt x="5527866" y="1467969"/>
                  </a:lnTo>
                  <a:lnTo>
                    <a:pt x="5528707" y="1478109"/>
                  </a:lnTo>
                  <a:lnTo>
                    <a:pt x="5529548" y="1488278"/>
                  </a:lnTo>
                  <a:lnTo>
                    <a:pt x="5530390" y="1498517"/>
                  </a:lnTo>
                  <a:lnTo>
                    <a:pt x="5531231" y="1509340"/>
                  </a:lnTo>
                  <a:lnTo>
                    <a:pt x="5532072" y="1519826"/>
                  </a:lnTo>
                  <a:lnTo>
                    <a:pt x="5532913" y="1529346"/>
                  </a:lnTo>
                  <a:lnTo>
                    <a:pt x="5533754" y="1539323"/>
                  </a:lnTo>
                  <a:lnTo>
                    <a:pt x="5534596" y="1548731"/>
                  </a:lnTo>
                  <a:lnTo>
                    <a:pt x="5535437" y="1557859"/>
                  </a:lnTo>
                  <a:lnTo>
                    <a:pt x="5536278" y="1566971"/>
                  </a:lnTo>
                  <a:lnTo>
                    <a:pt x="5537119" y="1575574"/>
                  </a:lnTo>
                  <a:lnTo>
                    <a:pt x="5537960" y="1584097"/>
                  </a:lnTo>
                  <a:lnTo>
                    <a:pt x="5538802" y="1591487"/>
                  </a:lnTo>
                  <a:lnTo>
                    <a:pt x="5539643" y="1598517"/>
                  </a:lnTo>
                  <a:lnTo>
                    <a:pt x="5540484" y="1605135"/>
                  </a:lnTo>
                  <a:lnTo>
                    <a:pt x="5541325" y="1610869"/>
                  </a:lnTo>
                  <a:lnTo>
                    <a:pt x="5542166" y="1617014"/>
                  </a:lnTo>
                  <a:lnTo>
                    <a:pt x="5543008" y="1622579"/>
                  </a:lnTo>
                  <a:lnTo>
                    <a:pt x="5543849" y="1629393"/>
                  </a:lnTo>
                  <a:lnTo>
                    <a:pt x="5544690" y="1636263"/>
                  </a:lnTo>
                  <a:lnTo>
                    <a:pt x="5545531" y="1643827"/>
                  </a:lnTo>
                  <a:lnTo>
                    <a:pt x="5546372" y="1651092"/>
                  </a:lnTo>
                  <a:lnTo>
                    <a:pt x="5547214" y="1657857"/>
                  </a:lnTo>
                  <a:lnTo>
                    <a:pt x="5548055" y="1664345"/>
                  </a:lnTo>
                  <a:lnTo>
                    <a:pt x="5548896" y="1670624"/>
                  </a:lnTo>
                  <a:lnTo>
                    <a:pt x="5549737" y="1676484"/>
                  </a:lnTo>
                  <a:lnTo>
                    <a:pt x="5550578" y="1681622"/>
                  </a:lnTo>
                  <a:lnTo>
                    <a:pt x="5551420" y="1685528"/>
                  </a:lnTo>
                  <a:lnTo>
                    <a:pt x="5552261" y="1688787"/>
                  </a:lnTo>
                  <a:lnTo>
                    <a:pt x="5553102" y="1691918"/>
                  </a:lnTo>
                  <a:lnTo>
                    <a:pt x="5553943" y="1694989"/>
                  </a:lnTo>
                  <a:lnTo>
                    <a:pt x="5554784" y="1697179"/>
                  </a:lnTo>
                  <a:lnTo>
                    <a:pt x="5555626" y="1699022"/>
                  </a:lnTo>
                  <a:lnTo>
                    <a:pt x="5556467" y="1700157"/>
                  </a:lnTo>
                  <a:lnTo>
                    <a:pt x="5557308" y="1701264"/>
                  </a:lnTo>
                  <a:lnTo>
                    <a:pt x="5558149" y="1702326"/>
                  </a:lnTo>
                  <a:lnTo>
                    <a:pt x="5558991" y="1703332"/>
                  </a:lnTo>
                  <a:lnTo>
                    <a:pt x="5559832" y="1703915"/>
                  </a:lnTo>
                  <a:lnTo>
                    <a:pt x="5560673" y="1704869"/>
                  </a:lnTo>
                  <a:lnTo>
                    <a:pt x="5561514" y="1705441"/>
                  </a:lnTo>
                  <a:lnTo>
                    <a:pt x="5562355" y="1706618"/>
                  </a:lnTo>
                  <a:lnTo>
                    <a:pt x="5563197" y="1708320"/>
                  </a:lnTo>
                  <a:lnTo>
                    <a:pt x="5564038" y="1710973"/>
                  </a:lnTo>
                  <a:lnTo>
                    <a:pt x="5564879" y="1714085"/>
                  </a:lnTo>
                  <a:lnTo>
                    <a:pt x="5565720" y="1717855"/>
                  </a:lnTo>
                  <a:lnTo>
                    <a:pt x="5566561" y="1722089"/>
                  </a:lnTo>
                  <a:lnTo>
                    <a:pt x="5567403" y="1726970"/>
                  </a:lnTo>
                  <a:lnTo>
                    <a:pt x="5568244" y="1732339"/>
                  </a:lnTo>
                  <a:lnTo>
                    <a:pt x="5569085" y="1738068"/>
                  </a:lnTo>
                  <a:lnTo>
                    <a:pt x="5569926" y="1742937"/>
                  </a:lnTo>
                  <a:lnTo>
                    <a:pt x="5570767" y="1747049"/>
                  </a:lnTo>
                  <a:lnTo>
                    <a:pt x="5571609" y="1750383"/>
                  </a:lnTo>
                  <a:lnTo>
                    <a:pt x="5572450" y="1754009"/>
                  </a:lnTo>
                  <a:lnTo>
                    <a:pt x="5573291" y="1757176"/>
                  </a:lnTo>
                  <a:lnTo>
                    <a:pt x="5574132" y="1760153"/>
                  </a:lnTo>
                  <a:lnTo>
                    <a:pt x="5574973" y="1762810"/>
                  </a:lnTo>
                  <a:lnTo>
                    <a:pt x="5575815" y="1765967"/>
                  </a:lnTo>
                  <a:lnTo>
                    <a:pt x="5576656" y="1769594"/>
                  </a:lnTo>
                  <a:lnTo>
                    <a:pt x="5577497" y="1773269"/>
                  </a:lnTo>
                  <a:lnTo>
                    <a:pt x="5578338" y="1776403"/>
                  </a:lnTo>
                  <a:lnTo>
                    <a:pt x="5579179" y="1779563"/>
                  </a:lnTo>
                  <a:lnTo>
                    <a:pt x="5580021" y="1782667"/>
                  </a:lnTo>
                  <a:lnTo>
                    <a:pt x="5580862" y="1785274"/>
                  </a:lnTo>
                  <a:lnTo>
                    <a:pt x="5581703" y="1787660"/>
                  </a:lnTo>
                  <a:lnTo>
                    <a:pt x="5582544" y="1789402"/>
                  </a:lnTo>
                  <a:lnTo>
                    <a:pt x="5583385" y="1791257"/>
                  </a:lnTo>
                  <a:lnTo>
                    <a:pt x="5584227" y="1792692"/>
                  </a:lnTo>
                  <a:lnTo>
                    <a:pt x="5585068" y="1793586"/>
                  </a:lnTo>
                  <a:lnTo>
                    <a:pt x="5585909" y="1794656"/>
                  </a:lnTo>
                  <a:lnTo>
                    <a:pt x="5586750" y="1796339"/>
                  </a:lnTo>
                  <a:lnTo>
                    <a:pt x="5587591" y="1799256"/>
                  </a:lnTo>
                  <a:lnTo>
                    <a:pt x="5588433" y="1802831"/>
                  </a:lnTo>
                  <a:lnTo>
                    <a:pt x="5589274" y="1806200"/>
                  </a:lnTo>
                  <a:lnTo>
                    <a:pt x="5590115" y="1808485"/>
                  </a:lnTo>
                  <a:lnTo>
                    <a:pt x="5590956" y="1809994"/>
                  </a:lnTo>
                  <a:lnTo>
                    <a:pt x="5591797" y="1811333"/>
                  </a:lnTo>
                  <a:lnTo>
                    <a:pt x="5592639" y="1812824"/>
                  </a:lnTo>
                  <a:lnTo>
                    <a:pt x="5593480" y="1812959"/>
                  </a:lnTo>
                  <a:lnTo>
                    <a:pt x="5594321" y="1813035"/>
                  </a:lnTo>
                  <a:lnTo>
                    <a:pt x="5595162" y="1812841"/>
                  </a:lnTo>
                  <a:lnTo>
                    <a:pt x="5596003" y="1811985"/>
                  </a:lnTo>
                  <a:lnTo>
                    <a:pt x="5596845" y="1810250"/>
                  </a:lnTo>
                  <a:lnTo>
                    <a:pt x="5597686" y="1808271"/>
                  </a:lnTo>
                  <a:lnTo>
                    <a:pt x="5598527" y="1805439"/>
                  </a:lnTo>
                  <a:lnTo>
                    <a:pt x="5599368" y="1801827"/>
                  </a:lnTo>
                  <a:lnTo>
                    <a:pt x="5600209" y="1796643"/>
                  </a:lnTo>
                  <a:lnTo>
                    <a:pt x="5601051" y="1790630"/>
                  </a:lnTo>
                  <a:lnTo>
                    <a:pt x="5601892" y="1784483"/>
                  </a:lnTo>
                  <a:lnTo>
                    <a:pt x="5602733" y="1778327"/>
                  </a:lnTo>
                  <a:lnTo>
                    <a:pt x="5603574" y="1772560"/>
                  </a:lnTo>
                  <a:lnTo>
                    <a:pt x="5604415" y="1766881"/>
                  </a:lnTo>
                  <a:lnTo>
                    <a:pt x="5605257" y="1761172"/>
                  </a:lnTo>
                  <a:lnTo>
                    <a:pt x="5606098" y="1755261"/>
                  </a:lnTo>
                  <a:lnTo>
                    <a:pt x="5606939" y="1748562"/>
                  </a:lnTo>
                  <a:lnTo>
                    <a:pt x="5607780" y="1742043"/>
                  </a:lnTo>
                  <a:lnTo>
                    <a:pt x="5608621" y="1735738"/>
                  </a:lnTo>
                  <a:lnTo>
                    <a:pt x="5609463" y="1729107"/>
                  </a:lnTo>
                  <a:lnTo>
                    <a:pt x="5610304" y="1723026"/>
                  </a:lnTo>
                  <a:lnTo>
                    <a:pt x="5611145" y="1717076"/>
                  </a:lnTo>
                  <a:lnTo>
                    <a:pt x="5611986" y="1710277"/>
                  </a:lnTo>
                  <a:lnTo>
                    <a:pt x="5612827" y="1703705"/>
                  </a:lnTo>
                  <a:lnTo>
                    <a:pt x="5613669" y="1697537"/>
                  </a:lnTo>
                  <a:lnTo>
                    <a:pt x="5614510" y="1691167"/>
                  </a:lnTo>
                  <a:lnTo>
                    <a:pt x="5615351" y="1684837"/>
                  </a:lnTo>
                  <a:lnTo>
                    <a:pt x="5616192" y="1678265"/>
                  </a:lnTo>
                  <a:lnTo>
                    <a:pt x="5617033" y="1671725"/>
                  </a:lnTo>
                  <a:lnTo>
                    <a:pt x="5617875" y="1665509"/>
                  </a:lnTo>
                  <a:lnTo>
                    <a:pt x="5618716" y="1659746"/>
                  </a:lnTo>
                  <a:lnTo>
                    <a:pt x="5619557" y="1653829"/>
                  </a:lnTo>
                  <a:lnTo>
                    <a:pt x="5620398" y="1648284"/>
                  </a:lnTo>
                  <a:lnTo>
                    <a:pt x="5621239" y="1643347"/>
                  </a:lnTo>
                  <a:lnTo>
                    <a:pt x="5622081" y="1638742"/>
                  </a:lnTo>
                  <a:lnTo>
                    <a:pt x="5622922" y="1634557"/>
                  </a:lnTo>
                  <a:lnTo>
                    <a:pt x="5623763" y="1631133"/>
                  </a:lnTo>
                  <a:lnTo>
                    <a:pt x="5624604" y="1629012"/>
                  </a:lnTo>
                  <a:lnTo>
                    <a:pt x="5625445" y="1627731"/>
                  </a:lnTo>
                  <a:lnTo>
                    <a:pt x="5626287" y="1626982"/>
                  </a:lnTo>
                  <a:lnTo>
                    <a:pt x="5627128" y="1626771"/>
                  </a:lnTo>
                  <a:lnTo>
                    <a:pt x="5627969" y="1626405"/>
                  </a:lnTo>
                  <a:lnTo>
                    <a:pt x="5628810" y="1625423"/>
                  </a:lnTo>
                  <a:lnTo>
                    <a:pt x="5629652" y="1623800"/>
                  </a:lnTo>
                  <a:lnTo>
                    <a:pt x="5630493" y="1622014"/>
                  </a:lnTo>
                  <a:lnTo>
                    <a:pt x="5631334" y="1620332"/>
                  </a:lnTo>
                  <a:lnTo>
                    <a:pt x="5632175" y="1619167"/>
                  </a:lnTo>
                  <a:lnTo>
                    <a:pt x="5633016" y="1617823"/>
                  </a:lnTo>
                  <a:lnTo>
                    <a:pt x="5633858" y="1616246"/>
                  </a:lnTo>
                  <a:lnTo>
                    <a:pt x="5634699" y="1614322"/>
                  </a:lnTo>
                  <a:lnTo>
                    <a:pt x="5635540" y="1611808"/>
                  </a:lnTo>
                  <a:lnTo>
                    <a:pt x="5636381" y="1608985"/>
                  </a:lnTo>
                  <a:lnTo>
                    <a:pt x="5637222" y="1605722"/>
                  </a:lnTo>
                  <a:lnTo>
                    <a:pt x="5638064" y="1602310"/>
                  </a:lnTo>
                  <a:lnTo>
                    <a:pt x="5638905" y="1600400"/>
                  </a:lnTo>
                  <a:lnTo>
                    <a:pt x="5639746" y="1598522"/>
                  </a:lnTo>
                  <a:lnTo>
                    <a:pt x="5640587" y="1596539"/>
                  </a:lnTo>
                  <a:lnTo>
                    <a:pt x="5641428" y="1595576"/>
                  </a:lnTo>
                  <a:lnTo>
                    <a:pt x="5642270" y="1595106"/>
                  </a:lnTo>
                  <a:lnTo>
                    <a:pt x="5643111" y="1594847"/>
                  </a:lnTo>
                  <a:lnTo>
                    <a:pt x="5643952" y="1595276"/>
                  </a:lnTo>
                  <a:lnTo>
                    <a:pt x="5644793" y="1596725"/>
                  </a:lnTo>
                  <a:lnTo>
                    <a:pt x="5645634" y="1599364"/>
                  </a:lnTo>
                  <a:lnTo>
                    <a:pt x="5646476" y="1603014"/>
                  </a:lnTo>
                  <a:lnTo>
                    <a:pt x="5647317" y="1606907"/>
                  </a:lnTo>
                  <a:lnTo>
                    <a:pt x="5648158" y="1611375"/>
                  </a:lnTo>
                  <a:lnTo>
                    <a:pt x="5648999" y="1616046"/>
                  </a:lnTo>
                  <a:lnTo>
                    <a:pt x="5649840" y="1620862"/>
                  </a:lnTo>
                  <a:lnTo>
                    <a:pt x="5650682" y="1625370"/>
                  </a:lnTo>
                  <a:lnTo>
                    <a:pt x="5651523" y="1629369"/>
                  </a:lnTo>
                  <a:lnTo>
                    <a:pt x="5652364" y="1634338"/>
                  </a:lnTo>
                  <a:lnTo>
                    <a:pt x="5653205" y="1640781"/>
                  </a:lnTo>
                  <a:lnTo>
                    <a:pt x="5654046" y="1647847"/>
                  </a:lnTo>
                  <a:lnTo>
                    <a:pt x="5654888" y="1655569"/>
                  </a:lnTo>
                  <a:lnTo>
                    <a:pt x="5655729" y="1663623"/>
                  </a:lnTo>
                  <a:lnTo>
                    <a:pt x="5656570" y="1671393"/>
                  </a:lnTo>
                  <a:lnTo>
                    <a:pt x="5657411" y="1678500"/>
                  </a:lnTo>
                  <a:lnTo>
                    <a:pt x="5658252" y="1684967"/>
                  </a:lnTo>
                  <a:lnTo>
                    <a:pt x="5659094" y="1690027"/>
                  </a:lnTo>
                  <a:lnTo>
                    <a:pt x="5659935" y="1694793"/>
                  </a:lnTo>
                  <a:lnTo>
                    <a:pt x="5660776" y="1699446"/>
                  </a:lnTo>
                  <a:lnTo>
                    <a:pt x="5661617" y="1703962"/>
                  </a:lnTo>
                  <a:lnTo>
                    <a:pt x="5662458" y="1708848"/>
                  </a:lnTo>
                  <a:lnTo>
                    <a:pt x="5663300" y="1713843"/>
                  </a:lnTo>
                  <a:lnTo>
                    <a:pt x="5664141" y="1718466"/>
                  </a:lnTo>
                  <a:lnTo>
                    <a:pt x="5664982" y="1722719"/>
                  </a:lnTo>
                  <a:lnTo>
                    <a:pt x="5665823" y="1726302"/>
                  </a:lnTo>
                  <a:lnTo>
                    <a:pt x="5666664" y="1728994"/>
                  </a:lnTo>
                  <a:lnTo>
                    <a:pt x="5667506" y="1731415"/>
                  </a:lnTo>
                  <a:lnTo>
                    <a:pt x="5668347" y="1733696"/>
                  </a:lnTo>
                  <a:lnTo>
                    <a:pt x="5669188" y="1735939"/>
                  </a:lnTo>
                  <a:lnTo>
                    <a:pt x="5670029" y="1737702"/>
                  </a:lnTo>
                  <a:lnTo>
                    <a:pt x="5670870" y="1739819"/>
                  </a:lnTo>
                  <a:lnTo>
                    <a:pt x="5671712" y="1741330"/>
                  </a:lnTo>
                  <a:lnTo>
                    <a:pt x="5672553" y="1742584"/>
                  </a:lnTo>
                  <a:lnTo>
                    <a:pt x="5673394" y="1743045"/>
                  </a:lnTo>
                  <a:lnTo>
                    <a:pt x="5674235" y="1743356"/>
                  </a:lnTo>
                  <a:lnTo>
                    <a:pt x="5675076" y="1742876"/>
                  </a:lnTo>
                  <a:lnTo>
                    <a:pt x="5675918" y="1740970"/>
                  </a:lnTo>
                  <a:lnTo>
                    <a:pt x="5676759" y="1738605"/>
                  </a:lnTo>
                  <a:lnTo>
                    <a:pt x="5677600" y="1735971"/>
                  </a:lnTo>
                  <a:lnTo>
                    <a:pt x="5678441" y="1732679"/>
                  </a:lnTo>
                  <a:lnTo>
                    <a:pt x="5679282" y="1728795"/>
                  </a:lnTo>
                  <a:lnTo>
                    <a:pt x="5680124" y="1724215"/>
                  </a:lnTo>
                  <a:lnTo>
                    <a:pt x="5680965" y="1719358"/>
                  </a:lnTo>
                  <a:lnTo>
                    <a:pt x="5681806" y="1714761"/>
                  </a:lnTo>
                  <a:lnTo>
                    <a:pt x="5682647" y="1710469"/>
                  </a:lnTo>
                  <a:lnTo>
                    <a:pt x="5683488" y="1705918"/>
                  </a:lnTo>
                  <a:lnTo>
                    <a:pt x="5684330" y="1701470"/>
                  </a:lnTo>
                  <a:lnTo>
                    <a:pt x="5685171" y="1697737"/>
                  </a:lnTo>
                  <a:lnTo>
                    <a:pt x="5686012" y="1694000"/>
                  </a:lnTo>
                  <a:lnTo>
                    <a:pt x="5686853" y="1690492"/>
                  </a:lnTo>
                  <a:lnTo>
                    <a:pt x="5687694" y="1687997"/>
                  </a:lnTo>
                  <a:lnTo>
                    <a:pt x="5688536" y="1686859"/>
                  </a:lnTo>
                  <a:lnTo>
                    <a:pt x="5689377" y="1686624"/>
                  </a:lnTo>
                  <a:lnTo>
                    <a:pt x="5690218" y="1687093"/>
                  </a:lnTo>
                  <a:lnTo>
                    <a:pt x="5691059" y="1687907"/>
                  </a:lnTo>
                  <a:lnTo>
                    <a:pt x="5691900" y="1687774"/>
                  </a:lnTo>
                  <a:lnTo>
                    <a:pt x="5692742" y="1687946"/>
                  </a:lnTo>
                  <a:lnTo>
                    <a:pt x="5693583" y="1688036"/>
                  </a:lnTo>
                  <a:lnTo>
                    <a:pt x="5694424" y="1686844"/>
                  </a:lnTo>
                  <a:lnTo>
                    <a:pt x="5695265" y="1685822"/>
                  </a:lnTo>
                  <a:lnTo>
                    <a:pt x="5696106" y="1684478"/>
                  </a:lnTo>
                  <a:lnTo>
                    <a:pt x="5696948" y="1683023"/>
                  </a:lnTo>
                  <a:lnTo>
                    <a:pt x="5697789" y="1681512"/>
                  </a:lnTo>
                  <a:lnTo>
                    <a:pt x="5698630" y="1680547"/>
                  </a:lnTo>
                  <a:lnTo>
                    <a:pt x="5699471" y="1679611"/>
                  </a:lnTo>
                  <a:lnTo>
                    <a:pt x="5700313" y="1679134"/>
                  </a:lnTo>
                  <a:lnTo>
                    <a:pt x="5701154" y="1678670"/>
                  </a:lnTo>
                  <a:lnTo>
                    <a:pt x="5701995" y="1677488"/>
                  </a:lnTo>
                  <a:lnTo>
                    <a:pt x="5702836" y="1675954"/>
                  </a:lnTo>
                  <a:lnTo>
                    <a:pt x="5703677" y="1673764"/>
                  </a:lnTo>
                  <a:lnTo>
                    <a:pt x="5704519" y="1671414"/>
                  </a:lnTo>
                  <a:lnTo>
                    <a:pt x="5705360" y="1669892"/>
                  </a:lnTo>
                  <a:lnTo>
                    <a:pt x="5706201" y="1668628"/>
                  </a:lnTo>
                  <a:lnTo>
                    <a:pt x="5707042" y="1667582"/>
                  </a:lnTo>
                  <a:lnTo>
                    <a:pt x="5707883" y="1666711"/>
                  </a:lnTo>
                  <a:lnTo>
                    <a:pt x="5708725" y="1664934"/>
                  </a:lnTo>
                  <a:lnTo>
                    <a:pt x="5709566" y="1662215"/>
                  </a:lnTo>
                  <a:lnTo>
                    <a:pt x="5710407" y="1658994"/>
                  </a:lnTo>
                  <a:lnTo>
                    <a:pt x="5711248" y="1654294"/>
                  </a:lnTo>
                  <a:lnTo>
                    <a:pt x="5712089" y="1647945"/>
                  </a:lnTo>
                  <a:lnTo>
                    <a:pt x="5712931" y="1641142"/>
                  </a:lnTo>
                  <a:lnTo>
                    <a:pt x="5713772" y="1634915"/>
                  </a:lnTo>
                  <a:lnTo>
                    <a:pt x="5714613" y="1628279"/>
                  </a:lnTo>
                  <a:lnTo>
                    <a:pt x="5715454" y="1621465"/>
                  </a:lnTo>
                  <a:lnTo>
                    <a:pt x="5716295" y="1616195"/>
                  </a:lnTo>
                  <a:lnTo>
                    <a:pt x="5717137" y="1609763"/>
                  </a:lnTo>
                  <a:lnTo>
                    <a:pt x="5717978" y="1603842"/>
                  </a:lnTo>
                  <a:lnTo>
                    <a:pt x="5718819" y="1598389"/>
                  </a:lnTo>
                  <a:lnTo>
                    <a:pt x="5719660" y="1592134"/>
                  </a:lnTo>
                  <a:lnTo>
                    <a:pt x="5720501" y="1586000"/>
                  </a:lnTo>
                  <a:lnTo>
                    <a:pt x="5721343" y="1579928"/>
                  </a:lnTo>
                  <a:lnTo>
                    <a:pt x="5722184" y="1575842"/>
                  </a:lnTo>
                  <a:lnTo>
                    <a:pt x="5723025" y="1573115"/>
                  </a:lnTo>
                  <a:lnTo>
                    <a:pt x="5723866" y="1571568"/>
                  </a:lnTo>
                  <a:lnTo>
                    <a:pt x="5724707" y="1570578"/>
                  </a:lnTo>
                  <a:lnTo>
                    <a:pt x="5725549" y="1570114"/>
                  </a:lnTo>
                  <a:lnTo>
                    <a:pt x="5726390" y="1570566"/>
                  </a:lnTo>
                  <a:lnTo>
                    <a:pt x="5727231" y="1571073"/>
                  </a:lnTo>
                  <a:lnTo>
                    <a:pt x="5728072" y="1572078"/>
                  </a:lnTo>
                  <a:lnTo>
                    <a:pt x="5728913" y="1572180"/>
                  </a:lnTo>
                  <a:lnTo>
                    <a:pt x="5729755" y="1572343"/>
                  </a:lnTo>
                  <a:lnTo>
                    <a:pt x="5730596" y="1571910"/>
                  </a:lnTo>
                  <a:lnTo>
                    <a:pt x="5731437" y="1571560"/>
                  </a:lnTo>
                  <a:lnTo>
                    <a:pt x="5732278" y="1571533"/>
                  </a:lnTo>
                  <a:lnTo>
                    <a:pt x="5733119" y="1570433"/>
                  </a:lnTo>
                  <a:lnTo>
                    <a:pt x="5733961" y="1570400"/>
                  </a:lnTo>
                  <a:lnTo>
                    <a:pt x="5734802" y="1569175"/>
                  </a:lnTo>
                  <a:lnTo>
                    <a:pt x="5735643" y="1567562"/>
                  </a:lnTo>
                  <a:lnTo>
                    <a:pt x="5736484" y="1565800"/>
                  </a:lnTo>
                  <a:lnTo>
                    <a:pt x="5737325" y="1564373"/>
                  </a:lnTo>
                  <a:lnTo>
                    <a:pt x="5738167" y="1562394"/>
                  </a:lnTo>
                  <a:lnTo>
                    <a:pt x="5739008" y="1560554"/>
                  </a:lnTo>
                  <a:lnTo>
                    <a:pt x="5739849" y="1559410"/>
                  </a:lnTo>
                  <a:lnTo>
                    <a:pt x="5740690" y="1558051"/>
                  </a:lnTo>
                  <a:lnTo>
                    <a:pt x="5741531" y="1557214"/>
                  </a:lnTo>
                  <a:lnTo>
                    <a:pt x="5742373" y="1557005"/>
                  </a:lnTo>
                  <a:lnTo>
                    <a:pt x="5743214" y="1557282"/>
                  </a:lnTo>
                  <a:lnTo>
                    <a:pt x="5744055" y="1557099"/>
                  </a:lnTo>
                  <a:lnTo>
                    <a:pt x="5744896" y="1555941"/>
                  </a:lnTo>
                  <a:lnTo>
                    <a:pt x="5745737" y="1555139"/>
                  </a:lnTo>
                  <a:lnTo>
                    <a:pt x="5746579" y="1554481"/>
                  </a:lnTo>
                  <a:lnTo>
                    <a:pt x="5747420" y="1554295"/>
                  </a:lnTo>
                  <a:lnTo>
                    <a:pt x="5748261" y="1554376"/>
                  </a:lnTo>
                  <a:lnTo>
                    <a:pt x="5749102" y="1554162"/>
                  </a:lnTo>
                  <a:lnTo>
                    <a:pt x="5749943" y="1553994"/>
                  </a:lnTo>
                  <a:lnTo>
                    <a:pt x="5750785" y="1553946"/>
                  </a:lnTo>
                  <a:lnTo>
                    <a:pt x="5751626" y="1554224"/>
                  </a:lnTo>
                  <a:lnTo>
                    <a:pt x="5752467" y="1554033"/>
                  </a:lnTo>
                  <a:lnTo>
                    <a:pt x="5753308" y="1553875"/>
                  </a:lnTo>
                  <a:lnTo>
                    <a:pt x="5754149" y="1553082"/>
                  </a:lnTo>
                  <a:lnTo>
                    <a:pt x="5754991" y="1552430"/>
                  </a:lnTo>
                  <a:lnTo>
                    <a:pt x="5755832" y="1551163"/>
                  </a:lnTo>
                  <a:lnTo>
                    <a:pt x="5756673" y="1549811"/>
                  </a:lnTo>
                  <a:lnTo>
                    <a:pt x="5757514" y="1548388"/>
                  </a:lnTo>
                  <a:lnTo>
                    <a:pt x="5758355" y="1547877"/>
                  </a:lnTo>
                  <a:lnTo>
                    <a:pt x="5759197" y="1548146"/>
                  </a:lnTo>
                  <a:lnTo>
                    <a:pt x="5760038" y="1547249"/>
                  </a:lnTo>
                  <a:lnTo>
                    <a:pt x="5760879" y="1545372"/>
                  </a:lnTo>
                  <a:lnTo>
                    <a:pt x="5761720" y="1544294"/>
                  </a:lnTo>
                  <a:lnTo>
                    <a:pt x="5762561" y="1542839"/>
                  </a:lnTo>
                  <a:lnTo>
                    <a:pt x="5763403" y="1541413"/>
                  </a:lnTo>
                  <a:lnTo>
                    <a:pt x="5764244" y="1539706"/>
                  </a:lnTo>
                  <a:lnTo>
                    <a:pt x="5765085" y="1537983"/>
                  </a:lnTo>
                  <a:lnTo>
                    <a:pt x="5765926" y="1535476"/>
                  </a:lnTo>
                  <a:lnTo>
                    <a:pt x="5766767" y="1533814"/>
                  </a:lnTo>
                  <a:lnTo>
                    <a:pt x="5767609" y="1532268"/>
                  </a:lnTo>
                  <a:lnTo>
                    <a:pt x="5768450" y="1531658"/>
                  </a:lnTo>
                  <a:lnTo>
                    <a:pt x="5769291" y="1530364"/>
                  </a:lnTo>
                  <a:lnTo>
                    <a:pt x="5770132" y="1528003"/>
                  </a:lnTo>
                  <a:lnTo>
                    <a:pt x="5770974" y="1525443"/>
                  </a:lnTo>
                  <a:lnTo>
                    <a:pt x="5771815" y="1522718"/>
                  </a:lnTo>
                  <a:lnTo>
                    <a:pt x="5772656" y="1519894"/>
                  </a:lnTo>
                  <a:lnTo>
                    <a:pt x="5773497" y="1516395"/>
                  </a:lnTo>
                  <a:lnTo>
                    <a:pt x="5774338" y="1513311"/>
                  </a:lnTo>
                  <a:lnTo>
                    <a:pt x="5775180" y="1510708"/>
                  </a:lnTo>
                  <a:lnTo>
                    <a:pt x="5776021" y="1509058"/>
                  </a:lnTo>
                  <a:lnTo>
                    <a:pt x="5776862" y="1507042"/>
                  </a:lnTo>
                  <a:lnTo>
                    <a:pt x="5777703" y="1505035"/>
                  </a:lnTo>
                  <a:lnTo>
                    <a:pt x="5778544" y="1502627"/>
                  </a:lnTo>
                  <a:lnTo>
                    <a:pt x="5779386" y="1499394"/>
                  </a:lnTo>
                  <a:lnTo>
                    <a:pt x="5780227" y="1497803"/>
                  </a:lnTo>
                  <a:lnTo>
                    <a:pt x="5781068" y="1495939"/>
                  </a:lnTo>
                  <a:lnTo>
                    <a:pt x="5781909" y="1495664"/>
                  </a:lnTo>
                  <a:lnTo>
                    <a:pt x="5782750" y="1497194"/>
                  </a:lnTo>
                  <a:lnTo>
                    <a:pt x="5783592" y="1499281"/>
                  </a:lnTo>
                  <a:lnTo>
                    <a:pt x="5784433" y="1501681"/>
                  </a:lnTo>
                  <a:lnTo>
                    <a:pt x="5785274" y="1504139"/>
                  </a:lnTo>
                  <a:lnTo>
                    <a:pt x="5786115" y="1506480"/>
                  </a:lnTo>
                  <a:lnTo>
                    <a:pt x="5786956" y="1508498"/>
                  </a:lnTo>
                  <a:lnTo>
                    <a:pt x="5787798" y="1511038"/>
                  </a:lnTo>
                  <a:lnTo>
                    <a:pt x="5788639" y="1513418"/>
                  </a:lnTo>
                  <a:lnTo>
                    <a:pt x="5789480" y="1515896"/>
                  </a:lnTo>
                  <a:lnTo>
                    <a:pt x="5790321" y="1518508"/>
                  </a:lnTo>
                  <a:lnTo>
                    <a:pt x="5791162" y="1520305"/>
                  </a:lnTo>
                  <a:lnTo>
                    <a:pt x="5792004" y="1520702"/>
                  </a:lnTo>
                  <a:lnTo>
                    <a:pt x="5792845" y="1519854"/>
                  </a:lnTo>
                  <a:lnTo>
                    <a:pt x="5793686" y="1517710"/>
                  </a:lnTo>
                  <a:lnTo>
                    <a:pt x="5794527" y="1514176"/>
                  </a:lnTo>
                  <a:lnTo>
                    <a:pt x="5795368" y="1509174"/>
                  </a:lnTo>
                  <a:lnTo>
                    <a:pt x="5796210" y="1503889"/>
                  </a:lnTo>
                  <a:lnTo>
                    <a:pt x="5797051" y="1498853"/>
                  </a:lnTo>
                  <a:lnTo>
                    <a:pt x="5797892" y="1495763"/>
                  </a:lnTo>
                  <a:lnTo>
                    <a:pt x="5798733" y="1492546"/>
                  </a:lnTo>
                  <a:lnTo>
                    <a:pt x="5799574" y="1489616"/>
                  </a:lnTo>
                  <a:lnTo>
                    <a:pt x="5800416" y="1486080"/>
                  </a:lnTo>
                  <a:lnTo>
                    <a:pt x="5801257" y="1482657"/>
                  </a:lnTo>
                  <a:lnTo>
                    <a:pt x="5802098" y="1479367"/>
                  </a:lnTo>
                  <a:lnTo>
                    <a:pt x="5802939" y="1476629"/>
                  </a:lnTo>
                  <a:lnTo>
                    <a:pt x="5803780" y="1475189"/>
                  </a:lnTo>
                  <a:lnTo>
                    <a:pt x="5804622" y="1475635"/>
                  </a:lnTo>
                  <a:lnTo>
                    <a:pt x="5805463" y="1477181"/>
                  </a:lnTo>
                  <a:lnTo>
                    <a:pt x="5806304" y="1479364"/>
                  </a:lnTo>
                  <a:lnTo>
                    <a:pt x="5807145" y="1481434"/>
                  </a:lnTo>
                  <a:lnTo>
                    <a:pt x="5807986" y="1484114"/>
                  </a:lnTo>
                  <a:lnTo>
                    <a:pt x="5808828" y="1487059"/>
                  </a:lnTo>
                  <a:lnTo>
                    <a:pt x="5809669" y="1489420"/>
                  </a:lnTo>
                  <a:lnTo>
                    <a:pt x="5810510" y="1491007"/>
                  </a:lnTo>
                  <a:lnTo>
                    <a:pt x="5811351" y="1492698"/>
                  </a:lnTo>
                  <a:lnTo>
                    <a:pt x="5812192" y="1493794"/>
                  </a:lnTo>
                  <a:lnTo>
                    <a:pt x="5813034" y="1494853"/>
                  </a:lnTo>
                  <a:lnTo>
                    <a:pt x="5813875" y="1495244"/>
                  </a:lnTo>
                  <a:lnTo>
                    <a:pt x="5814716" y="1495297"/>
                  </a:lnTo>
                  <a:lnTo>
                    <a:pt x="5815557" y="1494642"/>
                  </a:lnTo>
                  <a:lnTo>
                    <a:pt x="5816398" y="1492624"/>
                  </a:lnTo>
                  <a:lnTo>
                    <a:pt x="5817240" y="1488831"/>
                  </a:lnTo>
                  <a:lnTo>
                    <a:pt x="5818081" y="1484549"/>
                  </a:lnTo>
                  <a:lnTo>
                    <a:pt x="5818922" y="1479811"/>
                  </a:lnTo>
                  <a:lnTo>
                    <a:pt x="5819763" y="1475771"/>
                  </a:lnTo>
                  <a:lnTo>
                    <a:pt x="5820604" y="1471880"/>
                  </a:lnTo>
                  <a:lnTo>
                    <a:pt x="5821446" y="1468406"/>
                  </a:lnTo>
                  <a:lnTo>
                    <a:pt x="5822287" y="1464653"/>
                  </a:lnTo>
                  <a:lnTo>
                    <a:pt x="5823128" y="1460317"/>
                  </a:lnTo>
                  <a:lnTo>
                    <a:pt x="5823969" y="1455777"/>
                  </a:lnTo>
                  <a:lnTo>
                    <a:pt x="5824810" y="1451727"/>
                  </a:lnTo>
                  <a:lnTo>
                    <a:pt x="5825652" y="1448033"/>
                  </a:lnTo>
                  <a:lnTo>
                    <a:pt x="5826493" y="1444922"/>
                  </a:lnTo>
                  <a:lnTo>
                    <a:pt x="5827334" y="1441719"/>
                  </a:lnTo>
                  <a:lnTo>
                    <a:pt x="5828175" y="1438195"/>
                  </a:lnTo>
                  <a:lnTo>
                    <a:pt x="5829016" y="1434745"/>
                  </a:lnTo>
                  <a:lnTo>
                    <a:pt x="5829858" y="1432279"/>
                  </a:lnTo>
                  <a:lnTo>
                    <a:pt x="5830699" y="1429931"/>
                  </a:lnTo>
                  <a:lnTo>
                    <a:pt x="5831540" y="1427483"/>
                  </a:lnTo>
                  <a:lnTo>
                    <a:pt x="5832381" y="1425259"/>
                  </a:lnTo>
                  <a:lnTo>
                    <a:pt x="5833222" y="1423133"/>
                  </a:lnTo>
                  <a:lnTo>
                    <a:pt x="5834064" y="1420184"/>
                  </a:lnTo>
                  <a:lnTo>
                    <a:pt x="5834905" y="1417743"/>
                  </a:lnTo>
                  <a:lnTo>
                    <a:pt x="5835746" y="1415650"/>
                  </a:lnTo>
                  <a:lnTo>
                    <a:pt x="5836587" y="1413897"/>
                  </a:lnTo>
                  <a:lnTo>
                    <a:pt x="5837428" y="1412603"/>
                  </a:lnTo>
                  <a:lnTo>
                    <a:pt x="5838270" y="1411369"/>
                  </a:lnTo>
                  <a:lnTo>
                    <a:pt x="5839111" y="1410255"/>
                  </a:lnTo>
                  <a:lnTo>
                    <a:pt x="5839952" y="1409861"/>
                  </a:lnTo>
                  <a:lnTo>
                    <a:pt x="5840793" y="1410313"/>
                  </a:lnTo>
                  <a:lnTo>
                    <a:pt x="5841635" y="1411259"/>
                  </a:lnTo>
                  <a:lnTo>
                    <a:pt x="5842476" y="1411697"/>
                  </a:lnTo>
                  <a:lnTo>
                    <a:pt x="5843317" y="1412668"/>
                  </a:lnTo>
                  <a:lnTo>
                    <a:pt x="5844158" y="1414697"/>
                  </a:lnTo>
                  <a:lnTo>
                    <a:pt x="5844999" y="1416498"/>
                  </a:lnTo>
                  <a:lnTo>
                    <a:pt x="5845841" y="1419163"/>
                  </a:lnTo>
                  <a:lnTo>
                    <a:pt x="5846682" y="1422418"/>
                  </a:lnTo>
                  <a:lnTo>
                    <a:pt x="5847523" y="1427701"/>
                  </a:lnTo>
                  <a:lnTo>
                    <a:pt x="5848364" y="1433669"/>
                  </a:lnTo>
                  <a:lnTo>
                    <a:pt x="5849205" y="1440652"/>
                  </a:lnTo>
                  <a:lnTo>
                    <a:pt x="5850047" y="1447040"/>
                  </a:lnTo>
                  <a:lnTo>
                    <a:pt x="5850888" y="1453746"/>
                  </a:lnTo>
                  <a:lnTo>
                    <a:pt x="5851729" y="1460697"/>
                  </a:lnTo>
                  <a:lnTo>
                    <a:pt x="5852570" y="1467544"/>
                  </a:lnTo>
                  <a:lnTo>
                    <a:pt x="5853411" y="1474182"/>
                  </a:lnTo>
                  <a:lnTo>
                    <a:pt x="5854253" y="1481113"/>
                  </a:lnTo>
                  <a:lnTo>
                    <a:pt x="5855094" y="1488267"/>
                  </a:lnTo>
                  <a:lnTo>
                    <a:pt x="5855935" y="1494696"/>
                  </a:lnTo>
                  <a:lnTo>
                    <a:pt x="5856776" y="1499885"/>
                  </a:lnTo>
                  <a:lnTo>
                    <a:pt x="5857617" y="1503802"/>
                  </a:lnTo>
                  <a:lnTo>
                    <a:pt x="5858459" y="1507273"/>
                  </a:lnTo>
                  <a:lnTo>
                    <a:pt x="5859300" y="1510126"/>
                  </a:lnTo>
                  <a:lnTo>
                    <a:pt x="5860141" y="1512991"/>
                  </a:lnTo>
                  <a:lnTo>
                    <a:pt x="5860982" y="1515708"/>
                  </a:lnTo>
                  <a:lnTo>
                    <a:pt x="5861823" y="1517329"/>
                  </a:lnTo>
                  <a:lnTo>
                    <a:pt x="5862665" y="1519735"/>
                  </a:lnTo>
                  <a:lnTo>
                    <a:pt x="5863506" y="1521580"/>
                  </a:lnTo>
                  <a:lnTo>
                    <a:pt x="5864347" y="1523034"/>
                  </a:lnTo>
                  <a:lnTo>
                    <a:pt x="5865188" y="1524928"/>
                  </a:lnTo>
                  <a:lnTo>
                    <a:pt x="5866029" y="1526484"/>
                  </a:lnTo>
                  <a:lnTo>
                    <a:pt x="5866871" y="1527512"/>
                  </a:lnTo>
                  <a:lnTo>
                    <a:pt x="5867712" y="1528787"/>
                  </a:lnTo>
                  <a:lnTo>
                    <a:pt x="5868553" y="1529582"/>
                  </a:lnTo>
                  <a:lnTo>
                    <a:pt x="5869394" y="1530762"/>
                  </a:lnTo>
                  <a:lnTo>
                    <a:pt x="5870235" y="1532365"/>
                  </a:lnTo>
                  <a:lnTo>
                    <a:pt x="5871077" y="1534148"/>
                  </a:lnTo>
                  <a:lnTo>
                    <a:pt x="5871918" y="1536476"/>
                  </a:lnTo>
                  <a:lnTo>
                    <a:pt x="5872759" y="1539465"/>
                  </a:lnTo>
                  <a:lnTo>
                    <a:pt x="5873600" y="1541929"/>
                  </a:lnTo>
                  <a:lnTo>
                    <a:pt x="5874441" y="1544337"/>
                  </a:lnTo>
                  <a:lnTo>
                    <a:pt x="5875283" y="1546203"/>
                  </a:lnTo>
                  <a:lnTo>
                    <a:pt x="5876124" y="1548193"/>
                  </a:lnTo>
                  <a:lnTo>
                    <a:pt x="5876965" y="1549999"/>
                  </a:lnTo>
                  <a:lnTo>
                    <a:pt x="5877806" y="1551593"/>
                  </a:lnTo>
                  <a:lnTo>
                    <a:pt x="5878647" y="1553555"/>
                  </a:lnTo>
                  <a:lnTo>
                    <a:pt x="5879489" y="1556451"/>
                  </a:lnTo>
                  <a:lnTo>
                    <a:pt x="5880330" y="1559165"/>
                  </a:lnTo>
                  <a:lnTo>
                    <a:pt x="5881171" y="1561848"/>
                  </a:lnTo>
                  <a:lnTo>
                    <a:pt x="5882012" y="1563955"/>
                  </a:lnTo>
                  <a:lnTo>
                    <a:pt x="5882853" y="1567035"/>
                  </a:lnTo>
                  <a:lnTo>
                    <a:pt x="5883695" y="1570782"/>
                  </a:lnTo>
                  <a:lnTo>
                    <a:pt x="5884536" y="1573719"/>
                  </a:lnTo>
                  <a:lnTo>
                    <a:pt x="5885377" y="1577638"/>
                  </a:lnTo>
                  <a:lnTo>
                    <a:pt x="5886218" y="1581531"/>
                  </a:lnTo>
                  <a:lnTo>
                    <a:pt x="5887059" y="1585933"/>
                  </a:lnTo>
                  <a:lnTo>
                    <a:pt x="5887901" y="1592295"/>
                  </a:lnTo>
                  <a:lnTo>
                    <a:pt x="5888742" y="1599150"/>
                  </a:lnTo>
                  <a:lnTo>
                    <a:pt x="5889583" y="1606559"/>
                  </a:lnTo>
                  <a:lnTo>
                    <a:pt x="5890424" y="1613353"/>
                  </a:lnTo>
                  <a:lnTo>
                    <a:pt x="5891265" y="1619782"/>
                  </a:lnTo>
                  <a:lnTo>
                    <a:pt x="5892107" y="1625364"/>
                  </a:lnTo>
                  <a:lnTo>
                    <a:pt x="5892948" y="1630912"/>
                  </a:lnTo>
                  <a:lnTo>
                    <a:pt x="5893789" y="1636338"/>
                  </a:lnTo>
                  <a:lnTo>
                    <a:pt x="5894630" y="1641060"/>
                  </a:lnTo>
                  <a:lnTo>
                    <a:pt x="5895471" y="1645633"/>
                  </a:lnTo>
                  <a:lnTo>
                    <a:pt x="5896313" y="1649961"/>
                  </a:lnTo>
                  <a:lnTo>
                    <a:pt x="5897154" y="1653960"/>
                  </a:lnTo>
                  <a:lnTo>
                    <a:pt x="5897995" y="1657829"/>
                  </a:lnTo>
                  <a:lnTo>
                    <a:pt x="5898836" y="1661476"/>
                  </a:lnTo>
                  <a:lnTo>
                    <a:pt x="5899677" y="1664294"/>
                  </a:lnTo>
                  <a:lnTo>
                    <a:pt x="5900519" y="1666533"/>
                  </a:lnTo>
                  <a:lnTo>
                    <a:pt x="5901360" y="1669668"/>
                  </a:lnTo>
                  <a:lnTo>
                    <a:pt x="5902201" y="1672317"/>
                  </a:lnTo>
                  <a:lnTo>
                    <a:pt x="5903042" y="1675675"/>
                  </a:lnTo>
                  <a:lnTo>
                    <a:pt x="5903883" y="1678526"/>
                  </a:lnTo>
                  <a:lnTo>
                    <a:pt x="5904725" y="1681584"/>
                  </a:lnTo>
                  <a:lnTo>
                    <a:pt x="5905566" y="1684675"/>
                  </a:lnTo>
                  <a:lnTo>
                    <a:pt x="5906407" y="1688653"/>
                  </a:lnTo>
                  <a:lnTo>
                    <a:pt x="5907248" y="1693269"/>
                  </a:lnTo>
                  <a:lnTo>
                    <a:pt x="5908089" y="1697745"/>
                  </a:lnTo>
                  <a:lnTo>
                    <a:pt x="5908931" y="1702659"/>
                  </a:lnTo>
                  <a:lnTo>
                    <a:pt x="5909772" y="1707748"/>
                  </a:lnTo>
                  <a:lnTo>
                    <a:pt x="5910613" y="1712268"/>
                  </a:lnTo>
                  <a:lnTo>
                    <a:pt x="5911454" y="1716321"/>
                  </a:lnTo>
                  <a:lnTo>
                    <a:pt x="5912296" y="1720486"/>
                  </a:lnTo>
                  <a:lnTo>
                    <a:pt x="5913137" y="1724966"/>
                  </a:lnTo>
                  <a:lnTo>
                    <a:pt x="5913978" y="1728804"/>
                  </a:lnTo>
                  <a:lnTo>
                    <a:pt x="5914819" y="1732592"/>
                  </a:lnTo>
                  <a:lnTo>
                    <a:pt x="5915660" y="1736492"/>
                  </a:lnTo>
                  <a:lnTo>
                    <a:pt x="5916502" y="1740197"/>
                  </a:lnTo>
                  <a:lnTo>
                    <a:pt x="5917343" y="1744711"/>
                  </a:lnTo>
                  <a:lnTo>
                    <a:pt x="5918184" y="1749569"/>
                  </a:lnTo>
                  <a:lnTo>
                    <a:pt x="5919025" y="1754452"/>
                  </a:lnTo>
                  <a:lnTo>
                    <a:pt x="5919866" y="1758654"/>
                  </a:lnTo>
                  <a:lnTo>
                    <a:pt x="5920708" y="1763072"/>
                  </a:lnTo>
                  <a:lnTo>
                    <a:pt x="5921549" y="1767218"/>
                  </a:lnTo>
                  <a:lnTo>
                    <a:pt x="5922390" y="1771203"/>
                  </a:lnTo>
                  <a:lnTo>
                    <a:pt x="5923231" y="1774489"/>
                  </a:lnTo>
                  <a:lnTo>
                    <a:pt x="5924072" y="1777991"/>
                  </a:lnTo>
                  <a:lnTo>
                    <a:pt x="5924914" y="1781614"/>
                  </a:lnTo>
                  <a:lnTo>
                    <a:pt x="5925755" y="1785453"/>
                  </a:lnTo>
                  <a:lnTo>
                    <a:pt x="5926596" y="1789483"/>
                  </a:lnTo>
                  <a:lnTo>
                    <a:pt x="5927437" y="1793515"/>
                  </a:lnTo>
                  <a:lnTo>
                    <a:pt x="5928278" y="1798347"/>
                  </a:lnTo>
                  <a:lnTo>
                    <a:pt x="5929120" y="1803229"/>
                  </a:lnTo>
                  <a:lnTo>
                    <a:pt x="5929961" y="1807566"/>
                  </a:lnTo>
                  <a:lnTo>
                    <a:pt x="5930802" y="1811209"/>
                  </a:lnTo>
                  <a:lnTo>
                    <a:pt x="5931643" y="1814629"/>
                  </a:lnTo>
                  <a:lnTo>
                    <a:pt x="5932484" y="1818753"/>
                  </a:lnTo>
                  <a:lnTo>
                    <a:pt x="5933326" y="1823911"/>
                  </a:lnTo>
                  <a:lnTo>
                    <a:pt x="5934167" y="1829882"/>
                  </a:lnTo>
                  <a:lnTo>
                    <a:pt x="5935008" y="1836032"/>
                  </a:lnTo>
                  <a:lnTo>
                    <a:pt x="5935849" y="1842852"/>
                  </a:lnTo>
                  <a:lnTo>
                    <a:pt x="5936690" y="1849026"/>
                  </a:lnTo>
                  <a:lnTo>
                    <a:pt x="5937532" y="1855731"/>
                  </a:lnTo>
                  <a:lnTo>
                    <a:pt x="5938373" y="1862856"/>
                  </a:lnTo>
                  <a:lnTo>
                    <a:pt x="5939214" y="1869847"/>
                  </a:lnTo>
                  <a:lnTo>
                    <a:pt x="5940055" y="1876679"/>
                  </a:lnTo>
                  <a:lnTo>
                    <a:pt x="5940896" y="1883573"/>
                  </a:lnTo>
                  <a:lnTo>
                    <a:pt x="5941738" y="1891477"/>
                  </a:lnTo>
                  <a:lnTo>
                    <a:pt x="5942579" y="1899574"/>
                  </a:lnTo>
                  <a:lnTo>
                    <a:pt x="5943420" y="1908187"/>
                  </a:lnTo>
                  <a:lnTo>
                    <a:pt x="5944261" y="1915944"/>
                  </a:lnTo>
                  <a:lnTo>
                    <a:pt x="5945102" y="1923989"/>
                  </a:lnTo>
                  <a:lnTo>
                    <a:pt x="5945944" y="1932159"/>
                  </a:lnTo>
                  <a:lnTo>
                    <a:pt x="5946785" y="1940275"/>
                  </a:lnTo>
                  <a:lnTo>
                    <a:pt x="5947626" y="1948692"/>
                  </a:lnTo>
                  <a:lnTo>
                    <a:pt x="5948467" y="1956225"/>
                  </a:lnTo>
                  <a:lnTo>
                    <a:pt x="5949308" y="1963709"/>
                  </a:lnTo>
                  <a:lnTo>
                    <a:pt x="5950150" y="1969316"/>
                  </a:lnTo>
                  <a:lnTo>
                    <a:pt x="5950991" y="1973392"/>
                  </a:lnTo>
                  <a:lnTo>
                    <a:pt x="5951832" y="1976981"/>
                  </a:lnTo>
                  <a:lnTo>
                    <a:pt x="5952673" y="1980342"/>
                  </a:lnTo>
                  <a:lnTo>
                    <a:pt x="5953514" y="1983452"/>
                  </a:lnTo>
                  <a:lnTo>
                    <a:pt x="5954356" y="1986122"/>
                  </a:lnTo>
                  <a:lnTo>
                    <a:pt x="5955197" y="1988606"/>
                  </a:lnTo>
                  <a:lnTo>
                    <a:pt x="5956038" y="1990559"/>
                  </a:lnTo>
                  <a:lnTo>
                    <a:pt x="5956879" y="1992069"/>
                  </a:lnTo>
                  <a:lnTo>
                    <a:pt x="5957720" y="1992935"/>
                  </a:lnTo>
                  <a:lnTo>
                    <a:pt x="5958562" y="1993407"/>
                  </a:lnTo>
                  <a:lnTo>
                    <a:pt x="5959403" y="1994379"/>
                  </a:lnTo>
                  <a:lnTo>
                    <a:pt x="5960244" y="1996231"/>
                  </a:lnTo>
                  <a:lnTo>
                    <a:pt x="5961085" y="1998730"/>
                  </a:lnTo>
                  <a:lnTo>
                    <a:pt x="5961926" y="2002392"/>
                  </a:lnTo>
                  <a:lnTo>
                    <a:pt x="5962768" y="2007331"/>
                  </a:lnTo>
                  <a:lnTo>
                    <a:pt x="5963609" y="2013259"/>
                  </a:lnTo>
                  <a:lnTo>
                    <a:pt x="5964450" y="2019665"/>
                  </a:lnTo>
                  <a:lnTo>
                    <a:pt x="5965291" y="2026437"/>
                  </a:lnTo>
                  <a:lnTo>
                    <a:pt x="5966132" y="2032104"/>
                  </a:lnTo>
                  <a:lnTo>
                    <a:pt x="5966974" y="2038326"/>
                  </a:lnTo>
                  <a:lnTo>
                    <a:pt x="5967815" y="2044604"/>
                  </a:lnTo>
                  <a:lnTo>
                    <a:pt x="5968656" y="2051382"/>
                  </a:lnTo>
                  <a:lnTo>
                    <a:pt x="5969497" y="2058514"/>
                  </a:lnTo>
                  <a:lnTo>
                    <a:pt x="5970338" y="2066112"/>
                  </a:lnTo>
                  <a:lnTo>
                    <a:pt x="5971180" y="2073935"/>
                  </a:lnTo>
                  <a:lnTo>
                    <a:pt x="5972021" y="2081468"/>
                  </a:lnTo>
                  <a:lnTo>
                    <a:pt x="5972862" y="2088362"/>
                  </a:lnTo>
                  <a:lnTo>
                    <a:pt x="5973703" y="2094432"/>
                  </a:lnTo>
                  <a:lnTo>
                    <a:pt x="5974544" y="2100230"/>
                  </a:lnTo>
                  <a:lnTo>
                    <a:pt x="5975386" y="2106400"/>
                  </a:lnTo>
                  <a:lnTo>
                    <a:pt x="5976227" y="2111951"/>
                  </a:lnTo>
                  <a:lnTo>
                    <a:pt x="5977068" y="2117425"/>
                  </a:lnTo>
                  <a:lnTo>
                    <a:pt x="5977909" y="2122987"/>
                  </a:lnTo>
                  <a:lnTo>
                    <a:pt x="5978750" y="2128774"/>
                  </a:lnTo>
                  <a:lnTo>
                    <a:pt x="5979592" y="2133890"/>
                  </a:lnTo>
                  <a:lnTo>
                    <a:pt x="5980433" y="2138873"/>
                  </a:lnTo>
                  <a:lnTo>
                    <a:pt x="5981274" y="2143285"/>
                  </a:lnTo>
                  <a:lnTo>
                    <a:pt x="5982115" y="2147808"/>
                  </a:lnTo>
                  <a:lnTo>
                    <a:pt x="5982957" y="2152118"/>
                  </a:lnTo>
                  <a:lnTo>
                    <a:pt x="5983798" y="2156245"/>
                  </a:lnTo>
                  <a:lnTo>
                    <a:pt x="5984639" y="2160464"/>
                  </a:lnTo>
                  <a:lnTo>
                    <a:pt x="5985480" y="2164654"/>
                  </a:lnTo>
                  <a:lnTo>
                    <a:pt x="5986321" y="2168961"/>
                  </a:lnTo>
                  <a:lnTo>
                    <a:pt x="5987163" y="2173326"/>
                  </a:lnTo>
                  <a:lnTo>
                    <a:pt x="5988004" y="2176759"/>
                  </a:lnTo>
                  <a:lnTo>
                    <a:pt x="5988845" y="2179946"/>
                  </a:lnTo>
                  <a:lnTo>
                    <a:pt x="5989686" y="2181979"/>
                  </a:lnTo>
                  <a:lnTo>
                    <a:pt x="5990527" y="2183684"/>
                  </a:lnTo>
                  <a:lnTo>
                    <a:pt x="5991369" y="2185463"/>
                  </a:lnTo>
                  <a:lnTo>
                    <a:pt x="5992210" y="2187485"/>
                  </a:lnTo>
                  <a:lnTo>
                    <a:pt x="5993051" y="2188937"/>
                  </a:lnTo>
                  <a:lnTo>
                    <a:pt x="5993892" y="2190672"/>
                  </a:lnTo>
                  <a:lnTo>
                    <a:pt x="5994733" y="2192213"/>
                  </a:lnTo>
                  <a:lnTo>
                    <a:pt x="5995575" y="2194089"/>
                  </a:lnTo>
                  <a:lnTo>
                    <a:pt x="5996416" y="2196261"/>
                  </a:lnTo>
                  <a:lnTo>
                    <a:pt x="5997257" y="2198480"/>
                  </a:lnTo>
                  <a:lnTo>
                    <a:pt x="5998098" y="2200453"/>
                  </a:lnTo>
                  <a:lnTo>
                    <a:pt x="5998939" y="2202218"/>
                  </a:lnTo>
                  <a:lnTo>
                    <a:pt x="5999781" y="2204067"/>
                  </a:lnTo>
                  <a:lnTo>
                    <a:pt x="6000622" y="2205830"/>
                  </a:lnTo>
                  <a:lnTo>
                    <a:pt x="6001463" y="2207460"/>
                  </a:lnTo>
                  <a:lnTo>
                    <a:pt x="6002304" y="2210521"/>
                  </a:lnTo>
                  <a:lnTo>
                    <a:pt x="6003145" y="2214000"/>
                  </a:lnTo>
                  <a:lnTo>
                    <a:pt x="6003987" y="2217888"/>
                  </a:lnTo>
                  <a:lnTo>
                    <a:pt x="6004828" y="2221729"/>
                  </a:lnTo>
                  <a:lnTo>
                    <a:pt x="6005669" y="2225696"/>
                  </a:lnTo>
                  <a:lnTo>
                    <a:pt x="6006510" y="2230052"/>
                  </a:lnTo>
                  <a:lnTo>
                    <a:pt x="6007351" y="2234690"/>
                  </a:lnTo>
                  <a:lnTo>
                    <a:pt x="6008193" y="2239207"/>
                  </a:lnTo>
                  <a:lnTo>
                    <a:pt x="6009034" y="2243261"/>
                  </a:lnTo>
                  <a:lnTo>
                    <a:pt x="6009875" y="2247566"/>
                  </a:lnTo>
                  <a:lnTo>
                    <a:pt x="6010716" y="2252511"/>
                  </a:lnTo>
                  <a:lnTo>
                    <a:pt x="6011557" y="2257876"/>
                  </a:lnTo>
                  <a:lnTo>
                    <a:pt x="6012399" y="2263060"/>
                  </a:lnTo>
                  <a:lnTo>
                    <a:pt x="6013240" y="2268429"/>
                  </a:lnTo>
                  <a:lnTo>
                    <a:pt x="6014081" y="2273213"/>
                  </a:lnTo>
                  <a:lnTo>
                    <a:pt x="6014922" y="2277661"/>
                  </a:lnTo>
                  <a:lnTo>
                    <a:pt x="6015763" y="2280830"/>
                  </a:lnTo>
                  <a:lnTo>
                    <a:pt x="6016605" y="2283531"/>
                  </a:lnTo>
                  <a:lnTo>
                    <a:pt x="6017446" y="2285500"/>
                  </a:lnTo>
                  <a:lnTo>
                    <a:pt x="6018287" y="2287524"/>
                  </a:lnTo>
                  <a:lnTo>
                    <a:pt x="6019128" y="2288331"/>
                  </a:lnTo>
                  <a:lnTo>
                    <a:pt x="6019969" y="2288962"/>
                  </a:lnTo>
                  <a:lnTo>
                    <a:pt x="6020811" y="2288930"/>
                  </a:lnTo>
                  <a:lnTo>
                    <a:pt x="6021652" y="2288741"/>
                  </a:lnTo>
                  <a:lnTo>
                    <a:pt x="6022493" y="2287683"/>
                  </a:lnTo>
                  <a:lnTo>
                    <a:pt x="6023334" y="2285785"/>
                  </a:lnTo>
                  <a:lnTo>
                    <a:pt x="6024175" y="2283084"/>
                  </a:lnTo>
                  <a:lnTo>
                    <a:pt x="6025017" y="2279897"/>
                  </a:lnTo>
                  <a:lnTo>
                    <a:pt x="6025858" y="2277826"/>
                  </a:lnTo>
                  <a:lnTo>
                    <a:pt x="6026699" y="2275396"/>
                  </a:lnTo>
                  <a:lnTo>
                    <a:pt x="6027540" y="2272795"/>
                  </a:lnTo>
                  <a:lnTo>
                    <a:pt x="6028381" y="2270174"/>
                  </a:lnTo>
                  <a:lnTo>
                    <a:pt x="6029223" y="2267882"/>
                  </a:lnTo>
                  <a:lnTo>
                    <a:pt x="6030064" y="2266246"/>
                  </a:lnTo>
                  <a:lnTo>
                    <a:pt x="6030905" y="2264276"/>
                  </a:lnTo>
                  <a:lnTo>
                    <a:pt x="6031746" y="2262460"/>
                  </a:lnTo>
                  <a:lnTo>
                    <a:pt x="6032587" y="2261026"/>
                  </a:lnTo>
                  <a:lnTo>
                    <a:pt x="6033429" y="2259318"/>
                  </a:lnTo>
                  <a:lnTo>
                    <a:pt x="6034270" y="2257671"/>
                  </a:lnTo>
                  <a:lnTo>
                    <a:pt x="6035111" y="2255625"/>
                  </a:lnTo>
                  <a:lnTo>
                    <a:pt x="6035952" y="2253658"/>
                  </a:lnTo>
                  <a:lnTo>
                    <a:pt x="6036793" y="2252269"/>
                  </a:lnTo>
                  <a:lnTo>
                    <a:pt x="6037635" y="2251352"/>
                  </a:lnTo>
                  <a:lnTo>
                    <a:pt x="6038476" y="2250711"/>
                  </a:lnTo>
                  <a:lnTo>
                    <a:pt x="6039317" y="2250371"/>
                  </a:lnTo>
                  <a:lnTo>
                    <a:pt x="6040158" y="2250155"/>
                  </a:lnTo>
                  <a:lnTo>
                    <a:pt x="6040999" y="2250399"/>
                  </a:lnTo>
                  <a:lnTo>
                    <a:pt x="6041841" y="2249889"/>
                  </a:lnTo>
                  <a:lnTo>
                    <a:pt x="6042682" y="2249052"/>
                  </a:lnTo>
                  <a:lnTo>
                    <a:pt x="6043523" y="2248771"/>
                  </a:lnTo>
                  <a:lnTo>
                    <a:pt x="6044364" y="2249326"/>
                  </a:lnTo>
                  <a:lnTo>
                    <a:pt x="6045205" y="2251185"/>
                  </a:lnTo>
                  <a:lnTo>
                    <a:pt x="6046047" y="2253478"/>
                  </a:lnTo>
                  <a:lnTo>
                    <a:pt x="6046888" y="2256057"/>
                  </a:lnTo>
                  <a:lnTo>
                    <a:pt x="6047729" y="2259130"/>
                  </a:lnTo>
                  <a:lnTo>
                    <a:pt x="6048570" y="2263451"/>
                  </a:lnTo>
                  <a:lnTo>
                    <a:pt x="6049411" y="2267929"/>
                  </a:lnTo>
                  <a:lnTo>
                    <a:pt x="6050253" y="2272382"/>
                  </a:lnTo>
                  <a:lnTo>
                    <a:pt x="6051094" y="2276287"/>
                  </a:lnTo>
                  <a:lnTo>
                    <a:pt x="6051935" y="2280115"/>
                  </a:lnTo>
                  <a:lnTo>
                    <a:pt x="6052776" y="2283636"/>
                  </a:lnTo>
                  <a:lnTo>
                    <a:pt x="6053618" y="2287012"/>
                  </a:lnTo>
                  <a:lnTo>
                    <a:pt x="6054459" y="2290152"/>
                  </a:lnTo>
                  <a:lnTo>
                    <a:pt x="6055300" y="2293123"/>
                  </a:lnTo>
                  <a:lnTo>
                    <a:pt x="6056141" y="2295713"/>
                  </a:lnTo>
                  <a:lnTo>
                    <a:pt x="6056982" y="2297995"/>
                  </a:lnTo>
                  <a:lnTo>
                    <a:pt x="6057824" y="2299671"/>
                  </a:lnTo>
                  <a:lnTo>
                    <a:pt x="6058665" y="2300804"/>
                  </a:lnTo>
                  <a:lnTo>
                    <a:pt x="6059506" y="2301192"/>
                  </a:lnTo>
                  <a:lnTo>
                    <a:pt x="6060347" y="2301257"/>
                  </a:lnTo>
                  <a:lnTo>
                    <a:pt x="6061188" y="2300715"/>
                  </a:lnTo>
                  <a:lnTo>
                    <a:pt x="6062030" y="2299768"/>
                  </a:lnTo>
                  <a:lnTo>
                    <a:pt x="6062871" y="2298764"/>
                  </a:lnTo>
                  <a:lnTo>
                    <a:pt x="6063712" y="2298431"/>
                  </a:lnTo>
                  <a:lnTo>
                    <a:pt x="6064553" y="2297582"/>
                  </a:lnTo>
                  <a:lnTo>
                    <a:pt x="6065394" y="2296759"/>
                  </a:lnTo>
                  <a:lnTo>
                    <a:pt x="6066236" y="2296106"/>
                  </a:lnTo>
                  <a:lnTo>
                    <a:pt x="6067077" y="2295763"/>
                  </a:lnTo>
                  <a:lnTo>
                    <a:pt x="6067918" y="2295678"/>
                  </a:lnTo>
                  <a:lnTo>
                    <a:pt x="6068759" y="2295669"/>
                  </a:lnTo>
                  <a:lnTo>
                    <a:pt x="6069600" y="2295207"/>
                  </a:lnTo>
                  <a:lnTo>
                    <a:pt x="6070442" y="2294377"/>
                  </a:lnTo>
                  <a:lnTo>
                    <a:pt x="6071283" y="2293228"/>
                  </a:lnTo>
                  <a:lnTo>
                    <a:pt x="6072124" y="2292273"/>
                  </a:lnTo>
                  <a:lnTo>
                    <a:pt x="6072965" y="2290814"/>
                  </a:lnTo>
                  <a:lnTo>
                    <a:pt x="6073806" y="2289350"/>
                  </a:lnTo>
                  <a:lnTo>
                    <a:pt x="6074648" y="2287957"/>
                  </a:lnTo>
                  <a:lnTo>
                    <a:pt x="6075489" y="2286443"/>
                  </a:lnTo>
                  <a:lnTo>
                    <a:pt x="6076330" y="2284426"/>
                  </a:lnTo>
                  <a:lnTo>
                    <a:pt x="6077171" y="2282608"/>
                  </a:lnTo>
                  <a:lnTo>
                    <a:pt x="6078012" y="2280353"/>
                  </a:lnTo>
                  <a:lnTo>
                    <a:pt x="6078854" y="2277754"/>
                  </a:lnTo>
                  <a:lnTo>
                    <a:pt x="6079695" y="2274688"/>
                  </a:lnTo>
                  <a:lnTo>
                    <a:pt x="6080536" y="2270948"/>
                  </a:lnTo>
                  <a:lnTo>
                    <a:pt x="6081377" y="2266750"/>
                  </a:lnTo>
                  <a:lnTo>
                    <a:pt x="6082218" y="2262456"/>
                  </a:lnTo>
                  <a:lnTo>
                    <a:pt x="6083060" y="2258178"/>
                  </a:lnTo>
                  <a:lnTo>
                    <a:pt x="6083901" y="2254720"/>
                  </a:lnTo>
                  <a:lnTo>
                    <a:pt x="6084742" y="2251527"/>
                  </a:lnTo>
                  <a:lnTo>
                    <a:pt x="6085583" y="2248117"/>
                  </a:lnTo>
                  <a:lnTo>
                    <a:pt x="6086424" y="2244443"/>
                  </a:lnTo>
                  <a:lnTo>
                    <a:pt x="6087266" y="2240548"/>
                  </a:lnTo>
                  <a:lnTo>
                    <a:pt x="6088107" y="2236699"/>
                  </a:lnTo>
                  <a:lnTo>
                    <a:pt x="6088948" y="2233243"/>
                  </a:lnTo>
                  <a:lnTo>
                    <a:pt x="6089789" y="2230153"/>
                  </a:lnTo>
                  <a:lnTo>
                    <a:pt x="6090630" y="2227744"/>
                  </a:lnTo>
                  <a:lnTo>
                    <a:pt x="6091472" y="2225997"/>
                  </a:lnTo>
                  <a:lnTo>
                    <a:pt x="6092313" y="2224697"/>
                  </a:lnTo>
                  <a:lnTo>
                    <a:pt x="6093154" y="2224070"/>
                  </a:lnTo>
                  <a:lnTo>
                    <a:pt x="6093995" y="2223658"/>
                  </a:lnTo>
                  <a:lnTo>
                    <a:pt x="6094836" y="2223499"/>
                  </a:lnTo>
                  <a:lnTo>
                    <a:pt x="6095678" y="2223346"/>
                  </a:lnTo>
                  <a:lnTo>
                    <a:pt x="6096519" y="2223144"/>
                  </a:lnTo>
                  <a:lnTo>
                    <a:pt x="6097360" y="2223176"/>
                  </a:lnTo>
                  <a:lnTo>
                    <a:pt x="6098201" y="2223335"/>
                  </a:lnTo>
                  <a:lnTo>
                    <a:pt x="6099042" y="2224185"/>
                  </a:lnTo>
                  <a:lnTo>
                    <a:pt x="6099884" y="2225560"/>
                  </a:lnTo>
                  <a:lnTo>
                    <a:pt x="6100725" y="2227183"/>
                  </a:lnTo>
                  <a:lnTo>
                    <a:pt x="6101566" y="2228931"/>
                  </a:lnTo>
                  <a:lnTo>
                    <a:pt x="6102407" y="2230465"/>
                  </a:lnTo>
                  <a:lnTo>
                    <a:pt x="6103248" y="2231772"/>
                  </a:lnTo>
                  <a:lnTo>
                    <a:pt x="6104090" y="2232926"/>
                  </a:lnTo>
                  <a:lnTo>
                    <a:pt x="6104931" y="2234077"/>
                  </a:lnTo>
                  <a:lnTo>
                    <a:pt x="6105772" y="2235268"/>
                  </a:lnTo>
                  <a:lnTo>
                    <a:pt x="6106613" y="2236806"/>
                  </a:lnTo>
                  <a:lnTo>
                    <a:pt x="6107454" y="2238425"/>
                  </a:lnTo>
                  <a:lnTo>
                    <a:pt x="6108296" y="2240206"/>
                  </a:lnTo>
                  <a:lnTo>
                    <a:pt x="6109137" y="2242035"/>
                  </a:lnTo>
                  <a:lnTo>
                    <a:pt x="6109978" y="2243638"/>
                  </a:lnTo>
                  <a:lnTo>
                    <a:pt x="6110819" y="2245203"/>
                  </a:lnTo>
                  <a:lnTo>
                    <a:pt x="6111660" y="2246592"/>
                  </a:lnTo>
                  <a:lnTo>
                    <a:pt x="6112502" y="2247717"/>
                  </a:lnTo>
                  <a:lnTo>
                    <a:pt x="6113343" y="2248670"/>
                  </a:lnTo>
                  <a:lnTo>
                    <a:pt x="6114184" y="2249672"/>
                  </a:lnTo>
                  <a:lnTo>
                    <a:pt x="6115025" y="2250519"/>
                  </a:lnTo>
                  <a:lnTo>
                    <a:pt x="6115866" y="2251457"/>
                  </a:lnTo>
                  <a:lnTo>
                    <a:pt x="6116708" y="2252434"/>
                  </a:lnTo>
                  <a:lnTo>
                    <a:pt x="6117549" y="2253589"/>
                  </a:lnTo>
                  <a:lnTo>
                    <a:pt x="6118390" y="2254654"/>
                  </a:lnTo>
                  <a:lnTo>
                    <a:pt x="6119231" y="2255723"/>
                  </a:lnTo>
                  <a:lnTo>
                    <a:pt x="6120072" y="2256709"/>
                  </a:lnTo>
                  <a:lnTo>
                    <a:pt x="6120914" y="2257585"/>
                  </a:lnTo>
                  <a:lnTo>
                    <a:pt x="6121755" y="2258331"/>
                  </a:lnTo>
                  <a:lnTo>
                    <a:pt x="6122596" y="2259049"/>
                  </a:lnTo>
                  <a:lnTo>
                    <a:pt x="6123437" y="2259584"/>
                  </a:lnTo>
                  <a:lnTo>
                    <a:pt x="6124279" y="2260171"/>
                  </a:lnTo>
                  <a:lnTo>
                    <a:pt x="6125120" y="2260850"/>
                  </a:lnTo>
                  <a:lnTo>
                    <a:pt x="6125961" y="2261400"/>
                  </a:lnTo>
                  <a:lnTo>
                    <a:pt x="6126802" y="2261924"/>
                  </a:lnTo>
                  <a:lnTo>
                    <a:pt x="6127643" y="2262342"/>
                  </a:lnTo>
                  <a:lnTo>
                    <a:pt x="6128485" y="2262594"/>
                  </a:lnTo>
                  <a:lnTo>
                    <a:pt x="6129326" y="2262235"/>
                  </a:lnTo>
                  <a:lnTo>
                    <a:pt x="6130167" y="2261528"/>
                  </a:lnTo>
                  <a:lnTo>
                    <a:pt x="6131008" y="2260454"/>
                  </a:lnTo>
                  <a:lnTo>
                    <a:pt x="6131849" y="2259380"/>
                  </a:lnTo>
                  <a:lnTo>
                    <a:pt x="6132691" y="2257934"/>
                  </a:lnTo>
                  <a:lnTo>
                    <a:pt x="6133532" y="2256504"/>
                  </a:lnTo>
                  <a:lnTo>
                    <a:pt x="6134373" y="2255263"/>
                  </a:lnTo>
                  <a:lnTo>
                    <a:pt x="6135214" y="2253997"/>
                  </a:lnTo>
                  <a:lnTo>
                    <a:pt x="6136055" y="2252898"/>
                  </a:lnTo>
                  <a:lnTo>
                    <a:pt x="6136897" y="2251805"/>
                  </a:lnTo>
                  <a:lnTo>
                    <a:pt x="6137738" y="2250505"/>
                  </a:lnTo>
                  <a:lnTo>
                    <a:pt x="6138579" y="2249087"/>
                  </a:lnTo>
                  <a:lnTo>
                    <a:pt x="6139420" y="2247746"/>
                  </a:lnTo>
                  <a:lnTo>
                    <a:pt x="6140261" y="2246320"/>
                  </a:lnTo>
                  <a:lnTo>
                    <a:pt x="6141103" y="2244814"/>
                  </a:lnTo>
                  <a:lnTo>
                    <a:pt x="6141944" y="2243730"/>
                  </a:lnTo>
                  <a:lnTo>
                    <a:pt x="6142785" y="2242688"/>
                  </a:lnTo>
                  <a:lnTo>
                    <a:pt x="6143626" y="2241996"/>
                  </a:lnTo>
                  <a:lnTo>
                    <a:pt x="6144467" y="2241768"/>
                  </a:lnTo>
                  <a:lnTo>
                    <a:pt x="6145309" y="2241780"/>
                  </a:lnTo>
                  <a:lnTo>
                    <a:pt x="6146150" y="2241623"/>
                  </a:lnTo>
                  <a:lnTo>
                    <a:pt x="6146991" y="2241586"/>
                  </a:lnTo>
                  <a:lnTo>
                    <a:pt x="6147832" y="2241914"/>
                  </a:lnTo>
                  <a:lnTo>
                    <a:pt x="6148673" y="2242421"/>
                  </a:lnTo>
                  <a:lnTo>
                    <a:pt x="6149515" y="2243103"/>
                  </a:lnTo>
                  <a:lnTo>
                    <a:pt x="6150356" y="2243947"/>
                  </a:lnTo>
                  <a:lnTo>
                    <a:pt x="6151197" y="2244969"/>
                  </a:lnTo>
                  <a:lnTo>
                    <a:pt x="6152038" y="2246131"/>
                  </a:lnTo>
                  <a:lnTo>
                    <a:pt x="6152879" y="2247628"/>
                  </a:lnTo>
                  <a:lnTo>
                    <a:pt x="6153721" y="2249846"/>
                  </a:lnTo>
                  <a:lnTo>
                    <a:pt x="6154562" y="2252164"/>
                  </a:lnTo>
                  <a:lnTo>
                    <a:pt x="6155403" y="2254643"/>
                  </a:lnTo>
                  <a:lnTo>
                    <a:pt x="6156244" y="2257081"/>
                  </a:lnTo>
                  <a:lnTo>
                    <a:pt x="6157085" y="2259417"/>
                  </a:lnTo>
                  <a:lnTo>
                    <a:pt x="6157927" y="2261611"/>
                  </a:lnTo>
                  <a:lnTo>
                    <a:pt x="6158768" y="2264185"/>
                  </a:lnTo>
                  <a:lnTo>
                    <a:pt x="6159609" y="2266937"/>
                  </a:lnTo>
                  <a:lnTo>
                    <a:pt x="6160450" y="2269333"/>
                  </a:lnTo>
                  <a:lnTo>
                    <a:pt x="6161291" y="2271542"/>
                  </a:lnTo>
                  <a:lnTo>
                    <a:pt x="6162133" y="2273396"/>
                  </a:lnTo>
                  <a:lnTo>
                    <a:pt x="6162974" y="2274739"/>
                  </a:lnTo>
                  <a:lnTo>
                    <a:pt x="6163815" y="2275856"/>
                  </a:lnTo>
                  <a:lnTo>
                    <a:pt x="6164656" y="2276884"/>
                  </a:lnTo>
                  <a:lnTo>
                    <a:pt x="6165497" y="2277767"/>
                  </a:lnTo>
                  <a:lnTo>
                    <a:pt x="6166339" y="2277993"/>
                  </a:lnTo>
                  <a:lnTo>
                    <a:pt x="6167180" y="2277937"/>
                  </a:lnTo>
                  <a:lnTo>
                    <a:pt x="6168021" y="2277831"/>
                  </a:lnTo>
                  <a:lnTo>
                    <a:pt x="6168862" y="2277645"/>
                  </a:lnTo>
                  <a:lnTo>
                    <a:pt x="6169703" y="2277046"/>
                  </a:lnTo>
                  <a:lnTo>
                    <a:pt x="6170545" y="2276107"/>
                  </a:lnTo>
                  <a:lnTo>
                    <a:pt x="6171386" y="2274747"/>
                  </a:lnTo>
                  <a:lnTo>
                    <a:pt x="6172227" y="2273232"/>
                  </a:lnTo>
                  <a:lnTo>
                    <a:pt x="6173068" y="2271821"/>
                  </a:lnTo>
                  <a:lnTo>
                    <a:pt x="6173909" y="2270890"/>
                  </a:lnTo>
                  <a:lnTo>
                    <a:pt x="6174751" y="2269553"/>
                  </a:lnTo>
                  <a:lnTo>
                    <a:pt x="6175592" y="2267953"/>
                  </a:lnTo>
                  <a:lnTo>
                    <a:pt x="6176433" y="2266515"/>
                  </a:lnTo>
                  <a:lnTo>
                    <a:pt x="6177274" y="2265040"/>
                  </a:lnTo>
                  <a:lnTo>
                    <a:pt x="6178115" y="2263346"/>
                  </a:lnTo>
                  <a:lnTo>
                    <a:pt x="6178957" y="2261819"/>
                  </a:lnTo>
                  <a:lnTo>
                    <a:pt x="6179798" y="2260431"/>
                  </a:lnTo>
                  <a:lnTo>
                    <a:pt x="6180639" y="2259008"/>
                  </a:lnTo>
                  <a:lnTo>
                    <a:pt x="6181480" y="2258383"/>
                  </a:lnTo>
                  <a:lnTo>
                    <a:pt x="6182321" y="2258771"/>
                  </a:lnTo>
                  <a:lnTo>
                    <a:pt x="6183163" y="2259531"/>
                  </a:lnTo>
                  <a:lnTo>
                    <a:pt x="6184004" y="2260910"/>
                  </a:lnTo>
                  <a:lnTo>
                    <a:pt x="6184845" y="2262580"/>
                  </a:lnTo>
                  <a:lnTo>
                    <a:pt x="6185686" y="2264352"/>
                  </a:lnTo>
                  <a:lnTo>
                    <a:pt x="6186527" y="2266533"/>
                  </a:lnTo>
                  <a:lnTo>
                    <a:pt x="6187369" y="2269930"/>
                  </a:lnTo>
                  <a:lnTo>
                    <a:pt x="6188210" y="2273408"/>
                  </a:lnTo>
                  <a:lnTo>
                    <a:pt x="6189051" y="2277372"/>
                  </a:lnTo>
                  <a:lnTo>
                    <a:pt x="6189892" y="2281798"/>
                  </a:lnTo>
                  <a:lnTo>
                    <a:pt x="6190733" y="2286684"/>
                  </a:lnTo>
                  <a:lnTo>
                    <a:pt x="6191575" y="2291883"/>
                  </a:lnTo>
                  <a:lnTo>
                    <a:pt x="6192416" y="2297337"/>
                  </a:lnTo>
                  <a:lnTo>
                    <a:pt x="6193257" y="2303397"/>
                  </a:lnTo>
                  <a:lnTo>
                    <a:pt x="6194098" y="2308524"/>
                  </a:lnTo>
                  <a:lnTo>
                    <a:pt x="6194940" y="2313626"/>
                  </a:lnTo>
                  <a:lnTo>
                    <a:pt x="6195781" y="2318815"/>
                  </a:lnTo>
                  <a:lnTo>
                    <a:pt x="6196622" y="2323589"/>
                  </a:lnTo>
                  <a:lnTo>
                    <a:pt x="6197463" y="2328087"/>
                  </a:lnTo>
                  <a:lnTo>
                    <a:pt x="6198304" y="2332240"/>
                  </a:lnTo>
                  <a:lnTo>
                    <a:pt x="6199146" y="2336665"/>
                  </a:lnTo>
                  <a:lnTo>
                    <a:pt x="6199987" y="2341379"/>
                  </a:lnTo>
                  <a:lnTo>
                    <a:pt x="6200828" y="2346110"/>
                  </a:lnTo>
                  <a:lnTo>
                    <a:pt x="6201669" y="2350595"/>
                  </a:lnTo>
                  <a:lnTo>
                    <a:pt x="6202510" y="2354998"/>
                  </a:lnTo>
                  <a:lnTo>
                    <a:pt x="6203352" y="2360106"/>
                  </a:lnTo>
                  <a:lnTo>
                    <a:pt x="6204193" y="2365125"/>
                  </a:lnTo>
                  <a:lnTo>
                    <a:pt x="6205034" y="2369738"/>
                  </a:lnTo>
                  <a:lnTo>
                    <a:pt x="6205875" y="2374161"/>
                  </a:lnTo>
                  <a:lnTo>
                    <a:pt x="6206716" y="2378715"/>
                  </a:lnTo>
                  <a:lnTo>
                    <a:pt x="6207558" y="2383110"/>
                  </a:lnTo>
                  <a:lnTo>
                    <a:pt x="6208399" y="2387509"/>
                  </a:lnTo>
                  <a:lnTo>
                    <a:pt x="6209240" y="2391321"/>
                  </a:lnTo>
                  <a:lnTo>
                    <a:pt x="6210081" y="2395678"/>
                  </a:lnTo>
                  <a:lnTo>
                    <a:pt x="6210922" y="2400286"/>
                  </a:lnTo>
                  <a:lnTo>
                    <a:pt x="6211764" y="2404477"/>
                  </a:lnTo>
                  <a:lnTo>
                    <a:pt x="6212605" y="2407983"/>
                  </a:lnTo>
                  <a:lnTo>
                    <a:pt x="6213446" y="2411073"/>
                  </a:lnTo>
                  <a:lnTo>
                    <a:pt x="6214287" y="2414356"/>
                  </a:lnTo>
                  <a:lnTo>
                    <a:pt x="6215128" y="2417309"/>
                  </a:lnTo>
                  <a:lnTo>
                    <a:pt x="6215970" y="2419643"/>
                  </a:lnTo>
                  <a:lnTo>
                    <a:pt x="6216811" y="2421683"/>
                  </a:lnTo>
                  <a:lnTo>
                    <a:pt x="6217652" y="2423658"/>
                  </a:lnTo>
                  <a:lnTo>
                    <a:pt x="6218493" y="2425226"/>
                  </a:lnTo>
                  <a:lnTo>
                    <a:pt x="6219334" y="2426645"/>
                  </a:lnTo>
                  <a:lnTo>
                    <a:pt x="6220176" y="2427865"/>
                  </a:lnTo>
                  <a:lnTo>
                    <a:pt x="6221017" y="2429419"/>
                  </a:lnTo>
                  <a:lnTo>
                    <a:pt x="6221858" y="2431118"/>
                  </a:lnTo>
                  <a:lnTo>
                    <a:pt x="6222699" y="2432981"/>
                  </a:lnTo>
                  <a:lnTo>
                    <a:pt x="6223540" y="2434600"/>
                  </a:lnTo>
                  <a:lnTo>
                    <a:pt x="6224382" y="2435772"/>
                  </a:lnTo>
                  <a:lnTo>
                    <a:pt x="6225223" y="2436847"/>
                  </a:lnTo>
                  <a:lnTo>
                    <a:pt x="6226064" y="2438162"/>
                  </a:lnTo>
                  <a:lnTo>
                    <a:pt x="6226905" y="2439599"/>
                  </a:lnTo>
                  <a:lnTo>
                    <a:pt x="6227746" y="2441489"/>
                  </a:lnTo>
                  <a:lnTo>
                    <a:pt x="6228588" y="2443612"/>
                  </a:lnTo>
                  <a:lnTo>
                    <a:pt x="6229429" y="2446359"/>
                  </a:lnTo>
                  <a:lnTo>
                    <a:pt x="6230270" y="2449365"/>
                  </a:lnTo>
                  <a:lnTo>
                    <a:pt x="6231111" y="2452568"/>
                  </a:lnTo>
                  <a:lnTo>
                    <a:pt x="6231952" y="2455087"/>
                  </a:lnTo>
                  <a:lnTo>
                    <a:pt x="6232794" y="2458226"/>
                  </a:lnTo>
                  <a:lnTo>
                    <a:pt x="6233635" y="2461397"/>
                  </a:lnTo>
                  <a:lnTo>
                    <a:pt x="6234476" y="2464642"/>
                  </a:lnTo>
                  <a:lnTo>
                    <a:pt x="6235317" y="2467846"/>
                  </a:lnTo>
                  <a:lnTo>
                    <a:pt x="6236158" y="2471048"/>
                  </a:lnTo>
                  <a:lnTo>
                    <a:pt x="6237000" y="2474708"/>
                  </a:lnTo>
                  <a:lnTo>
                    <a:pt x="6237841" y="2478691"/>
                  </a:lnTo>
                  <a:lnTo>
                    <a:pt x="6238682" y="2482620"/>
                  </a:lnTo>
                  <a:lnTo>
                    <a:pt x="6239523" y="2486530"/>
                  </a:lnTo>
                  <a:lnTo>
                    <a:pt x="6240364" y="2490358"/>
                  </a:lnTo>
                  <a:lnTo>
                    <a:pt x="6241206" y="2494163"/>
                  </a:lnTo>
                  <a:lnTo>
                    <a:pt x="6242047" y="2497789"/>
                  </a:lnTo>
                  <a:lnTo>
                    <a:pt x="6242888" y="2501183"/>
                  </a:lnTo>
                  <a:lnTo>
                    <a:pt x="6243729" y="2504483"/>
                  </a:lnTo>
                  <a:lnTo>
                    <a:pt x="6244570" y="2508061"/>
                  </a:lnTo>
                  <a:lnTo>
                    <a:pt x="6245412" y="2511313"/>
                  </a:lnTo>
                  <a:lnTo>
                    <a:pt x="6246253" y="2514770"/>
                  </a:lnTo>
                  <a:lnTo>
                    <a:pt x="6247094" y="2518371"/>
                  </a:lnTo>
                  <a:lnTo>
                    <a:pt x="6247935" y="2522208"/>
                  </a:lnTo>
                  <a:lnTo>
                    <a:pt x="6248776" y="2526393"/>
                  </a:lnTo>
                  <a:lnTo>
                    <a:pt x="6249618" y="2530763"/>
                  </a:lnTo>
                  <a:lnTo>
                    <a:pt x="6250459" y="2535223"/>
                  </a:lnTo>
                  <a:lnTo>
                    <a:pt x="6251300" y="2539659"/>
                  </a:lnTo>
                  <a:lnTo>
                    <a:pt x="6252141" y="2543135"/>
                  </a:lnTo>
                  <a:lnTo>
                    <a:pt x="6252982" y="2546275"/>
                  </a:lnTo>
                  <a:lnTo>
                    <a:pt x="6253824" y="2549525"/>
                  </a:lnTo>
                  <a:lnTo>
                    <a:pt x="6254665" y="2552977"/>
                  </a:lnTo>
                  <a:lnTo>
                    <a:pt x="6255506" y="2556484"/>
                  </a:lnTo>
                  <a:lnTo>
                    <a:pt x="6256347" y="2560090"/>
                  </a:lnTo>
                  <a:lnTo>
                    <a:pt x="6257188" y="2563343"/>
                  </a:lnTo>
                  <a:lnTo>
                    <a:pt x="6258030" y="2566369"/>
                  </a:lnTo>
                  <a:lnTo>
                    <a:pt x="6258871" y="2569385"/>
                  </a:lnTo>
                  <a:lnTo>
                    <a:pt x="6259712" y="2571901"/>
                  </a:lnTo>
                  <a:lnTo>
                    <a:pt x="6260553" y="2573922"/>
                  </a:lnTo>
                  <a:lnTo>
                    <a:pt x="6261394" y="2575400"/>
                  </a:lnTo>
                  <a:lnTo>
                    <a:pt x="6262236" y="2576658"/>
                  </a:lnTo>
                  <a:lnTo>
                    <a:pt x="6263077" y="2577664"/>
                  </a:lnTo>
                  <a:lnTo>
                    <a:pt x="6263918" y="2578671"/>
                  </a:lnTo>
                  <a:lnTo>
                    <a:pt x="6264759" y="2579975"/>
                  </a:lnTo>
                  <a:lnTo>
                    <a:pt x="6265600" y="2581303"/>
                  </a:lnTo>
                  <a:lnTo>
                    <a:pt x="6266442" y="2582836"/>
                  </a:lnTo>
                  <a:lnTo>
                    <a:pt x="6267283" y="2583939"/>
                  </a:lnTo>
                  <a:lnTo>
                    <a:pt x="6268124" y="2584527"/>
                  </a:lnTo>
                  <a:lnTo>
                    <a:pt x="6268965" y="2584751"/>
                  </a:lnTo>
                  <a:lnTo>
                    <a:pt x="6269807" y="2584714"/>
                  </a:lnTo>
                  <a:lnTo>
                    <a:pt x="6270648" y="2584636"/>
                  </a:lnTo>
                  <a:lnTo>
                    <a:pt x="6271489" y="2584192"/>
                  </a:lnTo>
                  <a:lnTo>
                    <a:pt x="6272330" y="2583570"/>
                  </a:lnTo>
                  <a:lnTo>
                    <a:pt x="6273171" y="2582839"/>
                  </a:lnTo>
                  <a:lnTo>
                    <a:pt x="6274013" y="2582062"/>
                  </a:lnTo>
                  <a:lnTo>
                    <a:pt x="6274854" y="2581128"/>
                  </a:lnTo>
                  <a:lnTo>
                    <a:pt x="6275695" y="2580249"/>
                  </a:lnTo>
                  <a:lnTo>
                    <a:pt x="6276536" y="2579011"/>
                  </a:lnTo>
                  <a:lnTo>
                    <a:pt x="6277377" y="2577645"/>
                  </a:lnTo>
                  <a:lnTo>
                    <a:pt x="6278219" y="2576271"/>
                  </a:lnTo>
                  <a:lnTo>
                    <a:pt x="6279060" y="2574528"/>
                  </a:lnTo>
                  <a:lnTo>
                    <a:pt x="6279901" y="2572468"/>
                  </a:lnTo>
                  <a:lnTo>
                    <a:pt x="6280742" y="2570349"/>
                  </a:lnTo>
                  <a:lnTo>
                    <a:pt x="6281583" y="2568252"/>
                  </a:lnTo>
                  <a:lnTo>
                    <a:pt x="6282425" y="2566055"/>
                  </a:lnTo>
                  <a:lnTo>
                    <a:pt x="6283266" y="2563892"/>
                  </a:lnTo>
                  <a:lnTo>
                    <a:pt x="6284107" y="2561899"/>
                  </a:lnTo>
                  <a:lnTo>
                    <a:pt x="6284948" y="2560193"/>
                  </a:lnTo>
                  <a:lnTo>
                    <a:pt x="6285789" y="2558720"/>
                  </a:lnTo>
                  <a:lnTo>
                    <a:pt x="6286631" y="2557488"/>
                  </a:lnTo>
                  <a:lnTo>
                    <a:pt x="6287472" y="2556571"/>
                  </a:lnTo>
                  <a:lnTo>
                    <a:pt x="6288313" y="2555715"/>
                  </a:lnTo>
                  <a:lnTo>
                    <a:pt x="6289154" y="2555010"/>
                  </a:lnTo>
                  <a:lnTo>
                    <a:pt x="6289995" y="2554489"/>
                  </a:lnTo>
                  <a:lnTo>
                    <a:pt x="6290837" y="2554212"/>
                  </a:lnTo>
                  <a:lnTo>
                    <a:pt x="6291678" y="2554162"/>
                  </a:lnTo>
                  <a:lnTo>
                    <a:pt x="6292519" y="2554383"/>
                  </a:lnTo>
                  <a:lnTo>
                    <a:pt x="6293360" y="2554849"/>
                  </a:lnTo>
                  <a:lnTo>
                    <a:pt x="6294201" y="2555310"/>
                  </a:lnTo>
                  <a:lnTo>
                    <a:pt x="6295043" y="2555951"/>
                  </a:lnTo>
                  <a:lnTo>
                    <a:pt x="6295884" y="2556592"/>
                  </a:lnTo>
                  <a:lnTo>
                    <a:pt x="6296725" y="2557046"/>
                  </a:lnTo>
                  <a:lnTo>
                    <a:pt x="6297566" y="2557648"/>
                  </a:lnTo>
                  <a:lnTo>
                    <a:pt x="6298407" y="2558252"/>
                  </a:lnTo>
                  <a:lnTo>
                    <a:pt x="6299249" y="2558853"/>
                  </a:lnTo>
                  <a:lnTo>
                    <a:pt x="6300090" y="2559082"/>
                  </a:lnTo>
                  <a:lnTo>
                    <a:pt x="6300931" y="2559245"/>
                  </a:lnTo>
                  <a:lnTo>
                    <a:pt x="6301772" y="2559369"/>
                  </a:lnTo>
                  <a:lnTo>
                    <a:pt x="6302613" y="2559164"/>
                  </a:lnTo>
                  <a:lnTo>
                    <a:pt x="6303455" y="2558633"/>
                  </a:lnTo>
                  <a:lnTo>
                    <a:pt x="6304296" y="2557663"/>
                  </a:lnTo>
                  <a:lnTo>
                    <a:pt x="6305137" y="2556662"/>
                  </a:lnTo>
                  <a:lnTo>
                    <a:pt x="6305978" y="2555726"/>
                  </a:lnTo>
                  <a:lnTo>
                    <a:pt x="6306819" y="2554900"/>
                  </a:lnTo>
                  <a:lnTo>
                    <a:pt x="6307661" y="2554209"/>
                  </a:lnTo>
                  <a:lnTo>
                    <a:pt x="6308502" y="2553766"/>
                  </a:lnTo>
                  <a:lnTo>
                    <a:pt x="6309343" y="2553622"/>
                  </a:lnTo>
                  <a:lnTo>
                    <a:pt x="6310184" y="2553306"/>
                  </a:lnTo>
                  <a:lnTo>
                    <a:pt x="6311025" y="2552940"/>
                  </a:lnTo>
                  <a:lnTo>
                    <a:pt x="6311867" y="2552313"/>
                  </a:lnTo>
                  <a:lnTo>
                    <a:pt x="6312708" y="2552161"/>
                  </a:lnTo>
                  <a:lnTo>
                    <a:pt x="6313549" y="2552371"/>
                  </a:lnTo>
                  <a:lnTo>
                    <a:pt x="6314390" y="2552848"/>
                  </a:lnTo>
                  <a:lnTo>
                    <a:pt x="6315231" y="2553362"/>
                  </a:lnTo>
                  <a:lnTo>
                    <a:pt x="6316073" y="2553860"/>
                  </a:lnTo>
                  <a:lnTo>
                    <a:pt x="6316914" y="2554336"/>
                  </a:lnTo>
                  <a:lnTo>
                    <a:pt x="6317755" y="2554980"/>
                  </a:lnTo>
                  <a:lnTo>
                    <a:pt x="6318596" y="2555511"/>
                  </a:lnTo>
                  <a:lnTo>
                    <a:pt x="6319437" y="2556043"/>
                  </a:lnTo>
                  <a:lnTo>
                    <a:pt x="6320279" y="2556466"/>
                  </a:lnTo>
                  <a:lnTo>
                    <a:pt x="6321120" y="2556797"/>
                  </a:lnTo>
                  <a:lnTo>
                    <a:pt x="6321961" y="2556942"/>
                  </a:lnTo>
                  <a:lnTo>
                    <a:pt x="6322802" y="2556902"/>
                  </a:lnTo>
                  <a:lnTo>
                    <a:pt x="6323643" y="2556779"/>
                  </a:lnTo>
                  <a:lnTo>
                    <a:pt x="6324485" y="2556726"/>
                  </a:lnTo>
                  <a:lnTo>
                    <a:pt x="6325326" y="2556566"/>
                  </a:lnTo>
                  <a:lnTo>
                    <a:pt x="6326167" y="2556757"/>
                  </a:lnTo>
                  <a:lnTo>
                    <a:pt x="6327008" y="2556595"/>
                  </a:lnTo>
                  <a:lnTo>
                    <a:pt x="6327849" y="2556523"/>
                  </a:lnTo>
                  <a:lnTo>
                    <a:pt x="6328691" y="2556814"/>
                  </a:lnTo>
                  <a:lnTo>
                    <a:pt x="6329532" y="2557599"/>
                  </a:lnTo>
                  <a:lnTo>
                    <a:pt x="6330373" y="2558570"/>
                  </a:lnTo>
                  <a:lnTo>
                    <a:pt x="6331214" y="2559890"/>
                  </a:lnTo>
                  <a:lnTo>
                    <a:pt x="6332055" y="2561233"/>
                  </a:lnTo>
                  <a:lnTo>
                    <a:pt x="6332897" y="2562690"/>
                  </a:lnTo>
                  <a:lnTo>
                    <a:pt x="6333738" y="2564171"/>
                  </a:lnTo>
                  <a:lnTo>
                    <a:pt x="6334579" y="2565798"/>
                  </a:lnTo>
                  <a:lnTo>
                    <a:pt x="6335420" y="2567652"/>
                  </a:lnTo>
                  <a:lnTo>
                    <a:pt x="6336261" y="2569076"/>
                  </a:lnTo>
                  <a:lnTo>
                    <a:pt x="6337103" y="2570582"/>
                  </a:lnTo>
                  <a:lnTo>
                    <a:pt x="6337944" y="2572395"/>
                  </a:lnTo>
                  <a:lnTo>
                    <a:pt x="6338785" y="2573892"/>
                  </a:lnTo>
                  <a:lnTo>
                    <a:pt x="6339626" y="2575171"/>
                  </a:lnTo>
                  <a:lnTo>
                    <a:pt x="6340468" y="2575865"/>
                  </a:lnTo>
                  <a:lnTo>
                    <a:pt x="6341309" y="2576123"/>
                  </a:lnTo>
                  <a:lnTo>
                    <a:pt x="6342150" y="2575518"/>
                  </a:lnTo>
                  <a:lnTo>
                    <a:pt x="6342991" y="2575018"/>
                  </a:lnTo>
                  <a:lnTo>
                    <a:pt x="6343832" y="2574781"/>
                  </a:lnTo>
                  <a:lnTo>
                    <a:pt x="6344674" y="2574373"/>
                  </a:lnTo>
                  <a:lnTo>
                    <a:pt x="6345515" y="2574004"/>
                  </a:lnTo>
                  <a:lnTo>
                    <a:pt x="6346356" y="2573875"/>
                  </a:lnTo>
                  <a:lnTo>
                    <a:pt x="6347197" y="2573435"/>
                  </a:lnTo>
                  <a:lnTo>
                    <a:pt x="6348038" y="2572929"/>
                  </a:lnTo>
                  <a:lnTo>
                    <a:pt x="6348880" y="2573165"/>
                  </a:lnTo>
                  <a:lnTo>
                    <a:pt x="6349721" y="2573386"/>
                  </a:lnTo>
                  <a:lnTo>
                    <a:pt x="6350562" y="2573170"/>
                  </a:lnTo>
                  <a:lnTo>
                    <a:pt x="6351403" y="2573020"/>
                  </a:lnTo>
                  <a:lnTo>
                    <a:pt x="6352244" y="2573022"/>
                  </a:lnTo>
                  <a:lnTo>
                    <a:pt x="6353086" y="2573232"/>
                  </a:lnTo>
                  <a:lnTo>
                    <a:pt x="6353927" y="2573851"/>
                  </a:lnTo>
                  <a:lnTo>
                    <a:pt x="6354768" y="2574653"/>
                  </a:lnTo>
                  <a:lnTo>
                    <a:pt x="6355609" y="2575268"/>
                  </a:lnTo>
                  <a:lnTo>
                    <a:pt x="6356450" y="2575540"/>
                  </a:lnTo>
                  <a:lnTo>
                    <a:pt x="6357292" y="2575899"/>
                  </a:lnTo>
                  <a:lnTo>
                    <a:pt x="6358133" y="2575832"/>
                  </a:lnTo>
                  <a:lnTo>
                    <a:pt x="6358974" y="2575480"/>
                  </a:lnTo>
                  <a:lnTo>
                    <a:pt x="6359815" y="2575487"/>
                  </a:lnTo>
                  <a:lnTo>
                    <a:pt x="6360656" y="2575480"/>
                  </a:lnTo>
                  <a:lnTo>
                    <a:pt x="6361498" y="2575115"/>
                  </a:lnTo>
                  <a:lnTo>
                    <a:pt x="6362339" y="2574681"/>
                  </a:lnTo>
                  <a:lnTo>
                    <a:pt x="6363180" y="2574042"/>
                  </a:lnTo>
                  <a:lnTo>
                    <a:pt x="6364021" y="2573336"/>
                  </a:lnTo>
                  <a:lnTo>
                    <a:pt x="6364862" y="2572833"/>
                  </a:lnTo>
                  <a:lnTo>
                    <a:pt x="6365704" y="2572555"/>
                  </a:lnTo>
                  <a:lnTo>
                    <a:pt x="6366545" y="2571932"/>
                  </a:lnTo>
                  <a:lnTo>
                    <a:pt x="6367386" y="2570952"/>
                  </a:lnTo>
                  <a:lnTo>
                    <a:pt x="6368227" y="2569940"/>
                  </a:lnTo>
                  <a:lnTo>
                    <a:pt x="6369068" y="2568847"/>
                  </a:lnTo>
                  <a:lnTo>
                    <a:pt x="6369910" y="2567503"/>
                  </a:lnTo>
                  <a:lnTo>
                    <a:pt x="6370751" y="2566392"/>
                  </a:lnTo>
                  <a:lnTo>
                    <a:pt x="6371592" y="2565004"/>
                  </a:lnTo>
                  <a:lnTo>
                    <a:pt x="6372433" y="2563441"/>
                  </a:lnTo>
                  <a:lnTo>
                    <a:pt x="6373274" y="2561856"/>
                  </a:lnTo>
                  <a:lnTo>
                    <a:pt x="6374116" y="2560391"/>
                  </a:lnTo>
                  <a:lnTo>
                    <a:pt x="6374957" y="2558959"/>
                  </a:lnTo>
                  <a:lnTo>
                    <a:pt x="6375798" y="2557777"/>
                  </a:lnTo>
                  <a:lnTo>
                    <a:pt x="6376639" y="2556617"/>
                  </a:lnTo>
                  <a:lnTo>
                    <a:pt x="6377480" y="2555487"/>
                  </a:lnTo>
                  <a:lnTo>
                    <a:pt x="6378322" y="2554271"/>
                  </a:lnTo>
                  <a:lnTo>
                    <a:pt x="6379163" y="2553407"/>
                  </a:lnTo>
                  <a:lnTo>
                    <a:pt x="6380004" y="2552307"/>
                  </a:lnTo>
                  <a:lnTo>
                    <a:pt x="6380845" y="2551264"/>
                  </a:lnTo>
                  <a:lnTo>
                    <a:pt x="6381686" y="2550301"/>
                  </a:lnTo>
                  <a:lnTo>
                    <a:pt x="6382528" y="2549677"/>
                  </a:lnTo>
                  <a:lnTo>
                    <a:pt x="6383369" y="2549137"/>
                  </a:lnTo>
                  <a:lnTo>
                    <a:pt x="6384210" y="2548885"/>
                  </a:lnTo>
                  <a:lnTo>
                    <a:pt x="6385051" y="2548579"/>
                  </a:lnTo>
                  <a:lnTo>
                    <a:pt x="6385892" y="2548333"/>
                  </a:lnTo>
                  <a:lnTo>
                    <a:pt x="6386734" y="2548262"/>
                  </a:lnTo>
                  <a:lnTo>
                    <a:pt x="6387575" y="2548239"/>
                  </a:lnTo>
                  <a:lnTo>
                    <a:pt x="6388416" y="2548186"/>
                  </a:lnTo>
                  <a:lnTo>
                    <a:pt x="6389257" y="2548056"/>
                  </a:lnTo>
                  <a:lnTo>
                    <a:pt x="6390098" y="2547927"/>
                  </a:lnTo>
                  <a:lnTo>
                    <a:pt x="6390940" y="2547837"/>
                  </a:lnTo>
                  <a:lnTo>
                    <a:pt x="6391781" y="2547780"/>
                  </a:lnTo>
                  <a:lnTo>
                    <a:pt x="6392622" y="2547911"/>
                  </a:lnTo>
                  <a:lnTo>
                    <a:pt x="6393463" y="2548274"/>
                  </a:lnTo>
                  <a:lnTo>
                    <a:pt x="6394304" y="2548434"/>
                  </a:lnTo>
                  <a:lnTo>
                    <a:pt x="6395146" y="2548355"/>
                  </a:lnTo>
                  <a:lnTo>
                    <a:pt x="6395987" y="2548196"/>
                  </a:lnTo>
                  <a:lnTo>
                    <a:pt x="6396828" y="2547961"/>
                  </a:lnTo>
                  <a:lnTo>
                    <a:pt x="6397669" y="2547288"/>
                  </a:lnTo>
                  <a:lnTo>
                    <a:pt x="6398510" y="2546458"/>
                  </a:lnTo>
                  <a:lnTo>
                    <a:pt x="6399352" y="2545473"/>
                  </a:lnTo>
                  <a:lnTo>
                    <a:pt x="6400193" y="2544512"/>
                  </a:lnTo>
                  <a:lnTo>
                    <a:pt x="6401034" y="2543080"/>
                  </a:lnTo>
                  <a:lnTo>
                    <a:pt x="6401875" y="2541552"/>
                  </a:lnTo>
                  <a:lnTo>
                    <a:pt x="6402716" y="2539811"/>
                  </a:lnTo>
                  <a:lnTo>
                    <a:pt x="6403558" y="2537584"/>
                  </a:lnTo>
                  <a:lnTo>
                    <a:pt x="6404399" y="2535129"/>
                  </a:lnTo>
                  <a:lnTo>
                    <a:pt x="6405240" y="2531941"/>
                  </a:lnTo>
                  <a:lnTo>
                    <a:pt x="6406081" y="2528220"/>
                  </a:lnTo>
                  <a:lnTo>
                    <a:pt x="6406922" y="2524377"/>
                  </a:lnTo>
                  <a:lnTo>
                    <a:pt x="6407764" y="2520245"/>
                  </a:lnTo>
                  <a:lnTo>
                    <a:pt x="6408605" y="2515424"/>
                  </a:lnTo>
                  <a:lnTo>
                    <a:pt x="6409446" y="2510645"/>
                  </a:lnTo>
                  <a:lnTo>
                    <a:pt x="6410287" y="2505651"/>
                  </a:lnTo>
                  <a:lnTo>
                    <a:pt x="6411129" y="2500276"/>
                  </a:lnTo>
                  <a:lnTo>
                    <a:pt x="6411970" y="2494610"/>
                  </a:lnTo>
                  <a:lnTo>
                    <a:pt x="6412811" y="2488346"/>
                  </a:lnTo>
                  <a:lnTo>
                    <a:pt x="6413652" y="2482396"/>
                  </a:lnTo>
                  <a:lnTo>
                    <a:pt x="6414493" y="2476528"/>
                  </a:lnTo>
                  <a:lnTo>
                    <a:pt x="6415335" y="2470976"/>
                  </a:lnTo>
                  <a:lnTo>
                    <a:pt x="6416176" y="2466200"/>
                  </a:lnTo>
                  <a:lnTo>
                    <a:pt x="6417017" y="2461999"/>
                  </a:lnTo>
                  <a:lnTo>
                    <a:pt x="6417858" y="2458487"/>
                  </a:lnTo>
                  <a:lnTo>
                    <a:pt x="6418699" y="2455589"/>
                  </a:lnTo>
                  <a:lnTo>
                    <a:pt x="6419541" y="2453136"/>
                  </a:lnTo>
                  <a:lnTo>
                    <a:pt x="6420382" y="2450902"/>
                  </a:lnTo>
                  <a:lnTo>
                    <a:pt x="6421223" y="2448887"/>
                  </a:lnTo>
                  <a:lnTo>
                    <a:pt x="6422064" y="2446782"/>
                  </a:lnTo>
                  <a:lnTo>
                    <a:pt x="6422905" y="2444791"/>
                  </a:lnTo>
                  <a:lnTo>
                    <a:pt x="6423747" y="2443529"/>
                  </a:lnTo>
                  <a:lnTo>
                    <a:pt x="6424588" y="2442541"/>
                  </a:lnTo>
                  <a:lnTo>
                    <a:pt x="6425429" y="2441966"/>
                  </a:lnTo>
                  <a:lnTo>
                    <a:pt x="6426270" y="2441797"/>
                  </a:lnTo>
                  <a:lnTo>
                    <a:pt x="6427111" y="2441958"/>
                  </a:lnTo>
                  <a:lnTo>
                    <a:pt x="6427953" y="2442371"/>
                  </a:lnTo>
                  <a:lnTo>
                    <a:pt x="6428794" y="2442865"/>
                  </a:lnTo>
                  <a:lnTo>
                    <a:pt x="6429635" y="2443321"/>
                  </a:lnTo>
                  <a:lnTo>
                    <a:pt x="6430476" y="2443176"/>
                  </a:lnTo>
                  <a:lnTo>
                    <a:pt x="6431317" y="2443018"/>
                  </a:lnTo>
                  <a:lnTo>
                    <a:pt x="6432159" y="2442598"/>
                  </a:lnTo>
                  <a:lnTo>
                    <a:pt x="6433000" y="2441348"/>
                  </a:lnTo>
                  <a:lnTo>
                    <a:pt x="6433841" y="2439900"/>
                  </a:lnTo>
                  <a:lnTo>
                    <a:pt x="6434682" y="2438437"/>
                  </a:lnTo>
                  <a:lnTo>
                    <a:pt x="6435523" y="2436769"/>
                  </a:lnTo>
                  <a:lnTo>
                    <a:pt x="6436365" y="2435367"/>
                  </a:lnTo>
                  <a:lnTo>
                    <a:pt x="6437206" y="2434221"/>
                  </a:lnTo>
                  <a:lnTo>
                    <a:pt x="6438047" y="2433024"/>
                  </a:lnTo>
                  <a:lnTo>
                    <a:pt x="6438888" y="2431746"/>
                  </a:lnTo>
                  <a:lnTo>
                    <a:pt x="6439729" y="2430220"/>
                  </a:lnTo>
                  <a:lnTo>
                    <a:pt x="6440571" y="2428965"/>
                  </a:lnTo>
                  <a:lnTo>
                    <a:pt x="6441412" y="2427663"/>
                  </a:lnTo>
                  <a:lnTo>
                    <a:pt x="6442253" y="2426177"/>
                  </a:lnTo>
                  <a:lnTo>
                    <a:pt x="6443094" y="2424941"/>
                  </a:lnTo>
                  <a:lnTo>
                    <a:pt x="6443935" y="2423594"/>
                  </a:lnTo>
                  <a:lnTo>
                    <a:pt x="6444777" y="2422339"/>
                  </a:lnTo>
                  <a:lnTo>
                    <a:pt x="6445618" y="2421363"/>
                  </a:lnTo>
                  <a:lnTo>
                    <a:pt x="6446459" y="2420389"/>
                  </a:lnTo>
                  <a:lnTo>
                    <a:pt x="6447300" y="2419682"/>
                  </a:lnTo>
                  <a:lnTo>
                    <a:pt x="6448141" y="2419297"/>
                  </a:lnTo>
                  <a:lnTo>
                    <a:pt x="6448983" y="2418893"/>
                  </a:lnTo>
                  <a:lnTo>
                    <a:pt x="6449824" y="2418557"/>
                  </a:lnTo>
                  <a:lnTo>
                    <a:pt x="6450665" y="2418454"/>
                  </a:lnTo>
                  <a:lnTo>
                    <a:pt x="6451506" y="2418404"/>
                  </a:lnTo>
                  <a:lnTo>
                    <a:pt x="6452347" y="2418168"/>
                  </a:lnTo>
                  <a:lnTo>
                    <a:pt x="6453189" y="2417791"/>
                  </a:lnTo>
                  <a:lnTo>
                    <a:pt x="6454030" y="2417215"/>
                  </a:lnTo>
                  <a:lnTo>
                    <a:pt x="6454871" y="2416599"/>
                  </a:lnTo>
                  <a:lnTo>
                    <a:pt x="6455712" y="2415716"/>
                  </a:lnTo>
                  <a:lnTo>
                    <a:pt x="6456553" y="2414651"/>
                  </a:lnTo>
                  <a:lnTo>
                    <a:pt x="6457395" y="2413493"/>
                  </a:lnTo>
                  <a:lnTo>
                    <a:pt x="6458236" y="2412213"/>
                  </a:lnTo>
                  <a:lnTo>
                    <a:pt x="6459077" y="2410825"/>
                  </a:lnTo>
                  <a:lnTo>
                    <a:pt x="6459918" y="2409242"/>
                  </a:lnTo>
                  <a:lnTo>
                    <a:pt x="6460759" y="2407349"/>
                  </a:lnTo>
                  <a:lnTo>
                    <a:pt x="6461601" y="2405161"/>
                  </a:lnTo>
                  <a:lnTo>
                    <a:pt x="6462442" y="2402722"/>
                  </a:lnTo>
                  <a:lnTo>
                    <a:pt x="6463283" y="2399247"/>
                  </a:lnTo>
                  <a:lnTo>
                    <a:pt x="6464124" y="2395194"/>
                  </a:lnTo>
                  <a:lnTo>
                    <a:pt x="6464965" y="2390896"/>
                  </a:lnTo>
                  <a:lnTo>
                    <a:pt x="6465807" y="2386549"/>
                  </a:lnTo>
                  <a:lnTo>
                    <a:pt x="6466648" y="2381975"/>
                  </a:lnTo>
                  <a:lnTo>
                    <a:pt x="6467489" y="2377352"/>
                  </a:lnTo>
                  <a:lnTo>
                    <a:pt x="6468330" y="2373120"/>
                  </a:lnTo>
                  <a:lnTo>
                    <a:pt x="6469171" y="2369937"/>
                  </a:lnTo>
                  <a:lnTo>
                    <a:pt x="6470013" y="2366588"/>
                  </a:lnTo>
                  <a:lnTo>
                    <a:pt x="6470854" y="2363843"/>
                  </a:lnTo>
                  <a:lnTo>
                    <a:pt x="6471695" y="2361561"/>
                  </a:lnTo>
                  <a:lnTo>
                    <a:pt x="6472536" y="2359053"/>
                  </a:lnTo>
                  <a:lnTo>
                    <a:pt x="6473377" y="2356709"/>
                  </a:lnTo>
                  <a:lnTo>
                    <a:pt x="6474219" y="2354501"/>
                  </a:lnTo>
                  <a:lnTo>
                    <a:pt x="6475060" y="2352342"/>
                  </a:lnTo>
                  <a:lnTo>
                    <a:pt x="6475901" y="2350295"/>
                  </a:lnTo>
                  <a:lnTo>
                    <a:pt x="6476742" y="2348469"/>
                  </a:lnTo>
                  <a:lnTo>
                    <a:pt x="6477583" y="2346878"/>
                  </a:lnTo>
                  <a:lnTo>
                    <a:pt x="6478425" y="2345418"/>
                  </a:lnTo>
                  <a:lnTo>
                    <a:pt x="6479266" y="2343997"/>
                  </a:lnTo>
                  <a:lnTo>
                    <a:pt x="6480107" y="2342372"/>
                  </a:lnTo>
                  <a:lnTo>
                    <a:pt x="6480948" y="2340210"/>
                  </a:lnTo>
                  <a:lnTo>
                    <a:pt x="6481790" y="2337830"/>
                  </a:lnTo>
                  <a:lnTo>
                    <a:pt x="6482631" y="2335692"/>
                  </a:lnTo>
                  <a:lnTo>
                    <a:pt x="6483472" y="2333135"/>
                  </a:lnTo>
                  <a:lnTo>
                    <a:pt x="6484313" y="2330727"/>
                  </a:lnTo>
                  <a:lnTo>
                    <a:pt x="6485154" y="2327536"/>
                  </a:lnTo>
                  <a:lnTo>
                    <a:pt x="6485996" y="2324242"/>
                  </a:lnTo>
                  <a:lnTo>
                    <a:pt x="6486837" y="2320868"/>
                  </a:lnTo>
                  <a:lnTo>
                    <a:pt x="6487678" y="2316547"/>
                  </a:lnTo>
                  <a:lnTo>
                    <a:pt x="6488519" y="2311294"/>
                  </a:lnTo>
                  <a:lnTo>
                    <a:pt x="6489360" y="2306662"/>
                  </a:lnTo>
                  <a:lnTo>
                    <a:pt x="6490202" y="2302333"/>
                  </a:lnTo>
                  <a:lnTo>
                    <a:pt x="6491043" y="2297793"/>
                  </a:lnTo>
                  <a:lnTo>
                    <a:pt x="6491884" y="2293076"/>
                  </a:lnTo>
                  <a:lnTo>
                    <a:pt x="6492725" y="2288519"/>
                  </a:lnTo>
                  <a:lnTo>
                    <a:pt x="6493566" y="2284680"/>
                  </a:lnTo>
                  <a:lnTo>
                    <a:pt x="6494408" y="2280600"/>
                  </a:lnTo>
                  <a:lnTo>
                    <a:pt x="6495249" y="2276108"/>
                  </a:lnTo>
                  <a:lnTo>
                    <a:pt x="6496090" y="2270970"/>
                  </a:lnTo>
                  <a:lnTo>
                    <a:pt x="6496931" y="2265243"/>
                  </a:lnTo>
                  <a:lnTo>
                    <a:pt x="6497772" y="2259556"/>
                  </a:lnTo>
                  <a:lnTo>
                    <a:pt x="6498614" y="2253750"/>
                  </a:lnTo>
                  <a:lnTo>
                    <a:pt x="6499455" y="2247869"/>
                  </a:lnTo>
                  <a:lnTo>
                    <a:pt x="6500296" y="2242283"/>
                  </a:lnTo>
                  <a:lnTo>
                    <a:pt x="6501137" y="2237040"/>
                  </a:lnTo>
                  <a:lnTo>
                    <a:pt x="6501978" y="2232072"/>
                  </a:lnTo>
                  <a:lnTo>
                    <a:pt x="6502820" y="2226716"/>
                  </a:lnTo>
                  <a:lnTo>
                    <a:pt x="6503661" y="2220934"/>
                  </a:lnTo>
                  <a:lnTo>
                    <a:pt x="6504502" y="2215903"/>
                  </a:lnTo>
                  <a:lnTo>
                    <a:pt x="6505343" y="2211164"/>
                  </a:lnTo>
                  <a:lnTo>
                    <a:pt x="6506184" y="2206704"/>
                  </a:lnTo>
                  <a:lnTo>
                    <a:pt x="6507026" y="2203019"/>
                  </a:lnTo>
                  <a:lnTo>
                    <a:pt x="6507867" y="2200571"/>
                  </a:lnTo>
                  <a:lnTo>
                    <a:pt x="6508708" y="2199006"/>
                  </a:lnTo>
                  <a:lnTo>
                    <a:pt x="6509549" y="2198036"/>
                  </a:lnTo>
                  <a:lnTo>
                    <a:pt x="6510390" y="2197215"/>
                  </a:lnTo>
                  <a:lnTo>
                    <a:pt x="6511232" y="2196314"/>
                  </a:lnTo>
                  <a:lnTo>
                    <a:pt x="6512073" y="2194800"/>
                  </a:lnTo>
                  <a:lnTo>
                    <a:pt x="6512914" y="2193861"/>
                  </a:lnTo>
                  <a:lnTo>
                    <a:pt x="6513755" y="2193003"/>
                  </a:lnTo>
                  <a:lnTo>
                    <a:pt x="6514596" y="2191684"/>
                  </a:lnTo>
                  <a:lnTo>
                    <a:pt x="6515438" y="2190405"/>
                  </a:lnTo>
                  <a:lnTo>
                    <a:pt x="6516279" y="2189175"/>
                  </a:lnTo>
                  <a:lnTo>
                    <a:pt x="6517120" y="2187370"/>
                  </a:lnTo>
                  <a:lnTo>
                    <a:pt x="6517961" y="2184909"/>
                  </a:lnTo>
                  <a:lnTo>
                    <a:pt x="6518802" y="2182036"/>
                  </a:lnTo>
                  <a:lnTo>
                    <a:pt x="6519644" y="2178580"/>
                  </a:lnTo>
                  <a:lnTo>
                    <a:pt x="6520485" y="2174258"/>
                  </a:lnTo>
                  <a:lnTo>
                    <a:pt x="6521326" y="2169051"/>
                  </a:lnTo>
                  <a:lnTo>
                    <a:pt x="6522167" y="2163601"/>
                  </a:lnTo>
                  <a:lnTo>
                    <a:pt x="6523008" y="2158083"/>
                  </a:lnTo>
                  <a:lnTo>
                    <a:pt x="6523850" y="2152944"/>
                  </a:lnTo>
                  <a:lnTo>
                    <a:pt x="6524691" y="2148216"/>
                  </a:lnTo>
                  <a:lnTo>
                    <a:pt x="6525532" y="2143077"/>
                  </a:lnTo>
                  <a:lnTo>
                    <a:pt x="6526373" y="2138258"/>
                  </a:lnTo>
                  <a:lnTo>
                    <a:pt x="6527214" y="2133711"/>
                  </a:lnTo>
                  <a:lnTo>
                    <a:pt x="6528056" y="2128971"/>
                  </a:lnTo>
                  <a:lnTo>
                    <a:pt x="6528897" y="2124328"/>
                  </a:lnTo>
                  <a:lnTo>
                    <a:pt x="6529738" y="2120104"/>
                  </a:lnTo>
                  <a:lnTo>
                    <a:pt x="6530579" y="2116731"/>
                  </a:lnTo>
                  <a:lnTo>
                    <a:pt x="6531420" y="2114060"/>
                  </a:lnTo>
                  <a:lnTo>
                    <a:pt x="6532262" y="2111711"/>
                  </a:lnTo>
                  <a:lnTo>
                    <a:pt x="6533103" y="2109892"/>
                  </a:lnTo>
                  <a:lnTo>
                    <a:pt x="6533944" y="2108372"/>
                  </a:lnTo>
                  <a:lnTo>
                    <a:pt x="6534785" y="2107264"/>
                  </a:lnTo>
                  <a:lnTo>
                    <a:pt x="6535626" y="2106195"/>
                  </a:lnTo>
                  <a:lnTo>
                    <a:pt x="6536468" y="2105047"/>
                  </a:lnTo>
                  <a:lnTo>
                    <a:pt x="6537309" y="2103816"/>
                  </a:lnTo>
                  <a:lnTo>
                    <a:pt x="6538150" y="2103178"/>
                  </a:lnTo>
                  <a:lnTo>
                    <a:pt x="6538991" y="2102597"/>
                  </a:lnTo>
                  <a:lnTo>
                    <a:pt x="6539832" y="2102463"/>
                  </a:lnTo>
                  <a:lnTo>
                    <a:pt x="6540674" y="2102302"/>
                  </a:lnTo>
                  <a:lnTo>
                    <a:pt x="6541515" y="2101823"/>
                  </a:lnTo>
                  <a:lnTo>
                    <a:pt x="6542356" y="2100674"/>
                  </a:lnTo>
                  <a:lnTo>
                    <a:pt x="6543197" y="2099079"/>
                  </a:lnTo>
                  <a:lnTo>
                    <a:pt x="6544038" y="2097007"/>
                  </a:lnTo>
                  <a:lnTo>
                    <a:pt x="6544880" y="2094849"/>
                  </a:lnTo>
                  <a:lnTo>
                    <a:pt x="6545721" y="2092780"/>
                  </a:lnTo>
                  <a:lnTo>
                    <a:pt x="6546562" y="2090840"/>
                  </a:lnTo>
                  <a:lnTo>
                    <a:pt x="6547403" y="2088807"/>
                  </a:lnTo>
                  <a:lnTo>
                    <a:pt x="6548244" y="2087456"/>
                  </a:lnTo>
                  <a:lnTo>
                    <a:pt x="6549086" y="2086120"/>
                  </a:lnTo>
                  <a:lnTo>
                    <a:pt x="6549927" y="2084525"/>
                  </a:lnTo>
                  <a:lnTo>
                    <a:pt x="6550768" y="2082623"/>
                  </a:lnTo>
                  <a:lnTo>
                    <a:pt x="6551609" y="2080681"/>
                  </a:lnTo>
                  <a:lnTo>
                    <a:pt x="6552451" y="2078520"/>
                  </a:lnTo>
                  <a:lnTo>
                    <a:pt x="6553292" y="2076925"/>
                  </a:lnTo>
                  <a:lnTo>
                    <a:pt x="6554133" y="2075501"/>
                  </a:lnTo>
                  <a:lnTo>
                    <a:pt x="6554974" y="2074675"/>
                  </a:lnTo>
                  <a:lnTo>
                    <a:pt x="6555815" y="2073874"/>
                  </a:lnTo>
                  <a:lnTo>
                    <a:pt x="6556657" y="2072927"/>
                  </a:lnTo>
                  <a:lnTo>
                    <a:pt x="6557498" y="2071899"/>
                  </a:lnTo>
                  <a:lnTo>
                    <a:pt x="6558339" y="2070571"/>
                  </a:lnTo>
                  <a:lnTo>
                    <a:pt x="6559180" y="2068952"/>
                  </a:lnTo>
                  <a:lnTo>
                    <a:pt x="6560021" y="2067334"/>
                  </a:lnTo>
                  <a:lnTo>
                    <a:pt x="6560863" y="2065715"/>
                  </a:lnTo>
                  <a:lnTo>
                    <a:pt x="6561704" y="2063993"/>
                  </a:lnTo>
                  <a:lnTo>
                    <a:pt x="6562545" y="2062284"/>
                  </a:lnTo>
                  <a:lnTo>
                    <a:pt x="6563386" y="2060399"/>
                  </a:lnTo>
                  <a:lnTo>
                    <a:pt x="6564227" y="2058240"/>
                  </a:lnTo>
                  <a:lnTo>
                    <a:pt x="6565069" y="2055534"/>
                  </a:lnTo>
                  <a:lnTo>
                    <a:pt x="6565910" y="2053112"/>
                  </a:lnTo>
                  <a:lnTo>
                    <a:pt x="6566751" y="2050984"/>
                  </a:lnTo>
                  <a:lnTo>
                    <a:pt x="6567592" y="2048573"/>
                  </a:lnTo>
                  <a:lnTo>
                    <a:pt x="6568433" y="2046149"/>
                  </a:lnTo>
                  <a:lnTo>
                    <a:pt x="6569275" y="2044070"/>
                  </a:lnTo>
                  <a:lnTo>
                    <a:pt x="6570116" y="2041905"/>
                  </a:lnTo>
                  <a:lnTo>
                    <a:pt x="6570957" y="2039493"/>
                  </a:lnTo>
                  <a:lnTo>
                    <a:pt x="6571798" y="2037361"/>
                  </a:lnTo>
                  <a:lnTo>
                    <a:pt x="6572639" y="2034975"/>
                  </a:lnTo>
                  <a:lnTo>
                    <a:pt x="6573481" y="2032700"/>
                  </a:lnTo>
                  <a:lnTo>
                    <a:pt x="6574322" y="2030351"/>
                  </a:lnTo>
                  <a:lnTo>
                    <a:pt x="6575163" y="2028252"/>
                  </a:lnTo>
                  <a:lnTo>
                    <a:pt x="6576004" y="2026913"/>
                  </a:lnTo>
                  <a:lnTo>
                    <a:pt x="6576845" y="2026740"/>
                  </a:lnTo>
                  <a:lnTo>
                    <a:pt x="6577687" y="2027204"/>
                  </a:lnTo>
                  <a:lnTo>
                    <a:pt x="6578528" y="2027989"/>
                  </a:lnTo>
                  <a:lnTo>
                    <a:pt x="6579369" y="2029793"/>
                  </a:lnTo>
                  <a:lnTo>
                    <a:pt x="6580210" y="2032190"/>
                  </a:lnTo>
                  <a:lnTo>
                    <a:pt x="6581051" y="2035568"/>
                  </a:lnTo>
                  <a:lnTo>
                    <a:pt x="6581893" y="2038875"/>
                  </a:lnTo>
                  <a:lnTo>
                    <a:pt x="6582734" y="2042565"/>
                  </a:lnTo>
                  <a:lnTo>
                    <a:pt x="6583575" y="2046490"/>
                  </a:lnTo>
                  <a:lnTo>
                    <a:pt x="6584416" y="2049811"/>
                  </a:lnTo>
                  <a:lnTo>
                    <a:pt x="6585257" y="2052983"/>
                  </a:lnTo>
                  <a:lnTo>
                    <a:pt x="6586099" y="2055612"/>
                  </a:lnTo>
                  <a:lnTo>
                    <a:pt x="6586940" y="2057992"/>
                  </a:lnTo>
                  <a:lnTo>
                    <a:pt x="6587781" y="2060081"/>
                  </a:lnTo>
                  <a:lnTo>
                    <a:pt x="6588622" y="2061885"/>
                  </a:lnTo>
                  <a:lnTo>
                    <a:pt x="6589463" y="2062918"/>
                  </a:lnTo>
                  <a:lnTo>
                    <a:pt x="6590305" y="2063652"/>
                  </a:lnTo>
                  <a:lnTo>
                    <a:pt x="6591146" y="2064310"/>
                  </a:lnTo>
                  <a:lnTo>
                    <a:pt x="6591987" y="2064295"/>
                  </a:lnTo>
                  <a:lnTo>
                    <a:pt x="6592828" y="2063902"/>
                  </a:lnTo>
                  <a:lnTo>
                    <a:pt x="6593669" y="2063022"/>
                  </a:lnTo>
                  <a:lnTo>
                    <a:pt x="6594511" y="2061573"/>
                  </a:lnTo>
                  <a:lnTo>
                    <a:pt x="6595352" y="2059808"/>
                  </a:lnTo>
                  <a:lnTo>
                    <a:pt x="6596193" y="2057679"/>
                  </a:lnTo>
                  <a:lnTo>
                    <a:pt x="6597034" y="2055389"/>
                  </a:lnTo>
                  <a:lnTo>
                    <a:pt x="6597875" y="2053274"/>
                  </a:lnTo>
                  <a:lnTo>
                    <a:pt x="6598717" y="2051484"/>
                  </a:lnTo>
                  <a:lnTo>
                    <a:pt x="6599558" y="2049116"/>
                  </a:lnTo>
                  <a:lnTo>
                    <a:pt x="6600399" y="2046768"/>
                  </a:lnTo>
                  <a:lnTo>
                    <a:pt x="6601240" y="2044999"/>
                  </a:lnTo>
                  <a:lnTo>
                    <a:pt x="6602081" y="2043607"/>
                  </a:lnTo>
                  <a:lnTo>
                    <a:pt x="6602923" y="2042057"/>
                  </a:lnTo>
                  <a:lnTo>
                    <a:pt x="6603764" y="2040363"/>
                  </a:lnTo>
                  <a:lnTo>
                    <a:pt x="6604605" y="2038256"/>
                  </a:lnTo>
                  <a:lnTo>
                    <a:pt x="6605446" y="2035535"/>
                  </a:lnTo>
                  <a:lnTo>
                    <a:pt x="6606287" y="2032617"/>
                  </a:lnTo>
                  <a:lnTo>
                    <a:pt x="6607129" y="2029764"/>
                  </a:lnTo>
                  <a:lnTo>
                    <a:pt x="6607970" y="2027987"/>
                  </a:lnTo>
                  <a:lnTo>
                    <a:pt x="6608811" y="2026203"/>
                  </a:lnTo>
                  <a:lnTo>
                    <a:pt x="6609652" y="2024597"/>
                  </a:lnTo>
                  <a:lnTo>
                    <a:pt x="6610493" y="2022733"/>
                  </a:lnTo>
                  <a:lnTo>
                    <a:pt x="6611335" y="2020740"/>
                  </a:lnTo>
                  <a:lnTo>
                    <a:pt x="6612176" y="2019163"/>
                  </a:lnTo>
                  <a:lnTo>
                    <a:pt x="6613017" y="2017831"/>
                  </a:lnTo>
                  <a:lnTo>
                    <a:pt x="6613858" y="2016141"/>
                  </a:lnTo>
                  <a:lnTo>
                    <a:pt x="6614699" y="2014384"/>
                  </a:lnTo>
                  <a:lnTo>
                    <a:pt x="6615541" y="2012226"/>
                  </a:lnTo>
                  <a:lnTo>
                    <a:pt x="6616382" y="2009498"/>
                  </a:lnTo>
                  <a:lnTo>
                    <a:pt x="6617223" y="2006816"/>
                  </a:lnTo>
                  <a:lnTo>
                    <a:pt x="6618064" y="2004437"/>
                  </a:lnTo>
                  <a:lnTo>
                    <a:pt x="6618905" y="2002171"/>
                  </a:lnTo>
                  <a:lnTo>
                    <a:pt x="6619747" y="1999791"/>
                  </a:lnTo>
                  <a:lnTo>
                    <a:pt x="6620588" y="1997242"/>
                  </a:lnTo>
                  <a:lnTo>
                    <a:pt x="6621429" y="1994755"/>
                  </a:lnTo>
                  <a:lnTo>
                    <a:pt x="6622270" y="1991582"/>
                  </a:lnTo>
                  <a:lnTo>
                    <a:pt x="6623112" y="1988676"/>
                  </a:lnTo>
                  <a:lnTo>
                    <a:pt x="6623953" y="1985906"/>
                  </a:lnTo>
                  <a:lnTo>
                    <a:pt x="6624794" y="1983441"/>
                  </a:lnTo>
                  <a:lnTo>
                    <a:pt x="6625635" y="1981231"/>
                  </a:lnTo>
                  <a:lnTo>
                    <a:pt x="6626476" y="1979463"/>
                  </a:lnTo>
                  <a:lnTo>
                    <a:pt x="6627318" y="1977818"/>
                  </a:lnTo>
                  <a:lnTo>
                    <a:pt x="6628159" y="1976811"/>
                  </a:lnTo>
                  <a:lnTo>
                    <a:pt x="6629000" y="1976438"/>
                  </a:lnTo>
                  <a:lnTo>
                    <a:pt x="6629841" y="1976262"/>
                  </a:lnTo>
                  <a:lnTo>
                    <a:pt x="6630682" y="1975868"/>
                  </a:lnTo>
                  <a:lnTo>
                    <a:pt x="6631524" y="1975814"/>
                  </a:lnTo>
                  <a:lnTo>
                    <a:pt x="6632365" y="1976193"/>
                  </a:lnTo>
                  <a:lnTo>
                    <a:pt x="6633206" y="1976873"/>
                  </a:lnTo>
                  <a:lnTo>
                    <a:pt x="6634047" y="1977423"/>
                  </a:lnTo>
                  <a:lnTo>
                    <a:pt x="6634888" y="1978323"/>
                  </a:lnTo>
                  <a:lnTo>
                    <a:pt x="6635730" y="1979141"/>
                  </a:lnTo>
                  <a:lnTo>
                    <a:pt x="6636571" y="1979755"/>
                  </a:lnTo>
                  <a:lnTo>
                    <a:pt x="6637412" y="1979288"/>
                  </a:lnTo>
                  <a:lnTo>
                    <a:pt x="6638253" y="1978541"/>
                  </a:lnTo>
                  <a:lnTo>
                    <a:pt x="6639094" y="1977158"/>
                  </a:lnTo>
                  <a:lnTo>
                    <a:pt x="6639936" y="1975466"/>
                  </a:lnTo>
                  <a:lnTo>
                    <a:pt x="6640777" y="1974413"/>
                  </a:lnTo>
                  <a:lnTo>
                    <a:pt x="6641618" y="1973519"/>
                  </a:lnTo>
                  <a:lnTo>
                    <a:pt x="6642459" y="1972869"/>
                  </a:lnTo>
                  <a:lnTo>
                    <a:pt x="6643300" y="1972730"/>
                  </a:lnTo>
                  <a:lnTo>
                    <a:pt x="6644142" y="1973037"/>
                  </a:lnTo>
                  <a:lnTo>
                    <a:pt x="6644983" y="1973211"/>
                  </a:lnTo>
                  <a:lnTo>
                    <a:pt x="6645824" y="1973168"/>
                  </a:lnTo>
                  <a:lnTo>
                    <a:pt x="6646665" y="1973227"/>
                  </a:lnTo>
                  <a:lnTo>
                    <a:pt x="6647506" y="1973386"/>
                  </a:lnTo>
                  <a:lnTo>
                    <a:pt x="6648348" y="1974088"/>
                  </a:lnTo>
                  <a:lnTo>
                    <a:pt x="6649189" y="1975157"/>
                  </a:lnTo>
                  <a:lnTo>
                    <a:pt x="6650030" y="1976554"/>
                  </a:lnTo>
                  <a:lnTo>
                    <a:pt x="6650871" y="1978097"/>
                  </a:lnTo>
                  <a:lnTo>
                    <a:pt x="6651712" y="1980006"/>
                  </a:lnTo>
                  <a:lnTo>
                    <a:pt x="6652554" y="1981968"/>
                  </a:lnTo>
                  <a:lnTo>
                    <a:pt x="6653395" y="1984671"/>
                  </a:lnTo>
                  <a:lnTo>
                    <a:pt x="6654236" y="1987310"/>
                  </a:lnTo>
                  <a:lnTo>
                    <a:pt x="6655077" y="1989925"/>
                  </a:lnTo>
                  <a:lnTo>
                    <a:pt x="6655918" y="1993178"/>
                  </a:lnTo>
                  <a:lnTo>
                    <a:pt x="6656760" y="1996780"/>
                  </a:lnTo>
                  <a:lnTo>
                    <a:pt x="6657601" y="1998993"/>
                  </a:lnTo>
                  <a:lnTo>
                    <a:pt x="6658442" y="2000571"/>
                  </a:lnTo>
                  <a:lnTo>
                    <a:pt x="6659283" y="2001748"/>
                  </a:lnTo>
                  <a:lnTo>
                    <a:pt x="6660124" y="2002952"/>
                  </a:lnTo>
                  <a:lnTo>
                    <a:pt x="6660966" y="2004209"/>
                  </a:lnTo>
                  <a:lnTo>
                    <a:pt x="6661807" y="2004917"/>
                  </a:lnTo>
                  <a:lnTo>
                    <a:pt x="6662648" y="2005980"/>
                  </a:lnTo>
                  <a:lnTo>
                    <a:pt x="6663489" y="2007721"/>
                  </a:lnTo>
                  <a:lnTo>
                    <a:pt x="6664330" y="2010074"/>
                  </a:lnTo>
                  <a:lnTo>
                    <a:pt x="6665172" y="2012733"/>
                  </a:lnTo>
                  <a:lnTo>
                    <a:pt x="6666013" y="2014965"/>
                  </a:lnTo>
                  <a:lnTo>
                    <a:pt x="6666854" y="2017274"/>
                  </a:lnTo>
                  <a:lnTo>
                    <a:pt x="6667695" y="2019739"/>
                  </a:lnTo>
                  <a:lnTo>
                    <a:pt x="6668536" y="2022177"/>
                  </a:lnTo>
                  <a:lnTo>
                    <a:pt x="6669378" y="2024692"/>
                  </a:lnTo>
                  <a:lnTo>
                    <a:pt x="6670219" y="2027580"/>
                  </a:lnTo>
                  <a:lnTo>
                    <a:pt x="6671060" y="2031236"/>
                  </a:lnTo>
                  <a:lnTo>
                    <a:pt x="6671901" y="2036096"/>
                  </a:lnTo>
                  <a:lnTo>
                    <a:pt x="6672742" y="2040964"/>
                  </a:lnTo>
                  <a:lnTo>
                    <a:pt x="6673584" y="2045299"/>
                  </a:lnTo>
                  <a:lnTo>
                    <a:pt x="6674425" y="2048739"/>
                  </a:lnTo>
                  <a:lnTo>
                    <a:pt x="6675266" y="2051056"/>
                  </a:lnTo>
                  <a:lnTo>
                    <a:pt x="6676107" y="2051966"/>
                  </a:lnTo>
                  <a:lnTo>
                    <a:pt x="6676948" y="2052107"/>
                  </a:lnTo>
                  <a:lnTo>
                    <a:pt x="6677790" y="2051943"/>
                  </a:lnTo>
                  <a:lnTo>
                    <a:pt x="6678631" y="2052133"/>
                  </a:lnTo>
                  <a:lnTo>
                    <a:pt x="6679472" y="2052710"/>
                  </a:lnTo>
                  <a:lnTo>
                    <a:pt x="6680313" y="2053803"/>
                  </a:lnTo>
                  <a:lnTo>
                    <a:pt x="6681154" y="2054070"/>
                  </a:lnTo>
                  <a:lnTo>
                    <a:pt x="6681996" y="2054167"/>
                  </a:lnTo>
                  <a:lnTo>
                    <a:pt x="6682837" y="2054508"/>
                  </a:lnTo>
                  <a:lnTo>
                    <a:pt x="6683678" y="2054891"/>
                  </a:lnTo>
                  <a:lnTo>
                    <a:pt x="6684519" y="2054944"/>
                  </a:lnTo>
                  <a:lnTo>
                    <a:pt x="6685360" y="2054847"/>
                  </a:lnTo>
                  <a:lnTo>
                    <a:pt x="6686202" y="2055276"/>
                  </a:lnTo>
                  <a:lnTo>
                    <a:pt x="6687043" y="2056312"/>
                  </a:lnTo>
                  <a:lnTo>
                    <a:pt x="6687884" y="2058082"/>
                  </a:lnTo>
                  <a:lnTo>
                    <a:pt x="6688725" y="2060809"/>
                  </a:lnTo>
                  <a:lnTo>
                    <a:pt x="6689566" y="2064051"/>
                  </a:lnTo>
                  <a:lnTo>
                    <a:pt x="6690408" y="2066997"/>
                  </a:lnTo>
                  <a:lnTo>
                    <a:pt x="6691249" y="2069534"/>
                  </a:lnTo>
                  <a:lnTo>
                    <a:pt x="6692090" y="2071259"/>
                  </a:lnTo>
                  <a:lnTo>
                    <a:pt x="6692931" y="2072369"/>
                  </a:lnTo>
                  <a:lnTo>
                    <a:pt x="6693773" y="2073842"/>
                  </a:lnTo>
                  <a:lnTo>
                    <a:pt x="6694614" y="2075006"/>
                  </a:lnTo>
                  <a:lnTo>
                    <a:pt x="6695455" y="2076285"/>
                  </a:lnTo>
                  <a:lnTo>
                    <a:pt x="6696296" y="2077565"/>
                  </a:lnTo>
                  <a:lnTo>
                    <a:pt x="6697137" y="2078670"/>
                  </a:lnTo>
                  <a:lnTo>
                    <a:pt x="6697979" y="2079431"/>
                  </a:lnTo>
                  <a:lnTo>
                    <a:pt x="6698820" y="2079397"/>
                  </a:lnTo>
                  <a:lnTo>
                    <a:pt x="6699661" y="2079132"/>
                  </a:lnTo>
                  <a:lnTo>
                    <a:pt x="6700502" y="2078320"/>
                  </a:lnTo>
                  <a:lnTo>
                    <a:pt x="6701343" y="2076879"/>
                  </a:lnTo>
                  <a:lnTo>
                    <a:pt x="6702185" y="2074688"/>
                  </a:lnTo>
                  <a:lnTo>
                    <a:pt x="6703026" y="2072545"/>
                  </a:lnTo>
                  <a:lnTo>
                    <a:pt x="6703867" y="2070572"/>
                  </a:lnTo>
                  <a:lnTo>
                    <a:pt x="6704708" y="2068758"/>
                  </a:lnTo>
                  <a:lnTo>
                    <a:pt x="6705549" y="2067273"/>
                  </a:lnTo>
                  <a:lnTo>
                    <a:pt x="6706391" y="2065341"/>
                  </a:lnTo>
                  <a:lnTo>
                    <a:pt x="6707232" y="2063425"/>
                  </a:lnTo>
                  <a:lnTo>
                    <a:pt x="6708073" y="2061334"/>
                  </a:lnTo>
                  <a:lnTo>
                    <a:pt x="6708914" y="2059392"/>
                  </a:lnTo>
                  <a:lnTo>
                    <a:pt x="6709755" y="2058118"/>
                  </a:lnTo>
                  <a:lnTo>
                    <a:pt x="6710597" y="2057598"/>
                  </a:lnTo>
                  <a:lnTo>
                    <a:pt x="6711438" y="2057716"/>
                  </a:lnTo>
                  <a:lnTo>
                    <a:pt x="6712279" y="2057482"/>
                  </a:lnTo>
                  <a:lnTo>
                    <a:pt x="6713120" y="2057530"/>
                  </a:lnTo>
                  <a:lnTo>
                    <a:pt x="6713961" y="2057555"/>
                  </a:lnTo>
                  <a:lnTo>
                    <a:pt x="6714803" y="2057935"/>
                  </a:lnTo>
                  <a:lnTo>
                    <a:pt x="6715644" y="2058283"/>
                  </a:lnTo>
                  <a:lnTo>
                    <a:pt x="6716485" y="2058696"/>
                  </a:lnTo>
                  <a:lnTo>
                    <a:pt x="6717326" y="2059457"/>
                  </a:lnTo>
                  <a:lnTo>
                    <a:pt x="6718167" y="2060582"/>
                  </a:lnTo>
                  <a:lnTo>
                    <a:pt x="6719009" y="2062168"/>
                  </a:lnTo>
                  <a:lnTo>
                    <a:pt x="6719850" y="2063973"/>
                  </a:lnTo>
                  <a:lnTo>
                    <a:pt x="6720691" y="2066118"/>
                  </a:lnTo>
                  <a:lnTo>
                    <a:pt x="6721532" y="2067551"/>
                  </a:lnTo>
                  <a:lnTo>
                    <a:pt x="6722373" y="2068652"/>
                  </a:lnTo>
                  <a:lnTo>
                    <a:pt x="6723215" y="2069153"/>
                  </a:lnTo>
                  <a:lnTo>
                    <a:pt x="6724056" y="2069542"/>
                  </a:lnTo>
                  <a:lnTo>
                    <a:pt x="6724897" y="2069825"/>
                  </a:lnTo>
                  <a:lnTo>
                    <a:pt x="6725738" y="2070141"/>
                  </a:lnTo>
                  <a:lnTo>
                    <a:pt x="6726579" y="2070732"/>
                  </a:lnTo>
                  <a:lnTo>
                    <a:pt x="6727421" y="2071541"/>
                  </a:lnTo>
                  <a:lnTo>
                    <a:pt x="6728262" y="2072294"/>
                  </a:lnTo>
                  <a:lnTo>
                    <a:pt x="6729103" y="2072836"/>
                  </a:lnTo>
                  <a:lnTo>
                    <a:pt x="6729944" y="2073209"/>
                  </a:lnTo>
                  <a:lnTo>
                    <a:pt x="6730785" y="2073613"/>
                  </a:lnTo>
                  <a:lnTo>
                    <a:pt x="6731627" y="2074342"/>
                  </a:lnTo>
                  <a:lnTo>
                    <a:pt x="6732468" y="2075426"/>
                  </a:lnTo>
                  <a:lnTo>
                    <a:pt x="6733309" y="2076956"/>
                  </a:lnTo>
                  <a:lnTo>
                    <a:pt x="6734150" y="2078842"/>
                  </a:lnTo>
                  <a:lnTo>
                    <a:pt x="6734991" y="2080623"/>
                  </a:lnTo>
                  <a:lnTo>
                    <a:pt x="6735833" y="2082687"/>
                  </a:lnTo>
                  <a:lnTo>
                    <a:pt x="6736674" y="2084888"/>
                  </a:lnTo>
                  <a:lnTo>
                    <a:pt x="6737515" y="2087309"/>
                  </a:lnTo>
                  <a:lnTo>
                    <a:pt x="6738356" y="2090141"/>
                  </a:lnTo>
                  <a:lnTo>
                    <a:pt x="6739197" y="2093363"/>
                  </a:lnTo>
                  <a:lnTo>
                    <a:pt x="6740039" y="2096714"/>
                  </a:lnTo>
                  <a:lnTo>
                    <a:pt x="6740880" y="2100793"/>
                  </a:lnTo>
                  <a:lnTo>
                    <a:pt x="6741721" y="2105229"/>
                  </a:lnTo>
                  <a:lnTo>
                    <a:pt x="6742562" y="2109980"/>
                  </a:lnTo>
                  <a:lnTo>
                    <a:pt x="6743403" y="2114440"/>
                  </a:lnTo>
                  <a:lnTo>
                    <a:pt x="6744245" y="2118390"/>
                  </a:lnTo>
                  <a:lnTo>
                    <a:pt x="6745086" y="2121700"/>
                  </a:lnTo>
                  <a:lnTo>
                    <a:pt x="6745927" y="2124436"/>
                  </a:lnTo>
                  <a:lnTo>
                    <a:pt x="6746768" y="2127002"/>
                  </a:lnTo>
                  <a:lnTo>
                    <a:pt x="6747609" y="2128752"/>
                  </a:lnTo>
                  <a:lnTo>
                    <a:pt x="6748451" y="2129795"/>
                  </a:lnTo>
                  <a:lnTo>
                    <a:pt x="6749292" y="2130059"/>
                  </a:lnTo>
                  <a:lnTo>
                    <a:pt x="6750133" y="2129933"/>
                  </a:lnTo>
                  <a:lnTo>
                    <a:pt x="6750974" y="2129360"/>
                  </a:lnTo>
                  <a:lnTo>
                    <a:pt x="6751815" y="2128307"/>
                  </a:lnTo>
                  <a:lnTo>
                    <a:pt x="6752657" y="2127034"/>
                  </a:lnTo>
                  <a:lnTo>
                    <a:pt x="6753498" y="2125109"/>
                  </a:lnTo>
                  <a:lnTo>
                    <a:pt x="6754339" y="2123400"/>
                  </a:lnTo>
                  <a:lnTo>
                    <a:pt x="6755180" y="2121314"/>
                  </a:lnTo>
                  <a:lnTo>
                    <a:pt x="6756021" y="2119162"/>
                  </a:lnTo>
                  <a:lnTo>
                    <a:pt x="6756863" y="2117129"/>
                  </a:lnTo>
                  <a:lnTo>
                    <a:pt x="6757704" y="2115237"/>
                  </a:lnTo>
                  <a:lnTo>
                    <a:pt x="6758545" y="2113583"/>
                  </a:lnTo>
                  <a:lnTo>
                    <a:pt x="6759386" y="2111963"/>
                  </a:lnTo>
                  <a:lnTo>
                    <a:pt x="6760227" y="2110324"/>
                  </a:lnTo>
                  <a:lnTo>
                    <a:pt x="6761069" y="2108876"/>
                  </a:lnTo>
                  <a:lnTo>
                    <a:pt x="6761910" y="2107636"/>
                  </a:lnTo>
                  <a:lnTo>
                    <a:pt x="6762751" y="2106514"/>
                  </a:lnTo>
                  <a:lnTo>
                    <a:pt x="6763592" y="2105335"/>
                  </a:lnTo>
                  <a:lnTo>
                    <a:pt x="6764434" y="2104103"/>
                  </a:lnTo>
                  <a:lnTo>
                    <a:pt x="6765275" y="2103398"/>
                  </a:lnTo>
                  <a:lnTo>
                    <a:pt x="6766116" y="2102464"/>
                  </a:lnTo>
                  <a:lnTo>
                    <a:pt x="6766957" y="2101815"/>
                  </a:lnTo>
                  <a:lnTo>
                    <a:pt x="6767798" y="2101954"/>
                  </a:lnTo>
                  <a:lnTo>
                    <a:pt x="6768640" y="2102329"/>
                  </a:lnTo>
                  <a:lnTo>
                    <a:pt x="6769481" y="2102873"/>
                  </a:lnTo>
                  <a:lnTo>
                    <a:pt x="6770322" y="2103491"/>
                  </a:lnTo>
                  <a:lnTo>
                    <a:pt x="6771163" y="2104287"/>
                  </a:lnTo>
                  <a:lnTo>
                    <a:pt x="6772004" y="2105180"/>
                  </a:lnTo>
                  <a:lnTo>
                    <a:pt x="6772846" y="2106547"/>
                  </a:lnTo>
                  <a:lnTo>
                    <a:pt x="6773687" y="2108568"/>
                  </a:lnTo>
                  <a:lnTo>
                    <a:pt x="6774528" y="2111136"/>
                  </a:lnTo>
                  <a:lnTo>
                    <a:pt x="6775369" y="2114026"/>
                  </a:lnTo>
                  <a:lnTo>
                    <a:pt x="6776210" y="2116379"/>
                  </a:lnTo>
                  <a:lnTo>
                    <a:pt x="6777052" y="2118462"/>
                  </a:lnTo>
                  <a:lnTo>
                    <a:pt x="6777893" y="2120322"/>
                  </a:lnTo>
                  <a:lnTo>
                    <a:pt x="6778734" y="2122911"/>
                  </a:lnTo>
                  <a:lnTo>
                    <a:pt x="6779575" y="2125754"/>
                  </a:lnTo>
                  <a:lnTo>
                    <a:pt x="6780416" y="2128290"/>
                  </a:lnTo>
                  <a:lnTo>
                    <a:pt x="6781258" y="2130929"/>
                  </a:lnTo>
                  <a:lnTo>
                    <a:pt x="6782099" y="2133518"/>
                  </a:lnTo>
                  <a:lnTo>
                    <a:pt x="6782940" y="2135291"/>
                  </a:lnTo>
                  <a:lnTo>
                    <a:pt x="6783781" y="2136974"/>
                  </a:lnTo>
                  <a:lnTo>
                    <a:pt x="6784622" y="2139253"/>
                  </a:lnTo>
                  <a:lnTo>
                    <a:pt x="6785464" y="2141641"/>
                  </a:lnTo>
                  <a:lnTo>
                    <a:pt x="6786305" y="2143760"/>
                  </a:lnTo>
                  <a:lnTo>
                    <a:pt x="6787146" y="2145584"/>
                  </a:lnTo>
                  <a:lnTo>
                    <a:pt x="6787987" y="2147394"/>
                  </a:lnTo>
                  <a:lnTo>
                    <a:pt x="6788828" y="2149491"/>
                  </a:lnTo>
                  <a:lnTo>
                    <a:pt x="6789670" y="2151546"/>
                  </a:lnTo>
                  <a:lnTo>
                    <a:pt x="6790511" y="2154193"/>
                  </a:lnTo>
                  <a:lnTo>
                    <a:pt x="6791352" y="2156427"/>
                  </a:lnTo>
                  <a:lnTo>
                    <a:pt x="6792193" y="2158426"/>
                  </a:lnTo>
                  <a:lnTo>
                    <a:pt x="6793034" y="2160649"/>
                  </a:lnTo>
                  <a:lnTo>
                    <a:pt x="6793876" y="2162285"/>
                  </a:lnTo>
                  <a:lnTo>
                    <a:pt x="6794717" y="2162940"/>
                  </a:lnTo>
                  <a:lnTo>
                    <a:pt x="6795558" y="2163372"/>
                  </a:lnTo>
                  <a:lnTo>
                    <a:pt x="6796399" y="2163273"/>
                  </a:lnTo>
                  <a:lnTo>
                    <a:pt x="6797240" y="2162482"/>
                  </a:lnTo>
                  <a:lnTo>
                    <a:pt x="6798082" y="2161530"/>
                  </a:lnTo>
                  <a:lnTo>
                    <a:pt x="6798923" y="2160921"/>
                  </a:lnTo>
                  <a:lnTo>
                    <a:pt x="6799764" y="2160676"/>
                  </a:lnTo>
                  <a:lnTo>
                    <a:pt x="6800605" y="2160576"/>
                  </a:lnTo>
                  <a:lnTo>
                    <a:pt x="6801446" y="2160937"/>
                  </a:lnTo>
                  <a:lnTo>
                    <a:pt x="6802288" y="2161860"/>
                  </a:lnTo>
                  <a:lnTo>
                    <a:pt x="6803129" y="2162858"/>
                  </a:lnTo>
                  <a:lnTo>
                    <a:pt x="6803970" y="2164355"/>
                  </a:lnTo>
                  <a:lnTo>
                    <a:pt x="6804811" y="2166204"/>
                  </a:lnTo>
                  <a:lnTo>
                    <a:pt x="6805652" y="2168624"/>
                  </a:lnTo>
                  <a:lnTo>
                    <a:pt x="6806494" y="2171799"/>
                  </a:lnTo>
                  <a:lnTo>
                    <a:pt x="6807335" y="2176040"/>
                  </a:lnTo>
                  <a:lnTo>
                    <a:pt x="6808176" y="2180549"/>
                  </a:lnTo>
                  <a:lnTo>
                    <a:pt x="6809017" y="2185162"/>
                  </a:lnTo>
                  <a:lnTo>
                    <a:pt x="6809858" y="2189436"/>
                  </a:lnTo>
                  <a:lnTo>
                    <a:pt x="6810700" y="2193329"/>
                  </a:lnTo>
                  <a:lnTo>
                    <a:pt x="6811541" y="2196551"/>
                  </a:lnTo>
                  <a:lnTo>
                    <a:pt x="6812382" y="2199311"/>
                  </a:lnTo>
                  <a:lnTo>
                    <a:pt x="6813223" y="2201893"/>
                  </a:lnTo>
                  <a:lnTo>
                    <a:pt x="6814064" y="2203957"/>
                  </a:lnTo>
                  <a:lnTo>
                    <a:pt x="6814906" y="2205422"/>
                  </a:lnTo>
                  <a:lnTo>
                    <a:pt x="6815747" y="2206490"/>
                  </a:lnTo>
                  <a:lnTo>
                    <a:pt x="6816588" y="2206952"/>
                  </a:lnTo>
                  <a:lnTo>
                    <a:pt x="6817429" y="2206757"/>
                  </a:lnTo>
                  <a:lnTo>
                    <a:pt x="6818270" y="2205851"/>
                  </a:lnTo>
                  <a:lnTo>
                    <a:pt x="6819112" y="2204183"/>
                  </a:lnTo>
                  <a:lnTo>
                    <a:pt x="6819953" y="2202136"/>
                  </a:lnTo>
                  <a:lnTo>
                    <a:pt x="6820794" y="2199570"/>
                  </a:lnTo>
                  <a:lnTo>
                    <a:pt x="6821635" y="2197182"/>
                  </a:lnTo>
                  <a:lnTo>
                    <a:pt x="6822476" y="2195369"/>
                  </a:lnTo>
                  <a:lnTo>
                    <a:pt x="6823318" y="2193896"/>
                  </a:lnTo>
                  <a:lnTo>
                    <a:pt x="6824159" y="2192868"/>
                  </a:lnTo>
                  <a:lnTo>
                    <a:pt x="6825000" y="2192253"/>
                  </a:lnTo>
                  <a:lnTo>
                    <a:pt x="6825841" y="2192245"/>
                  </a:lnTo>
                  <a:lnTo>
                    <a:pt x="6826682" y="2192552"/>
                  </a:lnTo>
                  <a:lnTo>
                    <a:pt x="6827524" y="2193232"/>
                  </a:lnTo>
                  <a:lnTo>
                    <a:pt x="6828365" y="2194212"/>
                  </a:lnTo>
                  <a:lnTo>
                    <a:pt x="6829206" y="2195134"/>
                  </a:lnTo>
                  <a:lnTo>
                    <a:pt x="6830047" y="2196049"/>
                  </a:lnTo>
                  <a:lnTo>
                    <a:pt x="6830888" y="2196931"/>
                  </a:lnTo>
                  <a:lnTo>
                    <a:pt x="6831730" y="2197757"/>
                  </a:lnTo>
                  <a:lnTo>
                    <a:pt x="6832571" y="2198785"/>
                  </a:lnTo>
                  <a:lnTo>
                    <a:pt x="6833412" y="2199732"/>
                  </a:lnTo>
                  <a:lnTo>
                    <a:pt x="6834253" y="2200185"/>
                  </a:lnTo>
                  <a:lnTo>
                    <a:pt x="6835095" y="2200193"/>
                  </a:lnTo>
                  <a:lnTo>
                    <a:pt x="6835936" y="2199813"/>
                  </a:lnTo>
                  <a:lnTo>
                    <a:pt x="6836777" y="2199076"/>
                  </a:lnTo>
                  <a:lnTo>
                    <a:pt x="6837618" y="2197902"/>
                  </a:lnTo>
                  <a:lnTo>
                    <a:pt x="6838459" y="2195976"/>
                  </a:lnTo>
                  <a:lnTo>
                    <a:pt x="6839301" y="2194042"/>
                  </a:lnTo>
                  <a:lnTo>
                    <a:pt x="6840142" y="2191451"/>
                  </a:lnTo>
                  <a:lnTo>
                    <a:pt x="6840983" y="2187421"/>
                  </a:lnTo>
                  <a:lnTo>
                    <a:pt x="6841824" y="2182864"/>
                  </a:lnTo>
                  <a:lnTo>
                    <a:pt x="6842665" y="2178493"/>
                  </a:lnTo>
                  <a:lnTo>
                    <a:pt x="6843507" y="2174729"/>
                  </a:lnTo>
                  <a:lnTo>
                    <a:pt x="6844348" y="2171937"/>
                  </a:lnTo>
                  <a:lnTo>
                    <a:pt x="6845189" y="2169338"/>
                  </a:lnTo>
                  <a:lnTo>
                    <a:pt x="6846030" y="2167218"/>
                  </a:lnTo>
                  <a:lnTo>
                    <a:pt x="6846871" y="2165518"/>
                  </a:lnTo>
                  <a:lnTo>
                    <a:pt x="6847713" y="2163640"/>
                  </a:lnTo>
                  <a:lnTo>
                    <a:pt x="6848554" y="2161787"/>
                  </a:lnTo>
                  <a:lnTo>
                    <a:pt x="6849395" y="2160233"/>
                  </a:lnTo>
                  <a:lnTo>
                    <a:pt x="6850236" y="2158857"/>
                  </a:lnTo>
                  <a:lnTo>
                    <a:pt x="6851077" y="2157924"/>
                  </a:lnTo>
                  <a:lnTo>
                    <a:pt x="6851919" y="2157105"/>
                  </a:lnTo>
                  <a:lnTo>
                    <a:pt x="6852760" y="2156882"/>
                  </a:lnTo>
                  <a:lnTo>
                    <a:pt x="6853601" y="2158120"/>
                  </a:lnTo>
                  <a:lnTo>
                    <a:pt x="6854442" y="2160224"/>
                  </a:lnTo>
                  <a:lnTo>
                    <a:pt x="6855283" y="2162555"/>
                  </a:lnTo>
                  <a:lnTo>
                    <a:pt x="6856125" y="2164501"/>
                  </a:lnTo>
                  <a:lnTo>
                    <a:pt x="6856966" y="2165610"/>
                  </a:lnTo>
                  <a:lnTo>
                    <a:pt x="6857807" y="2166424"/>
                  </a:lnTo>
                  <a:lnTo>
                    <a:pt x="6858648" y="2167281"/>
                  </a:lnTo>
                  <a:lnTo>
                    <a:pt x="6859489" y="2168404"/>
                  </a:lnTo>
                  <a:lnTo>
                    <a:pt x="6860331" y="2170175"/>
                  </a:lnTo>
                  <a:lnTo>
                    <a:pt x="6861172" y="2172359"/>
                  </a:lnTo>
                  <a:lnTo>
                    <a:pt x="6862013" y="2174569"/>
                  </a:lnTo>
                  <a:lnTo>
                    <a:pt x="6862854" y="2177161"/>
                  </a:lnTo>
                  <a:lnTo>
                    <a:pt x="6863695" y="2179613"/>
                  </a:lnTo>
                  <a:lnTo>
                    <a:pt x="6864537" y="2181878"/>
                  </a:lnTo>
                  <a:lnTo>
                    <a:pt x="6865378" y="2183962"/>
                  </a:lnTo>
                  <a:lnTo>
                    <a:pt x="6866219" y="2185946"/>
                  </a:lnTo>
                  <a:lnTo>
                    <a:pt x="6867060" y="2187760"/>
                  </a:lnTo>
                  <a:lnTo>
                    <a:pt x="6867901" y="2189247"/>
                  </a:lnTo>
                  <a:lnTo>
                    <a:pt x="6868743" y="2191128"/>
                  </a:lnTo>
                  <a:lnTo>
                    <a:pt x="6869584" y="2193241"/>
                  </a:lnTo>
                  <a:lnTo>
                    <a:pt x="6870425" y="2195480"/>
                  </a:lnTo>
                  <a:lnTo>
                    <a:pt x="6871266" y="2197510"/>
                  </a:lnTo>
                  <a:lnTo>
                    <a:pt x="6872107" y="2199604"/>
                  </a:lnTo>
                  <a:lnTo>
                    <a:pt x="6872949" y="2201845"/>
                  </a:lnTo>
                  <a:lnTo>
                    <a:pt x="6873790" y="2203834"/>
                  </a:lnTo>
                  <a:lnTo>
                    <a:pt x="6874631" y="2205834"/>
                  </a:lnTo>
                  <a:lnTo>
                    <a:pt x="6875472" y="2207322"/>
                  </a:lnTo>
                  <a:lnTo>
                    <a:pt x="6876313" y="2208149"/>
                  </a:lnTo>
                  <a:lnTo>
                    <a:pt x="6877155" y="2208951"/>
                  </a:lnTo>
                  <a:lnTo>
                    <a:pt x="6877996" y="2209684"/>
                  </a:lnTo>
                  <a:lnTo>
                    <a:pt x="6878837" y="2210327"/>
                  </a:lnTo>
                  <a:lnTo>
                    <a:pt x="6879678" y="2210825"/>
                  </a:lnTo>
                  <a:lnTo>
                    <a:pt x="6880519" y="2211502"/>
                  </a:lnTo>
                  <a:lnTo>
                    <a:pt x="6881361" y="2211861"/>
                  </a:lnTo>
                  <a:lnTo>
                    <a:pt x="6882202" y="2212278"/>
                  </a:lnTo>
                  <a:lnTo>
                    <a:pt x="6883043" y="2212597"/>
                  </a:lnTo>
                  <a:lnTo>
                    <a:pt x="6883884" y="2212941"/>
                  </a:lnTo>
                  <a:lnTo>
                    <a:pt x="6884725" y="2212901"/>
                  </a:lnTo>
                  <a:lnTo>
                    <a:pt x="6885567" y="2212773"/>
                  </a:lnTo>
                  <a:lnTo>
                    <a:pt x="6886408" y="2211845"/>
                  </a:lnTo>
                  <a:lnTo>
                    <a:pt x="6887249" y="2210423"/>
                  </a:lnTo>
                  <a:lnTo>
                    <a:pt x="6888090" y="2208280"/>
                  </a:lnTo>
                  <a:lnTo>
                    <a:pt x="6888931" y="2205738"/>
                  </a:lnTo>
                  <a:lnTo>
                    <a:pt x="6889773" y="2203052"/>
                  </a:lnTo>
                  <a:lnTo>
                    <a:pt x="6890614" y="2200384"/>
                  </a:lnTo>
                  <a:lnTo>
                    <a:pt x="6891455" y="2197515"/>
                  </a:lnTo>
                  <a:lnTo>
                    <a:pt x="6892296" y="2193954"/>
                  </a:lnTo>
                  <a:lnTo>
                    <a:pt x="6893137" y="2190568"/>
                  </a:lnTo>
                  <a:lnTo>
                    <a:pt x="6893979" y="2186967"/>
                  </a:lnTo>
                  <a:lnTo>
                    <a:pt x="6894820" y="2183345"/>
                  </a:lnTo>
                  <a:lnTo>
                    <a:pt x="6895661" y="2179926"/>
                  </a:lnTo>
                  <a:lnTo>
                    <a:pt x="6896502" y="2176373"/>
                  </a:lnTo>
                  <a:lnTo>
                    <a:pt x="6897343" y="2172798"/>
                  </a:lnTo>
                  <a:lnTo>
                    <a:pt x="6898185" y="2168833"/>
                  </a:lnTo>
                  <a:lnTo>
                    <a:pt x="6899026" y="2165220"/>
                  </a:lnTo>
                  <a:lnTo>
                    <a:pt x="6899867" y="2161645"/>
                  </a:lnTo>
                  <a:lnTo>
                    <a:pt x="6900708" y="2158306"/>
                  </a:lnTo>
                  <a:lnTo>
                    <a:pt x="6901549" y="2155322"/>
                  </a:lnTo>
                  <a:lnTo>
                    <a:pt x="6902391" y="2152450"/>
                  </a:lnTo>
                  <a:lnTo>
                    <a:pt x="6903232" y="2149556"/>
                  </a:lnTo>
                  <a:lnTo>
                    <a:pt x="6904073" y="2146831"/>
                  </a:lnTo>
                  <a:lnTo>
                    <a:pt x="6904914" y="2144682"/>
                  </a:lnTo>
                  <a:lnTo>
                    <a:pt x="6905756" y="2142504"/>
                  </a:lnTo>
                  <a:lnTo>
                    <a:pt x="6906597" y="2140343"/>
                  </a:lnTo>
                  <a:lnTo>
                    <a:pt x="6907438" y="2137984"/>
                  </a:lnTo>
                  <a:lnTo>
                    <a:pt x="6908279" y="2135956"/>
                  </a:lnTo>
                  <a:lnTo>
                    <a:pt x="6909120" y="2133422"/>
                  </a:lnTo>
                  <a:lnTo>
                    <a:pt x="6909962" y="2131164"/>
                  </a:lnTo>
                  <a:lnTo>
                    <a:pt x="6910803" y="2129675"/>
                  </a:lnTo>
                  <a:lnTo>
                    <a:pt x="6911644" y="2128849"/>
                  </a:lnTo>
                  <a:lnTo>
                    <a:pt x="6912485" y="2128412"/>
                  </a:lnTo>
                  <a:lnTo>
                    <a:pt x="6913326" y="2128663"/>
                  </a:lnTo>
                  <a:lnTo>
                    <a:pt x="6914168" y="2129108"/>
                  </a:lnTo>
                  <a:lnTo>
                    <a:pt x="6915009" y="2129578"/>
                  </a:lnTo>
                  <a:lnTo>
                    <a:pt x="6915850" y="2130007"/>
                  </a:lnTo>
                  <a:lnTo>
                    <a:pt x="6916691" y="2130776"/>
                  </a:lnTo>
                  <a:lnTo>
                    <a:pt x="6917532" y="2131909"/>
                  </a:lnTo>
                  <a:lnTo>
                    <a:pt x="6918374" y="2133544"/>
                  </a:lnTo>
                  <a:lnTo>
                    <a:pt x="6919215" y="2135365"/>
                  </a:lnTo>
                  <a:lnTo>
                    <a:pt x="6920056" y="2137073"/>
                  </a:lnTo>
                  <a:lnTo>
                    <a:pt x="6920897" y="2138918"/>
                  </a:lnTo>
                  <a:lnTo>
                    <a:pt x="6921738" y="2141063"/>
                  </a:lnTo>
                  <a:lnTo>
                    <a:pt x="6922580" y="2142821"/>
                  </a:lnTo>
                  <a:lnTo>
                    <a:pt x="6923421" y="2144495"/>
                  </a:lnTo>
                  <a:lnTo>
                    <a:pt x="6924262" y="2146032"/>
                  </a:lnTo>
                  <a:lnTo>
                    <a:pt x="6925103" y="2147810"/>
                  </a:lnTo>
                  <a:lnTo>
                    <a:pt x="6925944" y="2149920"/>
                  </a:lnTo>
                  <a:lnTo>
                    <a:pt x="6926786" y="2152067"/>
                  </a:lnTo>
                  <a:lnTo>
                    <a:pt x="6927627" y="2154142"/>
                  </a:lnTo>
                  <a:lnTo>
                    <a:pt x="6928468" y="2156441"/>
                  </a:lnTo>
                  <a:lnTo>
                    <a:pt x="6929309" y="2158700"/>
                  </a:lnTo>
                  <a:lnTo>
                    <a:pt x="6930150" y="2160901"/>
                  </a:lnTo>
                  <a:lnTo>
                    <a:pt x="6930992" y="2163350"/>
                  </a:lnTo>
                  <a:lnTo>
                    <a:pt x="6931833" y="2165985"/>
                  </a:lnTo>
                  <a:lnTo>
                    <a:pt x="6932674" y="2169126"/>
                  </a:lnTo>
                  <a:lnTo>
                    <a:pt x="6933515" y="2171769"/>
                  </a:lnTo>
                  <a:lnTo>
                    <a:pt x="6934356" y="2174254"/>
                  </a:lnTo>
                  <a:lnTo>
                    <a:pt x="6935198" y="2176194"/>
                  </a:lnTo>
                  <a:lnTo>
                    <a:pt x="6936039" y="2177712"/>
                  </a:lnTo>
                  <a:lnTo>
                    <a:pt x="6936880" y="2179318"/>
                  </a:lnTo>
                  <a:lnTo>
                    <a:pt x="6937721" y="2180439"/>
                  </a:lnTo>
                  <a:lnTo>
                    <a:pt x="6938562" y="2180975"/>
                  </a:lnTo>
                  <a:lnTo>
                    <a:pt x="6939404" y="2181143"/>
                  </a:lnTo>
                  <a:lnTo>
                    <a:pt x="6940245" y="2181539"/>
                  </a:lnTo>
                  <a:lnTo>
                    <a:pt x="6941086" y="2182118"/>
                  </a:lnTo>
                  <a:lnTo>
                    <a:pt x="6941927" y="2182527"/>
                  </a:lnTo>
                  <a:lnTo>
                    <a:pt x="6942768" y="2182695"/>
                  </a:lnTo>
                  <a:lnTo>
                    <a:pt x="6943610" y="2182354"/>
                  </a:lnTo>
                  <a:lnTo>
                    <a:pt x="6944451" y="2181284"/>
                  </a:lnTo>
                  <a:lnTo>
                    <a:pt x="6945292" y="2180087"/>
                  </a:lnTo>
                  <a:lnTo>
                    <a:pt x="6946133" y="2179014"/>
                  </a:lnTo>
                  <a:lnTo>
                    <a:pt x="6946974" y="2177917"/>
                  </a:lnTo>
                  <a:lnTo>
                    <a:pt x="6947816" y="2176801"/>
                  </a:lnTo>
                  <a:lnTo>
                    <a:pt x="6948657" y="2176157"/>
                  </a:lnTo>
                  <a:lnTo>
                    <a:pt x="6949498" y="2175418"/>
                  </a:lnTo>
                  <a:lnTo>
                    <a:pt x="6950339" y="2174844"/>
                  </a:lnTo>
                  <a:lnTo>
                    <a:pt x="6951180" y="2175179"/>
                  </a:lnTo>
                  <a:lnTo>
                    <a:pt x="6952022" y="2175784"/>
                  </a:lnTo>
                  <a:lnTo>
                    <a:pt x="6952863" y="2176319"/>
                  </a:lnTo>
                  <a:lnTo>
                    <a:pt x="6953704" y="2176125"/>
                  </a:lnTo>
                  <a:lnTo>
                    <a:pt x="6954545" y="2175761"/>
                  </a:lnTo>
                  <a:lnTo>
                    <a:pt x="6955386" y="2175502"/>
                  </a:lnTo>
                  <a:lnTo>
                    <a:pt x="6956228" y="2175477"/>
                  </a:lnTo>
                  <a:lnTo>
                    <a:pt x="6957069" y="2176496"/>
                  </a:lnTo>
                  <a:lnTo>
                    <a:pt x="6957910" y="2177655"/>
                  </a:lnTo>
                  <a:lnTo>
                    <a:pt x="6958751" y="2178982"/>
                  </a:lnTo>
                  <a:lnTo>
                    <a:pt x="6959592" y="2180470"/>
                  </a:lnTo>
                  <a:lnTo>
                    <a:pt x="6960434" y="2181457"/>
                  </a:lnTo>
                  <a:lnTo>
                    <a:pt x="6961275" y="2181554"/>
                  </a:lnTo>
                  <a:lnTo>
                    <a:pt x="6962116" y="2181899"/>
                  </a:lnTo>
                  <a:lnTo>
                    <a:pt x="6962957" y="2182679"/>
                  </a:lnTo>
                  <a:lnTo>
                    <a:pt x="6963798" y="2183668"/>
                  </a:lnTo>
                  <a:lnTo>
                    <a:pt x="6964640" y="2184762"/>
                  </a:lnTo>
                  <a:lnTo>
                    <a:pt x="6965481" y="2185428"/>
                  </a:lnTo>
                  <a:lnTo>
                    <a:pt x="6966322" y="2186222"/>
                  </a:lnTo>
                  <a:lnTo>
                    <a:pt x="6967163" y="2186794"/>
                  </a:lnTo>
                  <a:lnTo>
                    <a:pt x="6968004" y="2187159"/>
                  </a:lnTo>
                  <a:lnTo>
                    <a:pt x="6968846" y="2187142"/>
                  </a:lnTo>
                  <a:lnTo>
                    <a:pt x="6969687" y="2186439"/>
                  </a:lnTo>
                  <a:lnTo>
                    <a:pt x="6970528" y="2185377"/>
                  </a:lnTo>
                  <a:lnTo>
                    <a:pt x="6971369" y="2183985"/>
                  </a:lnTo>
                  <a:lnTo>
                    <a:pt x="6972210" y="2181896"/>
                  </a:lnTo>
                  <a:lnTo>
                    <a:pt x="6973052" y="2179871"/>
                  </a:lnTo>
                  <a:lnTo>
                    <a:pt x="6973893" y="2177859"/>
                  </a:lnTo>
                  <a:lnTo>
                    <a:pt x="6974734" y="2175581"/>
                  </a:lnTo>
                  <a:lnTo>
                    <a:pt x="6975575" y="2172391"/>
                  </a:lnTo>
                  <a:lnTo>
                    <a:pt x="6976417" y="2169166"/>
                  </a:lnTo>
                  <a:lnTo>
                    <a:pt x="6977258" y="2165417"/>
                  </a:lnTo>
                  <a:lnTo>
                    <a:pt x="6978099" y="2161754"/>
                  </a:lnTo>
                  <a:lnTo>
                    <a:pt x="6978940" y="2157200"/>
                  </a:lnTo>
                  <a:lnTo>
                    <a:pt x="6979781" y="2152246"/>
                  </a:lnTo>
                  <a:lnTo>
                    <a:pt x="6980623" y="2147730"/>
                  </a:lnTo>
                  <a:lnTo>
                    <a:pt x="6981464" y="2144112"/>
                  </a:lnTo>
                  <a:lnTo>
                    <a:pt x="6982305" y="2141684"/>
                  </a:lnTo>
                  <a:lnTo>
                    <a:pt x="6983146" y="2139838"/>
                  </a:lnTo>
                  <a:lnTo>
                    <a:pt x="6983987" y="2138600"/>
                  </a:lnTo>
                  <a:lnTo>
                    <a:pt x="6984829" y="2138041"/>
                  </a:lnTo>
                  <a:lnTo>
                    <a:pt x="6985670" y="2137863"/>
                  </a:lnTo>
                  <a:lnTo>
                    <a:pt x="6986511" y="2138284"/>
                  </a:lnTo>
                  <a:lnTo>
                    <a:pt x="6987352" y="2139045"/>
                  </a:lnTo>
                  <a:lnTo>
                    <a:pt x="6988193" y="2140267"/>
                  </a:lnTo>
                  <a:lnTo>
                    <a:pt x="6989035" y="2141489"/>
                  </a:lnTo>
                  <a:lnTo>
                    <a:pt x="6989876" y="2142323"/>
                  </a:lnTo>
                  <a:lnTo>
                    <a:pt x="6990717" y="2142792"/>
                  </a:lnTo>
                  <a:lnTo>
                    <a:pt x="6991558" y="2143472"/>
                  </a:lnTo>
                  <a:lnTo>
                    <a:pt x="6992399" y="2144217"/>
                  </a:lnTo>
                  <a:lnTo>
                    <a:pt x="6993241" y="2145221"/>
                  </a:lnTo>
                  <a:lnTo>
                    <a:pt x="6994082" y="2146386"/>
                  </a:lnTo>
                  <a:lnTo>
                    <a:pt x="6994923" y="2147455"/>
                  </a:lnTo>
                  <a:lnTo>
                    <a:pt x="6995764" y="2148758"/>
                  </a:lnTo>
                  <a:lnTo>
                    <a:pt x="6996605" y="2150207"/>
                  </a:lnTo>
                  <a:lnTo>
                    <a:pt x="6997447" y="2151348"/>
                  </a:lnTo>
                  <a:lnTo>
                    <a:pt x="6998288" y="2152538"/>
                  </a:lnTo>
                  <a:lnTo>
                    <a:pt x="6999129" y="2153695"/>
                  </a:lnTo>
                  <a:lnTo>
                    <a:pt x="6999970" y="2154553"/>
                  </a:lnTo>
                  <a:lnTo>
                    <a:pt x="7000811" y="2154998"/>
                  </a:lnTo>
                  <a:lnTo>
                    <a:pt x="7001653" y="2155290"/>
                  </a:lnTo>
                  <a:lnTo>
                    <a:pt x="7002494" y="2156285"/>
                  </a:lnTo>
                  <a:lnTo>
                    <a:pt x="7003335" y="2157754"/>
                  </a:lnTo>
                  <a:lnTo>
                    <a:pt x="7004176" y="2158983"/>
                  </a:lnTo>
                  <a:lnTo>
                    <a:pt x="7005017" y="2159858"/>
                  </a:lnTo>
                  <a:lnTo>
                    <a:pt x="7005859" y="2160974"/>
                  </a:lnTo>
                  <a:lnTo>
                    <a:pt x="7006700" y="2162031"/>
                  </a:lnTo>
                  <a:lnTo>
                    <a:pt x="7007541" y="2162465"/>
                  </a:lnTo>
                  <a:lnTo>
                    <a:pt x="7008382" y="2162592"/>
                  </a:lnTo>
                  <a:lnTo>
                    <a:pt x="7009223" y="2163913"/>
                  </a:lnTo>
                  <a:lnTo>
                    <a:pt x="7010065" y="2165964"/>
                  </a:lnTo>
                  <a:lnTo>
                    <a:pt x="7010906" y="2167907"/>
                  </a:lnTo>
                  <a:lnTo>
                    <a:pt x="7011747" y="2169703"/>
                  </a:lnTo>
                  <a:lnTo>
                    <a:pt x="7012588" y="2171347"/>
                  </a:lnTo>
                  <a:lnTo>
                    <a:pt x="7013429" y="2173077"/>
                  </a:lnTo>
                  <a:lnTo>
                    <a:pt x="7014271" y="2174821"/>
                  </a:lnTo>
                  <a:lnTo>
                    <a:pt x="7015112" y="2176189"/>
                  </a:lnTo>
                  <a:lnTo>
                    <a:pt x="7015953" y="2177901"/>
                  </a:lnTo>
                  <a:lnTo>
                    <a:pt x="7016794" y="2180061"/>
                  </a:lnTo>
                  <a:lnTo>
                    <a:pt x="7017635" y="2182461"/>
                  </a:lnTo>
                  <a:lnTo>
                    <a:pt x="7018477" y="2185114"/>
                  </a:lnTo>
                  <a:lnTo>
                    <a:pt x="7019318" y="2187788"/>
                  </a:lnTo>
                  <a:lnTo>
                    <a:pt x="7020159" y="2190960"/>
                  </a:lnTo>
                  <a:lnTo>
                    <a:pt x="7021000" y="2194152"/>
                  </a:lnTo>
                  <a:lnTo>
                    <a:pt x="7021841" y="2195892"/>
                  </a:lnTo>
                  <a:lnTo>
                    <a:pt x="7022683" y="2197203"/>
                  </a:lnTo>
                  <a:lnTo>
                    <a:pt x="7023524" y="2198652"/>
                  </a:lnTo>
                  <a:lnTo>
                    <a:pt x="7024365" y="2200247"/>
                  </a:lnTo>
                  <a:lnTo>
                    <a:pt x="7025206" y="2202060"/>
                  </a:lnTo>
                  <a:lnTo>
                    <a:pt x="7026047" y="2203827"/>
                  </a:lnTo>
                  <a:lnTo>
                    <a:pt x="7026889" y="2205197"/>
                  </a:lnTo>
                  <a:lnTo>
                    <a:pt x="7027730" y="2206004"/>
                  </a:lnTo>
                  <a:lnTo>
                    <a:pt x="7028571" y="2206212"/>
                  </a:lnTo>
                  <a:lnTo>
                    <a:pt x="7029412" y="2206317"/>
                  </a:lnTo>
                  <a:lnTo>
                    <a:pt x="7030253" y="2206292"/>
                  </a:lnTo>
                  <a:lnTo>
                    <a:pt x="7031095" y="2206041"/>
                  </a:lnTo>
                  <a:lnTo>
                    <a:pt x="7031936" y="2205634"/>
                  </a:lnTo>
                  <a:lnTo>
                    <a:pt x="7032777" y="2205255"/>
                  </a:lnTo>
                  <a:lnTo>
                    <a:pt x="7033618" y="2205168"/>
                  </a:lnTo>
                  <a:lnTo>
                    <a:pt x="7034459" y="2204709"/>
                  </a:lnTo>
                  <a:lnTo>
                    <a:pt x="7035301" y="2204277"/>
                  </a:lnTo>
                  <a:lnTo>
                    <a:pt x="7036142" y="2203832"/>
                  </a:lnTo>
                  <a:lnTo>
                    <a:pt x="7036983" y="2203200"/>
                  </a:lnTo>
                  <a:lnTo>
                    <a:pt x="7037824" y="2202515"/>
                  </a:lnTo>
                  <a:lnTo>
                    <a:pt x="7038665" y="2202181"/>
                  </a:lnTo>
                  <a:lnTo>
                    <a:pt x="7039507" y="2202491"/>
                  </a:lnTo>
                  <a:lnTo>
                    <a:pt x="7040348" y="2202677"/>
                  </a:lnTo>
                  <a:lnTo>
                    <a:pt x="7041189" y="2202777"/>
                  </a:lnTo>
                  <a:lnTo>
                    <a:pt x="7042030" y="2202815"/>
                  </a:lnTo>
                  <a:lnTo>
                    <a:pt x="7042871" y="2201687"/>
                  </a:lnTo>
                  <a:lnTo>
                    <a:pt x="7043713" y="2199727"/>
                  </a:lnTo>
                  <a:lnTo>
                    <a:pt x="7044554" y="2197785"/>
                  </a:lnTo>
                  <a:lnTo>
                    <a:pt x="7045395" y="2195768"/>
                  </a:lnTo>
                  <a:lnTo>
                    <a:pt x="7046236" y="2193404"/>
                  </a:lnTo>
                  <a:lnTo>
                    <a:pt x="7047078" y="2191387"/>
                  </a:lnTo>
                  <a:lnTo>
                    <a:pt x="7047919" y="2188577"/>
                  </a:lnTo>
                  <a:lnTo>
                    <a:pt x="7048760" y="2185019"/>
                  </a:lnTo>
                  <a:lnTo>
                    <a:pt x="7049601" y="2180491"/>
                  </a:lnTo>
                  <a:lnTo>
                    <a:pt x="7050442" y="2174837"/>
                  </a:lnTo>
                  <a:lnTo>
                    <a:pt x="7051284" y="2168351"/>
                  </a:lnTo>
                  <a:lnTo>
                    <a:pt x="7052125" y="2161459"/>
                  </a:lnTo>
                  <a:lnTo>
                    <a:pt x="7052966" y="2153995"/>
                  </a:lnTo>
                  <a:lnTo>
                    <a:pt x="7053807" y="2145794"/>
                  </a:lnTo>
                  <a:lnTo>
                    <a:pt x="7054648" y="2136929"/>
                  </a:lnTo>
                  <a:lnTo>
                    <a:pt x="7055490" y="2128314"/>
                  </a:lnTo>
                  <a:lnTo>
                    <a:pt x="7056331" y="2119959"/>
                  </a:lnTo>
                  <a:lnTo>
                    <a:pt x="7057172" y="2111484"/>
                  </a:lnTo>
                  <a:lnTo>
                    <a:pt x="7058013" y="2104757"/>
                  </a:lnTo>
                  <a:lnTo>
                    <a:pt x="7058854" y="2098644"/>
                  </a:lnTo>
                  <a:lnTo>
                    <a:pt x="7059696" y="2093682"/>
                  </a:lnTo>
                  <a:lnTo>
                    <a:pt x="7060537" y="2090258"/>
                  </a:lnTo>
                  <a:lnTo>
                    <a:pt x="7061378" y="2088467"/>
                  </a:lnTo>
                  <a:lnTo>
                    <a:pt x="7062219" y="2087833"/>
                  </a:lnTo>
                  <a:lnTo>
                    <a:pt x="7063060" y="2087574"/>
                  </a:lnTo>
                  <a:lnTo>
                    <a:pt x="7063902" y="2087815"/>
                  </a:lnTo>
                  <a:lnTo>
                    <a:pt x="7064743" y="2088113"/>
                  </a:lnTo>
                  <a:lnTo>
                    <a:pt x="7065584" y="2089298"/>
                  </a:lnTo>
                  <a:lnTo>
                    <a:pt x="7066425" y="2091135"/>
                  </a:lnTo>
                  <a:lnTo>
                    <a:pt x="7067266" y="2092936"/>
                  </a:lnTo>
                  <a:lnTo>
                    <a:pt x="7068108" y="2094804"/>
                  </a:lnTo>
                  <a:lnTo>
                    <a:pt x="7068949" y="2096505"/>
                  </a:lnTo>
                  <a:lnTo>
                    <a:pt x="7069790" y="2097889"/>
                  </a:lnTo>
                  <a:lnTo>
                    <a:pt x="7070631" y="2098792"/>
                  </a:lnTo>
                  <a:lnTo>
                    <a:pt x="7071472" y="2099910"/>
                  </a:lnTo>
                  <a:lnTo>
                    <a:pt x="7072314" y="2100779"/>
                  </a:lnTo>
                  <a:lnTo>
                    <a:pt x="7073155" y="2100879"/>
                  </a:lnTo>
                  <a:lnTo>
                    <a:pt x="7073996" y="2100801"/>
                  </a:lnTo>
                  <a:lnTo>
                    <a:pt x="7074837" y="2100702"/>
                  </a:lnTo>
                  <a:lnTo>
                    <a:pt x="7075678" y="2100797"/>
                  </a:lnTo>
                  <a:lnTo>
                    <a:pt x="7076520" y="2100673"/>
                  </a:lnTo>
                  <a:lnTo>
                    <a:pt x="7077361" y="2100984"/>
                  </a:lnTo>
                  <a:lnTo>
                    <a:pt x="7078202" y="2100715"/>
                  </a:lnTo>
                  <a:lnTo>
                    <a:pt x="7079043" y="2099755"/>
                  </a:lnTo>
                  <a:lnTo>
                    <a:pt x="7079884" y="2098362"/>
                  </a:lnTo>
                  <a:lnTo>
                    <a:pt x="7080726" y="2096718"/>
                  </a:lnTo>
                  <a:lnTo>
                    <a:pt x="7081567" y="2094611"/>
                  </a:lnTo>
                  <a:lnTo>
                    <a:pt x="7082408" y="2092292"/>
                  </a:lnTo>
                  <a:lnTo>
                    <a:pt x="7083249" y="2089731"/>
                  </a:lnTo>
                  <a:lnTo>
                    <a:pt x="7084090" y="2087000"/>
                  </a:lnTo>
                  <a:lnTo>
                    <a:pt x="7084932" y="2084494"/>
                  </a:lnTo>
                  <a:lnTo>
                    <a:pt x="7085773" y="2081693"/>
                  </a:lnTo>
                  <a:lnTo>
                    <a:pt x="7086614" y="2078662"/>
                  </a:lnTo>
                  <a:lnTo>
                    <a:pt x="7087455" y="2074855"/>
                  </a:lnTo>
                  <a:lnTo>
                    <a:pt x="7088296" y="2070863"/>
                  </a:lnTo>
                  <a:lnTo>
                    <a:pt x="7089138" y="2065751"/>
                  </a:lnTo>
                  <a:lnTo>
                    <a:pt x="7089979" y="2060573"/>
                  </a:lnTo>
                  <a:lnTo>
                    <a:pt x="7090820" y="2055639"/>
                  </a:lnTo>
                  <a:lnTo>
                    <a:pt x="7091661" y="2050735"/>
                  </a:lnTo>
                  <a:lnTo>
                    <a:pt x="7092502" y="2045289"/>
                  </a:lnTo>
                  <a:lnTo>
                    <a:pt x="7093344" y="2037835"/>
                  </a:lnTo>
                  <a:lnTo>
                    <a:pt x="7094185" y="2029389"/>
                  </a:lnTo>
                  <a:lnTo>
                    <a:pt x="7095026" y="2020608"/>
                  </a:lnTo>
                  <a:lnTo>
                    <a:pt x="7095867" y="2011832"/>
                  </a:lnTo>
                  <a:lnTo>
                    <a:pt x="7096708" y="2003344"/>
                  </a:lnTo>
                  <a:lnTo>
                    <a:pt x="7097550" y="1995579"/>
                  </a:lnTo>
                  <a:lnTo>
                    <a:pt x="7098391" y="1988337"/>
                  </a:lnTo>
                  <a:lnTo>
                    <a:pt x="7099232" y="1980875"/>
                  </a:lnTo>
                  <a:lnTo>
                    <a:pt x="7100073" y="1972924"/>
                  </a:lnTo>
                  <a:lnTo>
                    <a:pt x="7100914" y="1965228"/>
                  </a:lnTo>
                  <a:lnTo>
                    <a:pt x="7101756" y="1958625"/>
                  </a:lnTo>
                  <a:lnTo>
                    <a:pt x="7102597" y="1951919"/>
                  </a:lnTo>
                  <a:lnTo>
                    <a:pt x="7103438" y="1945042"/>
                  </a:lnTo>
                  <a:lnTo>
                    <a:pt x="7104279" y="1938165"/>
                  </a:lnTo>
                  <a:lnTo>
                    <a:pt x="7105120" y="1931459"/>
                  </a:lnTo>
                  <a:lnTo>
                    <a:pt x="7105962" y="1925514"/>
                  </a:lnTo>
                  <a:lnTo>
                    <a:pt x="7106803" y="1920061"/>
                  </a:lnTo>
                  <a:lnTo>
                    <a:pt x="7107644" y="1915385"/>
                  </a:lnTo>
                  <a:lnTo>
                    <a:pt x="7108485" y="1910439"/>
                  </a:lnTo>
                  <a:lnTo>
                    <a:pt x="7109326" y="1904721"/>
                  </a:lnTo>
                  <a:lnTo>
                    <a:pt x="7110168" y="1898633"/>
                  </a:lnTo>
                  <a:lnTo>
                    <a:pt x="7111009" y="1892291"/>
                  </a:lnTo>
                  <a:lnTo>
                    <a:pt x="7111850" y="1886200"/>
                  </a:lnTo>
                  <a:lnTo>
                    <a:pt x="7112691" y="1880815"/>
                  </a:lnTo>
                  <a:lnTo>
                    <a:pt x="7113532" y="1874607"/>
                  </a:lnTo>
                  <a:lnTo>
                    <a:pt x="7114374" y="1868394"/>
                  </a:lnTo>
                  <a:lnTo>
                    <a:pt x="7115215" y="1861528"/>
                  </a:lnTo>
                  <a:lnTo>
                    <a:pt x="7116056" y="1854491"/>
                  </a:lnTo>
                  <a:lnTo>
                    <a:pt x="7116897" y="1846349"/>
                  </a:lnTo>
                  <a:lnTo>
                    <a:pt x="7117739" y="1837292"/>
                  </a:lnTo>
                  <a:lnTo>
                    <a:pt x="7118580" y="1828970"/>
                  </a:lnTo>
                  <a:lnTo>
                    <a:pt x="7119421" y="1819790"/>
                  </a:lnTo>
                  <a:lnTo>
                    <a:pt x="7120262" y="1810402"/>
                  </a:lnTo>
                  <a:lnTo>
                    <a:pt x="7121103" y="1801065"/>
                  </a:lnTo>
                  <a:lnTo>
                    <a:pt x="7121945" y="1792515"/>
                  </a:lnTo>
                  <a:lnTo>
                    <a:pt x="7122786" y="1784232"/>
                  </a:lnTo>
                  <a:lnTo>
                    <a:pt x="7123627" y="1776253"/>
                  </a:lnTo>
                  <a:lnTo>
                    <a:pt x="7124468" y="1768647"/>
                  </a:lnTo>
                  <a:lnTo>
                    <a:pt x="7125309" y="1760196"/>
                  </a:lnTo>
                  <a:lnTo>
                    <a:pt x="7126151" y="1751219"/>
                  </a:lnTo>
                  <a:lnTo>
                    <a:pt x="7126992" y="1742025"/>
                  </a:lnTo>
                  <a:lnTo>
                    <a:pt x="7127833" y="1733138"/>
                  </a:lnTo>
                  <a:lnTo>
                    <a:pt x="7128674" y="1724692"/>
                  </a:lnTo>
                  <a:lnTo>
                    <a:pt x="7129515" y="1716893"/>
                  </a:lnTo>
                  <a:lnTo>
                    <a:pt x="7130357" y="1710893"/>
                  </a:lnTo>
                  <a:lnTo>
                    <a:pt x="7131198" y="1705516"/>
                  </a:lnTo>
                  <a:lnTo>
                    <a:pt x="7132039" y="1700728"/>
                  </a:lnTo>
                  <a:lnTo>
                    <a:pt x="7132880" y="1696367"/>
                  </a:lnTo>
                  <a:lnTo>
                    <a:pt x="7133721" y="1693519"/>
                  </a:lnTo>
                  <a:lnTo>
                    <a:pt x="7134563" y="1690857"/>
                  </a:lnTo>
                  <a:lnTo>
                    <a:pt x="7135404" y="1687888"/>
                  </a:lnTo>
                  <a:lnTo>
                    <a:pt x="7136245" y="1685482"/>
                  </a:lnTo>
                  <a:lnTo>
                    <a:pt x="7137086" y="1683314"/>
                  </a:lnTo>
                  <a:lnTo>
                    <a:pt x="7137927" y="1681584"/>
                  </a:lnTo>
                  <a:lnTo>
                    <a:pt x="7138769" y="1680585"/>
                  </a:lnTo>
                  <a:lnTo>
                    <a:pt x="7139610" y="1680010"/>
                  </a:lnTo>
                  <a:lnTo>
                    <a:pt x="7140451" y="1680204"/>
                  </a:lnTo>
                  <a:lnTo>
                    <a:pt x="7141292" y="1680758"/>
                  </a:lnTo>
                  <a:lnTo>
                    <a:pt x="7142133" y="1680963"/>
                  </a:lnTo>
                  <a:lnTo>
                    <a:pt x="7142975" y="1681235"/>
                  </a:lnTo>
                  <a:lnTo>
                    <a:pt x="7143816" y="1681143"/>
                  </a:lnTo>
                  <a:lnTo>
                    <a:pt x="7144657" y="1681093"/>
                  </a:lnTo>
                  <a:lnTo>
                    <a:pt x="7145498" y="1681165"/>
                  </a:lnTo>
                  <a:lnTo>
                    <a:pt x="7146339" y="1681519"/>
                  </a:lnTo>
                  <a:lnTo>
                    <a:pt x="7147181" y="1681961"/>
                  </a:lnTo>
                  <a:lnTo>
                    <a:pt x="7148022" y="1682576"/>
                  </a:lnTo>
                  <a:lnTo>
                    <a:pt x="7148863" y="1683421"/>
                  </a:lnTo>
                  <a:lnTo>
                    <a:pt x="7149704" y="1683467"/>
                  </a:lnTo>
                  <a:lnTo>
                    <a:pt x="7150545" y="1682613"/>
                  </a:lnTo>
                  <a:lnTo>
                    <a:pt x="7151387" y="1680699"/>
                  </a:lnTo>
                  <a:lnTo>
                    <a:pt x="7152228" y="1678466"/>
                  </a:lnTo>
                  <a:lnTo>
                    <a:pt x="7153069" y="1676110"/>
                  </a:lnTo>
                  <a:lnTo>
                    <a:pt x="7153910" y="1673690"/>
                  </a:lnTo>
                  <a:lnTo>
                    <a:pt x="7154751" y="1671209"/>
                  </a:lnTo>
                  <a:lnTo>
                    <a:pt x="7155593" y="1669117"/>
                  </a:lnTo>
                  <a:lnTo>
                    <a:pt x="7156434" y="1666838"/>
                  </a:lnTo>
                  <a:lnTo>
                    <a:pt x="7157275" y="1664497"/>
                  </a:lnTo>
                  <a:lnTo>
                    <a:pt x="7158116" y="1661851"/>
                  </a:lnTo>
                  <a:lnTo>
                    <a:pt x="7158957" y="1658702"/>
                  </a:lnTo>
                  <a:lnTo>
                    <a:pt x="7159799" y="1655361"/>
                  </a:lnTo>
                  <a:lnTo>
                    <a:pt x="7160640" y="1651963"/>
                  </a:lnTo>
                  <a:lnTo>
                    <a:pt x="7161481" y="1648137"/>
                  </a:lnTo>
                  <a:lnTo>
                    <a:pt x="7162322" y="1643924"/>
                  </a:lnTo>
                  <a:lnTo>
                    <a:pt x="7163163" y="1638873"/>
                  </a:lnTo>
                  <a:lnTo>
                    <a:pt x="7164005" y="1634033"/>
                  </a:lnTo>
                  <a:lnTo>
                    <a:pt x="7164846" y="1628132"/>
                  </a:lnTo>
                  <a:lnTo>
                    <a:pt x="7165687" y="1621568"/>
                  </a:lnTo>
                  <a:lnTo>
                    <a:pt x="7166528" y="1614931"/>
                  </a:lnTo>
                  <a:lnTo>
                    <a:pt x="7167369" y="1608358"/>
                  </a:lnTo>
                  <a:lnTo>
                    <a:pt x="7168211" y="1601899"/>
                  </a:lnTo>
                  <a:lnTo>
                    <a:pt x="7169052" y="1595335"/>
                  </a:lnTo>
                  <a:lnTo>
                    <a:pt x="7169893" y="1589362"/>
                  </a:lnTo>
                  <a:lnTo>
                    <a:pt x="7170734" y="1584206"/>
                  </a:lnTo>
                  <a:lnTo>
                    <a:pt x="7171575" y="1578876"/>
                  </a:lnTo>
                  <a:lnTo>
                    <a:pt x="7172417" y="1573349"/>
                  </a:lnTo>
                  <a:lnTo>
                    <a:pt x="7173258" y="1567868"/>
                  </a:lnTo>
                  <a:lnTo>
                    <a:pt x="7174099" y="1562365"/>
                  </a:lnTo>
                  <a:lnTo>
                    <a:pt x="7174940" y="1557035"/>
                  </a:lnTo>
                  <a:lnTo>
                    <a:pt x="7175781" y="1551558"/>
                  </a:lnTo>
                  <a:lnTo>
                    <a:pt x="7176623" y="1546599"/>
                  </a:lnTo>
                  <a:lnTo>
                    <a:pt x="7177464" y="1542089"/>
                  </a:lnTo>
                  <a:lnTo>
                    <a:pt x="7178305" y="1538047"/>
                  </a:lnTo>
                  <a:lnTo>
                    <a:pt x="7179146" y="1534956"/>
                  </a:lnTo>
                  <a:lnTo>
                    <a:pt x="7179987" y="1531366"/>
                  </a:lnTo>
                  <a:lnTo>
                    <a:pt x="7180829" y="1527801"/>
                  </a:lnTo>
                  <a:lnTo>
                    <a:pt x="7181670" y="1524580"/>
                  </a:lnTo>
                  <a:lnTo>
                    <a:pt x="7182511" y="1520647"/>
                  </a:lnTo>
                  <a:lnTo>
                    <a:pt x="7183352" y="1515947"/>
                  </a:lnTo>
                  <a:lnTo>
                    <a:pt x="7184193" y="1511182"/>
                  </a:lnTo>
                  <a:lnTo>
                    <a:pt x="7185035" y="1506641"/>
                  </a:lnTo>
                  <a:lnTo>
                    <a:pt x="7185876" y="1502184"/>
                  </a:lnTo>
                  <a:lnTo>
                    <a:pt x="7186717" y="1497110"/>
                  </a:lnTo>
                  <a:lnTo>
                    <a:pt x="7187558" y="1491268"/>
                  </a:lnTo>
                  <a:lnTo>
                    <a:pt x="7188399" y="1485274"/>
                  </a:lnTo>
                  <a:lnTo>
                    <a:pt x="7189241" y="1478511"/>
                  </a:lnTo>
                  <a:lnTo>
                    <a:pt x="7190082" y="1471479"/>
                  </a:lnTo>
                  <a:lnTo>
                    <a:pt x="7190923" y="1463411"/>
                  </a:lnTo>
                  <a:lnTo>
                    <a:pt x="7191764" y="1454341"/>
                  </a:lnTo>
                  <a:lnTo>
                    <a:pt x="7192606" y="1445142"/>
                  </a:lnTo>
                  <a:lnTo>
                    <a:pt x="7193447" y="1436084"/>
                  </a:lnTo>
                  <a:lnTo>
                    <a:pt x="7194288" y="1425744"/>
                  </a:lnTo>
                  <a:lnTo>
                    <a:pt x="7195129" y="1415342"/>
                  </a:lnTo>
                  <a:lnTo>
                    <a:pt x="7195970" y="1403129"/>
                  </a:lnTo>
                  <a:lnTo>
                    <a:pt x="7196812" y="1390704"/>
                  </a:lnTo>
                  <a:lnTo>
                    <a:pt x="7197653" y="1377515"/>
                  </a:lnTo>
                  <a:lnTo>
                    <a:pt x="7198494" y="1364326"/>
                  </a:lnTo>
                  <a:lnTo>
                    <a:pt x="7199335" y="1351030"/>
                  </a:lnTo>
                  <a:lnTo>
                    <a:pt x="7200176" y="1337576"/>
                  </a:lnTo>
                  <a:lnTo>
                    <a:pt x="7201018" y="1325833"/>
                  </a:lnTo>
                  <a:lnTo>
                    <a:pt x="7201859" y="1313730"/>
                  </a:lnTo>
                  <a:lnTo>
                    <a:pt x="7202700" y="1302386"/>
                  </a:lnTo>
                  <a:lnTo>
                    <a:pt x="7203541" y="1291841"/>
                  </a:lnTo>
                  <a:lnTo>
                    <a:pt x="7204382" y="1282010"/>
                  </a:lnTo>
                  <a:lnTo>
                    <a:pt x="7205224" y="1272822"/>
                  </a:lnTo>
                  <a:lnTo>
                    <a:pt x="7206065" y="1262329"/>
                  </a:lnTo>
                  <a:lnTo>
                    <a:pt x="7206906" y="1252885"/>
                  </a:lnTo>
                  <a:lnTo>
                    <a:pt x="7207747" y="1243386"/>
                  </a:lnTo>
                  <a:lnTo>
                    <a:pt x="7208588" y="1234225"/>
                  </a:lnTo>
                  <a:lnTo>
                    <a:pt x="7209430" y="1226229"/>
                  </a:lnTo>
                  <a:lnTo>
                    <a:pt x="7210271" y="1218338"/>
                  </a:lnTo>
                  <a:lnTo>
                    <a:pt x="7211112" y="1211132"/>
                  </a:lnTo>
                  <a:lnTo>
                    <a:pt x="7211953" y="1205630"/>
                  </a:lnTo>
                  <a:lnTo>
                    <a:pt x="7212794" y="1200624"/>
                  </a:lnTo>
                  <a:lnTo>
                    <a:pt x="7213636" y="1195224"/>
                  </a:lnTo>
                  <a:lnTo>
                    <a:pt x="7214477" y="1190067"/>
                  </a:lnTo>
                  <a:lnTo>
                    <a:pt x="7215318" y="1184406"/>
                  </a:lnTo>
                  <a:lnTo>
                    <a:pt x="7216159" y="1178552"/>
                  </a:lnTo>
                  <a:lnTo>
                    <a:pt x="7217000" y="1173791"/>
                  </a:lnTo>
                  <a:lnTo>
                    <a:pt x="7217842" y="1169275"/>
                  </a:lnTo>
                  <a:lnTo>
                    <a:pt x="7218683" y="1165092"/>
                  </a:lnTo>
                  <a:lnTo>
                    <a:pt x="7219524" y="1161561"/>
                  </a:lnTo>
                  <a:lnTo>
                    <a:pt x="7220365" y="1158052"/>
                  </a:lnTo>
                  <a:lnTo>
                    <a:pt x="7221206" y="1155015"/>
                  </a:lnTo>
                  <a:lnTo>
                    <a:pt x="7222048" y="1151466"/>
                  </a:lnTo>
                  <a:lnTo>
                    <a:pt x="7222889" y="1149137"/>
                  </a:lnTo>
                  <a:lnTo>
                    <a:pt x="7223730" y="1146868"/>
                  </a:lnTo>
                  <a:lnTo>
                    <a:pt x="7224571" y="1145388"/>
                  </a:lnTo>
                  <a:lnTo>
                    <a:pt x="7225412" y="1143304"/>
                  </a:lnTo>
                  <a:lnTo>
                    <a:pt x="7226254" y="1141538"/>
                  </a:lnTo>
                  <a:lnTo>
                    <a:pt x="7227095" y="1139089"/>
                  </a:lnTo>
                  <a:lnTo>
                    <a:pt x="7227936" y="1135903"/>
                  </a:lnTo>
                  <a:lnTo>
                    <a:pt x="7228777" y="1131775"/>
                  </a:lnTo>
                  <a:lnTo>
                    <a:pt x="7229618" y="1125918"/>
                  </a:lnTo>
                  <a:lnTo>
                    <a:pt x="7230460" y="1119896"/>
                  </a:lnTo>
                  <a:lnTo>
                    <a:pt x="7231301" y="1113801"/>
                  </a:lnTo>
                  <a:lnTo>
                    <a:pt x="7232142" y="1106226"/>
                  </a:lnTo>
                  <a:lnTo>
                    <a:pt x="7232983" y="1099086"/>
                  </a:lnTo>
                  <a:lnTo>
                    <a:pt x="7233824" y="1091589"/>
                  </a:lnTo>
                  <a:lnTo>
                    <a:pt x="7234666" y="1084007"/>
                  </a:lnTo>
                  <a:lnTo>
                    <a:pt x="7235507" y="1076654"/>
                  </a:lnTo>
                  <a:lnTo>
                    <a:pt x="7236348" y="1069759"/>
                  </a:lnTo>
                  <a:lnTo>
                    <a:pt x="7237189" y="1063541"/>
                  </a:lnTo>
                  <a:lnTo>
                    <a:pt x="7238030" y="1057225"/>
                  </a:lnTo>
                  <a:lnTo>
                    <a:pt x="7238872" y="1051066"/>
                  </a:lnTo>
                  <a:lnTo>
                    <a:pt x="7239713" y="1044750"/>
                  </a:lnTo>
                  <a:lnTo>
                    <a:pt x="7240554" y="1038400"/>
                  </a:lnTo>
                  <a:lnTo>
                    <a:pt x="7241395" y="1032801"/>
                  </a:lnTo>
                  <a:lnTo>
                    <a:pt x="7242236" y="1027142"/>
                  </a:lnTo>
                  <a:lnTo>
                    <a:pt x="7243078" y="1022089"/>
                  </a:lnTo>
                  <a:lnTo>
                    <a:pt x="7243919" y="1017310"/>
                  </a:lnTo>
                  <a:lnTo>
                    <a:pt x="7244760" y="1013041"/>
                  </a:lnTo>
                  <a:lnTo>
                    <a:pt x="7245601" y="1009157"/>
                  </a:lnTo>
                  <a:lnTo>
                    <a:pt x="7246442" y="1005924"/>
                  </a:lnTo>
                  <a:lnTo>
                    <a:pt x="7247284" y="1003139"/>
                  </a:lnTo>
                  <a:lnTo>
                    <a:pt x="7248125" y="1000551"/>
                  </a:lnTo>
                  <a:lnTo>
                    <a:pt x="7248966" y="997906"/>
                  </a:lnTo>
                  <a:lnTo>
                    <a:pt x="7249807" y="995429"/>
                  </a:lnTo>
                  <a:lnTo>
                    <a:pt x="7250648" y="993188"/>
                  </a:lnTo>
                  <a:lnTo>
                    <a:pt x="7251490" y="991794"/>
                  </a:lnTo>
                  <a:lnTo>
                    <a:pt x="7252331" y="990584"/>
                  </a:lnTo>
                  <a:lnTo>
                    <a:pt x="7253172" y="989414"/>
                  </a:lnTo>
                  <a:lnTo>
                    <a:pt x="7254013" y="988590"/>
                  </a:lnTo>
                  <a:lnTo>
                    <a:pt x="7254854" y="987410"/>
                  </a:lnTo>
                  <a:lnTo>
                    <a:pt x="7255696" y="986636"/>
                  </a:lnTo>
                  <a:lnTo>
                    <a:pt x="7256537" y="985838"/>
                  </a:lnTo>
                  <a:lnTo>
                    <a:pt x="7257378" y="985869"/>
                  </a:lnTo>
                  <a:lnTo>
                    <a:pt x="7258219" y="985094"/>
                  </a:lnTo>
                  <a:lnTo>
                    <a:pt x="7259060" y="983317"/>
                  </a:lnTo>
                  <a:lnTo>
                    <a:pt x="7259902" y="981637"/>
                  </a:lnTo>
                  <a:lnTo>
                    <a:pt x="7260743" y="980220"/>
                  </a:lnTo>
                  <a:lnTo>
                    <a:pt x="7261584" y="979630"/>
                  </a:lnTo>
                  <a:lnTo>
                    <a:pt x="7262425" y="980589"/>
                  </a:lnTo>
                  <a:lnTo>
                    <a:pt x="7263267" y="983652"/>
                  </a:lnTo>
                  <a:lnTo>
                    <a:pt x="7264108" y="987538"/>
                  </a:lnTo>
                  <a:lnTo>
                    <a:pt x="7264949" y="990902"/>
                  </a:lnTo>
                  <a:lnTo>
                    <a:pt x="7265790" y="993941"/>
                  </a:lnTo>
                  <a:lnTo>
                    <a:pt x="7266631" y="996057"/>
                  </a:lnTo>
                  <a:lnTo>
                    <a:pt x="7267473" y="998192"/>
                  </a:lnTo>
                  <a:lnTo>
                    <a:pt x="7268314" y="1000766"/>
                  </a:lnTo>
                  <a:lnTo>
                    <a:pt x="7269155" y="1003103"/>
                  </a:lnTo>
                  <a:lnTo>
                    <a:pt x="7269996" y="1004600"/>
                  </a:lnTo>
                  <a:lnTo>
                    <a:pt x="7270837" y="1006986"/>
                  </a:lnTo>
                  <a:lnTo>
                    <a:pt x="7271679" y="1010481"/>
                  </a:lnTo>
                  <a:lnTo>
                    <a:pt x="7272520" y="1014811"/>
                  </a:lnTo>
                  <a:lnTo>
                    <a:pt x="7273361" y="1019344"/>
                  </a:lnTo>
                  <a:lnTo>
                    <a:pt x="7274202" y="1023906"/>
                  </a:lnTo>
                  <a:lnTo>
                    <a:pt x="7275043" y="1028065"/>
                  </a:lnTo>
                  <a:lnTo>
                    <a:pt x="7275885" y="1031333"/>
                  </a:lnTo>
                  <a:lnTo>
                    <a:pt x="7276726" y="1033957"/>
                  </a:lnTo>
                  <a:lnTo>
                    <a:pt x="7277567" y="1037240"/>
                  </a:lnTo>
                  <a:lnTo>
                    <a:pt x="7278408" y="1040996"/>
                  </a:lnTo>
                  <a:lnTo>
                    <a:pt x="7279249" y="1045863"/>
                  </a:lnTo>
                  <a:lnTo>
                    <a:pt x="7280091" y="1050607"/>
                  </a:lnTo>
                  <a:lnTo>
                    <a:pt x="7280932" y="1055449"/>
                  </a:lnTo>
                  <a:lnTo>
                    <a:pt x="7281773" y="1061333"/>
                  </a:lnTo>
                  <a:lnTo>
                    <a:pt x="7282614" y="1067357"/>
                  </a:lnTo>
                  <a:lnTo>
                    <a:pt x="7283455" y="1073840"/>
                  </a:lnTo>
                  <a:lnTo>
                    <a:pt x="7284297" y="1080424"/>
                  </a:lnTo>
                  <a:lnTo>
                    <a:pt x="7285138" y="1087331"/>
                  </a:lnTo>
                  <a:lnTo>
                    <a:pt x="7285979" y="1094828"/>
                  </a:lnTo>
                  <a:lnTo>
                    <a:pt x="7286820" y="1101189"/>
                  </a:lnTo>
                  <a:lnTo>
                    <a:pt x="7287661" y="1107244"/>
                  </a:lnTo>
                  <a:lnTo>
                    <a:pt x="7288503" y="1112640"/>
                  </a:lnTo>
                  <a:lnTo>
                    <a:pt x="7289344" y="1117324"/>
                  </a:lnTo>
                  <a:lnTo>
                    <a:pt x="7290185" y="1121641"/>
                  </a:lnTo>
                  <a:lnTo>
                    <a:pt x="7291026" y="1124794"/>
                  </a:lnTo>
                  <a:lnTo>
                    <a:pt x="7291867" y="1126577"/>
                  </a:lnTo>
                  <a:lnTo>
                    <a:pt x="7292709" y="1127023"/>
                  </a:lnTo>
                  <a:lnTo>
                    <a:pt x="7293550" y="1126742"/>
                  </a:lnTo>
                  <a:lnTo>
                    <a:pt x="7294391" y="1126197"/>
                  </a:lnTo>
                  <a:lnTo>
                    <a:pt x="7295232" y="1123762"/>
                  </a:lnTo>
                  <a:lnTo>
                    <a:pt x="7296073" y="1120987"/>
                  </a:lnTo>
                  <a:lnTo>
                    <a:pt x="7296915" y="1117757"/>
                  </a:lnTo>
                  <a:lnTo>
                    <a:pt x="7297756" y="1113423"/>
                  </a:lnTo>
                  <a:lnTo>
                    <a:pt x="7298597" y="1107148"/>
                  </a:lnTo>
                  <a:lnTo>
                    <a:pt x="7299438" y="1100572"/>
                  </a:lnTo>
                  <a:lnTo>
                    <a:pt x="7300279" y="1095241"/>
                  </a:lnTo>
                  <a:lnTo>
                    <a:pt x="7301121" y="1090022"/>
                  </a:lnTo>
                  <a:lnTo>
                    <a:pt x="7301962" y="1084162"/>
                  </a:lnTo>
                  <a:lnTo>
                    <a:pt x="7302803" y="1077777"/>
                  </a:lnTo>
                  <a:lnTo>
                    <a:pt x="7303644" y="1072895"/>
                  </a:lnTo>
                  <a:lnTo>
                    <a:pt x="7304485" y="1067762"/>
                  </a:lnTo>
                  <a:lnTo>
                    <a:pt x="7305327" y="1062420"/>
                  </a:lnTo>
                  <a:lnTo>
                    <a:pt x="7306168" y="1057820"/>
                  </a:lnTo>
                  <a:lnTo>
                    <a:pt x="7307009" y="1052419"/>
                  </a:lnTo>
                  <a:lnTo>
                    <a:pt x="7307850" y="1047168"/>
                  </a:lnTo>
                  <a:lnTo>
                    <a:pt x="7308691" y="1042377"/>
                  </a:lnTo>
                  <a:lnTo>
                    <a:pt x="7309533" y="1036501"/>
                  </a:lnTo>
                  <a:lnTo>
                    <a:pt x="7310374" y="1031102"/>
                  </a:lnTo>
                  <a:lnTo>
                    <a:pt x="7311215" y="1026361"/>
                  </a:lnTo>
                  <a:lnTo>
                    <a:pt x="7312056" y="1021209"/>
                  </a:lnTo>
                  <a:lnTo>
                    <a:pt x="7312897" y="1015603"/>
                  </a:lnTo>
                  <a:lnTo>
                    <a:pt x="7313739" y="1010853"/>
                  </a:lnTo>
                  <a:lnTo>
                    <a:pt x="7314580" y="1004605"/>
                  </a:lnTo>
                  <a:lnTo>
                    <a:pt x="7315421" y="999721"/>
                  </a:lnTo>
                  <a:lnTo>
                    <a:pt x="7316262" y="995437"/>
                  </a:lnTo>
                  <a:lnTo>
                    <a:pt x="7317103" y="991065"/>
                  </a:lnTo>
                  <a:lnTo>
                    <a:pt x="7317945" y="987258"/>
                  </a:lnTo>
                  <a:lnTo>
                    <a:pt x="7318786" y="983103"/>
                  </a:lnTo>
                  <a:lnTo>
                    <a:pt x="7319627" y="980162"/>
                  </a:lnTo>
                  <a:lnTo>
                    <a:pt x="7320468" y="977612"/>
                  </a:lnTo>
                  <a:lnTo>
                    <a:pt x="7321309" y="974203"/>
                  </a:lnTo>
                  <a:lnTo>
                    <a:pt x="7322151" y="971423"/>
                  </a:lnTo>
                  <a:lnTo>
                    <a:pt x="7322992" y="968731"/>
                  </a:lnTo>
                  <a:lnTo>
                    <a:pt x="7323833" y="965690"/>
                  </a:lnTo>
                  <a:lnTo>
                    <a:pt x="7324674" y="962760"/>
                  </a:lnTo>
                  <a:lnTo>
                    <a:pt x="7325515" y="957979"/>
                  </a:lnTo>
                  <a:lnTo>
                    <a:pt x="7326357" y="953031"/>
                  </a:lnTo>
                  <a:lnTo>
                    <a:pt x="7327198" y="947612"/>
                  </a:lnTo>
                  <a:lnTo>
                    <a:pt x="7328039" y="941589"/>
                  </a:lnTo>
                  <a:lnTo>
                    <a:pt x="7328880" y="934861"/>
                  </a:lnTo>
                  <a:lnTo>
                    <a:pt x="7329721" y="928069"/>
                  </a:lnTo>
                  <a:lnTo>
                    <a:pt x="7330563" y="920995"/>
                  </a:lnTo>
                  <a:lnTo>
                    <a:pt x="7331404" y="913981"/>
                  </a:lnTo>
                  <a:lnTo>
                    <a:pt x="7332245" y="903945"/>
                  </a:lnTo>
                  <a:lnTo>
                    <a:pt x="7333086" y="894475"/>
                  </a:lnTo>
                  <a:lnTo>
                    <a:pt x="7333928" y="886988"/>
                  </a:lnTo>
                  <a:lnTo>
                    <a:pt x="7334769" y="879816"/>
                  </a:lnTo>
                  <a:lnTo>
                    <a:pt x="7335610" y="874753"/>
                  </a:lnTo>
                  <a:lnTo>
                    <a:pt x="7336451" y="870609"/>
                  </a:lnTo>
                  <a:lnTo>
                    <a:pt x="7337292" y="866583"/>
                  </a:lnTo>
                  <a:lnTo>
                    <a:pt x="7338134" y="862704"/>
                  </a:lnTo>
                  <a:lnTo>
                    <a:pt x="7338975" y="859563"/>
                  </a:lnTo>
                  <a:lnTo>
                    <a:pt x="7339816" y="857049"/>
                  </a:lnTo>
                  <a:lnTo>
                    <a:pt x="7340657" y="856218"/>
                  </a:lnTo>
                  <a:lnTo>
                    <a:pt x="7341498" y="855648"/>
                  </a:lnTo>
                  <a:lnTo>
                    <a:pt x="7342340" y="854729"/>
                  </a:lnTo>
                  <a:lnTo>
                    <a:pt x="7343181" y="854156"/>
                  </a:lnTo>
                  <a:lnTo>
                    <a:pt x="7344022" y="854768"/>
                  </a:lnTo>
                  <a:lnTo>
                    <a:pt x="7344863" y="856209"/>
                  </a:lnTo>
                  <a:lnTo>
                    <a:pt x="7345704" y="857197"/>
                  </a:lnTo>
                  <a:lnTo>
                    <a:pt x="7346546" y="857618"/>
                  </a:lnTo>
                  <a:lnTo>
                    <a:pt x="7347387" y="857173"/>
                  </a:lnTo>
                  <a:lnTo>
                    <a:pt x="7348228" y="857595"/>
                  </a:lnTo>
                  <a:lnTo>
                    <a:pt x="7349069" y="857882"/>
                  </a:lnTo>
                  <a:lnTo>
                    <a:pt x="7349910" y="857505"/>
                  </a:lnTo>
                  <a:lnTo>
                    <a:pt x="7350752" y="858314"/>
                  </a:lnTo>
                  <a:lnTo>
                    <a:pt x="7351593" y="860340"/>
                  </a:lnTo>
                  <a:lnTo>
                    <a:pt x="7352434" y="862027"/>
                  </a:lnTo>
                  <a:lnTo>
                    <a:pt x="7353275" y="863374"/>
                  </a:lnTo>
                  <a:lnTo>
                    <a:pt x="7354116" y="864581"/>
                  </a:lnTo>
                  <a:lnTo>
                    <a:pt x="7354958" y="867084"/>
                  </a:lnTo>
                  <a:lnTo>
                    <a:pt x="7355799" y="870542"/>
                  </a:lnTo>
                  <a:lnTo>
                    <a:pt x="7356640" y="873785"/>
                  </a:lnTo>
                  <a:lnTo>
                    <a:pt x="7357481" y="877518"/>
                  </a:lnTo>
                  <a:lnTo>
                    <a:pt x="7358322" y="882001"/>
                  </a:lnTo>
                  <a:lnTo>
                    <a:pt x="7359164" y="887066"/>
                  </a:lnTo>
                  <a:lnTo>
                    <a:pt x="7360005" y="892647"/>
                  </a:lnTo>
                  <a:lnTo>
                    <a:pt x="7360846" y="897920"/>
                  </a:lnTo>
                  <a:lnTo>
                    <a:pt x="7361687" y="902713"/>
                  </a:lnTo>
                  <a:lnTo>
                    <a:pt x="7362528" y="908056"/>
                  </a:lnTo>
                  <a:lnTo>
                    <a:pt x="7363370" y="913980"/>
                  </a:lnTo>
                  <a:lnTo>
                    <a:pt x="7364211" y="922172"/>
                  </a:lnTo>
                  <a:lnTo>
                    <a:pt x="7365052" y="930958"/>
                  </a:lnTo>
                  <a:lnTo>
                    <a:pt x="7365893" y="940594"/>
                  </a:lnTo>
                  <a:lnTo>
                    <a:pt x="7366734" y="950424"/>
                  </a:lnTo>
                  <a:lnTo>
                    <a:pt x="7367576" y="960490"/>
                  </a:lnTo>
                  <a:lnTo>
                    <a:pt x="7368417" y="970928"/>
                  </a:lnTo>
                  <a:lnTo>
                    <a:pt x="7369258" y="980201"/>
                  </a:lnTo>
                  <a:lnTo>
                    <a:pt x="7370099" y="990156"/>
                  </a:lnTo>
                  <a:lnTo>
                    <a:pt x="7370940" y="1000090"/>
                  </a:lnTo>
                  <a:lnTo>
                    <a:pt x="7371782" y="1010183"/>
                  </a:lnTo>
                  <a:lnTo>
                    <a:pt x="7372623" y="1020442"/>
                  </a:lnTo>
                  <a:lnTo>
                    <a:pt x="7373464" y="1030599"/>
                  </a:lnTo>
                  <a:lnTo>
                    <a:pt x="7374305" y="1041994"/>
                  </a:lnTo>
                  <a:lnTo>
                    <a:pt x="7375146" y="1052438"/>
                  </a:lnTo>
                  <a:lnTo>
                    <a:pt x="7375988" y="1061772"/>
                  </a:lnTo>
                  <a:lnTo>
                    <a:pt x="7376829" y="1070271"/>
                  </a:lnTo>
                  <a:lnTo>
                    <a:pt x="7377670" y="1077766"/>
                  </a:lnTo>
                  <a:lnTo>
                    <a:pt x="7378511" y="1085274"/>
                  </a:lnTo>
                  <a:lnTo>
                    <a:pt x="7379352" y="1092890"/>
                  </a:lnTo>
                  <a:lnTo>
                    <a:pt x="7380194" y="1099512"/>
                  </a:lnTo>
                  <a:lnTo>
                    <a:pt x="7381035" y="1105617"/>
                  </a:lnTo>
                  <a:lnTo>
                    <a:pt x="7381876" y="1111771"/>
                  </a:lnTo>
                  <a:lnTo>
                    <a:pt x="7382717" y="1117664"/>
                  </a:lnTo>
                  <a:lnTo>
                    <a:pt x="7383558" y="1123144"/>
                  </a:lnTo>
                  <a:lnTo>
                    <a:pt x="7384400" y="1129143"/>
                  </a:lnTo>
                  <a:lnTo>
                    <a:pt x="7385241" y="1134969"/>
                  </a:lnTo>
                  <a:lnTo>
                    <a:pt x="7386082" y="1141420"/>
                  </a:lnTo>
                  <a:lnTo>
                    <a:pt x="7386923" y="1149193"/>
                  </a:lnTo>
                  <a:lnTo>
                    <a:pt x="7387764" y="1156785"/>
                  </a:lnTo>
                  <a:lnTo>
                    <a:pt x="7388606" y="1165321"/>
                  </a:lnTo>
                  <a:lnTo>
                    <a:pt x="7389447" y="1173846"/>
                  </a:lnTo>
                  <a:lnTo>
                    <a:pt x="7390288" y="1183295"/>
                  </a:lnTo>
                  <a:lnTo>
                    <a:pt x="7391129" y="1193064"/>
                  </a:lnTo>
                  <a:lnTo>
                    <a:pt x="7391970" y="1202486"/>
                  </a:lnTo>
                  <a:lnTo>
                    <a:pt x="7392812" y="1211200"/>
                  </a:lnTo>
                  <a:lnTo>
                    <a:pt x="7393653" y="1220544"/>
                  </a:lnTo>
                  <a:lnTo>
                    <a:pt x="7394494" y="1228143"/>
                  </a:lnTo>
                  <a:lnTo>
                    <a:pt x="7395335" y="1235977"/>
                  </a:lnTo>
                  <a:lnTo>
                    <a:pt x="7396176" y="1243529"/>
                  </a:lnTo>
                  <a:lnTo>
                    <a:pt x="7397018" y="1251301"/>
                  </a:lnTo>
                  <a:lnTo>
                    <a:pt x="7397859" y="1259364"/>
                  </a:lnTo>
                  <a:lnTo>
                    <a:pt x="7398700" y="1266270"/>
                  </a:lnTo>
                  <a:lnTo>
                    <a:pt x="7399541" y="1272738"/>
                  </a:lnTo>
                  <a:lnTo>
                    <a:pt x="7400382" y="1279536"/>
                  </a:lnTo>
                  <a:lnTo>
                    <a:pt x="7401224" y="1286059"/>
                  </a:lnTo>
                  <a:lnTo>
                    <a:pt x="7402065" y="1291490"/>
                  </a:lnTo>
                  <a:lnTo>
                    <a:pt x="7402906" y="1296907"/>
                  </a:lnTo>
                  <a:lnTo>
                    <a:pt x="7403747" y="1303108"/>
                  </a:lnTo>
                  <a:lnTo>
                    <a:pt x="7404589" y="1309343"/>
                  </a:lnTo>
                  <a:lnTo>
                    <a:pt x="7405430" y="1315211"/>
                  </a:lnTo>
                  <a:lnTo>
                    <a:pt x="7406271" y="1321248"/>
                  </a:lnTo>
                  <a:lnTo>
                    <a:pt x="7407112" y="1327221"/>
                  </a:lnTo>
                  <a:lnTo>
                    <a:pt x="7407953" y="1333011"/>
                  </a:lnTo>
                  <a:lnTo>
                    <a:pt x="7408795" y="1339030"/>
                  </a:lnTo>
                  <a:lnTo>
                    <a:pt x="7409636" y="1344505"/>
                  </a:lnTo>
                  <a:lnTo>
                    <a:pt x="7410477" y="1349912"/>
                  </a:lnTo>
                  <a:lnTo>
                    <a:pt x="7411318" y="1354524"/>
                  </a:lnTo>
                  <a:lnTo>
                    <a:pt x="7412159" y="1359262"/>
                  </a:lnTo>
                  <a:lnTo>
                    <a:pt x="7413001" y="1363390"/>
                  </a:lnTo>
                  <a:lnTo>
                    <a:pt x="7413842" y="1366868"/>
                  </a:lnTo>
                  <a:lnTo>
                    <a:pt x="7414683" y="1369934"/>
                  </a:lnTo>
                  <a:lnTo>
                    <a:pt x="7415524" y="1372627"/>
                  </a:lnTo>
                  <a:lnTo>
                    <a:pt x="7416365" y="1374838"/>
                  </a:lnTo>
                  <a:lnTo>
                    <a:pt x="7417207" y="1376655"/>
                  </a:lnTo>
                  <a:lnTo>
                    <a:pt x="7418048" y="1377847"/>
                  </a:lnTo>
                  <a:lnTo>
                    <a:pt x="7418889" y="1378781"/>
                  </a:lnTo>
                  <a:lnTo>
                    <a:pt x="7419730" y="1379046"/>
                  </a:lnTo>
                  <a:lnTo>
                    <a:pt x="7420571" y="1379568"/>
                  </a:lnTo>
                  <a:lnTo>
                    <a:pt x="7421413" y="1379907"/>
                  </a:lnTo>
                  <a:lnTo>
                    <a:pt x="7422254" y="1380158"/>
                  </a:lnTo>
                  <a:lnTo>
                    <a:pt x="7423095" y="1380256"/>
                  </a:lnTo>
                  <a:lnTo>
                    <a:pt x="7423936" y="1379964"/>
                  </a:lnTo>
                  <a:lnTo>
                    <a:pt x="7424777" y="1380199"/>
                  </a:lnTo>
                  <a:lnTo>
                    <a:pt x="7425619" y="1380702"/>
                  </a:lnTo>
                  <a:lnTo>
                    <a:pt x="7426460" y="1381392"/>
                  </a:lnTo>
                  <a:lnTo>
                    <a:pt x="7427301" y="1382944"/>
                  </a:lnTo>
                  <a:lnTo>
                    <a:pt x="7428142" y="1384233"/>
                  </a:lnTo>
                  <a:lnTo>
                    <a:pt x="7428983" y="1385306"/>
                  </a:lnTo>
                  <a:lnTo>
                    <a:pt x="7429825" y="1386688"/>
                  </a:lnTo>
                  <a:lnTo>
                    <a:pt x="7430666" y="1387562"/>
                  </a:lnTo>
                  <a:lnTo>
                    <a:pt x="7431507" y="1387781"/>
                  </a:lnTo>
                  <a:lnTo>
                    <a:pt x="7432348" y="1387468"/>
                  </a:lnTo>
                  <a:lnTo>
                    <a:pt x="7433189" y="1388142"/>
                  </a:lnTo>
                  <a:lnTo>
                    <a:pt x="7434031" y="1388386"/>
                  </a:lnTo>
                  <a:lnTo>
                    <a:pt x="7434872" y="1389516"/>
                  </a:lnTo>
                  <a:lnTo>
                    <a:pt x="7435713" y="1390712"/>
                  </a:lnTo>
                  <a:lnTo>
                    <a:pt x="7436554" y="1391867"/>
                  </a:lnTo>
                  <a:lnTo>
                    <a:pt x="7437395" y="1392504"/>
                  </a:lnTo>
                  <a:lnTo>
                    <a:pt x="7438237" y="1393051"/>
                  </a:lnTo>
                  <a:lnTo>
                    <a:pt x="7439078" y="1393408"/>
                  </a:lnTo>
                  <a:lnTo>
                    <a:pt x="7439919" y="1392757"/>
                  </a:lnTo>
                  <a:lnTo>
                    <a:pt x="7440760" y="1391825"/>
                  </a:lnTo>
                  <a:lnTo>
                    <a:pt x="7441601" y="1389698"/>
                  </a:lnTo>
                  <a:lnTo>
                    <a:pt x="7442443" y="1387157"/>
                  </a:lnTo>
                  <a:lnTo>
                    <a:pt x="7443284" y="1384799"/>
                  </a:lnTo>
                  <a:lnTo>
                    <a:pt x="7444125" y="1382199"/>
                  </a:lnTo>
                  <a:lnTo>
                    <a:pt x="7444966" y="1380517"/>
                  </a:lnTo>
                  <a:lnTo>
                    <a:pt x="7445807" y="1378573"/>
                  </a:lnTo>
                  <a:lnTo>
                    <a:pt x="7446649" y="1375416"/>
                  </a:lnTo>
                  <a:lnTo>
                    <a:pt x="7447490" y="1370579"/>
                  </a:lnTo>
                  <a:lnTo>
                    <a:pt x="7448331" y="1365685"/>
                  </a:lnTo>
                  <a:lnTo>
                    <a:pt x="7449172" y="1360965"/>
                  </a:lnTo>
                  <a:lnTo>
                    <a:pt x="7450013" y="1356636"/>
                  </a:lnTo>
                  <a:lnTo>
                    <a:pt x="7450855" y="1352367"/>
                  </a:lnTo>
                  <a:lnTo>
                    <a:pt x="7451696" y="1348358"/>
                  </a:lnTo>
                  <a:lnTo>
                    <a:pt x="7452537" y="1343829"/>
                  </a:lnTo>
                  <a:lnTo>
                    <a:pt x="7453378" y="1339751"/>
                  </a:lnTo>
                  <a:lnTo>
                    <a:pt x="7454219" y="1335882"/>
                  </a:lnTo>
                  <a:lnTo>
                    <a:pt x="7455061" y="1332105"/>
                  </a:lnTo>
                  <a:lnTo>
                    <a:pt x="7455902" y="1329299"/>
                  </a:lnTo>
                  <a:lnTo>
                    <a:pt x="7456743" y="1328108"/>
                  </a:lnTo>
                  <a:lnTo>
                    <a:pt x="7457584" y="1326633"/>
                  </a:lnTo>
                  <a:lnTo>
                    <a:pt x="7458425" y="1325379"/>
                  </a:lnTo>
                  <a:lnTo>
                    <a:pt x="7459267" y="1324518"/>
                  </a:lnTo>
                  <a:lnTo>
                    <a:pt x="7460108" y="1324982"/>
                  </a:lnTo>
                  <a:lnTo>
                    <a:pt x="7460949" y="1326041"/>
                  </a:lnTo>
                  <a:lnTo>
                    <a:pt x="7461790" y="1325925"/>
                  </a:lnTo>
                  <a:lnTo>
                    <a:pt x="7462631" y="1326193"/>
                  </a:lnTo>
                  <a:lnTo>
                    <a:pt x="7463473" y="1328332"/>
                  </a:lnTo>
                  <a:lnTo>
                    <a:pt x="7464314" y="1330280"/>
                  </a:lnTo>
                  <a:lnTo>
                    <a:pt x="7465155" y="1332615"/>
                  </a:lnTo>
                  <a:lnTo>
                    <a:pt x="7465996" y="1335684"/>
                  </a:lnTo>
                  <a:lnTo>
                    <a:pt x="7466837" y="1338638"/>
                  </a:lnTo>
                  <a:lnTo>
                    <a:pt x="7467679" y="1341186"/>
                  </a:lnTo>
                  <a:lnTo>
                    <a:pt x="7468520" y="1340936"/>
                  </a:lnTo>
                  <a:lnTo>
                    <a:pt x="7469361" y="1339871"/>
                  </a:lnTo>
                  <a:lnTo>
                    <a:pt x="7470202" y="1338032"/>
                  </a:lnTo>
                  <a:lnTo>
                    <a:pt x="7471043" y="1336306"/>
                  </a:lnTo>
                  <a:lnTo>
                    <a:pt x="7471885" y="1333598"/>
                  </a:lnTo>
                  <a:lnTo>
                    <a:pt x="7472726" y="1331039"/>
                  </a:lnTo>
                  <a:lnTo>
                    <a:pt x="7473567" y="1328631"/>
                  </a:lnTo>
                  <a:lnTo>
                    <a:pt x="7474408" y="1326815"/>
                  </a:lnTo>
                  <a:lnTo>
                    <a:pt x="7475250" y="1326318"/>
                  </a:lnTo>
                  <a:lnTo>
                    <a:pt x="7476091" y="1326681"/>
                  </a:lnTo>
                  <a:lnTo>
                    <a:pt x="7476932" y="1327751"/>
                  </a:lnTo>
                  <a:lnTo>
                    <a:pt x="7477773" y="1330037"/>
                  </a:lnTo>
                  <a:lnTo>
                    <a:pt x="7478614" y="1332810"/>
                  </a:lnTo>
                  <a:lnTo>
                    <a:pt x="7479456" y="1334750"/>
                  </a:lnTo>
                  <a:lnTo>
                    <a:pt x="7480297" y="1338543"/>
                  </a:lnTo>
                  <a:lnTo>
                    <a:pt x="7481138" y="1342717"/>
                  </a:lnTo>
                  <a:lnTo>
                    <a:pt x="7481979" y="1346197"/>
                  </a:lnTo>
                  <a:lnTo>
                    <a:pt x="7482820" y="1350995"/>
                  </a:lnTo>
                  <a:lnTo>
                    <a:pt x="7483662" y="1355422"/>
                  </a:lnTo>
                  <a:lnTo>
                    <a:pt x="7484503" y="1359411"/>
                  </a:lnTo>
                  <a:lnTo>
                    <a:pt x="7485344" y="1362575"/>
                  </a:lnTo>
                  <a:lnTo>
                    <a:pt x="7486185" y="1365203"/>
                  </a:lnTo>
                  <a:lnTo>
                    <a:pt x="7487026" y="1368145"/>
                  </a:lnTo>
                  <a:lnTo>
                    <a:pt x="7487868" y="1370653"/>
                  </a:lnTo>
                  <a:lnTo>
                    <a:pt x="7488709" y="1372932"/>
                  </a:lnTo>
                  <a:lnTo>
                    <a:pt x="7489550" y="1375762"/>
                  </a:lnTo>
                  <a:lnTo>
                    <a:pt x="7490391" y="1376709"/>
                  </a:lnTo>
                  <a:lnTo>
                    <a:pt x="7491232" y="1377354"/>
                  </a:lnTo>
                  <a:lnTo>
                    <a:pt x="7492074" y="1377410"/>
                  </a:lnTo>
                  <a:lnTo>
                    <a:pt x="7492915" y="1376338"/>
                  </a:lnTo>
                  <a:lnTo>
                    <a:pt x="7493756" y="1377305"/>
                  </a:lnTo>
                  <a:lnTo>
                    <a:pt x="7494597" y="1379161"/>
                  </a:lnTo>
                  <a:lnTo>
                    <a:pt x="7495438" y="1382108"/>
                  </a:lnTo>
                  <a:lnTo>
                    <a:pt x="7496280" y="1385294"/>
                  </a:lnTo>
                  <a:lnTo>
                    <a:pt x="7497121" y="1388855"/>
                  </a:lnTo>
                  <a:lnTo>
                    <a:pt x="7497962" y="1392724"/>
                  </a:lnTo>
                  <a:lnTo>
                    <a:pt x="7498803" y="1397000"/>
                  </a:lnTo>
                  <a:lnTo>
                    <a:pt x="7499644" y="1402307"/>
                  </a:lnTo>
                  <a:lnTo>
                    <a:pt x="7500486" y="1410292"/>
                  </a:lnTo>
                  <a:lnTo>
                    <a:pt x="7501327" y="1417281"/>
                  </a:lnTo>
                  <a:lnTo>
                    <a:pt x="7502168" y="1422993"/>
                  </a:lnTo>
                  <a:lnTo>
                    <a:pt x="7503009" y="1427961"/>
                  </a:lnTo>
                  <a:lnTo>
                    <a:pt x="7503850" y="1430672"/>
                  </a:lnTo>
                  <a:lnTo>
                    <a:pt x="7504692" y="1432105"/>
                  </a:lnTo>
                  <a:lnTo>
                    <a:pt x="7505533" y="1434694"/>
                  </a:lnTo>
                  <a:lnTo>
                    <a:pt x="7506374" y="1437782"/>
                  </a:lnTo>
                  <a:lnTo>
                    <a:pt x="7507215" y="1438991"/>
                  </a:lnTo>
                  <a:lnTo>
                    <a:pt x="7508056" y="1439439"/>
                  </a:lnTo>
                  <a:lnTo>
                    <a:pt x="7508898" y="1438696"/>
                  </a:lnTo>
                  <a:lnTo>
                    <a:pt x="7509739" y="1437974"/>
                  </a:lnTo>
                  <a:lnTo>
                    <a:pt x="7510580" y="1438597"/>
                  </a:lnTo>
                  <a:lnTo>
                    <a:pt x="7511421" y="1438916"/>
                  </a:lnTo>
                  <a:lnTo>
                    <a:pt x="7512262" y="1439675"/>
                  </a:lnTo>
                  <a:lnTo>
                    <a:pt x="7513104" y="1440187"/>
                  </a:lnTo>
                  <a:lnTo>
                    <a:pt x="7513945" y="1441375"/>
                  </a:lnTo>
                  <a:lnTo>
                    <a:pt x="7514786" y="1442665"/>
                  </a:lnTo>
                  <a:lnTo>
                    <a:pt x="7515627" y="1444424"/>
                  </a:lnTo>
                  <a:lnTo>
                    <a:pt x="7516468" y="1445879"/>
                  </a:lnTo>
                  <a:lnTo>
                    <a:pt x="7517310" y="1447191"/>
                  </a:lnTo>
                  <a:lnTo>
                    <a:pt x="7518151" y="1448646"/>
                  </a:lnTo>
                  <a:lnTo>
                    <a:pt x="7518992" y="1450009"/>
                  </a:lnTo>
                  <a:lnTo>
                    <a:pt x="7519833" y="1450884"/>
                  </a:lnTo>
                  <a:lnTo>
                    <a:pt x="7520674" y="1451784"/>
                  </a:lnTo>
                  <a:lnTo>
                    <a:pt x="7521516" y="1453089"/>
                  </a:lnTo>
                  <a:lnTo>
                    <a:pt x="7522357" y="1454566"/>
                  </a:lnTo>
                  <a:lnTo>
                    <a:pt x="7523198" y="1455165"/>
                  </a:lnTo>
                  <a:lnTo>
                    <a:pt x="7524039" y="1455403"/>
                  </a:lnTo>
                  <a:lnTo>
                    <a:pt x="7524880" y="1455453"/>
                  </a:lnTo>
                  <a:lnTo>
                    <a:pt x="7525722" y="1454929"/>
                  </a:lnTo>
                  <a:lnTo>
                    <a:pt x="7526563" y="1454126"/>
                  </a:lnTo>
                  <a:lnTo>
                    <a:pt x="7527404" y="1453189"/>
                  </a:lnTo>
                  <a:lnTo>
                    <a:pt x="7528245" y="1452503"/>
                  </a:lnTo>
                  <a:lnTo>
                    <a:pt x="7529086" y="1452127"/>
                  </a:lnTo>
                  <a:lnTo>
                    <a:pt x="7529928" y="1452844"/>
                  </a:lnTo>
                  <a:lnTo>
                    <a:pt x="7530769" y="1454537"/>
                  </a:lnTo>
                  <a:lnTo>
                    <a:pt x="7531610" y="1455820"/>
                  </a:lnTo>
                  <a:lnTo>
                    <a:pt x="7532451" y="1457010"/>
                  </a:lnTo>
                  <a:lnTo>
                    <a:pt x="7533292" y="1457910"/>
                  </a:lnTo>
                  <a:lnTo>
                    <a:pt x="7534134" y="1457940"/>
                  </a:lnTo>
                  <a:lnTo>
                    <a:pt x="7534975" y="1457507"/>
                  </a:lnTo>
                  <a:lnTo>
                    <a:pt x="7535816" y="1456993"/>
                  </a:lnTo>
                  <a:lnTo>
                    <a:pt x="7536657" y="1455595"/>
                  </a:lnTo>
                  <a:lnTo>
                    <a:pt x="7537498" y="1453696"/>
                  </a:lnTo>
                  <a:lnTo>
                    <a:pt x="7538340" y="1451613"/>
                  </a:lnTo>
                  <a:lnTo>
                    <a:pt x="7539181" y="1448799"/>
                  </a:lnTo>
                  <a:lnTo>
                    <a:pt x="7540022" y="1445620"/>
                  </a:lnTo>
                  <a:lnTo>
                    <a:pt x="7540863" y="1441135"/>
                  </a:lnTo>
                  <a:lnTo>
                    <a:pt x="7541704" y="1435463"/>
                  </a:lnTo>
                  <a:lnTo>
                    <a:pt x="7542546" y="1428835"/>
                  </a:lnTo>
                  <a:lnTo>
                    <a:pt x="7543387" y="1421981"/>
                  </a:lnTo>
                  <a:lnTo>
                    <a:pt x="7544228" y="1415966"/>
                  </a:lnTo>
                  <a:lnTo>
                    <a:pt x="7545069" y="1409666"/>
                  </a:lnTo>
                  <a:lnTo>
                    <a:pt x="7545911" y="1403602"/>
                  </a:lnTo>
                  <a:lnTo>
                    <a:pt x="7546752" y="1397774"/>
                  </a:lnTo>
                  <a:lnTo>
                    <a:pt x="7547593" y="1393094"/>
                  </a:lnTo>
                  <a:lnTo>
                    <a:pt x="7548434" y="1388527"/>
                  </a:lnTo>
                  <a:lnTo>
                    <a:pt x="7549275" y="1385048"/>
                  </a:lnTo>
                  <a:lnTo>
                    <a:pt x="7550117" y="1382464"/>
                  </a:lnTo>
                  <a:lnTo>
                    <a:pt x="7550958" y="1379698"/>
                  </a:lnTo>
                  <a:lnTo>
                    <a:pt x="7551799" y="1376424"/>
                  </a:lnTo>
                  <a:lnTo>
                    <a:pt x="7552640" y="1373383"/>
                  </a:lnTo>
                  <a:lnTo>
                    <a:pt x="7553481" y="1370398"/>
                  </a:lnTo>
                  <a:lnTo>
                    <a:pt x="7554323" y="1366701"/>
                  </a:lnTo>
                  <a:lnTo>
                    <a:pt x="7555164" y="1363169"/>
                  </a:lnTo>
                  <a:lnTo>
                    <a:pt x="7556005" y="1360405"/>
                  </a:lnTo>
                  <a:lnTo>
                    <a:pt x="7556846" y="1357257"/>
                  </a:lnTo>
                  <a:lnTo>
                    <a:pt x="7557687" y="1353295"/>
                  </a:lnTo>
                  <a:lnTo>
                    <a:pt x="7558529" y="1349367"/>
                  </a:lnTo>
                  <a:lnTo>
                    <a:pt x="7559370" y="1345823"/>
                  </a:lnTo>
                  <a:lnTo>
                    <a:pt x="7560211" y="1342044"/>
                  </a:lnTo>
                  <a:lnTo>
                    <a:pt x="7561052" y="1338989"/>
                  </a:lnTo>
                  <a:lnTo>
                    <a:pt x="7561893" y="1335682"/>
                  </a:lnTo>
                  <a:lnTo>
                    <a:pt x="7562735" y="1332978"/>
                  </a:lnTo>
                  <a:lnTo>
                    <a:pt x="7563576" y="1330101"/>
                  </a:lnTo>
                  <a:lnTo>
                    <a:pt x="7564417" y="1328091"/>
                  </a:lnTo>
                  <a:lnTo>
                    <a:pt x="7565258" y="1325930"/>
                  </a:lnTo>
                  <a:lnTo>
                    <a:pt x="7566099" y="1323000"/>
                  </a:lnTo>
                  <a:lnTo>
                    <a:pt x="7566941" y="1321201"/>
                  </a:lnTo>
                  <a:lnTo>
                    <a:pt x="7567782" y="1319511"/>
                  </a:lnTo>
                  <a:lnTo>
                    <a:pt x="7568623" y="1318972"/>
                  </a:lnTo>
                  <a:lnTo>
                    <a:pt x="7569464" y="1319062"/>
                  </a:lnTo>
                  <a:lnTo>
                    <a:pt x="7570305" y="1319728"/>
                  </a:lnTo>
                  <a:lnTo>
                    <a:pt x="7571147" y="1320325"/>
                  </a:lnTo>
                  <a:lnTo>
                    <a:pt x="7571988" y="1319785"/>
                  </a:lnTo>
                  <a:lnTo>
                    <a:pt x="7572829" y="1318819"/>
                  </a:lnTo>
                  <a:lnTo>
                    <a:pt x="7573670" y="1317363"/>
                  </a:lnTo>
                  <a:lnTo>
                    <a:pt x="7574511" y="1315842"/>
                  </a:lnTo>
                  <a:lnTo>
                    <a:pt x="7575353" y="1314360"/>
                  </a:lnTo>
                  <a:lnTo>
                    <a:pt x="7576194" y="1313072"/>
                  </a:lnTo>
                  <a:lnTo>
                    <a:pt x="7577035" y="1311746"/>
                  </a:lnTo>
                  <a:lnTo>
                    <a:pt x="7577876" y="1310528"/>
                  </a:lnTo>
                  <a:lnTo>
                    <a:pt x="7578717" y="1309484"/>
                  </a:lnTo>
                  <a:lnTo>
                    <a:pt x="7579559" y="1308675"/>
                  </a:lnTo>
                  <a:lnTo>
                    <a:pt x="7580400" y="1307169"/>
                  </a:lnTo>
                  <a:lnTo>
                    <a:pt x="7581241" y="1305506"/>
                  </a:lnTo>
                  <a:lnTo>
                    <a:pt x="7582082" y="1302581"/>
                  </a:lnTo>
                  <a:lnTo>
                    <a:pt x="7582923" y="1300023"/>
                  </a:lnTo>
                  <a:lnTo>
                    <a:pt x="7583765" y="1297482"/>
                  </a:lnTo>
                  <a:lnTo>
                    <a:pt x="7584606" y="1295788"/>
                  </a:lnTo>
                  <a:lnTo>
                    <a:pt x="7585447" y="1294145"/>
                  </a:lnTo>
                  <a:lnTo>
                    <a:pt x="7586288" y="1293567"/>
                  </a:lnTo>
                  <a:lnTo>
                    <a:pt x="7587129" y="1294007"/>
                  </a:lnTo>
                  <a:lnTo>
                    <a:pt x="7587971" y="1295076"/>
                  </a:lnTo>
                  <a:lnTo>
                    <a:pt x="7588812" y="1296028"/>
                  </a:lnTo>
                  <a:lnTo>
                    <a:pt x="7589653" y="1297011"/>
                  </a:lnTo>
                  <a:lnTo>
                    <a:pt x="7590494" y="1298214"/>
                  </a:lnTo>
                  <a:lnTo>
                    <a:pt x="7591335" y="1300511"/>
                  </a:lnTo>
                  <a:lnTo>
                    <a:pt x="7592177" y="1303567"/>
                  </a:lnTo>
                  <a:lnTo>
                    <a:pt x="7593018" y="1306317"/>
                  </a:lnTo>
                  <a:lnTo>
                    <a:pt x="7593859" y="1309070"/>
                  </a:lnTo>
                  <a:lnTo>
                    <a:pt x="7594700" y="1312052"/>
                  </a:lnTo>
                  <a:lnTo>
                    <a:pt x="7595541" y="1314204"/>
                  </a:lnTo>
                  <a:lnTo>
                    <a:pt x="7596383" y="1316369"/>
                  </a:lnTo>
                  <a:lnTo>
                    <a:pt x="7597224" y="1318559"/>
                  </a:lnTo>
                  <a:lnTo>
                    <a:pt x="7598065" y="1320823"/>
                  </a:lnTo>
                  <a:lnTo>
                    <a:pt x="7598906" y="1322456"/>
                  </a:lnTo>
                  <a:lnTo>
                    <a:pt x="7599747" y="1322352"/>
                  </a:lnTo>
                  <a:lnTo>
                    <a:pt x="7600589" y="1320977"/>
                  </a:lnTo>
                  <a:lnTo>
                    <a:pt x="7601430" y="1318333"/>
                  </a:lnTo>
                  <a:lnTo>
                    <a:pt x="7602271" y="1315658"/>
                  </a:lnTo>
                  <a:lnTo>
                    <a:pt x="7603112" y="1312003"/>
                  </a:lnTo>
                  <a:lnTo>
                    <a:pt x="7603953" y="1307695"/>
                  </a:lnTo>
                  <a:lnTo>
                    <a:pt x="7604795" y="1302494"/>
                  </a:lnTo>
                  <a:lnTo>
                    <a:pt x="7605636" y="1297263"/>
                  </a:lnTo>
                  <a:lnTo>
                    <a:pt x="7606477" y="1291408"/>
                  </a:lnTo>
                  <a:lnTo>
                    <a:pt x="7607318" y="1284939"/>
                  </a:lnTo>
                  <a:lnTo>
                    <a:pt x="7608159" y="1279203"/>
                  </a:lnTo>
                  <a:lnTo>
                    <a:pt x="7609001" y="1273470"/>
                  </a:lnTo>
                  <a:lnTo>
                    <a:pt x="7609842" y="1268144"/>
                  </a:lnTo>
                  <a:lnTo>
                    <a:pt x="7610683" y="1262346"/>
                  </a:lnTo>
                  <a:lnTo>
                    <a:pt x="7611524" y="1256404"/>
                  </a:lnTo>
                  <a:lnTo>
                    <a:pt x="7612365" y="1251062"/>
                  </a:lnTo>
                  <a:lnTo>
                    <a:pt x="7613207" y="1245239"/>
                  </a:lnTo>
                  <a:lnTo>
                    <a:pt x="7614048" y="1240559"/>
                  </a:lnTo>
                  <a:lnTo>
                    <a:pt x="7614889" y="1235981"/>
                  </a:lnTo>
                  <a:lnTo>
                    <a:pt x="7615730" y="1232637"/>
                  </a:lnTo>
                  <a:lnTo>
                    <a:pt x="7616572" y="1229699"/>
                  </a:lnTo>
                  <a:lnTo>
                    <a:pt x="7617413" y="1227110"/>
                  </a:lnTo>
                  <a:lnTo>
                    <a:pt x="7618254" y="1224463"/>
                  </a:lnTo>
                  <a:lnTo>
                    <a:pt x="7619095" y="1222217"/>
                  </a:lnTo>
                  <a:lnTo>
                    <a:pt x="7619936" y="1220072"/>
                  </a:lnTo>
                  <a:lnTo>
                    <a:pt x="7620778" y="1218813"/>
                  </a:lnTo>
                  <a:lnTo>
                    <a:pt x="7621619" y="1217749"/>
                  </a:lnTo>
                  <a:lnTo>
                    <a:pt x="7622460" y="1216558"/>
                  </a:lnTo>
                  <a:lnTo>
                    <a:pt x="7623301" y="1216555"/>
                  </a:lnTo>
                  <a:lnTo>
                    <a:pt x="7624142" y="1217169"/>
                  </a:lnTo>
                  <a:lnTo>
                    <a:pt x="7624984" y="1217532"/>
                  </a:lnTo>
                  <a:lnTo>
                    <a:pt x="7625825" y="1219958"/>
                  </a:lnTo>
                  <a:lnTo>
                    <a:pt x="7626666" y="1222621"/>
                  </a:lnTo>
                  <a:lnTo>
                    <a:pt x="7627507" y="1225957"/>
                  </a:lnTo>
                  <a:lnTo>
                    <a:pt x="7628348" y="1229236"/>
                  </a:lnTo>
                  <a:lnTo>
                    <a:pt x="7629190" y="1233306"/>
                  </a:lnTo>
                  <a:lnTo>
                    <a:pt x="7630031" y="1239192"/>
                  </a:lnTo>
                  <a:lnTo>
                    <a:pt x="7630872" y="1245515"/>
                  </a:lnTo>
                  <a:lnTo>
                    <a:pt x="7631713" y="1251905"/>
                  </a:lnTo>
                  <a:lnTo>
                    <a:pt x="7632554" y="1258415"/>
                  </a:lnTo>
                  <a:lnTo>
                    <a:pt x="7633396" y="1264859"/>
                  </a:lnTo>
                  <a:lnTo>
                    <a:pt x="7634237" y="1270860"/>
                  </a:lnTo>
                  <a:lnTo>
                    <a:pt x="7635078" y="1276539"/>
                  </a:lnTo>
                  <a:lnTo>
                    <a:pt x="7635919" y="1281710"/>
                  </a:lnTo>
                  <a:lnTo>
                    <a:pt x="7636760" y="1286828"/>
                  </a:lnTo>
                  <a:lnTo>
                    <a:pt x="7637602" y="1291079"/>
                  </a:lnTo>
                  <a:lnTo>
                    <a:pt x="7638443" y="1295082"/>
                  </a:lnTo>
                  <a:lnTo>
                    <a:pt x="7639284" y="1299441"/>
                  </a:lnTo>
                  <a:lnTo>
                    <a:pt x="7640125" y="1304410"/>
                  </a:lnTo>
                  <a:lnTo>
                    <a:pt x="7640966" y="1308675"/>
                  </a:lnTo>
                  <a:lnTo>
                    <a:pt x="7641808" y="1312665"/>
                  </a:lnTo>
                  <a:lnTo>
                    <a:pt x="7642649" y="1314693"/>
                  </a:lnTo>
                  <a:lnTo>
                    <a:pt x="7643490" y="1314977"/>
                  </a:lnTo>
                  <a:lnTo>
                    <a:pt x="7644331" y="1313973"/>
                  </a:lnTo>
                  <a:lnTo>
                    <a:pt x="7645172" y="1312851"/>
                  </a:lnTo>
                  <a:lnTo>
                    <a:pt x="7646014" y="1310852"/>
                  </a:lnTo>
                  <a:lnTo>
                    <a:pt x="7646855" y="1308291"/>
                  </a:lnTo>
                  <a:lnTo>
                    <a:pt x="7647696" y="1307731"/>
                  </a:lnTo>
                  <a:lnTo>
                    <a:pt x="7648537" y="1306631"/>
                  </a:lnTo>
                  <a:lnTo>
                    <a:pt x="7649378" y="1305912"/>
                  </a:lnTo>
                  <a:lnTo>
                    <a:pt x="7650220" y="1305633"/>
                  </a:lnTo>
                  <a:lnTo>
                    <a:pt x="7651061" y="1304804"/>
                  </a:lnTo>
                  <a:lnTo>
                    <a:pt x="7651902" y="1302717"/>
                  </a:lnTo>
                  <a:lnTo>
                    <a:pt x="7652743" y="1299810"/>
                  </a:lnTo>
                  <a:lnTo>
                    <a:pt x="7653584" y="1296910"/>
                  </a:lnTo>
                  <a:lnTo>
                    <a:pt x="7654426" y="1293825"/>
                  </a:lnTo>
                  <a:lnTo>
                    <a:pt x="7655267" y="1291934"/>
                  </a:lnTo>
                  <a:lnTo>
                    <a:pt x="7656108" y="1290459"/>
                  </a:lnTo>
                  <a:lnTo>
                    <a:pt x="7656949" y="1288864"/>
                  </a:lnTo>
                  <a:lnTo>
                    <a:pt x="7657790" y="1287214"/>
                  </a:lnTo>
                  <a:lnTo>
                    <a:pt x="7658632" y="1286521"/>
                  </a:lnTo>
                  <a:lnTo>
                    <a:pt x="7659473" y="1284846"/>
                  </a:lnTo>
                  <a:lnTo>
                    <a:pt x="7660314" y="1283362"/>
                  </a:lnTo>
                  <a:lnTo>
                    <a:pt x="7661155" y="1282892"/>
                  </a:lnTo>
                  <a:lnTo>
                    <a:pt x="7661996" y="1282496"/>
                  </a:lnTo>
                  <a:lnTo>
                    <a:pt x="7662838" y="1281663"/>
                  </a:lnTo>
                  <a:lnTo>
                    <a:pt x="7663679" y="1280660"/>
                  </a:lnTo>
                  <a:lnTo>
                    <a:pt x="7664520" y="1279784"/>
                  </a:lnTo>
                  <a:lnTo>
                    <a:pt x="7665361" y="1278870"/>
                  </a:lnTo>
                  <a:lnTo>
                    <a:pt x="7666202" y="1277908"/>
                  </a:lnTo>
                  <a:lnTo>
                    <a:pt x="7667044" y="1277110"/>
                  </a:lnTo>
                  <a:lnTo>
                    <a:pt x="7667885" y="1275626"/>
                  </a:lnTo>
                  <a:lnTo>
                    <a:pt x="7668726" y="1273818"/>
                  </a:lnTo>
                  <a:lnTo>
                    <a:pt x="7669567" y="1273107"/>
                  </a:lnTo>
                  <a:lnTo>
                    <a:pt x="7670408" y="1270609"/>
                  </a:lnTo>
                  <a:lnTo>
                    <a:pt x="7671250" y="1268731"/>
                  </a:lnTo>
                  <a:lnTo>
                    <a:pt x="7672091" y="1267121"/>
                  </a:lnTo>
                  <a:lnTo>
                    <a:pt x="7672932" y="1265809"/>
                  </a:lnTo>
                  <a:lnTo>
                    <a:pt x="7673773" y="1263803"/>
                  </a:lnTo>
                  <a:lnTo>
                    <a:pt x="7674614" y="1261300"/>
                  </a:lnTo>
                  <a:lnTo>
                    <a:pt x="7675456" y="1259001"/>
                  </a:lnTo>
                  <a:lnTo>
                    <a:pt x="7676297" y="1257783"/>
                  </a:lnTo>
                  <a:lnTo>
                    <a:pt x="7677138" y="1255697"/>
                  </a:lnTo>
                  <a:lnTo>
                    <a:pt x="7677979" y="1254076"/>
                  </a:lnTo>
                  <a:lnTo>
                    <a:pt x="7678820" y="1251312"/>
                  </a:lnTo>
                  <a:lnTo>
                    <a:pt x="7679662" y="1248199"/>
                  </a:lnTo>
                  <a:lnTo>
                    <a:pt x="7680503" y="1244772"/>
                  </a:lnTo>
                  <a:lnTo>
                    <a:pt x="7681344" y="1241645"/>
                  </a:lnTo>
                  <a:lnTo>
                    <a:pt x="7682185" y="1238862"/>
                  </a:lnTo>
                  <a:lnTo>
                    <a:pt x="7683026" y="1237362"/>
                  </a:lnTo>
                  <a:lnTo>
                    <a:pt x="7683868" y="1236652"/>
                  </a:lnTo>
                  <a:lnTo>
                    <a:pt x="7684709" y="1236222"/>
                  </a:lnTo>
                  <a:lnTo>
                    <a:pt x="7685550" y="1236212"/>
                  </a:lnTo>
                  <a:lnTo>
                    <a:pt x="7686391" y="1236318"/>
                  </a:lnTo>
                  <a:lnTo>
                    <a:pt x="7687233" y="1235726"/>
                  </a:lnTo>
                  <a:lnTo>
                    <a:pt x="7688074" y="1235495"/>
                  </a:lnTo>
                  <a:lnTo>
                    <a:pt x="7688915" y="1235411"/>
                  </a:lnTo>
                  <a:lnTo>
                    <a:pt x="7689756" y="1234921"/>
                  </a:lnTo>
                  <a:lnTo>
                    <a:pt x="7690597" y="1235168"/>
                  </a:lnTo>
                  <a:lnTo>
                    <a:pt x="7691439" y="1235678"/>
                  </a:lnTo>
                  <a:lnTo>
                    <a:pt x="7692280" y="1236597"/>
                  </a:lnTo>
                  <a:lnTo>
                    <a:pt x="7693121" y="1237575"/>
                  </a:lnTo>
                  <a:lnTo>
                    <a:pt x="7693962" y="1238229"/>
                  </a:lnTo>
                  <a:lnTo>
                    <a:pt x="7694803" y="1238312"/>
                  </a:lnTo>
                  <a:lnTo>
                    <a:pt x="7695645" y="1237881"/>
                  </a:lnTo>
                  <a:lnTo>
                    <a:pt x="7696486" y="1236447"/>
                  </a:lnTo>
                  <a:lnTo>
                    <a:pt x="7697327" y="1234742"/>
                  </a:lnTo>
                  <a:lnTo>
                    <a:pt x="7698168" y="1232770"/>
                  </a:lnTo>
                  <a:lnTo>
                    <a:pt x="7699009" y="1230624"/>
                  </a:lnTo>
                  <a:lnTo>
                    <a:pt x="7699851" y="1228726"/>
                  </a:lnTo>
                  <a:lnTo>
                    <a:pt x="7700692" y="1227604"/>
                  </a:lnTo>
                  <a:lnTo>
                    <a:pt x="7701533" y="1226732"/>
                  </a:lnTo>
                  <a:lnTo>
                    <a:pt x="7702374" y="1226892"/>
                  </a:lnTo>
                  <a:lnTo>
                    <a:pt x="7703215" y="1227231"/>
                  </a:lnTo>
                  <a:lnTo>
                    <a:pt x="7704057" y="1228006"/>
                  </a:lnTo>
                  <a:lnTo>
                    <a:pt x="7704898" y="1230023"/>
                  </a:lnTo>
                  <a:lnTo>
                    <a:pt x="7705739" y="1232227"/>
                  </a:lnTo>
                  <a:lnTo>
                    <a:pt x="7706580" y="1234910"/>
                  </a:lnTo>
                  <a:lnTo>
                    <a:pt x="7707421" y="1238411"/>
                  </a:lnTo>
                  <a:lnTo>
                    <a:pt x="7708263" y="1241895"/>
                  </a:lnTo>
                  <a:lnTo>
                    <a:pt x="7709104" y="1245719"/>
                  </a:lnTo>
                  <a:lnTo>
                    <a:pt x="7709945" y="1250351"/>
                  </a:lnTo>
                  <a:lnTo>
                    <a:pt x="7710786" y="1255691"/>
                  </a:lnTo>
                  <a:lnTo>
                    <a:pt x="7711627" y="1261113"/>
                  </a:lnTo>
                  <a:lnTo>
                    <a:pt x="7712469" y="1266521"/>
                  </a:lnTo>
                  <a:lnTo>
                    <a:pt x="7713310" y="1273065"/>
                  </a:lnTo>
                  <a:lnTo>
                    <a:pt x="7714151" y="1279093"/>
                  </a:lnTo>
                  <a:lnTo>
                    <a:pt x="7714992" y="1285041"/>
                  </a:lnTo>
                  <a:lnTo>
                    <a:pt x="7715833" y="1290292"/>
                  </a:lnTo>
                  <a:lnTo>
                    <a:pt x="7716675" y="1295997"/>
                  </a:lnTo>
                  <a:lnTo>
                    <a:pt x="7717516" y="1301072"/>
                  </a:lnTo>
                  <a:lnTo>
                    <a:pt x="7718357" y="1305832"/>
                  </a:lnTo>
                  <a:lnTo>
                    <a:pt x="7719198" y="1310841"/>
                  </a:lnTo>
                  <a:lnTo>
                    <a:pt x="7720039" y="1316854"/>
                  </a:lnTo>
                  <a:lnTo>
                    <a:pt x="7720881" y="1323019"/>
                  </a:lnTo>
                  <a:lnTo>
                    <a:pt x="7721722" y="1330127"/>
                  </a:lnTo>
                  <a:lnTo>
                    <a:pt x="7722563" y="1338163"/>
                  </a:lnTo>
                  <a:lnTo>
                    <a:pt x="7723404" y="1345624"/>
                  </a:lnTo>
                  <a:lnTo>
                    <a:pt x="7724245" y="1352324"/>
                  </a:lnTo>
                  <a:lnTo>
                    <a:pt x="7725087" y="1358442"/>
                  </a:lnTo>
                  <a:lnTo>
                    <a:pt x="7725928" y="1365358"/>
                  </a:lnTo>
                  <a:lnTo>
                    <a:pt x="7726769" y="1372355"/>
                  </a:lnTo>
                  <a:lnTo>
                    <a:pt x="7727610" y="1378585"/>
                  </a:lnTo>
                  <a:lnTo>
                    <a:pt x="7728451" y="1384963"/>
                  </a:lnTo>
                  <a:lnTo>
                    <a:pt x="7729293" y="1390320"/>
                  </a:lnTo>
                  <a:lnTo>
                    <a:pt x="7730134" y="1395666"/>
                  </a:lnTo>
                  <a:lnTo>
                    <a:pt x="7730975" y="1399879"/>
                  </a:lnTo>
                  <a:lnTo>
                    <a:pt x="7731816" y="1403586"/>
                  </a:lnTo>
                  <a:lnTo>
                    <a:pt x="7732657" y="1406382"/>
                  </a:lnTo>
                  <a:lnTo>
                    <a:pt x="7733499" y="1409309"/>
                  </a:lnTo>
                  <a:lnTo>
                    <a:pt x="7734340" y="1412784"/>
                  </a:lnTo>
                  <a:lnTo>
                    <a:pt x="7735181" y="1415731"/>
                  </a:lnTo>
                  <a:lnTo>
                    <a:pt x="7736022" y="1418266"/>
                  </a:lnTo>
                  <a:lnTo>
                    <a:pt x="7736863" y="1419481"/>
                  </a:lnTo>
                  <a:lnTo>
                    <a:pt x="7737705" y="1419159"/>
                  </a:lnTo>
                  <a:lnTo>
                    <a:pt x="7738546" y="1419550"/>
                  </a:lnTo>
                  <a:lnTo>
                    <a:pt x="7739387" y="1420204"/>
                  </a:lnTo>
                  <a:lnTo>
                    <a:pt x="7740228" y="1420190"/>
                  </a:lnTo>
                  <a:lnTo>
                    <a:pt x="7741069" y="1420451"/>
                  </a:lnTo>
                  <a:lnTo>
                    <a:pt x="7741911" y="1420472"/>
                  </a:lnTo>
                  <a:lnTo>
                    <a:pt x="7742752" y="1420196"/>
                  </a:lnTo>
                  <a:lnTo>
                    <a:pt x="7743593" y="1420338"/>
                  </a:lnTo>
                  <a:lnTo>
                    <a:pt x="7744434" y="1420176"/>
                  </a:lnTo>
                  <a:lnTo>
                    <a:pt x="7745275" y="1419533"/>
                  </a:lnTo>
                  <a:lnTo>
                    <a:pt x="7746117" y="1418345"/>
                  </a:lnTo>
                  <a:lnTo>
                    <a:pt x="7746958" y="1416882"/>
                  </a:lnTo>
                  <a:lnTo>
                    <a:pt x="7747799" y="1414897"/>
                  </a:lnTo>
                  <a:lnTo>
                    <a:pt x="7748640" y="1413034"/>
                  </a:lnTo>
                  <a:lnTo>
                    <a:pt x="7749481" y="1411400"/>
                  </a:lnTo>
                  <a:lnTo>
                    <a:pt x="7750323" y="1411468"/>
                  </a:lnTo>
                  <a:lnTo>
                    <a:pt x="7751164" y="1410823"/>
                  </a:lnTo>
                  <a:lnTo>
                    <a:pt x="7752005" y="1409005"/>
                  </a:lnTo>
                  <a:lnTo>
                    <a:pt x="7752846" y="1406591"/>
                  </a:lnTo>
                  <a:lnTo>
                    <a:pt x="7753687" y="1404090"/>
                  </a:lnTo>
                  <a:lnTo>
                    <a:pt x="7754529" y="1401656"/>
                  </a:lnTo>
                  <a:lnTo>
                    <a:pt x="7755370" y="1398080"/>
                  </a:lnTo>
                  <a:lnTo>
                    <a:pt x="7756211" y="1393992"/>
                  </a:lnTo>
                  <a:lnTo>
                    <a:pt x="7757052" y="1390250"/>
                  </a:lnTo>
                  <a:lnTo>
                    <a:pt x="7757894" y="1386339"/>
                  </a:lnTo>
                  <a:lnTo>
                    <a:pt x="7758735" y="1382407"/>
                  </a:lnTo>
                  <a:lnTo>
                    <a:pt x="7759576" y="1377804"/>
                  </a:lnTo>
                  <a:lnTo>
                    <a:pt x="7760417" y="1373516"/>
                  </a:lnTo>
                  <a:lnTo>
                    <a:pt x="7761258" y="1369819"/>
                  </a:lnTo>
                  <a:lnTo>
                    <a:pt x="7762100" y="1366400"/>
                  </a:lnTo>
                  <a:lnTo>
                    <a:pt x="7762941" y="1363447"/>
                  </a:lnTo>
                  <a:lnTo>
                    <a:pt x="7763782" y="1361503"/>
                  </a:lnTo>
                  <a:lnTo>
                    <a:pt x="7764623" y="1359870"/>
                  </a:lnTo>
                  <a:lnTo>
                    <a:pt x="7765464" y="1358802"/>
                  </a:lnTo>
                  <a:lnTo>
                    <a:pt x="7766306" y="1358319"/>
                  </a:lnTo>
                  <a:lnTo>
                    <a:pt x="7767147" y="1358120"/>
                  </a:lnTo>
                  <a:lnTo>
                    <a:pt x="7767988" y="1358516"/>
                  </a:lnTo>
                  <a:lnTo>
                    <a:pt x="7768829" y="1359394"/>
                  </a:lnTo>
                  <a:lnTo>
                    <a:pt x="7769670" y="1360579"/>
                  </a:lnTo>
                  <a:lnTo>
                    <a:pt x="7770512" y="1362477"/>
                  </a:lnTo>
                  <a:lnTo>
                    <a:pt x="7771353" y="1364949"/>
                  </a:lnTo>
                  <a:lnTo>
                    <a:pt x="7772194" y="1368750"/>
                  </a:lnTo>
                  <a:lnTo>
                    <a:pt x="7773035" y="1373474"/>
                  </a:lnTo>
                  <a:lnTo>
                    <a:pt x="7773876" y="1378474"/>
                  </a:lnTo>
                  <a:lnTo>
                    <a:pt x="7774718" y="1384138"/>
                  </a:lnTo>
                  <a:lnTo>
                    <a:pt x="7775559" y="1389896"/>
                  </a:lnTo>
                  <a:lnTo>
                    <a:pt x="7776400" y="1395293"/>
                  </a:lnTo>
                  <a:lnTo>
                    <a:pt x="7777241" y="1400598"/>
                  </a:lnTo>
                  <a:lnTo>
                    <a:pt x="7778082" y="1406593"/>
                  </a:lnTo>
                  <a:lnTo>
                    <a:pt x="7778924" y="1413366"/>
                  </a:lnTo>
                  <a:lnTo>
                    <a:pt x="7779765" y="1420522"/>
                  </a:lnTo>
                  <a:lnTo>
                    <a:pt x="7780606" y="1427741"/>
                  </a:lnTo>
                  <a:lnTo>
                    <a:pt x="7781447" y="1435482"/>
                  </a:lnTo>
                  <a:lnTo>
                    <a:pt x="7782288" y="1442441"/>
                  </a:lnTo>
                  <a:lnTo>
                    <a:pt x="7783130" y="1450274"/>
                  </a:lnTo>
                  <a:lnTo>
                    <a:pt x="7783971" y="1457225"/>
                  </a:lnTo>
                  <a:lnTo>
                    <a:pt x="7784812" y="1463335"/>
                  </a:lnTo>
                  <a:lnTo>
                    <a:pt x="7785653" y="1468473"/>
                  </a:lnTo>
                  <a:lnTo>
                    <a:pt x="7786494" y="1472296"/>
                  </a:lnTo>
                  <a:lnTo>
                    <a:pt x="7787336" y="1476062"/>
                  </a:lnTo>
                  <a:lnTo>
                    <a:pt x="7788177" y="1479313"/>
                  </a:lnTo>
                  <a:lnTo>
                    <a:pt x="7789018" y="1482361"/>
                  </a:lnTo>
                  <a:lnTo>
                    <a:pt x="7789859" y="1484569"/>
                  </a:lnTo>
                  <a:lnTo>
                    <a:pt x="7790700" y="1486446"/>
                  </a:lnTo>
                  <a:lnTo>
                    <a:pt x="7791542" y="1486669"/>
                  </a:lnTo>
                  <a:lnTo>
                    <a:pt x="7792383" y="1486032"/>
                  </a:lnTo>
                  <a:lnTo>
                    <a:pt x="7793224" y="1485327"/>
                  </a:lnTo>
                  <a:lnTo>
                    <a:pt x="7794065" y="1484014"/>
                  </a:lnTo>
                  <a:lnTo>
                    <a:pt x="7794906" y="1482583"/>
                  </a:lnTo>
                  <a:lnTo>
                    <a:pt x="7795748" y="1481325"/>
                  </a:lnTo>
                  <a:lnTo>
                    <a:pt x="7796589" y="1480009"/>
                  </a:lnTo>
                  <a:lnTo>
                    <a:pt x="7797430" y="1477500"/>
                  </a:lnTo>
                  <a:lnTo>
                    <a:pt x="7798271" y="1475128"/>
                  </a:lnTo>
                  <a:lnTo>
                    <a:pt x="7799112" y="1472805"/>
                  </a:lnTo>
                  <a:lnTo>
                    <a:pt x="7799954" y="1471488"/>
                  </a:lnTo>
                  <a:lnTo>
                    <a:pt x="7800795" y="1471166"/>
                  </a:lnTo>
                  <a:lnTo>
                    <a:pt x="7801636" y="1471554"/>
                  </a:lnTo>
                  <a:lnTo>
                    <a:pt x="7802477" y="1472852"/>
                  </a:lnTo>
                  <a:lnTo>
                    <a:pt x="7803318" y="1475307"/>
                  </a:lnTo>
                  <a:lnTo>
                    <a:pt x="7804160" y="1478561"/>
                  </a:lnTo>
                  <a:lnTo>
                    <a:pt x="7805001" y="1482845"/>
                  </a:lnTo>
                  <a:lnTo>
                    <a:pt x="7805842" y="1488258"/>
                  </a:lnTo>
                  <a:lnTo>
                    <a:pt x="7806683" y="1494372"/>
                  </a:lnTo>
                  <a:lnTo>
                    <a:pt x="7807524" y="1500300"/>
                  </a:lnTo>
                  <a:lnTo>
                    <a:pt x="7808366" y="1505891"/>
                  </a:lnTo>
                  <a:lnTo>
                    <a:pt x="7809207" y="1512134"/>
                  </a:lnTo>
                  <a:lnTo>
                    <a:pt x="7810048" y="1518877"/>
                  </a:lnTo>
                  <a:lnTo>
                    <a:pt x="7810889" y="1526153"/>
                  </a:lnTo>
                  <a:lnTo>
                    <a:pt x="7811730" y="1534176"/>
                  </a:lnTo>
                  <a:lnTo>
                    <a:pt x="7812572" y="1542377"/>
                  </a:lnTo>
                  <a:lnTo>
                    <a:pt x="7813413" y="1549241"/>
                  </a:lnTo>
                  <a:lnTo>
                    <a:pt x="7814254" y="1555923"/>
                  </a:lnTo>
                  <a:lnTo>
                    <a:pt x="7815095" y="1561878"/>
                  </a:lnTo>
                  <a:lnTo>
                    <a:pt x="7815936" y="1565648"/>
                  </a:lnTo>
                  <a:lnTo>
                    <a:pt x="7816778" y="1568210"/>
                  </a:lnTo>
                  <a:lnTo>
                    <a:pt x="7817619" y="1570356"/>
                  </a:lnTo>
                  <a:lnTo>
                    <a:pt x="7818460" y="1571219"/>
                  </a:lnTo>
                  <a:lnTo>
                    <a:pt x="7819301" y="1572486"/>
                  </a:lnTo>
                  <a:lnTo>
                    <a:pt x="7820142" y="1574786"/>
                  </a:lnTo>
                  <a:lnTo>
                    <a:pt x="7820984" y="1578119"/>
                  </a:lnTo>
                  <a:lnTo>
                    <a:pt x="7821825" y="1581503"/>
                  </a:lnTo>
                  <a:lnTo>
                    <a:pt x="7822666" y="1584879"/>
                  </a:lnTo>
                  <a:lnTo>
                    <a:pt x="7823507" y="1587388"/>
                  </a:lnTo>
                  <a:lnTo>
                    <a:pt x="7824348" y="1589487"/>
                  </a:lnTo>
                  <a:lnTo>
                    <a:pt x="7825190" y="1592096"/>
                  </a:lnTo>
                  <a:lnTo>
                    <a:pt x="7826031" y="1594973"/>
                  </a:lnTo>
                  <a:lnTo>
                    <a:pt x="7826872" y="1598721"/>
                  </a:lnTo>
                  <a:lnTo>
                    <a:pt x="7827713" y="1603912"/>
                  </a:lnTo>
                  <a:lnTo>
                    <a:pt x="7828555" y="1609347"/>
                  </a:lnTo>
                  <a:lnTo>
                    <a:pt x="7829396" y="1615103"/>
                  </a:lnTo>
                  <a:lnTo>
                    <a:pt x="7830237" y="1621040"/>
                  </a:lnTo>
                  <a:lnTo>
                    <a:pt x="7831078" y="1627173"/>
                  </a:lnTo>
                  <a:lnTo>
                    <a:pt x="7831919" y="1633271"/>
                  </a:lnTo>
                  <a:lnTo>
                    <a:pt x="7832761" y="1639411"/>
                  </a:lnTo>
                  <a:lnTo>
                    <a:pt x="7833602" y="1645691"/>
                  </a:lnTo>
                  <a:lnTo>
                    <a:pt x="7834443" y="1652358"/>
                  </a:lnTo>
                  <a:lnTo>
                    <a:pt x="7835284" y="1658581"/>
                  </a:lnTo>
                  <a:lnTo>
                    <a:pt x="7836125" y="1664928"/>
                  </a:lnTo>
                  <a:lnTo>
                    <a:pt x="7836967" y="1671483"/>
                  </a:lnTo>
                  <a:lnTo>
                    <a:pt x="7837808" y="1678001"/>
                  </a:lnTo>
                  <a:lnTo>
                    <a:pt x="7838649" y="1686362"/>
                  </a:lnTo>
                  <a:lnTo>
                    <a:pt x="7839490" y="1694442"/>
                  </a:lnTo>
                  <a:lnTo>
                    <a:pt x="7840331" y="1702321"/>
                  </a:lnTo>
                  <a:lnTo>
                    <a:pt x="7841173" y="1710806"/>
                  </a:lnTo>
                  <a:lnTo>
                    <a:pt x="7842014" y="1718732"/>
                  </a:lnTo>
                  <a:lnTo>
                    <a:pt x="7842855" y="1726494"/>
                  </a:lnTo>
                  <a:lnTo>
                    <a:pt x="7843696" y="1734562"/>
                  </a:lnTo>
                  <a:lnTo>
                    <a:pt x="7844537" y="1741821"/>
                  </a:lnTo>
                  <a:lnTo>
                    <a:pt x="7845379" y="1750384"/>
                  </a:lnTo>
                  <a:lnTo>
                    <a:pt x="7846220" y="1758066"/>
                  </a:lnTo>
                  <a:lnTo>
                    <a:pt x="7847061" y="1765205"/>
                  </a:lnTo>
                  <a:lnTo>
                    <a:pt x="7847902" y="1773258"/>
                  </a:lnTo>
                  <a:lnTo>
                    <a:pt x="7848743" y="1780729"/>
                  </a:lnTo>
                  <a:lnTo>
                    <a:pt x="7849585" y="1786921"/>
                  </a:lnTo>
                  <a:lnTo>
                    <a:pt x="7850426" y="1791945"/>
                  </a:lnTo>
                  <a:lnTo>
                    <a:pt x="7851267" y="1795411"/>
                  </a:lnTo>
                  <a:lnTo>
                    <a:pt x="7852108" y="1797387"/>
                  </a:lnTo>
                  <a:lnTo>
                    <a:pt x="7852949" y="1798796"/>
                  </a:lnTo>
                  <a:lnTo>
                    <a:pt x="7853791" y="1799427"/>
                  </a:lnTo>
                  <a:lnTo>
                    <a:pt x="7854632" y="1799602"/>
                  </a:lnTo>
                  <a:lnTo>
                    <a:pt x="7855473" y="1799141"/>
                  </a:lnTo>
                  <a:lnTo>
                    <a:pt x="7856314" y="1797373"/>
                  </a:lnTo>
                  <a:lnTo>
                    <a:pt x="7857155" y="1794883"/>
                  </a:lnTo>
                  <a:lnTo>
                    <a:pt x="7857997" y="1791704"/>
                  </a:lnTo>
                  <a:lnTo>
                    <a:pt x="7858838" y="1787558"/>
                  </a:lnTo>
                  <a:lnTo>
                    <a:pt x="7859679" y="1782913"/>
                  </a:lnTo>
                  <a:lnTo>
                    <a:pt x="7860520" y="1777145"/>
                  </a:lnTo>
                  <a:lnTo>
                    <a:pt x="7861361" y="1771013"/>
                  </a:lnTo>
                  <a:lnTo>
                    <a:pt x="7862203" y="1765549"/>
                  </a:lnTo>
                  <a:lnTo>
                    <a:pt x="7863044" y="1760957"/>
                  </a:lnTo>
                  <a:lnTo>
                    <a:pt x="7863885" y="1757261"/>
                  </a:lnTo>
                  <a:lnTo>
                    <a:pt x="7864726" y="1753465"/>
                  </a:lnTo>
                  <a:lnTo>
                    <a:pt x="7865567" y="1750398"/>
                  </a:lnTo>
                  <a:lnTo>
                    <a:pt x="7866409" y="1747459"/>
                  </a:lnTo>
                  <a:lnTo>
                    <a:pt x="7867250" y="1745339"/>
                  </a:lnTo>
                  <a:lnTo>
                    <a:pt x="7868091" y="1744060"/>
                  </a:lnTo>
                  <a:lnTo>
                    <a:pt x="7868932" y="1743109"/>
                  </a:lnTo>
                  <a:lnTo>
                    <a:pt x="7869773" y="1743195"/>
                  </a:lnTo>
                  <a:lnTo>
                    <a:pt x="7870615" y="1743604"/>
                  </a:lnTo>
                  <a:lnTo>
                    <a:pt x="7871456" y="1744775"/>
                  </a:lnTo>
                  <a:lnTo>
                    <a:pt x="7872297" y="1746238"/>
                  </a:lnTo>
                  <a:lnTo>
                    <a:pt x="7873138" y="1748160"/>
                  </a:lnTo>
                  <a:lnTo>
                    <a:pt x="7873979" y="1750599"/>
                  </a:lnTo>
                  <a:lnTo>
                    <a:pt x="7874821" y="1753204"/>
                  </a:lnTo>
                  <a:lnTo>
                    <a:pt x="7875662" y="1755788"/>
                  </a:lnTo>
                  <a:lnTo>
                    <a:pt x="7876503" y="1758390"/>
                  </a:lnTo>
                  <a:lnTo>
                    <a:pt x="7877344" y="1761293"/>
                  </a:lnTo>
                  <a:lnTo>
                    <a:pt x="7878185" y="1764183"/>
                  </a:lnTo>
                  <a:lnTo>
                    <a:pt x="7879027" y="1767245"/>
                  </a:lnTo>
                  <a:lnTo>
                    <a:pt x="7879868" y="1770244"/>
                  </a:lnTo>
                  <a:lnTo>
                    <a:pt x="7880709" y="1773037"/>
                  </a:lnTo>
                  <a:lnTo>
                    <a:pt x="7881550" y="1775576"/>
                  </a:lnTo>
                  <a:lnTo>
                    <a:pt x="7882391" y="1777918"/>
                  </a:lnTo>
                  <a:lnTo>
                    <a:pt x="7883233" y="1779880"/>
                  </a:lnTo>
                  <a:lnTo>
                    <a:pt x="7884074" y="1781782"/>
                  </a:lnTo>
                  <a:lnTo>
                    <a:pt x="7884915" y="1783473"/>
                  </a:lnTo>
                  <a:lnTo>
                    <a:pt x="7885756" y="1785052"/>
                  </a:lnTo>
                  <a:lnTo>
                    <a:pt x="7886597" y="1786387"/>
                  </a:lnTo>
                  <a:lnTo>
                    <a:pt x="7887439" y="1787666"/>
                  </a:lnTo>
                  <a:lnTo>
                    <a:pt x="7888280" y="1788969"/>
                  </a:lnTo>
                  <a:lnTo>
                    <a:pt x="7889121" y="1790191"/>
                  </a:lnTo>
                  <a:lnTo>
                    <a:pt x="7889962" y="1790726"/>
                  </a:lnTo>
                  <a:lnTo>
                    <a:pt x="7890803" y="1791179"/>
                  </a:lnTo>
                  <a:lnTo>
                    <a:pt x="7891645" y="1791608"/>
                  </a:lnTo>
                  <a:lnTo>
                    <a:pt x="7892486" y="1792102"/>
                  </a:lnTo>
                  <a:lnTo>
                    <a:pt x="7893327" y="1792749"/>
                  </a:lnTo>
                  <a:lnTo>
                    <a:pt x="7894168" y="1793502"/>
                  </a:lnTo>
                  <a:lnTo>
                    <a:pt x="7895009" y="1794344"/>
                  </a:lnTo>
                  <a:lnTo>
                    <a:pt x="7895851" y="1795396"/>
                  </a:lnTo>
                  <a:lnTo>
                    <a:pt x="7896692" y="1796650"/>
                  </a:lnTo>
                  <a:lnTo>
                    <a:pt x="7897533" y="1798326"/>
                  </a:lnTo>
                  <a:lnTo>
                    <a:pt x="7898374" y="1800422"/>
                  </a:lnTo>
                  <a:lnTo>
                    <a:pt x="7899216" y="1803110"/>
                  </a:lnTo>
                  <a:lnTo>
                    <a:pt x="7900057" y="1806323"/>
                  </a:lnTo>
                  <a:lnTo>
                    <a:pt x="7900898" y="1809650"/>
                  </a:lnTo>
                  <a:lnTo>
                    <a:pt x="7901739" y="1812960"/>
                  </a:lnTo>
                  <a:lnTo>
                    <a:pt x="7902580" y="1816376"/>
                  </a:lnTo>
                  <a:lnTo>
                    <a:pt x="7903422" y="1819508"/>
                  </a:lnTo>
                  <a:lnTo>
                    <a:pt x="7904263" y="1822916"/>
                  </a:lnTo>
                  <a:lnTo>
                    <a:pt x="7905104" y="1826844"/>
                  </a:lnTo>
                  <a:lnTo>
                    <a:pt x="7905945" y="1831587"/>
                  </a:lnTo>
                  <a:lnTo>
                    <a:pt x="7906786" y="1835689"/>
                  </a:lnTo>
                  <a:lnTo>
                    <a:pt x="7907628" y="1839170"/>
                  </a:lnTo>
                  <a:lnTo>
                    <a:pt x="7908469" y="1843082"/>
                  </a:lnTo>
                  <a:lnTo>
                    <a:pt x="7909310" y="1846642"/>
                  </a:lnTo>
                  <a:lnTo>
                    <a:pt x="7910151" y="1850395"/>
                  </a:lnTo>
                  <a:lnTo>
                    <a:pt x="7910992" y="1854379"/>
                  </a:lnTo>
                  <a:lnTo>
                    <a:pt x="7911834" y="1857615"/>
                  </a:lnTo>
                  <a:lnTo>
                    <a:pt x="7912675" y="1860970"/>
                  </a:lnTo>
                  <a:lnTo>
                    <a:pt x="7913516" y="1864641"/>
                  </a:lnTo>
                  <a:lnTo>
                    <a:pt x="7914357" y="1868369"/>
                  </a:lnTo>
                  <a:lnTo>
                    <a:pt x="7915198" y="1871905"/>
                  </a:lnTo>
                  <a:lnTo>
                    <a:pt x="7916040" y="1875700"/>
                  </a:lnTo>
                  <a:lnTo>
                    <a:pt x="7916881" y="1879688"/>
                  </a:lnTo>
                  <a:lnTo>
                    <a:pt x="7917722" y="1883556"/>
                  </a:lnTo>
                  <a:lnTo>
                    <a:pt x="7918563" y="1886977"/>
                  </a:lnTo>
                  <a:lnTo>
                    <a:pt x="7919404" y="1890850"/>
                  </a:lnTo>
                  <a:lnTo>
                    <a:pt x="7920246" y="1896270"/>
                  </a:lnTo>
                  <a:lnTo>
                    <a:pt x="7921087" y="1901662"/>
                  </a:lnTo>
                  <a:lnTo>
                    <a:pt x="7921928" y="1907355"/>
                  </a:lnTo>
                  <a:lnTo>
                    <a:pt x="7922769" y="1912156"/>
                  </a:lnTo>
                  <a:lnTo>
                    <a:pt x="7923610" y="1916006"/>
                  </a:lnTo>
                  <a:lnTo>
                    <a:pt x="7924452" y="1919807"/>
                  </a:lnTo>
                  <a:lnTo>
                    <a:pt x="7925293" y="1923031"/>
                  </a:lnTo>
                  <a:lnTo>
                    <a:pt x="7926134" y="1925944"/>
                  </a:lnTo>
                  <a:lnTo>
                    <a:pt x="7926975" y="1928703"/>
                  </a:lnTo>
                  <a:lnTo>
                    <a:pt x="7927816" y="1931683"/>
                  </a:lnTo>
                  <a:lnTo>
                    <a:pt x="7928658" y="1934219"/>
                  </a:lnTo>
                  <a:lnTo>
                    <a:pt x="7929499" y="1935950"/>
                  </a:lnTo>
                  <a:lnTo>
                    <a:pt x="7930340" y="1937074"/>
                  </a:lnTo>
                  <a:lnTo>
                    <a:pt x="7931181" y="1938178"/>
                  </a:lnTo>
                  <a:lnTo>
                    <a:pt x="7932022" y="1939107"/>
                  </a:lnTo>
                  <a:lnTo>
                    <a:pt x="7932864" y="1939952"/>
                  </a:lnTo>
                  <a:lnTo>
                    <a:pt x="7933705" y="1940881"/>
                  </a:lnTo>
                  <a:lnTo>
                    <a:pt x="7934546" y="1941492"/>
                  </a:lnTo>
                  <a:lnTo>
                    <a:pt x="7935387" y="1942523"/>
                  </a:lnTo>
                  <a:lnTo>
                    <a:pt x="7936228" y="1944722"/>
                  </a:lnTo>
                  <a:lnTo>
                    <a:pt x="7937070" y="1947700"/>
                  </a:lnTo>
                  <a:lnTo>
                    <a:pt x="7937911" y="1950907"/>
                  </a:lnTo>
                  <a:lnTo>
                    <a:pt x="7938752" y="1953604"/>
                  </a:lnTo>
                  <a:lnTo>
                    <a:pt x="7939593" y="1956047"/>
                  </a:lnTo>
                  <a:lnTo>
                    <a:pt x="7940434" y="1957908"/>
                  </a:lnTo>
                  <a:lnTo>
                    <a:pt x="7941276" y="1959193"/>
                  </a:lnTo>
                  <a:lnTo>
                    <a:pt x="7942117" y="1960336"/>
                  </a:lnTo>
                  <a:lnTo>
                    <a:pt x="7942958" y="1961666"/>
                  </a:lnTo>
                  <a:lnTo>
                    <a:pt x="7943799" y="1963073"/>
                  </a:lnTo>
                  <a:lnTo>
                    <a:pt x="7944640" y="1963969"/>
                  </a:lnTo>
                  <a:lnTo>
                    <a:pt x="7945482" y="1964634"/>
                  </a:lnTo>
                  <a:lnTo>
                    <a:pt x="7946323" y="1965384"/>
                  </a:lnTo>
                  <a:lnTo>
                    <a:pt x="7947164" y="1965776"/>
                  </a:lnTo>
                  <a:lnTo>
                    <a:pt x="7948005" y="1966096"/>
                  </a:lnTo>
                  <a:lnTo>
                    <a:pt x="7948846" y="1966115"/>
                  </a:lnTo>
                  <a:lnTo>
                    <a:pt x="7949688" y="1965994"/>
                  </a:lnTo>
                  <a:lnTo>
                    <a:pt x="7950529" y="1965548"/>
                  </a:lnTo>
                  <a:lnTo>
                    <a:pt x="7951370" y="1965231"/>
                  </a:lnTo>
                  <a:lnTo>
                    <a:pt x="7952211" y="1965541"/>
                  </a:lnTo>
                  <a:lnTo>
                    <a:pt x="7953052" y="1966242"/>
                  </a:lnTo>
                  <a:lnTo>
                    <a:pt x="7953894" y="1967265"/>
                  </a:lnTo>
                  <a:lnTo>
                    <a:pt x="7954735" y="1969727"/>
                  </a:lnTo>
                  <a:lnTo>
                    <a:pt x="7955576" y="1971611"/>
                  </a:lnTo>
                  <a:lnTo>
                    <a:pt x="7956417" y="1973859"/>
                  </a:lnTo>
                  <a:lnTo>
                    <a:pt x="7957258" y="1976229"/>
                  </a:lnTo>
                  <a:lnTo>
                    <a:pt x="7958100" y="1979659"/>
                  </a:lnTo>
                  <a:lnTo>
                    <a:pt x="7958941" y="1983493"/>
                  </a:lnTo>
                  <a:lnTo>
                    <a:pt x="7959782" y="1988500"/>
                  </a:lnTo>
                  <a:lnTo>
                    <a:pt x="7960623" y="1993947"/>
                  </a:lnTo>
                  <a:lnTo>
                    <a:pt x="7961464" y="1999061"/>
                  </a:lnTo>
                  <a:lnTo>
                    <a:pt x="7962306" y="2003808"/>
                  </a:lnTo>
                  <a:lnTo>
                    <a:pt x="7963147" y="2008736"/>
                  </a:lnTo>
                  <a:lnTo>
                    <a:pt x="7963988" y="2013798"/>
                  </a:lnTo>
                  <a:lnTo>
                    <a:pt x="7964829" y="2019015"/>
                  </a:lnTo>
                  <a:lnTo>
                    <a:pt x="7965670" y="2025320"/>
                  </a:lnTo>
                  <a:lnTo>
                    <a:pt x="7966512" y="2031804"/>
                  </a:lnTo>
                  <a:lnTo>
                    <a:pt x="7967353" y="2037996"/>
                  </a:lnTo>
                  <a:lnTo>
                    <a:pt x="7968194" y="2043749"/>
                  </a:lnTo>
                  <a:lnTo>
                    <a:pt x="7969035" y="2048636"/>
                  </a:lnTo>
                  <a:lnTo>
                    <a:pt x="7969877" y="2053177"/>
                  </a:lnTo>
                  <a:lnTo>
                    <a:pt x="7970718" y="2057489"/>
                  </a:lnTo>
                  <a:lnTo>
                    <a:pt x="7971559" y="2061346"/>
                  </a:lnTo>
                  <a:lnTo>
                    <a:pt x="7972400" y="2065175"/>
                  </a:lnTo>
                  <a:lnTo>
                    <a:pt x="7973241" y="2068855"/>
                  </a:lnTo>
                  <a:lnTo>
                    <a:pt x="7974083" y="2072532"/>
                  </a:lnTo>
                  <a:lnTo>
                    <a:pt x="7974924" y="2076293"/>
                  </a:lnTo>
                  <a:lnTo>
                    <a:pt x="7975765" y="2080135"/>
                  </a:lnTo>
                  <a:lnTo>
                    <a:pt x="7976606" y="2083909"/>
                  </a:lnTo>
                  <a:lnTo>
                    <a:pt x="7977447" y="2087589"/>
                  </a:lnTo>
                  <a:lnTo>
                    <a:pt x="7978289" y="2091198"/>
                  </a:lnTo>
                  <a:lnTo>
                    <a:pt x="7979130" y="2094736"/>
                  </a:lnTo>
                  <a:lnTo>
                    <a:pt x="7979971" y="2098174"/>
                  </a:lnTo>
                  <a:lnTo>
                    <a:pt x="7980812" y="2101313"/>
                  </a:lnTo>
                  <a:lnTo>
                    <a:pt x="7981653" y="2104261"/>
                  </a:lnTo>
                  <a:lnTo>
                    <a:pt x="7982495" y="2107476"/>
                  </a:lnTo>
                  <a:lnTo>
                    <a:pt x="7983336" y="2111137"/>
                  </a:lnTo>
                  <a:lnTo>
                    <a:pt x="7984177" y="2115121"/>
                  </a:lnTo>
                  <a:lnTo>
                    <a:pt x="7985018" y="2119673"/>
                  </a:lnTo>
                  <a:lnTo>
                    <a:pt x="7985859" y="2124181"/>
                  </a:lnTo>
                  <a:lnTo>
                    <a:pt x="7986701" y="2129415"/>
                  </a:lnTo>
                  <a:lnTo>
                    <a:pt x="7987542" y="2134443"/>
                  </a:lnTo>
                  <a:lnTo>
                    <a:pt x="7988383" y="2139400"/>
                  </a:lnTo>
                  <a:lnTo>
                    <a:pt x="7989224" y="2143879"/>
                  </a:lnTo>
                  <a:lnTo>
                    <a:pt x="7990065" y="2148066"/>
                  </a:lnTo>
                  <a:lnTo>
                    <a:pt x="7990907" y="2152238"/>
                  </a:lnTo>
                  <a:lnTo>
                    <a:pt x="7991748" y="2155897"/>
                  </a:lnTo>
                  <a:lnTo>
                    <a:pt x="7992589" y="2159364"/>
                  </a:lnTo>
                  <a:lnTo>
                    <a:pt x="7993430" y="2162227"/>
                  </a:lnTo>
                  <a:lnTo>
                    <a:pt x="7994271" y="2164770"/>
                  </a:lnTo>
                  <a:lnTo>
                    <a:pt x="7995113" y="2166784"/>
                  </a:lnTo>
                  <a:lnTo>
                    <a:pt x="7995954" y="2168278"/>
                  </a:lnTo>
                  <a:lnTo>
                    <a:pt x="7996795" y="2169172"/>
                  </a:lnTo>
                  <a:lnTo>
                    <a:pt x="7997636" y="2169654"/>
                  </a:lnTo>
                  <a:lnTo>
                    <a:pt x="7998477" y="2169770"/>
                  </a:lnTo>
                  <a:lnTo>
                    <a:pt x="7999319" y="2169621"/>
                  </a:lnTo>
                  <a:lnTo>
                    <a:pt x="8000160" y="2169485"/>
                  </a:lnTo>
                  <a:lnTo>
                    <a:pt x="8001001" y="2169267"/>
                  </a:lnTo>
                  <a:lnTo>
                    <a:pt x="8001842" y="2168968"/>
                  </a:lnTo>
                  <a:lnTo>
                    <a:pt x="8002683" y="2168450"/>
                  </a:lnTo>
                  <a:lnTo>
                    <a:pt x="8003525" y="2167978"/>
                  </a:lnTo>
                  <a:lnTo>
                    <a:pt x="8004366" y="2167839"/>
                  </a:lnTo>
                  <a:lnTo>
                    <a:pt x="8005207" y="2167240"/>
                  </a:lnTo>
                  <a:lnTo>
                    <a:pt x="8006048" y="2166714"/>
                  </a:lnTo>
                  <a:lnTo>
                    <a:pt x="8006889" y="2166098"/>
                  </a:lnTo>
                  <a:lnTo>
                    <a:pt x="8007731" y="2165499"/>
                  </a:lnTo>
                  <a:lnTo>
                    <a:pt x="8008572" y="2165022"/>
                  </a:lnTo>
                  <a:lnTo>
                    <a:pt x="8009413" y="2164787"/>
                  </a:lnTo>
                  <a:lnTo>
                    <a:pt x="8010254" y="2165240"/>
                  </a:lnTo>
                  <a:lnTo>
                    <a:pt x="8011095" y="2165613"/>
                  </a:lnTo>
                  <a:lnTo>
                    <a:pt x="8011937" y="2166123"/>
                  </a:lnTo>
                  <a:lnTo>
                    <a:pt x="8012778" y="2166803"/>
                  </a:lnTo>
                  <a:lnTo>
                    <a:pt x="8013619" y="2167539"/>
                  </a:lnTo>
                  <a:lnTo>
                    <a:pt x="8014460" y="2169336"/>
                  </a:lnTo>
                  <a:lnTo>
                    <a:pt x="8015301" y="2171894"/>
                  </a:lnTo>
                  <a:lnTo>
                    <a:pt x="8016143" y="2174201"/>
                  </a:lnTo>
                  <a:lnTo>
                    <a:pt x="8016984" y="2176475"/>
                  </a:lnTo>
                  <a:lnTo>
                    <a:pt x="8017825" y="2179446"/>
                  </a:lnTo>
                  <a:lnTo>
                    <a:pt x="8018666" y="2182912"/>
                  </a:lnTo>
                  <a:lnTo>
                    <a:pt x="8019507" y="2187136"/>
                  </a:lnTo>
                  <a:lnTo>
                    <a:pt x="8020349" y="2192008"/>
                  </a:lnTo>
                  <a:lnTo>
                    <a:pt x="8021190" y="2197139"/>
                  </a:lnTo>
                  <a:lnTo>
                    <a:pt x="8022031" y="2202562"/>
                  </a:lnTo>
                  <a:lnTo>
                    <a:pt x="8022872" y="2208231"/>
                  </a:lnTo>
                  <a:lnTo>
                    <a:pt x="8023713" y="2214512"/>
                  </a:lnTo>
                  <a:lnTo>
                    <a:pt x="8024555" y="2221760"/>
                  </a:lnTo>
                  <a:lnTo>
                    <a:pt x="8025396" y="2229592"/>
                  </a:lnTo>
                  <a:lnTo>
                    <a:pt x="8026237" y="2237716"/>
                  </a:lnTo>
                  <a:lnTo>
                    <a:pt x="8027078" y="2245861"/>
                  </a:lnTo>
                  <a:lnTo>
                    <a:pt x="8027919" y="2254347"/>
                  </a:lnTo>
                  <a:lnTo>
                    <a:pt x="8028761" y="2263513"/>
                  </a:lnTo>
                  <a:lnTo>
                    <a:pt x="8029602" y="2273073"/>
                  </a:lnTo>
                  <a:lnTo>
                    <a:pt x="8030443" y="2282511"/>
                  </a:lnTo>
                  <a:lnTo>
                    <a:pt x="8031284" y="2291470"/>
                  </a:lnTo>
                  <a:lnTo>
                    <a:pt x="8032125" y="2300106"/>
                  </a:lnTo>
                  <a:lnTo>
                    <a:pt x="8032967" y="2309439"/>
                  </a:lnTo>
                  <a:lnTo>
                    <a:pt x="8033808" y="2318327"/>
                  </a:lnTo>
                  <a:lnTo>
                    <a:pt x="8034649" y="2326859"/>
                  </a:lnTo>
                  <a:lnTo>
                    <a:pt x="8035490" y="2334799"/>
                  </a:lnTo>
                  <a:lnTo>
                    <a:pt x="8036331" y="2342090"/>
                  </a:lnTo>
                  <a:lnTo>
                    <a:pt x="8037173" y="2348337"/>
                  </a:lnTo>
                  <a:lnTo>
                    <a:pt x="8038014" y="2353499"/>
                  </a:lnTo>
                  <a:lnTo>
                    <a:pt x="8038855" y="2358074"/>
                  </a:lnTo>
                  <a:lnTo>
                    <a:pt x="8039696" y="2361699"/>
                  </a:lnTo>
                  <a:lnTo>
                    <a:pt x="8040538" y="2364373"/>
                  </a:lnTo>
                  <a:lnTo>
                    <a:pt x="8041379" y="2365972"/>
                  </a:lnTo>
                  <a:lnTo>
                    <a:pt x="8042220" y="2366832"/>
                  </a:lnTo>
                  <a:lnTo>
                    <a:pt x="8043061" y="2367178"/>
                  </a:lnTo>
                  <a:lnTo>
                    <a:pt x="8043902" y="2367404"/>
                  </a:lnTo>
                  <a:lnTo>
                    <a:pt x="8044744" y="2367373"/>
                  </a:lnTo>
                  <a:lnTo>
                    <a:pt x="8045585" y="2367049"/>
                  </a:lnTo>
                  <a:lnTo>
                    <a:pt x="8046426" y="2366563"/>
                  </a:lnTo>
                  <a:lnTo>
                    <a:pt x="8047267" y="2366078"/>
                  </a:lnTo>
                  <a:lnTo>
                    <a:pt x="8048108" y="2365204"/>
                  </a:lnTo>
                  <a:lnTo>
                    <a:pt x="8048950" y="2364232"/>
                  </a:lnTo>
                  <a:lnTo>
                    <a:pt x="8049791" y="2363229"/>
                  </a:lnTo>
                  <a:lnTo>
                    <a:pt x="8050632" y="2362298"/>
                  </a:lnTo>
                  <a:lnTo>
                    <a:pt x="8051473" y="2361610"/>
                  </a:lnTo>
                  <a:lnTo>
                    <a:pt x="8052314" y="2361302"/>
                  </a:lnTo>
                  <a:lnTo>
                    <a:pt x="8053156" y="2361238"/>
                  </a:lnTo>
                  <a:lnTo>
                    <a:pt x="8053997" y="2361511"/>
                  </a:lnTo>
                  <a:lnTo>
                    <a:pt x="8054838" y="2361641"/>
                  </a:lnTo>
                  <a:lnTo>
                    <a:pt x="8055679" y="2361691"/>
                  </a:lnTo>
                  <a:lnTo>
                    <a:pt x="8056520" y="2361538"/>
                  </a:lnTo>
                  <a:lnTo>
                    <a:pt x="8057362" y="2361352"/>
                  </a:lnTo>
                  <a:lnTo>
                    <a:pt x="8058203" y="2361296"/>
                  </a:lnTo>
                  <a:lnTo>
                    <a:pt x="8059044" y="2361315"/>
                  </a:lnTo>
                  <a:lnTo>
                    <a:pt x="8059885" y="2361055"/>
                  </a:lnTo>
                  <a:lnTo>
                    <a:pt x="8060726" y="2360842"/>
                  </a:lnTo>
                  <a:lnTo>
                    <a:pt x="8061568" y="2360772"/>
                  </a:lnTo>
                  <a:lnTo>
                    <a:pt x="8062409" y="2360562"/>
                  </a:lnTo>
                  <a:lnTo>
                    <a:pt x="8063250" y="2360142"/>
                  </a:lnTo>
                  <a:lnTo>
                    <a:pt x="8064091" y="2359505"/>
                  </a:lnTo>
                  <a:lnTo>
                    <a:pt x="8064932" y="2358833"/>
                  </a:lnTo>
                  <a:lnTo>
                    <a:pt x="8065774" y="2357963"/>
                  </a:lnTo>
                  <a:lnTo>
                    <a:pt x="8066615" y="2356941"/>
                  </a:lnTo>
                  <a:lnTo>
                    <a:pt x="8067456" y="2355675"/>
                  </a:lnTo>
                  <a:lnTo>
                    <a:pt x="8068297" y="2354056"/>
                  </a:lnTo>
                  <a:lnTo>
                    <a:pt x="8069138" y="2352504"/>
                  </a:lnTo>
                  <a:lnTo>
                    <a:pt x="8069980" y="2350951"/>
                  </a:lnTo>
                  <a:lnTo>
                    <a:pt x="8070821" y="2349295"/>
                  </a:lnTo>
                  <a:lnTo>
                    <a:pt x="8071662" y="2347813"/>
                  </a:lnTo>
                  <a:lnTo>
                    <a:pt x="8072503" y="2346619"/>
                  </a:lnTo>
                  <a:lnTo>
                    <a:pt x="8073344" y="2345651"/>
                  </a:lnTo>
                  <a:lnTo>
                    <a:pt x="8074186" y="2344421"/>
                  </a:lnTo>
                  <a:lnTo>
                    <a:pt x="8075027" y="2343523"/>
                  </a:lnTo>
                  <a:lnTo>
                    <a:pt x="8075868" y="2343158"/>
                  </a:lnTo>
                  <a:lnTo>
                    <a:pt x="8076709" y="2342996"/>
                  </a:lnTo>
                  <a:lnTo>
                    <a:pt x="8077550" y="2342859"/>
                  </a:lnTo>
                  <a:lnTo>
                    <a:pt x="8078392" y="2343102"/>
                  </a:lnTo>
                  <a:lnTo>
                    <a:pt x="8079233" y="2343806"/>
                  </a:lnTo>
                  <a:lnTo>
                    <a:pt x="8080074" y="2345263"/>
                  </a:lnTo>
                  <a:lnTo>
                    <a:pt x="8080915" y="2347116"/>
                  </a:lnTo>
                  <a:lnTo>
                    <a:pt x="8081756" y="2349191"/>
                  </a:lnTo>
                  <a:lnTo>
                    <a:pt x="8082598" y="2351551"/>
                  </a:lnTo>
                  <a:lnTo>
                    <a:pt x="8083439" y="2354266"/>
                  </a:lnTo>
                  <a:lnTo>
                    <a:pt x="8084280" y="2356998"/>
                  </a:lnTo>
                  <a:lnTo>
                    <a:pt x="8085121" y="2359513"/>
                  </a:lnTo>
                  <a:lnTo>
                    <a:pt x="8085962" y="2362040"/>
                  </a:lnTo>
                  <a:lnTo>
                    <a:pt x="8086804" y="2364646"/>
                  </a:lnTo>
                  <a:lnTo>
                    <a:pt x="8087645" y="2367186"/>
                  </a:lnTo>
                  <a:lnTo>
                    <a:pt x="8088486" y="2369339"/>
                  </a:lnTo>
                  <a:lnTo>
                    <a:pt x="8089327" y="2371408"/>
                  </a:lnTo>
                  <a:lnTo>
                    <a:pt x="8090168" y="2373540"/>
                  </a:lnTo>
                  <a:lnTo>
                    <a:pt x="8091010" y="2375931"/>
                  </a:lnTo>
                  <a:lnTo>
                    <a:pt x="8091851" y="2379196"/>
                  </a:lnTo>
                  <a:lnTo>
                    <a:pt x="8092692" y="2382142"/>
                  </a:lnTo>
                  <a:lnTo>
                    <a:pt x="8093533" y="2385369"/>
                  </a:lnTo>
                  <a:lnTo>
                    <a:pt x="8094374" y="2388884"/>
                  </a:lnTo>
                  <a:lnTo>
                    <a:pt x="8095216" y="2392249"/>
                  </a:lnTo>
                  <a:lnTo>
                    <a:pt x="8096057" y="2394842"/>
                  </a:lnTo>
                  <a:lnTo>
                    <a:pt x="8096898" y="2397069"/>
                  </a:lnTo>
                  <a:lnTo>
                    <a:pt x="8097739" y="2399534"/>
                  </a:lnTo>
                  <a:lnTo>
                    <a:pt x="8098580" y="2401607"/>
                  </a:lnTo>
                  <a:lnTo>
                    <a:pt x="8099422" y="2403242"/>
                  </a:lnTo>
                  <a:lnTo>
                    <a:pt x="8100263" y="2404618"/>
                  </a:lnTo>
                  <a:lnTo>
                    <a:pt x="8101104" y="2405743"/>
                  </a:lnTo>
                  <a:lnTo>
                    <a:pt x="8101945" y="2406852"/>
                  </a:lnTo>
                  <a:lnTo>
                    <a:pt x="8102786" y="2408430"/>
                  </a:lnTo>
                  <a:lnTo>
                    <a:pt x="8103628" y="2409871"/>
                  </a:lnTo>
                  <a:lnTo>
                    <a:pt x="8104469" y="2410510"/>
                  </a:lnTo>
                  <a:lnTo>
                    <a:pt x="8105310" y="2411417"/>
                  </a:lnTo>
                  <a:lnTo>
                    <a:pt x="8106151" y="2412169"/>
                  </a:lnTo>
                  <a:lnTo>
                    <a:pt x="8106992" y="2412906"/>
                  </a:lnTo>
                  <a:lnTo>
                    <a:pt x="8107834" y="2413934"/>
                  </a:lnTo>
                  <a:lnTo>
                    <a:pt x="8108675" y="2415431"/>
                  </a:lnTo>
                  <a:lnTo>
                    <a:pt x="8109516" y="2417876"/>
                  </a:lnTo>
                  <a:lnTo>
                    <a:pt x="8110357" y="2420951"/>
                  </a:lnTo>
                  <a:lnTo>
                    <a:pt x="8111198" y="2424084"/>
                  </a:lnTo>
                  <a:lnTo>
                    <a:pt x="8112040" y="2428009"/>
                  </a:lnTo>
                  <a:lnTo>
                    <a:pt x="8112881" y="2432858"/>
                  </a:lnTo>
                  <a:lnTo>
                    <a:pt x="8113722" y="2437938"/>
                  </a:lnTo>
                  <a:lnTo>
                    <a:pt x="8114563" y="2442571"/>
                  </a:lnTo>
                  <a:lnTo>
                    <a:pt x="8115405" y="2447293"/>
                  </a:lnTo>
                  <a:lnTo>
                    <a:pt x="8116246" y="2451726"/>
                  </a:lnTo>
                  <a:lnTo>
                    <a:pt x="8117087" y="2456446"/>
                  </a:lnTo>
                  <a:lnTo>
                    <a:pt x="8117928" y="2461191"/>
                  </a:lnTo>
                  <a:lnTo>
                    <a:pt x="8118769" y="2465983"/>
                  </a:lnTo>
                  <a:lnTo>
                    <a:pt x="8119611" y="2470631"/>
                  </a:lnTo>
                  <a:lnTo>
                    <a:pt x="8120452" y="2475089"/>
                  </a:lnTo>
                  <a:lnTo>
                    <a:pt x="8121293" y="2479766"/>
                  </a:lnTo>
                  <a:lnTo>
                    <a:pt x="8122134" y="2484225"/>
                  </a:lnTo>
                  <a:lnTo>
                    <a:pt x="8122975" y="2488130"/>
                  </a:lnTo>
                  <a:lnTo>
                    <a:pt x="8123817" y="2492035"/>
                  </a:lnTo>
                  <a:lnTo>
                    <a:pt x="8124658" y="2495580"/>
                  </a:lnTo>
                  <a:lnTo>
                    <a:pt x="8125499" y="2498538"/>
                  </a:lnTo>
                  <a:lnTo>
                    <a:pt x="8126340" y="2500840"/>
                  </a:lnTo>
                  <a:lnTo>
                    <a:pt x="8127181" y="2503019"/>
                  </a:lnTo>
                  <a:lnTo>
                    <a:pt x="8128023" y="2504495"/>
                  </a:lnTo>
                  <a:lnTo>
                    <a:pt x="8128864" y="2505970"/>
                  </a:lnTo>
                  <a:lnTo>
                    <a:pt x="8129705" y="2507386"/>
                  </a:lnTo>
                  <a:lnTo>
                    <a:pt x="8130546" y="2508665"/>
                  </a:lnTo>
                  <a:lnTo>
                    <a:pt x="8131387" y="2509612"/>
                  </a:lnTo>
                  <a:lnTo>
                    <a:pt x="8132229" y="2510219"/>
                  </a:lnTo>
                  <a:lnTo>
                    <a:pt x="8133070" y="2510114"/>
                  </a:lnTo>
                  <a:lnTo>
                    <a:pt x="8133911" y="2509345"/>
                  </a:lnTo>
                  <a:lnTo>
                    <a:pt x="8134752" y="2508155"/>
                  </a:lnTo>
                  <a:lnTo>
                    <a:pt x="8135593" y="2506909"/>
                  </a:lnTo>
                  <a:lnTo>
                    <a:pt x="8136435" y="2505322"/>
                  </a:lnTo>
                  <a:lnTo>
                    <a:pt x="8137276" y="2503760"/>
                  </a:lnTo>
                  <a:lnTo>
                    <a:pt x="8138117" y="2502255"/>
                  </a:lnTo>
                  <a:lnTo>
                    <a:pt x="8138958" y="2500725"/>
                  </a:lnTo>
                  <a:lnTo>
                    <a:pt x="8139799" y="2499276"/>
                  </a:lnTo>
                  <a:lnTo>
                    <a:pt x="8140641" y="2498062"/>
                  </a:lnTo>
                  <a:lnTo>
                    <a:pt x="8141482" y="2496929"/>
                  </a:lnTo>
                  <a:lnTo>
                    <a:pt x="8142323" y="2495796"/>
                  </a:lnTo>
                  <a:lnTo>
                    <a:pt x="8143164" y="2494662"/>
                  </a:lnTo>
                  <a:lnTo>
                    <a:pt x="8144005" y="2493562"/>
                  </a:lnTo>
                  <a:lnTo>
                    <a:pt x="8144847" y="2492590"/>
                  </a:lnTo>
                  <a:lnTo>
                    <a:pt x="8145688" y="2492113"/>
                  </a:lnTo>
                  <a:lnTo>
                    <a:pt x="8146529" y="2491838"/>
                  </a:lnTo>
                  <a:lnTo>
                    <a:pt x="8147370" y="2491692"/>
                  </a:lnTo>
                  <a:lnTo>
                    <a:pt x="8148211" y="2491692"/>
                  </a:lnTo>
                  <a:lnTo>
                    <a:pt x="8149053" y="2491862"/>
                  </a:lnTo>
                  <a:lnTo>
                    <a:pt x="8149894" y="2492202"/>
                  </a:lnTo>
                  <a:lnTo>
                    <a:pt x="8150735" y="2492615"/>
                  </a:lnTo>
                  <a:lnTo>
                    <a:pt x="8151576" y="2493230"/>
                  </a:lnTo>
                  <a:lnTo>
                    <a:pt x="8152417" y="2493870"/>
                  </a:lnTo>
                  <a:lnTo>
                    <a:pt x="8153259" y="2494625"/>
                  </a:lnTo>
                  <a:lnTo>
                    <a:pt x="8154100" y="2495381"/>
                  </a:lnTo>
                  <a:lnTo>
                    <a:pt x="8154941" y="2496209"/>
                  </a:lnTo>
                  <a:lnTo>
                    <a:pt x="8155782" y="2497097"/>
                  </a:lnTo>
                  <a:lnTo>
                    <a:pt x="8156623" y="2498025"/>
                  </a:lnTo>
                  <a:lnTo>
                    <a:pt x="8157465" y="2499179"/>
                  </a:lnTo>
                  <a:lnTo>
                    <a:pt x="8158306" y="2500585"/>
                  </a:lnTo>
                  <a:lnTo>
                    <a:pt x="8159147" y="2502014"/>
                  </a:lnTo>
                  <a:lnTo>
                    <a:pt x="8159988" y="2503657"/>
                  </a:lnTo>
                  <a:lnTo>
                    <a:pt x="8160829" y="2505370"/>
                  </a:lnTo>
                  <a:lnTo>
                    <a:pt x="8161671" y="2507162"/>
                  </a:lnTo>
                  <a:lnTo>
                    <a:pt x="8162512" y="2509117"/>
                  </a:lnTo>
                  <a:lnTo>
                    <a:pt x="8163353" y="2510919"/>
                  </a:lnTo>
                  <a:lnTo>
                    <a:pt x="8164194" y="2512651"/>
                  </a:lnTo>
                  <a:lnTo>
                    <a:pt x="8165035" y="2515047"/>
                  </a:lnTo>
                  <a:lnTo>
                    <a:pt x="8165877" y="2517605"/>
                  </a:lnTo>
                  <a:lnTo>
                    <a:pt x="8166718" y="2520359"/>
                  </a:lnTo>
                  <a:lnTo>
                    <a:pt x="8167559" y="2523386"/>
                  </a:lnTo>
                  <a:lnTo>
                    <a:pt x="8168400" y="2526464"/>
                  </a:lnTo>
                  <a:lnTo>
                    <a:pt x="8169241" y="2529681"/>
                  </a:lnTo>
                  <a:lnTo>
                    <a:pt x="8170083" y="2533060"/>
                  </a:lnTo>
                  <a:lnTo>
                    <a:pt x="8170924" y="2536416"/>
                  </a:lnTo>
                  <a:lnTo>
                    <a:pt x="8171765" y="2540268"/>
                  </a:lnTo>
                  <a:lnTo>
                    <a:pt x="8172606" y="2544121"/>
                  </a:lnTo>
                  <a:lnTo>
                    <a:pt x="8173447" y="2548651"/>
                  </a:lnTo>
                  <a:lnTo>
                    <a:pt x="8174289" y="2553061"/>
                  </a:lnTo>
                  <a:lnTo>
                    <a:pt x="8175130" y="2557266"/>
                  </a:lnTo>
                  <a:lnTo>
                    <a:pt x="8175971" y="2561105"/>
                  </a:lnTo>
                  <a:lnTo>
                    <a:pt x="8176812" y="2564367"/>
                  </a:lnTo>
                  <a:lnTo>
                    <a:pt x="8177653" y="2566755"/>
                  </a:lnTo>
                  <a:lnTo>
                    <a:pt x="8178495" y="2568276"/>
                  </a:lnTo>
                  <a:lnTo>
                    <a:pt x="8179336" y="2569612"/>
                  </a:lnTo>
                  <a:lnTo>
                    <a:pt x="8180177" y="2570405"/>
                  </a:lnTo>
                  <a:lnTo>
                    <a:pt x="8181018" y="2570891"/>
                  </a:lnTo>
                  <a:lnTo>
                    <a:pt x="8181859" y="2571053"/>
                  </a:lnTo>
                  <a:lnTo>
                    <a:pt x="8182701" y="2570713"/>
                  </a:lnTo>
                  <a:lnTo>
                    <a:pt x="8183542" y="2569879"/>
                  </a:lnTo>
                  <a:lnTo>
                    <a:pt x="8184383" y="2568576"/>
                  </a:lnTo>
                  <a:lnTo>
                    <a:pt x="8185224" y="2567536"/>
                  </a:lnTo>
                  <a:lnTo>
                    <a:pt x="8186066" y="2566148"/>
                  </a:lnTo>
                  <a:lnTo>
                    <a:pt x="8186907" y="2564733"/>
                  </a:lnTo>
                  <a:lnTo>
                    <a:pt x="8187748" y="2563649"/>
                  </a:lnTo>
                  <a:lnTo>
                    <a:pt x="8188589" y="2562769"/>
                  </a:lnTo>
                  <a:lnTo>
                    <a:pt x="8189430" y="2561866"/>
                  </a:lnTo>
                  <a:lnTo>
                    <a:pt x="8190272" y="2560969"/>
                  </a:lnTo>
                  <a:lnTo>
                    <a:pt x="8191113" y="2560078"/>
                  </a:lnTo>
                  <a:lnTo>
                    <a:pt x="8191954" y="2558917"/>
                  </a:lnTo>
                  <a:lnTo>
                    <a:pt x="8192795" y="2557563"/>
                  </a:lnTo>
                  <a:lnTo>
                    <a:pt x="8193636" y="2556302"/>
                  </a:lnTo>
                  <a:lnTo>
                    <a:pt x="8194478" y="2555006"/>
                  </a:lnTo>
                  <a:lnTo>
                    <a:pt x="8195319" y="2553519"/>
                  </a:lnTo>
                  <a:lnTo>
                    <a:pt x="8196160" y="2551995"/>
                  </a:lnTo>
                  <a:lnTo>
                    <a:pt x="8197001" y="2550318"/>
                  </a:lnTo>
                  <a:lnTo>
                    <a:pt x="8197842" y="2548534"/>
                  </a:lnTo>
                  <a:lnTo>
                    <a:pt x="8198684" y="2546712"/>
                  </a:lnTo>
                  <a:lnTo>
                    <a:pt x="8199525" y="2544722"/>
                  </a:lnTo>
                  <a:lnTo>
                    <a:pt x="8200366" y="2542723"/>
                  </a:lnTo>
                  <a:lnTo>
                    <a:pt x="8201207" y="2540884"/>
                  </a:lnTo>
                  <a:lnTo>
                    <a:pt x="8202048" y="2539220"/>
                  </a:lnTo>
                  <a:lnTo>
                    <a:pt x="8202890" y="2537672"/>
                  </a:lnTo>
                  <a:lnTo>
                    <a:pt x="8203731" y="2536431"/>
                  </a:lnTo>
                  <a:lnTo>
                    <a:pt x="8204572" y="2535174"/>
                  </a:lnTo>
                  <a:lnTo>
                    <a:pt x="8205413" y="2534015"/>
                  </a:lnTo>
                  <a:lnTo>
                    <a:pt x="8206254" y="2532793"/>
                  </a:lnTo>
                  <a:lnTo>
                    <a:pt x="8207096" y="2531663"/>
                  </a:lnTo>
                  <a:lnTo>
                    <a:pt x="8207937" y="2530970"/>
                  </a:lnTo>
                  <a:lnTo>
                    <a:pt x="8208778" y="2530726"/>
                  </a:lnTo>
                  <a:lnTo>
                    <a:pt x="8209619" y="2530704"/>
                  </a:lnTo>
                  <a:lnTo>
                    <a:pt x="8210460" y="2531000"/>
                  </a:lnTo>
                  <a:lnTo>
                    <a:pt x="8211302" y="2531380"/>
                  </a:lnTo>
                  <a:lnTo>
                    <a:pt x="8212143" y="2531717"/>
                  </a:lnTo>
                  <a:lnTo>
                    <a:pt x="8212984" y="2532058"/>
                  </a:lnTo>
                  <a:lnTo>
                    <a:pt x="8213825" y="2532728"/>
                  </a:lnTo>
                  <a:lnTo>
                    <a:pt x="8214666" y="2533519"/>
                  </a:lnTo>
                  <a:lnTo>
                    <a:pt x="8215508" y="2534443"/>
                  </a:lnTo>
                  <a:lnTo>
                    <a:pt x="8216349" y="2535747"/>
                  </a:lnTo>
                  <a:lnTo>
                    <a:pt x="8217190" y="2537372"/>
                  </a:lnTo>
                  <a:lnTo>
                    <a:pt x="8218031" y="2539209"/>
                  </a:lnTo>
                  <a:lnTo>
                    <a:pt x="8218872" y="2541237"/>
                  </a:lnTo>
                  <a:lnTo>
                    <a:pt x="8219714" y="2543267"/>
                  </a:lnTo>
                  <a:lnTo>
                    <a:pt x="8220555" y="2544998"/>
                  </a:lnTo>
                  <a:lnTo>
                    <a:pt x="8221396" y="2546576"/>
                  </a:lnTo>
                  <a:lnTo>
                    <a:pt x="8222237" y="2547888"/>
                  </a:lnTo>
                  <a:lnTo>
                    <a:pt x="8223078" y="2549343"/>
                  </a:lnTo>
                  <a:lnTo>
                    <a:pt x="8223920" y="2550854"/>
                  </a:lnTo>
                  <a:lnTo>
                    <a:pt x="8224761" y="2552431"/>
                  </a:lnTo>
                  <a:lnTo>
                    <a:pt x="8225602" y="2554008"/>
                  </a:lnTo>
                  <a:lnTo>
                    <a:pt x="8226443" y="2555279"/>
                  </a:lnTo>
                  <a:lnTo>
                    <a:pt x="8227284" y="2556333"/>
                  </a:lnTo>
                  <a:lnTo>
                    <a:pt x="8228126" y="2557454"/>
                  </a:lnTo>
                  <a:lnTo>
                    <a:pt x="8228967" y="2558406"/>
                  </a:lnTo>
                  <a:lnTo>
                    <a:pt x="8229808" y="2559318"/>
                  </a:lnTo>
                  <a:lnTo>
                    <a:pt x="8230649" y="2560155"/>
                  </a:lnTo>
                  <a:lnTo>
                    <a:pt x="8231490" y="2561032"/>
                  </a:lnTo>
                  <a:lnTo>
                    <a:pt x="8232332" y="2561820"/>
                  </a:lnTo>
                  <a:lnTo>
                    <a:pt x="8233173" y="2562430"/>
                  </a:lnTo>
                  <a:lnTo>
                    <a:pt x="8234014" y="2563149"/>
                  </a:lnTo>
                  <a:lnTo>
                    <a:pt x="8234855" y="2563946"/>
                  </a:lnTo>
                  <a:lnTo>
                    <a:pt x="8235696" y="2564989"/>
                  </a:lnTo>
                  <a:lnTo>
                    <a:pt x="8236538" y="2566383"/>
                  </a:lnTo>
                  <a:lnTo>
                    <a:pt x="8237379" y="2567712"/>
                  </a:lnTo>
                  <a:lnTo>
                    <a:pt x="8238220" y="2569040"/>
                  </a:lnTo>
                  <a:lnTo>
                    <a:pt x="8239061" y="2570472"/>
                  </a:lnTo>
                  <a:lnTo>
                    <a:pt x="8239902" y="2572003"/>
                  </a:lnTo>
                  <a:lnTo>
                    <a:pt x="8240744" y="2573428"/>
                  </a:lnTo>
                  <a:lnTo>
                    <a:pt x="8241585" y="2574712"/>
                  </a:lnTo>
                  <a:lnTo>
                    <a:pt x="8242426" y="2576169"/>
                  </a:lnTo>
                  <a:lnTo>
                    <a:pt x="8243267" y="2577439"/>
                  </a:lnTo>
                  <a:lnTo>
                    <a:pt x="8244108" y="2578572"/>
                  </a:lnTo>
                  <a:lnTo>
                    <a:pt x="8244950" y="2579706"/>
                  </a:lnTo>
                  <a:lnTo>
                    <a:pt x="8245368" y="2772243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93156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93198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87144" y="397479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3"/>
            <p:cNvSpPr/>
            <p:nvPr/>
          </p:nvSpPr>
          <p:spPr>
            <a:xfrm>
              <a:off x="311199" y="2674679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311199" y="196777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11199" y="126086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311199" y="553960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17" name="pl17"/>
            <p:cNvSpPr/>
            <p:nvPr/>
          </p:nvSpPr>
          <p:spPr>
            <a:xfrm>
              <a:off x="552350" y="27184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2350" y="201156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2350" y="13046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2350" y="5977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87144" y="3231162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62798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365804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468810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7571816" y="32311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 rot="-5400000">
              <a:off x="96391" y="1763399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587144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587144" y="3520461"/>
              <a:ext cx="8411350" cy="283368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69282" y="3520461"/>
              <a:ext cx="8245592" cy="2833682"/>
            </a:xfrm>
            <a:custGeom>
              <a:avLst/>
              <a:pathLst>
                <a:path w="8245592" h="2833682">
                  <a:moveTo>
                    <a:pt x="0" y="2833682"/>
                  </a:moveTo>
                  <a:lnTo>
                    <a:pt x="468" y="2604844"/>
                  </a:lnTo>
                  <a:lnTo>
                    <a:pt x="1310" y="2604921"/>
                  </a:lnTo>
                  <a:lnTo>
                    <a:pt x="2151" y="2604716"/>
                  </a:lnTo>
                  <a:lnTo>
                    <a:pt x="2992" y="2604361"/>
                  </a:lnTo>
                  <a:lnTo>
                    <a:pt x="3833" y="2603870"/>
                  </a:lnTo>
                  <a:lnTo>
                    <a:pt x="4674" y="2603261"/>
                  </a:lnTo>
                  <a:lnTo>
                    <a:pt x="5516" y="2602539"/>
                  </a:lnTo>
                  <a:lnTo>
                    <a:pt x="6357" y="2601816"/>
                  </a:lnTo>
                  <a:lnTo>
                    <a:pt x="7198" y="2601147"/>
                  </a:lnTo>
                  <a:lnTo>
                    <a:pt x="8039" y="2600513"/>
                  </a:lnTo>
                  <a:lnTo>
                    <a:pt x="8880" y="2599830"/>
                  </a:lnTo>
                  <a:lnTo>
                    <a:pt x="9722" y="2599234"/>
                  </a:lnTo>
                  <a:lnTo>
                    <a:pt x="10563" y="2598542"/>
                  </a:lnTo>
                  <a:lnTo>
                    <a:pt x="11404" y="2597845"/>
                  </a:lnTo>
                  <a:lnTo>
                    <a:pt x="12245" y="2597023"/>
                  </a:lnTo>
                  <a:lnTo>
                    <a:pt x="13086" y="2596204"/>
                  </a:lnTo>
                  <a:lnTo>
                    <a:pt x="13928" y="2595635"/>
                  </a:lnTo>
                  <a:lnTo>
                    <a:pt x="14769" y="2595292"/>
                  </a:lnTo>
                  <a:lnTo>
                    <a:pt x="15610" y="2595098"/>
                  </a:lnTo>
                  <a:lnTo>
                    <a:pt x="16451" y="2594904"/>
                  </a:lnTo>
                  <a:lnTo>
                    <a:pt x="17292" y="2594725"/>
                  </a:lnTo>
                  <a:lnTo>
                    <a:pt x="18134" y="2594811"/>
                  </a:lnTo>
                  <a:lnTo>
                    <a:pt x="18975" y="2594870"/>
                  </a:lnTo>
                  <a:lnTo>
                    <a:pt x="19816" y="2594868"/>
                  </a:lnTo>
                  <a:lnTo>
                    <a:pt x="20657" y="2594866"/>
                  </a:lnTo>
                  <a:lnTo>
                    <a:pt x="21498" y="2594912"/>
                  </a:lnTo>
                  <a:lnTo>
                    <a:pt x="22340" y="2594899"/>
                  </a:lnTo>
                  <a:lnTo>
                    <a:pt x="23181" y="2595033"/>
                  </a:lnTo>
                  <a:lnTo>
                    <a:pt x="24022" y="2594879"/>
                  </a:lnTo>
                  <a:lnTo>
                    <a:pt x="24863" y="2594851"/>
                  </a:lnTo>
                  <a:lnTo>
                    <a:pt x="25704" y="2594950"/>
                  </a:lnTo>
                  <a:lnTo>
                    <a:pt x="26546" y="2595315"/>
                  </a:lnTo>
                  <a:lnTo>
                    <a:pt x="27387" y="2596103"/>
                  </a:lnTo>
                  <a:lnTo>
                    <a:pt x="28228" y="2596855"/>
                  </a:lnTo>
                  <a:lnTo>
                    <a:pt x="29069" y="2597962"/>
                  </a:lnTo>
                  <a:lnTo>
                    <a:pt x="29910" y="2598780"/>
                  </a:lnTo>
                  <a:lnTo>
                    <a:pt x="30752" y="2598986"/>
                  </a:lnTo>
                  <a:lnTo>
                    <a:pt x="31593" y="2598818"/>
                  </a:lnTo>
                  <a:lnTo>
                    <a:pt x="32434" y="2598735"/>
                  </a:lnTo>
                  <a:lnTo>
                    <a:pt x="33275" y="2598639"/>
                  </a:lnTo>
                  <a:lnTo>
                    <a:pt x="34116" y="2598535"/>
                  </a:lnTo>
                  <a:lnTo>
                    <a:pt x="34958" y="2598720"/>
                  </a:lnTo>
                  <a:lnTo>
                    <a:pt x="35799" y="2599072"/>
                  </a:lnTo>
                  <a:lnTo>
                    <a:pt x="36640" y="2599429"/>
                  </a:lnTo>
                  <a:lnTo>
                    <a:pt x="37481" y="2599503"/>
                  </a:lnTo>
                  <a:lnTo>
                    <a:pt x="38322" y="2599126"/>
                  </a:lnTo>
                  <a:lnTo>
                    <a:pt x="39164" y="2598481"/>
                  </a:lnTo>
                  <a:lnTo>
                    <a:pt x="40005" y="2597732"/>
                  </a:lnTo>
                  <a:lnTo>
                    <a:pt x="40846" y="2596741"/>
                  </a:lnTo>
                  <a:lnTo>
                    <a:pt x="41687" y="2595450"/>
                  </a:lnTo>
                  <a:lnTo>
                    <a:pt x="42528" y="2594597"/>
                  </a:lnTo>
                  <a:lnTo>
                    <a:pt x="43370" y="2593890"/>
                  </a:lnTo>
                  <a:lnTo>
                    <a:pt x="44211" y="2593092"/>
                  </a:lnTo>
                  <a:lnTo>
                    <a:pt x="45052" y="2592597"/>
                  </a:lnTo>
                  <a:lnTo>
                    <a:pt x="45893" y="2592282"/>
                  </a:lnTo>
                  <a:lnTo>
                    <a:pt x="46735" y="2591614"/>
                  </a:lnTo>
                  <a:lnTo>
                    <a:pt x="47576" y="2590839"/>
                  </a:lnTo>
                  <a:lnTo>
                    <a:pt x="48417" y="2590132"/>
                  </a:lnTo>
                  <a:lnTo>
                    <a:pt x="49258" y="2589639"/>
                  </a:lnTo>
                  <a:lnTo>
                    <a:pt x="50099" y="2589540"/>
                  </a:lnTo>
                  <a:lnTo>
                    <a:pt x="50941" y="2589297"/>
                  </a:lnTo>
                  <a:lnTo>
                    <a:pt x="51782" y="2589297"/>
                  </a:lnTo>
                  <a:lnTo>
                    <a:pt x="52623" y="2589023"/>
                  </a:lnTo>
                  <a:lnTo>
                    <a:pt x="53464" y="2588211"/>
                  </a:lnTo>
                  <a:lnTo>
                    <a:pt x="54305" y="2587253"/>
                  </a:lnTo>
                  <a:lnTo>
                    <a:pt x="55147" y="2586517"/>
                  </a:lnTo>
                  <a:lnTo>
                    <a:pt x="55988" y="2586068"/>
                  </a:lnTo>
                  <a:lnTo>
                    <a:pt x="56829" y="2585666"/>
                  </a:lnTo>
                  <a:lnTo>
                    <a:pt x="57670" y="2585484"/>
                  </a:lnTo>
                  <a:lnTo>
                    <a:pt x="58511" y="2585332"/>
                  </a:lnTo>
                  <a:lnTo>
                    <a:pt x="59353" y="2584876"/>
                  </a:lnTo>
                  <a:lnTo>
                    <a:pt x="60194" y="2583524"/>
                  </a:lnTo>
                  <a:lnTo>
                    <a:pt x="61035" y="2581890"/>
                  </a:lnTo>
                  <a:lnTo>
                    <a:pt x="61876" y="2580188"/>
                  </a:lnTo>
                  <a:lnTo>
                    <a:pt x="62717" y="2578485"/>
                  </a:lnTo>
                  <a:lnTo>
                    <a:pt x="63559" y="2577032"/>
                  </a:lnTo>
                  <a:lnTo>
                    <a:pt x="64400" y="2575733"/>
                  </a:lnTo>
                  <a:lnTo>
                    <a:pt x="65241" y="2574424"/>
                  </a:lnTo>
                  <a:lnTo>
                    <a:pt x="66082" y="2573652"/>
                  </a:lnTo>
                  <a:lnTo>
                    <a:pt x="66923" y="2572965"/>
                  </a:lnTo>
                  <a:lnTo>
                    <a:pt x="67765" y="2571735"/>
                  </a:lnTo>
                  <a:lnTo>
                    <a:pt x="68606" y="2570109"/>
                  </a:lnTo>
                  <a:lnTo>
                    <a:pt x="69447" y="2568393"/>
                  </a:lnTo>
                  <a:lnTo>
                    <a:pt x="70288" y="2566391"/>
                  </a:lnTo>
                  <a:lnTo>
                    <a:pt x="71129" y="2564296"/>
                  </a:lnTo>
                  <a:lnTo>
                    <a:pt x="71971" y="2562231"/>
                  </a:lnTo>
                  <a:lnTo>
                    <a:pt x="72812" y="2560066"/>
                  </a:lnTo>
                  <a:lnTo>
                    <a:pt x="73653" y="2557945"/>
                  </a:lnTo>
                  <a:lnTo>
                    <a:pt x="74494" y="2555774"/>
                  </a:lnTo>
                  <a:lnTo>
                    <a:pt x="75335" y="2553216"/>
                  </a:lnTo>
                  <a:lnTo>
                    <a:pt x="76177" y="2550910"/>
                  </a:lnTo>
                  <a:lnTo>
                    <a:pt x="77018" y="2548620"/>
                  </a:lnTo>
                  <a:lnTo>
                    <a:pt x="77859" y="2546908"/>
                  </a:lnTo>
                  <a:lnTo>
                    <a:pt x="78700" y="2545497"/>
                  </a:lnTo>
                  <a:lnTo>
                    <a:pt x="79541" y="2544566"/>
                  </a:lnTo>
                  <a:lnTo>
                    <a:pt x="80383" y="2544393"/>
                  </a:lnTo>
                  <a:lnTo>
                    <a:pt x="81224" y="2544583"/>
                  </a:lnTo>
                  <a:lnTo>
                    <a:pt x="82065" y="2544878"/>
                  </a:lnTo>
                  <a:lnTo>
                    <a:pt x="82906" y="2545317"/>
                  </a:lnTo>
                  <a:lnTo>
                    <a:pt x="83747" y="2545970"/>
                  </a:lnTo>
                  <a:lnTo>
                    <a:pt x="84589" y="2546771"/>
                  </a:lnTo>
                  <a:lnTo>
                    <a:pt x="85430" y="2547796"/>
                  </a:lnTo>
                  <a:lnTo>
                    <a:pt x="86271" y="2548992"/>
                  </a:lnTo>
                  <a:lnTo>
                    <a:pt x="87112" y="2550240"/>
                  </a:lnTo>
                  <a:lnTo>
                    <a:pt x="87953" y="2551883"/>
                  </a:lnTo>
                  <a:lnTo>
                    <a:pt x="88795" y="2554040"/>
                  </a:lnTo>
                  <a:lnTo>
                    <a:pt x="89636" y="2556205"/>
                  </a:lnTo>
                  <a:lnTo>
                    <a:pt x="90477" y="2557998"/>
                  </a:lnTo>
                  <a:lnTo>
                    <a:pt x="91318" y="2559335"/>
                  </a:lnTo>
                  <a:lnTo>
                    <a:pt x="92159" y="2560170"/>
                  </a:lnTo>
                  <a:lnTo>
                    <a:pt x="93001" y="2560732"/>
                  </a:lnTo>
                  <a:lnTo>
                    <a:pt x="93842" y="2561180"/>
                  </a:lnTo>
                  <a:lnTo>
                    <a:pt x="94683" y="2561621"/>
                  </a:lnTo>
                  <a:lnTo>
                    <a:pt x="95524" y="2561780"/>
                  </a:lnTo>
                  <a:lnTo>
                    <a:pt x="96365" y="2561811"/>
                  </a:lnTo>
                  <a:lnTo>
                    <a:pt x="97207" y="2561750"/>
                  </a:lnTo>
                  <a:lnTo>
                    <a:pt x="98048" y="2561272"/>
                  </a:lnTo>
                  <a:lnTo>
                    <a:pt x="98889" y="2560535"/>
                  </a:lnTo>
                  <a:lnTo>
                    <a:pt x="99730" y="2559775"/>
                  </a:lnTo>
                  <a:lnTo>
                    <a:pt x="100571" y="2558894"/>
                  </a:lnTo>
                  <a:lnTo>
                    <a:pt x="101413" y="2557830"/>
                  </a:lnTo>
                  <a:lnTo>
                    <a:pt x="102254" y="2556501"/>
                  </a:lnTo>
                  <a:lnTo>
                    <a:pt x="103095" y="2555134"/>
                  </a:lnTo>
                  <a:lnTo>
                    <a:pt x="103936" y="2553721"/>
                  </a:lnTo>
                  <a:lnTo>
                    <a:pt x="104777" y="2551997"/>
                  </a:lnTo>
                  <a:lnTo>
                    <a:pt x="105619" y="2550173"/>
                  </a:lnTo>
                  <a:lnTo>
                    <a:pt x="106460" y="2548252"/>
                  </a:lnTo>
                  <a:lnTo>
                    <a:pt x="107301" y="2546292"/>
                  </a:lnTo>
                  <a:lnTo>
                    <a:pt x="108142" y="2544659"/>
                  </a:lnTo>
                  <a:lnTo>
                    <a:pt x="108983" y="2543170"/>
                  </a:lnTo>
                  <a:lnTo>
                    <a:pt x="109825" y="2541736"/>
                  </a:lnTo>
                  <a:lnTo>
                    <a:pt x="110666" y="2540513"/>
                  </a:lnTo>
                  <a:lnTo>
                    <a:pt x="111507" y="2539272"/>
                  </a:lnTo>
                  <a:lnTo>
                    <a:pt x="112348" y="2537939"/>
                  </a:lnTo>
                  <a:lnTo>
                    <a:pt x="113189" y="2536667"/>
                  </a:lnTo>
                  <a:lnTo>
                    <a:pt x="114031" y="2535585"/>
                  </a:lnTo>
                  <a:lnTo>
                    <a:pt x="114872" y="2534473"/>
                  </a:lnTo>
                  <a:lnTo>
                    <a:pt x="115713" y="2533324"/>
                  </a:lnTo>
                  <a:lnTo>
                    <a:pt x="116554" y="2532132"/>
                  </a:lnTo>
                  <a:lnTo>
                    <a:pt x="117396" y="2531001"/>
                  </a:lnTo>
                  <a:lnTo>
                    <a:pt x="118237" y="2529870"/>
                  </a:lnTo>
                  <a:lnTo>
                    <a:pt x="119078" y="2529212"/>
                  </a:lnTo>
                  <a:lnTo>
                    <a:pt x="119919" y="2528528"/>
                  </a:lnTo>
                  <a:lnTo>
                    <a:pt x="120760" y="2527637"/>
                  </a:lnTo>
                  <a:lnTo>
                    <a:pt x="121602" y="2526580"/>
                  </a:lnTo>
                  <a:lnTo>
                    <a:pt x="122443" y="2525397"/>
                  </a:lnTo>
                  <a:lnTo>
                    <a:pt x="123284" y="2524298"/>
                  </a:lnTo>
                  <a:lnTo>
                    <a:pt x="124125" y="2523173"/>
                  </a:lnTo>
                  <a:lnTo>
                    <a:pt x="124966" y="2522011"/>
                  </a:lnTo>
                  <a:lnTo>
                    <a:pt x="125808" y="2521115"/>
                  </a:lnTo>
                  <a:lnTo>
                    <a:pt x="126649" y="2520440"/>
                  </a:lnTo>
                  <a:lnTo>
                    <a:pt x="127490" y="2519870"/>
                  </a:lnTo>
                  <a:lnTo>
                    <a:pt x="128331" y="2519200"/>
                  </a:lnTo>
                  <a:lnTo>
                    <a:pt x="129172" y="2518708"/>
                  </a:lnTo>
                  <a:lnTo>
                    <a:pt x="130014" y="2518265"/>
                  </a:lnTo>
                  <a:lnTo>
                    <a:pt x="130855" y="2517955"/>
                  </a:lnTo>
                  <a:lnTo>
                    <a:pt x="131696" y="2517932"/>
                  </a:lnTo>
                  <a:lnTo>
                    <a:pt x="132537" y="2518308"/>
                  </a:lnTo>
                  <a:lnTo>
                    <a:pt x="133378" y="2518343"/>
                  </a:lnTo>
                  <a:lnTo>
                    <a:pt x="134220" y="2518582"/>
                  </a:lnTo>
                  <a:lnTo>
                    <a:pt x="135061" y="2518978"/>
                  </a:lnTo>
                  <a:lnTo>
                    <a:pt x="135902" y="2519425"/>
                  </a:lnTo>
                  <a:lnTo>
                    <a:pt x="136743" y="2520034"/>
                  </a:lnTo>
                  <a:lnTo>
                    <a:pt x="137584" y="2520944"/>
                  </a:lnTo>
                  <a:lnTo>
                    <a:pt x="138426" y="2522319"/>
                  </a:lnTo>
                  <a:lnTo>
                    <a:pt x="139267" y="2523633"/>
                  </a:lnTo>
                  <a:lnTo>
                    <a:pt x="140108" y="2525175"/>
                  </a:lnTo>
                  <a:lnTo>
                    <a:pt x="140949" y="2526907"/>
                  </a:lnTo>
                  <a:lnTo>
                    <a:pt x="141790" y="2528449"/>
                  </a:lnTo>
                  <a:lnTo>
                    <a:pt x="142632" y="2529900"/>
                  </a:lnTo>
                  <a:lnTo>
                    <a:pt x="143473" y="2531138"/>
                  </a:lnTo>
                  <a:lnTo>
                    <a:pt x="144314" y="2532224"/>
                  </a:lnTo>
                  <a:lnTo>
                    <a:pt x="145155" y="2533075"/>
                  </a:lnTo>
                  <a:lnTo>
                    <a:pt x="145996" y="2534351"/>
                  </a:lnTo>
                  <a:lnTo>
                    <a:pt x="146838" y="2535931"/>
                  </a:lnTo>
                  <a:lnTo>
                    <a:pt x="147679" y="2537686"/>
                  </a:lnTo>
                  <a:lnTo>
                    <a:pt x="148520" y="2539630"/>
                  </a:lnTo>
                  <a:lnTo>
                    <a:pt x="149361" y="2541583"/>
                  </a:lnTo>
                  <a:lnTo>
                    <a:pt x="150202" y="2543307"/>
                  </a:lnTo>
                  <a:lnTo>
                    <a:pt x="151044" y="2544986"/>
                  </a:lnTo>
                  <a:lnTo>
                    <a:pt x="151885" y="2546566"/>
                  </a:lnTo>
                  <a:lnTo>
                    <a:pt x="152726" y="2548320"/>
                  </a:lnTo>
                  <a:lnTo>
                    <a:pt x="153567" y="2550364"/>
                  </a:lnTo>
                  <a:lnTo>
                    <a:pt x="154408" y="2552749"/>
                  </a:lnTo>
                  <a:lnTo>
                    <a:pt x="155250" y="2555552"/>
                  </a:lnTo>
                  <a:lnTo>
                    <a:pt x="156091" y="2558583"/>
                  </a:lnTo>
                  <a:lnTo>
                    <a:pt x="156932" y="2561500"/>
                  </a:lnTo>
                  <a:lnTo>
                    <a:pt x="157773" y="2564219"/>
                  </a:lnTo>
                  <a:lnTo>
                    <a:pt x="158614" y="2566437"/>
                  </a:lnTo>
                  <a:lnTo>
                    <a:pt x="159456" y="2568215"/>
                  </a:lnTo>
                  <a:lnTo>
                    <a:pt x="160297" y="2569901"/>
                  </a:lnTo>
                  <a:lnTo>
                    <a:pt x="161138" y="2571421"/>
                  </a:lnTo>
                  <a:lnTo>
                    <a:pt x="161979" y="2572963"/>
                  </a:lnTo>
                  <a:lnTo>
                    <a:pt x="162820" y="2574725"/>
                  </a:lnTo>
                  <a:lnTo>
                    <a:pt x="163662" y="2576548"/>
                  </a:lnTo>
                  <a:lnTo>
                    <a:pt x="164503" y="2578363"/>
                  </a:lnTo>
                  <a:lnTo>
                    <a:pt x="165344" y="2579265"/>
                  </a:lnTo>
                  <a:lnTo>
                    <a:pt x="166185" y="2580097"/>
                  </a:lnTo>
                  <a:lnTo>
                    <a:pt x="167026" y="2580734"/>
                  </a:lnTo>
                  <a:lnTo>
                    <a:pt x="167868" y="2580890"/>
                  </a:lnTo>
                  <a:lnTo>
                    <a:pt x="168709" y="2581023"/>
                  </a:lnTo>
                  <a:lnTo>
                    <a:pt x="169550" y="2581402"/>
                  </a:lnTo>
                  <a:lnTo>
                    <a:pt x="170391" y="2582062"/>
                  </a:lnTo>
                  <a:lnTo>
                    <a:pt x="171232" y="2582873"/>
                  </a:lnTo>
                  <a:lnTo>
                    <a:pt x="172074" y="2583683"/>
                  </a:lnTo>
                  <a:lnTo>
                    <a:pt x="172915" y="2584299"/>
                  </a:lnTo>
                  <a:lnTo>
                    <a:pt x="173756" y="2584870"/>
                  </a:lnTo>
                  <a:lnTo>
                    <a:pt x="174597" y="2585379"/>
                  </a:lnTo>
                  <a:lnTo>
                    <a:pt x="175438" y="2585722"/>
                  </a:lnTo>
                  <a:lnTo>
                    <a:pt x="176280" y="2585893"/>
                  </a:lnTo>
                  <a:lnTo>
                    <a:pt x="177121" y="2585968"/>
                  </a:lnTo>
                  <a:lnTo>
                    <a:pt x="177962" y="2586070"/>
                  </a:lnTo>
                  <a:lnTo>
                    <a:pt x="178803" y="2586155"/>
                  </a:lnTo>
                  <a:lnTo>
                    <a:pt x="179644" y="2586282"/>
                  </a:lnTo>
                  <a:lnTo>
                    <a:pt x="180486" y="2586542"/>
                  </a:lnTo>
                  <a:lnTo>
                    <a:pt x="181327" y="2586852"/>
                  </a:lnTo>
                  <a:lnTo>
                    <a:pt x="182168" y="2586965"/>
                  </a:lnTo>
                  <a:lnTo>
                    <a:pt x="183009" y="2586716"/>
                  </a:lnTo>
                  <a:lnTo>
                    <a:pt x="183850" y="2586302"/>
                  </a:lnTo>
                  <a:lnTo>
                    <a:pt x="184692" y="2585888"/>
                  </a:lnTo>
                  <a:lnTo>
                    <a:pt x="185533" y="2585611"/>
                  </a:lnTo>
                  <a:lnTo>
                    <a:pt x="186374" y="2585389"/>
                  </a:lnTo>
                  <a:lnTo>
                    <a:pt x="187215" y="2585390"/>
                  </a:lnTo>
                  <a:lnTo>
                    <a:pt x="188057" y="2585567"/>
                  </a:lnTo>
                  <a:lnTo>
                    <a:pt x="188898" y="2585881"/>
                  </a:lnTo>
                  <a:lnTo>
                    <a:pt x="189739" y="2586290"/>
                  </a:lnTo>
                  <a:lnTo>
                    <a:pt x="190580" y="2586630"/>
                  </a:lnTo>
                  <a:lnTo>
                    <a:pt x="191421" y="2586799"/>
                  </a:lnTo>
                  <a:lnTo>
                    <a:pt x="192263" y="2587364"/>
                  </a:lnTo>
                  <a:lnTo>
                    <a:pt x="193104" y="2587863"/>
                  </a:lnTo>
                  <a:lnTo>
                    <a:pt x="193945" y="2588607"/>
                  </a:lnTo>
                  <a:lnTo>
                    <a:pt x="194786" y="2589306"/>
                  </a:lnTo>
                  <a:lnTo>
                    <a:pt x="195627" y="2589968"/>
                  </a:lnTo>
                  <a:lnTo>
                    <a:pt x="196469" y="2590888"/>
                  </a:lnTo>
                  <a:lnTo>
                    <a:pt x="197310" y="2591452"/>
                  </a:lnTo>
                  <a:lnTo>
                    <a:pt x="198151" y="2592290"/>
                  </a:lnTo>
                  <a:lnTo>
                    <a:pt x="198992" y="2593436"/>
                  </a:lnTo>
                  <a:lnTo>
                    <a:pt x="199833" y="2594820"/>
                  </a:lnTo>
                  <a:lnTo>
                    <a:pt x="200675" y="2596186"/>
                  </a:lnTo>
                  <a:lnTo>
                    <a:pt x="201516" y="2597786"/>
                  </a:lnTo>
                  <a:lnTo>
                    <a:pt x="202357" y="2599523"/>
                  </a:lnTo>
                  <a:lnTo>
                    <a:pt x="203198" y="2601298"/>
                  </a:lnTo>
                  <a:lnTo>
                    <a:pt x="204039" y="2603074"/>
                  </a:lnTo>
                  <a:lnTo>
                    <a:pt x="204881" y="2604843"/>
                  </a:lnTo>
                  <a:lnTo>
                    <a:pt x="205722" y="2606729"/>
                  </a:lnTo>
                  <a:lnTo>
                    <a:pt x="206563" y="2608694"/>
                  </a:lnTo>
                  <a:lnTo>
                    <a:pt x="207404" y="2610706"/>
                  </a:lnTo>
                  <a:lnTo>
                    <a:pt x="208245" y="2612571"/>
                  </a:lnTo>
                  <a:lnTo>
                    <a:pt x="209087" y="2614474"/>
                  </a:lnTo>
                  <a:lnTo>
                    <a:pt x="209928" y="2616676"/>
                  </a:lnTo>
                  <a:lnTo>
                    <a:pt x="210769" y="2618441"/>
                  </a:lnTo>
                  <a:lnTo>
                    <a:pt x="211610" y="2620060"/>
                  </a:lnTo>
                  <a:lnTo>
                    <a:pt x="212451" y="2621739"/>
                  </a:lnTo>
                  <a:lnTo>
                    <a:pt x="213293" y="2623070"/>
                  </a:lnTo>
                  <a:lnTo>
                    <a:pt x="214134" y="2623931"/>
                  </a:lnTo>
                  <a:lnTo>
                    <a:pt x="214975" y="2624866"/>
                  </a:lnTo>
                  <a:lnTo>
                    <a:pt x="215816" y="2625352"/>
                  </a:lnTo>
                  <a:lnTo>
                    <a:pt x="216657" y="2625405"/>
                  </a:lnTo>
                  <a:lnTo>
                    <a:pt x="217499" y="2625268"/>
                  </a:lnTo>
                  <a:lnTo>
                    <a:pt x="218340" y="2624592"/>
                  </a:lnTo>
                  <a:lnTo>
                    <a:pt x="219181" y="2623795"/>
                  </a:lnTo>
                  <a:lnTo>
                    <a:pt x="220022" y="2622959"/>
                  </a:lnTo>
                  <a:lnTo>
                    <a:pt x="220863" y="2622351"/>
                  </a:lnTo>
                  <a:lnTo>
                    <a:pt x="221705" y="2622237"/>
                  </a:lnTo>
                  <a:lnTo>
                    <a:pt x="222546" y="2622040"/>
                  </a:lnTo>
                  <a:lnTo>
                    <a:pt x="223387" y="2621971"/>
                  </a:lnTo>
                  <a:lnTo>
                    <a:pt x="224228" y="2621964"/>
                  </a:lnTo>
                  <a:lnTo>
                    <a:pt x="225069" y="2622108"/>
                  </a:lnTo>
                  <a:lnTo>
                    <a:pt x="225911" y="2622177"/>
                  </a:lnTo>
                  <a:lnTo>
                    <a:pt x="226752" y="2622397"/>
                  </a:lnTo>
                  <a:lnTo>
                    <a:pt x="227593" y="2623081"/>
                  </a:lnTo>
                  <a:lnTo>
                    <a:pt x="228434" y="2624235"/>
                  </a:lnTo>
                  <a:lnTo>
                    <a:pt x="229275" y="2625853"/>
                  </a:lnTo>
                  <a:lnTo>
                    <a:pt x="230117" y="2627547"/>
                  </a:lnTo>
                  <a:lnTo>
                    <a:pt x="230958" y="2629469"/>
                  </a:lnTo>
                  <a:lnTo>
                    <a:pt x="231799" y="2631360"/>
                  </a:lnTo>
                  <a:lnTo>
                    <a:pt x="232640" y="2632956"/>
                  </a:lnTo>
                  <a:lnTo>
                    <a:pt x="233481" y="2634574"/>
                  </a:lnTo>
                  <a:lnTo>
                    <a:pt x="234323" y="2635698"/>
                  </a:lnTo>
                  <a:lnTo>
                    <a:pt x="235164" y="2636883"/>
                  </a:lnTo>
                  <a:lnTo>
                    <a:pt x="236005" y="2638357"/>
                  </a:lnTo>
                  <a:lnTo>
                    <a:pt x="236846" y="2639959"/>
                  </a:lnTo>
                  <a:lnTo>
                    <a:pt x="237687" y="2641501"/>
                  </a:lnTo>
                  <a:lnTo>
                    <a:pt x="238529" y="2643249"/>
                  </a:lnTo>
                  <a:lnTo>
                    <a:pt x="239370" y="2645504"/>
                  </a:lnTo>
                  <a:lnTo>
                    <a:pt x="240211" y="2647805"/>
                  </a:lnTo>
                  <a:lnTo>
                    <a:pt x="241052" y="2650324"/>
                  </a:lnTo>
                  <a:lnTo>
                    <a:pt x="241893" y="2652830"/>
                  </a:lnTo>
                  <a:lnTo>
                    <a:pt x="242735" y="2655250"/>
                  </a:lnTo>
                  <a:lnTo>
                    <a:pt x="243576" y="2657907"/>
                  </a:lnTo>
                  <a:lnTo>
                    <a:pt x="244417" y="2660496"/>
                  </a:lnTo>
                  <a:lnTo>
                    <a:pt x="245258" y="2663125"/>
                  </a:lnTo>
                  <a:lnTo>
                    <a:pt x="246099" y="2665486"/>
                  </a:lnTo>
                  <a:lnTo>
                    <a:pt x="246941" y="2667930"/>
                  </a:lnTo>
                  <a:lnTo>
                    <a:pt x="247782" y="2670302"/>
                  </a:lnTo>
                  <a:lnTo>
                    <a:pt x="248623" y="2672078"/>
                  </a:lnTo>
                  <a:lnTo>
                    <a:pt x="249464" y="2673523"/>
                  </a:lnTo>
                  <a:lnTo>
                    <a:pt x="250305" y="2674873"/>
                  </a:lnTo>
                  <a:lnTo>
                    <a:pt x="251147" y="2676078"/>
                  </a:lnTo>
                  <a:lnTo>
                    <a:pt x="251988" y="2677099"/>
                  </a:lnTo>
                  <a:lnTo>
                    <a:pt x="252829" y="2677852"/>
                  </a:lnTo>
                  <a:lnTo>
                    <a:pt x="253670" y="2678258"/>
                  </a:lnTo>
                  <a:lnTo>
                    <a:pt x="254511" y="2678251"/>
                  </a:lnTo>
                  <a:lnTo>
                    <a:pt x="255353" y="2678440"/>
                  </a:lnTo>
                  <a:lnTo>
                    <a:pt x="256194" y="2678448"/>
                  </a:lnTo>
                  <a:lnTo>
                    <a:pt x="257035" y="2678592"/>
                  </a:lnTo>
                  <a:lnTo>
                    <a:pt x="257876" y="2678744"/>
                  </a:lnTo>
                  <a:lnTo>
                    <a:pt x="258718" y="2678866"/>
                  </a:lnTo>
                  <a:lnTo>
                    <a:pt x="259559" y="2678866"/>
                  </a:lnTo>
                  <a:lnTo>
                    <a:pt x="260400" y="2678957"/>
                  </a:lnTo>
                  <a:lnTo>
                    <a:pt x="261241" y="2679238"/>
                  </a:lnTo>
                  <a:lnTo>
                    <a:pt x="262082" y="2679572"/>
                  </a:lnTo>
                  <a:lnTo>
                    <a:pt x="262924" y="2680043"/>
                  </a:lnTo>
                  <a:lnTo>
                    <a:pt x="263765" y="2680795"/>
                  </a:lnTo>
                  <a:lnTo>
                    <a:pt x="264606" y="2681547"/>
                  </a:lnTo>
                  <a:lnTo>
                    <a:pt x="265447" y="2682368"/>
                  </a:lnTo>
                  <a:lnTo>
                    <a:pt x="266288" y="2683477"/>
                  </a:lnTo>
                  <a:lnTo>
                    <a:pt x="267130" y="2684692"/>
                  </a:lnTo>
                  <a:lnTo>
                    <a:pt x="267971" y="2685908"/>
                  </a:lnTo>
                  <a:lnTo>
                    <a:pt x="268812" y="2687244"/>
                  </a:lnTo>
                  <a:lnTo>
                    <a:pt x="269653" y="2688764"/>
                  </a:lnTo>
                  <a:lnTo>
                    <a:pt x="270494" y="2690412"/>
                  </a:lnTo>
                  <a:lnTo>
                    <a:pt x="271336" y="2692083"/>
                  </a:lnTo>
                  <a:lnTo>
                    <a:pt x="272177" y="2693800"/>
                  </a:lnTo>
                  <a:lnTo>
                    <a:pt x="273018" y="2695760"/>
                  </a:lnTo>
                  <a:lnTo>
                    <a:pt x="273859" y="2697583"/>
                  </a:lnTo>
                  <a:lnTo>
                    <a:pt x="274700" y="2699376"/>
                  </a:lnTo>
                  <a:lnTo>
                    <a:pt x="275542" y="2700789"/>
                  </a:lnTo>
                  <a:lnTo>
                    <a:pt x="276383" y="2701860"/>
                  </a:lnTo>
                  <a:lnTo>
                    <a:pt x="277224" y="2702923"/>
                  </a:lnTo>
                  <a:lnTo>
                    <a:pt x="278065" y="2703630"/>
                  </a:lnTo>
                  <a:lnTo>
                    <a:pt x="278906" y="2704093"/>
                  </a:lnTo>
                  <a:lnTo>
                    <a:pt x="279748" y="2704549"/>
                  </a:lnTo>
                  <a:lnTo>
                    <a:pt x="280589" y="2704959"/>
                  </a:lnTo>
                  <a:lnTo>
                    <a:pt x="281430" y="2705293"/>
                  </a:lnTo>
                  <a:lnTo>
                    <a:pt x="282271" y="2705437"/>
                  </a:lnTo>
                  <a:lnTo>
                    <a:pt x="283112" y="2705483"/>
                  </a:lnTo>
                  <a:lnTo>
                    <a:pt x="283954" y="2705559"/>
                  </a:lnTo>
                  <a:lnTo>
                    <a:pt x="284795" y="2705643"/>
                  </a:lnTo>
                  <a:lnTo>
                    <a:pt x="285636" y="2705506"/>
                  </a:lnTo>
                  <a:lnTo>
                    <a:pt x="286477" y="2705506"/>
                  </a:lnTo>
                  <a:lnTo>
                    <a:pt x="287318" y="2705139"/>
                  </a:lnTo>
                  <a:lnTo>
                    <a:pt x="288160" y="2705088"/>
                  </a:lnTo>
                  <a:lnTo>
                    <a:pt x="289001" y="2705270"/>
                  </a:lnTo>
                  <a:lnTo>
                    <a:pt x="289842" y="2705552"/>
                  </a:lnTo>
                  <a:lnTo>
                    <a:pt x="290683" y="2706050"/>
                  </a:lnTo>
                  <a:lnTo>
                    <a:pt x="291524" y="2706687"/>
                  </a:lnTo>
                  <a:lnTo>
                    <a:pt x="292366" y="2707357"/>
                  </a:lnTo>
                  <a:lnTo>
                    <a:pt x="293207" y="2707914"/>
                  </a:lnTo>
                  <a:lnTo>
                    <a:pt x="294048" y="2708070"/>
                  </a:lnTo>
                  <a:lnTo>
                    <a:pt x="294889" y="2707990"/>
                  </a:lnTo>
                  <a:lnTo>
                    <a:pt x="295730" y="2707561"/>
                  </a:lnTo>
                  <a:lnTo>
                    <a:pt x="296572" y="2706910"/>
                  </a:lnTo>
                  <a:lnTo>
                    <a:pt x="297413" y="2706264"/>
                  </a:lnTo>
                  <a:lnTo>
                    <a:pt x="298254" y="2705742"/>
                  </a:lnTo>
                  <a:lnTo>
                    <a:pt x="299095" y="2705221"/>
                  </a:lnTo>
                  <a:lnTo>
                    <a:pt x="299936" y="2704790"/>
                  </a:lnTo>
                  <a:lnTo>
                    <a:pt x="300778" y="2704280"/>
                  </a:lnTo>
                  <a:lnTo>
                    <a:pt x="301619" y="2704166"/>
                  </a:lnTo>
                  <a:lnTo>
                    <a:pt x="302460" y="2704211"/>
                  </a:lnTo>
                  <a:lnTo>
                    <a:pt x="303301" y="2703817"/>
                  </a:lnTo>
                  <a:lnTo>
                    <a:pt x="304142" y="2703151"/>
                  </a:lnTo>
                  <a:lnTo>
                    <a:pt x="304984" y="2702421"/>
                  </a:lnTo>
                  <a:lnTo>
                    <a:pt x="305825" y="2701741"/>
                  </a:lnTo>
                  <a:lnTo>
                    <a:pt x="306666" y="2701428"/>
                  </a:lnTo>
                  <a:lnTo>
                    <a:pt x="307507" y="2701138"/>
                  </a:lnTo>
                  <a:lnTo>
                    <a:pt x="308348" y="2701095"/>
                  </a:lnTo>
                  <a:lnTo>
                    <a:pt x="309190" y="2701060"/>
                  </a:lnTo>
                  <a:lnTo>
                    <a:pt x="310031" y="2701007"/>
                  </a:lnTo>
                  <a:lnTo>
                    <a:pt x="310872" y="2700945"/>
                  </a:lnTo>
                  <a:lnTo>
                    <a:pt x="311713" y="2700956"/>
                  </a:lnTo>
                  <a:lnTo>
                    <a:pt x="312554" y="2700823"/>
                  </a:lnTo>
                  <a:lnTo>
                    <a:pt x="313396" y="2700682"/>
                  </a:lnTo>
                  <a:lnTo>
                    <a:pt x="314237" y="2700541"/>
                  </a:lnTo>
                  <a:lnTo>
                    <a:pt x="315078" y="2700675"/>
                  </a:lnTo>
                  <a:lnTo>
                    <a:pt x="315919" y="2701149"/>
                  </a:lnTo>
                  <a:lnTo>
                    <a:pt x="316760" y="2701407"/>
                  </a:lnTo>
                  <a:lnTo>
                    <a:pt x="317602" y="2701582"/>
                  </a:lnTo>
                  <a:lnTo>
                    <a:pt x="318443" y="2701863"/>
                  </a:lnTo>
                  <a:lnTo>
                    <a:pt x="319284" y="2702060"/>
                  </a:lnTo>
                  <a:lnTo>
                    <a:pt x="320125" y="2702212"/>
                  </a:lnTo>
                  <a:lnTo>
                    <a:pt x="320966" y="2701931"/>
                  </a:lnTo>
                  <a:lnTo>
                    <a:pt x="321808" y="2701628"/>
                  </a:lnTo>
                  <a:lnTo>
                    <a:pt x="322649" y="2701324"/>
                  </a:lnTo>
                  <a:lnTo>
                    <a:pt x="323490" y="2700708"/>
                  </a:lnTo>
                  <a:lnTo>
                    <a:pt x="324331" y="2700290"/>
                  </a:lnTo>
                  <a:lnTo>
                    <a:pt x="325172" y="2699906"/>
                  </a:lnTo>
                  <a:lnTo>
                    <a:pt x="326014" y="2699531"/>
                  </a:lnTo>
                  <a:lnTo>
                    <a:pt x="326855" y="2699156"/>
                  </a:lnTo>
                  <a:lnTo>
                    <a:pt x="327696" y="2698781"/>
                  </a:lnTo>
                  <a:lnTo>
                    <a:pt x="328537" y="2698306"/>
                  </a:lnTo>
                  <a:lnTo>
                    <a:pt x="329379" y="2697792"/>
                  </a:lnTo>
                  <a:lnTo>
                    <a:pt x="330220" y="2697106"/>
                  </a:lnTo>
                  <a:lnTo>
                    <a:pt x="331061" y="2695915"/>
                  </a:lnTo>
                  <a:lnTo>
                    <a:pt x="331902" y="2694558"/>
                  </a:lnTo>
                  <a:lnTo>
                    <a:pt x="332743" y="2693223"/>
                  </a:lnTo>
                  <a:lnTo>
                    <a:pt x="333585" y="2692092"/>
                  </a:lnTo>
                  <a:lnTo>
                    <a:pt x="334426" y="2690702"/>
                  </a:lnTo>
                  <a:lnTo>
                    <a:pt x="335267" y="2689196"/>
                  </a:lnTo>
                  <a:lnTo>
                    <a:pt x="336108" y="2687520"/>
                  </a:lnTo>
                  <a:lnTo>
                    <a:pt x="336949" y="2685626"/>
                  </a:lnTo>
                  <a:lnTo>
                    <a:pt x="337791" y="2683280"/>
                  </a:lnTo>
                  <a:lnTo>
                    <a:pt x="338632" y="2679421"/>
                  </a:lnTo>
                  <a:lnTo>
                    <a:pt x="339473" y="2675091"/>
                  </a:lnTo>
                  <a:lnTo>
                    <a:pt x="340314" y="2670161"/>
                  </a:lnTo>
                  <a:lnTo>
                    <a:pt x="341155" y="2665102"/>
                  </a:lnTo>
                  <a:lnTo>
                    <a:pt x="341997" y="2659549"/>
                  </a:lnTo>
                  <a:lnTo>
                    <a:pt x="342838" y="2654027"/>
                  </a:lnTo>
                  <a:lnTo>
                    <a:pt x="343679" y="2648884"/>
                  </a:lnTo>
                  <a:lnTo>
                    <a:pt x="344520" y="2643954"/>
                  </a:lnTo>
                  <a:lnTo>
                    <a:pt x="345361" y="2639290"/>
                  </a:lnTo>
                  <a:lnTo>
                    <a:pt x="346203" y="2634778"/>
                  </a:lnTo>
                  <a:lnTo>
                    <a:pt x="347044" y="2630646"/>
                  </a:lnTo>
                  <a:lnTo>
                    <a:pt x="347885" y="2626871"/>
                  </a:lnTo>
                  <a:lnTo>
                    <a:pt x="348726" y="2623566"/>
                  </a:lnTo>
                  <a:lnTo>
                    <a:pt x="349567" y="2620429"/>
                  </a:lnTo>
                  <a:lnTo>
                    <a:pt x="350409" y="2617497"/>
                  </a:lnTo>
                  <a:lnTo>
                    <a:pt x="351250" y="2615074"/>
                  </a:lnTo>
                  <a:lnTo>
                    <a:pt x="352091" y="2612893"/>
                  </a:lnTo>
                  <a:lnTo>
                    <a:pt x="352932" y="2611131"/>
                  </a:lnTo>
                  <a:lnTo>
                    <a:pt x="353773" y="2609019"/>
                  </a:lnTo>
                  <a:lnTo>
                    <a:pt x="354615" y="2606733"/>
                  </a:lnTo>
                  <a:lnTo>
                    <a:pt x="355456" y="2604089"/>
                  </a:lnTo>
                  <a:lnTo>
                    <a:pt x="356297" y="2601446"/>
                  </a:lnTo>
                  <a:lnTo>
                    <a:pt x="357138" y="2599454"/>
                  </a:lnTo>
                  <a:lnTo>
                    <a:pt x="357979" y="2596918"/>
                  </a:lnTo>
                  <a:lnTo>
                    <a:pt x="358821" y="2594057"/>
                  </a:lnTo>
                  <a:lnTo>
                    <a:pt x="359662" y="2590888"/>
                  </a:lnTo>
                  <a:lnTo>
                    <a:pt x="360503" y="2587449"/>
                  </a:lnTo>
                  <a:lnTo>
                    <a:pt x="361344" y="2583565"/>
                  </a:lnTo>
                  <a:lnTo>
                    <a:pt x="362185" y="2579549"/>
                  </a:lnTo>
                  <a:lnTo>
                    <a:pt x="363027" y="2575522"/>
                  </a:lnTo>
                  <a:lnTo>
                    <a:pt x="363868" y="2570954"/>
                  </a:lnTo>
                  <a:lnTo>
                    <a:pt x="364709" y="2567488"/>
                  </a:lnTo>
                  <a:lnTo>
                    <a:pt x="365550" y="2563700"/>
                  </a:lnTo>
                  <a:lnTo>
                    <a:pt x="366391" y="2559860"/>
                  </a:lnTo>
                  <a:lnTo>
                    <a:pt x="367233" y="2556238"/>
                  </a:lnTo>
                  <a:lnTo>
                    <a:pt x="368074" y="2552855"/>
                  </a:lnTo>
                  <a:lnTo>
                    <a:pt x="368915" y="2549394"/>
                  </a:lnTo>
                  <a:lnTo>
                    <a:pt x="369756" y="2545998"/>
                  </a:lnTo>
                  <a:lnTo>
                    <a:pt x="370597" y="2542768"/>
                  </a:lnTo>
                  <a:lnTo>
                    <a:pt x="371439" y="2539738"/>
                  </a:lnTo>
                  <a:lnTo>
                    <a:pt x="372280" y="2536747"/>
                  </a:lnTo>
                  <a:lnTo>
                    <a:pt x="373121" y="2532899"/>
                  </a:lnTo>
                  <a:lnTo>
                    <a:pt x="373962" y="2529367"/>
                  </a:lnTo>
                  <a:lnTo>
                    <a:pt x="374803" y="2525725"/>
                  </a:lnTo>
                  <a:lnTo>
                    <a:pt x="375645" y="2522043"/>
                  </a:lnTo>
                  <a:lnTo>
                    <a:pt x="376486" y="2518688"/>
                  </a:lnTo>
                  <a:lnTo>
                    <a:pt x="377327" y="2515005"/>
                  </a:lnTo>
                  <a:lnTo>
                    <a:pt x="378168" y="2511430"/>
                  </a:lnTo>
                  <a:lnTo>
                    <a:pt x="379009" y="2507774"/>
                  </a:lnTo>
                  <a:lnTo>
                    <a:pt x="379851" y="2503737"/>
                  </a:lnTo>
                  <a:lnTo>
                    <a:pt x="380692" y="2499028"/>
                  </a:lnTo>
                  <a:lnTo>
                    <a:pt x="381533" y="2492245"/>
                  </a:lnTo>
                  <a:lnTo>
                    <a:pt x="382374" y="2486875"/>
                  </a:lnTo>
                  <a:lnTo>
                    <a:pt x="383215" y="2481712"/>
                  </a:lnTo>
                  <a:lnTo>
                    <a:pt x="384057" y="2476575"/>
                  </a:lnTo>
                  <a:lnTo>
                    <a:pt x="384898" y="2471831"/>
                  </a:lnTo>
                  <a:lnTo>
                    <a:pt x="385739" y="2467966"/>
                  </a:lnTo>
                  <a:lnTo>
                    <a:pt x="386580" y="2464303"/>
                  </a:lnTo>
                  <a:lnTo>
                    <a:pt x="387421" y="2460740"/>
                  </a:lnTo>
                  <a:lnTo>
                    <a:pt x="388263" y="2457104"/>
                  </a:lnTo>
                  <a:lnTo>
                    <a:pt x="389104" y="2453511"/>
                  </a:lnTo>
                  <a:lnTo>
                    <a:pt x="389945" y="2450025"/>
                  </a:lnTo>
                  <a:lnTo>
                    <a:pt x="390786" y="2446964"/>
                  </a:lnTo>
                  <a:lnTo>
                    <a:pt x="391627" y="2444031"/>
                  </a:lnTo>
                  <a:lnTo>
                    <a:pt x="392469" y="2441226"/>
                  </a:lnTo>
                  <a:lnTo>
                    <a:pt x="393310" y="2439364"/>
                  </a:lnTo>
                  <a:lnTo>
                    <a:pt x="394151" y="2437487"/>
                  </a:lnTo>
                  <a:lnTo>
                    <a:pt x="394992" y="2435772"/>
                  </a:lnTo>
                  <a:lnTo>
                    <a:pt x="395833" y="2433972"/>
                  </a:lnTo>
                  <a:lnTo>
                    <a:pt x="396675" y="2431875"/>
                  </a:lnTo>
                  <a:lnTo>
                    <a:pt x="397516" y="2428480"/>
                  </a:lnTo>
                  <a:lnTo>
                    <a:pt x="398357" y="2425505"/>
                  </a:lnTo>
                  <a:lnTo>
                    <a:pt x="399198" y="2422316"/>
                  </a:lnTo>
                  <a:lnTo>
                    <a:pt x="400040" y="2418110"/>
                  </a:lnTo>
                  <a:lnTo>
                    <a:pt x="400881" y="2414283"/>
                  </a:lnTo>
                  <a:lnTo>
                    <a:pt x="401722" y="2410609"/>
                  </a:lnTo>
                  <a:lnTo>
                    <a:pt x="402563" y="2407241"/>
                  </a:lnTo>
                  <a:lnTo>
                    <a:pt x="403404" y="2403849"/>
                  </a:lnTo>
                  <a:lnTo>
                    <a:pt x="404246" y="2400756"/>
                  </a:lnTo>
                  <a:lnTo>
                    <a:pt x="405087" y="2398228"/>
                  </a:lnTo>
                  <a:lnTo>
                    <a:pt x="405928" y="2396237"/>
                  </a:lnTo>
                  <a:lnTo>
                    <a:pt x="406769" y="2394441"/>
                  </a:lnTo>
                  <a:lnTo>
                    <a:pt x="407610" y="2391456"/>
                  </a:lnTo>
                  <a:lnTo>
                    <a:pt x="408452" y="2388875"/>
                  </a:lnTo>
                  <a:lnTo>
                    <a:pt x="409293" y="2386484"/>
                  </a:lnTo>
                  <a:lnTo>
                    <a:pt x="410134" y="2383933"/>
                  </a:lnTo>
                  <a:lnTo>
                    <a:pt x="410975" y="2380928"/>
                  </a:lnTo>
                  <a:lnTo>
                    <a:pt x="411816" y="2377473"/>
                  </a:lnTo>
                  <a:lnTo>
                    <a:pt x="412658" y="2374720"/>
                  </a:lnTo>
                  <a:lnTo>
                    <a:pt x="413499" y="2371845"/>
                  </a:lnTo>
                  <a:lnTo>
                    <a:pt x="414340" y="2368677"/>
                  </a:lnTo>
                  <a:lnTo>
                    <a:pt x="415181" y="2365131"/>
                  </a:lnTo>
                  <a:lnTo>
                    <a:pt x="416022" y="2361387"/>
                  </a:lnTo>
                  <a:lnTo>
                    <a:pt x="416864" y="2357621"/>
                  </a:lnTo>
                  <a:lnTo>
                    <a:pt x="417705" y="2353264"/>
                  </a:lnTo>
                  <a:lnTo>
                    <a:pt x="418546" y="2348371"/>
                  </a:lnTo>
                  <a:lnTo>
                    <a:pt x="419387" y="2343324"/>
                  </a:lnTo>
                  <a:lnTo>
                    <a:pt x="420228" y="2338196"/>
                  </a:lnTo>
                  <a:lnTo>
                    <a:pt x="421070" y="2333007"/>
                  </a:lnTo>
                  <a:lnTo>
                    <a:pt x="421911" y="2327669"/>
                  </a:lnTo>
                  <a:lnTo>
                    <a:pt x="422752" y="2322956"/>
                  </a:lnTo>
                  <a:lnTo>
                    <a:pt x="423593" y="2318653"/>
                  </a:lnTo>
                  <a:lnTo>
                    <a:pt x="424434" y="2314753"/>
                  </a:lnTo>
                  <a:lnTo>
                    <a:pt x="425276" y="2311389"/>
                  </a:lnTo>
                  <a:lnTo>
                    <a:pt x="426117" y="2308140"/>
                  </a:lnTo>
                  <a:lnTo>
                    <a:pt x="426958" y="2305206"/>
                  </a:lnTo>
                  <a:lnTo>
                    <a:pt x="427799" y="2301674"/>
                  </a:lnTo>
                  <a:lnTo>
                    <a:pt x="428640" y="2298073"/>
                  </a:lnTo>
                  <a:lnTo>
                    <a:pt x="429482" y="2294442"/>
                  </a:lnTo>
                  <a:lnTo>
                    <a:pt x="430323" y="2291047"/>
                  </a:lnTo>
                  <a:lnTo>
                    <a:pt x="431164" y="2287910"/>
                  </a:lnTo>
                  <a:lnTo>
                    <a:pt x="432005" y="2284666"/>
                  </a:lnTo>
                  <a:lnTo>
                    <a:pt x="432846" y="2281673"/>
                  </a:lnTo>
                  <a:lnTo>
                    <a:pt x="433688" y="2278635"/>
                  </a:lnTo>
                  <a:lnTo>
                    <a:pt x="434529" y="2275915"/>
                  </a:lnTo>
                  <a:lnTo>
                    <a:pt x="435370" y="2273332"/>
                  </a:lnTo>
                  <a:lnTo>
                    <a:pt x="436211" y="2270636"/>
                  </a:lnTo>
                  <a:lnTo>
                    <a:pt x="437052" y="2267901"/>
                  </a:lnTo>
                  <a:lnTo>
                    <a:pt x="437894" y="2265128"/>
                  </a:lnTo>
                  <a:lnTo>
                    <a:pt x="438735" y="2261984"/>
                  </a:lnTo>
                  <a:lnTo>
                    <a:pt x="439576" y="2258558"/>
                  </a:lnTo>
                  <a:lnTo>
                    <a:pt x="440417" y="2254881"/>
                  </a:lnTo>
                  <a:lnTo>
                    <a:pt x="441258" y="2251212"/>
                  </a:lnTo>
                  <a:lnTo>
                    <a:pt x="442100" y="2247680"/>
                  </a:lnTo>
                  <a:lnTo>
                    <a:pt x="442941" y="2244611"/>
                  </a:lnTo>
                  <a:lnTo>
                    <a:pt x="443782" y="2242271"/>
                  </a:lnTo>
                  <a:lnTo>
                    <a:pt x="444623" y="2240479"/>
                  </a:lnTo>
                  <a:lnTo>
                    <a:pt x="445464" y="2238876"/>
                  </a:lnTo>
                  <a:lnTo>
                    <a:pt x="446306" y="2237653"/>
                  </a:lnTo>
                  <a:lnTo>
                    <a:pt x="447147" y="2236589"/>
                  </a:lnTo>
                  <a:lnTo>
                    <a:pt x="447988" y="2235526"/>
                  </a:lnTo>
                  <a:lnTo>
                    <a:pt x="448829" y="2234660"/>
                  </a:lnTo>
                  <a:lnTo>
                    <a:pt x="449670" y="2233748"/>
                  </a:lnTo>
                  <a:lnTo>
                    <a:pt x="450512" y="2232875"/>
                  </a:lnTo>
                  <a:lnTo>
                    <a:pt x="451353" y="2232503"/>
                  </a:lnTo>
                  <a:lnTo>
                    <a:pt x="452194" y="2232434"/>
                  </a:lnTo>
                  <a:lnTo>
                    <a:pt x="453035" y="2232753"/>
                  </a:lnTo>
                  <a:lnTo>
                    <a:pt x="453876" y="2233483"/>
                  </a:lnTo>
                  <a:lnTo>
                    <a:pt x="454718" y="2234265"/>
                  </a:lnTo>
                  <a:lnTo>
                    <a:pt x="455559" y="2234994"/>
                  </a:lnTo>
                  <a:lnTo>
                    <a:pt x="456400" y="2235359"/>
                  </a:lnTo>
                  <a:lnTo>
                    <a:pt x="457241" y="2235663"/>
                  </a:lnTo>
                  <a:lnTo>
                    <a:pt x="458082" y="2235967"/>
                  </a:lnTo>
                  <a:lnTo>
                    <a:pt x="458924" y="2236270"/>
                  </a:lnTo>
                  <a:lnTo>
                    <a:pt x="459765" y="2236468"/>
                  </a:lnTo>
                  <a:lnTo>
                    <a:pt x="460606" y="2236506"/>
                  </a:lnTo>
                  <a:lnTo>
                    <a:pt x="461447" y="2236810"/>
                  </a:lnTo>
                  <a:lnTo>
                    <a:pt x="462288" y="2237569"/>
                  </a:lnTo>
                  <a:lnTo>
                    <a:pt x="463130" y="2238466"/>
                  </a:lnTo>
                  <a:lnTo>
                    <a:pt x="463971" y="2239605"/>
                  </a:lnTo>
                  <a:lnTo>
                    <a:pt x="464812" y="2240927"/>
                  </a:lnTo>
                  <a:lnTo>
                    <a:pt x="465653" y="2241930"/>
                  </a:lnTo>
                  <a:lnTo>
                    <a:pt x="466494" y="2242674"/>
                  </a:lnTo>
                  <a:lnTo>
                    <a:pt x="467336" y="2243282"/>
                  </a:lnTo>
                  <a:lnTo>
                    <a:pt x="468177" y="2243859"/>
                  </a:lnTo>
                  <a:lnTo>
                    <a:pt x="469018" y="2244467"/>
                  </a:lnTo>
                  <a:lnTo>
                    <a:pt x="469859" y="2245074"/>
                  </a:lnTo>
                  <a:lnTo>
                    <a:pt x="470701" y="2245387"/>
                  </a:lnTo>
                  <a:lnTo>
                    <a:pt x="471542" y="2245697"/>
                  </a:lnTo>
                  <a:lnTo>
                    <a:pt x="472383" y="2246029"/>
                  </a:lnTo>
                  <a:lnTo>
                    <a:pt x="473224" y="2246493"/>
                  </a:lnTo>
                  <a:lnTo>
                    <a:pt x="474065" y="2246436"/>
                  </a:lnTo>
                  <a:lnTo>
                    <a:pt x="474907" y="2245708"/>
                  </a:lnTo>
                  <a:lnTo>
                    <a:pt x="475748" y="2244639"/>
                  </a:lnTo>
                  <a:lnTo>
                    <a:pt x="476589" y="2243071"/>
                  </a:lnTo>
                  <a:lnTo>
                    <a:pt x="477430" y="2241185"/>
                  </a:lnTo>
                  <a:lnTo>
                    <a:pt x="478271" y="2239437"/>
                  </a:lnTo>
                  <a:lnTo>
                    <a:pt x="479113" y="2238411"/>
                  </a:lnTo>
                  <a:lnTo>
                    <a:pt x="479954" y="2237009"/>
                  </a:lnTo>
                  <a:lnTo>
                    <a:pt x="480795" y="2235327"/>
                  </a:lnTo>
                  <a:lnTo>
                    <a:pt x="481636" y="2233274"/>
                  </a:lnTo>
                  <a:lnTo>
                    <a:pt x="482477" y="2230889"/>
                  </a:lnTo>
                  <a:lnTo>
                    <a:pt x="483319" y="2227842"/>
                  </a:lnTo>
                  <a:lnTo>
                    <a:pt x="484160" y="2224190"/>
                  </a:lnTo>
                  <a:lnTo>
                    <a:pt x="485001" y="2220757"/>
                  </a:lnTo>
                  <a:lnTo>
                    <a:pt x="485842" y="2217180"/>
                  </a:lnTo>
                  <a:lnTo>
                    <a:pt x="486683" y="2213089"/>
                  </a:lnTo>
                  <a:lnTo>
                    <a:pt x="487525" y="2208670"/>
                  </a:lnTo>
                  <a:lnTo>
                    <a:pt x="488366" y="2204052"/>
                  </a:lnTo>
                  <a:lnTo>
                    <a:pt x="489207" y="2199520"/>
                  </a:lnTo>
                  <a:lnTo>
                    <a:pt x="490048" y="2194512"/>
                  </a:lnTo>
                  <a:lnTo>
                    <a:pt x="490889" y="2188696"/>
                  </a:lnTo>
                  <a:lnTo>
                    <a:pt x="491731" y="2182441"/>
                  </a:lnTo>
                  <a:lnTo>
                    <a:pt x="492572" y="2175947"/>
                  </a:lnTo>
                  <a:lnTo>
                    <a:pt x="493413" y="2166812"/>
                  </a:lnTo>
                  <a:lnTo>
                    <a:pt x="494254" y="2157624"/>
                  </a:lnTo>
                  <a:lnTo>
                    <a:pt x="495095" y="2148299"/>
                  </a:lnTo>
                  <a:lnTo>
                    <a:pt x="495937" y="2138563"/>
                  </a:lnTo>
                  <a:lnTo>
                    <a:pt x="496778" y="2128631"/>
                  </a:lnTo>
                  <a:lnTo>
                    <a:pt x="497619" y="2118298"/>
                  </a:lnTo>
                  <a:lnTo>
                    <a:pt x="498460" y="2107954"/>
                  </a:lnTo>
                  <a:lnTo>
                    <a:pt x="499301" y="2098860"/>
                  </a:lnTo>
                  <a:lnTo>
                    <a:pt x="500143" y="2089939"/>
                  </a:lnTo>
                  <a:lnTo>
                    <a:pt x="500984" y="2081323"/>
                  </a:lnTo>
                  <a:lnTo>
                    <a:pt x="501825" y="2072784"/>
                  </a:lnTo>
                  <a:lnTo>
                    <a:pt x="502666" y="2064679"/>
                  </a:lnTo>
                  <a:lnTo>
                    <a:pt x="503507" y="2057617"/>
                  </a:lnTo>
                  <a:lnTo>
                    <a:pt x="504349" y="2053102"/>
                  </a:lnTo>
                  <a:lnTo>
                    <a:pt x="505190" y="2048632"/>
                  </a:lnTo>
                  <a:lnTo>
                    <a:pt x="506031" y="2044156"/>
                  </a:lnTo>
                  <a:lnTo>
                    <a:pt x="506872" y="2040650"/>
                  </a:lnTo>
                  <a:lnTo>
                    <a:pt x="507713" y="2037192"/>
                  </a:lnTo>
                  <a:lnTo>
                    <a:pt x="508555" y="2035754"/>
                  </a:lnTo>
                  <a:lnTo>
                    <a:pt x="509396" y="2033982"/>
                  </a:lnTo>
                  <a:lnTo>
                    <a:pt x="510237" y="2032059"/>
                  </a:lnTo>
                  <a:lnTo>
                    <a:pt x="511078" y="2029498"/>
                  </a:lnTo>
                  <a:lnTo>
                    <a:pt x="511919" y="2027715"/>
                  </a:lnTo>
                  <a:lnTo>
                    <a:pt x="512761" y="2025726"/>
                  </a:lnTo>
                  <a:lnTo>
                    <a:pt x="513602" y="2022661"/>
                  </a:lnTo>
                  <a:lnTo>
                    <a:pt x="514443" y="2019549"/>
                  </a:lnTo>
                  <a:lnTo>
                    <a:pt x="515284" y="2015933"/>
                  </a:lnTo>
                  <a:lnTo>
                    <a:pt x="516125" y="2011785"/>
                  </a:lnTo>
                  <a:lnTo>
                    <a:pt x="516967" y="2005692"/>
                  </a:lnTo>
                  <a:lnTo>
                    <a:pt x="517808" y="1999084"/>
                  </a:lnTo>
                  <a:lnTo>
                    <a:pt x="518649" y="1991934"/>
                  </a:lnTo>
                  <a:lnTo>
                    <a:pt x="519490" y="1984445"/>
                  </a:lnTo>
                  <a:lnTo>
                    <a:pt x="520331" y="1977070"/>
                  </a:lnTo>
                  <a:lnTo>
                    <a:pt x="521173" y="1969379"/>
                  </a:lnTo>
                  <a:lnTo>
                    <a:pt x="522014" y="1962468"/>
                  </a:lnTo>
                  <a:lnTo>
                    <a:pt x="522855" y="1955806"/>
                  </a:lnTo>
                  <a:lnTo>
                    <a:pt x="523696" y="1949834"/>
                  </a:lnTo>
                  <a:lnTo>
                    <a:pt x="524537" y="1943998"/>
                  </a:lnTo>
                  <a:lnTo>
                    <a:pt x="525379" y="1937544"/>
                  </a:lnTo>
                  <a:lnTo>
                    <a:pt x="526220" y="1930674"/>
                  </a:lnTo>
                  <a:lnTo>
                    <a:pt x="527061" y="1925251"/>
                  </a:lnTo>
                  <a:lnTo>
                    <a:pt x="527902" y="1919849"/>
                  </a:lnTo>
                  <a:lnTo>
                    <a:pt x="528743" y="1913596"/>
                  </a:lnTo>
                  <a:lnTo>
                    <a:pt x="529585" y="1909529"/>
                  </a:lnTo>
                  <a:lnTo>
                    <a:pt x="530426" y="1905477"/>
                  </a:lnTo>
                  <a:lnTo>
                    <a:pt x="531267" y="1901931"/>
                  </a:lnTo>
                  <a:lnTo>
                    <a:pt x="532108" y="1899343"/>
                  </a:lnTo>
                  <a:lnTo>
                    <a:pt x="532949" y="1896244"/>
                  </a:lnTo>
                  <a:lnTo>
                    <a:pt x="533791" y="1893251"/>
                  </a:lnTo>
                  <a:lnTo>
                    <a:pt x="534632" y="1890923"/>
                  </a:lnTo>
                  <a:lnTo>
                    <a:pt x="535473" y="1888056"/>
                  </a:lnTo>
                  <a:lnTo>
                    <a:pt x="536314" y="1885503"/>
                  </a:lnTo>
                  <a:lnTo>
                    <a:pt x="537155" y="1883166"/>
                  </a:lnTo>
                  <a:lnTo>
                    <a:pt x="537997" y="1880554"/>
                  </a:lnTo>
                  <a:lnTo>
                    <a:pt x="538838" y="1877521"/>
                  </a:lnTo>
                  <a:lnTo>
                    <a:pt x="539679" y="1874171"/>
                  </a:lnTo>
                  <a:lnTo>
                    <a:pt x="540520" y="1870848"/>
                  </a:lnTo>
                  <a:lnTo>
                    <a:pt x="541361" y="1868497"/>
                  </a:lnTo>
                  <a:lnTo>
                    <a:pt x="542203" y="1865820"/>
                  </a:lnTo>
                  <a:lnTo>
                    <a:pt x="543044" y="1863197"/>
                  </a:lnTo>
                  <a:lnTo>
                    <a:pt x="543885" y="1860902"/>
                  </a:lnTo>
                  <a:lnTo>
                    <a:pt x="544726" y="1858238"/>
                  </a:lnTo>
                  <a:lnTo>
                    <a:pt x="545568" y="1855438"/>
                  </a:lnTo>
                  <a:lnTo>
                    <a:pt x="546409" y="1852902"/>
                  </a:lnTo>
                  <a:lnTo>
                    <a:pt x="547250" y="1850464"/>
                  </a:lnTo>
                  <a:lnTo>
                    <a:pt x="548091" y="1848804"/>
                  </a:lnTo>
                  <a:lnTo>
                    <a:pt x="548932" y="1847706"/>
                  </a:lnTo>
                  <a:lnTo>
                    <a:pt x="549774" y="1848428"/>
                  </a:lnTo>
                  <a:lnTo>
                    <a:pt x="550615" y="1848471"/>
                  </a:lnTo>
                  <a:lnTo>
                    <a:pt x="551456" y="1848841"/>
                  </a:lnTo>
                  <a:lnTo>
                    <a:pt x="552297" y="1849810"/>
                  </a:lnTo>
                  <a:lnTo>
                    <a:pt x="553138" y="1851392"/>
                  </a:lnTo>
                  <a:lnTo>
                    <a:pt x="553980" y="1852568"/>
                  </a:lnTo>
                  <a:lnTo>
                    <a:pt x="554821" y="1854001"/>
                  </a:lnTo>
                  <a:lnTo>
                    <a:pt x="555662" y="1855806"/>
                  </a:lnTo>
                  <a:lnTo>
                    <a:pt x="556503" y="1858471"/>
                  </a:lnTo>
                  <a:lnTo>
                    <a:pt x="557344" y="1861677"/>
                  </a:lnTo>
                  <a:lnTo>
                    <a:pt x="558186" y="1865672"/>
                  </a:lnTo>
                  <a:lnTo>
                    <a:pt x="559027" y="1869720"/>
                  </a:lnTo>
                  <a:lnTo>
                    <a:pt x="559868" y="1873504"/>
                  </a:lnTo>
                  <a:lnTo>
                    <a:pt x="560709" y="1877008"/>
                  </a:lnTo>
                  <a:lnTo>
                    <a:pt x="561550" y="1878863"/>
                  </a:lnTo>
                  <a:lnTo>
                    <a:pt x="562392" y="1880322"/>
                  </a:lnTo>
                  <a:lnTo>
                    <a:pt x="563233" y="1881626"/>
                  </a:lnTo>
                  <a:lnTo>
                    <a:pt x="564074" y="1882629"/>
                  </a:lnTo>
                  <a:lnTo>
                    <a:pt x="564915" y="1882880"/>
                  </a:lnTo>
                  <a:lnTo>
                    <a:pt x="565756" y="1883449"/>
                  </a:lnTo>
                  <a:lnTo>
                    <a:pt x="566598" y="1883211"/>
                  </a:lnTo>
                  <a:lnTo>
                    <a:pt x="567439" y="1882716"/>
                  </a:lnTo>
                  <a:lnTo>
                    <a:pt x="568280" y="1882775"/>
                  </a:lnTo>
                  <a:lnTo>
                    <a:pt x="569121" y="1883723"/>
                  </a:lnTo>
                  <a:lnTo>
                    <a:pt x="569962" y="1884983"/>
                  </a:lnTo>
                  <a:lnTo>
                    <a:pt x="570804" y="1885329"/>
                  </a:lnTo>
                  <a:lnTo>
                    <a:pt x="571645" y="1885932"/>
                  </a:lnTo>
                  <a:lnTo>
                    <a:pt x="572486" y="1886381"/>
                  </a:lnTo>
                  <a:lnTo>
                    <a:pt x="573327" y="1886176"/>
                  </a:lnTo>
                  <a:lnTo>
                    <a:pt x="574168" y="1885596"/>
                  </a:lnTo>
                  <a:lnTo>
                    <a:pt x="575010" y="1884673"/>
                  </a:lnTo>
                  <a:lnTo>
                    <a:pt x="575851" y="1884366"/>
                  </a:lnTo>
                  <a:lnTo>
                    <a:pt x="576692" y="1883667"/>
                  </a:lnTo>
                  <a:lnTo>
                    <a:pt x="577533" y="1882954"/>
                  </a:lnTo>
                  <a:lnTo>
                    <a:pt x="578374" y="1882561"/>
                  </a:lnTo>
                  <a:lnTo>
                    <a:pt x="579216" y="1882714"/>
                  </a:lnTo>
                  <a:lnTo>
                    <a:pt x="580057" y="1883369"/>
                  </a:lnTo>
                  <a:lnTo>
                    <a:pt x="580898" y="1883265"/>
                  </a:lnTo>
                  <a:lnTo>
                    <a:pt x="581739" y="1883008"/>
                  </a:lnTo>
                  <a:lnTo>
                    <a:pt x="582580" y="1882746"/>
                  </a:lnTo>
                  <a:lnTo>
                    <a:pt x="583422" y="1883539"/>
                  </a:lnTo>
                  <a:lnTo>
                    <a:pt x="584263" y="1884015"/>
                  </a:lnTo>
                  <a:lnTo>
                    <a:pt x="585104" y="1884853"/>
                  </a:lnTo>
                  <a:lnTo>
                    <a:pt x="585945" y="1884856"/>
                  </a:lnTo>
                  <a:lnTo>
                    <a:pt x="586786" y="1885703"/>
                  </a:lnTo>
                  <a:lnTo>
                    <a:pt x="587628" y="1886939"/>
                  </a:lnTo>
                  <a:lnTo>
                    <a:pt x="588469" y="1888265"/>
                  </a:lnTo>
                  <a:lnTo>
                    <a:pt x="589310" y="1890210"/>
                  </a:lnTo>
                  <a:lnTo>
                    <a:pt x="590151" y="1892673"/>
                  </a:lnTo>
                  <a:lnTo>
                    <a:pt x="590992" y="1895175"/>
                  </a:lnTo>
                  <a:lnTo>
                    <a:pt x="591834" y="1897451"/>
                  </a:lnTo>
                  <a:lnTo>
                    <a:pt x="592675" y="1899406"/>
                  </a:lnTo>
                  <a:lnTo>
                    <a:pt x="593516" y="1900894"/>
                  </a:lnTo>
                  <a:lnTo>
                    <a:pt x="594357" y="1902525"/>
                  </a:lnTo>
                  <a:lnTo>
                    <a:pt x="595198" y="1903780"/>
                  </a:lnTo>
                  <a:lnTo>
                    <a:pt x="596040" y="1905337"/>
                  </a:lnTo>
                  <a:lnTo>
                    <a:pt x="596881" y="1906750"/>
                  </a:lnTo>
                  <a:lnTo>
                    <a:pt x="597722" y="1907874"/>
                  </a:lnTo>
                  <a:lnTo>
                    <a:pt x="598563" y="1909188"/>
                  </a:lnTo>
                  <a:lnTo>
                    <a:pt x="599404" y="1909781"/>
                  </a:lnTo>
                  <a:lnTo>
                    <a:pt x="600246" y="1910168"/>
                  </a:lnTo>
                  <a:lnTo>
                    <a:pt x="601087" y="1909325"/>
                  </a:lnTo>
                  <a:lnTo>
                    <a:pt x="601928" y="1907631"/>
                  </a:lnTo>
                  <a:lnTo>
                    <a:pt x="602769" y="1904342"/>
                  </a:lnTo>
                  <a:lnTo>
                    <a:pt x="603610" y="1899777"/>
                  </a:lnTo>
                  <a:lnTo>
                    <a:pt x="604452" y="1896450"/>
                  </a:lnTo>
                  <a:lnTo>
                    <a:pt x="605293" y="1892594"/>
                  </a:lnTo>
                  <a:lnTo>
                    <a:pt x="606134" y="1888372"/>
                  </a:lnTo>
                  <a:lnTo>
                    <a:pt x="606975" y="1885664"/>
                  </a:lnTo>
                  <a:lnTo>
                    <a:pt x="607816" y="1883164"/>
                  </a:lnTo>
                  <a:lnTo>
                    <a:pt x="608658" y="1880570"/>
                  </a:lnTo>
                  <a:lnTo>
                    <a:pt x="609499" y="1877398"/>
                  </a:lnTo>
                  <a:lnTo>
                    <a:pt x="610340" y="1874419"/>
                  </a:lnTo>
                  <a:lnTo>
                    <a:pt x="611181" y="1871083"/>
                  </a:lnTo>
                  <a:lnTo>
                    <a:pt x="612022" y="1867553"/>
                  </a:lnTo>
                  <a:lnTo>
                    <a:pt x="612864" y="1863713"/>
                  </a:lnTo>
                  <a:lnTo>
                    <a:pt x="613705" y="1860141"/>
                  </a:lnTo>
                  <a:lnTo>
                    <a:pt x="614546" y="1856796"/>
                  </a:lnTo>
                  <a:lnTo>
                    <a:pt x="615387" y="1853665"/>
                  </a:lnTo>
                  <a:lnTo>
                    <a:pt x="616229" y="1850811"/>
                  </a:lnTo>
                  <a:lnTo>
                    <a:pt x="617070" y="1848211"/>
                  </a:lnTo>
                  <a:lnTo>
                    <a:pt x="617911" y="1846190"/>
                  </a:lnTo>
                  <a:lnTo>
                    <a:pt x="618752" y="1843253"/>
                  </a:lnTo>
                  <a:lnTo>
                    <a:pt x="619593" y="1839882"/>
                  </a:lnTo>
                  <a:lnTo>
                    <a:pt x="620435" y="1835848"/>
                  </a:lnTo>
                  <a:lnTo>
                    <a:pt x="621276" y="1830876"/>
                  </a:lnTo>
                  <a:lnTo>
                    <a:pt x="622117" y="1823561"/>
                  </a:lnTo>
                  <a:lnTo>
                    <a:pt x="622958" y="1815744"/>
                  </a:lnTo>
                  <a:lnTo>
                    <a:pt x="623799" y="1807236"/>
                  </a:lnTo>
                  <a:lnTo>
                    <a:pt x="624641" y="1798341"/>
                  </a:lnTo>
                  <a:lnTo>
                    <a:pt x="625482" y="1789074"/>
                  </a:lnTo>
                  <a:lnTo>
                    <a:pt x="626323" y="1779244"/>
                  </a:lnTo>
                  <a:lnTo>
                    <a:pt x="627164" y="1769217"/>
                  </a:lnTo>
                  <a:lnTo>
                    <a:pt x="628005" y="1759479"/>
                  </a:lnTo>
                  <a:lnTo>
                    <a:pt x="628847" y="1750158"/>
                  </a:lnTo>
                  <a:lnTo>
                    <a:pt x="629688" y="1740883"/>
                  </a:lnTo>
                  <a:lnTo>
                    <a:pt x="630529" y="1731639"/>
                  </a:lnTo>
                  <a:lnTo>
                    <a:pt x="631370" y="1722470"/>
                  </a:lnTo>
                  <a:lnTo>
                    <a:pt x="632211" y="1714046"/>
                  </a:lnTo>
                  <a:lnTo>
                    <a:pt x="633053" y="1706389"/>
                  </a:lnTo>
                  <a:lnTo>
                    <a:pt x="633894" y="1700342"/>
                  </a:lnTo>
                  <a:lnTo>
                    <a:pt x="634735" y="1695579"/>
                  </a:lnTo>
                  <a:lnTo>
                    <a:pt x="635576" y="1691371"/>
                  </a:lnTo>
                  <a:lnTo>
                    <a:pt x="636417" y="1687938"/>
                  </a:lnTo>
                  <a:lnTo>
                    <a:pt x="637259" y="1684778"/>
                  </a:lnTo>
                  <a:lnTo>
                    <a:pt x="638100" y="1681336"/>
                  </a:lnTo>
                  <a:lnTo>
                    <a:pt x="638941" y="1678511"/>
                  </a:lnTo>
                  <a:lnTo>
                    <a:pt x="639782" y="1676057"/>
                  </a:lnTo>
                  <a:lnTo>
                    <a:pt x="640623" y="1674120"/>
                  </a:lnTo>
                  <a:lnTo>
                    <a:pt x="641465" y="1672464"/>
                  </a:lnTo>
                  <a:lnTo>
                    <a:pt x="642306" y="1672125"/>
                  </a:lnTo>
                  <a:lnTo>
                    <a:pt x="643147" y="1672240"/>
                  </a:lnTo>
                  <a:lnTo>
                    <a:pt x="643988" y="1672333"/>
                  </a:lnTo>
                  <a:lnTo>
                    <a:pt x="644829" y="1672852"/>
                  </a:lnTo>
                  <a:lnTo>
                    <a:pt x="645671" y="1672778"/>
                  </a:lnTo>
                  <a:lnTo>
                    <a:pt x="646512" y="1672514"/>
                  </a:lnTo>
                  <a:lnTo>
                    <a:pt x="647353" y="1671237"/>
                  </a:lnTo>
                  <a:lnTo>
                    <a:pt x="648194" y="1670141"/>
                  </a:lnTo>
                  <a:lnTo>
                    <a:pt x="649035" y="1669067"/>
                  </a:lnTo>
                  <a:lnTo>
                    <a:pt x="649877" y="1668275"/>
                  </a:lnTo>
                  <a:lnTo>
                    <a:pt x="650718" y="1667764"/>
                  </a:lnTo>
                  <a:lnTo>
                    <a:pt x="651559" y="1667394"/>
                  </a:lnTo>
                  <a:lnTo>
                    <a:pt x="652400" y="1666966"/>
                  </a:lnTo>
                  <a:lnTo>
                    <a:pt x="653241" y="1666086"/>
                  </a:lnTo>
                  <a:lnTo>
                    <a:pt x="654083" y="1665012"/>
                  </a:lnTo>
                  <a:lnTo>
                    <a:pt x="654924" y="1664091"/>
                  </a:lnTo>
                  <a:lnTo>
                    <a:pt x="655765" y="1663114"/>
                  </a:lnTo>
                  <a:lnTo>
                    <a:pt x="656606" y="1662409"/>
                  </a:lnTo>
                  <a:lnTo>
                    <a:pt x="657447" y="1661756"/>
                  </a:lnTo>
                  <a:lnTo>
                    <a:pt x="658289" y="1661539"/>
                  </a:lnTo>
                  <a:lnTo>
                    <a:pt x="659130" y="1661707"/>
                  </a:lnTo>
                  <a:lnTo>
                    <a:pt x="659971" y="1662837"/>
                  </a:lnTo>
                  <a:lnTo>
                    <a:pt x="660812" y="1664527"/>
                  </a:lnTo>
                  <a:lnTo>
                    <a:pt x="661653" y="1668059"/>
                  </a:lnTo>
                  <a:lnTo>
                    <a:pt x="662495" y="1669966"/>
                  </a:lnTo>
                  <a:lnTo>
                    <a:pt x="663336" y="1672723"/>
                  </a:lnTo>
                  <a:lnTo>
                    <a:pt x="664177" y="1676590"/>
                  </a:lnTo>
                  <a:lnTo>
                    <a:pt x="665018" y="1681185"/>
                  </a:lnTo>
                  <a:lnTo>
                    <a:pt x="665859" y="1686700"/>
                  </a:lnTo>
                  <a:lnTo>
                    <a:pt x="666701" y="1692937"/>
                  </a:lnTo>
                  <a:lnTo>
                    <a:pt x="667542" y="1698953"/>
                  </a:lnTo>
                  <a:lnTo>
                    <a:pt x="668383" y="1705835"/>
                  </a:lnTo>
                  <a:lnTo>
                    <a:pt x="669224" y="1712884"/>
                  </a:lnTo>
                  <a:lnTo>
                    <a:pt x="670065" y="1720101"/>
                  </a:lnTo>
                  <a:lnTo>
                    <a:pt x="670907" y="1727203"/>
                  </a:lnTo>
                  <a:lnTo>
                    <a:pt x="671748" y="1733387"/>
                  </a:lnTo>
                  <a:lnTo>
                    <a:pt x="672589" y="1736994"/>
                  </a:lnTo>
                  <a:lnTo>
                    <a:pt x="673430" y="1740820"/>
                  </a:lnTo>
                  <a:lnTo>
                    <a:pt x="674271" y="1744681"/>
                  </a:lnTo>
                  <a:lnTo>
                    <a:pt x="675113" y="1748810"/>
                  </a:lnTo>
                  <a:lnTo>
                    <a:pt x="675954" y="1753187"/>
                  </a:lnTo>
                  <a:lnTo>
                    <a:pt x="676795" y="1755915"/>
                  </a:lnTo>
                  <a:lnTo>
                    <a:pt x="677636" y="1759199"/>
                  </a:lnTo>
                  <a:lnTo>
                    <a:pt x="678477" y="1764138"/>
                  </a:lnTo>
                  <a:lnTo>
                    <a:pt x="679319" y="1769961"/>
                  </a:lnTo>
                  <a:lnTo>
                    <a:pt x="680160" y="1774734"/>
                  </a:lnTo>
                  <a:lnTo>
                    <a:pt x="681001" y="1779547"/>
                  </a:lnTo>
                  <a:lnTo>
                    <a:pt x="681842" y="1784761"/>
                  </a:lnTo>
                  <a:lnTo>
                    <a:pt x="682683" y="1789438"/>
                  </a:lnTo>
                  <a:lnTo>
                    <a:pt x="683525" y="1793448"/>
                  </a:lnTo>
                  <a:lnTo>
                    <a:pt x="684366" y="1797401"/>
                  </a:lnTo>
                  <a:lnTo>
                    <a:pt x="685207" y="1802274"/>
                  </a:lnTo>
                  <a:lnTo>
                    <a:pt x="686048" y="1808252"/>
                  </a:lnTo>
                  <a:lnTo>
                    <a:pt x="686890" y="1813990"/>
                  </a:lnTo>
                  <a:lnTo>
                    <a:pt x="687731" y="1819580"/>
                  </a:lnTo>
                  <a:lnTo>
                    <a:pt x="688572" y="1824911"/>
                  </a:lnTo>
                  <a:lnTo>
                    <a:pt x="689413" y="1830304"/>
                  </a:lnTo>
                  <a:lnTo>
                    <a:pt x="690254" y="1835293"/>
                  </a:lnTo>
                  <a:lnTo>
                    <a:pt x="691096" y="1840311"/>
                  </a:lnTo>
                  <a:lnTo>
                    <a:pt x="691937" y="1844845"/>
                  </a:lnTo>
                  <a:lnTo>
                    <a:pt x="692778" y="1847284"/>
                  </a:lnTo>
                  <a:lnTo>
                    <a:pt x="693619" y="1849371"/>
                  </a:lnTo>
                  <a:lnTo>
                    <a:pt x="694460" y="1852616"/>
                  </a:lnTo>
                  <a:lnTo>
                    <a:pt x="695302" y="1855082"/>
                  </a:lnTo>
                  <a:lnTo>
                    <a:pt x="696143" y="1858267"/>
                  </a:lnTo>
                  <a:lnTo>
                    <a:pt x="696984" y="1862201"/>
                  </a:lnTo>
                  <a:lnTo>
                    <a:pt x="697825" y="1864521"/>
                  </a:lnTo>
                  <a:lnTo>
                    <a:pt x="698666" y="1866795"/>
                  </a:lnTo>
                  <a:lnTo>
                    <a:pt x="699508" y="1867463"/>
                  </a:lnTo>
                  <a:lnTo>
                    <a:pt x="700349" y="1867790"/>
                  </a:lnTo>
                  <a:lnTo>
                    <a:pt x="701190" y="1867708"/>
                  </a:lnTo>
                  <a:lnTo>
                    <a:pt x="702031" y="1867333"/>
                  </a:lnTo>
                  <a:lnTo>
                    <a:pt x="702872" y="1865716"/>
                  </a:lnTo>
                  <a:lnTo>
                    <a:pt x="703714" y="1864244"/>
                  </a:lnTo>
                  <a:lnTo>
                    <a:pt x="704555" y="1862158"/>
                  </a:lnTo>
                  <a:lnTo>
                    <a:pt x="705396" y="1860687"/>
                  </a:lnTo>
                  <a:lnTo>
                    <a:pt x="706237" y="1859850"/>
                  </a:lnTo>
                  <a:lnTo>
                    <a:pt x="707078" y="1859095"/>
                  </a:lnTo>
                  <a:lnTo>
                    <a:pt x="707920" y="1858107"/>
                  </a:lnTo>
                  <a:lnTo>
                    <a:pt x="708761" y="1856923"/>
                  </a:lnTo>
                  <a:lnTo>
                    <a:pt x="709602" y="1856042"/>
                  </a:lnTo>
                  <a:lnTo>
                    <a:pt x="710443" y="1855300"/>
                  </a:lnTo>
                  <a:lnTo>
                    <a:pt x="711284" y="1855269"/>
                  </a:lnTo>
                  <a:lnTo>
                    <a:pt x="712126" y="1854515"/>
                  </a:lnTo>
                  <a:lnTo>
                    <a:pt x="712967" y="1853188"/>
                  </a:lnTo>
                  <a:lnTo>
                    <a:pt x="713808" y="1851833"/>
                  </a:lnTo>
                  <a:lnTo>
                    <a:pt x="714649" y="1850477"/>
                  </a:lnTo>
                  <a:lnTo>
                    <a:pt x="715490" y="1849611"/>
                  </a:lnTo>
                  <a:lnTo>
                    <a:pt x="716332" y="1848936"/>
                  </a:lnTo>
                  <a:lnTo>
                    <a:pt x="717173" y="1848476"/>
                  </a:lnTo>
                  <a:lnTo>
                    <a:pt x="718014" y="1848339"/>
                  </a:lnTo>
                  <a:lnTo>
                    <a:pt x="718855" y="1846821"/>
                  </a:lnTo>
                  <a:lnTo>
                    <a:pt x="719696" y="1844952"/>
                  </a:lnTo>
                  <a:lnTo>
                    <a:pt x="720538" y="1842717"/>
                  </a:lnTo>
                  <a:lnTo>
                    <a:pt x="721379" y="1840296"/>
                  </a:lnTo>
                  <a:lnTo>
                    <a:pt x="722220" y="1837470"/>
                  </a:lnTo>
                  <a:lnTo>
                    <a:pt x="723061" y="1834861"/>
                  </a:lnTo>
                  <a:lnTo>
                    <a:pt x="723902" y="1832031"/>
                  </a:lnTo>
                  <a:lnTo>
                    <a:pt x="724744" y="1828542"/>
                  </a:lnTo>
                  <a:lnTo>
                    <a:pt x="725585" y="1825139"/>
                  </a:lnTo>
                  <a:lnTo>
                    <a:pt x="726426" y="1821356"/>
                  </a:lnTo>
                  <a:lnTo>
                    <a:pt x="727267" y="1817520"/>
                  </a:lnTo>
                  <a:lnTo>
                    <a:pt x="728108" y="1813927"/>
                  </a:lnTo>
                  <a:lnTo>
                    <a:pt x="728950" y="1810509"/>
                  </a:lnTo>
                  <a:lnTo>
                    <a:pt x="729791" y="1808055"/>
                  </a:lnTo>
                  <a:lnTo>
                    <a:pt x="730632" y="1806164"/>
                  </a:lnTo>
                  <a:lnTo>
                    <a:pt x="731473" y="1804979"/>
                  </a:lnTo>
                  <a:lnTo>
                    <a:pt x="732314" y="1804500"/>
                  </a:lnTo>
                  <a:lnTo>
                    <a:pt x="733156" y="1805207"/>
                  </a:lnTo>
                  <a:lnTo>
                    <a:pt x="733997" y="1806627"/>
                  </a:lnTo>
                  <a:lnTo>
                    <a:pt x="734838" y="1808283"/>
                  </a:lnTo>
                  <a:lnTo>
                    <a:pt x="735679" y="1809901"/>
                  </a:lnTo>
                  <a:lnTo>
                    <a:pt x="736520" y="1811633"/>
                  </a:lnTo>
                  <a:lnTo>
                    <a:pt x="737362" y="1811823"/>
                  </a:lnTo>
                  <a:lnTo>
                    <a:pt x="738203" y="1811296"/>
                  </a:lnTo>
                  <a:lnTo>
                    <a:pt x="739044" y="1811425"/>
                  </a:lnTo>
                  <a:lnTo>
                    <a:pt x="739885" y="1810697"/>
                  </a:lnTo>
                  <a:lnTo>
                    <a:pt x="740726" y="1809360"/>
                  </a:lnTo>
                  <a:lnTo>
                    <a:pt x="741568" y="1807285"/>
                  </a:lnTo>
                  <a:lnTo>
                    <a:pt x="742409" y="1803923"/>
                  </a:lnTo>
                  <a:lnTo>
                    <a:pt x="743250" y="1799654"/>
                  </a:lnTo>
                  <a:lnTo>
                    <a:pt x="744091" y="1795016"/>
                  </a:lnTo>
                  <a:lnTo>
                    <a:pt x="744932" y="1789994"/>
                  </a:lnTo>
                  <a:lnTo>
                    <a:pt x="745774" y="1784402"/>
                  </a:lnTo>
                  <a:lnTo>
                    <a:pt x="746615" y="1778764"/>
                  </a:lnTo>
                  <a:lnTo>
                    <a:pt x="747456" y="1773468"/>
                  </a:lnTo>
                  <a:lnTo>
                    <a:pt x="748297" y="1768324"/>
                  </a:lnTo>
                  <a:lnTo>
                    <a:pt x="749138" y="1762592"/>
                  </a:lnTo>
                  <a:lnTo>
                    <a:pt x="749980" y="1757192"/>
                  </a:lnTo>
                  <a:lnTo>
                    <a:pt x="750821" y="1752124"/>
                  </a:lnTo>
                  <a:lnTo>
                    <a:pt x="751662" y="1746112"/>
                  </a:lnTo>
                  <a:lnTo>
                    <a:pt x="752503" y="1740756"/>
                  </a:lnTo>
                  <a:lnTo>
                    <a:pt x="753344" y="1735831"/>
                  </a:lnTo>
                  <a:lnTo>
                    <a:pt x="754186" y="1733020"/>
                  </a:lnTo>
                  <a:lnTo>
                    <a:pt x="755027" y="1730468"/>
                  </a:lnTo>
                  <a:lnTo>
                    <a:pt x="755868" y="1727787"/>
                  </a:lnTo>
                  <a:lnTo>
                    <a:pt x="756709" y="1724923"/>
                  </a:lnTo>
                  <a:lnTo>
                    <a:pt x="757551" y="1721710"/>
                  </a:lnTo>
                  <a:lnTo>
                    <a:pt x="758392" y="1718504"/>
                  </a:lnTo>
                  <a:lnTo>
                    <a:pt x="759233" y="1715101"/>
                  </a:lnTo>
                  <a:lnTo>
                    <a:pt x="760074" y="1711159"/>
                  </a:lnTo>
                  <a:lnTo>
                    <a:pt x="760915" y="1706882"/>
                  </a:lnTo>
                  <a:lnTo>
                    <a:pt x="761757" y="1703053"/>
                  </a:lnTo>
                  <a:lnTo>
                    <a:pt x="762598" y="1699096"/>
                  </a:lnTo>
                  <a:lnTo>
                    <a:pt x="763439" y="1695601"/>
                  </a:lnTo>
                  <a:lnTo>
                    <a:pt x="764280" y="1692669"/>
                  </a:lnTo>
                  <a:lnTo>
                    <a:pt x="765121" y="1690094"/>
                  </a:lnTo>
                  <a:lnTo>
                    <a:pt x="765963" y="1687246"/>
                  </a:lnTo>
                  <a:lnTo>
                    <a:pt x="766804" y="1683843"/>
                  </a:lnTo>
                  <a:lnTo>
                    <a:pt x="767645" y="1680872"/>
                  </a:lnTo>
                  <a:lnTo>
                    <a:pt x="768486" y="1678381"/>
                  </a:lnTo>
                  <a:lnTo>
                    <a:pt x="769327" y="1676360"/>
                  </a:lnTo>
                  <a:lnTo>
                    <a:pt x="770169" y="1674666"/>
                  </a:lnTo>
                  <a:lnTo>
                    <a:pt x="771010" y="1673519"/>
                  </a:lnTo>
                  <a:lnTo>
                    <a:pt x="771851" y="1673261"/>
                  </a:lnTo>
                  <a:lnTo>
                    <a:pt x="772692" y="1671984"/>
                  </a:lnTo>
                  <a:lnTo>
                    <a:pt x="773533" y="1671374"/>
                  </a:lnTo>
                  <a:lnTo>
                    <a:pt x="774375" y="1671175"/>
                  </a:lnTo>
                  <a:lnTo>
                    <a:pt x="775216" y="1669993"/>
                  </a:lnTo>
                  <a:lnTo>
                    <a:pt x="776057" y="1668528"/>
                  </a:lnTo>
                  <a:lnTo>
                    <a:pt x="776898" y="1666891"/>
                  </a:lnTo>
                  <a:lnTo>
                    <a:pt x="777739" y="1664830"/>
                  </a:lnTo>
                  <a:lnTo>
                    <a:pt x="778581" y="1661466"/>
                  </a:lnTo>
                  <a:lnTo>
                    <a:pt x="779422" y="1657684"/>
                  </a:lnTo>
                  <a:lnTo>
                    <a:pt x="780263" y="1653572"/>
                  </a:lnTo>
                  <a:lnTo>
                    <a:pt x="781104" y="1648783"/>
                  </a:lnTo>
                  <a:lnTo>
                    <a:pt x="781945" y="1644227"/>
                  </a:lnTo>
                  <a:lnTo>
                    <a:pt x="782787" y="1639542"/>
                  </a:lnTo>
                  <a:lnTo>
                    <a:pt x="783628" y="1634591"/>
                  </a:lnTo>
                  <a:lnTo>
                    <a:pt x="784469" y="1631282"/>
                  </a:lnTo>
                  <a:lnTo>
                    <a:pt x="785310" y="1628682"/>
                  </a:lnTo>
                  <a:lnTo>
                    <a:pt x="786151" y="1626175"/>
                  </a:lnTo>
                  <a:lnTo>
                    <a:pt x="786993" y="1625134"/>
                  </a:lnTo>
                  <a:lnTo>
                    <a:pt x="787834" y="1623330"/>
                  </a:lnTo>
                  <a:lnTo>
                    <a:pt x="788675" y="1621771"/>
                  </a:lnTo>
                  <a:lnTo>
                    <a:pt x="789516" y="1620808"/>
                  </a:lnTo>
                  <a:lnTo>
                    <a:pt x="790357" y="1622055"/>
                  </a:lnTo>
                  <a:lnTo>
                    <a:pt x="791199" y="1623404"/>
                  </a:lnTo>
                  <a:lnTo>
                    <a:pt x="792040" y="1624845"/>
                  </a:lnTo>
                  <a:lnTo>
                    <a:pt x="792881" y="1626417"/>
                  </a:lnTo>
                  <a:lnTo>
                    <a:pt x="793722" y="1628389"/>
                  </a:lnTo>
                  <a:lnTo>
                    <a:pt x="794563" y="1631071"/>
                  </a:lnTo>
                  <a:lnTo>
                    <a:pt x="795405" y="1633356"/>
                  </a:lnTo>
                  <a:lnTo>
                    <a:pt x="796246" y="1635939"/>
                  </a:lnTo>
                  <a:lnTo>
                    <a:pt x="797087" y="1638090"/>
                  </a:lnTo>
                  <a:lnTo>
                    <a:pt x="797928" y="1639569"/>
                  </a:lnTo>
                  <a:lnTo>
                    <a:pt x="798769" y="1641412"/>
                  </a:lnTo>
                  <a:lnTo>
                    <a:pt x="799611" y="1642522"/>
                  </a:lnTo>
                  <a:lnTo>
                    <a:pt x="800452" y="1642589"/>
                  </a:lnTo>
                  <a:lnTo>
                    <a:pt x="801293" y="1642332"/>
                  </a:lnTo>
                  <a:lnTo>
                    <a:pt x="802134" y="1640783"/>
                  </a:lnTo>
                  <a:lnTo>
                    <a:pt x="802975" y="1638287"/>
                  </a:lnTo>
                  <a:lnTo>
                    <a:pt x="803817" y="1635829"/>
                  </a:lnTo>
                  <a:lnTo>
                    <a:pt x="804658" y="1633094"/>
                  </a:lnTo>
                  <a:lnTo>
                    <a:pt x="805499" y="1629962"/>
                  </a:lnTo>
                  <a:lnTo>
                    <a:pt x="806340" y="1626178"/>
                  </a:lnTo>
                  <a:lnTo>
                    <a:pt x="807181" y="1621446"/>
                  </a:lnTo>
                  <a:lnTo>
                    <a:pt x="808023" y="1617094"/>
                  </a:lnTo>
                  <a:lnTo>
                    <a:pt x="808864" y="1609897"/>
                  </a:lnTo>
                  <a:lnTo>
                    <a:pt x="809705" y="1602573"/>
                  </a:lnTo>
                  <a:lnTo>
                    <a:pt x="810546" y="1594200"/>
                  </a:lnTo>
                  <a:lnTo>
                    <a:pt x="811387" y="1586008"/>
                  </a:lnTo>
                  <a:lnTo>
                    <a:pt x="812229" y="1578162"/>
                  </a:lnTo>
                  <a:lnTo>
                    <a:pt x="813070" y="1570322"/>
                  </a:lnTo>
                  <a:lnTo>
                    <a:pt x="813911" y="1560324"/>
                  </a:lnTo>
                  <a:lnTo>
                    <a:pt x="814752" y="1549724"/>
                  </a:lnTo>
                  <a:lnTo>
                    <a:pt x="815593" y="1538255"/>
                  </a:lnTo>
                  <a:lnTo>
                    <a:pt x="816435" y="1526586"/>
                  </a:lnTo>
                  <a:lnTo>
                    <a:pt x="817276" y="1515652"/>
                  </a:lnTo>
                  <a:lnTo>
                    <a:pt x="818117" y="1506058"/>
                  </a:lnTo>
                  <a:lnTo>
                    <a:pt x="818958" y="1496996"/>
                  </a:lnTo>
                  <a:lnTo>
                    <a:pt x="819799" y="1488761"/>
                  </a:lnTo>
                  <a:lnTo>
                    <a:pt x="820641" y="1481198"/>
                  </a:lnTo>
                  <a:lnTo>
                    <a:pt x="821482" y="1473960"/>
                  </a:lnTo>
                  <a:lnTo>
                    <a:pt x="822323" y="1466989"/>
                  </a:lnTo>
                  <a:lnTo>
                    <a:pt x="823164" y="1460046"/>
                  </a:lnTo>
                  <a:lnTo>
                    <a:pt x="824005" y="1452907"/>
                  </a:lnTo>
                  <a:lnTo>
                    <a:pt x="824847" y="1445018"/>
                  </a:lnTo>
                  <a:lnTo>
                    <a:pt x="825688" y="1433241"/>
                  </a:lnTo>
                  <a:lnTo>
                    <a:pt x="826529" y="1421276"/>
                  </a:lnTo>
                  <a:lnTo>
                    <a:pt x="827370" y="1409718"/>
                  </a:lnTo>
                  <a:lnTo>
                    <a:pt x="828212" y="1402320"/>
                  </a:lnTo>
                  <a:lnTo>
                    <a:pt x="829053" y="1394319"/>
                  </a:lnTo>
                  <a:lnTo>
                    <a:pt x="829894" y="1385371"/>
                  </a:lnTo>
                  <a:lnTo>
                    <a:pt x="830735" y="1377109"/>
                  </a:lnTo>
                  <a:lnTo>
                    <a:pt x="831576" y="1367529"/>
                  </a:lnTo>
                  <a:lnTo>
                    <a:pt x="832418" y="1356559"/>
                  </a:lnTo>
                  <a:lnTo>
                    <a:pt x="833259" y="1344282"/>
                  </a:lnTo>
                  <a:lnTo>
                    <a:pt x="834100" y="1331720"/>
                  </a:lnTo>
                  <a:lnTo>
                    <a:pt x="834941" y="1318734"/>
                  </a:lnTo>
                  <a:lnTo>
                    <a:pt x="835782" y="1305012"/>
                  </a:lnTo>
                  <a:lnTo>
                    <a:pt x="836624" y="1290477"/>
                  </a:lnTo>
                  <a:lnTo>
                    <a:pt x="837465" y="1275924"/>
                  </a:lnTo>
                  <a:lnTo>
                    <a:pt x="838306" y="1260945"/>
                  </a:lnTo>
                  <a:lnTo>
                    <a:pt x="839147" y="1245884"/>
                  </a:lnTo>
                  <a:lnTo>
                    <a:pt x="839988" y="1230621"/>
                  </a:lnTo>
                  <a:lnTo>
                    <a:pt x="840830" y="1215214"/>
                  </a:lnTo>
                  <a:lnTo>
                    <a:pt x="841671" y="1204868"/>
                  </a:lnTo>
                  <a:lnTo>
                    <a:pt x="842512" y="1196037"/>
                  </a:lnTo>
                  <a:lnTo>
                    <a:pt x="843353" y="1189954"/>
                  </a:lnTo>
                  <a:lnTo>
                    <a:pt x="844194" y="1184075"/>
                  </a:lnTo>
                  <a:lnTo>
                    <a:pt x="845036" y="1179382"/>
                  </a:lnTo>
                  <a:lnTo>
                    <a:pt x="845877" y="1174604"/>
                  </a:lnTo>
                  <a:lnTo>
                    <a:pt x="846718" y="1168466"/>
                  </a:lnTo>
                  <a:lnTo>
                    <a:pt x="847559" y="1162103"/>
                  </a:lnTo>
                  <a:lnTo>
                    <a:pt x="848400" y="1156068"/>
                  </a:lnTo>
                  <a:lnTo>
                    <a:pt x="849242" y="1150457"/>
                  </a:lnTo>
                  <a:lnTo>
                    <a:pt x="850083" y="1145420"/>
                  </a:lnTo>
                  <a:lnTo>
                    <a:pt x="850924" y="1141154"/>
                  </a:lnTo>
                  <a:lnTo>
                    <a:pt x="851765" y="1137838"/>
                  </a:lnTo>
                  <a:lnTo>
                    <a:pt x="852606" y="1135632"/>
                  </a:lnTo>
                  <a:lnTo>
                    <a:pt x="853448" y="1134661"/>
                  </a:lnTo>
                  <a:lnTo>
                    <a:pt x="854289" y="1133330"/>
                  </a:lnTo>
                  <a:lnTo>
                    <a:pt x="855130" y="1132224"/>
                  </a:lnTo>
                  <a:lnTo>
                    <a:pt x="855971" y="1131622"/>
                  </a:lnTo>
                  <a:lnTo>
                    <a:pt x="856812" y="1131351"/>
                  </a:lnTo>
                  <a:lnTo>
                    <a:pt x="857654" y="1131257"/>
                  </a:lnTo>
                  <a:lnTo>
                    <a:pt x="858495" y="1131214"/>
                  </a:lnTo>
                  <a:lnTo>
                    <a:pt x="859336" y="1131534"/>
                  </a:lnTo>
                  <a:lnTo>
                    <a:pt x="860177" y="1132042"/>
                  </a:lnTo>
                  <a:lnTo>
                    <a:pt x="861018" y="1134395"/>
                  </a:lnTo>
                  <a:lnTo>
                    <a:pt x="861860" y="1136998"/>
                  </a:lnTo>
                  <a:lnTo>
                    <a:pt x="862701" y="1139400"/>
                  </a:lnTo>
                  <a:lnTo>
                    <a:pt x="863542" y="1141333"/>
                  </a:lnTo>
                  <a:lnTo>
                    <a:pt x="864383" y="1142948"/>
                  </a:lnTo>
                  <a:lnTo>
                    <a:pt x="865224" y="1144870"/>
                  </a:lnTo>
                  <a:lnTo>
                    <a:pt x="866066" y="1146826"/>
                  </a:lnTo>
                  <a:lnTo>
                    <a:pt x="866907" y="1148845"/>
                  </a:lnTo>
                  <a:lnTo>
                    <a:pt x="867748" y="1152097"/>
                  </a:lnTo>
                  <a:lnTo>
                    <a:pt x="868589" y="1154786"/>
                  </a:lnTo>
                  <a:lnTo>
                    <a:pt x="869430" y="1157011"/>
                  </a:lnTo>
                  <a:lnTo>
                    <a:pt x="870272" y="1159722"/>
                  </a:lnTo>
                  <a:lnTo>
                    <a:pt x="871113" y="1163233"/>
                  </a:lnTo>
                  <a:lnTo>
                    <a:pt x="871954" y="1166606"/>
                  </a:lnTo>
                  <a:lnTo>
                    <a:pt x="872795" y="1170270"/>
                  </a:lnTo>
                  <a:lnTo>
                    <a:pt x="873636" y="1173328"/>
                  </a:lnTo>
                  <a:lnTo>
                    <a:pt x="874478" y="1176444"/>
                  </a:lnTo>
                  <a:lnTo>
                    <a:pt x="875319" y="1179937"/>
                  </a:lnTo>
                  <a:lnTo>
                    <a:pt x="876160" y="1183824"/>
                  </a:lnTo>
                  <a:lnTo>
                    <a:pt x="877001" y="1187861"/>
                  </a:lnTo>
                  <a:lnTo>
                    <a:pt x="877842" y="1191552"/>
                  </a:lnTo>
                  <a:lnTo>
                    <a:pt x="878684" y="1195285"/>
                  </a:lnTo>
                  <a:lnTo>
                    <a:pt x="879525" y="1198548"/>
                  </a:lnTo>
                  <a:lnTo>
                    <a:pt x="880366" y="1202112"/>
                  </a:lnTo>
                  <a:lnTo>
                    <a:pt x="881207" y="1206414"/>
                  </a:lnTo>
                  <a:lnTo>
                    <a:pt x="882048" y="1211236"/>
                  </a:lnTo>
                  <a:lnTo>
                    <a:pt x="882890" y="1215509"/>
                  </a:lnTo>
                  <a:lnTo>
                    <a:pt x="883731" y="1219160"/>
                  </a:lnTo>
                  <a:lnTo>
                    <a:pt x="884572" y="1222227"/>
                  </a:lnTo>
                  <a:lnTo>
                    <a:pt x="885413" y="1225296"/>
                  </a:lnTo>
                  <a:lnTo>
                    <a:pt x="886254" y="1228518"/>
                  </a:lnTo>
                  <a:lnTo>
                    <a:pt x="887096" y="1232269"/>
                  </a:lnTo>
                  <a:lnTo>
                    <a:pt x="887937" y="1235813"/>
                  </a:lnTo>
                  <a:lnTo>
                    <a:pt x="888778" y="1239149"/>
                  </a:lnTo>
                  <a:lnTo>
                    <a:pt x="889619" y="1241854"/>
                  </a:lnTo>
                  <a:lnTo>
                    <a:pt x="890460" y="1244441"/>
                  </a:lnTo>
                  <a:lnTo>
                    <a:pt x="891302" y="1245750"/>
                  </a:lnTo>
                  <a:lnTo>
                    <a:pt x="892143" y="1246672"/>
                  </a:lnTo>
                  <a:lnTo>
                    <a:pt x="892984" y="1246809"/>
                  </a:lnTo>
                  <a:lnTo>
                    <a:pt x="893825" y="1246390"/>
                  </a:lnTo>
                  <a:lnTo>
                    <a:pt x="894666" y="1245673"/>
                  </a:lnTo>
                  <a:lnTo>
                    <a:pt x="895508" y="1244768"/>
                  </a:lnTo>
                  <a:lnTo>
                    <a:pt x="896349" y="1243626"/>
                  </a:lnTo>
                  <a:lnTo>
                    <a:pt x="897190" y="1242820"/>
                  </a:lnTo>
                  <a:lnTo>
                    <a:pt x="898031" y="1241641"/>
                  </a:lnTo>
                  <a:lnTo>
                    <a:pt x="898873" y="1239792"/>
                  </a:lnTo>
                  <a:lnTo>
                    <a:pt x="899714" y="1237523"/>
                  </a:lnTo>
                  <a:lnTo>
                    <a:pt x="900555" y="1235026"/>
                  </a:lnTo>
                  <a:lnTo>
                    <a:pt x="901396" y="1232406"/>
                  </a:lnTo>
                  <a:lnTo>
                    <a:pt x="902237" y="1229773"/>
                  </a:lnTo>
                  <a:lnTo>
                    <a:pt x="903079" y="1227157"/>
                  </a:lnTo>
                  <a:lnTo>
                    <a:pt x="903920" y="1224439"/>
                  </a:lnTo>
                  <a:lnTo>
                    <a:pt x="904761" y="1222129"/>
                  </a:lnTo>
                  <a:lnTo>
                    <a:pt x="905602" y="1220046"/>
                  </a:lnTo>
                  <a:lnTo>
                    <a:pt x="906443" y="1218646"/>
                  </a:lnTo>
                  <a:lnTo>
                    <a:pt x="907285" y="1216890"/>
                  </a:lnTo>
                  <a:lnTo>
                    <a:pt x="908126" y="1215856"/>
                  </a:lnTo>
                  <a:lnTo>
                    <a:pt x="908967" y="1214911"/>
                  </a:lnTo>
                  <a:lnTo>
                    <a:pt x="909808" y="1215276"/>
                  </a:lnTo>
                  <a:lnTo>
                    <a:pt x="910649" y="1216827"/>
                  </a:lnTo>
                  <a:lnTo>
                    <a:pt x="911491" y="1219523"/>
                  </a:lnTo>
                  <a:lnTo>
                    <a:pt x="912332" y="1222889"/>
                  </a:lnTo>
                  <a:lnTo>
                    <a:pt x="913173" y="1226994"/>
                  </a:lnTo>
                  <a:lnTo>
                    <a:pt x="914014" y="1231732"/>
                  </a:lnTo>
                  <a:lnTo>
                    <a:pt x="914855" y="1236723"/>
                  </a:lnTo>
                  <a:lnTo>
                    <a:pt x="915697" y="1241824"/>
                  </a:lnTo>
                  <a:lnTo>
                    <a:pt x="916538" y="1246945"/>
                  </a:lnTo>
                  <a:lnTo>
                    <a:pt x="917379" y="1252695"/>
                  </a:lnTo>
                  <a:lnTo>
                    <a:pt x="918220" y="1258193"/>
                  </a:lnTo>
                  <a:lnTo>
                    <a:pt x="919061" y="1264219"/>
                  </a:lnTo>
                  <a:lnTo>
                    <a:pt x="919903" y="1270350"/>
                  </a:lnTo>
                  <a:lnTo>
                    <a:pt x="920744" y="1275993"/>
                  </a:lnTo>
                  <a:lnTo>
                    <a:pt x="921585" y="1281517"/>
                  </a:lnTo>
                  <a:lnTo>
                    <a:pt x="922426" y="1286396"/>
                  </a:lnTo>
                  <a:lnTo>
                    <a:pt x="923267" y="1290545"/>
                  </a:lnTo>
                  <a:lnTo>
                    <a:pt x="924109" y="1294045"/>
                  </a:lnTo>
                  <a:lnTo>
                    <a:pt x="924950" y="1297299"/>
                  </a:lnTo>
                  <a:lnTo>
                    <a:pt x="925791" y="1299768"/>
                  </a:lnTo>
                  <a:lnTo>
                    <a:pt x="926632" y="1301086"/>
                  </a:lnTo>
                  <a:lnTo>
                    <a:pt x="927473" y="1301489"/>
                  </a:lnTo>
                  <a:lnTo>
                    <a:pt x="928315" y="1301717"/>
                  </a:lnTo>
                  <a:lnTo>
                    <a:pt x="929156" y="1301675"/>
                  </a:lnTo>
                  <a:lnTo>
                    <a:pt x="929997" y="1302056"/>
                  </a:lnTo>
                  <a:lnTo>
                    <a:pt x="930838" y="1302332"/>
                  </a:lnTo>
                  <a:lnTo>
                    <a:pt x="931679" y="1301529"/>
                  </a:lnTo>
                  <a:lnTo>
                    <a:pt x="932521" y="1299953"/>
                  </a:lnTo>
                  <a:lnTo>
                    <a:pt x="933362" y="1298050"/>
                  </a:lnTo>
                  <a:lnTo>
                    <a:pt x="934203" y="1296215"/>
                  </a:lnTo>
                  <a:lnTo>
                    <a:pt x="935044" y="1295359"/>
                  </a:lnTo>
                  <a:lnTo>
                    <a:pt x="935885" y="1294068"/>
                  </a:lnTo>
                  <a:lnTo>
                    <a:pt x="936727" y="1293085"/>
                  </a:lnTo>
                  <a:lnTo>
                    <a:pt x="937568" y="1293487"/>
                  </a:lnTo>
                  <a:lnTo>
                    <a:pt x="938409" y="1294517"/>
                  </a:lnTo>
                  <a:lnTo>
                    <a:pt x="939250" y="1296689"/>
                  </a:lnTo>
                  <a:lnTo>
                    <a:pt x="940091" y="1299480"/>
                  </a:lnTo>
                  <a:lnTo>
                    <a:pt x="940933" y="1302208"/>
                  </a:lnTo>
                  <a:lnTo>
                    <a:pt x="941774" y="1304692"/>
                  </a:lnTo>
                  <a:lnTo>
                    <a:pt x="942615" y="1307145"/>
                  </a:lnTo>
                  <a:lnTo>
                    <a:pt x="943456" y="1309139"/>
                  </a:lnTo>
                  <a:lnTo>
                    <a:pt x="944297" y="1310824"/>
                  </a:lnTo>
                  <a:lnTo>
                    <a:pt x="945139" y="1313047"/>
                  </a:lnTo>
                  <a:lnTo>
                    <a:pt x="945980" y="1315980"/>
                  </a:lnTo>
                  <a:lnTo>
                    <a:pt x="946821" y="1319846"/>
                  </a:lnTo>
                  <a:lnTo>
                    <a:pt x="947662" y="1323784"/>
                  </a:lnTo>
                  <a:lnTo>
                    <a:pt x="948503" y="1327803"/>
                  </a:lnTo>
                  <a:lnTo>
                    <a:pt x="949345" y="1331892"/>
                  </a:lnTo>
                  <a:lnTo>
                    <a:pt x="950186" y="1334638"/>
                  </a:lnTo>
                  <a:lnTo>
                    <a:pt x="951027" y="1337677"/>
                  </a:lnTo>
                  <a:lnTo>
                    <a:pt x="951868" y="1340315"/>
                  </a:lnTo>
                  <a:lnTo>
                    <a:pt x="952709" y="1341008"/>
                  </a:lnTo>
                  <a:lnTo>
                    <a:pt x="953551" y="1340764"/>
                  </a:lnTo>
                  <a:lnTo>
                    <a:pt x="954392" y="1340392"/>
                  </a:lnTo>
                  <a:lnTo>
                    <a:pt x="955233" y="1339883"/>
                  </a:lnTo>
                  <a:lnTo>
                    <a:pt x="956074" y="1340307"/>
                  </a:lnTo>
                  <a:lnTo>
                    <a:pt x="956915" y="1340992"/>
                  </a:lnTo>
                  <a:lnTo>
                    <a:pt x="957757" y="1341960"/>
                  </a:lnTo>
                  <a:lnTo>
                    <a:pt x="958598" y="1342950"/>
                  </a:lnTo>
                  <a:lnTo>
                    <a:pt x="959439" y="1344159"/>
                  </a:lnTo>
                  <a:lnTo>
                    <a:pt x="960280" y="1346060"/>
                  </a:lnTo>
                  <a:lnTo>
                    <a:pt x="961121" y="1348392"/>
                  </a:lnTo>
                  <a:lnTo>
                    <a:pt x="961963" y="1350687"/>
                  </a:lnTo>
                  <a:lnTo>
                    <a:pt x="962804" y="1353000"/>
                  </a:lnTo>
                  <a:lnTo>
                    <a:pt x="963645" y="1355799"/>
                  </a:lnTo>
                  <a:lnTo>
                    <a:pt x="964486" y="1357740"/>
                  </a:lnTo>
                  <a:lnTo>
                    <a:pt x="965327" y="1359840"/>
                  </a:lnTo>
                  <a:lnTo>
                    <a:pt x="966169" y="1361415"/>
                  </a:lnTo>
                  <a:lnTo>
                    <a:pt x="967010" y="1362057"/>
                  </a:lnTo>
                  <a:lnTo>
                    <a:pt x="967851" y="1362809"/>
                  </a:lnTo>
                  <a:lnTo>
                    <a:pt x="968692" y="1364460"/>
                  </a:lnTo>
                  <a:lnTo>
                    <a:pt x="969534" y="1365222"/>
                  </a:lnTo>
                  <a:lnTo>
                    <a:pt x="970375" y="1366454"/>
                  </a:lnTo>
                  <a:lnTo>
                    <a:pt x="971216" y="1367785"/>
                  </a:lnTo>
                  <a:lnTo>
                    <a:pt x="972057" y="1369344"/>
                  </a:lnTo>
                  <a:lnTo>
                    <a:pt x="972898" y="1370758"/>
                  </a:lnTo>
                  <a:lnTo>
                    <a:pt x="973740" y="1372392"/>
                  </a:lnTo>
                  <a:lnTo>
                    <a:pt x="974581" y="1375578"/>
                  </a:lnTo>
                  <a:lnTo>
                    <a:pt x="975422" y="1379374"/>
                  </a:lnTo>
                  <a:lnTo>
                    <a:pt x="976263" y="1382668"/>
                  </a:lnTo>
                  <a:lnTo>
                    <a:pt x="977104" y="1389287"/>
                  </a:lnTo>
                  <a:lnTo>
                    <a:pt x="977946" y="1394939"/>
                  </a:lnTo>
                  <a:lnTo>
                    <a:pt x="978787" y="1401238"/>
                  </a:lnTo>
                  <a:lnTo>
                    <a:pt x="979628" y="1406690"/>
                  </a:lnTo>
                  <a:lnTo>
                    <a:pt x="980469" y="1411980"/>
                  </a:lnTo>
                  <a:lnTo>
                    <a:pt x="981310" y="1416425"/>
                  </a:lnTo>
                  <a:lnTo>
                    <a:pt x="982152" y="1423050"/>
                  </a:lnTo>
                  <a:lnTo>
                    <a:pt x="982993" y="1430333"/>
                  </a:lnTo>
                  <a:lnTo>
                    <a:pt x="983834" y="1438889"/>
                  </a:lnTo>
                  <a:lnTo>
                    <a:pt x="984675" y="1447599"/>
                  </a:lnTo>
                  <a:lnTo>
                    <a:pt x="985516" y="1455470"/>
                  </a:lnTo>
                  <a:lnTo>
                    <a:pt x="986358" y="1462159"/>
                  </a:lnTo>
                  <a:lnTo>
                    <a:pt x="987199" y="1468283"/>
                  </a:lnTo>
                  <a:lnTo>
                    <a:pt x="988040" y="1474000"/>
                  </a:lnTo>
                  <a:lnTo>
                    <a:pt x="988881" y="1479727"/>
                  </a:lnTo>
                  <a:lnTo>
                    <a:pt x="989722" y="1485098"/>
                  </a:lnTo>
                  <a:lnTo>
                    <a:pt x="990564" y="1489817"/>
                  </a:lnTo>
                  <a:lnTo>
                    <a:pt x="991405" y="1495684"/>
                  </a:lnTo>
                  <a:lnTo>
                    <a:pt x="992246" y="1503153"/>
                  </a:lnTo>
                  <a:lnTo>
                    <a:pt x="993087" y="1512334"/>
                  </a:lnTo>
                  <a:lnTo>
                    <a:pt x="993928" y="1526566"/>
                  </a:lnTo>
                  <a:lnTo>
                    <a:pt x="994770" y="1540634"/>
                  </a:lnTo>
                  <a:lnTo>
                    <a:pt x="995611" y="1554892"/>
                  </a:lnTo>
                  <a:lnTo>
                    <a:pt x="996452" y="1564734"/>
                  </a:lnTo>
                  <a:lnTo>
                    <a:pt x="997293" y="1575079"/>
                  </a:lnTo>
                  <a:lnTo>
                    <a:pt x="998134" y="1587947"/>
                  </a:lnTo>
                  <a:lnTo>
                    <a:pt x="998976" y="1602195"/>
                  </a:lnTo>
                  <a:lnTo>
                    <a:pt x="999817" y="1616818"/>
                  </a:lnTo>
                  <a:lnTo>
                    <a:pt x="1000658" y="1631518"/>
                  </a:lnTo>
                  <a:lnTo>
                    <a:pt x="1001499" y="1646499"/>
                  </a:lnTo>
                  <a:lnTo>
                    <a:pt x="1002340" y="1660725"/>
                  </a:lnTo>
                  <a:lnTo>
                    <a:pt x="1003182" y="1674683"/>
                  </a:lnTo>
                  <a:lnTo>
                    <a:pt x="1004023" y="1688831"/>
                  </a:lnTo>
                  <a:lnTo>
                    <a:pt x="1004864" y="1702553"/>
                  </a:lnTo>
                  <a:lnTo>
                    <a:pt x="1005705" y="1715449"/>
                  </a:lnTo>
                  <a:lnTo>
                    <a:pt x="1006546" y="1728301"/>
                  </a:lnTo>
                  <a:lnTo>
                    <a:pt x="1007388" y="1740978"/>
                  </a:lnTo>
                  <a:lnTo>
                    <a:pt x="1008229" y="1753923"/>
                  </a:lnTo>
                  <a:lnTo>
                    <a:pt x="1009070" y="1766922"/>
                  </a:lnTo>
                  <a:lnTo>
                    <a:pt x="1009911" y="1774876"/>
                  </a:lnTo>
                  <a:lnTo>
                    <a:pt x="1010752" y="1781656"/>
                  </a:lnTo>
                  <a:lnTo>
                    <a:pt x="1011594" y="1785437"/>
                  </a:lnTo>
                  <a:lnTo>
                    <a:pt x="1012435" y="1788847"/>
                  </a:lnTo>
                  <a:lnTo>
                    <a:pt x="1013276" y="1791642"/>
                  </a:lnTo>
                  <a:lnTo>
                    <a:pt x="1014117" y="1794999"/>
                  </a:lnTo>
                  <a:lnTo>
                    <a:pt x="1014958" y="1799010"/>
                  </a:lnTo>
                  <a:lnTo>
                    <a:pt x="1015800" y="1802673"/>
                  </a:lnTo>
                  <a:lnTo>
                    <a:pt x="1016641" y="1805885"/>
                  </a:lnTo>
                  <a:lnTo>
                    <a:pt x="1017482" y="1808893"/>
                  </a:lnTo>
                  <a:lnTo>
                    <a:pt x="1018323" y="1812191"/>
                  </a:lnTo>
                  <a:lnTo>
                    <a:pt x="1019164" y="1815134"/>
                  </a:lnTo>
                  <a:lnTo>
                    <a:pt x="1020006" y="1818292"/>
                  </a:lnTo>
                  <a:lnTo>
                    <a:pt x="1020847" y="1820732"/>
                  </a:lnTo>
                  <a:lnTo>
                    <a:pt x="1021688" y="1822565"/>
                  </a:lnTo>
                  <a:lnTo>
                    <a:pt x="1022529" y="1823889"/>
                  </a:lnTo>
                  <a:lnTo>
                    <a:pt x="1023370" y="1825639"/>
                  </a:lnTo>
                  <a:lnTo>
                    <a:pt x="1024212" y="1827631"/>
                  </a:lnTo>
                  <a:lnTo>
                    <a:pt x="1025053" y="1830120"/>
                  </a:lnTo>
                  <a:lnTo>
                    <a:pt x="1025894" y="1832604"/>
                  </a:lnTo>
                  <a:lnTo>
                    <a:pt x="1026735" y="1835032"/>
                  </a:lnTo>
                  <a:lnTo>
                    <a:pt x="1027576" y="1837252"/>
                  </a:lnTo>
                  <a:lnTo>
                    <a:pt x="1028418" y="1839998"/>
                  </a:lnTo>
                  <a:lnTo>
                    <a:pt x="1029259" y="1842895"/>
                  </a:lnTo>
                  <a:lnTo>
                    <a:pt x="1030100" y="1846150"/>
                  </a:lnTo>
                  <a:lnTo>
                    <a:pt x="1030941" y="1849241"/>
                  </a:lnTo>
                  <a:lnTo>
                    <a:pt x="1031782" y="1852670"/>
                  </a:lnTo>
                  <a:lnTo>
                    <a:pt x="1032624" y="1855986"/>
                  </a:lnTo>
                  <a:lnTo>
                    <a:pt x="1033465" y="1859297"/>
                  </a:lnTo>
                  <a:lnTo>
                    <a:pt x="1034306" y="1862660"/>
                  </a:lnTo>
                  <a:lnTo>
                    <a:pt x="1035147" y="1866139"/>
                  </a:lnTo>
                  <a:lnTo>
                    <a:pt x="1035988" y="1869344"/>
                  </a:lnTo>
                  <a:lnTo>
                    <a:pt x="1036830" y="1872816"/>
                  </a:lnTo>
                  <a:lnTo>
                    <a:pt x="1037671" y="1876220"/>
                  </a:lnTo>
                  <a:lnTo>
                    <a:pt x="1038512" y="1879281"/>
                  </a:lnTo>
                  <a:lnTo>
                    <a:pt x="1039353" y="1881741"/>
                  </a:lnTo>
                  <a:lnTo>
                    <a:pt x="1040195" y="1883959"/>
                  </a:lnTo>
                  <a:lnTo>
                    <a:pt x="1041036" y="1885749"/>
                  </a:lnTo>
                  <a:lnTo>
                    <a:pt x="1041877" y="1887355"/>
                  </a:lnTo>
                  <a:lnTo>
                    <a:pt x="1042718" y="1887931"/>
                  </a:lnTo>
                  <a:lnTo>
                    <a:pt x="1043559" y="1888046"/>
                  </a:lnTo>
                  <a:lnTo>
                    <a:pt x="1044401" y="1888018"/>
                  </a:lnTo>
                  <a:lnTo>
                    <a:pt x="1045242" y="1887437"/>
                  </a:lnTo>
                  <a:lnTo>
                    <a:pt x="1046083" y="1885683"/>
                  </a:lnTo>
                  <a:lnTo>
                    <a:pt x="1046924" y="1883097"/>
                  </a:lnTo>
                  <a:lnTo>
                    <a:pt x="1047765" y="1879925"/>
                  </a:lnTo>
                  <a:lnTo>
                    <a:pt x="1048607" y="1877634"/>
                  </a:lnTo>
                  <a:lnTo>
                    <a:pt x="1049448" y="1874805"/>
                  </a:lnTo>
                  <a:lnTo>
                    <a:pt x="1050289" y="1871700"/>
                  </a:lnTo>
                  <a:lnTo>
                    <a:pt x="1051130" y="1868093"/>
                  </a:lnTo>
                  <a:lnTo>
                    <a:pt x="1051971" y="1865325"/>
                  </a:lnTo>
                  <a:lnTo>
                    <a:pt x="1052813" y="1862065"/>
                  </a:lnTo>
                  <a:lnTo>
                    <a:pt x="1053654" y="1858017"/>
                  </a:lnTo>
                  <a:lnTo>
                    <a:pt x="1054495" y="1854631"/>
                  </a:lnTo>
                  <a:lnTo>
                    <a:pt x="1055336" y="1850972"/>
                  </a:lnTo>
                  <a:lnTo>
                    <a:pt x="1056177" y="1847104"/>
                  </a:lnTo>
                  <a:lnTo>
                    <a:pt x="1057019" y="1843535"/>
                  </a:lnTo>
                  <a:lnTo>
                    <a:pt x="1057860" y="1840097"/>
                  </a:lnTo>
                  <a:lnTo>
                    <a:pt x="1058701" y="1836662"/>
                  </a:lnTo>
                  <a:lnTo>
                    <a:pt x="1059542" y="1833586"/>
                  </a:lnTo>
                  <a:lnTo>
                    <a:pt x="1060383" y="1831346"/>
                  </a:lnTo>
                  <a:lnTo>
                    <a:pt x="1061225" y="1830241"/>
                  </a:lnTo>
                  <a:lnTo>
                    <a:pt x="1062066" y="1828767"/>
                  </a:lnTo>
                  <a:lnTo>
                    <a:pt x="1062907" y="1826707"/>
                  </a:lnTo>
                  <a:lnTo>
                    <a:pt x="1063748" y="1824646"/>
                  </a:lnTo>
                  <a:lnTo>
                    <a:pt x="1064589" y="1822676"/>
                  </a:lnTo>
                  <a:lnTo>
                    <a:pt x="1065431" y="1820957"/>
                  </a:lnTo>
                  <a:lnTo>
                    <a:pt x="1066272" y="1818844"/>
                  </a:lnTo>
                  <a:lnTo>
                    <a:pt x="1067113" y="1817274"/>
                  </a:lnTo>
                  <a:lnTo>
                    <a:pt x="1067954" y="1814744"/>
                  </a:lnTo>
                  <a:lnTo>
                    <a:pt x="1068795" y="1811925"/>
                  </a:lnTo>
                  <a:lnTo>
                    <a:pt x="1069637" y="1808232"/>
                  </a:lnTo>
                  <a:lnTo>
                    <a:pt x="1070478" y="1804173"/>
                  </a:lnTo>
                  <a:lnTo>
                    <a:pt x="1071319" y="1800068"/>
                  </a:lnTo>
                  <a:lnTo>
                    <a:pt x="1072160" y="1797065"/>
                  </a:lnTo>
                  <a:lnTo>
                    <a:pt x="1073001" y="1794223"/>
                  </a:lnTo>
                  <a:lnTo>
                    <a:pt x="1073843" y="1789789"/>
                  </a:lnTo>
                  <a:lnTo>
                    <a:pt x="1074684" y="1782701"/>
                  </a:lnTo>
                  <a:lnTo>
                    <a:pt x="1075525" y="1772014"/>
                  </a:lnTo>
                  <a:lnTo>
                    <a:pt x="1076366" y="1761374"/>
                  </a:lnTo>
                  <a:lnTo>
                    <a:pt x="1077207" y="1751228"/>
                  </a:lnTo>
                  <a:lnTo>
                    <a:pt x="1078049" y="1739066"/>
                  </a:lnTo>
                  <a:lnTo>
                    <a:pt x="1078890" y="1726189"/>
                  </a:lnTo>
                  <a:lnTo>
                    <a:pt x="1079731" y="1717297"/>
                  </a:lnTo>
                  <a:lnTo>
                    <a:pt x="1080572" y="1708793"/>
                  </a:lnTo>
                  <a:lnTo>
                    <a:pt x="1081413" y="1704315"/>
                  </a:lnTo>
                  <a:lnTo>
                    <a:pt x="1082255" y="1700365"/>
                  </a:lnTo>
                  <a:lnTo>
                    <a:pt x="1083096" y="1696336"/>
                  </a:lnTo>
                  <a:lnTo>
                    <a:pt x="1083937" y="1692985"/>
                  </a:lnTo>
                  <a:lnTo>
                    <a:pt x="1084778" y="1689338"/>
                  </a:lnTo>
                  <a:lnTo>
                    <a:pt x="1085619" y="1685522"/>
                  </a:lnTo>
                  <a:lnTo>
                    <a:pt x="1086461" y="1682230"/>
                  </a:lnTo>
                  <a:lnTo>
                    <a:pt x="1087302" y="1678708"/>
                  </a:lnTo>
                  <a:lnTo>
                    <a:pt x="1088143" y="1675304"/>
                  </a:lnTo>
                  <a:lnTo>
                    <a:pt x="1088984" y="1672177"/>
                  </a:lnTo>
                  <a:lnTo>
                    <a:pt x="1089825" y="1668657"/>
                  </a:lnTo>
                  <a:lnTo>
                    <a:pt x="1090667" y="1665222"/>
                  </a:lnTo>
                  <a:lnTo>
                    <a:pt x="1091508" y="1661965"/>
                  </a:lnTo>
                  <a:lnTo>
                    <a:pt x="1092349" y="1659531"/>
                  </a:lnTo>
                  <a:lnTo>
                    <a:pt x="1093190" y="1657195"/>
                  </a:lnTo>
                  <a:lnTo>
                    <a:pt x="1094031" y="1655533"/>
                  </a:lnTo>
                  <a:lnTo>
                    <a:pt x="1094873" y="1654395"/>
                  </a:lnTo>
                  <a:lnTo>
                    <a:pt x="1095714" y="1654129"/>
                  </a:lnTo>
                  <a:lnTo>
                    <a:pt x="1096555" y="1650332"/>
                  </a:lnTo>
                  <a:lnTo>
                    <a:pt x="1097396" y="1646393"/>
                  </a:lnTo>
                  <a:lnTo>
                    <a:pt x="1098237" y="1641359"/>
                  </a:lnTo>
                  <a:lnTo>
                    <a:pt x="1099079" y="1634887"/>
                  </a:lnTo>
                  <a:lnTo>
                    <a:pt x="1099920" y="1627891"/>
                  </a:lnTo>
                  <a:lnTo>
                    <a:pt x="1100761" y="1621284"/>
                  </a:lnTo>
                  <a:lnTo>
                    <a:pt x="1101602" y="1614826"/>
                  </a:lnTo>
                  <a:lnTo>
                    <a:pt x="1102443" y="1608580"/>
                  </a:lnTo>
                  <a:lnTo>
                    <a:pt x="1103285" y="1601472"/>
                  </a:lnTo>
                  <a:lnTo>
                    <a:pt x="1104126" y="1597165"/>
                  </a:lnTo>
                  <a:lnTo>
                    <a:pt x="1104967" y="1592129"/>
                  </a:lnTo>
                  <a:lnTo>
                    <a:pt x="1105808" y="1585531"/>
                  </a:lnTo>
                  <a:lnTo>
                    <a:pt x="1106649" y="1579970"/>
                  </a:lnTo>
                  <a:lnTo>
                    <a:pt x="1107491" y="1574144"/>
                  </a:lnTo>
                  <a:lnTo>
                    <a:pt x="1108332" y="1568507"/>
                  </a:lnTo>
                  <a:lnTo>
                    <a:pt x="1109173" y="1563924"/>
                  </a:lnTo>
                  <a:lnTo>
                    <a:pt x="1110014" y="1560312"/>
                  </a:lnTo>
                  <a:lnTo>
                    <a:pt x="1110856" y="1557196"/>
                  </a:lnTo>
                  <a:lnTo>
                    <a:pt x="1111697" y="1555245"/>
                  </a:lnTo>
                  <a:lnTo>
                    <a:pt x="1112538" y="1553969"/>
                  </a:lnTo>
                  <a:lnTo>
                    <a:pt x="1113379" y="1553122"/>
                  </a:lnTo>
                  <a:lnTo>
                    <a:pt x="1114220" y="1552576"/>
                  </a:lnTo>
                  <a:lnTo>
                    <a:pt x="1115062" y="1552198"/>
                  </a:lnTo>
                  <a:lnTo>
                    <a:pt x="1115903" y="1552722"/>
                  </a:lnTo>
                  <a:lnTo>
                    <a:pt x="1116744" y="1552868"/>
                  </a:lnTo>
                  <a:lnTo>
                    <a:pt x="1117585" y="1553752"/>
                  </a:lnTo>
                  <a:lnTo>
                    <a:pt x="1118426" y="1555604"/>
                  </a:lnTo>
                  <a:lnTo>
                    <a:pt x="1119268" y="1557275"/>
                  </a:lnTo>
                  <a:lnTo>
                    <a:pt x="1120109" y="1559362"/>
                  </a:lnTo>
                  <a:lnTo>
                    <a:pt x="1120950" y="1561822"/>
                  </a:lnTo>
                  <a:lnTo>
                    <a:pt x="1121791" y="1563755"/>
                  </a:lnTo>
                  <a:lnTo>
                    <a:pt x="1122632" y="1564755"/>
                  </a:lnTo>
                  <a:lnTo>
                    <a:pt x="1123474" y="1565335"/>
                  </a:lnTo>
                  <a:lnTo>
                    <a:pt x="1124315" y="1565910"/>
                  </a:lnTo>
                  <a:lnTo>
                    <a:pt x="1125156" y="1566520"/>
                  </a:lnTo>
                  <a:lnTo>
                    <a:pt x="1125997" y="1566308"/>
                  </a:lnTo>
                  <a:lnTo>
                    <a:pt x="1126838" y="1564323"/>
                  </a:lnTo>
                  <a:lnTo>
                    <a:pt x="1127680" y="1559913"/>
                  </a:lnTo>
                  <a:lnTo>
                    <a:pt x="1128521" y="1556023"/>
                  </a:lnTo>
                  <a:lnTo>
                    <a:pt x="1129362" y="1552066"/>
                  </a:lnTo>
                  <a:lnTo>
                    <a:pt x="1130203" y="1548262"/>
                  </a:lnTo>
                  <a:lnTo>
                    <a:pt x="1131044" y="1543974"/>
                  </a:lnTo>
                  <a:lnTo>
                    <a:pt x="1131886" y="1540044"/>
                  </a:lnTo>
                  <a:lnTo>
                    <a:pt x="1132727" y="1535809"/>
                  </a:lnTo>
                  <a:lnTo>
                    <a:pt x="1133568" y="1531808"/>
                  </a:lnTo>
                  <a:lnTo>
                    <a:pt x="1134409" y="1529491"/>
                  </a:lnTo>
                  <a:lnTo>
                    <a:pt x="1135250" y="1526839"/>
                  </a:lnTo>
                  <a:lnTo>
                    <a:pt x="1136092" y="1526293"/>
                  </a:lnTo>
                  <a:lnTo>
                    <a:pt x="1136933" y="1524342"/>
                  </a:lnTo>
                  <a:lnTo>
                    <a:pt x="1137774" y="1524525"/>
                  </a:lnTo>
                  <a:lnTo>
                    <a:pt x="1138615" y="1523556"/>
                  </a:lnTo>
                  <a:lnTo>
                    <a:pt x="1139456" y="1523284"/>
                  </a:lnTo>
                  <a:lnTo>
                    <a:pt x="1140298" y="1523053"/>
                  </a:lnTo>
                  <a:lnTo>
                    <a:pt x="1141139" y="1522468"/>
                  </a:lnTo>
                  <a:lnTo>
                    <a:pt x="1141980" y="1521813"/>
                  </a:lnTo>
                  <a:lnTo>
                    <a:pt x="1142821" y="1520870"/>
                  </a:lnTo>
                  <a:lnTo>
                    <a:pt x="1143662" y="1519454"/>
                  </a:lnTo>
                  <a:lnTo>
                    <a:pt x="1144504" y="1517551"/>
                  </a:lnTo>
                  <a:lnTo>
                    <a:pt x="1145345" y="1514681"/>
                  </a:lnTo>
                  <a:lnTo>
                    <a:pt x="1146186" y="1512475"/>
                  </a:lnTo>
                  <a:lnTo>
                    <a:pt x="1147027" y="1509336"/>
                  </a:lnTo>
                  <a:lnTo>
                    <a:pt x="1147868" y="1506812"/>
                  </a:lnTo>
                  <a:lnTo>
                    <a:pt x="1148710" y="1504445"/>
                  </a:lnTo>
                  <a:lnTo>
                    <a:pt x="1149551" y="1502532"/>
                  </a:lnTo>
                  <a:lnTo>
                    <a:pt x="1150392" y="1500892"/>
                  </a:lnTo>
                  <a:lnTo>
                    <a:pt x="1151233" y="1498672"/>
                  </a:lnTo>
                  <a:lnTo>
                    <a:pt x="1152074" y="1496619"/>
                  </a:lnTo>
                  <a:lnTo>
                    <a:pt x="1152916" y="1494618"/>
                  </a:lnTo>
                  <a:lnTo>
                    <a:pt x="1153757" y="1491965"/>
                  </a:lnTo>
                  <a:lnTo>
                    <a:pt x="1154598" y="1489217"/>
                  </a:lnTo>
                  <a:lnTo>
                    <a:pt x="1155439" y="1484904"/>
                  </a:lnTo>
                  <a:lnTo>
                    <a:pt x="1156280" y="1477897"/>
                  </a:lnTo>
                  <a:lnTo>
                    <a:pt x="1157122" y="1470201"/>
                  </a:lnTo>
                  <a:lnTo>
                    <a:pt x="1157963" y="1462124"/>
                  </a:lnTo>
                  <a:lnTo>
                    <a:pt x="1158804" y="1453647"/>
                  </a:lnTo>
                  <a:lnTo>
                    <a:pt x="1159645" y="1444286"/>
                  </a:lnTo>
                  <a:lnTo>
                    <a:pt x="1160486" y="1432838"/>
                  </a:lnTo>
                  <a:lnTo>
                    <a:pt x="1161328" y="1419626"/>
                  </a:lnTo>
                  <a:lnTo>
                    <a:pt x="1162169" y="1400358"/>
                  </a:lnTo>
                  <a:lnTo>
                    <a:pt x="1163010" y="1382067"/>
                  </a:lnTo>
                  <a:lnTo>
                    <a:pt x="1163851" y="1363965"/>
                  </a:lnTo>
                  <a:lnTo>
                    <a:pt x="1164692" y="1345217"/>
                  </a:lnTo>
                  <a:lnTo>
                    <a:pt x="1165534" y="1331441"/>
                  </a:lnTo>
                  <a:lnTo>
                    <a:pt x="1166375" y="1320617"/>
                  </a:lnTo>
                  <a:lnTo>
                    <a:pt x="1167216" y="1308792"/>
                  </a:lnTo>
                  <a:lnTo>
                    <a:pt x="1168057" y="1298832"/>
                  </a:lnTo>
                  <a:lnTo>
                    <a:pt x="1168898" y="1290589"/>
                  </a:lnTo>
                  <a:lnTo>
                    <a:pt x="1169740" y="1284210"/>
                  </a:lnTo>
                  <a:lnTo>
                    <a:pt x="1170581" y="1279273"/>
                  </a:lnTo>
                  <a:lnTo>
                    <a:pt x="1171422" y="1275436"/>
                  </a:lnTo>
                  <a:lnTo>
                    <a:pt x="1172263" y="1271359"/>
                  </a:lnTo>
                  <a:lnTo>
                    <a:pt x="1173104" y="1267688"/>
                  </a:lnTo>
                  <a:lnTo>
                    <a:pt x="1173946" y="1264369"/>
                  </a:lnTo>
                  <a:lnTo>
                    <a:pt x="1174787" y="1260897"/>
                  </a:lnTo>
                  <a:lnTo>
                    <a:pt x="1175628" y="1258054"/>
                  </a:lnTo>
                  <a:lnTo>
                    <a:pt x="1176469" y="1255035"/>
                  </a:lnTo>
                  <a:lnTo>
                    <a:pt x="1177310" y="1252081"/>
                  </a:lnTo>
                  <a:lnTo>
                    <a:pt x="1178152" y="1249301"/>
                  </a:lnTo>
                  <a:lnTo>
                    <a:pt x="1178993" y="1246568"/>
                  </a:lnTo>
                  <a:lnTo>
                    <a:pt x="1179834" y="1244249"/>
                  </a:lnTo>
                  <a:lnTo>
                    <a:pt x="1180675" y="1242051"/>
                  </a:lnTo>
                  <a:lnTo>
                    <a:pt x="1181517" y="1238798"/>
                  </a:lnTo>
                  <a:lnTo>
                    <a:pt x="1182358" y="1234266"/>
                  </a:lnTo>
                  <a:lnTo>
                    <a:pt x="1183199" y="1229434"/>
                  </a:lnTo>
                  <a:lnTo>
                    <a:pt x="1184040" y="1224552"/>
                  </a:lnTo>
                  <a:lnTo>
                    <a:pt x="1184881" y="1219573"/>
                  </a:lnTo>
                  <a:lnTo>
                    <a:pt x="1185723" y="1213417"/>
                  </a:lnTo>
                  <a:lnTo>
                    <a:pt x="1186564" y="1207122"/>
                  </a:lnTo>
                  <a:lnTo>
                    <a:pt x="1187405" y="1201462"/>
                  </a:lnTo>
                  <a:lnTo>
                    <a:pt x="1188246" y="1195958"/>
                  </a:lnTo>
                  <a:lnTo>
                    <a:pt x="1189087" y="1190754"/>
                  </a:lnTo>
                  <a:lnTo>
                    <a:pt x="1189929" y="1185829"/>
                  </a:lnTo>
                  <a:lnTo>
                    <a:pt x="1190770" y="1180424"/>
                  </a:lnTo>
                  <a:lnTo>
                    <a:pt x="1191611" y="1175389"/>
                  </a:lnTo>
                  <a:lnTo>
                    <a:pt x="1192452" y="1169313"/>
                  </a:lnTo>
                  <a:lnTo>
                    <a:pt x="1193293" y="1163095"/>
                  </a:lnTo>
                  <a:lnTo>
                    <a:pt x="1194135" y="1157159"/>
                  </a:lnTo>
                  <a:lnTo>
                    <a:pt x="1194976" y="1151286"/>
                  </a:lnTo>
                  <a:lnTo>
                    <a:pt x="1195817" y="1143919"/>
                  </a:lnTo>
                  <a:lnTo>
                    <a:pt x="1196658" y="1136658"/>
                  </a:lnTo>
                  <a:lnTo>
                    <a:pt x="1197499" y="1128425"/>
                  </a:lnTo>
                  <a:lnTo>
                    <a:pt x="1198341" y="1120729"/>
                  </a:lnTo>
                  <a:lnTo>
                    <a:pt x="1199182" y="1113056"/>
                  </a:lnTo>
                  <a:lnTo>
                    <a:pt x="1200023" y="1105191"/>
                  </a:lnTo>
                  <a:lnTo>
                    <a:pt x="1200864" y="1097467"/>
                  </a:lnTo>
                  <a:lnTo>
                    <a:pt x="1201705" y="1089540"/>
                  </a:lnTo>
                  <a:lnTo>
                    <a:pt x="1202547" y="1079224"/>
                  </a:lnTo>
                  <a:lnTo>
                    <a:pt x="1203388" y="1068772"/>
                  </a:lnTo>
                  <a:lnTo>
                    <a:pt x="1204229" y="1057666"/>
                  </a:lnTo>
                  <a:lnTo>
                    <a:pt x="1205070" y="1045414"/>
                  </a:lnTo>
                  <a:lnTo>
                    <a:pt x="1205911" y="1033092"/>
                  </a:lnTo>
                  <a:lnTo>
                    <a:pt x="1206753" y="1020278"/>
                  </a:lnTo>
                  <a:lnTo>
                    <a:pt x="1207594" y="1008124"/>
                  </a:lnTo>
                  <a:lnTo>
                    <a:pt x="1208435" y="997595"/>
                  </a:lnTo>
                  <a:lnTo>
                    <a:pt x="1209276" y="987629"/>
                  </a:lnTo>
                  <a:lnTo>
                    <a:pt x="1210117" y="977693"/>
                  </a:lnTo>
                  <a:lnTo>
                    <a:pt x="1210959" y="968213"/>
                  </a:lnTo>
                  <a:lnTo>
                    <a:pt x="1211800" y="958984"/>
                  </a:lnTo>
                  <a:lnTo>
                    <a:pt x="1212641" y="949488"/>
                  </a:lnTo>
                  <a:lnTo>
                    <a:pt x="1213482" y="939423"/>
                  </a:lnTo>
                  <a:lnTo>
                    <a:pt x="1214323" y="930247"/>
                  </a:lnTo>
                  <a:lnTo>
                    <a:pt x="1215165" y="921139"/>
                  </a:lnTo>
                  <a:lnTo>
                    <a:pt x="1216006" y="912069"/>
                  </a:lnTo>
                  <a:lnTo>
                    <a:pt x="1216847" y="902851"/>
                  </a:lnTo>
                  <a:lnTo>
                    <a:pt x="1217688" y="895050"/>
                  </a:lnTo>
                  <a:lnTo>
                    <a:pt x="1218529" y="887453"/>
                  </a:lnTo>
                  <a:lnTo>
                    <a:pt x="1219371" y="880757"/>
                  </a:lnTo>
                  <a:lnTo>
                    <a:pt x="1220212" y="872605"/>
                  </a:lnTo>
                  <a:lnTo>
                    <a:pt x="1221053" y="864039"/>
                  </a:lnTo>
                  <a:lnTo>
                    <a:pt x="1221894" y="855651"/>
                  </a:lnTo>
                  <a:lnTo>
                    <a:pt x="1222735" y="845834"/>
                  </a:lnTo>
                  <a:lnTo>
                    <a:pt x="1223577" y="835996"/>
                  </a:lnTo>
                  <a:lnTo>
                    <a:pt x="1224418" y="827334"/>
                  </a:lnTo>
                  <a:lnTo>
                    <a:pt x="1225259" y="819378"/>
                  </a:lnTo>
                  <a:lnTo>
                    <a:pt x="1226100" y="812394"/>
                  </a:lnTo>
                  <a:lnTo>
                    <a:pt x="1226941" y="806032"/>
                  </a:lnTo>
                  <a:lnTo>
                    <a:pt x="1227783" y="800834"/>
                  </a:lnTo>
                  <a:lnTo>
                    <a:pt x="1228624" y="796341"/>
                  </a:lnTo>
                  <a:lnTo>
                    <a:pt x="1229465" y="791840"/>
                  </a:lnTo>
                  <a:lnTo>
                    <a:pt x="1230306" y="788232"/>
                  </a:lnTo>
                  <a:lnTo>
                    <a:pt x="1231147" y="786247"/>
                  </a:lnTo>
                  <a:lnTo>
                    <a:pt x="1231989" y="785490"/>
                  </a:lnTo>
                  <a:lnTo>
                    <a:pt x="1232830" y="786461"/>
                  </a:lnTo>
                  <a:lnTo>
                    <a:pt x="1233671" y="787291"/>
                  </a:lnTo>
                  <a:lnTo>
                    <a:pt x="1234512" y="788040"/>
                  </a:lnTo>
                  <a:lnTo>
                    <a:pt x="1235353" y="790792"/>
                  </a:lnTo>
                  <a:lnTo>
                    <a:pt x="1236195" y="794752"/>
                  </a:lnTo>
                  <a:lnTo>
                    <a:pt x="1237036" y="798629"/>
                  </a:lnTo>
                  <a:lnTo>
                    <a:pt x="1237877" y="802972"/>
                  </a:lnTo>
                  <a:lnTo>
                    <a:pt x="1238718" y="806907"/>
                  </a:lnTo>
                  <a:lnTo>
                    <a:pt x="1239559" y="810228"/>
                  </a:lnTo>
                  <a:lnTo>
                    <a:pt x="1240401" y="812839"/>
                  </a:lnTo>
                  <a:lnTo>
                    <a:pt x="1241242" y="815099"/>
                  </a:lnTo>
                  <a:lnTo>
                    <a:pt x="1242083" y="819012"/>
                  </a:lnTo>
                  <a:lnTo>
                    <a:pt x="1242924" y="824546"/>
                  </a:lnTo>
                  <a:lnTo>
                    <a:pt x="1243765" y="833250"/>
                  </a:lnTo>
                  <a:lnTo>
                    <a:pt x="1244607" y="841254"/>
                  </a:lnTo>
                  <a:lnTo>
                    <a:pt x="1245448" y="848456"/>
                  </a:lnTo>
                  <a:lnTo>
                    <a:pt x="1246289" y="859836"/>
                  </a:lnTo>
                  <a:lnTo>
                    <a:pt x="1247130" y="872325"/>
                  </a:lnTo>
                  <a:lnTo>
                    <a:pt x="1247971" y="880963"/>
                  </a:lnTo>
                  <a:lnTo>
                    <a:pt x="1248813" y="889207"/>
                  </a:lnTo>
                  <a:lnTo>
                    <a:pt x="1249654" y="893051"/>
                  </a:lnTo>
                  <a:lnTo>
                    <a:pt x="1250495" y="895427"/>
                  </a:lnTo>
                  <a:lnTo>
                    <a:pt x="1251336" y="897508"/>
                  </a:lnTo>
                  <a:lnTo>
                    <a:pt x="1252178" y="898398"/>
                  </a:lnTo>
                  <a:lnTo>
                    <a:pt x="1253019" y="899050"/>
                  </a:lnTo>
                  <a:lnTo>
                    <a:pt x="1253860" y="899522"/>
                  </a:lnTo>
                  <a:lnTo>
                    <a:pt x="1254701" y="899221"/>
                  </a:lnTo>
                  <a:lnTo>
                    <a:pt x="1255542" y="898423"/>
                  </a:lnTo>
                  <a:lnTo>
                    <a:pt x="1256384" y="897861"/>
                  </a:lnTo>
                  <a:lnTo>
                    <a:pt x="1257225" y="897309"/>
                  </a:lnTo>
                  <a:lnTo>
                    <a:pt x="1258066" y="896202"/>
                  </a:lnTo>
                  <a:lnTo>
                    <a:pt x="1258907" y="894494"/>
                  </a:lnTo>
                  <a:lnTo>
                    <a:pt x="1259748" y="891805"/>
                  </a:lnTo>
                  <a:lnTo>
                    <a:pt x="1260590" y="888158"/>
                  </a:lnTo>
                  <a:lnTo>
                    <a:pt x="1261431" y="883451"/>
                  </a:lnTo>
                  <a:lnTo>
                    <a:pt x="1262272" y="876171"/>
                  </a:lnTo>
                  <a:lnTo>
                    <a:pt x="1263113" y="869183"/>
                  </a:lnTo>
                  <a:lnTo>
                    <a:pt x="1263954" y="858449"/>
                  </a:lnTo>
                  <a:lnTo>
                    <a:pt x="1264796" y="851900"/>
                  </a:lnTo>
                  <a:lnTo>
                    <a:pt x="1265637" y="846826"/>
                  </a:lnTo>
                  <a:lnTo>
                    <a:pt x="1266478" y="842500"/>
                  </a:lnTo>
                  <a:lnTo>
                    <a:pt x="1267319" y="840492"/>
                  </a:lnTo>
                  <a:lnTo>
                    <a:pt x="1268160" y="840605"/>
                  </a:lnTo>
                  <a:lnTo>
                    <a:pt x="1269002" y="840446"/>
                  </a:lnTo>
                  <a:lnTo>
                    <a:pt x="1269843" y="840300"/>
                  </a:lnTo>
                  <a:lnTo>
                    <a:pt x="1270684" y="842236"/>
                  </a:lnTo>
                  <a:lnTo>
                    <a:pt x="1271525" y="844973"/>
                  </a:lnTo>
                  <a:lnTo>
                    <a:pt x="1272366" y="845543"/>
                  </a:lnTo>
                  <a:lnTo>
                    <a:pt x="1273208" y="846783"/>
                  </a:lnTo>
                  <a:lnTo>
                    <a:pt x="1274049" y="849546"/>
                  </a:lnTo>
                  <a:lnTo>
                    <a:pt x="1274890" y="852269"/>
                  </a:lnTo>
                  <a:lnTo>
                    <a:pt x="1275731" y="855559"/>
                  </a:lnTo>
                  <a:lnTo>
                    <a:pt x="1276572" y="859088"/>
                  </a:lnTo>
                  <a:lnTo>
                    <a:pt x="1277414" y="862242"/>
                  </a:lnTo>
                  <a:lnTo>
                    <a:pt x="1278255" y="864214"/>
                  </a:lnTo>
                  <a:lnTo>
                    <a:pt x="1279096" y="865119"/>
                  </a:lnTo>
                  <a:lnTo>
                    <a:pt x="1279937" y="864362"/>
                  </a:lnTo>
                  <a:lnTo>
                    <a:pt x="1280778" y="862631"/>
                  </a:lnTo>
                  <a:lnTo>
                    <a:pt x="1281620" y="859691"/>
                  </a:lnTo>
                  <a:lnTo>
                    <a:pt x="1282461" y="855808"/>
                  </a:lnTo>
                  <a:lnTo>
                    <a:pt x="1283302" y="853323"/>
                  </a:lnTo>
                  <a:lnTo>
                    <a:pt x="1284143" y="850024"/>
                  </a:lnTo>
                  <a:lnTo>
                    <a:pt x="1284984" y="846147"/>
                  </a:lnTo>
                  <a:lnTo>
                    <a:pt x="1285826" y="841335"/>
                  </a:lnTo>
                  <a:lnTo>
                    <a:pt x="1286667" y="837878"/>
                  </a:lnTo>
                  <a:lnTo>
                    <a:pt x="1287508" y="834561"/>
                  </a:lnTo>
                  <a:lnTo>
                    <a:pt x="1288349" y="831385"/>
                  </a:lnTo>
                  <a:lnTo>
                    <a:pt x="1289190" y="827787"/>
                  </a:lnTo>
                  <a:lnTo>
                    <a:pt x="1290032" y="824553"/>
                  </a:lnTo>
                  <a:lnTo>
                    <a:pt x="1290873" y="822413"/>
                  </a:lnTo>
                  <a:lnTo>
                    <a:pt x="1291714" y="819746"/>
                  </a:lnTo>
                  <a:lnTo>
                    <a:pt x="1292555" y="817519"/>
                  </a:lnTo>
                  <a:lnTo>
                    <a:pt x="1293396" y="815641"/>
                  </a:lnTo>
                  <a:lnTo>
                    <a:pt x="1294238" y="814871"/>
                  </a:lnTo>
                  <a:lnTo>
                    <a:pt x="1295079" y="816195"/>
                  </a:lnTo>
                  <a:lnTo>
                    <a:pt x="1295920" y="819827"/>
                  </a:lnTo>
                  <a:lnTo>
                    <a:pt x="1296761" y="823311"/>
                  </a:lnTo>
                  <a:lnTo>
                    <a:pt x="1297602" y="826771"/>
                  </a:lnTo>
                  <a:lnTo>
                    <a:pt x="1298444" y="830047"/>
                  </a:lnTo>
                  <a:lnTo>
                    <a:pt x="1299285" y="833499"/>
                  </a:lnTo>
                  <a:lnTo>
                    <a:pt x="1300126" y="836587"/>
                  </a:lnTo>
                  <a:lnTo>
                    <a:pt x="1300967" y="840852"/>
                  </a:lnTo>
                  <a:lnTo>
                    <a:pt x="1301808" y="844700"/>
                  </a:lnTo>
                  <a:lnTo>
                    <a:pt x="1302650" y="848266"/>
                  </a:lnTo>
                  <a:lnTo>
                    <a:pt x="1303491" y="852946"/>
                  </a:lnTo>
                  <a:lnTo>
                    <a:pt x="1304332" y="856472"/>
                  </a:lnTo>
                  <a:lnTo>
                    <a:pt x="1305173" y="861232"/>
                  </a:lnTo>
                  <a:lnTo>
                    <a:pt x="1306014" y="864441"/>
                  </a:lnTo>
                  <a:lnTo>
                    <a:pt x="1306856" y="868337"/>
                  </a:lnTo>
                  <a:lnTo>
                    <a:pt x="1307697" y="871219"/>
                  </a:lnTo>
                  <a:lnTo>
                    <a:pt x="1308538" y="873549"/>
                  </a:lnTo>
                  <a:lnTo>
                    <a:pt x="1309379" y="875904"/>
                  </a:lnTo>
                  <a:lnTo>
                    <a:pt x="1310220" y="878363"/>
                  </a:lnTo>
                  <a:lnTo>
                    <a:pt x="1311062" y="880742"/>
                  </a:lnTo>
                  <a:lnTo>
                    <a:pt x="1311903" y="883817"/>
                  </a:lnTo>
                  <a:lnTo>
                    <a:pt x="1312744" y="887994"/>
                  </a:lnTo>
                  <a:lnTo>
                    <a:pt x="1313585" y="892327"/>
                  </a:lnTo>
                  <a:lnTo>
                    <a:pt x="1314426" y="896688"/>
                  </a:lnTo>
                  <a:lnTo>
                    <a:pt x="1315268" y="902111"/>
                  </a:lnTo>
                  <a:lnTo>
                    <a:pt x="1316109" y="907640"/>
                  </a:lnTo>
                  <a:lnTo>
                    <a:pt x="1316950" y="913777"/>
                  </a:lnTo>
                  <a:lnTo>
                    <a:pt x="1317791" y="920152"/>
                  </a:lnTo>
                  <a:lnTo>
                    <a:pt x="1318632" y="926858"/>
                  </a:lnTo>
                  <a:lnTo>
                    <a:pt x="1319474" y="934353"/>
                  </a:lnTo>
                  <a:lnTo>
                    <a:pt x="1320315" y="941836"/>
                  </a:lnTo>
                  <a:lnTo>
                    <a:pt x="1321156" y="949601"/>
                  </a:lnTo>
                  <a:lnTo>
                    <a:pt x="1321997" y="958479"/>
                  </a:lnTo>
                  <a:lnTo>
                    <a:pt x="1322839" y="967240"/>
                  </a:lnTo>
                  <a:lnTo>
                    <a:pt x="1323680" y="977680"/>
                  </a:lnTo>
                  <a:lnTo>
                    <a:pt x="1324521" y="990541"/>
                  </a:lnTo>
                  <a:lnTo>
                    <a:pt x="1325362" y="1003680"/>
                  </a:lnTo>
                  <a:lnTo>
                    <a:pt x="1326203" y="1017633"/>
                  </a:lnTo>
                  <a:lnTo>
                    <a:pt x="1327045" y="1032549"/>
                  </a:lnTo>
                  <a:lnTo>
                    <a:pt x="1327886" y="1047390"/>
                  </a:lnTo>
                  <a:lnTo>
                    <a:pt x="1328727" y="1063252"/>
                  </a:lnTo>
                  <a:lnTo>
                    <a:pt x="1329568" y="1079567"/>
                  </a:lnTo>
                  <a:lnTo>
                    <a:pt x="1330409" y="1100297"/>
                  </a:lnTo>
                  <a:lnTo>
                    <a:pt x="1331251" y="1119576"/>
                  </a:lnTo>
                  <a:lnTo>
                    <a:pt x="1332092" y="1136888"/>
                  </a:lnTo>
                  <a:lnTo>
                    <a:pt x="1332933" y="1154785"/>
                  </a:lnTo>
                  <a:lnTo>
                    <a:pt x="1333774" y="1166375"/>
                  </a:lnTo>
                  <a:lnTo>
                    <a:pt x="1334615" y="1173705"/>
                  </a:lnTo>
                  <a:lnTo>
                    <a:pt x="1335457" y="1181298"/>
                  </a:lnTo>
                  <a:lnTo>
                    <a:pt x="1336298" y="1187198"/>
                  </a:lnTo>
                  <a:lnTo>
                    <a:pt x="1337139" y="1191638"/>
                  </a:lnTo>
                  <a:lnTo>
                    <a:pt x="1337980" y="1194180"/>
                  </a:lnTo>
                  <a:lnTo>
                    <a:pt x="1338821" y="1195416"/>
                  </a:lnTo>
                  <a:lnTo>
                    <a:pt x="1339663" y="1195266"/>
                  </a:lnTo>
                  <a:lnTo>
                    <a:pt x="1340504" y="1195637"/>
                  </a:lnTo>
                  <a:lnTo>
                    <a:pt x="1341345" y="1194855"/>
                  </a:lnTo>
                  <a:lnTo>
                    <a:pt x="1342186" y="1192783"/>
                  </a:lnTo>
                  <a:lnTo>
                    <a:pt x="1343027" y="1189977"/>
                  </a:lnTo>
                  <a:lnTo>
                    <a:pt x="1343869" y="1185997"/>
                  </a:lnTo>
                  <a:lnTo>
                    <a:pt x="1344710" y="1181876"/>
                  </a:lnTo>
                  <a:lnTo>
                    <a:pt x="1345551" y="1177657"/>
                  </a:lnTo>
                  <a:lnTo>
                    <a:pt x="1346392" y="1172090"/>
                  </a:lnTo>
                  <a:lnTo>
                    <a:pt x="1347233" y="1166313"/>
                  </a:lnTo>
                  <a:lnTo>
                    <a:pt x="1348075" y="1159410"/>
                  </a:lnTo>
                  <a:lnTo>
                    <a:pt x="1348916" y="1150951"/>
                  </a:lnTo>
                  <a:lnTo>
                    <a:pt x="1349757" y="1144836"/>
                  </a:lnTo>
                  <a:lnTo>
                    <a:pt x="1350598" y="1138438"/>
                  </a:lnTo>
                  <a:lnTo>
                    <a:pt x="1351439" y="1131140"/>
                  </a:lnTo>
                  <a:lnTo>
                    <a:pt x="1352281" y="1123101"/>
                  </a:lnTo>
                  <a:lnTo>
                    <a:pt x="1353122" y="1115010"/>
                  </a:lnTo>
                  <a:lnTo>
                    <a:pt x="1353963" y="1109789"/>
                  </a:lnTo>
                  <a:lnTo>
                    <a:pt x="1354804" y="1104342"/>
                  </a:lnTo>
                  <a:lnTo>
                    <a:pt x="1355645" y="1099631"/>
                  </a:lnTo>
                  <a:lnTo>
                    <a:pt x="1356487" y="1095564"/>
                  </a:lnTo>
                  <a:lnTo>
                    <a:pt x="1357328" y="1090736"/>
                  </a:lnTo>
                  <a:lnTo>
                    <a:pt x="1358169" y="1086389"/>
                  </a:lnTo>
                  <a:lnTo>
                    <a:pt x="1359010" y="1082505"/>
                  </a:lnTo>
                  <a:lnTo>
                    <a:pt x="1359851" y="1078116"/>
                  </a:lnTo>
                  <a:lnTo>
                    <a:pt x="1360693" y="1073973"/>
                  </a:lnTo>
                  <a:lnTo>
                    <a:pt x="1361534" y="1069258"/>
                  </a:lnTo>
                  <a:lnTo>
                    <a:pt x="1362375" y="1063078"/>
                  </a:lnTo>
                  <a:lnTo>
                    <a:pt x="1363216" y="1057780"/>
                  </a:lnTo>
                  <a:lnTo>
                    <a:pt x="1364057" y="1053647"/>
                  </a:lnTo>
                  <a:lnTo>
                    <a:pt x="1364899" y="1047831"/>
                  </a:lnTo>
                  <a:lnTo>
                    <a:pt x="1365740" y="1044071"/>
                  </a:lnTo>
                  <a:lnTo>
                    <a:pt x="1366581" y="1038596"/>
                  </a:lnTo>
                  <a:lnTo>
                    <a:pt x="1367422" y="1032285"/>
                  </a:lnTo>
                  <a:lnTo>
                    <a:pt x="1368263" y="1026197"/>
                  </a:lnTo>
                  <a:lnTo>
                    <a:pt x="1369105" y="1018711"/>
                  </a:lnTo>
                  <a:lnTo>
                    <a:pt x="1369946" y="1011894"/>
                  </a:lnTo>
                  <a:lnTo>
                    <a:pt x="1370787" y="1007393"/>
                  </a:lnTo>
                  <a:lnTo>
                    <a:pt x="1371628" y="1003082"/>
                  </a:lnTo>
                  <a:lnTo>
                    <a:pt x="1372469" y="1000851"/>
                  </a:lnTo>
                  <a:lnTo>
                    <a:pt x="1373311" y="1001406"/>
                  </a:lnTo>
                  <a:lnTo>
                    <a:pt x="1374152" y="1005015"/>
                  </a:lnTo>
                  <a:lnTo>
                    <a:pt x="1374993" y="1009281"/>
                  </a:lnTo>
                  <a:lnTo>
                    <a:pt x="1375834" y="1013225"/>
                  </a:lnTo>
                  <a:lnTo>
                    <a:pt x="1376675" y="1016725"/>
                  </a:lnTo>
                  <a:lnTo>
                    <a:pt x="1377517" y="1019878"/>
                  </a:lnTo>
                  <a:lnTo>
                    <a:pt x="1378358" y="1023800"/>
                  </a:lnTo>
                  <a:lnTo>
                    <a:pt x="1379199" y="1027543"/>
                  </a:lnTo>
                  <a:lnTo>
                    <a:pt x="1380040" y="1030970"/>
                  </a:lnTo>
                  <a:lnTo>
                    <a:pt x="1380881" y="1034528"/>
                  </a:lnTo>
                  <a:lnTo>
                    <a:pt x="1381723" y="1039859"/>
                  </a:lnTo>
                  <a:lnTo>
                    <a:pt x="1382564" y="1045448"/>
                  </a:lnTo>
                  <a:lnTo>
                    <a:pt x="1383405" y="1051834"/>
                  </a:lnTo>
                  <a:lnTo>
                    <a:pt x="1384246" y="1058782"/>
                  </a:lnTo>
                  <a:lnTo>
                    <a:pt x="1385087" y="1064641"/>
                  </a:lnTo>
                  <a:lnTo>
                    <a:pt x="1385929" y="1068631"/>
                  </a:lnTo>
                  <a:lnTo>
                    <a:pt x="1386770" y="1072207"/>
                  </a:lnTo>
                  <a:lnTo>
                    <a:pt x="1387611" y="1075065"/>
                  </a:lnTo>
                  <a:lnTo>
                    <a:pt x="1388452" y="1079264"/>
                  </a:lnTo>
                  <a:lnTo>
                    <a:pt x="1389293" y="1084413"/>
                  </a:lnTo>
                  <a:lnTo>
                    <a:pt x="1390135" y="1089677"/>
                  </a:lnTo>
                  <a:lnTo>
                    <a:pt x="1390976" y="1095235"/>
                  </a:lnTo>
                  <a:lnTo>
                    <a:pt x="1391817" y="1101520"/>
                  </a:lnTo>
                  <a:lnTo>
                    <a:pt x="1392658" y="1105351"/>
                  </a:lnTo>
                  <a:lnTo>
                    <a:pt x="1393500" y="1109275"/>
                  </a:lnTo>
                  <a:lnTo>
                    <a:pt x="1394341" y="1111457"/>
                  </a:lnTo>
                  <a:lnTo>
                    <a:pt x="1395182" y="1110267"/>
                  </a:lnTo>
                  <a:lnTo>
                    <a:pt x="1396023" y="1109055"/>
                  </a:lnTo>
                  <a:lnTo>
                    <a:pt x="1396864" y="1106323"/>
                  </a:lnTo>
                  <a:lnTo>
                    <a:pt x="1397706" y="1103610"/>
                  </a:lnTo>
                  <a:lnTo>
                    <a:pt x="1398547" y="1101012"/>
                  </a:lnTo>
                  <a:lnTo>
                    <a:pt x="1399388" y="1097278"/>
                  </a:lnTo>
                  <a:lnTo>
                    <a:pt x="1400229" y="1092167"/>
                  </a:lnTo>
                  <a:lnTo>
                    <a:pt x="1401070" y="1085188"/>
                  </a:lnTo>
                  <a:lnTo>
                    <a:pt x="1401912" y="1077483"/>
                  </a:lnTo>
                  <a:lnTo>
                    <a:pt x="1402753" y="1070389"/>
                  </a:lnTo>
                  <a:lnTo>
                    <a:pt x="1403594" y="1060830"/>
                  </a:lnTo>
                  <a:lnTo>
                    <a:pt x="1404435" y="1053863"/>
                  </a:lnTo>
                  <a:lnTo>
                    <a:pt x="1405276" y="1047463"/>
                  </a:lnTo>
                  <a:lnTo>
                    <a:pt x="1406118" y="1040749"/>
                  </a:lnTo>
                  <a:lnTo>
                    <a:pt x="1406959" y="1035962"/>
                  </a:lnTo>
                  <a:lnTo>
                    <a:pt x="1407800" y="1032465"/>
                  </a:lnTo>
                  <a:lnTo>
                    <a:pt x="1408641" y="1028682"/>
                  </a:lnTo>
                  <a:lnTo>
                    <a:pt x="1409482" y="1025422"/>
                  </a:lnTo>
                  <a:lnTo>
                    <a:pt x="1410324" y="1022189"/>
                  </a:lnTo>
                  <a:lnTo>
                    <a:pt x="1411165" y="1020167"/>
                  </a:lnTo>
                  <a:lnTo>
                    <a:pt x="1412006" y="1018729"/>
                  </a:lnTo>
                  <a:lnTo>
                    <a:pt x="1412847" y="1017600"/>
                  </a:lnTo>
                  <a:lnTo>
                    <a:pt x="1413688" y="1016240"/>
                  </a:lnTo>
                  <a:lnTo>
                    <a:pt x="1414530" y="1012187"/>
                  </a:lnTo>
                  <a:lnTo>
                    <a:pt x="1415371" y="1007604"/>
                  </a:lnTo>
                  <a:lnTo>
                    <a:pt x="1416212" y="1002744"/>
                  </a:lnTo>
                  <a:lnTo>
                    <a:pt x="1417053" y="997566"/>
                  </a:lnTo>
                  <a:lnTo>
                    <a:pt x="1417894" y="992478"/>
                  </a:lnTo>
                  <a:lnTo>
                    <a:pt x="1418736" y="987152"/>
                  </a:lnTo>
                  <a:lnTo>
                    <a:pt x="1419577" y="981155"/>
                  </a:lnTo>
                  <a:lnTo>
                    <a:pt x="1420418" y="975858"/>
                  </a:lnTo>
                  <a:lnTo>
                    <a:pt x="1421259" y="968918"/>
                  </a:lnTo>
                  <a:lnTo>
                    <a:pt x="1422100" y="962675"/>
                  </a:lnTo>
                  <a:lnTo>
                    <a:pt x="1422942" y="953142"/>
                  </a:lnTo>
                  <a:lnTo>
                    <a:pt x="1423783" y="939502"/>
                  </a:lnTo>
                  <a:lnTo>
                    <a:pt x="1424624" y="925844"/>
                  </a:lnTo>
                  <a:lnTo>
                    <a:pt x="1425465" y="912067"/>
                  </a:lnTo>
                  <a:lnTo>
                    <a:pt x="1426306" y="899632"/>
                  </a:lnTo>
                  <a:lnTo>
                    <a:pt x="1427148" y="889125"/>
                  </a:lnTo>
                  <a:lnTo>
                    <a:pt x="1427989" y="880675"/>
                  </a:lnTo>
                  <a:lnTo>
                    <a:pt x="1428830" y="873835"/>
                  </a:lnTo>
                  <a:lnTo>
                    <a:pt x="1429671" y="869064"/>
                  </a:lnTo>
                  <a:lnTo>
                    <a:pt x="1430512" y="867333"/>
                  </a:lnTo>
                  <a:lnTo>
                    <a:pt x="1431354" y="869206"/>
                  </a:lnTo>
                  <a:lnTo>
                    <a:pt x="1432195" y="874064"/>
                  </a:lnTo>
                  <a:lnTo>
                    <a:pt x="1433036" y="879966"/>
                  </a:lnTo>
                  <a:lnTo>
                    <a:pt x="1433877" y="886485"/>
                  </a:lnTo>
                  <a:lnTo>
                    <a:pt x="1434718" y="891991"/>
                  </a:lnTo>
                  <a:lnTo>
                    <a:pt x="1435560" y="896842"/>
                  </a:lnTo>
                  <a:lnTo>
                    <a:pt x="1436401" y="900704"/>
                  </a:lnTo>
                  <a:lnTo>
                    <a:pt x="1437242" y="904578"/>
                  </a:lnTo>
                  <a:lnTo>
                    <a:pt x="1438083" y="908226"/>
                  </a:lnTo>
                  <a:lnTo>
                    <a:pt x="1438924" y="910461"/>
                  </a:lnTo>
                  <a:lnTo>
                    <a:pt x="1439766" y="912053"/>
                  </a:lnTo>
                  <a:lnTo>
                    <a:pt x="1440607" y="913816"/>
                  </a:lnTo>
                  <a:lnTo>
                    <a:pt x="1441448" y="915286"/>
                  </a:lnTo>
                  <a:lnTo>
                    <a:pt x="1442289" y="916229"/>
                  </a:lnTo>
                  <a:lnTo>
                    <a:pt x="1443130" y="915880"/>
                  </a:lnTo>
                  <a:lnTo>
                    <a:pt x="1443972" y="914603"/>
                  </a:lnTo>
                  <a:lnTo>
                    <a:pt x="1444813" y="913553"/>
                  </a:lnTo>
                  <a:lnTo>
                    <a:pt x="1445654" y="912175"/>
                  </a:lnTo>
                  <a:lnTo>
                    <a:pt x="1446495" y="911253"/>
                  </a:lnTo>
                  <a:lnTo>
                    <a:pt x="1447336" y="911079"/>
                  </a:lnTo>
                  <a:lnTo>
                    <a:pt x="1448178" y="911486"/>
                  </a:lnTo>
                  <a:lnTo>
                    <a:pt x="1449019" y="913254"/>
                  </a:lnTo>
                  <a:lnTo>
                    <a:pt x="1449860" y="915688"/>
                  </a:lnTo>
                  <a:lnTo>
                    <a:pt x="1450701" y="920139"/>
                  </a:lnTo>
                  <a:lnTo>
                    <a:pt x="1451542" y="922952"/>
                  </a:lnTo>
                  <a:lnTo>
                    <a:pt x="1452384" y="925908"/>
                  </a:lnTo>
                  <a:lnTo>
                    <a:pt x="1453225" y="930190"/>
                  </a:lnTo>
                  <a:lnTo>
                    <a:pt x="1454066" y="935345"/>
                  </a:lnTo>
                  <a:lnTo>
                    <a:pt x="1454907" y="939390"/>
                  </a:lnTo>
                  <a:lnTo>
                    <a:pt x="1455748" y="943103"/>
                  </a:lnTo>
                  <a:lnTo>
                    <a:pt x="1456590" y="946654"/>
                  </a:lnTo>
                  <a:lnTo>
                    <a:pt x="1457431" y="950014"/>
                  </a:lnTo>
                  <a:lnTo>
                    <a:pt x="1458272" y="953374"/>
                  </a:lnTo>
                  <a:lnTo>
                    <a:pt x="1459113" y="955755"/>
                  </a:lnTo>
                  <a:lnTo>
                    <a:pt x="1459954" y="958512"/>
                  </a:lnTo>
                  <a:lnTo>
                    <a:pt x="1460796" y="960962"/>
                  </a:lnTo>
                  <a:lnTo>
                    <a:pt x="1461637" y="962651"/>
                  </a:lnTo>
                  <a:lnTo>
                    <a:pt x="1462478" y="963793"/>
                  </a:lnTo>
                  <a:lnTo>
                    <a:pt x="1463319" y="964061"/>
                  </a:lnTo>
                  <a:lnTo>
                    <a:pt x="1464160" y="964699"/>
                  </a:lnTo>
                  <a:lnTo>
                    <a:pt x="1465002" y="965128"/>
                  </a:lnTo>
                  <a:lnTo>
                    <a:pt x="1465843" y="965908"/>
                  </a:lnTo>
                  <a:lnTo>
                    <a:pt x="1466684" y="966969"/>
                  </a:lnTo>
                  <a:lnTo>
                    <a:pt x="1467525" y="968265"/>
                  </a:lnTo>
                  <a:lnTo>
                    <a:pt x="1468367" y="969696"/>
                  </a:lnTo>
                  <a:lnTo>
                    <a:pt x="1469208" y="970472"/>
                  </a:lnTo>
                  <a:lnTo>
                    <a:pt x="1470049" y="971665"/>
                  </a:lnTo>
                  <a:lnTo>
                    <a:pt x="1470890" y="971679"/>
                  </a:lnTo>
                  <a:lnTo>
                    <a:pt x="1471731" y="971693"/>
                  </a:lnTo>
                  <a:lnTo>
                    <a:pt x="1472573" y="971221"/>
                  </a:lnTo>
                  <a:lnTo>
                    <a:pt x="1473414" y="970210"/>
                  </a:lnTo>
                  <a:lnTo>
                    <a:pt x="1474255" y="969044"/>
                  </a:lnTo>
                  <a:lnTo>
                    <a:pt x="1475096" y="968785"/>
                  </a:lnTo>
                  <a:lnTo>
                    <a:pt x="1475937" y="968301"/>
                  </a:lnTo>
                  <a:lnTo>
                    <a:pt x="1476779" y="967747"/>
                  </a:lnTo>
                  <a:lnTo>
                    <a:pt x="1477620" y="966993"/>
                  </a:lnTo>
                  <a:lnTo>
                    <a:pt x="1478461" y="964852"/>
                  </a:lnTo>
                  <a:lnTo>
                    <a:pt x="1479302" y="962329"/>
                  </a:lnTo>
                  <a:lnTo>
                    <a:pt x="1480143" y="958989"/>
                  </a:lnTo>
                  <a:lnTo>
                    <a:pt x="1480985" y="954561"/>
                  </a:lnTo>
                  <a:lnTo>
                    <a:pt x="1481826" y="950048"/>
                  </a:lnTo>
                  <a:lnTo>
                    <a:pt x="1482667" y="945505"/>
                  </a:lnTo>
                  <a:lnTo>
                    <a:pt x="1483508" y="940722"/>
                  </a:lnTo>
                  <a:lnTo>
                    <a:pt x="1484349" y="935498"/>
                  </a:lnTo>
                  <a:lnTo>
                    <a:pt x="1485191" y="929483"/>
                  </a:lnTo>
                  <a:lnTo>
                    <a:pt x="1486032" y="924509"/>
                  </a:lnTo>
                  <a:lnTo>
                    <a:pt x="1486873" y="918859"/>
                  </a:lnTo>
                  <a:lnTo>
                    <a:pt x="1487714" y="912790"/>
                  </a:lnTo>
                  <a:lnTo>
                    <a:pt x="1488555" y="906246"/>
                  </a:lnTo>
                  <a:lnTo>
                    <a:pt x="1489397" y="899579"/>
                  </a:lnTo>
                  <a:lnTo>
                    <a:pt x="1490238" y="892932"/>
                  </a:lnTo>
                  <a:lnTo>
                    <a:pt x="1491079" y="886358"/>
                  </a:lnTo>
                  <a:lnTo>
                    <a:pt x="1491920" y="879874"/>
                  </a:lnTo>
                  <a:lnTo>
                    <a:pt x="1492761" y="873431"/>
                  </a:lnTo>
                  <a:lnTo>
                    <a:pt x="1493603" y="866957"/>
                  </a:lnTo>
                  <a:lnTo>
                    <a:pt x="1494444" y="860201"/>
                  </a:lnTo>
                  <a:lnTo>
                    <a:pt x="1495285" y="853790"/>
                  </a:lnTo>
                  <a:lnTo>
                    <a:pt x="1496126" y="847852"/>
                  </a:lnTo>
                  <a:lnTo>
                    <a:pt x="1496967" y="842462"/>
                  </a:lnTo>
                  <a:lnTo>
                    <a:pt x="1497809" y="836072"/>
                  </a:lnTo>
                  <a:lnTo>
                    <a:pt x="1498650" y="830824"/>
                  </a:lnTo>
                  <a:lnTo>
                    <a:pt x="1499491" y="824816"/>
                  </a:lnTo>
                  <a:lnTo>
                    <a:pt x="1500332" y="820881"/>
                  </a:lnTo>
                  <a:lnTo>
                    <a:pt x="1501173" y="817349"/>
                  </a:lnTo>
                  <a:lnTo>
                    <a:pt x="1502015" y="815357"/>
                  </a:lnTo>
                  <a:lnTo>
                    <a:pt x="1502856" y="814035"/>
                  </a:lnTo>
                  <a:lnTo>
                    <a:pt x="1503697" y="813428"/>
                  </a:lnTo>
                  <a:lnTo>
                    <a:pt x="1504538" y="812892"/>
                  </a:lnTo>
                  <a:lnTo>
                    <a:pt x="1505379" y="813286"/>
                  </a:lnTo>
                  <a:lnTo>
                    <a:pt x="1506221" y="814882"/>
                  </a:lnTo>
                  <a:lnTo>
                    <a:pt x="1507062" y="817375"/>
                  </a:lnTo>
                  <a:lnTo>
                    <a:pt x="1507903" y="820366"/>
                  </a:lnTo>
                  <a:lnTo>
                    <a:pt x="1508744" y="823062"/>
                  </a:lnTo>
                  <a:lnTo>
                    <a:pt x="1509585" y="826565"/>
                  </a:lnTo>
                  <a:lnTo>
                    <a:pt x="1510427" y="831523"/>
                  </a:lnTo>
                  <a:lnTo>
                    <a:pt x="1511268" y="837741"/>
                  </a:lnTo>
                  <a:lnTo>
                    <a:pt x="1512109" y="845133"/>
                  </a:lnTo>
                  <a:lnTo>
                    <a:pt x="1512950" y="853474"/>
                  </a:lnTo>
                  <a:lnTo>
                    <a:pt x="1513791" y="862713"/>
                  </a:lnTo>
                  <a:lnTo>
                    <a:pt x="1514633" y="873332"/>
                  </a:lnTo>
                  <a:lnTo>
                    <a:pt x="1515474" y="884424"/>
                  </a:lnTo>
                  <a:lnTo>
                    <a:pt x="1516315" y="896760"/>
                  </a:lnTo>
                  <a:lnTo>
                    <a:pt x="1517156" y="910858"/>
                  </a:lnTo>
                  <a:lnTo>
                    <a:pt x="1517997" y="923508"/>
                  </a:lnTo>
                  <a:lnTo>
                    <a:pt x="1518839" y="937583"/>
                  </a:lnTo>
                  <a:lnTo>
                    <a:pt x="1519680" y="953192"/>
                  </a:lnTo>
                  <a:lnTo>
                    <a:pt x="1520521" y="969918"/>
                  </a:lnTo>
                  <a:lnTo>
                    <a:pt x="1521362" y="986680"/>
                  </a:lnTo>
                  <a:lnTo>
                    <a:pt x="1522203" y="1001604"/>
                  </a:lnTo>
                  <a:lnTo>
                    <a:pt x="1523045" y="1016454"/>
                  </a:lnTo>
                  <a:lnTo>
                    <a:pt x="1523886" y="1029962"/>
                  </a:lnTo>
                  <a:lnTo>
                    <a:pt x="1524727" y="1042215"/>
                  </a:lnTo>
                  <a:lnTo>
                    <a:pt x="1525568" y="1054768"/>
                  </a:lnTo>
                  <a:lnTo>
                    <a:pt x="1526409" y="1066487"/>
                  </a:lnTo>
                  <a:lnTo>
                    <a:pt x="1527251" y="1077818"/>
                  </a:lnTo>
                  <a:lnTo>
                    <a:pt x="1528092" y="1088618"/>
                  </a:lnTo>
                  <a:lnTo>
                    <a:pt x="1528933" y="1099200"/>
                  </a:lnTo>
                  <a:lnTo>
                    <a:pt x="1529774" y="1109504"/>
                  </a:lnTo>
                  <a:lnTo>
                    <a:pt x="1530615" y="1120571"/>
                  </a:lnTo>
                  <a:lnTo>
                    <a:pt x="1531457" y="1130268"/>
                  </a:lnTo>
                  <a:lnTo>
                    <a:pt x="1532298" y="1139907"/>
                  </a:lnTo>
                  <a:lnTo>
                    <a:pt x="1533139" y="1150759"/>
                  </a:lnTo>
                  <a:lnTo>
                    <a:pt x="1533980" y="1160686"/>
                  </a:lnTo>
                  <a:lnTo>
                    <a:pt x="1534821" y="1171578"/>
                  </a:lnTo>
                  <a:lnTo>
                    <a:pt x="1535663" y="1183541"/>
                  </a:lnTo>
                  <a:lnTo>
                    <a:pt x="1536504" y="1195132"/>
                  </a:lnTo>
                  <a:lnTo>
                    <a:pt x="1537345" y="1208162"/>
                  </a:lnTo>
                  <a:lnTo>
                    <a:pt x="1538186" y="1220399"/>
                  </a:lnTo>
                  <a:lnTo>
                    <a:pt x="1539028" y="1232489"/>
                  </a:lnTo>
                  <a:lnTo>
                    <a:pt x="1539869" y="1244927"/>
                  </a:lnTo>
                  <a:lnTo>
                    <a:pt x="1540710" y="1256631"/>
                  </a:lnTo>
                  <a:lnTo>
                    <a:pt x="1541551" y="1267190"/>
                  </a:lnTo>
                  <a:lnTo>
                    <a:pt x="1542392" y="1275324"/>
                  </a:lnTo>
                  <a:lnTo>
                    <a:pt x="1543234" y="1283630"/>
                  </a:lnTo>
                  <a:lnTo>
                    <a:pt x="1544075" y="1292060"/>
                  </a:lnTo>
                  <a:lnTo>
                    <a:pt x="1544916" y="1299552"/>
                  </a:lnTo>
                  <a:lnTo>
                    <a:pt x="1545757" y="1307147"/>
                  </a:lnTo>
                  <a:lnTo>
                    <a:pt x="1546598" y="1314118"/>
                  </a:lnTo>
                  <a:lnTo>
                    <a:pt x="1547440" y="1321488"/>
                  </a:lnTo>
                  <a:lnTo>
                    <a:pt x="1548281" y="1329114"/>
                  </a:lnTo>
                  <a:lnTo>
                    <a:pt x="1549122" y="1337034"/>
                  </a:lnTo>
                  <a:lnTo>
                    <a:pt x="1549963" y="1343956"/>
                  </a:lnTo>
                  <a:lnTo>
                    <a:pt x="1550804" y="1350179"/>
                  </a:lnTo>
                  <a:lnTo>
                    <a:pt x="1551646" y="1355476"/>
                  </a:lnTo>
                  <a:lnTo>
                    <a:pt x="1552487" y="1360310"/>
                  </a:lnTo>
                  <a:lnTo>
                    <a:pt x="1553328" y="1365633"/>
                  </a:lnTo>
                  <a:lnTo>
                    <a:pt x="1554169" y="1371601"/>
                  </a:lnTo>
                  <a:lnTo>
                    <a:pt x="1555010" y="1377869"/>
                  </a:lnTo>
                  <a:lnTo>
                    <a:pt x="1555852" y="1384127"/>
                  </a:lnTo>
                  <a:lnTo>
                    <a:pt x="1556693" y="1388968"/>
                  </a:lnTo>
                  <a:lnTo>
                    <a:pt x="1557534" y="1392858"/>
                  </a:lnTo>
                  <a:lnTo>
                    <a:pt x="1558375" y="1396223"/>
                  </a:lnTo>
                  <a:lnTo>
                    <a:pt x="1559216" y="1399386"/>
                  </a:lnTo>
                  <a:lnTo>
                    <a:pt x="1560058" y="1401753"/>
                  </a:lnTo>
                  <a:lnTo>
                    <a:pt x="1560899" y="1404477"/>
                  </a:lnTo>
                  <a:lnTo>
                    <a:pt x="1561740" y="1407544"/>
                  </a:lnTo>
                  <a:lnTo>
                    <a:pt x="1562581" y="1411024"/>
                  </a:lnTo>
                  <a:lnTo>
                    <a:pt x="1563422" y="1418748"/>
                  </a:lnTo>
                  <a:lnTo>
                    <a:pt x="1564264" y="1427083"/>
                  </a:lnTo>
                  <a:lnTo>
                    <a:pt x="1565105" y="1436195"/>
                  </a:lnTo>
                  <a:lnTo>
                    <a:pt x="1565946" y="1445480"/>
                  </a:lnTo>
                  <a:lnTo>
                    <a:pt x="1566787" y="1454438"/>
                  </a:lnTo>
                  <a:lnTo>
                    <a:pt x="1567628" y="1462940"/>
                  </a:lnTo>
                  <a:lnTo>
                    <a:pt x="1568470" y="1471732"/>
                  </a:lnTo>
                  <a:lnTo>
                    <a:pt x="1569311" y="1481101"/>
                  </a:lnTo>
                  <a:lnTo>
                    <a:pt x="1570152" y="1490709"/>
                  </a:lnTo>
                  <a:lnTo>
                    <a:pt x="1570993" y="1499794"/>
                  </a:lnTo>
                  <a:lnTo>
                    <a:pt x="1571834" y="1509377"/>
                  </a:lnTo>
                  <a:lnTo>
                    <a:pt x="1572676" y="1515660"/>
                  </a:lnTo>
                  <a:lnTo>
                    <a:pt x="1573517" y="1521547"/>
                  </a:lnTo>
                  <a:lnTo>
                    <a:pt x="1574358" y="1527671"/>
                  </a:lnTo>
                  <a:lnTo>
                    <a:pt x="1575199" y="1532748"/>
                  </a:lnTo>
                  <a:lnTo>
                    <a:pt x="1576040" y="1537312"/>
                  </a:lnTo>
                  <a:lnTo>
                    <a:pt x="1576882" y="1542062"/>
                  </a:lnTo>
                  <a:lnTo>
                    <a:pt x="1577723" y="1546237"/>
                  </a:lnTo>
                  <a:lnTo>
                    <a:pt x="1578564" y="1550610"/>
                  </a:lnTo>
                  <a:lnTo>
                    <a:pt x="1579405" y="1554313"/>
                  </a:lnTo>
                  <a:lnTo>
                    <a:pt x="1580246" y="1558080"/>
                  </a:lnTo>
                  <a:lnTo>
                    <a:pt x="1581088" y="1561815"/>
                  </a:lnTo>
                  <a:lnTo>
                    <a:pt x="1581929" y="1566487"/>
                  </a:lnTo>
                  <a:lnTo>
                    <a:pt x="1582770" y="1571244"/>
                  </a:lnTo>
                  <a:lnTo>
                    <a:pt x="1583611" y="1576229"/>
                  </a:lnTo>
                  <a:lnTo>
                    <a:pt x="1584452" y="1581182"/>
                  </a:lnTo>
                  <a:lnTo>
                    <a:pt x="1585294" y="1586260"/>
                  </a:lnTo>
                  <a:lnTo>
                    <a:pt x="1586135" y="1591214"/>
                  </a:lnTo>
                  <a:lnTo>
                    <a:pt x="1586976" y="1597186"/>
                  </a:lnTo>
                  <a:lnTo>
                    <a:pt x="1587817" y="1603712"/>
                  </a:lnTo>
                  <a:lnTo>
                    <a:pt x="1588658" y="1609244"/>
                  </a:lnTo>
                  <a:lnTo>
                    <a:pt x="1589500" y="1616898"/>
                  </a:lnTo>
                  <a:lnTo>
                    <a:pt x="1590341" y="1623518"/>
                  </a:lnTo>
                  <a:lnTo>
                    <a:pt x="1591182" y="1633363"/>
                  </a:lnTo>
                  <a:lnTo>
                    <a:pt x="1592023" y="1647026"/>
                  </a:lnTo>
                  <a:lnTo>
                    <a:pt x="1592864" y="1660586"/>
                  </a:lnTo>
                  <a:lnTo>
                    <a:pt x="1593706" y="1673864"/>
                  </a:lnTo>
                  <a:lnTo>
                    <a:pt x="1594547" y="1685349"/>
                  </a:lnTo>
                  <a:lnTo>
                    <a:pt x="1595388" y="1694567"/>
                  </a:lnTo>
                  <a:lnTo>
                    <a:pt x="1596229" y="1703790"/>
                  </a:lnTo>
                  <a:lnTo>
                    <a:pt x="1597070" y="1712100"/>
                  </a:lnTo>
                  <a:lnTo>
                    <a:pt x="1597912" y="1719327"/>
                  </a:lnTo>
                  <a:lnTo>
                    <a:pt x="1598753" y="1727147"/>
                  </a:lnTo>
                  <a:lnTo>
                    <a:pt x="1599594" y="1731919"/>
                  </a:lnTo>
                  <a:lnTo>
                    <a:pt x="1600435" y="1737905"/>
                  </a:lnTo>
                  <a:lnTo>
                    <a:pt x="1601276" y="1742277"/>
                  </a:lnTo>
                  <a:lnTo>
                    <a:pt x="1602118" y="1745451"/>
                  </a:lnTo>
                  <a:lnTo>
                    <a:pt x="1602959" y="1749068"/>
                  </a:lnTo>
                  <a:lnTo>
                    <a:pt x="1603800" y="1752660"/>
                  </a:lnTo>
                  <a:lnTo>
                    <a:pt x="1604641" y="1756080"/>
                  </a:lnTo>
                  <a:lnTo>
                    <a:pt x="1605482" y="1760154"/>
                  </a:lnTo>
                  <a:lnTo>
                    <a:pt x="1606324" y="1764686"/>
                  </a:lnTo>
                  <a:lnTo>
                    <a:pt x="1607165" y="1768944"/>
                  </a:lnTo>
                  <a:lnTo>
                    <a:pt x="1608006" y="1773304"/>
                  </a:lnTo>
                  <a:lnTo>
                    <a:pt x="1608847" y="1777007"/>
                  </a:lnTo>
                  <a:lnTo>
                    <a:pt x="1609689" y="1780939"/>
                  </a:lnTo>
                  <a:lnTo>
                    <a:pt x="1610530" y="1784595"/>
                  </a:lnTo>
                  <a:lnTo>
                    <a:pt x="1611371" y="1788512"/>
                  </a:lnTo>
                  <a:lnTo>
                    <a:pt x="1612212" y="1791827"/>
                  </a:lnTo>
                  <a:lnTo>
                    <a:pt x="1613053" y="1793660"/>
                  </a:lnTo>
                  <a:lnTo>
                    <a:pt x="1613895" y="1793623"/>
                  </a:lnTo>
                  <a:lnTo>
                    <a:pt x="1614736" y="1792399"/>
                  </a:lnTo>
                  <a:lnTo>
                    <a:pt x="1615577" y="1791196"/>
                  </a:lnTo>
                  <a:lnTo>
                    <a:pt x="1616418" y="1789245"/>
                  </a:lnTo>
                  <a:lnTo>
                    <a:pt x="1617259" y="1787562"/>
                  </a:lnTo>
                  <a:lnTo>
                    <a:pt x="1618101" y="1785844"/>
                  </a:lnTo>
                  <a:lnTo>
                    <a:pt x="1618942" y="1782698"/>
                  </a:lnTo>
                  <a:lnTo>
                    <a:pt x="1619783" y="1779749"/>
                  </a:lnTo>
                  <a:lnTo>
                    <a:pt x="1620624" y="1778816"/>
                  </a:lnTo>
                  <a:lnTo>
                    <a:pt x="1621465" y="1777524"/>
                  </a:lnTo>
                  <a:lnTo>
                    <a:pt x="1622307" y="1775545"/>
                  </a:lnTo>
                  <a:lnTo>
                    <a:pt x="1623148" y="1774092"/>
                  </a:lnTo>
                  <a:lnTo>
                    <a:pt x="1623989" y="1772044"/>
                  </a:lnTo>
                  <a:lnTo>
                    <a:pt x="1624830" y="1770006"/>
                  </a:lnTo>
                  <a:lnTo>
                    <a:pt x="1625671" y="1768249"/>
                  </a:lnTo>
                  <a:lnTo>
                    <a:pt x="1626513" y="1766921"/>
                  </a:lnTo>
                  <a:lnTo>
                    <a:pt x="1627354" y="1766536"/>
                  </a:lnTo>
                  <a:lnTo>
                    <a:pt x="1628195" y="1765111"/>
                  </a:lnTo>
                  <a:lnTo>
                    <a:pt x="1629036" y="1763275"/>
                  </a:lnTo>
                  <a:lnTo>
                    <a:pt x="1629877" y="1761086"/>
                  </a:lnTo>
                  <a:lnTo>
                    <a:pt x="1630719" y="1758945"/>
                  </a:lnTo>
                  <a:lnTo>
                    <a:pt x="1631560" y="1757375"/>
                  </a:lnTo>
                  <a:lnTo>
                    <a:pt x="1632401" y="1755595"/>
                  </a:lnTo>
                  <a:lnTo>
                    <a:pt x="1633242" y="1753792"/>
                  </a:lnTo>
                  <a:lnTo>
                    <a:pt x="1634083" y="1751750"/>
                  </a:lnTo>
                  <a:lnTo>
                    <a:pt x="1634925" y="1747547"/>
                  </a:lnTo>
                  <a:lnTo>
                    <a:pt x="1635766" y="1740376"/>
                  </a:lnTo>
                  <a:lnTo>
                    <a:pt x="1636607" y="1733897"/>
                  </a:lnTo>
                  <a:lnTo>
                    <a:pt x="1637448" y="1727541"/>
                  </a:lnTo>
                  <a:lnTo>
                    <a:pt x="1638289" y="1720800"/>
                  </a:lnTo>
                  <a:lnTo>
                    <a:pt x="1639131" y="1714918"/>
                  </a:lnTo>
                  <a:lnTo>
                    <a:pt x="1639972" y="1708537"/>
                  </a:lnTo>
                  <a:lnTo>
                    <a:pt x="1640813" y="1701425"/>
                  </a:lnTo>
                  <a:lnTo>
                    <a:pt x="1641654" y="1694665"/>
                  </a:lnTo>
                  <a:lnTo>
                    <a:pt x="1642495" y="1688820"/>
                  </a:lnTo>
                  <a:lnTo>
                    <a:pt x="1643337" y="1682009"/>
                  </a:lnTo>
                  <a:lnTo>
                    <a:pt x="1644178" y="1674797"/>
                  </a:lnTo>
                  <a:lnTo>
                    <a:pt x="1645019" y="1669814"/>
                  </a:lnTo>
                  <a:lnTo>
                    <a:pt x="1645860" y="1665059"/>
                  </a:lnTo>
                  <a:lnTo>
                    <a:pt x="1646701" y="1662809"/>
                  </a:lnTo>
                  <a:lnTo>
                    <a:pt x="1647543" y="1660040"/>
                  </a:lnTo>
                  <a:lnTo>
                    <a:pt x="1648384" y="1657512"/>
                  </a:lnTo>
                  <a:lnTo>
                    <a:pt x="1649225" y="1654807"/>
                  </a:lnTo>
                  <a:lnTo>
                    <a:pt x="1650066" y="1651605"/>
                  </a:lnTo>
                  <a:lnTo>
                    <a:pt x="1650907" y="1648092"/>
                  </a:lnTo>
                  <a:lnTo>
                    <a:pt x="1651749" y="1645660"/>
                  </a:lnTo>
                  <a:lnTo>
                    <a:pt x="1652590" y="1643938"/>
                  </a:lnTo>
                  <a:lnTo>
                    <a:pt x="1653431" y="1643687"/>
                  </a:lnTo>
                  <a:lnTo>
                    <a:pt x="1654272" y="1642832"/>
                  </a:lnTo>
                  <a:lnTo>
                    <a:pt x="1655113" y="1643241"/>
                  </a:lnTo>
                  <a:lnTo>
                    <a:pt x="1655955" y="1643974"/>
                  </a:lnTo>
                  <a:lnTo>
                    <a:pt x="1656796" y="1645177"/>
                  </a:lnTo>
                  <a:lnTo>
                    <a:pt x="1657637" y="1646819"/>
                  </a:lnTo>
                  <a:lnTo>
                    <a:pt x="1658478" y="1648211"/>
                  </a:lnTo>
                  <a:lnTo>
                    <a:pt x="1659319" y="1650251"/>
                  </a:lnTo>
                  <a:lnTo>
                    <a:pt x="1660161" y="1652344"/>
                  </a:lnTo>
                  <a:lnTo>
                    <a:pt x="1661002" y="1654151"/>
                  </a:lnTo>
                  <a:lnTo>
                    <a:pt x="1661843" y="1656233"/>
                  </a:lnTo>
                  <a:lnTo>
                    <a:pt x="1662684" y="1658802"/>
                  </a:lnTo>
                  <a:lnTo>
                    <a:pt x="1663525" y="1661046"/>
                  </a:lnTo>
                  <a:lnTo>
                    <a:pt x="1664367" y="1662918"/>
                  </a:lnTo>
                  <a:lnTo>
                    <a:pt x="1665208" y="1664253"/>
                  </a:lnTo>
                  <a:lnTo>
                    <a:pt x="1666049" y="1666685"/>
                  </a:lnTo>
                  <a:lnTo>
                    <a:pt x="1666890" y="1668953"/>
                  </a:lnTo>
                  <a:lnTo>
                    <a:pt x="1667731" y="1672919"/>
                  </a:lnTo>
                  <a:lnTo>
                    <a:pt x="1668573" y="1676829"/>
                  </a:lnTo>
                  <a:lnTo>
                    <a:pt x="1669414" y="1680443"/>
                  </a:lnTo>
                  <a:lnTo>
                    <a:pt x="1670255" y="1683304"/>
                  </a:lnTo>
                  <a:lnTo>
                    <a:pt x="1671096" y="1686208"/>
                  </a:lnTo>
                  <a:lnTo>
                    <a:pt x="1671937" y="1688625"/>
                  </a:lnTo>
                  <a:lnTo>
                    <a:pt x="1672779" y="1690747"/>
                  </a:lnTo>
                  <a:lnTo>
                    <a:pt x="1673620" y="1692170"/>
                  </a:lnTo>
                  <a:lnTo>
                    <a:pt x="1674461" y="1691943"/>
                  </a:lnTo>
                  <a:lnTo>
                    <a:pt x="1675302" y="1688283"/>
                  </a:lnTo>
                  <a:lnTo>
                    <a:pt x="1676143" y="1683173"/>
                  </a:lnTo>
                  <a:lnTo>
                    <a:pt x="1676985" y="1678443"/>
                  </a:lnTo>
                  <a:lnTo>
                    <a:pt x="1677826" y="1674836"/>
                  </a:lnTo>
                  <a:lnTo>
                    <a:pt x="1678667" y="1671979"/>
                  </a:lnTo>
                  <a:lnTo>
                    <a:pt x="1679508" y="1670599"/>
                  </a:lnTo>
                  <a:lnTo>
                    <a:pt x="1680350" y="1668990"/>
                  </a:lnTo>
                  <a:lnTo>
                    <a:pt x="1681191" y="1666184"/>
                  </a:lnTo>
                  <a:lnTo>
                    <a:pt x="1682032" y="1662047"/>
                  </a:lnTo>
                  <a:lnTo>
                    <a:pt x="1682873" y="1657444"/>
                  </a:lnTo>
                  <a:lnTo>
                    <a:pt x="1683714" y="1652044"/>
                  </a:lnTo>
                  <a:lnTo>
                    <a:pt x="1684556" y="1646241"/>
                  </a:lnTo>
                  <a:lnTo>
                    <a:pt x="1685397" y="1640383"/>
                  </a:lnTo>
                  <a:lnTo>
                    <a:pt x="1686238" y="1634439"/>
                  </a:lnTo>
                  <a:lnTo>
                    <a:pt x="1687079" y="1628181"/>
                  </a:lnTo>
                  <a:lnTo>
                    <a:pt x="1687920" y="1621217"/>
                  </a:lnTo>
                  <a:lnTo>
                    <a:pt x="1688762" y="1614131"/>
                  </a:lnTo>
                  <a:lnTo>
                    <a:pt x="1689603" y="1607022"/>
                  </a:lnTo>
                  <a:lnTo>
                    <a:pt x="1690444" y="1599353"/>
                  </a:lnTo>
                  <a:lnTo>
                    <a:pt x="1691285" y="1589353"/>
                  </a:lnTo>
                  <a:lnTo>
                    <a:pt x="1692126" y="1579024"/>
                  </a:lnTo>
                  <a:lnTo>
                    <a:pt x="1692968" y="1568716"/>
                  </a:lnTo>
                  <a:lnTo>
                    <a:pt x="1693809" y="1558257"/>
                  </a:lnTo>
                  <a:lnTo>
                    <a:pt x="1694650" y="1544455"/>
                  </a:lnTo>
                  <a:lnTo>
                    <a:pt x="1695491" y="1531306"/>
                  </a:lnTo>
                  <a:lnTo>
                    <a:pt x="1696332" y="1519820"/>
                  </a:lnTo>
                  <a:lnTo>
                    <a:pt x="1697174" y="1509360"/>
                  </a:lnTo>
                  <a:lnTo>
                    <a:pt x="1698015" y="1499174"/>
                  </a:lnTo>
                  <a:lnTo>
                    <a:pt x="1698856" y="1490165"/>
                  </a:lnTo>
                  <a:lnTo>
                    <a:pt x="1699697" y="1482705"/>
                  </a:lnTo>
                  <a:lnTo>
                    <a:pt x="1700538" y="1476074"/>
                  </a:lnTo>
                  <a:lnTo>
                    <a:pt x="1701380" y="1470187"/>
                  </a:lnTo>
                  <a:lnTo>
                    <a:pt x="1702221" y="1464915"/>
                  </a:lnTo>
                  <a:lnTo>
                    <a:pt x="1703062" y="1460532"/>
                  </a:lnTo>
                  <a:lnTo>
                    <a:pt x="1703903" y="1456362"/>
                  </a:lnTo>
                  <a:lnTo>
                    <a:pt x="1704744" y="1452381"/>
                  </a:lnTo>
                  <a:lnTo>
                    <a:pt x="1705586" y="1448256"/>
                  </a:lnTo>
                  <a:lnTo>
                    <a:pt x="1706427" y="1444261"/>
                  </a:lnTo>
                  <a:lnTo>
                    <a:pt x="1707268" y="1439513"/>
                  </a:lnTo>
                  <a:lnTo>
                    <a:pt x="1708109" y="1434644"/>
                  </a:lnTo>
                  <a:lnTo>
                    <a:pt x="1708950" y="1429479"/>
                  </a:lnTo>
                  <a:lnTo>
                    <a:pt x="1709792" y="1424397"/>
                  </a:lnTo>
                  <a:lnTo>
                    <a:pt x="1710633" y="1419307"/>
                  </a:lnTo>
                  <a:lnTo>
                    <a:pt x="1711474" y="1414210"/>
                  </a:lnTo>
                  <a:lnTo>
                    <a:pt x="1712315" y="1408954"/>
                  </a:lnTo>
                  <a:lnTo>
                    <a:pt x="1713156" y="1404176"/>
                  </a:lnTo>
                  <a:lnTo>
                    <a:pt x="1713998" y="1399390"/>
                  </a:lnTo>
                  <a:lnTo>
                    <a:pt x="1714839" y="1394133"/>
                  </a:lnTo>
                  <a:lnTo>
                    <a:pt x="1715680" y="1387950"/>
                  </a:lnTo>
                  <a:lnTo>
                    <a:pt x="1716521" y="1381174"/>
                  </a:lnTo>
                  <a:lnTo>
                    <a:pt x="1717362" y="1373950"/>
                  </a:lnTo>
                  <a:lnTo>
                    <a:pt x="1718204" y="1366992"/>
                  </a:lnTo>
                  <a:lnTo>
                    <a:pt x="1719045" y="1360634"/>
                  </a:lnTo>
                  <a:lnTo>
                    <a:pt x="1719886" y="1355780"/>
                  </a:lnTo>
                  <a:lnTo>
                    <a:pt x="1720727" y="1350561"/>
                  </a:lnTo>
                  <a:lnTo>
                    <a:pt x="1721568" y="1347147"/>
                  </a:lnTo>
                  <a:lnTo>
                    <a:pt x="1722410" y="1342999"/>
                  </a:lnTo>
                  <a:lnTo>
                    <a:pt x="1723251" y="1337968"/>
                  </a:lnTo>
                  <a:lnTo>
                    <a:pt x="1724092" y="1332256"/>
                  </a:lnTo>
                  <a:lnTo>
                    <a:pt x="1724933" y="1326619"/>
                  </a:lnTo>
                  <a:lnTo>
                    <a:pt x="1725774" y="1321321"/>
                  </a:lnTo>
                  <a:lnTo>
                    <a:pt x="1726616" y="1316042"/>
                  </a:lnTo>
                  <a:lnTo>
                    <a:pt x="1727457" y="1310581"/>
                  </a:lnTo>
                  <a:lnTo>
                    <a:pt x="1728298" y="1305006"/>
                  </a:lnTo>
                  <a:lnTo>
                    <a:pt x="1729139" y="1302451"/>
                  </a:lnTo>
                  <a:lnTo>
                    <a:pt x="1729980" y="1298184"/>
                  </a:lnTo>
                  <a:lnTo>
                    <a:pt x="1730822" y="1296548"/>
                  </a:lnTo>
                  <a:lnTo>
                    <a:pt x="1731663" y="1293902"/>
                  </a:lnTo>
                  <a:lnTo>
                    <a:pt x="1732504" y="1289160"/>
                  </a:lnTo>
                  <a:lnTo>
                    <a:pt x="1733345" y="1283761"/>
                  </a:lnTo>
                  <a:lnTo>
                    <a:pt x="1734186" y="1277063"/>
                  </a:lnTo>
                  <a:lnTo>
                    <a:pt x="1735028" y="1269952"/>
                  </a:lnTo>
                  <a:lnTo>
                    <a:pt x="1735869" y="1262231"/>
                  </a:lnTo>
                  <a:lnTo>
                    <a:pt x="1736710" y="1253968"/>
                  </a:lnTo>
                  <a:lnTo>
                    <a:pt x="1737551" y="1245129"/>
                  </a:lnTo>
                  <a:lnTo>
                    <a:pt x="1738392" y="1236339"/>
                  </a:lnTo>
                  <a:lnTo>
                    <a:pt x="1739234" y="1227729"/>
                  </a:lnTo>
                  <a:lnTo>
                    <a:pt x="1740075" y="1218874"/>
                  </a:lnTo>
                  <a:lnTo>
                    <a:pt x="1740916" y="1210162"/>
                  </a:lnTo>
                  <a:lnTo>
                    <a:pt x="1741757" y="1201767"/>
                  </a:lnTo>
                  <a:lnTo>
                    <a:pt x="1742598" y="1192488"/>
                  </a:lnTo>
                  <a:lnTo>
                    <a:pt x="1743440" y="1180451"/>
                  </a:lnTo>
                  <a:lnTo>
                    <a:pt x="1744281" y="1164230"/>
                  </a:lnTo>
                  <a:lnTo>
                    <a:pt x="1745122" y="1141656"/>
                  </a:lnTo>
                  <a:lnTo>
                    <a:pt x="1745963" y="1125988"/>
                  </a:lnTo>
                  <a:lnTo>
                    <a:pt x="1746804" y="1110380"/>
                  </a:lnTo>
                  <a:lnTo>
                    <a:pt x="1747646" y="1094997"/>
                  </a:lnTo>
                  <a:lnTo>
                    <a:pt x="1748487" y="1079659"/>
                  </a:lnTo>
                  <a:lnTo>
                    <a:pt x="1749328" y="1065481"/>
                  </a:lnTo>
                  <a:lnTo>
                    <a:pt x="1750169" y="1051794"/>
                  </a:lnTo>
                  <a:lnTo>
                    <a:pt x="1751011" y="1038355"/>
                  </a:lnTo>
                  <a:lnTo>
                    <a:pt x="1751852" y="1025870"/>
                  </a:lnTo>
                  <a:lnTo>
                    <a:pt x="1752693" y="1014154"/>
                  </a:lnTo>
                  <a:lnTo>
                    <a:pt x="1753534" y="1003302"/>
                  </a:lnTo>
                  <a:lnTo>
                    <a:pt x="1754375" y="993379"/>
                  </a:lnTo>
                  <a:lnTo>
                    <a:pt x="1755217" y="982999"/>
                  </a:lnTo>
                  <a:lnTo>
                    <a:pt x="1756058" y="972183"/>
                  </a:lnTo>
                  <a:lnTo>
                    <a:pt x="1756899" y="965170"/>
                  </a:lnTo>
                  <a:lnTo>
                    <a:pt x="1757740" y="958439"/>
                  </a:lnTo>
                  <a:lnTo>
                    <a:pt x="1758581" y="953269"/>
                  </a:lnTo>
                  <a:lnTo>
                    <a:pt x="1759423" y="949437"/>
                  </a:lnTo>
                  <a:lnTo>
                    <a:pt x="1760264" y="946385"/>
                  </a:lnTo>
                  <a:lnTo>
                    <a:pt x="1761105" y="943698"/>
                  </a:lnTo>
                  <a:lnTo>
                    <a:pt x="1761946" y="941348"/>
                  </a:lnTo>
                  <a:lnTo>
                    <a:pt x="1762787" y="941430"/>
                  </a:lnTo>
                  <a:lnTo>
                    <a:pt x="1763629" y="941606"/>
                  </a:lnTo>
                  <a:lnTo>
                    <a:pt x="1764470" y="940183"/>
                  </a:lnTo>
                  <a:lnTo>
                    <a:pt x="1765311" y="938289"/>
                  </a:lnTo>
                  <a:lnTo>
                    <a:pt x="1766152" y="936394"/>
                  </a:lnTo>
                  <a:lnTo>
                    <a:pt x="1766993" y="933177"/>
                  </a:lnTo>
                  <a:lnTo>
                    <a:pt x="1767835" y="930105"/>
                  </a:lnTo>
                  <a:lnTo>
                    <a:pt x="1768676" y="927035"/>
                  </a:lnTo>
                  <a:lnTo>
                    <a:pt x="1769517" y="924219"/>
                  </a:lnTo>
                  <a:lnTo>
                    <a:pt x="1770358" y="920822"/>
                  </a:lnTo>
                  <a:lnTo>
                    <a:pt x="1771199" y="915227"/>
                  </a:lnTo>
                  <a:lnTo>
                    <a:pt x="1772041" y="909475"/>
                  </a:lnTo>
                  <a:lnTo>
                    <a:pt x="1772882" y="904327"/>
                  </a:lnTo>
                  <a:lnTo>
                    <a:pt x="1773723" y="899169"/>
                  </a:lnTo>
                  <a:lnTo>
                    <a:pt x="1774564" y="891775"/>
                  </a:lnTo>
                  <a:lnTo>
                    <a:pt x="1775405" y="883344"/>
                  </a:lnTo>
                  <a:lnTo>
                    <a:pt x="1776247" y="874855"/>
                  </a:lnTo>
                  <a:lnTo>
                    <a:pt x="1777088" y="867002"/>
                  </a:lnTo>
                  <a:lnTo>
                    <a:pt x="1777929" y="858433"/>
                  </a:lnTo>
                  <a:lnTo>
                    <a:pt x="1778770" y="849588"/>
                  </a:lnTo>
                  <a:lnTo>
                    <a:pt x="1779611" y="840091"/>
                  </a:lnTo>
                  <a:lnTo>
                    <a:pt x="1780453" y="831069"/>
                  </a:lnTo>
                  <a:lnTo>
                    <a:pt x="1781294" y="822409"/>
                  </a:lnTo>
                  <a:lnTo>
                    <a:pt x="1782135" y="816033"/>
                  </a:lnTo>
                  <a:lnTo>
                    <a:pt x="1782976" y="811178"/>
                  </a:lnTo>
                  <a:lnTo>
                    <a:pt x="1783817" y="806378"/>
                  </a:lnTo>
                  <a:lnTo>
                    <a:pt x="1784659" y="801741"/>
                  </a:lnTo>
                  <a:lnTo>
                    <a:pt x="1785500" y="798842"/>
                  </a:lnTo>
                  <a:lnTo>
                    <a:pt x="1786341" y="795174"/>
                  </a:lnTo>
                  <a:lnTo>
                    <a:pt x="1787182" y="790909"/>
                  </a:lnTo>
                  <a:lnTo>
                    <a:pt x="1788023" y="786104"/>
                  </a:lnTo>
                  <a:lnTo>
                    <a:pt x="1788865" y="779445"/>
                  </a:lnTo>
                  <a:lnTo>
                    <a:pt x="1789706" y="772529"/>
                  </a:lnTo>
                  <a:lnTo>
                    <a:pt x="1790547" y="763587"/>
                  </a:lnTo>
                  <a:lnTo>
                    <a:pt x="1791388" y="753778"/>
                  </a:lnTo>
                  <a:lnTo>
                    <a:pt x="1792229" y="744603"/>
                  </a:lnTo>
                  <a:lnTo>
                    <a:pt x="1793071" y="735331"/>
                  </a:lnTo>
                  <a:lnTo>
                    <a:pt x="1793912" y="726094"/>
                  </a:lnTo>
                  <a:lnTo>
                    <a:pt x="1794753" y="719874"/>
                  </a:lnTo>
                  <a:lnTo>
                    <a:pt x="1795594" y="712669"/>
                  </a:lnTo>
                  <a:lnTo>
                    <a:pt x="1796435" y="706068"/>
                  </a:lnTo>
                  <a:lnTo>
                    <a:pt x="1797277" y="699779"/>
                  </a:lnTo>
                  <a:lnTo>
                    <a:pt x="1798118" y="694231"/>
                  </a:lnTo>
                  <a:lnTo>
                    <a:pt x="1798959" y="688796"/>
                  </a:lnTo>
                  <a:lnTo>
                    <a:pt x="1799800" y="680852"/>
                  </a:lnTo>
                  <a:lnTo>
                    <a:pt x="1800641" y="674304"/>
                  </a:lnTo>
                  <a:lnTo>
                    <a:pt x="1801483" y="668662"/>
                  </a:lnTo>
                  <a:lnTo>
                    <a:pt x="1802324" y="663372"/>
                  </a:lnTo>
                  <a:lnTo>
                    <a:pt x="1803165" y="660079"/>
                  </a:lnTo>
                  <a:lnTo>
                    <a:pt x="1804006" y="659269"/>
                  </a:lnTo>
                  <a:lnTo>
                    <a:pt x="1804847" y="657308"/>
                  </a:lnTo>
                  <a:lnTo>
                    <a:pt x="1805689" y="655003"/>
                  </a:lnTo>
                  <a:lnTo>
                    <a:pt x="1806530" y="652926"/>
                  </a:lnTo>
                  <a:lnTo>
                    <a:pt x="1807371" y="651006"/>
                  </a:lnTo>
                  <a:lnTo>
                    <a:pt x="1808212" y="649742"/>
                  </a:lnTo>
                  <a:lnTo>
                    <a:pt x="1809053" y="649529"/>
                  </a:lnTo>
                  <a:lnTo>
                    <a:pt x="1809895" y="649398"/>
                  </a:lnTo>
                  <a:lnTo>
                    <a:pt x="1810736" y="649148"/>
                  </a:lnTo>
                  <a:lnTo>
                    <a:pt x="1811577" y="648224"/>
                  </a:lnTo>
                  <a:lnTo>
                    <a:pt x="1812418" y="647401"/>
                  </a:lnTo>
                  <a:lnTo>
                    <a:pt x="1813259" y="644248"/>
                  </a:lnTo>
                  <a:lnTo>
                    <a:pt x="1814101" y="640635"/>
                  </a:lnTo>
                  <a:lnTo>
                    <a:pt x="1814942" y="636002"/>
                  </a:lnTo>
                  <a:lnTo>
                    <a:pt x="1815783" y="632208"/>
                  </a:lnTo>
                  <a:lnTo>
                    <a:pt x="1816624" y="628422"/>
                  </a:lnTo>
                  <a:lnTo>
                    <a:pt x="1817465" y="625111"/>
                  </a:lnTo>
                  <a:lnTo>
                    <a:pt x="1818307" y="622260"/>
                  </a:lnTo>
                  <a:lnTo>
                    <a:pt x="1819148" y="619807"/>
                  </a:lnTo>
                  <a:lnTo>
                    <a:pt x="1819989" y="615353"/>
                  </a:lnTo>
                  <a:lnTo>
                    <a:pt x="1820830" y="610730"/>
                  </a:lnTo>
                  <a:lnTo>
                    <a:pt x="1821672" y="604867"/>
                  </a:lnTo>
                  <a:lnTo>
                    <a:pt x="1822513" y="597783"/>
                  </a:lnTo>
                  <a:lnTo>
                    <a:pt x="1823354" y="589928"/>
                  </a:lnTo>
                  <a:lnTo>
                    <a:pt x="1824195" y="582208"/>
                  </a:lnTo>
                  <a:lnTo>
                    <a:pt x="1825036" y="573979"/>
                  </a:lnTo>
                  <a:lnTo>
                    <a:pt x="1825878" y="564646"/>
                  </a:lnTo>
                  <a:lnTo>
                    <a:pt x="1826719" y="555240"/>
                  </a:lnTo>
                  <a:lnTo>
                    <a:pt x="1827560" y="544481"/>
                  </a:lnTo>
                  <a:lnTo>
                    <a:pt x="1828401" y="533219"/>
                  </a:lnTo>
                  <a:lnTo>
                    <a:pt x="1829242" y="522975"/>
                  </a:lnTo>
                  <a:lnTo>
                    <a:pt x="1830084" y="513370"/>
                  </a:lnTo>
                  <a:lnTo>
                    <a:pt x="1830925" y="504450"/>
                  </a:lnTo>
                  <a:lnTo>
                    <a:pt x="1831766" y="496168"/>
                  </a:lnTo>
                  <a:lnTo>
                    <a:pt x="1832607" y="487881"/>
                  </a:lnTo>
                  <a:lnTo>
                    <a:pt x="1833448" y="479188"/>
                  </a:lnTo>
                  <a:lnTo>
                    <a:pt x="1834290" y="470829"/>
                  </a:lnTo>
                  <a:lnTo>
                    <a:pt x="1835131" y="462734"/>
                  </a:lnTo>
                  <a:lnTo>
                    <a:pt x="1835972" y="454891"/>
                  </a:lnTo>
                  <a:lnTo>
                    <a:pt x="1836813" y="443741"/>
                  </a:lnTo>
                  <a:lnTo>
                    <a:pt x="1837654" y="433867"/>
                  </a:lnTo>
                  <a:lnTo>
                    <a:pt x="1838496" y="424801"/>
                  </a:lnTo>
                  <a:lnTo>
                    <a:pt x="1839337" y="416085"/>
                  </a:lnTo>
                  <a:lnTo>
                    <a:pt x="1840178" y="408792"/>
                  </a:lnTo>
                  <a:lnTo>
                    <a:pt x="1841019" y="403076"/>
                  </a:lnTo>
                  <a:lnTo>
                    <a:pt x="1841860" y="398083"/>
                  </a:lnTo>
                  <a:lnTo>
                    <a:pt x="1842702" y="394026"/>
                  </a:lnTo>
                  <a:lnTo>
                    <a:pt x="1843543" y="392802"/>
                  </a:lnTo>
                  <a:lnTo>
                    <a:pt x="1844384" y="392967"/>
                  </a:lnTo>
                  <a:lnTo>
                    <a:pt x="1845225" y="392630"/>
                  </a:lnTo>
                  <a:lnTo>
                    <a:pt x="1846066" y="392173"/>
                  </a:lnTo>
                  <a:lnTo>
                    <a:pt x="1846908" y="391058"/>
                  </a:lnTo>
                  <a:lnTo>
                    <a:pt x="1847749" y="388624"/>
                  </a:lnTo>
                  <a:lnTo>
                    <a:pt x="1848590" y="386374"/>
                  </a:lnTo>
                  <a:lnTo>
                    <a:pt x="1849431" y="385207"/>
                  </a:lnTo>
                  <a:lnTo>
                    <a:pt x="1850272" y="384885"/>
                  </a:lnTo>
                  <a:lnTo>
                    <a:pt x="1851114" y="385303"/>
                  </a:lnTo>
                  <a:lnTo>
                    <a:pt x="1851955" y="388111"/>
                  </a:lnTo>
                  <a:lnTo>
                    <a:pt x="1852796" y="391143"/>
                  </a:lnTo>
                  <a:lnTo>
                    <a:pt x="1853637" y="395425"/>
                  </a:lnTo>
                  <a:lnTo>
                    <a:pt x="1854478" y="399740"/>
                  </a:lnTo>
                  <a:lnTo>
                    <a:pt x="1855320" y="403877"/>
                  </a:lnTo>
                  <a:lnTo>
                    <a:pt x="1856161" y="407802"/>
                  </a:lnTo>
                  <a:lnTo>
                    <a:pt x="1857002" y="411760"/>
                  </a:lnTo>
                  <a:lnTo>
                    <a:pt x="1857843" y="415968"/>
                  </a:lnTo>
                  <a:lnTo>
                    <a:pt x="1858684" y="420859"/>
                  </a:lnTo>
                  <a:lnTo>
                    <a:pt x="1859526" y="428020"/>
                  </a:lnTo>
                  <a:lnTo>
                    <a:pt x="1860367" y="435010"/>
                  </a:lnTo>
                  <a:lnTo>
                    <a:pt x="1861208" y="441785"/>
                  </a:lnTo>
                  <a:lnTo>
                    <a:pt x="1862049" y="448104"/>
                  </a:lnTo>
                  <a:lnTo>
                    <a:pt x="1862890" y="457625"/>
                  </a:lnTo>
                  <a:lnTo>
                    <a:pt x="1863732" y="466784"/>
                  </a:lnTo>
                  <a:lnTo>
                    <a:pt x="1864573" y="475070"/>
                  </a:lnTo>
                  <a:lnTo>
                    <a:pt x="1865414" y="481074"/>
                  </a:lnTo>
                  <a:lnTo>
                    <a:pt x="1866255" y="486637"/>
                  </a:lnTo>
                  <a:lnTo>
                    <a:pt x="1867096" y="490640"/>
                  </a:lnTo>
                  <a:lnTo>
                    <a:pt x="1867938" y="493079"/>
                  </a:lnTo>
                  <a:lnTo>
                    <a:pt x="1868779" y="495060"/>
                  </a:lnTo>
                  <a:lnTo>
                    <a:pt x="1869620" y="496176"/>
                  </a:lnTo>
                  <a:lnTo>
                    <a:pt x="1870461" y="497078"/>
                  </a:lnTo>
                  <a:lnTo>
                    <a:pt x="1871302" y="497186"/>
                  </a:lnTo>
                  <a:lnTo>
                    <a:pt x="1872144" y="497558"/>
                  </a:lnTo>
                  <a:lnTo>
                    <a:pt x="1872985" y="498782"/>
                  </a:lnTo>
                  <a:lnTo>
                    <a:pt x="1873826" y="500107"/>
                  </a:lnTo>
                  <a:lnTo>
                    <a:pt x="1874667" y="500213"/>
                  </a:lnTo>
                  <a:lnTo>
                    <a:pt x="1875508" y="500790"/>
                  </a:lnTo>
                  <a:lnTo>
                    <a:pt x="1876350" y="500714"/>
                  </a:lnTo>
                  <a:lnTo>
                    <a:pt x="1877191" y="500494"/>
                  </a:lnTo>
                  <a:lnTo>
                    <a:pt x="1878032" y="500289"/>
                  </a:lnTo>
                  <a:lnTo>
                    <a:pt x="1878873" y="500494"/>
                  </a:lnTo>
                  <a:lnTo>
                    <a:pt x="1879714" y="501725"/>
                  </a:lnTo>
                  <a:lnTo>
                    <a:pt x="1880556" y="504535"/>
                  </a:lnTo>
                  <a:lnTo>
                    <a:pt x="1881397" y="507672"/>
                  </a:lnTo>
                  <a:lnTo>
                    <a:pt x="1882238" y="511106"/>
                  </a:lnTo>
                  <a:lnTo>
                    <a:pt x="1883079" y="514152"/>
                  </a:lnTo>
                  <a:lnTo>
                    <a:pt x="1883920" y="517396"/>
                  </a:lnTo>
                  <a:lnTo>
                    <a:pt x="1884762" y="520791"/>
                  </a:lnTo>
                  <a:lnTo>
                    <a:pt x="1885603" y="524164"/>
                  </a:lnTo>
                  <a:lnTo>
                    <a:pt x="1886444" y="527932"/>
                  </a:lnTo>
                  <a:lnTo>
                    <a:pt x="1887285" y="531935"/>
                  </a:lnTo>
                  <a:lnTo>
                    <a:pt x="1888126" y="535330"/>
                  </a:lnTo>
                  <a:lnTo>
                    <a:pt x="1888968" y="539326"/>
                  </a:lnTo>
                  <a:lnTo>
                    <a:pt x="1889809" y="540849"/>
                  </a:lnTo>
                  <a:lnTo>
                    <a:pt x="1890650" y="543167"/>
                  </a:lnTo>
                  <a:lnTo>
                    <a:pt x="1891491" y="546018"/>
                  </a:lnTo>
                  <a:lnTo>
                    <a:pt x="1892333" y="549883"/>
                  </a:lnTo>
                  <a:lnTo>
                    <a:pt x="1893174" y="554579"/>
                  </a:lnTo>
                  <a:lnTo>
                    <a:pt x="1894015" y="559967"/>
                  </a:lnTo>
                  <a:lnTo>
                    <a:pt x="1894856" y="566379"/>
                  </a:lnTo>
                  <a:lnTo>
                    <a:pt x="1895697" y="574316"/>
                  </a:lnTo>
                  <a:lnTo>
                    <a:pt x="1896539" y="583142"/>
                  </a:lnTo>
                  <a:lnTo>
                    <a:pt x="1897380" y="590436"/>
                  </a:lnTo>
                  <a:lnTo>
                    <a:pt x="1898221" y="597612"/>
                  </a:lnTo>
                  <a:lnTo>
                    <a:pt x="1899062" y="602017"/>
                  </a:lnTo>
                  <a:lnTo>
                    <a:pt x="1899903" y="604958"/>
                  </a:lnTo>
                  <a:lnTo>
                    <a:pt x="1900745" y="608175"/>
                  </a:lnTo>
                  <a:lnTo>
                    <a:pt x="1901586" y="611950"/>
                  </a:lnTo>
                  <a:lnTo>
                    <a:pt x="1902427" y="616427"/>
                  </a:lnTo>
                  <a:lnTo>
                    <a:pt x="1903268" y="619883"/>
                  </a:lnTo>
                  <a:lnTo>
                    <a:pt x="1904109" y="625492"/>
                  </a:lnTo>
                  <a:lnTo>
                    <a:pt x="1904951" y="630477"/>
                  </a:lnTo>
                  <a:lnTo>
                    <a:pt x="1905792" y="634562"/>
                  </a:lnTo>
                  <a:lnTo>
                    <a:pt x="1906633" y="637849"/>
                  </a:lnTo>
                  <a:lnTo>
                    <a:pt x="1907474" y="640651"/>
                  </a:lnTo>
                  <a:lnTo>
                    <a:pt x="1908315" y="643154"/>
                  </a:lnTo>
                  <a:lnTo>
                    <a:pt x="1909157" y="644985"/>
                  </a:lnTo>
                  <a:lnTo>
                    <a:pt x="1909998" y="645288"/>
                  </a:lnTo>
                  <a:lnTo>
                    <a:pt x="1910839" y="646492"/>
                  </a:lnTo>
                  <a:lnTo>
                    <a:pt x="1911680" y="649352"/>
                  </a:lnTo>
                  <a:lnTo>
                    <a:pt x="1912521" y="659193"/>
                  </a:lnTo>
                  <a:lnTo>
                    <a:pt x="1913363" y="674787"/>
                  </a:lnTo>
                  <a:lnTo>
                    <a:pt x="1914204" y="682842"/>
                  </a:lnTo>
                  <a:lnTo>
                    <a:pt x="1915045" y="690730"/>
                  </a:lnTo>
                  <a:lnTo>
                    <a:pt x="1915886" y="698907"/>
                  </a:lnTo>
                  <a:lnTo>
                    <a:pt x="1916727" y="707745"/>
                  </a:lnTo>
                  <a:lnTo>
                    <a:pt x="1917569" y="715989"/>
                  </a:lnTo>
                  <a:lnTo>
                    <a:pt x="1918410" y="720748"/>
                  </a:lnTo>
                  <a:lnTo>
                    <a:pt x="1919251" y="725231"/>
                  </a:lnTo>
                  <a:lnTo>
                    <a:pt x="1920092" y="728645"/>
                  </a:lnTo>
                  <a:lnTo>
                    <a:pt x="1920933" y="730687"/>
                  </a:lnTo>
                  <a:lnTo>
                    <a:pt x="1921775" y="732125"/>
                  </a:lnTo>
                  <a:lnTo>
                    <a:pt x="1922616" y="733271"/>
                  </a:lnTo>
                  <a:lnTo>
                    <a:pt x="1923457" y="735307"/>
                  </a:lnTo>
                  <a:lnTo>
                    <a:pt x="1924298" y="738725"/>
                  </a:lnTo>
                  <a:lnTo>
                    <a:pt x="1925139" y="739369"/>
                  </a:lnTo>
                  <a:lnTo>
                    <a:pt x="1925981" y="740754"/>
                  </a:lnTo>
                  <a:lnTo>
                    <a:pt x="1926822" y="737521"/>
                  </a:lnTo>
                  <a:lnTo>
                    <a:pt x="1927663" y="732732"/>
                  </a:lnTo>
                  <a:lnTo>
                    <a:pt x="1928504" y="726389"/>
                  </a:lnTo>
                  <a:lnTo>
                    <a:pt x="1929345" y="719141"/>
                  </a:lnTo>
                  <a:lnTo>
                    <a:pt x="1930187" y="711448"/>
                  </a:lnTo>
                  <a:lnTo>
                    <a:pt x="1931028" y="702289"/>
                  </a:lnTo>
                  <a:lnTo>
                    <a:pt x="1931869" y="694536"/>
                  </a:lnTo>
                  <a:lnTo>
                    <a:pt x="1932710" y="688354"/>
                  </a:lnTo>
                  <a:lnTo>
                    <a:pt x="1933551" y="683814"/>
                  </a:lnTo>
                  <a:lnTo>
                    <a:pt x="1934393" y="680305"/>
                  </a:lnTo>
                  <a:lnTo>
                    <a:pt x="1935234" y="677928"/>
                  </a:lnTo>
                  <a:lnTo>
                    <a:pt x="1936075" y="674798"/>
                  </a:lnTo>
                  <a:lnTo>
                    <a:pt x="1936916" y="670647"/>
                  </a:lnTo>
                  <a:lnTo>
                    <a:pt x="1937757" y="666228"/>
                  </a:lnTo>
                  <a:lnTo>
                    <a:pt x="1938599" y="660881"/>
                  </a:lnTo>
                  <a:lnTo>
                    <a:pt x="1939440" y="657580"/>
                  </a:lnTo>
                  <a:lnTo>
                    <a:pt x="1940281" y="654958"/>
                  </a:lnTo>
                  <a:lnTo>
                    <a:pt x="1941122" y="653242"/>
                  </a:lnTo>
                  <a:lnTo>
                    <a:pt x="1941963" y="651910"/>
                  </a:lnTo>
                  <a:lnTo>
                    <a:pt x="1942805" y="652697"/>
                  </a:lnTo>
                  <a:lnTo>
                    <a:pt x="1943646" y="654506"/>
                  </a:lnTo>
                  <a:lnTo>
                    <a:pt x="1944487" y="655736"/>
                  </a:lnTo>
                  <a:lnTo>
                    <a:pt x="1945328" y="654933"/>
                  </a:lnTo>
                  <a:lnTo>
                    <a:pt x="1946169" y="653345"/>
                  </a:lnTo>
                  <a:lnTo>
                    <a:pt x="1947011" y="651142"/>
                  </a:lnTo>
                  <a:lnTo>
                    <a:pt x="1947852" y="648646"/>
                  </a:lnTo>
                  <a:lnTo>
                    <a:pt x="1948693" y="646113"/>
                  </a:lnTo>
                  <a:lnTo>
                    <a:pt x="1949534" y="644129"/>
                  </a:lnTo>
                  <a:lnTo>
                    <a:pt x="1950375" y="641703"/>
                  </a:lnTo>
                  <a:lnTo>
                    <a:pt x="1951217" y="640128"/>
                  </a:lnTo>
                  <a:lnTo>
                    <a:pt x="1952058" y="638344"/>
                  </a:lnTo>
                  <a:lnTo>
                    <a:pt x="1952899" y="636466"/>
                  </a:lnTo>
                  <a:lnTo>
                    <a:pt x="1953740" y="630445"/>
                  </a:lnTo>
                  <a:lnTo>
                    <a:pt x="1954581" y="623940"/>
                  </a:lnTo>
                  <a:lnTo>
                    <a:pt x="1955423" y="618248"/>
                  </a:lnTo>
                  <a:lnTo>
                    <a:pt x="1956264" y="612956"/>
                  </a:lnTo>
                  <a:lnTo>
                    <a:pt x="1957105" y="607967"/>
                  </a:lnTo>
                  <a:lnTo>
                    <a:pt x="1957946" y="604836"/>
                  </a:lnTo>
                  <a:lnTo>
                    <a:pt x="1958787" y="604684"/>
                  </a:lnTo>
                  <a:lnTo>
                    <a:pt x="1959629" y="604242"/>
                  </a:lnTo>
                  <a:lnTo>
                    <a:pt x="1960470" y="603712"/>
                  </a:lnTo>
                  <a:lnTo>
                    <a:pt x="1961311" y="602493"/>
                  </a:lnTo>
                  <a:lnTo>
                    <a:pt x="1962152" y="600867"/>
                  </a:lnTo>
                  <a:lnTo>
                    <a:pt x="1962994" y="594563"/>
                  </a:lnTo>
                  <a:lnTo>
                    <a:pt x="1963835" y="592232"/>
                  </a:lnTo>
                  <a:lnTo>
                    <a:pt x="1964676" y="591307"/>
                  </a:lnTo>
                  <a:lnTo>
                    <a:pt x="1965517" y="593482"/>
                  </a:lnTo>
                  <a:lnTo>
                    <a:pt x="1966358" y="595552"/>
                  </a:lnTo>
                  <a:lnTo>
                    <a:pt x="1967200" y="599389"/>
                  </a:lnTo>
                  <a:lnTo>
                    <a:pt x="1968041" y="605613"/>
                  </a:lnTo>
                  <a:lnTo>
                    <a:pt x="1968882" y="611708"/>
                  </a:lnTo>
                  <a:lnTo>
                    <a:pt x="1969723" y="616142"/>
                  </a:lnTo>
                  <a:lnTo>
                    <a:pt x="1970564" y="619415"/>
                  </a:lnTo>
                  <a:lnTo>
                    <a:pt x="1971406" y="622488"/>
                  </a:lnTo>
                  <a:lnTo>
                    <a:pt x="1972247" y="626001"/>
                  </a:lnTo>
                  <a:lnTo>
                    <a:pt x="1973088" y="629704"/>
                  </a:lnTo>
                  <a:lnTo>
                    <a:pt x="1973929" y="634478"/>
                  </a:lnTo>
                  <a:lnTo>
                    <a:pt x="1974770" y="639014"/>
                  </a:lnTo>
                  <a:lnTo>
                    <a:pt x="1975612" y="643360"/>
                  </a:lnTo>
                  <a:lnTo>
                    <a:pt x="1976453" y="647333"/>
                  </a:lnTo>
                  <a:lnTo>
                    <a:pt x="1977294" y="650256"/>
                  </a:lnTo>
                  <a:lnTo>
                    <a:pt x="1978135" y="652825"/>
                  </a:lnTo>
                  <a:lnTo>
                    <a:pt x="1978976" y="653823"/>
                  </a:lnTo>
                  <a:lnTo>
                    <a:pt x="1979818" y="654384"/>
                  </a:lnTo>
                  <a:lnTo>
                    <a:pt x="1980659" y="655943"/>
                  </a:lnTo>
                  <a:lnTo>
                    <a:pt x="1981500" y="656173"/>
                  </a:lnTo>
                  <a:lnTo>
                    <a:pt x="1982341" y="654225"/>
                  </a:lnTo>
                  <a:lnTo>
                    <a:pt x="1983182" y="653351"/>
                  </a:lnTo>
                  <a:lnTo>
                    <a:pt x="1984024" y="653207"/>
                  </a:lnTo>
                  <a:lnTo>
                    <a:pt x="1984865" y="653616"/>
                  </a:lnTo>
                  <a:lnTo>
                    <a:pt x="1985706" y="654413"/>
                  </a:lnTo>
                  <a:lnTo>
                    <a:pt x="1986547" y="655445"/>
                  </a:lnTo>
                  <a:lnTo>
                    <a:pt x="1987388" y="657481"/>
                  </a:lnTo>
                  <a:lnTo>
                    <a:pt x="1988230" y="660742"/>
                  </a:lnTo>
                  <a:lnTo>
                    <a:pt x="1989071" y="664836"/>
                  </a:lnTo>
                  <a:lnTo>
                    <a:pt x="1989912" y="671229"/>
                  </a:lnTo>
                  <a:lnTo>
                    <a:pt x="1990753" y="679062"/>
                  </a:lnTo>
                  <a:lnTo>
                    <a:pt x="1991594" y="688040"/>
                  </a:lnTo>
                  <a:lnTo>
                    <a:pt x="1992436" y="697031"/>
                  </a:lnTo>
                  <a:lnTo>
                    <a:pt x="1993277" y="706432"/>
                  </a:lnTo>
                  <a:lnTo>
                    <a:pt x="1994118" y="716584"/>
                  </a:lnTo>
                  <a:lnTo>
                    <a:pt x="1994959" y="726527"/>
                  </a:lnTo>
                  <a:lnTo>
                    <a:pt x="1995800" y="736893"/>
                  </a:lnTo>
                  <a:lnTo>
                    <a:pt x="1996642" y="747370"/>
                  </a:lnTo>
                  <a:lnTo>
                    <a:pt x="1997483" y="757318"/>
                  </a:lnTo>
                  <a:lnTo>
                    <a:pt x="1998324" y="766757"/>
                  </a:lnTo>
                  <a:lnTo>
                    <a:pt x="1999165" y="775340"/>
                  </a:lnTo>
                  <a:lnTo>
                    <a:pt x="2000006" y="783627"/>
                  </a:lnTo>
                  <a:lnTo>
                    <a:pt x="2000848" y="791998"/>
                  </a:lnTo>
                  <a:lnTo>
                    <a:pt x="2001689" y="800510"/>
                  </a:lnTo>
                  <a:lnTo>
                    <a:pt x="2002530" y="807177"/>
                  </a:lnTo>
                  <a:lnTo>
                    <a:pt x="2003371" y="813665"/>
                  </a:lnTo>
                  <a:lnTo>
                    <a:pt x="2004212" y="819992"/>
                  </a:lnTo>
                  <a:lnTo>
                    <a:pt x="2005054" y="827284"/>
                  </a:lnTo>
                  <a:lnTo>
                    <a:pt x="2005895" y="832860"/>
                  </a:lnTo>
                  <a:lnTo>
                    <a:pt x="2006736" y="837144"/>
                  </a:lnTo>
                  <a:lnTo>
                    <a:pt x="2007577" y="841056"/>
                  </a:lnTo>
                  <a:lnTo>
                    <a:pt x="2008418" y="843669"/>
                  </a:lnTo>
                  <a:lnTo>
                    <a:pt x="2009260" y="844672"/>
                  </a:lnTo>
                  <a:lnTo>
                    <a:pt x="2010101" y="844725"/>
                  </a:lnTo>
                  <a:lnTo>
                    <a:pt x="2010942" y="844619"/>
                  </a:lnTo>
                  <a:lnTo>
                    <a:pt x="2011783" y="844672"/>
                  </a:lnTo>
                  <a:lnTo>
                    <a:pt x="2012624" y="843965"/>
                  </a:lnTo>
                  <a:lnTo>
                    <a:pt x="2013466" y="841823"/>
                  </a:lnTo>
                  <a:lnTo>
                    <a:pt x="2014307" y="837979"/>
                  </a:lnTo>
                  <a:lnTo>
                    <a:pt x="2015148" y="832115"/>
                  </a:lnTo>
                  <a:lnTo>
                    <a:pt x="2015989" y="824200"/>
                  </a:lnTo>
                  <a:lnTo>
                    <a:pt x="2016830" y="814317"/>
                  </a:lnTo>
                  <a:lnTo>
                    <a:pt x="2017672" y="802741"/>
                  </a:lnTo>
                  <a:lnTo>
                    <a:pt x="2018513" y="790663"/>
                  </a:lnTo>
                  <a:lnTo>
                    <a:pt x="2019354" y="777665"/>
                  </a:lnTo>
                  <a:lnTo>
                    <a:pt x="2020195" y="767746"/>
                  </a:lnTo>
                  <a:lnTo>
                    <a:pt x="2021036" y="757719"/>
                  </a:lnTo>
                  <a:lnTo>
                    <a:pt x="2021878" y="746354"/>
                  </a:lnTo>
                  <a:lnTo>
                    <a:pt x="2022719" y="734255"/>
                  </a:lnTo>
                  <a:lnTo>
                    <a:pt x="2023560" y="721899"/>
                  </a:lnTo>
                  <a:lnTo>
                    <a:pt x="2024401" y="709889"/>
                  </a:lnTo>
                  <a:lnTo>
                    <a:pt x="2025242" y="698063"/>
                  </a:lnTo>
                  <a:lnTo>
                    <a:pt x="2026084" y="687383"/>
                  </a:lnTo>
                  <a:lnTo>
                    <a:pt x="2026925" y="677424"/>
                  </a:lnTo>
                  <a:lnTo>
                    <a:pt x="2027766" y="668254"/>
                  </a:lnTo>
                  <a:lnTo>
                    <a:pt x="2028607" y="660083"/>
                  </a:lnTo>
                  <a:lnTo>
                    <a:pt x="2029448" y="651985"/>
                  </a:lnTo>
                  <a:lnTo>
                    <a:pt x="2030290" y="644970"/>
                  </a:lnTo>
                  <a:lnTo>
                    <a:pt x="2031131" y="638721"/>
                  </a:lnTo>
                  <a:lnTo>
                    <a:pt x="2031972" y="633158"/>
                  </a:lnTo>
                  <a:lnTo>
                    <a:pt x="2032813" y="627668"/>
                  </a:lnTo>
                  <a:lnTo>
                    <a:pt x="2033655" y="624424"/>
                  </a:lnTo>
                  <a:lnTo>
                    <a:pt x="2034496" y="621438"/>
                  </a:lnTo>
                  <a:lnTo>
                    <a:pt x="2035337" y="616873"/>
                  </a:lnTo>
                  <a:lnTo>
                    <a:pt x="2036178" y="612953"/>
                  </a:lnTo>
                  <a:lnTo>
                    <a:pt x="2037019" y="608844"/>
                  </a:lnTo>
                  <a:lnTo>
                    <a:pt x="2037861" y="604356"/>
                  </a:lnTo>
                  <a:lnTo>
                    <a:pt x="2038702" y="598934"/>
                  </a:lnTo>
                  <a:lnTo>
                    <a:pt x="2039543" y="592954"/>
                  </a:lnTo>
                  <a:lnTo>
                    <a:pt x="2040384" y="587341"/>
                  </a:lnTo>
                  <a:lnTo>
                    <a:pt x="2041225" y="582045"/>
                  </a:lnTo>
                  <a:lnTo>
                    <a:pt x="2042067" y="577849"/>
                  </a:lnTo>
                  <a:lnTo>
                    <a:pt x="2042908" y="577609"/>
                  </a:lnTo>
                  <a:lnTo>
                    <a:pt x="2043749" y="577461"/>
                  </a:lnTo>
                  <a:lnTo>
                    <a:pt x="2044590" y="577700"/>
                  </a:lnTo>
                  <a:lnTo>
                    <a:pt x="2045431" y="577321"/>
                  </a:lnTo>
                  <a:lnTo>
                    <a:pt x="2046273" y="575250"/>
                  </a:lnTo>
                  <a:lnTo>
                    <a:pt x="2047114" y="571275"/>
                  </a:lnTo>
                  <a:lnTo>
                    <a:pt x="2047955" y="565914"/>
                  </a:lnTo>
                  <a:lnTo>
                    <a:pt x="2048796" y="559429"/>
                  </a:lnTo>
                  <a:lnTo>
                    <a:pt x="2049637" y="552610"/>
                  </a:lnTo>
                  <a:lnTo>
                    <a:pt x="2050479" y="546095"/>
                  </a:lnTo>
                  <a:lnTo>
                    <a:pt x="2051320" y="540308"/>
                  </a:lnTo>
                  <a:lnTo>
                    <a:pt x="2052161" y="534926"/>
                  </a:lnTo>
                  <a:lnTo>
                    <a:pt x="2053002" y="529407"/>
                  </a:lnTo>
                  <a:lnTo>
                    <a:pt x="2053843" y="523970"/>
                  </a:lnTo>
                  <a:lnTo>
                    <a:pt x="2054685" y="518250"/>
                  </a:lnTo>
                  <a:lnTo>
                    <a:pt x="2055526" y="511834"/>
                  </a:lnTo>
                  <a:lnTo>
                    <a:pt x="2056367" y="505768"/>
                  </a:lnTo>
                  <a:lnTo>
                    <a:pt x="2057208" y="499766"/>
                  </a:lnTo>
                  <a:lnTo>
                    <a:pt x="2058049" y="491365"/>
                  </a:lnTo>
                  <a:lnTo>
                    <a:pt x="2058891" y="487445"/>
                  </a:lnTo>
                  <a:lnTo>
                    <a:pt x="2059732" y="485430"/>
                  </a:lnTo>
                  <a:lnTo>
                    <a:pt x="2060573" y="485450"/>
                  </a:lnTo>
                  <a:lnTo>
                    <a:pt x="2061414" y="484811"/>
                  </a:lnTo>
                  <a:lnTo>
                    <a:pt x="2062255" y="483537"/>
                  </a:lnTo>
                  <a:lnTo>
                    <a:pt x="2063097" y="482054"/>
                  </a:lnTo>
                  <a:lnTo>
                    <a:pt x="2063938" y="479936"/>
                  </a:lnTo>
                  <a:lnTo>
                    <a:pt x="2064779" y="477646"/>
                  </a:lnTo>
                  <a:lnTo>
                    <a:pt x="2065620" y="475046"/>
                  </a:lnTo>
                  <a:lnTo>
                    <a:pt x="2066461" y="472327"/>
                  </a:lnTo>
                  <a:lnTo>
                    <a:pt x="2067303" y="469784"/>
                  </a:lnTo>
                  <a:lnTo>
                    <a:pt x="2068144" y="468514"/>
                  </a:lnTo>
                  <a:lnTo>
                    <a:pt x="2068985" y="467523"/>
                  </a:lnTo>
                  <a:lnTo>
                    <a:pt x="2069826" y="466125"/>
                  </a:lnTo>
                  <a:lnTo>
                    <a:pt x="2070667" y="464956"/>
                  </a:lnTo>
                  <a:lnTo>
                    <a:pt x="2071509" y="465044"/>
                  </a:lnTo>
                  <a:lnTo>
                    <a:pt x="2072350" y="462202"/>
                  </a:lnTo>
                  <a:lnTo>
                    <a:pt x="2073191" y="460736"/>
                  </a:lnTo>
                  <a:lnTo>
                    <a:pt x="2074032" y="457943"/>
                  </a:lnTo>
                  <a:lnTo>
                    <a:pt x="2074873" y="457159"/>
                  </a:lnTo>
                  <a:lnTo>
                    <a:pt x="2075715" y="457361"/>
                  </a:lnTo>
                  <a:lnTo>
                    <a:pt x="2076556" y="458231"/>
                  </a:lnTo>
                  <a:lnTo>
                    <a:pt x="2077397" y="460560"/>
                  </a:lnTo>
                  <a:lnTo>
                    <a:pt x="2078238" y="464519"/>
                  </a:lnTo>
                  <a:lnTo>
                    <a:pt x="2079079" y="469685"/>
                  </a:lnTo>
                  <a:lnTo>
                    <a:pt x="2079921" y="475738"/>
                  </a:lnTo>
                  <a:lnTo>
                    <a:pt x="2080762" y="478731"/>
                  </a:lnTo>
                  <a:lnTo>
                    <a:pt x="2081603" y="482621"/>
                  </a:lnTo>
                  <a:lnTo>
                    <a:pt x="2082444" y="487387"/>
                  </a:lnTo>
                  <a:lnTo>
                    <a:pt x="2083285" y="491649"/>
                  </a:lnTo>
                  <a:lnTo>
                    <a:pt x="2084127" y="495653"/>
                  </a:lnTo>
                  <a:lnTo>
                    <a:pt x="2084968" y="499035"/>
                  </a:lnTo>
                  <a:lnTo>
                    <a:pt x="2085809" y="502037"/>
                  </a:lnTo>
                  <a:lnTo>
                    <a:pt x="2086650" y="508762"/>
                  </a:lnTo>
                  <a:lnTo>
                    <a:pt x="2087491" y="515397"/>
                  </a:lnTo>
                  <a:lnTo>
                    <a:pt x="2088333" y="521786"/>
                  </a:lnTo>
                  <a:lnTo>
                    <a:pt x="2089174" y="528598"/>
                  </a:lnTo>
                  <a:lnTo>
                    <a:pt x="2090015" y="534816"/>
                  </a:lnTo>
                  <a:lnTo>
                    <a:pt x="2090856" y="540850"/>
                  </a:lnTo>
                  <a:lnTo>
                    <a:pt x="2091697" y="546888"/>
                  </a:lnTo>
                  <a:lnTo>
                    <a:pt x="2092539" y="553554"/>
                  </a:lnTo>
                  <a:lnTo>
                    <a:pt x="2093380" y="560641"/>
                  </a:lnTo>
                  <a:lnTo>
                    <a:pt x="2094221" y="567347"/>
                  </a:lnTo>
                  <a:lnTo>
                    <a:pt x="2095062" y="578065"/>
                  </a:lnTo>
                  <a:lnTo>
                    <a:pt x="2095903" y="590204"/>
                  </a:lnTo>
                  <a:lnTo>
                    <a:pt x="2096745" y="603619"/>
                  </a:lnTo>
                  <a:lnTo>
                    <a:pt x="2097586" y="617687"/>
                  </a:lnTo>
                  <a:lnTo>
                    <a:pt x="2098427" y="632112"/>
                  </a:lnTo>
                  <a:lnTo>
                    <a:pt x="2099268" y="646127"/>
                  </a:lnTo>
                  <a:lnTo>
                    <a:pt x="2100109" y="659550"/>
                  </a:lnTo>
                  <a:lnTo>
                    <a:pt x="2100951" y="672053"/>
                  </a:lnTo>
                  <a:lnTo>
                    <a:pt x="2101792" y="683546"/>
                  </a:lnTo>
                  <a:lnTo>
                    <a:pt x="2102633" y="694728"/>
                  </a:lnTo>
                  <a:lnTo>
                    <a:pt x="2103474" y="705370"/>
                  </a:lnTo>
                  <a:lnTo>
                    <a:pt x="2104316" y="716271"/>
                  </a:lnTo>
                  <a:lnTo>
                    <a:pt x="2105157" y="727544"/>
                  </a:lnTo>
                  <a:lnTo>
                    <a:pt x="2105998" y="738665"/>
                  </a:lnTo>
                  <a:lnTo>
                    <a:pt x="2106839" y="750735"/>
                  </a:lnTo>
                  <a:lnTo>
                    <a:pt x="2107680" y="762988"/>
                  </a:lnTo>
                  <a:lnTo>
                    <a:pt x="2108522" y="774420"/>
                  </a:lnTo>
                  <a:lnTo>
                    <a:pt x="2109363" y="784409"/>
                  </a:lnTo>
                  <a:lnTo>
                    <a:pt x="2110204" y="793707"/>
                  </a:lnTo>
                  <a:lnTo>
                    <a:pt x="2111045" y="802891"/>
                  </a:lnTo>
                  <a:lnTo>
                    <a:pt x="2111886" y="811877"/>
                  </a:lnTo>
                  <a:lnTo>
                    <a:pt x="2112728" y="821008"/>
                  </a:lnTo>
                  <a:lnTo>
                    <a:pt x="2113569" y="832090"/>
                  </a:lnTo>
                  <a:lnTo>
                    <a:pt x="2114410" y="844237"/>
                  </a:lnTo>
                  <a:lnTo>
                    <a:pt x="2115251" y="856657"/>
                  </a:lnTo>
                  <a:lnTo>
                    <a:pt x="2116092" y="870336"/>
                  </a:lnTo>
                  <a:lnTo>
                    <a:pt x="2116934" y="884130"/>
                  </a:lnTo>
                  <a:lnTo>
                    <a:pt x="2117775" y="897234"/>
                  </a:lnTo>
                  <a:lnTo>
                    <a:pt x="2118616" y="909689"/>
                  </a:lnTo>
                  <a:lnTo>
                    <a:pt x="2119457" y="920637"/>
                  </a:lnTo>
                  <a:lnTo>
                    <a:pt x="2120298" y="931469"/>
                  </a:lnTo>
                  <a:lnTo>
                    <a:pt x="2121140" y="942444"/>
                  </a:lnTo>
                  <a:lnTo>
                    <a:pt x="2121981" y="954750"/>
                  </a:lnTo>
                  <a:lnTo>
                    <a:pt x="2122822" y="967702"/>
                  </a:lnTo>
                  <a:lnTo>
                    <a:pt x="2123663" y="980630"/>
                  </a:lnTo>
                  <a:lnTo>
                    <a:pt x="2124504" y="993859"/>
                  </a:lnTo>
                  <a:lnTo>
                    <a:pt x="2125346" y="1006860"/>
                  </a:lnTo>
                  <a:lnTo>
                    <a:pt x="2126187" y="1018051"/>
                  </a:lnTo>
                  <a:lnTo>
                    <a:pt x="2127028" y="1028668"/>
                  </a:lnTo>
                  <a:lnTo>
                    <a:pt x="2127869" y="1039485"/>
                  </a:lnTo>
                  <a:lnTo>
                    <a:pt x="2128710" y="1050406"/>
                  </a:lnTo>
                  <a:lnTo>
                    <a:pt x="2129552" y="1062318"/>
                  </a:lnTo>
                  <a:lnTo>
                    <a:pt x="2130393" y="1074889"/>
                  </a:lnTo>
                  <a:lnTo>
                    <a:pt x="2131234" y="1089120"/>
                  </a:lnTo>
                  <a:lnTo>
                    <a:pt x="2132075" y="1098410"/>
                  </a:lnTo>
                  <a:lnTo>
                    <a:pt x="2132916" y="1106888"/>
                  </a:lnTo>
                  <a:lnTo>
                    <a:pt x="2133758" y="1112147"/>
                  </a:lnTo>
                  <a:lnTo>
                    <a:pt x="2134599" y="1116864"/>
                  </a:lnTo>
                  <a:lnTo>
                    <a:pt x="2135440" y="1119857"/>
                  </a:lnTo>
                  <a:lnTo>
                    <a:pt x="2136281" y="1122782"/>
                  </a:lnTo>
                  <a:lnTo>
                    <a:pt x="2137122" y="1123754"/>
                  </a:lnTo>
                  <a:lnTo>
                    <a:pt x="2137964" y="1124645"/>
                  </a:lnTo>
                  <a:lnTo>
                    <a:pt x="2138805" y="1126150"/>
                  </a:lnTo>
                  <a:lnTo>
                    <a:pt x="2139646" y="1126958"/>
                  </a:lnTo>
                  <a:lnTo>
                    <a:pt x="2140487" y="1127157"/>
                  </a:lnTo>
                  <a:lnTo>
                    <a:pt x="2141328" y="1126486"/>
                  </a:lnTo>
                  <a:lnTo>
                    <a:pt x="2142170" y="1124556"/>
                  </a:lnTo>
                  <a:lnTo>
                    <a:pt x="2143011" y="1121658"/>
                  </a:lnTo>
                  <a:lnTo>
                    <a:pt x="2143852" y="1118304"/>
                  </a:lnTo>
                  <a:lnTo>
                    <a:pt x="2144693" y="1114578"/>
                  </a:lnTo>
                  <a:lnTo>
                    <a:pt x="2145534" y="1111101"/>
                  </a:lnTo>
                  <a:lnTo>
                    <a:pt x="2146376" y="1107515"/>
                  </a:lnTo>
                  <a:lnTo>
                    <a:pt x="2147217" y="1105316"/>
                  </a:lnTo>
                  <a:lnTo>
                    <a:pt x="2148058" y="1104585"/>
                  </a:lnTo>
                  <a:lnTo>
                    <a:pt x="2148899" y="1102688"/>
                  </a:lnTo>
                  <a:lnTo>
                    <a:pt x="2149740" y="1101817"/>
                  </a:lnTo>
                  <a:lnTo>
                    <a:pt x="2150582" y="1103925"/>
                  </a:lnTo>
                  <a:lnTo>
                    <a:pt x="2151423" y="1104584"/>
                  </a:lnTo>
                  <a:lnTo>
                    <a:pt x="2152264" y="1104546"/>
                  </a:lnTo>
                  <a:lnTo>
                    <a:pt x="2153105" y="1103534"/>
                  </a:lnTo>
                  <a:lnTo>
                    <a:pt x="2153946" y="1101981"/>
                  </a:lnTo>
                  <a:lnTo>
                    <a:pt x="2154788" y="1102980"/>
                  </a:lnTo>
                  <a:lnTo>
                    <a:pt x="2155629" y="1102960"/>
                  </a:lnTo>
                  <a:lnTo>
                    <a:pt x="2156470" y="1103782"/>
                  </a:lnTo>
                  <a:lnTo>
                    <a:pt x="2157311" y="1105647"/>
                  </a:lnTo>
                  <a:lnTo>
                    <a:pt x="2158152" y="1105063"/>
                  </a:lnTo>
                  <a:lnTo>
                    <a:pt x="2158994" y="1103340"/>
                  </a:lnTo>
                  <a:lnTo>
                    <a:pt x="2159835" y="1100219"/>
                  </a:lnTo>
                  <a:lnTo>
                    <a:pt x="2160676" y="1096366"/>
                  </a:lnTo>
                  <a:lnTo>
                    <a:pt x="2161517" y="1092052"/>
                  </a:lnTo>
                  <a:lnTo>
                    <a:pt x="2162358" y="1087817"/>
                  </a:lnTo>
                  <a:lnTo>
                    <a:pt x="2163200" y="1083848"/>
                  </a:lnTo>
                  <a:lnTo>
                    <a:pt x="2164041" y="1080228"/>
                  </a:lnTo>
                  <a:lnTo>
                    <a:pt x="2164882" y="1076504"/>
                  </a:lnTo>
                  <a:lnTo>
                    <a:pt x="2165723" y="1072679"/>
                  </a:lnTo>
                  <a:lnTo>
                    <a:pt x="2166564" y="1068465"/>
                  </a:lnTo>
                  <a:lnTo>
                    <a:pt x="2167406" y="1064026"/>
                  </a:lnTo>
                  <a:lnTo>
                    <a:pt x="2168247" y="1059467"/>
                  </a:lnTo>
                  <a:lnTo>
                    <a:pt x="2169088" y="1053221"/>
                  </a:lnTo>
                  <a:lnTo>
                    <a:pt x="2169929" y="1044650"/>
                  </a:lnTo>
                  <a:lnTo>
                    <a:pt x="2170770" y="1035568"/>
                  </a:lnTo>
                  <a:lnTo>
                    <a:pt x="2171612" y="1022378"/>
                  </a:lnTo>
                  <a:lnTo>
                    <a:pt x="2172453" y="1010830"/>
                  </a:lnTo>
                  <a:lnTo>
                    <a:pt x="2173294" y="1002816"/>
                  </a:lnTo>
                  <a:lnTo>
                    <a:pt x="2174135" y="996556"/>
                  </a:lnTo>
                  <a:lnTo>
                    <a:pt x="2174977" y="990571"/>
                  </a:lnTo>
                  <a:lnTo>
                    <a:pt x="2175818" y="984494"/>
                  </a:lnTo>
                  <a:lnTo>
                    <a:pt x="2176659" y="978014"/>
                  </a:lnTo>
                  <a:lnTo>
                    <a:pt x="2177500" y="972932"/>
                  </a:lnTo>
                  <a:lnTo>
                    <a:pt x="2178341" y="968815"/>
                  </a:lnTo>
                  <a:lnTo>
                    <a:pt x="2179183" y="966285"/>
                  </a:lnTo>
                  <a:lnTo>
                    <a:pt x="2180024" y="964569"/>
                  </a:lnTo>
                  <a:lnTo>
                    <a:pt x="2180865" y="964462"/>
                  </a:lnTo>
                  <a:lnTo>
                    <a:pt x="2181706" y="966954"/>
                  </a:lnTo>
                  <a:lnTo>
                    <a:pt x="2182547" y="970646"/>
                  </a:lnTo>
                  <a:lnTo>
                    <a:pt x="2183389" y="977586"/>
                  </a:lnTo>
                  <a:lnTo>
                    <a:pt x="2184230" y="985221"/>
                  </a:lnTo>
                  <a:lnTo>
                    <a:pt x="2185071" y="993718"/>
                  </a:lnTo>
                  <a:lnTo>
                    <a:pt x="2185912" y="1004682"/>
                  </a:lnTo>
                  <a:lnTo>
                    <a:pt x="2186753" y="1015083"/>
                  </a:lnTo>
                  <a:lnTo>
                    <a:pt x="2187595" y="1025328"/>
                  </a:lnTo>
                  <a:lnTo>
                    <a:pt x="2188436" y="1032219"/>
                  </a:lnTo>
                  <a:lnTo>
                    <a:pt x="2189277" y="1039459"/>
                  </a:lnTo>
                  <a:lnTo>
                    <a:pt x="2190118" y="1046762"/>
                  </a:lnTo>
                  <a:lnTo>
                    <a:pt x="2190959" y="1054572"/>
                  </a:lnTo>
                  <a:lnTo>
                    <a:pt x="2191801" y="1062303"/>
                  </a:lnTo>
                  <a:lnTo>
                    <a:pt x="2192642" y="1069617"/>
                  </a:lnTo>
                  <a:lnTo>
                    <a:pt x="2193483" y="1076315"/>
                  </a:lnTo>
                  <a:lnTo>
                    <a:pt x="2194324" y="1081641"/>
                  </a:lnTo>
                  <a:lnTo>
                    <a:pt x="2195165" y="1086316"/>
                  </a:lnTo>
                  <a:lnTo>
                    <a:pt x="2196007" y="1090940"/>
                  </a:lnTo>
                  <a:lnTo>
                    <a:pt x="2196848" y="1095134"/>
                  </a:lnTo>
                  <a:lnTo>
                    <a:pt x="2197689" y="1097675"/>
                  </a:lnTo>
                  <a:lnTo>
                    <a:pt x="2198530" y="1096568"/>
                  </a:lnTo>
                  <a:lnTo>
                    <a:pt x="2199371" y="1095378"/>
                  </a:lnTo>
                  <a:lnTo>
                    <a:pt x="2200213" y="1093475"/>
                  </a:lnTo>
                  <a:lnTo>
                    <a:pt x="2201054" y="1090062"/>
                  </a:lnTo>
                  <a:lnTo>
                    <a:pt x="2201895" y="1088164"/>
                  </a:lnTo>
                  <a:lnTo>
                    <a:pt x="2202736" y="1087755"/>
                  </a:lnTo>
                  <a:lnTo>
                    <a:pt x="2203577" y="1088643"/>
                  </a:lnTo>
                  <a:lnTo>
                    <a:pt x="2204419" y="1089942"/>
                  </a:lnTo>
                  <a:lnTo>
                    <a:pt x="2205260" y="1091073"/>
                  </a:lnTo>
                  <a:lnTo>
                    <a:pt x="2206101" y="1092616"/>
                  </a:lnTo>
                  <a:lnTo>
                    <a:pt x="2206942" y="1094183"/>
                  </a:lnTo>
                  <a:lnTo>
                    <a:pt x="2207783" y="1095746"/>
                  </a:lnTo>
                  <a:lnTo>
                    <a:pt x="2208625" y="1096601"/>
                  </a:lnTo>
                  <a:lnTo>
                    <a:pt x="2209466" y="1097169"/>
                  </a:lnTo>
                  <a:lnTo>
                    <a:pt x="2210307" y="1096495"/>
                  </a:lnTo>
                  <a:lnTo>
                    <a:pt x="2211148" y="1093182"/>
                  </a:lnTo>
                  <a:lnTo>
                    <a:pt x="2211989" y="1090079"/>
                  </a:lnTo>
                  <a:lnTo>
                    <a:pt x="2212831" y="1087326"/>
                  </a:lnTo>
                  <a:lnTo>
                    <a:pt x="2213672" y="1085792"/>
                  </a:lnTo>
                  <a:lnTo>
                    <a:pt x="2214513" y="1085371"/>
                  </a:lnTo>
                  <a:lnTo>
                    <a:pt x="2215354" y="1086764"/>
                  </a:lnTo>
                  <a:lnTo>
                    <a:pt x="2216195" y="1088843"/>
                  </a:lnTo>
                  <a:lnTo>
                    <a:pt x="2217037" y="1089163"/>
                  </a:lnTo>
                  <a:lnTo>
                    <a:pt x="2217878" y="1090657"/>
                  </a:lnTo>
                  <a:lnTo>
                    <a:pt x="2218719" y="1091687"/>
                  </a:lnTo>
                  <a:lnTo>
                    <a:pt x="2219560" y="1093141"/>
                  </a:lnTo>
                  <a:lnTo>
                    <a:pt x="2220401" y="1095259"/>
                  </a:lnTo>
                  <a:lnTo>
                    <a:pt x="2221243" y="1098030"/>
                  </a:lnTo>
                  <a:lnTo>
                    <a:pt x="2222084" y="1101333"/>
                  </a:lnTo>
                  <a:lnTo>
                    <a:pt x="2222925" y="1104816"/>
                  </a:lnTo>
                  <a:lnTo>
                    <a:pt x="2223766" y="1107533"/>
                  </a:lnTo>
                  <a:lnTo>
                    <a:pt x="2224607" y="1109905"/>
                  </a:lnTo>
                  <a:lnTo>
                    <a:pt x="2225449" y="1112380"/>
                  </a:lnTo>
                  <a:lnTo>
                    <a:pt x="2226290" y="1118303"/>
                  </a:lnTo>
                  <a:lnTo>
                    <a:pt x="2227131" y="1119684"/>
                  </a:lnTo>
                  <a:lnTo>
                    <a:pt x="2227972" y="1117952"/>
                  </a:lnTo>
                  <a:lnTo>
                    <a:pt x="2228813" y="1114631"/>
                  </a:lnTo>
                  <a:lnTo>
                    <a:pt x="2229655" y="1111825"/>
                  </a:lnTo>
                  <a:lnTo>
                    <a:pt x="2230496" y="1108917"/>
                  </a:lnTo>
                  <a:lnTo>
                    <a:pt x="2231337" y="1104789"/>
                  </a:lnTo>
                  <a:lnTo>
                    <a:pt x="2232178" y="1095862"/>
                  </a:lnTo>
                  <a:lnTo>
                    <a:pt x="2233019" y="1085686"/>
                  </a:lnTo>
                  <a:lnTo>
                    <a:pt x="2233861" y="1074119"/>
                  </a:lnTo>
                  <a:lnTo>
                    <a:pt x="2234702" y="1062861"/>
                  </a:lnTo>
                  <a:lnTo>
                    <a:pt x="2235543" y="1051511"/>
                  </a:lnTo>
                  <a:lnTo>
                    <a:pt x="2236384" y="1039176"/>
                  </a:lnTo>
                  <a:lnTo>
                    <a:pt x="2237225" y="1026213"/>
                  </a:lnTo>
                  <a:lnTo>
                    <a:pt x="2238067" y="1013246"/>
                  </a:lnTo>
                  <a:lnTo>
                    <a:pt x="2238908" y="999793"/>
                  </a:lnTo>
                  <a:lnTo>
                    <a:pt x="2239749" y="985636"/>
                  </a:lnTo>
                  <a:lnTo>
                    <a:pt x="2240590" y="972416"/>
                  </a:lnTo>
                  <a:lnTo>
                    <a:pt x="2241431" y="958346"/>
                  </a:lnTo>
                  <a:lnTo>
                    <a:pt x="2242273" y="946830"/>
                  </a:lnTo>
                  <a:lnTo>
                    <a:pt x="2243114" y="939657"/>
                  </a:lnTo>
                  <a:lnTo>
                    <a:pt x="2243955" y="933580"/>
                  </a:lnTo>
                  <a:lnTo>
                    <a:pt x="2244796" y="927248"/>
                  </a:lnTo>
                  <a:lnTo>
                    <a:pt x="2245638" y="923610"/>
                  </a:lnTo>
                  <a:lnTo>
                    <a:pt x="2246479" y="920522"/>
                  </a:lnTo>
                  <a:lnTo>
                    <a:pt x="2247320" y="918767"/>
                  </a:lnTo>
                  <a:lnTo>
                    <a:pt x="2248161" y="917497"/>
                  </a:lnTo>
                  <a:lnTo>
                    <a:pt x="2249002" y="916771"/>
                  </a:lnTo>
                  <a:lnTo>
                    <a:pt x="2249844" y="916960"/>
                  </a:lnTo>
                  <a:lnTo>
                    <a:pt x="2250685" y="916779"/>
                  </a:lnTo>
                  <a:lnTo>
                    <a:pt x="2251526" y="916900"/>
                  </a:lnTo>
                  <a:lnTo>
                    <a:pt x="2252367" y="916995"/>
                  </a:lnTo>
                  <a:lnTo>
                    <a:pt x="2253208" y="917349"/>
                  </a:lnTo>
                  <a:lnTo>
                    <a:pt x="2254050" y="917896"/>
                  </a:lnTo>
                  <a:lnTo>
                    <a:pt x="2254891" y="917952"/>
                  </a:lnTo>
                  <a:lnTo>
                    <a:pt x="2255732" y="918899"/>
                  </a:lnTo>
                  <a:lnTo>
                    <a:pt x="2256573" y="920164"/>
                  </a:lnTo>
                  <a:lnTo>
                    <a:pt x="2257414" y="922348"/>
                  </a:lnTo>
                  <a:lnTo>
                    <a:pt x="2258256" y="925296"/>
                  </a:lnTo>
                  <a:lnTo>
                    <a:pt x="2259097" y="928084"/>
                  </a:lnTo>
                  <a:lnTo>
                    <a:pt x="2259938" y="929192"/>
                  </a:lnTo>
                  <a:lnTo>
                    <a:pt x="2260779" y="926817"/>
                  </a:lnTo>
                  <a:lnTo>
                    <a:pt x="2261620" y="923264"/>
                  </a:lnTo>
                  <a:lnTo>
                    <a:pt x="2262462" y="919280"/>
                  </a:lnTo>
                  <a:lnTo>
                    <a:pt x="2263303" y="916837"/>
                  </a:lnTo>
                  <a:lnTo>
                    <a:pt x="2264144" y="915182"/>
                  </a:lnTo>
                  <a:lnTo>
                    <a:pt x="2264985" y="913686"/>
                  </a:lnTo>
                  <a:lnTo>
                    <a:pt x="2265826" y="912529"/>
                  </a:lnTo>
                  <a:lnTo>
                    <a:pt x="2266668" y="911357"/>
                  </a:lnTo>
                  <a:lnTo>
                    <a:pt x="2267509" y="910523"/>
                  </a:lnTo>
                  <a:lnTo>
                    <a:pt x="2268350" y="909047"/>
                  </a:lnTo>
                  <a:lnTo>
                    <a:pt x="2269191" y="907326"/>
                  </a:lnTo>
                  <a:lnTo>
                    <a:pt x="2270032" y="904838"/>
                  </a:lnTo>
                  <a:lnTo>
                    <a:pt x="2270874" y="901682"/>
                  </a:lnTo>
                  <a:lnTo>
                    <a:pt x="2271715" y="897855"/>
                  </a:lnTo>
                  <a:lnTo>
                    <a:pt x="2272556" y="893886"/>
                  </a:lnTo>
                  <a:lnTo>
                    <a:pt x="2273397" y="889936"/>
                  </a:lnTo>
                  <a:lnTo>
                    <a:pt x="2274238" y="886262"/>
                  </a:lnTo>
                  <a:lnTo>
                    <a:pt x="2275080" y="882552"/>
                  </a:lnTo>
                  <a:lnTo>
                    <a:pt x="2275921" y="878709"/>
                  </a:lnTo>
                  <a:lnTo>
                    <a:pt x="2276762" y="874469"/>
                  </a:lnTo>
                  <a:lnTo>
                    <a:pt x="2277603" y="870998"/>
                  </a:lnTo>
                  <a:lnTo>
                    <a:pt x="2278444" y="866856"/>
                  </a:lnTo>
                  <a:lnTo>
                    <a:pt x="2279286" y="863413"/>
                  </a:lnTo>
                  <a:lnTo>
                    <a:pt x="2280127" y="859534"/>
                  </a:lnTo>
                  <a:lnTo>
                    <a:pt x="2280968" y="855440"/>
                  </a:lnTo>
                  <a:lnTo>
                    <a:pt x="2281809" y="851510"/>
                  </a:lnTo>
                  <a:lnTo>
                    <a:pt x="2282650" y="848065"/>
                  </a:lnTo>
                  <a:lnTo>
                    <a:pt x="2283492" y="845079"/>
                  </a:lnTo>
                  <a:lnTo>
                    <a:pt x="2284333" y="841722"/>
                  </a:lnTo>
                  <a:lnTo>
                    <a:pt x="2285174" y="838737"/>
                  </a:lnTo>
                  <a:lnTo>
                    <a:pt x="2286015" y="836500"/>
                  </a:lnTo>
                  <a:lnTo>
                    <a:pt x="2286856" y="834495"/>
                  </a:lnTo>
                  <a:lnTo>
                    <a:pt x="2287698" y="833374"/>
                  </a:lnTo>
                  <a:lnTo>
                    <a:pt x="2288539" y="832439"/>
                  </a:lnTo>
                  <a:lnTo>
                    <a:pt x="2289380" y="832234"/>
                  </a:lnTo>
                  <a:lnTo>
                    <a:pt x="2290221" y="832313"/>
                  </a:lnTo>
                  <a:lnTo>
                    <a:pt x="2291062" y="833186"/>
                  </a:lnTo>
                  <a:lnTo>
                    <a:pt x="2291904" y="834389"/>
                  </a:lnTo>
                  <a:lnTo>
                    <a:pt x="2292745" y="835913"/>
                  </a:lnTo>
                  <a:lnTo>
                    <a:pt x="2293586" y="837515"/>
                  </a:lnTo>
                  <a:lnTo>
                    <a:pt x="2294427" y="839116"/>
                  </a:lnTo>
                  <a:lnTo>
                    <a:pt x="2295268" y="840694"/>
                  </a:lnTo>
                  <a:lnTo>
                    <a:pt x="2296110" y="841962"/>
                  </a:lnTo>
                  <a:lnTo>
                    <a:pt x="2296951" y="842874"/>
                  </a:lnTo>
                  <a:lnTo>
                    <a:pt x="2297792" y="843382"/>
                  </a:lnTo>
                  <a:lnTo>
                    <a:pt x="2298633" y="843065"/>
                  </a:lnTo>
                  <a:lnTo>
                    <a:pt x="2299474" y="841503"/>
                  </a:lnTo>
                  <a:lnTo>
                    <a:pt x="2300316" y="841850"/>
                  </a:lnTo>
                  <a:lnTo>
                    <a:pt x="2301157" y="840493"/>
                  </a:lnTo>
                  <a:lnTo>
                    <a:pt x="2301998" y="837219"/>
                  </a:lnTo>
                  <a:lnTo>
                    <a:pt x="2302839" y="834507"/>
                  </a:lnTo>
                  <a:lnTo>
                    <a:pt x="2303680" y="831164"/>
                  </a:lnTo>
                  <a:lnTo>
                    <a:pt x="2304522" y="827495"/>
                  </a:lnTo>
                  <a:lnTo>
                    <a:pt x="2305363" y="824252"/>
                  </a:lnTo>
                  <a:lnTo>
                    <a:pt x="2306204" y="821677"/>
                  </a:lnTo>
                  <a:lnTo>
                    <a:pt x="2307045" y="820218"/>
                  </a:lnTo>
                  <a:lnTo>
                    <a:pt x="2307886" y="820590"/>
                  </a:lnTo>
                  <a:lnTo>
                    <a:pt x="2308728" y="822543"/>
                  </a:lnTo>
                  <a:lnTo>
                    <a:pt x="2309569" y="827412"/>
                  </a:lnTo>
                  <a:lnTo>
                    <a:pt x="2310410" y="833648"/>
                  </a:lnTo>
                  <a:lnTo>
                    <a:pt x="2311251" y="841305"/>
                  </a:lnTo>
                  <a:lnTo>
                    <a:pt x="2312092" y="849502"/>
                  </a:lnTo>
                  <a:lnTo>
                    <a:pt x="2312934" y="857592"/>
                  </a:lnTo>
                  <a:lnTo>
                    <a:pt x="2313775" y="866251"/>
                  </a:lnTo>
                  <a:lnTo>
                    <a:pt x="2314616" y="875192"/>
                  </a:lnTo>
                  <a:lnTo>
                    <a:pt x="2315457" y="883442"/>
                  </a:lnTo>
                  <a:lnTo>
                    <a:pt x="2316298" y="891182"/>
                  </a:lnTo>
                  <a:lnTo>
                    <a:pt x="2317140" y="899371"/>
                  </a:lnTo>
                  <a:lnTo>
                    <a:pt x="2317981" y="908068"/>
                  </a:lnTo>
                  <a:lnTo>
                    <a:pt x="2318822" y="916219"/>
                  </a:lnTo>
                  <a:lnTo>
                    <a:pt x="2319663" y="924074"/>
                  </a:lnTo>
                  <a:lnTo>
                    <a:pt x="2320505" y="931564"/>
                  </a:lnTo>
                  <a:lnTo>
                    <a:pt x="2321346" y="939069"/>
                  </a:lnTo>
                  <a:lnTo>
                    <a:pt x="2322187" y="946369"/>
                  </a:lnTo>
                  <a:lnTo>
                    <a:pt x="2323028" y="950094"/>
                  </a:lnTo>
                  <a:lnTo>
                    <a:pt x="2323869" y="953529"/>
                  </a:lnTo>
                  <a:lnTo>
                    <a:pt x="2324711" y="955016"/>
                  </a:lnTo>
                  <a:lnTo>
                    <a:pt x="2325552" y="954383"/>
                  </a:lnTo>
                  <a:lnTo>
                    <a:pt x="2326393" y="954397"/>
                  </a:lnTo>
                  <a:lnTo>
                    <a:pt x="2327234" y="954782"/>
                  </a:lnTo>
                  <a:lnTo>
                    <a:pt x="2328075" y="955624"/>
                  </a:lnTo>
                  <a:lnTo>
                    <a:pt x="2328917" y="957358"/>
                  </a:lnTo>
                  <a:lnTo>
                    <a:pt x="2329758" y="960214"/>
                  </a:lnTo>
                  <a:lnTo>
                    <a:pt x="2330599" y="963208"/>
                  </a:lnTo>
                  <a:lnTo>
                    <a:pt x="2331440" y="966760"/>
                  </a:lnTo>
                  <a:lnTo>
                    <a:pt x="2332281" y="970581"/>
                  </a:lnTo>
                  <a:lnTo>
                    <a:pt x="2333123" y="974833"/>
                  </a:lnTo>
                  <a:lnTo>
                    <a:pt x="2333964" y="979459"/>
                  </a:lnTo>
                  <a:lnTo>
                    <a:pt x="2334805" y="984395"/>
                  </a:lnTo>
                  <a:lnTo>
                    <a:pt x="2335646" y="990462"/>
                  </a:lnTo>
                  <a:lnTo>
                    <a:pt x="2336487" y="996798"/>
                  </a:lnTo>
                  <a:lnTo>
                    <a:pt x="2337329" y="1005036"/>
                  </a:lnTo>
                  <a:lnTo>
                    <a:pt x="2338170" y="1015928"/>
                  </a:lnTo>
                  <a:lnTo>
                    <a:pt x="2339011" y="1028702"/>
                  </a:lnTo>
                  <a:lnTo>
                    <a:pt x="2339852" y="1045413"/>
                  </a:lnTo>
                  <a:lnTo>
                    <a:pt x="2340693" y="1060773"/>
                  </a:lnTo>
                  <a:lnTo>
                    <a:pt x="2341535" y="1074560"/>
                  </a:lnTo>
                  <a:lnTo>
                    <a:pt x="2342376" y="1086577"/>
                  </a:lnTo>
                  <a:lnTo>
                    <a:pt x="2343217" y="1098086"/>
                  </a:lnTo>
                  <a:lnTo>
                    <a:pt x="2344058" y="1108599"/>
                  </a:lnTo>
                  <a:lnTo>
                    <a:pt x="2344899" y="1118899"/>
                  </a:lnTo>
                  <a:lnTo>
                    <a:pt x="2345741" y="1127756"/>
                  </a:lnTo>
                  <a:lnTo>
                    <a:pt x="2346582" y="1135725"/>
                  </a:lnTo>
                  <a:lnTo>
                    <a:pt x="2347423" y="1141430"/>
                  </a:lnTo>
                  <a:lnTo>
                    <a:pt x="2348264" y="1145045"/>
                  </a:lnTo>
                  <a:lnTo>
                    <a:pt x="2349105" y="1147377"/>
                  </a:lnTo>
                  <a:lnTo>
                    <a:pt x="2349947" y="1148259"/>
                  </a:lnTo>
                  <a:lnTo>
                    <a:pt x="2350788" y="1148722"/>
                  </a:lnTo>
                  <a:lnTo>
                    <a:pt x="2351629" y="1147510"/>
                  </a:lnTo>
                  <a:lnTo>
                    <a:pt x="2352470" y="1146590"/>
                  </a:lnTo>
                  <a:lnTo>
                    <a:pt x="2353311" y="1145476"/>
                  </a:lnTo>
                  <a:lnTo>
                    <a:pt x="2354153" y="1142168"/>
                  </a:lnTo>
                  <a:lnTo>
                    <a:pt x="2354994" y="1142080"/>
                  </a:lnTo>
                  <a:lnTo>
                    <a:pt x="2355835" y="1142787"/>
                  </a:lnTo>
                  <a:lnTo>
                    <a:pt x="2356676" y="1142167"/>
                  </a:lnTo>
                  <a:lnTo>
                    <a:pt x="2357517" y="1141795"/>
                  </a:lnTo>
                  <a:lnTo>
                    <a:pt x="2358359" y="1141647"/>
                  </a:lnTo>
                  <a:lnTo>
                    <a:pt x="2359200" y="1141557"/>
                  </a:lnTo>
                  <a:lnTo>
                    <a:pt x="2360041" y="1142724"/>
                  </a:lnTo>
                  <a:lnTo>
                    <a:pt x="2360882" y="1144862"/>
                  </a:lnTo>
                  <a:lnTo>
                    <a:pt x="2361723" y="1147427"/>
                  </a:lnTo>
                  <a:lnTo>
                    <a:pt x="2362565" y="1149798"/>
                  </a:lnTo>
                  <a:lnTo>
                    <a:pt x="2363406" y="1152068"/>
                  </a:lnTo>
                  <a:lnTo>
                    <a:pt x="2364247" y="1154217"/>
                  </a:lnTo>
                  <a:lnTo>
                    <a:pt x="2365088" y="1156768"/>
                  </a:lnTo>
                  <a:lnTo>
                    <a:pt x="2365929" y="1161798"/>
                  </a:lnTo>
                  <a:lnTo>
                    <a:pt x="2366771" y="1170624"/>
                  </a:lnTo>
                  <a:lnTo>
                    <a:pt x="2367612" y="1179367"/>
                  </a:lnTo>
                  <a:lnTo>
                    <a:pt x="2368453" y="1188710"/>
                  </a:lnTo>
                  <a:lnTo>
                    <a:pt x="2369294" y="1199438"/>
                  </a:lnTo>
                  <a:lnTo>
                    <a:pt x="2370135" y="1206385"/>
                  </a:lnTo>
                  <a:lnTo>
                    <a:pt x="2370977" y="1211350"/>
                  </a:lnTo>
                  <a:lnTo>
                    <a:pt x="2371818" y="1216288"/>
                  </a:lnTo>
                  <a:lnTo>
                    <a:pt x="2372659" y="1219061"/>
                  </a:lnTo>
                  <a:lnTo>
                    <a:pt x="2373500" y="1220847"/>
                  </a:lnTo>
                  <a:lnTo>
                    <a:pt x="2374341" y="1222328"/>
                  </a:lnTo>
                  <a:lnTo>
                    <a:pt x="2375183" y="1224323"/>
                  </a:lnTo>
                  <a:lnTo>
                    <a:pt x="2376024" y="1226467"/>
                  </a:lnTo>
                  <a:lnTo>
                    <a:pt x="2376865" y="1227633"/>
                  </a:lnTo>
                  <a:lnTo>
                    <a:pt x="2377706" y="1227437"/>
                  </a:lnTo>
                  <a:lnTo>
                    <a:pt x="2378547" y="1229708"/>
                  </a:lnTo>
                  <a:lnTo>
                    <a:pt x="2379389" y="1232158"/>
                  </a:lnTo>
                  <a:lnTo>
                    <a:pt x="2380230" y="1234059"/>
                  </a:lnTo>
                  <a:lnTo>
                    <a:pt x="2381071" y="1234302"/>
                  </a:lnTo>
                  <a:lnTo>
                    <a:pt x="2381912" y="1233053"/>
                  </a:lnTo>
                  <a:lnTo>
                    <a:pt x="2382753" y="1231924"/>
                  </a:lnTo>
                  <a:lnTo>
                    <a:pt x="2383595" y="1230597"/>
                  </a:lnTo>
                  <a:lnTo>
                    <a:pt x="2384436" y="1231405"/>
                  </a:lnTo>
                  <a:lnTo>
                    <a:pt x="2385277" y="1234435"/>
                  </a:lnTo>
                  <a:lnTo>
                    <a:pt x="2386118" y="1236491"/>
                  </a:lnTo>
                  <a:lnTo>
                    <a:pt x="2386959" y="1238511"/>
                  </a:lnTo>
                  <a:lnTo>
                    <a:pt x="2387801" y="1240151"/>
                  </a:lnTo>
                  <a:lnTo>
                    <a:pt x="2388642" y="1241126"/>
                  </a:lnTo>
                  <a:lnTo>
                    <a:pt x="2389483" y="1242035"/>
                  </a:lnTo>
                  <a:lnTo>
                    <a:pt x="2390324" y="1242667"/>
                  </a:lnTo>
                  <a:lnTo>
                    <a:pt x="2391166" y="1242445"/>
                  </a:lnTo>
                  <a:lnTo>
                    <a:pt x="2392007" y="1243373"/>
                  </a:lnTo>
                  <a:lnTo>
                    <a:pt x="2392848" y="1242068"/>
                  </a:lnTo>
                  <a:lnTo>
                    <a:pt x="2393689" y="1241175"/>
                  </a:lnTo>
                  <a:lnTo>
                    <a:pt x="2394530" y="1240494"/>
                  </a:lnTo>
                  <a:lnTo>
                    <a:pt x="2395372" y="1240247"/>
                  </a:lnTo>
                  <a:lnTo>
                    <a:pt x="2396213" y="1241470"/>
                  </a:lnTo>
                  <a:lnTo>
                    <a:pt x="2397054" y="1242175"/>
                  </a:lnTo>
                  <a:lnTo>
                    <a:pt x="2397895" y="1242730"/>
                  </a:lnTo>
                  <a:lnTo>
                    <a:pt x="2398736" y="1243568"/>
                  </a:lnTo>
                  <a:lnTo>
                    <a:pt x="2399578" y="1245546"/>
                  </a:lnTo>
                  <a:lnTo>
                    <a:pt x="2400419" y="1254606"/>
                  </a:lnTo>
                  <a:lnTo>
                    <a:pt x="2401260" y="1264945"/>
                  </a:lnTo>
                  <a:lnTo>
                    <a:pt x="2402101" y="1276221"/>
                  </a:lnTo>
                  <a:lnTo>
                    <a:pt x="2402942" y="1287999"/>
                  </a:lnTo>
                  <a:lnTo>
                    <a:pt x="2403784" y="1300988"/>
                  </a:lnTo>
                  <a:lnTo>
                    <a:pt x="2404625" y="1315168"/>
                  </a:lnTo>
                  <a:lnTo>
                    <a:pt x="2405466" y="1330919"/>
                  </a:lnTo>
                  <a:lnTo>
                    <a:pt x="2406307" y="1347637"/>
                  </a:lnTo>
                  <a:lnTo>
                    <a:pt x="2407148" y="1364953"/>
                  </a:lnTo>
                  <a:lnTo>
                    <a:pt x="2407990" y="1382939"/>
                  </a:lnTo>
                  <a:lnTo>
                    <a:pt x="2408831" y="1401967"/>
                  </a:lnTo>
                  <a:lnTo>
                    <a:pt x="2409672" y="1421970"/>
                  </a:lnTo>
                  <a:lnTo>
                    <a:pt x="2410513" y="1442371"/>
                  </a:lnTo>
                  <a:lnTo>
                    <a:pt x="2411354" y="1457531"/>
                  </a:lnTo>
                  <a:lnTo>
                    <a:pt x="2412196" y="1470872"/>
                  </a:lnTo>
                  <a:lnTo>
                    <a:pt x="2413037" y="1484274"/>
                  </a:lnTo>
                  <a:lnTo>
                    <a:pt x="2413878" y="1494881"/>
                  </a:lnTo>
                  <a:lnTo>
                    <a:pt x="2414719" y="1504540"/>
                  </a:lnTo>
                  <a:lnTo>
                    <a:pt x="2415560" y="1512068"/>
                  </a:lnTo>
                  <a:lnTo>
                    <a:pt x="2416402" y="1519278"/>
                  </a:lnTo>
                  <a:lnTo>
                    <a:pt x="2417243" y="1526119"/>
                  </a:lnTo>
                  <a:lnTo>
                    <a:pt x="2418084" y="1531346"/>
                  </a:lnTo>
                  <a:lnTo>
                    <a:pt x="2418925" y="1535606"/>
                  </a:lnTo>
                  <a:lnTo>
                    <a:pt x="2419766" y="1539465"/>
                  </a:lnTo>
                  <a:lnTo>
                    <a:pt x="2420608" y="1542143"/>
                  </a:lnTo>
                  <a:lnTo>
                    <a:pt x="2421449" y="1543803"/>
                  </a:lnTo>
                  <a:lnTo>
                    <a:pt x="2422290" y="1544646"/>
                  </a:lnTo>
                  <a:lnTo>
                    <a:pt x="2423131" y="1544848"/>
                  </a:lnTo>
                  <a:lnTo>
                    <a:pt x="2423972" y="1544144"/>
                  </a:lnTo>
                  <a:lnTo>
                    <a:pt x="2424814" y="1543365"/>
                  </a:lnTo>
                  <a:lnTo>
                    <a:pt x="2425655" y="1541439"/>
                  </a:lnTo>
                  <a:lnTo>
                    <a:pt x="2426496" y="1538947"/>
                  </a:lnTo>
                  <a:lnTo>
                    <a:pt x="2427337" y="1536045"/>
                  </a:lnTo>
                  <a:lnTo>
                    <a:pt x="2428178" y="1534170"/>
                  </a:lnTo>
                  <a:lnTo>
                    <a:pt x="2429020" y="1533621"/>
                  </a:lnTo>
                  <a:lnTo>
                    <a:pt x="2429861" y="1532646"/>
                  </a:lnTo>
                  <a:lnTo>
                    <a:pt x="2430702" y="1531290"/>
                  </a:lnTo>
                  <a:lnTo>
                    <a:pt x="2431543" y="1528795"/>
                  </a:lnTo>
                  <a:lnTo>
                    <a:pt x="2432384" y="1525315"/>
                  </a:lnTo>
                  <a:lnTo>
                    <a:pt x="2433226" y="1522610"/>
                  </a:lnTo>
                  <a:lnTo>
                    <a:pt x="2434067" y="1520402"/>
                  </a:lnTo>
                  <a:lnTo>
                    <a:pt x="2434908" y="1518658"/>
                  </a:lnTo>
                  <a:lnTo>
                    <a:pt x="2435749" y="1517159"/>
                  </a:lnTo>
                  <a:lnTo>
                    <a:pt x="2436590" y="1515900"/>
                  </a:lnTo>
                  <a:lnTo>
                    <a:pt x="2437432" y="1514561"/>
                  </a:lnTo>
                  <a:lnTo>
                    <a:pt x="2438273" y="1513926"/>
                  </a:lnTo>
                  <a:lnTo>
                    <a:pt x="2439114" y="1513323"/>
                  </a:lnTo>
                  <a:lnTo>
                    <a:pt x="2439955" y="1513313"/>
                  </a:lnTo>
                  <a:lnTo>
                    <a:pt x="2440796" y="1512595"/>
                  </a:lnTo>
                  <a:lnTo>
                    <a:pt x="2441638" y="1511288"/>
                  </a:lnTo>
                  <a:lnTo>
                    <a:pt x="2442479" y="1508999"/>
                  </a:lnTo>
                  <a:lnTo>
                    <a:pt x="2443320" y="1506458"/>
                  </a:lnTo>
                  <a:lnTo>
                    <a:pt x="2444161" y="1503313"/>
                  </a:lnTo>
                  <a:lnTo>
                    <a:pt x="2445002" y="1500177"/>
                  </a:lnTo>
                  <a:lnTo>
                    <a:pt x="2445844" y="1498517"/>
                  </a:lnTo>
                  <a:lnTo>
                    <a:pt x="2446685" y="1497193"/>
                  </a:lnTo>
                  <a:lnTo>
                    <a:pt x="2447526" y="1494794"/>
                  </a:lnTo>
                  <a:lnTo>
                    <a:pt x="2448367" y="1492085"/>
                  </a:lnTo>
                  <a:lnTo>
                    <a:pt x="2449208" y="1489342"/>
                  </a:lnTo>
                  <a:lnTo>
                    <a:pt x="2450050" y="1485667"/>
                  </a:lnTo>
                  <a:lnTo>
                    <a:pt x="2450891" y="1481503"/>
                  </a:lnTo>
                  <a:lnTo>
                    <a:pt x="2451732" y="1477481"/>
                  </a:lnTo>
                  <a:lnTo>
                    <a:pt x="2452573" y="1472903"/>
                  </a:lnTo>
                  <a:lnTo>
                    <a:pt x="2453414" y="1468458"/>
                  </a:lnTo>
                  <a:lnTo>
                    <a:pt x="2454256" y="1464094"/>
                  </a:lnTo>
                  <a:lnTo>
                    <a:pt x="2455097" y="1460217"/>
                  </a:lnTo>
                  <a:lnTo>
                    <a:pt x="2455938" y="1455759"/>
                  </a:lnTo>
                  <a:lnTo>
                    <a:pt x="2456779" y="1451631"/>
                  </a:lnTo>
                  <a:lnTo>
                    <a:pt x="2457620" y="1447459"/>
                  </a:lnTo>
                  <a:lnTo>
                    <a:pt x="2458462" y="1443530"/>
                  </a:lnTo>
                  <a:lnTo>
                    <a:pt x="2459303" y="1439642"/>
                  </a:lnTo>
                  <a:lnTo>
                    <a:pt x="2460144" y="1436101"/>
                  </a:lnTo>
                  <a:lnTo>
                    <a:pt x="2460985" y="1430343"/>
                  </a:lnTo>
                  <a:lnTo>
                    <a:pt x="2461827" y="1425485"/>
                  </a:lnTo>
                  <a:lnTo>
                    <a:pt x="2462668" y="1422013"/>
                  </a:lnTo>
                  <a:lnTo>
                    <a:pt x="2463509" y="1418943"/>
                  </a:lnTo>
                  <a:lnTo>
                    <a:pt x="2464350" y="1416291"/>
                  </a:lnTo>
                  <a:lnTo>
                    <a:pt x="2465191" y="1414570"/>
                  </a:lnTo>
                  <a:lnTo>
                    <a:pt x="2466033" y="1413635"/>
                  </a:lnTo>
                  <a:lnTo>
                    <a:pt x="2466874" y="1413778"/>
                  </a:lnTo>
                  <a:lnTo>
                    <a:pt x="2467715" y="1415685"/>
                  </a:lnTo>
                  <a:lnTo>
                    <a:pt x="2468556" y="1417670"/>
                  </a:lnTo>
                  <a:lnTo>
                    <a:pt x="2469397" y="1421626"/>
                  </a:lnTo>
                  <a:lnTo>
                    <a:pt x="2470239" y="1427862"/>
                  </a:lnTo>
                  <a:lnTo>
                    <a:pt x="2471080" y="1433970"/>
                  </a:lnTo>
                  <a:lnTo>
                    <a:pt x="2471921" y="1440905"/>
                  </a:lnTo>
                  <a:lnTo>
                    <a:pt x="2472762" y="1447833"/>
                  </a:lnTo>
                  <a:lnTo>
                    <a:pt x="2473603" y="1454882"/>
                  </a:lnTo>
                  <a:lnTo>
                    <a:pt x="2474445" y="1462608"/>
                  </a:lnTo>
                  <a:lnTo>
                    <a:pt x="2475286" y="1468671"/>
                  </a:lnTo>
                  <a:lnTo>
                    <a:pt x="2476127" y="1473606"/>
                  </a:lnTo>
                  <a:lnTo>
                    <a:pt x="2476968" y="1477054"/>
                  </a:lnTo>
                  <a:lnTo>
                    <a:pt x="2477809" y="1478425"/>
                  </a:lnTo>
                  <a:lnTo>
                    <a:pt x="2478651" y="1478782"/>
                  </a:lnTo>
                  <a:lnTo>
                    <a:pt x="2479492" y="1478627"/>
                  </a:lnTo>
                  <a:lnTo>
                    <a:pt x="2480333" y="1477919"/>
                  </a:lnTo>
                  <a:lnTo>
                    <a:pt x="2481174" y="1477294"/>
                  </a:lnTo>
                  <a:lnTo>
                    <a:pt x="2482015" y="1476310"/>
                  </a:lnTo>
                  <a:lnTo>
                    <a:pt x="2482857" y="1474829"/>
                  </a:lnTo>
                  <a:lnTo>
                    <a:pt x="2483698" y="1474344"/>
                  </a:lnTo>
                  <a:lnTo>
                    <a:pt x="2484539" y="1473627"/>
                  </a:lnTo>
                  <a:lnTo>
                    <a:pt x="2485380" y="1472788"/>
                  </a:lnTo>
                  <a:lnTo>
                    <a:pt x="2486221" y="1471385"/>
                  </a:lnTo>
                  <a:lnTo>
                    <a:pt x="2487063" y="1470297"/>
                  </a:lnTo>
                  <a:lnTo>
                    <a:pt x="2487904" y="1469860"/>
                  </a:lnTo>
                  <a:lnTo>
                    <a:pt x="2488745" y="1468949"/>
                  </a:lnTo>
                  <a:lnTo>
                    <a:pt x="2489586" y="1468987"/>
                  </a:lnTo>
                  <a:lnTo>
                    <a:pt x="2490427" y="1467612"/>
                  </a:lnTo>
                  <a:lnTo>
                    <a:pt x="2491269" y="1467174"/>
                  </a:lnTo>
                  <a:lnTo>
                    <a:pt x="2492110" y="1467234"/>
                  </a:lnTo>
                  <a:lnTo>
                    <a:pt x="2492951" y="1468191"/>
                  </a:lnTo>
                  <a:lnTo>
                    <a:pt x="2493792" y="1469498"/>
                  </a:lnTo>
                  <a:lnTo>
                    <a:pt x="2494633" y="1470430"/>
                  </a:lnTo>
                  <a:lnTo>
                    <a:pt x="2495475" y="1471860"/>
                  </a:lnTo>
                  <a:lnTo>
                    <a:pt x="2496316" y="1473831"/>
                  </a:lnTo>
                  <a:lnTo>
                    <a:pt x="2497157" y="1476661"/>
                  </a:lnTo>
                  <a:lnTo>
                    <a:pt x="2497998" y="1478331"/>
                  </a:lnTo>
                  <a:lnTo>
                    <a:pt x="2498839" y="1480899"/>
                  </a:lnTo>
                  <a:lnTo>
                    <a:pt x="2499681" y="1483237"/>
                  </a:lnTo>
                  <a:lnTo>
                    <a:pt x="2500522" y="1485039"/>
                  </a:lnTo>
                  <a:lnTo>
                    <a:pt x="2501363" y="1486562"/>
                  </a:lnTo>
                  <a:lnTo>
                    <a:pt x="2502204" y="1487658"/>
                  </a:lnTo>
                  <a:lnTo>
                    <a:pt x="2503045" y="1488196"/>
                  </a:lnTo>
                  <a:lnTo>
                    <a:pt x="2503887" y="1487807"/>
                  </a:lnTo>
                  <a:lnTo>
                    <a:pt x="2504728" y="1487112"/>
                  </a:lnTo>
                  <a:lnTo>
                    <a:pt x="2505569" y="1486210"/>
                  </a:lnTo>
                  <a:lnTo>
                    <a:pt x="2506410" y="1485256"/>
                  </a:lnTo>
                  <a:lnTo>
                    <a:pt x="2507251" y="1484732"/>
                  </a:lnTo>
                  <a:lnTo>
                    <a:pt x="2508093" y="1484132"/>
                  </a:lnTo>
                  <a:lnTo>
                    <a:pt x="2508934" y="1483071"/>
                  </a:lnTo>
                  <a:lnTo>
                    <a:pt x="2509775" y="1481698"/>
                  </a:lnTo>
                  <a:lnTo>
                    <a:pt x="2510616" y="1480777"/>
                  </a:lnTo>
                  <a:lnTo>
                    <a:pt x="2511457" y="1480244"/>
                  </a:lnTo>
                  <a:lnTo>
                    <a:pt x="2512299" y="1480106"/>
                  </a:lnTo>
                  <a:lnTo>
                    <a:pt x="2513140" y="1480343"/>
                  </a:lnTo>
                  <a:lnTo>
                    <a:pt x="2513981" y="1481051"/>
                  </a:lnTo>
                  <a:lnTo>
                    <a:pt x="2514822" y="1482190"/>
                  </a:lnTo>
                  <a:lnTo>
                    <a:pt x="2515663" y="1484748"/>
                  </a:lnTo>
                  <a:lnTo>
                    <a:pt x="2516505" y="1488628"/>
                  </a:lnTo>
                  <a:lnTo>
                    <a:pt x="2517346" y="1492586"/>
                  </a:lnTo>
                  <a:lnTo>
                    <a:pt x="2518187" y="1496059"/>
                  </a:lnTo>
                  <a:lnTo>
                    <a:pt x="2519028" y="1499171"/>
                  </a:lnTo>
                  <a:lnTo>
                    <a:pt x="2519869" y="1502493"/>
                  </a:lnTo>
                  <a:lnTo>
                    <a:pt x="2520711" y="1505952"/>
                  </a:lnTo>
                  <a:lnTo>
                    <a:pt x="2521552" y="1509936"/>
                  </a:lnTo>
                  <a:lnTo>
                    <a:pt x="2522393" y="1514854"/>
                  </a:lnTo>
                  <a:lnTo>
                    <a:pt x="2523234" y="1517372"/>
                  </a:lnTo>
                  <a:lnTo>
                    <a:pt x="2524075" y="1519660"/>
                  </a:lnTo>
                  <a:lnTo>
                    <a:pt x="2524917" y="1522857"/>
                  </a:lnTo>
                  <a:lnTo>
                    <a:pt x="2525758" y="1525171"/>
                  </a:lnTo>
                  <a:lnTo>
                    <a:pt x="2526599" y="1527791"/>
                  </a:lnTo>
                  <a:lnTo>
                    <a:pt x="2527440" y="1530306"/>
                  </a:lnTo>
                  <a:lnTo>
                    <a:pt x="2528281" y="1530068"/>
                  </a:lnTo>
                  <a:lnTo>
                    <a:pt x="2529123" y="1529227"/>
                  </a:lnTo>
                  <a:lnTo>
                    <a:pt x="2529964" y="1528762"/>
                  </a:lnTo>
                  <a:lnTo>
                    <a:pt x="2530805" y="1529974"/>
                  </a:lnTo>
                  <a:lnTo>
                    <a:pt x="2531646" y="1532038"/>
                  </a:lnTo>
                  <a:lnTo>
                    <a:pt x="2532488" y="1534344"/>
                  </a:lnTo>
                  <a:lnTo>
                    <a:pt x="2533329" y="1536710"/>
                  </a:lnTo>
                  <a:lnTo>
                    <a:pt x="2534170" y="1537969"/>
                  </a:lnTo>
                  <a:lnTo>
                    <a:pt x="2535011" y="1538936"/>
                  </a:lnTo>
                  <a:lnTo>
                    <a:pt x="2535852" y="1539245"/>
                  </a:lnTo>
                  <a:lnTo>
                    <a:pt x="2536694" y="1539468"/>
                  </a:lnTo>
                  <a:lnTo>
                    <a:pt x="2537535" y="1539786"/>
                  </a:lnTo>
                  <a:lnTo>
                    <a:pt x="2538376" y="1542224"/>
                  </a:lnTo>
                  <a:lnTo>
                    <a:pt x="2539217" y="1545490"/>
                  </a:lnTo>
                  <a:lnTo>
                    <a:pt x="2540058" y="1549866"/>
                  </a:lnTo>
                  <a:lnTo>
                    <a:pt x="2540900" y="1556019"/>
                  </a:lnTo>
                  <a:lnTo>
                    <a:pt x="2541741" y="1563607"/>
                  </a:lnTo>
                  <a:lnTo>
                    <a:pt x="2542582" y="1571682"/>
                  </a:lnTo>
                  <a:lnTo>
                    <a:pt x="2543423" y="1578876"/>
                  </a:lnTo>
                  <a:lnTo>
                    <a:pt x="2544264" y="1586047"/>
                  </a:lnTo>
                  <a:lnTo>
                    <a:pt x="2545106" y="1593339"/>
                  </a:lnTo>
                  <a:lnTo>
                    <a:pt x="2545947" y="1600821"/>
                  </a:lnTo>
                  <a:lnTo>
                    <a:pt x="2546788" y="1605696"/>
                  </a:lnTo>
                  <a:lnTo>
                    <a:pt x="2547629" y="1610490"/>
                  </a:lnTo>
                  <a:lnTo>
                    <a:pt x="2548470" y="1615829"/>
                  </a:lnTo>
                  <a:lnTo>
                    <a:pt x="2549312" y="1622294"/>
                  </a:lnTo>
                  <a:lnTo>
                    <a:pt x="2550153" y="1629185"/>
                  </a:lnTo>
                  <a:lnTo>
                    <a:pt x="2550994" y="1635488"/>
                  </a:lnTo>
                  <a:lnTo>
                    <a:pt x="2551835" y="1640513"/>
                  </a:lnTo>
                  <a:lnTo>
                    <a:pt x="2552676" y="1643616"/>
                  </a:lnTo>
                  <a:lnTo>
                    <a:pt x="2553518" y="1645501"/>
                  </a:lnTo>
                  <a:lnTo>
                    <a:pt x="2554359" y="1646556"/>
                  </a:lnTo>
                  <a:lnTo>
                    <a:pt x="2555200" y="1647113"/>
                  </a:lnTo>
                  <a:lnTo>
                    <a:pt x="2556041" y="1647932"/>
                  </a:lnTo>
                  <a:lnTo>
                    <a:pt x="2556882" y="1649188"/>
                  </a:lnTo>
                  <a:lnTo>
                    <a:pt x="2557724" y="1651009"/>
                  </a:lnTo>
                  <a:lnTo>
                    <a:pt x="2558565" y="1653083"/>
                  </a:lnTo>
                  <a:lnTo>
                    <a:pt x="2559406" y="1655477"/>
                  </a:lnTo>
                  <a:lnTo>
                    <a:pt x="2560247" y="1657431"/>
                  </a:lnTo>
                  <a:lnTo>
                    <a:pt x="2561088" y="1661084"/>
                  </a:lnTo>
                  <a:lnTo>
                    <a:pt x="2561930" y="1663784"/>
                  </a:lnTo>
                  <a:lnTo>
                    <a:pt x="2562771" y="1665787"/>
                  </a:lnTo>
                  <a:lnTo>
                    <a:pt x="2563612" y="1667696"/>
                  </a:lnTo>
                  <a:lnTo>
                    <a:pt x="2564453" y="1670275"/>
                  </a:lnTo>
                  <a:lnTo>
                    <a:pt x="2565294" y="1673490"/>
                  </a:lnTo>
                  <a:lnTo>
                    <a:pt x="2566136" y="1677230"/>
                  </a:lnTo>
                  <a:lnTo>
                    <a:pt x="2566977" y="1679640"/>
                  </a:lnTo>
                  <a:lnTo>
                    <a:pt x="2567818" y="1682263"/>
                  </a:lnTo>
                  <a:lnTo>
                    <a:pt x="2568659" y="1682379"/>
                  </a:lnTo>
                  <a:lnTo>
                    <a:pt x="2569500" y="1682280"/>
                  </a:lnTo>
                  <a:lnTo>
                    <a:pt x="2570342" y="1682656"/>
                  </a:lnTo>
                  <a:lnTo>
                    <a:pt x="2571183" y="1683161"/>
                  </a:lnTo>
                  <a:lnTo>
                    <a:pt x="2572024" y="1683504"/>
                  </a:lnTo>
                  <a:lnTo>
                    <a:pt x="2572865" y="1684524"/>
                  </a:lnTo>
                  <a:lnTo>
                    <a:pt x="2573706" y="1685736"/>
                  </a:lnTo>
                  <a:lnTo>
                    <a:pt x="2574548" y="1686974"/>
                  </a:lnTo>
                  <a:lnTo>
                    <a:pt x="2575389" y="1688315"/>
                  </a:lnTo>
                  <a:lnTo>
                    <a:pt x="2576230" y="1689563"/>
                  </a:lnTo>
                  <a:lnTo>
                    <a:pt x="2577071" y="1690604"/>
                  </a:lnTo>
                  <a:lnTo>
                    <a:pt x="2577912" y="1691248"/>
                  </a:lnTo>
                  <a:lnTo>
                    <a:pt x="2578754" y="1691660"/>
                  </a:lnTo>
                  <a:lnTo>
                    <a:pt x="2579595" y="1692013"/>
                  </a:lnTo>
                  <a:lnTo>
                    <a:pt x="2580436" y="1692893"/>
                  </a:lnTo>
                  <a:lnTo>
                    <a:pt x="2581277" y="1693214"/>
                  </a:lnTo>
                  <a:lnTo>
                    <a:pt x="2582118" y="1691449"/>
                  </a:lnTo>
                  <a:lnTo>
                    <a:pt x="2582960" y="1690065"/>
                  </a:lnTo>
                  <a:lnTo>
                    <a:pt x="2583801" y="1687677"/>
                  </a:lnTo>
                  <a:lnTo>
                    <a:pt x="2584642" y="1684478"/>
                  </a:lnTo>
                  <a:lnTo>
                    <a:pt x="2585483" y="1681032"/>
                  </a:lnTo>
                  <a:lnTo>
                    <a:pt x="2586324" y="1677828"/>
                  </a:lnTo>
                  <a:lnTo>
                    <a:pt x="2587166" y="1675525"/>
                  </a:lnTo>
                  <a:lnTo>
                    <a:pt x="2588007" y="1673387"/>
                  </a:lnTo>
                  <a:lnTo>
                    <a:pt x="2588848" y="1672490"/>
                  </a:lnTo>
                  <a:lnTo>
                    <a:pt x="2589689" y="1672582"/>
                  </a:lnTo>
                  <a:lnTo>
                    <a:pt x="2590530" y="1673370"/>
                  </a:lnTo>
                  <a:lnTo>
                    <a:pt x="2591372" y="1674500"/>
                  </a:lnTo>
                  <a:lnTo>
                    <a:pt x="2592213" y="1675817"/>
                  </a:lnTo>
                  <a:lnTo>
                    <a:pt x="2593054" y="1677298"/>
                  </a:lnTo>
                  <a:lnTo>
                    <a:pt x="2593895" y="1679568"/>
                  </a:lnTo>
                  <a:lnTo>
                    <a:pt x="2594736" y="1682921"/>
                  </a:lnTo>
                  <a:lnTo>
                    <a:pt x="2595578" y="1687112"/>
                  </a:lnTo>
                  <a:lnTo>
                    <a:pt x="2596419" y="1691841"/>
                  </a:lnTo>
                  <a:lnTo>
                    <a:pt x="2597260" y="1697916"/>
                  </a:lnTo>
                  <a:lnTo>
                    <a:pt x="2598101" y="1704000"/>
                  </a:lnTo>
                  <a:lnTo>
                    <a:pt x="2598942" y="1710108"/>
                  </a:lnTo>
                  <a:lnTo>
                    <a:pt x="2599784" y="1715152"/>
                  </a:lnTo>
                  <a:lnTo>
                    <a:pt x="2600625" y="1718919"/>
                  </a:lnTo>
                  <a:lnTo>
                    <a:pt x="2601466" y="1720393"/>
                  </a:lnTo>
                  <a:lnTo>
                    <a:pt x="2602307" y="1720097"/>
                  </a:lnTo>
                  <a:lnTo>
                    <a:pt x="2603149" y="1718836"/>
                  </a:lnTo>
                  <a:lnTo>
                    <a:pt x="2603990" y="1716170"/>
                  </a:lnTo>
                  <a:lnTo>
                    <a:pt x="2604831" y="1713116"/>
                  </a:lnTo>
                  <a:lnTo>
                    <a:pt x="2605672" y="1709766"/>
                  </a:lnTo>
                  <a:lnTo>
                    <a:pt x="2606513" y="1705892"/>
                  </a:lnTo>
                  <a:lnTo>
                    <a:pt x="2607355" y="1701440"/>
                  </a:lnTo>
                  <a:lnTo>
                    <a:pt x="2608196" y="1698688"/>
                  </a:lnTo>
                  <a:lnTo>
                    <a:pt x="2609037" y="1696285"/>
                  </a:lnTo>
                  <a:lnTo>
                    <a:pt x="2609878" y="1695662"/>
                  </a:lnTo>
                  <a:lnTo>
                    <a:pt x="2610719" y="1696578"/>
                  </a:lnTo>
                  <a:lnTo>
                    <a:pt x="2611561" y="1696689"/>
                  </a:lnTo>
                  <a:lnTo>
                    <a:pt x="2612402" y="1697404"/>
                  </a:lnTo>
                  <a:lnTo>
                    <a:pt x="2613243" y="1699131"/>
                  </a:lnTo>
                  <a:lnTo>
                    <a:pt x="2614084" y="1699856"/>
                  </a:lnTo>
                  <a:lnTo>
                    <a:pt x="2614925" y="1701145"/>
                  </a:lnTo>
                  <a:lnTo>
                    <a:pt x="2615767" y="1702585"/>
                  </a:lnTo>
                  <a:lnTo>
                    <a:pt x="2616608" y="1704457"/>
                  </a:lnTo>
                  <a:lnTo>
                    <a:pt x="2617449" y="1706399"/>
                  </a:lnTo>
                  <a:lnTo>
                    <a:pt x="2618290" y="1708530"/>
                  </a:lnTo>
                  <a:lnTo>
                    <a:pt x="2619131" y="1710324"/>
                  </a:lnTo>
                  <a:lnTo>
                    <a:pt x="2619973" y="1712491"/>
                  </a:lnTo>
                  <a:lnTo>
                    <a:pt x="2620814" y="1715062"/>
                  </a:lnTo>
                  <a:lnTo>
                    <a:pt x="2621655" y="1716805"/>
                  </a:lnTo>
                  <a:lnTo>
                    <a:pt x="2622496" y="1717722"/>
                  </a:lnTo>
                  <a:lnTo>
                    <a:pt x="2623337" y="1717766"/>
                  </a:lnTo>
                  <a:lnTo>
                    <a:pt x="2624179" y="1718183"/>
                  </a:lnTo>
                  <a:lnTo>
                    <a:pt x="2625020" y="1717596"/>
                  </a:lnTo>
                  <a:lnTo>
                    <a:pt x="2625861" y="1716154"/>
                  </a:lnTo>
                  <a:lnTo>
                    <a:pt x="2626702" y="1712691"/>
                  </a:lnTo>
                  <a:lnTo>
                    <a:pt x="2627543" y="1707425"/>
                  </a:lnTo>
                  <a:lnTo>
                    <a:pt x="2628385" y="1698364"/>
                  </a:lnTo>
                  <a:lnTo>
                    <a:pt x="2629226" y="1692267"/>
                  </a:lnTo>
                  <a:lnTo>
                    <a:pt x="2630067" y="1685706"/>
                  </a:lnTo>
                  <a:lnTo>
                    <a:pt x="2630908" y="1678778"/>
                  </a:lnTo>
                  <a:lnTo>
                    <a:pt x="2631749" y="1672264"/>
                  </a:lnTo>
                  <a:lnTo>
                    <a:pt x="2632591" y="1666298"/>
                  </a:lnTo>
                  <a:lnTo>
                    <a:pt x="2633432" y="1659689"/>
                  </a:lnTo>
                  <a:lnTo>
                    <a:pt x="2634273" y="1655066"/>
                  </a:lnTo>
                  <a:lnTo>
                    <a:pt x="2635114" y="1651901"/>
                  </a:lnTo>
                  <a:lnTo>
                    <a:pt x="2635955" y="1648838"/>
                  </a:lnTo>
                  <a:lnTo>
                    <a:pt x="2636797" y="1645369"/>
                  </a:lnTo>
                  <a:lnTo>
                    <a:pt x="2637638" y="1642419"/>
                  </a:lnTo>
                  <a:lnTo>
                    <a:pt x="2638479" y="1639698"/>
                  </a:lnTo>
                  <a:lnTo>
                    <a:pt x="2639320" y="1637522"/>
                  </a:lnTo>
                  <a:lnTo>
                    <a:pt x="2640161" y="1635365"/>
                  </a:lnTo>
                  <a:lnTo>
                    <a:pt x="2641003" y="1633391"/>
                  </a:lnTo>
                  <a:lnTo>
                    <a:pt x="2641844" y="1631297"/>
                  </a:lnTo>
                  <a:lnTo>
                    <a:pt x="2642685" y="1628725"/>
                  </a:lnTo>
                  <a:lnTo>
                    <a:pt x="2643526" y="1626752"/>
                  </a:lnTo>
                  <a:lnTo>
                    <a:pt x="2644367" y="1625209"/>
                  </a:lnTo>
                  <a:lnTo>
                    <a:pt x="2645209" y="1624633"/>
                  </a:lnTo>
                  <a:lnTo>
                    <a:pt x="2646050" y="1624973"/>
                  </a:lnTo>
                  <a:lnTo>
                    <a:pt x="2646891" y="1625505"/>
                  </a:lnTo>
                  <a:lnTo>
                    <a:pt x="2647732" y="1624578"/>
                  </a:lnTo>
                  <a:lnTo>
                    <a:pt x="2648573" y="1624970"/>
                  </a:lnTo>
                  <a:lnTo>
                    <a:pt x="2649415" y="1624448"/>
                  </a:lnTo>
                  <a:lnTo>
                    <a:pt x="2650256" y="1624270"/>
                  </a:lnTo>
                  <a:lnTo>
                    <a:pt x="2651097" y="1624611"/>
                  </a:lnTo>
                  <a:lnTo>
                    <a:pt x="2651938" y="1623987"/>
                  </a:lnTo>
                  <a:lnTo>
                    <a:pt x="2652779" y="1623663"/>
                  </a:lnTo>
                  <a:lnTo>
                    <a:pt x="2653621" y="1623909"/>
                  </a:lnTo>
                  <a:lnTo>
                    <a:pt x="2654462" y="1625229"/>
                  </a:lnTo>
                  <a:lnTo>
                    <a:pt x="2655303" y="1626515"/>
                  </a:lnTo>
                  <a:lnTo>
                    <a:pt x="2656144" y="1627954"/>
                  </a:lnTo>
                  <a:lnTo>
                    <a:pt x="2656985" y="1631144"/>
                  </a:lnTo>
                  <a:lnTo>
                    <a:pt x="2657827" y="1633570"/>
                  </a:lnTo>
                  <a:lnTo>
                    <a:pt x="2658668" y="1637567"/>
                  </a:lnTo>
                  <a:lnTo>
                    <a:pt x="2659509" y="1640970"/>
                  </a:lnTo>
                  <a:lnTo>
                    <a:pt x="2660350" y="1643521"/>
                  </a:lnTo>
                  <a:lnTo>
                    <a:pt x="2661191" y="1645193"/>
                  </a:lnTo>
                  <a:lnTo>
                    <a:pt x="2662033" y="1646753"/>
                  </a:lnTo>
                  <a:lnTo>
                    <a:pt x="2662874" y="1648770"/>
                  </a:lnTo>
                  <a:lnTo>
                    <a:pt x="2663715" y="1650003"/>
                  </a:lnTo>
                  <a:lnTo>
                    <a:pt x="2664556" y="1650020"/>
                  </a:lnTo>
                  <a:lnTo>
                    <a:pt x="2665397" y="1647644"/>
                  </a:lnTo>
                  <a:lnTo>
                    <a:pt x="2666239" y="1644698"/>
                  </a:lnTo>
                  <a:lnTo>
                    <a:pt x="2667080" y="1639362"/>
                  </a:lnTo>
                  <a:lnTo>
                    <a:pt x="2667921" y="1632963"/>
                  </a:lnTo>
                  <a:lnTo>
                    <a:pt x="2668762" y="1626182"/>
                  </a:lnTo>
                  <a:lnTo>
                    <a:pt x="2669603" y="1619520"/>
                  </a:lnTo>
                  <a:lnTo>
                    <a:pt x="2670445" y="1612734"/>
                  </a:lnTo>
                  <a:lnTo>
                    <a:pt x="2671286" y="1602611"/>
                  </a:lnTo>
                  <a:lnTo>
                    <a:pt x="2672127" y="1592445"/>
                  </a:lnTo>
                  <a:lnTo>
                    <a:pt x="2672968" y="1582406"/>
                  </a:lnTo>
                  <a:lnTo>
                    <a:pt x="2673810" y="1572010"/>
                  </a:lnTo>
                  <a:lnTo>
                    <a:pt x="2674651" y="1560963"/>
                  </a:lnTo>
                  <a:lnTo>
                    <a:pt x="2675492" y="1548714"/>
                  </a:lnTo>
                  <a:lnTo>
                    <a:pt x="2676333" y="1536787"/>
                  </a:lnTo>
                  <a:lnTo>
                    <a:pt x="2677174" y="1524772"/>
                  </a:lnTo>
                  <a:lnTo>
                    <a:pt x="2678016" y="1514046"/>
                  </a:lnTo>
                  <a:lnTo>
                    <a:pt x="2678857" y="1504111"/>
                  </a:lnTo>
                  <a:lnTo>
                    <a:pt x="2679698" y="1495928"/>
                  </a:lnTo>
                  <a:lnTo>
                    <a:pt x="2680539" y="1489195"/>
                  </a:lnTo>
                  <a:lnTo>
                    <a:pt x="2681380" y="1483580"/>
                  </a:lnTo>
                  <a:lnTo>
                    <a:pt x="2682222" y="1478312"/>
                  </a:lnTo>
                  <a:lnTo>
                    <a:pt x="2683063" y="1473556"/>
                  </a:lnTo>
                  <a:lnTo>
                    <a:pt x="2683904" y="1469434"/>
                  </a:lnTo>
                  <a:lnTo>
                    <a:pt x="2684745" y="1465954"/>
                  </a:lnTo>
                  <a:lnTo>
                    <a:pt x="2685586" y="1463382"/>
                  </a:lnTo>
                  <a:lnTo>
                    <a:pt x="2686428" y="1462074"/>
                  </a:lnTo>
                  <a:lnTo>
                    <a:pt x="2687269" y="1461855"/>
                  </a:lnTo>
                  <a:lnTo>
                    <a:pt x="2688110" y="1462784"/>
                  </a:lnTo>
                  <a:lnTo>
                    <a:pt x="2688951" y="1464740"/>
                  </a:lnTo>
                  <a:lnTo>
                    <a:pt x="2689792" y="1467319"/>
                  </a:lnTo>
                  <a:lnTo>
                    <a:pt x="2690634" y="1468881"/>
                  </a:lnTo>
                  <a:lnTo>
                    <a:pt x="2691475" y="1470545"/>
                  </a:lnTo>
                  <a:lnTo>
                    <a:pt x="2692316" y="1471881"/>
                  </a:lnTo>
                  <a:lnTo>
                    <a:pt x="2693157" y="1472130"/>
                  </a:lnTo>
                  <a:lnTo>
                    <a:pt x="2693998" y="1472744"/>
                  </a:lnTo>
                  <a:lnTo>
                    <a:pt x="2694840" y="1472918"/>
                  </a:lnTo>
                  <a:lnTo>
                    <a:pt x="2695681" y="1473076"/>
                  </a:lnTo>
                  <a:lnTo>
                    <a:pt x="2696522" y="1474912"/>
                  </a:lnTo>
                  <a:lnTo>
                    <a:pt x="2697363" y="1476323"/>
                  </a:lnTo>
                  <a:lnTo>
                    <a:pt x="2698204" y="1476682"/>
                  </a:lnTo>
                  <a:lnTo>
                    <a:pt x="2699046" y="1475163"/>
                  </a:lnTo>
                  <a:lnTo>
                    <a:pt x="2699887" y="1472282"/>
                  </a:lnTo>
                  <a:lnTo>
                    <a:pt x="2700728" y="1468733"/>
                  </a:lnTo>
                  <a:lnTo>
                    <a:pt x="2701569" y="1465024"/>
                  </a:lnTo>
                  <a:lnTo>
                    <a:pt x="2702410" y="1462456"/>
                  </a:lnTo>
                  <a:lnTo>
                    <a:pt x="2703252" y="1460238"/>
                  </a:lnTo>
                  <a:lnTo>
                    <a:pt x="2704093" y="1458878"/>
                  </a:lnTo>
                  <a:lnTo>
                    <a:pt x="2704934" y="1457807"/>
                  </a:lnTo>
                  <a:lnTo>
                    <a:pt x="2705775" y="1456387"/>
                  </a:lnTo>
                  <a:lnTo>
                    <a:pt x="2706616" y="1454191"/>
                  </a:lnTo>
                  <a:lnTo>
                    <a:pt x="2707458" y="1450659"/>
                  </a:lnTo>
                  <a:lnTo>
                    <a:pt x="2708299" y="1446420"/>
                  </a:lnTo>
                  <a:lnTo>
                    <a:pt x="2709140" y="1441658"/>
                  </a:lnTo>
                  <a:lnTo>
                    <a:pt x="2709981" y="1438323"/>
                  </a:lnTo>
                  <a:lnTo>
                    <a:pt x="2710822" y="1435340"/>
                  </a:lnTo>
                  <a:lnTo>
                    <a:pt x="2711664" y="1434382"/>
                  </a:lnTo>
                  <a:lnTo>
                    <a:pt x="2712505" y="1433661"/>
                  </a:lnTo>
                  <a:lnTo>
                    <a:pt x="2713346" y="1432576"/>
                  </a:lnTo>
                  <a:lnTo>
                    <a:pt x="2714187" y="1430698"/>
                  </a:lnTo>
                  <a:lnTo>
                    <a:pt x="2715028" y="1428961"/>
                  </a:lnTo>
                  <a:lnTo>
                    <a:pt x="2715870" y="1426668"/>
                  </a:lnTo>
                  <a:lnTo>
                    <a:pt x="2716711" y="1424092"/>
                  </a:lnTo>
                  <a:lnTo>
                    <a:pt x="2717552" y="1421630"/>
                  </a:lnTo>
                  <a:lnTo>
                    <a:pt x="2718393" y="1419807"/>
                  </a:lnTo>
                  <a:lnTo>
                    <a:pt x="2719234" y="1418516"/>
                  </a:lnTo>
                  <a:lnTo>
                    <a:pt x="2720076" y="1418051"/>
                  </a:lnTo>
                  <a:lnTo>
                    <a:pt x="2720917" y="1417125"/>
                  </a:lnTo>
                  <a:lnTo>
                    <a:pt x="2721758" y="1416208"/>
                  </a:lnTo>
                  <a:lnTo>
                    <a:pt x="2722599" y="1415887"/>
                  </a:lnTo>
                  <a:lnTo>
                    <a:pt x="2723440" y="1415384"/>
                  </a:lnTo>
                  <a:lnTo>
                    <a:pt x="2724282" y="1414949"/>
                  </a:lnTo>
                  <a:lnTo>
                    <a:pt x="2725123" y="1414459"/>
                  </a:lnTo>
                  <a:lnTo>
                    <a:pt x="2725964" y="1413860"/>
                  </a:lnTo>
                  <a:lnTo>
                    <a:pt x="2726805" y="1413257"/>
                  </a:lnTo>
                  <a:lnTo>
                    <a:pt x="2727646" y="1413126"/>
                  </a:lnTo>
                  <a:lnTo>
                    <a:pt x="2728488" y="1413509"/>
                  </a:lnTo>
                  <a:lnTo>
                    <a:pt x="2729329" y="1414272"/>
                  </a:lnTo>
                  <a:lnTo>
                    <a:pt x="2730170" y="1415106"/>
                  </a:lnTo>
                  <a:lnTo>
                    <a:pt x="2731011" y="1415697"/>
                  </a:lnTo>
                  <a:lnTo>
                    <a:pt x="2731852" y="1416045"/>
                  </a:lnTo>
                  <a:lnTo>
                    <a:pt x="2732694" y="1415889"/>
                  </a:lnTo>
                  <a:lnTo>
                    <a:pt x="2733535" y="1415234"/>
                  </a:lnTo>
                  <a:lnTo>
                    <a:pt x="2734376" y="1413833"/>
                  </a:lnTo>
                  <a:lnTo>
                    <a:pt x="2735217" y="1413588"/>
                  </a:lnTo>
                  <a:lnTo>
                    <a:pt x="2736058" y="1412816"/>
                  </a:lnTo>
                  <a:lnTo>
                    <a:pt x="2736900" y="1411208"/>
                  </a:lnTo>
                  <a:lnTo>
                    <a:pt x="2737741" y="1408672"/>
                  </a:lnTo>
                  <a:lnTo>
                    <a:pt x="2738582" y="1406321"/>
                  </a:lnTo>
                  <a:lnTo>
                    <a:pt x="2739423" y="1402795"/>
                  </a:lnTo>
                  <a:lnTo>
                    <a:pt x="2740264" y="1398304"/>
                  </a:lnTo>
                  <a:lnTo>
                    <a:pt x="2741106" y="1392689"/>
                  </a:lnTo>
                  <a:lnTo>
                    <a:pt x="2741947" y="1385725"/>
                  </a:lnTo>
                  <a:lnTo>
                    <a:pt x="2742788" y="1378409"/>
                  </a:lnTo>
                  <a:lnTo>
                    <a:pt x="2743629" y="1370718"/>
                  </a:lnTo>
                  <a:lnTo>
                    <a:pt x="2744471" y="1363067"/>
                  </a:lnTo>
                  <a:lnTo>
                    <a:pt x="2745312" y="1355896"/>
                  </a:lnTo>
                  <a:lnTo>
                    <a:pt x="2746153" y="1349214"/>
                  </a:lnTo>
                  <a:lnTo>
                    <a:pt x="2746994" y="1342670"/>
                  </a:lnTo>
                  <a:lnTo>
                    <a:pt x="2747835" y="1336353"/>
                  </a:lnTo>
                  <a:lnTo>
                    <a:pt x="2748677" y="1330296"/>
                  </a:lnTo>
                  <a:lnTo>
                    <a:pt x="2749518" y="1325022"/>
                  </a:lnTo>
                  <a:lnTo>
                    <a:pt x="2750359" y="1322597"/>
                  </a:lnTo>
                  <a:lnTo>
                    <a:pt x="2751200" y="1320420"/>
                  </a:lnTo>
                  <a:lnTo>
                    <a:pt x="2752041" y="1319316"/>
                  </a:lnTo>
                  <a:lnTo>
                    <a:pt x="2752883" y="1318677"/>
                  </a:lnTo>
                  <a:lnTo>
                    <a:pt x="2753724" y="1318536"/>
                  </a:lnTo>
                  <a:lnTo>
                    <a:pt x="2754565" y="1319077"/>
                  </a:lnTo>
                  <a:lnTo>
                    <a:pt x="2755406" y="1319670"/>
                  </a:lnTo>
                  <a:lnTo>
                    <a:pt x="2756247" y="1319786"/>
                  </a:lnTo>
                  <a:lnTo>
                    <a:pt x="2757089" y="1319953"/>
                  </a:lnTo>
                  <a:lnTo>
                    <a:pt x="2757930" y="1320106"/>
                  </a:lnTo>
                  <a:lnTo>
                    <a:pt x="2758771" y="1320529"/>
                  </a:lnTo>
                  <a:lnTo>
                    <a:pt x="2759612" y="1320708"/>
                  </a:lnTo>
                  <a:lnTo>
                    <a:pt x="2760453" y="1321074"/>
                  </a:lnTo>
                  <a:lnTo>
                    <a:pt x="2761295" y="1320766"/>
                  </a:lnTo>
                  <a:lnTo>
                    <a:pt x="2762136" y="1320035"/>
                  </a:lnTo>
                  <a:lnTo>
                    <a:pt x="2762977" y="1318078"/>
                  </a:lnTo>
                  <a:lnTo>
                    <a:pt x="2763818" y="1315224"/>
                  </a:lnTo>
                  <a:lnTo>
                    <a:pt x="2764659" y="1311678"/>
                  </a:lnTo>
                  <a:lnTo>
                    <a:pt x="2765501" y="1307754"/>
                  </a:lnTo>
                  <a:lnTo>
                    <a:pt x="2766342" y="1304373"/>
                  </a:lnTo>
                  <a:lnTo>
                    <a:pt x="2767183" y="1301249"/>
                  </a:lnTo>
                  <a:lnTo>
                    <a:pt x="2768024" y="1299439"/>
                  </a:lnTo>
                  <a:lnTo>
                    <a:pt x="2768865" y="1298254"/>
                  </a:lnTo>
                  <a:lnTo>
                    <a:pt x="2769707" y="1298736"/>
                  </a:lnTo>
                  <a:lnTo>
                    <a:pt x="2770548" y="1299866"/>
                  </a:lnTo>
                  <a:lnTo>
                    <a:pt x="2771389" y="1301600"/>
                  </a:lnTo>
                  <a:lnTo>
                    <a:pt x="2772230" y="1304435"/>
                  </a:lnTo>
                  <a:lnTo>
                    <a:pt x="2773071" y="1308022"/>
                  </a:lnTo>
                  <a:lnTo>
                    <a:pt x="2773913" y="1312447"/>
                  </a:lnTo>
                  <a:lnTo>
                    <a:pt x="2774754" y="1317441"/>
                  </a:lnTo>
                  <a:lnTo>
                    <a:pt x="2775595" y="1323638"/>
                  </a:lnTo>
                  <a:lnTo>
                    <a:pt x="2776436" y="1327664"/>
                  </a:lnTo>
                  <a:lnTo>
                    <a:pt x="2777277" y="1332336"/>
                  </a:lnTo>
                  <a:lnTo>
                    <a:pt x="2778119" y="1335875"/>
                  </a:lnTo>
                  <a:lnTo>
                    <a:pt x="2778960" y="1338934"/>
                  </a:lnTo>
                  <a:lnTo>
                    <a:pt x="2779801" y="1342888"/>
                  </a:lnTo>
                  <a:lnTo>
                    <a:pt x="2780642" y="1347061"/>
                  </a:lnTo>
                  <a:lnTo>
                    <a:pt x="2781483" y="1350588"/>
                  </a:lnTo>
                  <a:lnTo>
                    <a:pt x="2782325" y="1353259"/>
                  </a:lnTo>
                  <a:lnTo>
                    <a:pt x="2783166" y="1355271"/>
                  </a:lnTo>
                  <a:lnTo>
                    <a:pt x="2784007" y="1357762"/>
                  </a:lnTo>
                  <a:lnTo>
                    <a:pt x="2784848" y="1360298"/>
                  </a:lnTo>
                  <a:lnTo>
                    <a:pt x="2785689" y="1363357"/>
                  </a:lnTo>
                  <a:lnTo>
                    <a:pt x="2786531" y="1366758"/>
                  </a:lnTo>
                  <a:lnTo>
                    <a:pt x="2787372" y="1370505"/>
                  </a:lnTo>
                  <a:lnTo>
                    <a:pt x="2788213" y="1373620"/>
                  </a:lnTo>
                  <a:lnTo>
                    <a:pt x="2789054" y="1377388"/>
                  </a:lnTo>
                  <a:lnTo>
                    <a:pt x="2789895" y="1381932"/>
                  </a:lnTo>
                  <a:lnTo>
                    <a:pt x="2790737" y="1386698"/>
                  </a:lnTo>
                  <a:lnTo>
                    <a:pt x="2791578" y="1392119"/>
                  </a:lnTo>
                  <a:lnTo>
                    <a:pt x="2792419" y="1396753"/>
                  </a:lnTo>
                  <a:lnTo>
                    <a:pt x="2793260" y="1401410"/>
                  </a:lnTo>
                  <a:lnTo>
                    <a:pt x="2794101" y="1405381"/>
                  </a:lnTo>
                  <a:lnTo>
                    <a:pt x="2794943" y="1411230"/>
                  </a:lnTo>
                  <a:lnTo>
                    <a:pt x="2795784" y="1420284"/>
                  </a:lnTo>
                  <a:lnTo>
                    <a:pt x="2796625" y="1431150"/>
                  </a:lnTo>
                  <a:lnTo>
                    <a:pt x="2797466" y="1441066"/>
                  </a:lnTo>
                  <a:lnTo>
                    <a:pt x="2798307" y="1449616"/>
                  </a:lnTo>
                  <a:lnTo>
                    <a:pt x="2799149" y="1457245"/>
                  </a:lnTo>
                  <a:lnTo>
                    <a:pt x="2799990" y="1464268"/>
                  </a:lnTo>
                  <a:lnTo>
                    <a:pt x="2800831" y="1470440"/>
                  </a:lnTo>
                  <a:lnTo>
                    <a:pt x="2801672" y="1476022"/>
                  </a:lnTo>
                  <a:lnTo>
                    <a:pt x="2802513" y="1477947"/>
                  </a:lnTo>
                  <a:lnTo>
                    <a:pt x="2803355" y="1477157"/>
                  </a:lnTo>
                  <a:lnTo>
                    <a:pt x="2804196" y="1475546"/>
                  </a:lnTo>
                  <a:lnTo>
                    <a:pt x="2805037" y="1473158"/>
                  </a:lnTo>
                  <a:lnTo>
                    <a:pt x="2805878" y="1470301"/>
                  </a:lnTo>
                  <a:lnTo>
                    <a:pt x="2806719" y="1467207"/>
                  </a:lnTo>
                  <a:lnTo>
                    <a:pt x="2807561" y="1463940"/>
                  </a:lnTo>
                  <a:lnTo>
                    <a:pt x="2808402" y="1460652"/>
                  </a:lnTo>
                  <a:lnTo>
                    <a:pt x="2809243" y="1457933"/>
                  </a:lnTo>
                  <a:lnTo>
                    <a:pt x="2810084" y="1455726"/>
                  </a:lnTo>
                  <a:lnTo>
                    <a:pt x="2810925" y="1453922"/>
                  </a:lnTo>
                  <a:lnTo>
                    <a:pt x="2811767" y="1452409"/>
                  </a:lnTo>
                  <a:lnTo>
                    <a:pt x="2812608" y="1451007"/>
                  </a:lnTo>
                  <a:lnTo>
                    <a:pt x="2813449" y="1448437"/>
                  </a:lnTo>
                  <a:lnTo>
                    <a:pt x="2814290" y="1446376"/>
                  </a:lnTo>
                  <a:lnTo>
                    <a:pt x="2815132" y="1445492"/>
                  </a:lnTo>
                  <a:lnTo>
                    <a:pt x="2815973" y="1446746"/>
                  </a:lnTo>
                  <a:lnTo>
                    <a:pt x="2816814" y="1448085"/>
                  </a:lnTo>
                  <a:lnTo>
                    <a:pt x="2817655" y="1450743"/>
                  </a:lnTo>
                  <a:lnTo>
                    <a:pt x="2818496" y="1453453"/>
                  </a:lnTo>
                  <a:lnTo>
                    <a:pt x="2819338" y="1455723"/>
                  </a:lnTo>
                  <a:lnTo>
                    <a:pt x="2820179" y="1456748"/>
                  </a:lnTo>
                  <a:lnTo>
                    <a:pt x="2821020" y="1457284"/>
                  </a:lnTo>
                  <a:lnTo>
                    <a:pt x="2821861" y="1457092"/>
                  </a:lnTo>
                  <a:lnTo>
                    <a:pt x="2822702" y="1454084"/>
                  </a:lnTo>
                  <a:lnTo>
                    <a:pt x="2823544" y="1450992"/>
                  </a:lnTo>
                  <a:lnTo>
                    <a:pt x="2824385" y="1448083"/>
                  </a:lnTo>
                  <a:lnTo>
                    <a:pt x="2825226" y="1444848"/>
                  </a:lnTo>
                  <a:lnTo>
                    <a:pt x="2826067" y="1442352"/>
                  </a:lnTo>
                  <a:lnTo>
                    <a:pt x="2826908" y="1439799"/>
                  </a:lnTo>
                  <a:lnTo>
                    <a:pt x="2827750" y="1437001"/>
                  </a:lnTo>
                  <a:lnTo>
                    <a:pt x="2828591" y="1435920"/>
                  </a:lnTo>
                  <a:lnTo>
                    <a:pt x="2829432" y="1434551"/>
                  </a:lnTo>
                  <a:lnTo>
                    <a:pt x="2830273" y="1432587"/>
                  </a:lnTo>
                  <a:lnTo>
                    <a:pt x="2831114" y="1431008"/>
                  </a:lnTo>
                  <a:lnTo>
                    <a:pt x="2831956" y="1430206"/>
                  </a:lnTo>
                  <a:lnTo>
                    <a:pt x="2832797" y="1429581"/>
                  </a:lnTo>
                  <a:lnTo>
                    <a:pt x="2833638" y="1429696"/>
                  </a:lnTo>
                  <a:lnTo>
                    <a:pt x="2834479" y="1430567"/>
                  </a:lnTo>
                  <a:lnTo>
                    <a:pt x="2835320" y="1432369"/>
                  </a:lnTo>
                  <a:lnTo>
                    <a:pt x="2836162" y="1434482"/>
                  </a:lnTo>
                  <a:lnTo>
                    <a:pt x="2837003" y="1436900"/>
                  </a:lnTo>
                  <a:lnTo>
                    <a:pt x="2837844" y="1439061"/>
                  </a:lnTo>
                  <a:lnTo>
                    <a:pt x="2838685" y="1440785"/>
                  </a:lnTo>
                  <a:lnTo>
                    <a:pt x="2839526" y="1445623"/>
                  </a:lnTo>
                  <a:lnTo>
                    <a:pt x="2840368" y="1450494"/>
                  </a:lnTo>
                  <a:lnTo>
                    <a:pt x="2841209" y="1455320"/>
                  </a:lnTo>
                  <a:lnTo>
                    <a:pt x="2842050" y="1460374"/>
                  </a:lnTo>
                  <a:lnTo>
                    <a:pt x="2842891" y="1465750"/>
                  </a:lnTo>
                  <a:lnTo>
                    <a:pt x="2843732" y="1471836"/>
                  </a:lnTo>
                  <a:lnTo>
                    <a:pt x="2844574" y="1479364"/>
                  </a:lnTo>
                  <a:lnTo>
                    <a:pt x="2845415" y="1487120"/>
                  </a:lnTo>
                  <a:lnTo>
                    <a:pt x="2846256" y="1495023"/>
                  </a:lnTo>
                  <a:lnTo>
                    <a:pt x="2847097" y="1502013"/>
                  </a:lnTo>
                  <a:lnTo>
                    <a:pt x="2847938" y="1507493"/>
                  </a:lnTo>
                  <a:lnTo>
                    <a:pt x="2848780" y="1512198"/>
                  </a:lnTo>
                  <a:lnTo>
                    <a:pt x="2849621" y="1515640"/>
                  </a:lnTo>
                  <a:lnTo>
                    <a:pt x="2850462" y="1518336"/>
                  </a:lnTo>
                  <a:lnTo>
                    <a:pt x="2851303" y="1520046"/>
                  </a:lnTo>
                  <a:lnTo>
                    <a:pt x="2852144" y="1520753"/>
                  </a:lnTo>
                  <a:lnTo>
                    <a:pt x="2852986" y="1521066"/>
                  </a:lnTo>
                  <a:lnTo>
                    <a:pt x="2853827" y="1520403"/>
                  </a:lnTo>
                  <a:lnTo>
                    <a:pt x="2854668" y="1519304"/>
                  </a:lnTo>
                  <a:lnTo>
                    <a:pt x="2855509" y="1517809"/>
                  </a:lnTo>
                  <a:lnTo>
                    <a:pt x="2856350" y="1514594"/>
                  </a:lnTo>
                  <a:lnTo>
                    <a:pt x="2857192" y="1510298"/>
                  </a:lnTo>
                  <a:lnTo>
                    <a:pt x="2858033" y="1505613"/>
                  </a:lnTo>
                  <a:lnTo>
                    <a:pt x="2858874" y="1501352"/>
                  </a:lnTo>
                  <a:lnTo>
                    <a:pt x="2859715" y="1497751"/>
                  </a:lnTo>
                  <a:lnTo>
                    <a:pt x="2860556" y="1494785"/>
                  </a:lnTo>
                  <a:lnTo>
                    <a:pt x="2861398" y="1492127"/>
                  </a:lnTo>
                  <a:lnTo>
                    <a:pt x="2862239" y="1489755"/>
                  </a:lnTo>
                  <a:lnTo>
                    <a:pt x="2863080" y="1487417"/>
                  </a:lnTo>
                  <a:lnTo>
                    <a:pt x="2863921" y="1485563"/>
                  </a:lnTo>
                  <a:lnTo>
                    <a:pt x="2864762" y="1483759"/>
                  </a:lnTo>
                  <a:lnTo>
                    <a:pt x="2865604" y="1482353"/>
                  </a:lnTo>
                  <a:lnTo>
                    <a:pt x="2866445" y="1481669"/>
                  </a:lnTo>
                  <a:lnTo>
                    <a:pt x="2867286" y="1481993"/>
                  </a:lnTo>
                  <a:lnTo>
                    <a:pt x="2868127" y="1483015"/>
                  </a:lnTo>
                  <a:lnTo>
                    <a:pt x="2868968" y="1484200"/>
                  </a:lnTo>
                  <a:lnTo>
                    <a:pt x="2869810" y="1484748"/>
                  </a:lnTo>
                  <a:lnTo>
                    <a:pt x="2870651" y="1484759"/>
                  </a:lnTo>
                  <a:lnTo>
                    <a:pt x="2871492" y="1484030"/>
                  </a:lnTo>
                  <a:lnTo>
                    <a:pt x="2872333" y="1481277"/>
                  </a:lnTo>
                  <a:lnTo>
                    <a:pt x="2873174" y="1475723"/>
                  </a:lnTo>
                  <a:lnTo>
                    <a:pt x="2874016" y="1468362"/>
                  </a:lnTo>
                  <a:lnTo>
                    <a:pt x="2874857" y="1461172"/>
                  </a:lnTo>
                  <a:lnTo>
                    <a:pt x="2875698" y="1457279"/>
                  </a:lnTo>
                  <a:lnTo>
                    <a:pt x="2876539" y="1452095"/>
                  </a:lnTo>
                  <a:lnTo>
                    <a:pt x="2877380" y="1447938"/>
                  </a:lnTo>
                  <a:lnTo>
                    <a:pt x="2878222" y="1442473"/>
                  </a:lnTo>
                  <a:lnTo>
                    <a:pt x="2879063" y="1436136"/>
                  </a:lnTo>
                  <a:lnTo>
                    <a:pt x="2879904" y="1427861"/>
                  </a:lnTo>
                  <a:lnTo>
                    <a:pt x="2880745" y="1418693"/>
                  </a:lnTo>
                  <a:lnTo>
                    <a:pt x="2881586" y="1410108"/>
                  </a:lnTo>
                  <a:lnTo>
                    <a:pt x="2882428" y="1402516"/>
                  </a:lnTo>
                  <a:lnTo>
                    <a:pt x="2883269" y="1394619"/>
                  </a:lnTo>
                  <a:lnTo>
                    <a:pt x="2884110" y="1387326"/>
                  </a:lnTo>
                  <a:lnTo>
                    <a:pt x="2884951" y="1382764"/>
                  </a:lnTo>
                  <a:lnTo>
                    <a:pt x="2885793" y="1377108"/>
                  </a:lnTo>
                  <a:lnTo>
                    <a:pt x="2886634" y="1371444"/>
                  </a:lnTo>
                  <a:lnTo>
                    <a:pt x="2887475" y="1366233"/>
                  </a:lnTo>
                  <a:lnTo>
                    <a:pt x="2888316" y="1361242"/>
                  </a:lnTo>
                  <a:lnTo>
                    <a:pt x="2889157" y="1355821"/>
                  </a:lnTo>
                  <a:lnTo>
                    <a:pt x="2889999" y="1350836"/>
                  </a:lnTo>
                  <a:lnTo>
                    <a:pt x="2890840" y="1346371"/>
                  </a:lnTo>
                  <a:lnTo>
                    <a:pt x="2891681" y="1343177"/>
                  </a:lnTo>
                  <a:lnTo>
                    <a:pt x="2892522" y="1340240"/>
                  </a:lnTo>
                  <a:lnTo>
                    <a:pt x="2893363" y="1338108"/>
                  </a:lnTo>
                  <a:lnTo>
                    <a:pt x="2894205" y="1336292"/>
                  </a:lnTo>
                  <a:lnTo>
                    <a:pt x="2895046" y="1335301"/>
                  </a:lnTo>
                  <a:lnTo>
                    <a:pt x="2895887" y="1334993"/>
                  </a:lnTo>
                  <a:lnTo>
                    <a:pt x="2896728" y="1334006"/>
                  </a:lnTo>
                  <a:lnTo>
                    <a:pt x="2897569" y="1333678"/>
                  </a:lnTo>
                  <a:lnTo>
                    <a:pt x="2898411" y="1333904"/>
                  </a:lnTo>
                  <a:lnTo>
                    <a:pt x="2899252" y="1335158"/>
                  </a:lnTo>
                  <a:lnTo>
                    <a:pt x="2900093" y="1335206"/>
                  </a:lnTo>
                  <a:lnTo>
                    <a:pt x="2900934" y="1335391"/>
                  </a:lnTo>
                  <a:lnTo>
                    <a:pt x="2901775" y="1335952"/>
                  </a:lnTo>
                  <a:lnTo>
                    <a:pt x="2902617" y="1336761"/>
                  </a:lnTo>
                  <a:lnTo>
                    <a:pt x="2903458" y="1337439"/>
                  </a:lnTo>
                  <a:lnTo>
                    <a:pt x="2904299" y="1338211"/>
                  </a:lnTo>
                  <a:lnTo>
                    <a:pt x="2905140" y="1339515"/>
                  </a:lnTo>
                  <a:lnTo>
                    <a:pt x="2905981" y="1341238"/>
                  </a:lnTo>
                  <a:lnTo>
                    <a:pt x="2906823" y="1341485"/>
                  </a:lnTo>
                  <a:lnTo>
                    <a:pt x="2907664" y="1341867"/>
                  </a:lnTo>
                  <a:lnTo>
                    <a:pt x="2908505" y="1341959"/>
                  </a:lnTo>
                  <a:lnTo>
                    <a:pt x="2909346" y="1340821"/>
                  </a:lnTo>
                  <a:lnTo>
                    <a:pt x="2910187" y="1341880"/>
                  </a:lnTo>
                  <a:lnTo>
                    <a:pt x="2911029" y="1342049"/>
                  </a:lnTo>
                  <a:lnTo>
                    <a:pt x="2911870" y="1343542"/>
                  </a:lnTo>
                  <a:lnTo>
                    <a:pt x="2912711" y="1346110"/>
                  </a:lnTo>
                  <a:lnTo>
                    <a:pt x="2913552" y="1348616"/>
                  </a:lnTo>
                  <a:lnTo>
                    <a:pt x="2914393" y="1350204"/>
                  </a:lnTo>
                  <a:lnTo>
                    <a:pt x="2915235" y="1351026"/>
                  </a:lnTo>
                  <a:lnTo>
                    <a:pt x="2916076" y="1350976"/>
                  </a:lnTo>
                  <a:lnTo>
                    <a:pt x="2916917" y="1350067"/>
                  </a:lnTo>
                  <a:lnTo>
                    <a:pt x="2917758" y="1348542"/>
                  </a:lnTo>
                  <a:lnTo>
                    <a:pt x="2918599" y="1345540"/>
                  </a:lnTo>
                  <a:lnTo>
                    <a:pt x="2919441" y="1341906"/>
                  </a:lnTo>
                  <a:lnTo>
                    <a:pt x="2920282" y="1337845"/>
                  </a:lnTo>
                  <a:lnTo>
                    <a:pt x="2921123" y="1333978"/>
                  </a:lnTo>
                  <a:lnTo>
                    <a:pt x="2921964" y="1331105"/>
                  </a:lnTo>
                  <a:lnTo>
                    <a:pt x="2922805" y="1327271"/>
                  </a:lnTo>
                  <a:lnTo>
                    <a:pt x="2923647" y="1323614"/>
                  </a:lnTo>
                  <a:lnTo>
                    <a:pt x="2924488" y="1320641"/>
                  </a:lnTo>
                  <a:lnTo>
                    <a:pt x="2925329" y="1317737"/>
                  </a:lnTo>
                  <a:lnTo>
                    <a:pt x="2926170" y="1312937"/>
                  </a:lnTo>
                  <a:lnTo>
                    <a:pt x="2927011" y="1307498"/>
                  </a:lnTo>
                  <a:lnTo>
                    <a:pt x="2927853" y="1303763"/>
                  </a:lnTo>
                  <a:lnTo>
                    <a:pt x="2928694" y="1299631"/>
                  </a:lnTo>
                  <a:lnTo>
                    <a:pt x="2929535" y="1296817"/>
                  </a:lnTo>
                  <a:lnTo>
                    <a:pt x="2930376" y="1293895"/>
                  </a:lnTo>
                  <a:lnTo>
                    <a:pt x="2931217" y="1291436"/>
                  </a:lnTo>
                  <a:lnTo>
                    <a:pt x="2932059" y="1289575"/>
                  </a:lnTo>
                  <a:lnTo>
                    <a:pt x="2932900" y="1287870"/>
                  </a:lnTo>
                  <a:lnTo>
                    <a:pt x="2933741" y="1285814"/>
                  </a:lnTo>
                  <a:lnTo>
                    <a:pt x="2934582" y="1283445"/>
                  </a:lnTo>
                  <a:lnTo>
                    <a:pt x="2935423" y="1280672"/>
                  </a:lnTo>
                  <a:lnTo>
                    <a:pt x="2936265" y="1277342"/>
                  </a:lnTo>
                  <a:lnTo>
                    <a:pt x="2937106" y="1274661"/>
                  </a:lnTo>
                  <a:lnTo>
                    <a:pt x="2937947" y="1270667"/>
                  </a:lnTo>
                  <a:lnTo>
                    <a:pt x="2938788" y="1266958"/>
                  </a:lnTo>
                  <a:lnTo>
                    <a:pt x="2939629" y="1263978"/>
                  </a:lnTo>
                  <a:lnTo>
                    <a:pt x="2940471" y="1260204"/>
                  </a:lnTo>
                  <a:lnTo>
                    <a:pt x="2941312" y="1257309"/>
                  </a:lnTo>
                  <a:lnTo>
                    <a:pt x="2942153" y="1253564"/>
                  </a:lnTo>
                  <a:lnTo>
                    <a:pt x="2942994" y="1250441"/>
                  </a:lnTo>
                  <a:lnTo>
                    <a:pt x="2943835" y="1246812"/>
                  </a:lnTo>
                  <a:lnTo>
                    <a:pt x="2944677" y="1243545"/>
                  </a:lnTo>
                  <a:lnTo>
                    <a:pt x="2945518" y="1240707"/>
                  </a:lnTo>
                  <a:lnTo>
                    <a:pt x="2946359" y="1238730"/>
                  </a:lnTo>
                  <a:lnTo>
                    <a:pt x="2947200" y="1237589"/>
                  </a:lnTo>
                  <a:lnTo>
                    <a:pt x="2948041" y="1236992"/>
                  </a:lnTo>
                  <a:lnTo>
                    <a:pt x="2948883" y="1235355"/>
                  </a:lnTo>
                  <a:lnTo>
                    <a:pt x="2949724" y="1234120"/>
                  </a:lnTo>
                  <a:lnTo>
                    <a:pt x="2950565" y="1231023"/>
                  </a:lnTo>
                  <a:lnTo>
                    <a:pt x="2951406" y="1230004"/>
                  </a:lnTo>
                  <a:lnTo>
                    <a:pt x="2952247" y="1229348"/>
                  </a:lnTo>
                  <a:lnTo>
                    <a:pt x="2953089" y="1227844"/>
                  </a:lnTo>
                  <a:lnTo>
                    <a:pt x="2953930" y="1226325"/>
                  </a:lnTo>
                  <a:lnTo>
                    <a:pt x="2954771" y="1223911"/>
                  </a:lnTo>
                  <a:lnTo>
                    <a:pt x="2955612" y="1221798"/>
                  </a:lnTo>
                  <a:lnTo>
                    <a:pt x="2956454" y="1219273"/>
                  </a:lnTo>
                  <a:lnTo>
                    <a:pt x="2957295" y="1215538"/>
                  </a:lnTo>
                  <a:lnTo>
                    <a:pt x="2958136" y="1211452"/>
                  </a:lnTo>
                  <a:lnTo>
                    <a:pt x="2958977" y="1206672"/>
                  </a:lnTo>
                  <a:lnTo>
                    <a:pt x="2959818" y="1201282"/>
                  </a:lnTo>
                  <a:lnTo>
                    <a:pt x="2960660" y="1195920"/>
                  </a:lnTo>
                  <a:lnTo>
                    <a:pt x="2961501" y="1191200"/>
                  </a:lnTo>
                  <a:lnTo>
                    <a:pt x="2962342" y="1188678"/>
                  </a:lnTo>
                  <a:lnTo>
                    <a:pt x="2963183" y="1186032"/>
                  </a:lnTo>
                  <a:lnTo>
                    <a:pt x="2964024" y="1181808"/>
                  </a:lnTo>
                  <a:lnTo>
                    <a:pt x="2964866" y="1179258"/>
                  </a:lnTo>
                  <a:lnTo>
                    <a:pt x="2965707" y="1175668"/>
                  </a:lnTo>
                  <a:lnTo>
                    <a:pt x="2966548" y="1171734"/>
                  </a:lnTo>
                  <a:lnTo>
                    <a:pt x="2967389" y="1168065"/>
                  </a:lnTo>
                  <a:lnTo>
                    <a:pt x="2968230" y="1163452"/>
                  </a:lnTo>
                  <a:lnTo>
                    <a:pt x="2969072" y="1159557"/>
                  </a:lnTo>
                  <a:lnTo>
                    <a:pt x="2969913" y="1156364"/>
                  </a:lnTo>
                  <a:lnTo>
                    <a:pt x="2970754" y="1152519"/>
                  </a:lnTo>
                  <a:lnTo>
                    <a:pt x="2971595" y="1149631"/>
                  </a:lnTo>
                  <a:lnTo>
                    <a:pt x="2972436" y="1146708"/>
                  </a:lnTo>
                  <a:lnTo>
                    <a:pt x="2973278" y="1146521"/>
                  </a:lnTo>
                  <a:lnTo>
                    <a:pt x="2974119" y="1146451"/>
                  </a:lnTo>
                  <a:lnTo>
                    <a:pt x="2974960" y="1145886"/>
                  </a:lnTo>
                  <a:lnTo>
                    <a:pt x="2975801" y="1145307"/>
                  </a:lnTo>
                  <a:lnTo>
                    <a:pt x="2976642" y="1144369"/>
                  </a:lnTo>
                  <a:lnTo>
                    <a:pt x="2977484" y="1143047"/>
                  </a:lnTo>
                  <a:lnTo>
                    <a:pt x="2978325" y="1142457"/>
                  </a:lnTo>
                  <a:lnTo>
                    <a:pt x="2979166" y="1142150"/>
                  </a:lnTo>
                  <a:lnTo>
                    <a:pt x="2980007" y="1141995"/>
                  </a:lnTo>
                  <a:lnTo>
                    <a:pt x="2980848" y="1141134"/>
                  </a:lnTo>
                  <a:lnTo>
                    <a:pt x="2981690" y="1140848"/>
                  </a:lnTo>
                  <a:lnTo>
                    <a:pt x="2982531" y="1139510"/>
                  </a:lnTo>
                  <a:lnTo>
                    <a:pt x="2983372" y="1136882"/>
                  </a:lnTo>
                  <a:lnTo>
                    <a:pt x="2984213" y="1133657"/>
                  </a:lnTo>
                  <a:lnTo>
                    <a:pt x="2985054" y="1129663"/>
                  </a:lnTo>
                  <a:lnTo>
                    <a:pt x="2985896" y="1125508"/>
                  </a:lnTo>
                  <a:lnTo>
                    <a:pt x="2986737" y="1121360"/>
                  </a:lnTo>
                  <a:lnTo>
                    <a:pt x="2987578" y="1117155"/>
                  </a:lnTo>
                  <a:lnTo>
                    <a:pt x="2988419" y="1114247"/>
                  </a:lnTo>
                  <a:lnTo>
                    <a:pt x="2989260" y="1112146"/>
                  </a:lnTo>
                  <a:lnTo>
                    <a:pt x="2990102" y="1110109"/>
                  </a:lnTo>
                  <a:lnTo>
                    <a:pt x="2990943" y="1109968"/>
                  </a:lnTo>
                  <a:lnTo>
                    <a:pt x="2991784" y="1109741"/>
                  </a:lnTo>
                  <a:lnTo>
                    <a:pt x="2992625" y="1108351"/>
                  </a:lnTo>
                  <a:lnTo>
                    <a:pt x="2993466" y="1105985"/>
                  </a:lnTo>
                  <a:lnTo>
                    <a:pt x="2994308" y="1102162"/>
                  </a:lnTo>
                  <a:lnTo>
                    <a:pt x="2995149" y="1098560"/>
                  </a:lnTo>
                  <a:lnTo>
                    <a:pt x="2995990" y="1095864"/>
                  </a:lnTo>
                  <a:lnTo>
                    <a:pt x="2996831" y="1092215"/>
                  </a:lnTo>
                  <a:lnTo>
                    <a:pt x="2997672" y="1089011"/>
                  </a:lnTo>
                  <a:lnTo>
                    <a:pt x="2998514" y="1086962"/>
                  </a:lnTo>
                  <a:lnTo>
                    <a:pt x="2999355" y="1082807"/>
                  </a:lnTo>
                  <a:lnTo>
                    <a:pt x="3000196" y="1078351"/>
                  </a:lnTo>
                  <a:lnTo>
                    <a:pt x="3001037" y="1075068"/>
                  </a:lnTo>
                  <a:lnTo>
                    <a:pt x="3001878" y="1071451"/>
                  </a:lnTo>
                  <a:lnTo>
                    <a:pt x="3002720" y="1068319"/>
                  </a:lnTo>
                  <a:lnTo>
                    <a:pt x="3003561" y="1063709"/>
                  </a:lnTo>
                  <a:lnTo>
                    <a:pt x="3004402" y="1059904"/>
                  </a:lnTo>
                  <a:lnTo>
                    <a:pt x="3005243" y="1055795"/>
                  </a:lnTo>
                  <a:lnTo>
                    <a:pt x="3006084" y="1052708"/>
                  </a:lnTo>
                  <a:lnTo>
                    <a:pt x="3006926" y="1051806"/>
                  </a:lnTo>
                  <a:lnTo>
                    <a:pt x="3007767" y="1051509"/>
                  </a:lnTo>
                  <a:lnTo>
                    <a:pt x="3008608" y="1050651"/>
                  </a:lnTo>
                  <a:lnTo>
                    <a:pt x="3009449" y="1050477"/>
                  </a:lnTo>
                  <a:lnTo>
                    <a:pt x="3010290" y="1050972"/>
                  </a:lnTo>
                  <a:lnTo>
                    <a:pt x="3011132" y="1051907"/>
                  </a:lnTo>
                  <a:lnTo>
                    <a:pt x="3011973" y="1054253"/>
                  </a:lnTo>
                  <a:lnTo>
                    <a:pt x="3012814" y="1054863"/>
                  </a:lnTo>
                  <a:lnTo>
                    <a:pt x="3013655" y="1054710"/>
                  </a:lnTo>
                  <a:lnTo>
                    <a:pt x="3014496" y="1053352"/>
                  </a:lnTo>
                  <a:lnTo>
                    <a:pt x="3015338" y="1051387"/>
                  </a:lnTo>
                  <a:lnTo>
                    <a:pt x="3016179" y="1049471"/>
                  </a:lnTo>
                  <a:lnTo>
                    <a:pt x="3017020" y="1046895"/>
                  </a:lnTo>
                  <a:lnTo>
                    <a:pt x="3017861" y="1044191"/>
                  </a:lnTo>
                  <a:lnTo>
                    <a:pt x="3018702" y="1041073"/>
                  </a:lnTo>
                  <a:lnTo>
                    <a:pt x="3019544" y="1037811"/>
                  </a:lnTo>
                  <a:lnTo>
                    <a:pt x="3020385" y="1034388"/>
                  </a:lnTo>
                  <a:lnTo>
                    <a:pt x="3021226" y="1030124"/>
                  </a:lnTo>
                  <a:lnTo>
                    <a:pt x="3022067" y="1026096"/>
                  </a:lnTo>
                  <a:lnTo>
                    <a:pt x="3022908" y="1021233"/>
                  </a:lnTo>
                  <a:lnTo>
                    <a:pt x="3023750" y="1013746"/>
                  </a:lnTo>
                  <a:lnTo>
                    <a:pt x="3024591" y="1001701"/>
                  </a:lnTo>
                  <a:lnTo>
                    <a:pt x="3025432" y="989944"/>
                  </a:lnTo>
                  <a:lnTo>
                    <a:pt x="3026273" y="972835"/>
                  </a:lnTo>
                  <a:lnTo>
                    <a:pt x="3027115" y="958151"/>
                  </a:lnTo>
                  <a:lnTo>
                    <a:pt x="3027956" y="943985"/>
                  </a:lnTo>
                  <a:lnTo>
                    <a:pt x="3028797" y="931021"/>
                  </a:lnTo>
                  <a:lnTo>
                    <a:pt x="3029638" y="919497"/>
                  </a:lnTo>
                  <a:lnTo>
                    <a:pt x="3030479" y="909092"/>
                  </a:lnTo>
                  <a:lnTo>
                    <a:pt x="3031321" y="899337"/>
                  </a:lnTo>
                  <a:lnTo>
                    <a:pt x="3032162" y="889660"/>
                  </a:lnTo>
                  <a:lnTo>
                    <a:pt x="3033003" y="880305"/>
                  </a:lnTo>
                  <a:lnTo>
                    <a:pt x="3033844" y="870271"/>
                  </a:lnTo>
                  <a:lnTo>
                    <a:pt x="3034685" y="860480"/>
                  </a:lnTo>
                  <a:lnTo>
                    <a:pt x="3035527" y="850418"/>
                  </a:lnTo>
                  <a:lnTo>
                    <a:pt x="3036368" y="840698"/>
                  </a:lnTo>
                  <a:lnTo>
                    <a:pt x="3037209" y="832296"/>
                  </a:lnTo>
                  <a:lnTo>
                    <a:pt x="3038050" y="824957"/>
                  </a:lnTo>
                  <a:lnTo>
                    <a:pt x="3038891" y="818436"/>
                  </a:lnTo>
                  <a:lnTo>
                    <a:pt x="3039733" y="810832"/>
                  </a:lnTo>
                  <a:lnTo>
                    <a:pt x="3040574" y="803991"/>
                  </a:lnTo>
                  <a:lnTo>
                    <a:pt x="3041415" y="798683"/>
                  </a:lnTo>
                  <a:lnTo>
                    <a:pt x="3042256" y="794862"/>
                  </a:lnTo>
                  <a:lnTo>
                    <a:pt x="3043097" y="791615"/>
                  </a:lnTo>
                  <a:lnTo>
                    <a:pt x="3043939" y="787167"/>
                  </a:lnTo>
                  <a:lnTo>
                    <a:pt x="3044780" y="785833"/>
                  </a:lnTo>
                  <a:lnTo>
                    <a:pt x="3045621" y="785206"/>
                  </a:lnTo>
                  <a:lnTo>
                    <a:pt x="3046462" y="785990"/>
                  </a:lnTo>
                  <a:lnTo>
                    <a:pt x="3047303" y="788413"/>
                  </a:lnTo>
                  <a:lnTo>
                    <a:pt x="3048145" y="792375"/>
                  </a:lnTo>
                  <a:lnTo>
                    <a:pt x="3048986" y="797857"/>
                  </a:lnTo>
                  <a:lnTo>
                    <a:pt x="3049827" y="804117"/>
                  </a:lnTo>
                  <a:lnTo>
                    <a:pt x="3050668" y="810952"/>
                  </a:lnTo>
                  <a:lnTo>
                    <a:pt x="3051509" y="818481"/>
                  </a:lnTo>
                  <a:lnTo>
                    <a:pt x="3052351" y="827330"/>
                  </a:lnTo>
                  <a:lnTo>
                    <a:pt x="3053192" y="834430"/>
                  </a:lnTo>
                  <a:lnTo>
                    <a:pt x="3054033" y="843392"/>
                  </a:lnTo>
                  <a:lnTo>
                    <a:pt x="3054874" y="852010"/>
                  </a:lnTo>
                  <a:lnTo>
                    <a:pt x="3055715" y="859689"/>
                  </a:lnTo>
                  <a:lnTo>
                    <a:pt x="3056557" y="867213"/>
                  </a:lnTo>
                  <a:lnTo>
                    <a:pt x="3057398" y="874903"/>
                  </a:lnTo>
                  <a:lnTo>
                    <a:pt x="3058239" y="882353"/>
                  </a:lnTo>
                  <a:lnTo>
                    <a:pt x="3059080" y="889163"/>
                  </a:lnTo>
                  <a:lnTo>
                    <a:pt x="3059921" y="895129"/>
                  </a:lnTo>
                  <a:lnTo>
                    <a:pt x="3060763" y="900400"/>
                  </a:lnTo>
                  <a:lnTo>
                    <a:pt x="3061604" y="904714"/>
                  </a:lnTo>
                  <a:lnTo>
                    <a:pt x="3062445" y="908227"/>
                  </a:lnTo>
                  <a:lnTo>
                    <a:pt x="3063286" y="910501"/>
                  </a:lnTo>
                  <a:lnTo>
                    <a:pt x="3064127" y="911787"/>
                  </a:lnTo>
                  <a:lnTo>
                    <a:pt x="3064969" y="913512"/>
                  </a:lnTo>
                  <a:lnTo>
                    <a:pt x="3065810" y="914554"/>
                  </a:lnTo>
                  <a:lnTo>
                    <a:pt x="3066651" y="915783"/>
                  </a:lnTo>
                  <a:lnTo>
                    <a:pt x="3067492" y="916538"/>
                  </a:lnTo>
                  <a:lnTo>
                    <a:pt x="3068333" y="918232"/>
                  </a:lnTo>
                  <a:lnTo>
                    <a:pt x="3069175" y="919250"/>
                  </a:lnTo>
                  <a:lnTo>
                    <a:pt x="3070016" y="919881"/>
                  </a:lnTo>
                  <a:lnTo>
                    <a:pt x="3070857" y="919843"/>
                  </a:lnTo>
                  <a:lnTo>
                    <a:pt x="3071698" y="919827"/>
                  </a:lnTo>
                  <a:lnTo>
                    <a:pt x="3072539" y="919683"/>
                  </a:lnTo>
                  <a:lnTo>
                    <a:pt x="3073381" y="918392"/>
                  </a:lnTo>
                  <a:lnTo>
                    <a:pt x="3074222" y="916561"/>
                  </a:lnTo>
                  <a:lnTo>
                    <a:pt x="3075063" y="914799"/>
                  </a:lnTo>
                  <a:lnTo>
                    <a:pt x="3075904" y="916349"/>
                  </a:lnTo>
                  <a:lnTo>
                    <a:pt x="3076745" y="917814"/>
                  </a:lnTo>
                  <a:lnTo>
                    <a:pt x="3077587" y="919838"/>
                  </a:lnTo>
                  <a:lnTo>
                    <a:pt x="3078428" y="919390"/>
                  </a:lnTo>
                  <a:lnTo>
                    <a:pt x="3079269" y="918013"/>
                  </a:lnTo>
                  <a:lnTo>
                    <a:pt x="3080110" y="913771"/>
                  </a:lnTo>
                  <a:lnTo>
                    <a:pt x="3080951" y="910875"/>
                  </a:lnTo>
                  <a:lnTo>
                    <a:pt x="3081793" y="906854"/>
                  </a:lnTo>
                  <a:lnTo>
                    <a:pt x="3082634" y="904719"/>
                  </a:lnTo>
                  <a:lnTo>
                    <a:pt x="3083475" y="902637"/>
                  </a:lnTo>
                  <a:lnTo>
                    <a:pt x="3084316" y="900682"/>
                  </a:lnTo>
                  <a:lnTo>
                    <a:pt x="3085157" y="899200"/>
                  </a:lnTo>
                  <a:lnTo>
                    <a:pt x="3085999" y="899186"/>
                  </a:lnTo>
                  <a:lnTo>
                    <a:pt x="3086840" y="900061"/>
                  </a:lnTo>
                  <a:lnTo>
                    <a:pt x="3087681" y="901421"/>
                  </a:lnTo>
                  <a:lnTo>
                    <a:pt x="3088522" y="903095"/>
                  </a:lnTo>
                  <a:lnTo>
                    <a:pt x="3089363" y="904284"/>
                  </a:lnTo>
                  <a:lnTo>
                    <a:pt x="3090205" y="904025"/>
                  </a:lnTo>
                  <a:lnTo>
                    <a:pt x="3091046" y="904287"/>
                  </a:lnTo>
                  <a:lnTo>
                    <a:pt x="3091887" y="904679"/>
                  </a:lnTo>
                  <a:lnTo>
                    <a:pt x="3092728" y="905914"/>
                  </a:lnTo>
                  <a:lnTo>
                    <a:pt x="3093569" y="907136"/>
                  </a:lnTo>
                  <a:lnTo>
                    <a:pt x="3094411" y="910134"/>
                  </a:lnTo>
                  <a:lnTo>
                    <a:pt x="3095252" y="913116"/>
                  </a:lnTo>
                  <a:lnTo>
                    <a:pt x="3096093" y="914904"/>
                  </a:lnTo>
                  <a:lnTo>
                    <a:pt x="3096934" y="918243"/>
                  </a:lnTo>
                  <a:lnTo>
                    <a:pt x="3097776" y="920787"/>
                  </a:lnTo>
                  <a:lnTo>
                    <a:pt x="3098617" y="923729"/>
                  </a:lnTo>
                  <a:lnTo>
                    <a:pt x="3099458" y="926114"/>
                  </a:lnTo>
                  <a:lnTo>
                    <a:pt x="3100299" y="928452"/>
                  </a:lnTo>
                  <a:lnTo>
                    <a:pt x="3101140" y="930782"/>
                  </a:lnTo>
                  <a:lnTo>
                    <a:pt x="3101982" y="933238"/>
                  </a:lnTo>
                  <a:lnTo>
                    <a:pt x="3102823" y="936347"/>
                  </a:lnTo>
                  <a:lnTo>
                    <a:pt x="3103664" y="939449"/>
                  </a:lnTo>
                  <a:lnTo>
                    <a:pt x="3104505" y="942330"/>
                  </a:lnTo>
                  <a:lnTo>
                    <a:pt x="3105346" y="944517"/>
                  </a:lnTo>
                  <a:lnTo>
                    <a:pt x="3106188" y="947506"/>
                  </a:lnTo>
                  <a:lnTo>
                    <a:pt x="3107029" y="950298"/>
                  </a:lnTo>
                  <a:lnTo>
                    <a:pt x="3107870" y="952710"/>
                  </a:lnTo>
                  <a:lnTo>
                    <a:pt x="3108711" y="956282"/>
                  </a:lnTo>
                  <a:lnTo>
                    <a:pt x="3109552" y="959040"/>
                  </a:lnTo>
                  <a:lnTo>
                    <a:pt x="3110394" y="962420"/>
                  </a:lnTo>
                  <a:lnTo>
                    <a:pt x="3111235" y="964730"/>
                  </a:lnTo>
                  <a:lnTo>
                    <a:pt x="3112076" y="966920"/>
                  </a:lnTo>
                  <a:lnTo>
                    <a:pt x="3112917" y="969246"/>
                  </a:lnTo>
                  <a:lnTo>
                    <a:pt x="3113758" y="970690"/>
                  </a:lnTo>
                  <a:lnTo>
                    <a:pt x="3114600" y="971132"/>
                  </a:lnTo>
                  <a:lnTo>
                    <a:pt x="3115441" y="970016"/>
                  </a:lnTo>
                  <a:lnTo>
                    <a:pt x="3116282" y="968575"/>
                  </a:lnTo>
                  <a:lnTo>
                    <a:pt x="3117123" y="966252"/>
                  </a:lnTo>
                  <a:lnTo>
                    <a:pt x="3117964" y="962591"/>
                  </a:lnTo>
                  <a:lnTo>
                    <a:pt x="3118806" y="960553"/>
                  </a:lnTo>
                  <a:lnTo>
                    <a:pt x="3119647" y="956765"/>
                  </a:lnTo>
                  <a:lnTo>
                    <a:pt x="3120488" y="951875"/>
                  </a:lnTo>
                  <a:lnTo>
                    <a:pt x="3121329" y="947466"/>
                  </a:lnTo>
                  <a:lnTo>
                    <a:pt x="3122170" y="942715"/>
                  </a:lnTo>
                  <a:lnTo>
                    <a:pt x="3123012" y="938451"/>
                  </a:lnTo>
                  <a:lnTo>
                    <a:pt x="3123853" y="934387"/>
                  </a:lnTo>
                  <a:lnTo>
                    <a:pt x="3124694" y="931290"/>
                  </a:lnTo>
                  <a:lnTo>
                    <a:pt x="3125535" y="929226"/>
                  </a:lnTo>
                  <a:lnTo>
                    <a:pt x="3126376" y="927492"/>
                  </a:lnTo>
                  <a:lnTo>
                    <a:pt x="3127218" y="926446"/>
                  </a:lnTo>
                  <a:lnTo>
                    <a:pt x="3128059" y="925770"/>
                  </a:lnTo>
                  <a:lnTo>
                    <a:pt x="3128900" y="923983"/>
                  </a:lnTo>
                  <a:lnTo>
                    <a:pt x="3129741" y="922806"/>
                  </a:lnTo>
                  <a:lnTo>
                    <a:pt x="3130582" y="921125"/>
                  </a:lnTo>
                  <a:lnTo>
                    <a:pt x="3131424" y="918160"/>
                  </a:lnTo>
                  <a:lnTo>
                    <a:pt x="3132265" y="915733"/>
                  </a:lnTo>
                  <a:lnTo>
                    <a:pt x="3133106" y="913712"/>
                  </a:lnTo>
                  <a:lnTo>
                    <a:pt x="3133947" y="909966"/>
                  </a:lnTo>
                  <a:lnTo>
                    <a:pt x="3134788" y="907269"/>
                  </a:lnTo>
                  <a:lnTo>
                    <a:pt x="3135630" y="904510"/>
                  </a:lnTo>
                  <a:lnTo>
                    <a:pt x="3136471" y="902172"/>
                  </a:lnTo>
                  <a:lnTo>
                    <a:pt x="3137312" y="898873"/>
                  </a:lnTo>
                  <a:lnTo>
                    <a:pt x="3138153" y="895314"/>
                  </a:lnTo>
                  <a:lnTo>
                    <a:pt x="3138994" y="893844"/>
                  </a:lnTo>
                  <a:lnTo>
                    <a:pt x="3139836" y="892209"/>
                  </a:lnTo>
                  <a:lnTo>
                    <a:pt x="3140677" y="890531"/>
                  </a:lnTo>
                  <a:lnTo>
                    <a:pt x="3141518" y="889202"/>
                  </a:lnTo>
                  <a:lnTo>
                    <a:pt x="3142359" y="886996"/>
                  </a:lnTo>
                  <a:lnTo>
                    <a:pt x="3143200" y="886945"/>
                  </a:lnTo>
                  <a:lnTo>
                    <a:pt x="3144042" y="887776"/>
                  </a:lnTo>
                  <a:lnTo>
                    <a:pt x="3144883" y="888780"/>
                  </a:lnTo>
                  <a:lnTo>
                    <a:pt x="3145724" y="890027"/>
                  </a:lnTo>
                  <a:lnTo>
                    <a:pt x="3146565" y="890325"/>
                  </a:lnTo>
                  <a:lnTo>
                    <a:pt x="3147406" y="889168"/>
                  </a:lnTo>
                  <a:lnTo>
                    <a:pt x="3148248" y="888122"/>
                  </a:lnTo>
                  <a:lnTo>
                    <a:pt x="3149089" y="887429"/>
                  </a:lnTo>
                  <a:lnTo>
                    <a:pt x="3149930" y="887003"/>
                  </a:lnTo>
                  <a:lnTo>
                    <a:pt x="3150771" y="886554"/>
                  </a:lnTo>
                  <a:lnTo>
                    <a:pt x="3151612" y="886165"/>
                  </a:lnTo>
                  <a:lnTo>
                    <a:pt x="3152454" y="885552"/>
                  </a:lnTo>
                  <a:lnTo>
                    <a:pt x="3153295" y="884958"/>
                  </a:lnTo>
                  <a:lnTo>
                    <a:pt x="3154136" y="884169"/>
                  </a:lnTo>
                  <a:lnTo>
                    <a:pt x="3154977" y="884094"/>
                  </a:lnTo>
                  <a:lnTo>
                    <a:pt x="3155818" y="884319"/>
                  </a:lnTo>
                  <a:lnTo>
                    <a:pt x="3156660" y="884152"/>
                  </a:lnTo>
                  <a:lnTo>
                    <a:pt x="3157501" y="883154"/>
                  </a:lnTo>
                  <a:lnTo>
                    <a:pt x="3158342" y="881970"/>
                  </a:lnTo>
                  <a:lnTo>
                    <a:pt x="3159183" y="881389"/>
                  </a:lnTo>
                  <a:lnTo>
                    <a:pt x="3160024" y="881830"/>
                  </a:lnTo>
                  <a:lnTo>
                    <a:pt x="3160866" y="882777"/>
                  </a:lnTo>
                  <a:lnTo>
                    <a:pt x="3161707" y="883862"/>
                  </a:lnTo>
                  <a:lnTo>
                    <a:pt x="3162548" y="886356"/>
                  </a:lnTo>
                  <a:lnTo>
                    <a:pt x="3163389" y="889600"/>
                  </a:lnTo>
                  <a:lnTo>
                    <a:pt x="3164230" y="893123"/>
                  </a:lnTo>
                  <a:lnTo>
                    <a:pt x="3165072" y="896537"/>
                  </a:lnTo>
                  <a:lnTo>
                    <a:pt x="3165913" y="900120"/>
                  </a:lnTo>
                  <a:lnTo>
                    <a:pt x="3166754" y="903290"/>
                  </a:lnTo>
                  <a:lnTo>
                    <a:pt x="3167595" y="907322"/>
                  </a:lnTo>
                  <a:lnTo>
                    <a:pt x="3168437" y="911610"/>
                  </a:lnTo>
                  <a:lnTo>
                    <a:pt x="3169278" y="915262"/>
                  </a:lnTo>
                  <a:lnTo>
                    <a:pt x="3170119" y="919867"/>
                  </a:lnTo>
                  <a:lnTo>
                    <a:pt x="3170960" y="924329"/>
                  </a:lnTo>
                  <a:lnTo>
                    <a:pt x="3171801" y="930772"/>
                  </a:lnTo>
                  <a:lnTo>
                    <a:pt x="3172643" y="936820"/>
                  </a:lnTo>
                  <a:lnTo>
                    <a:pt x="3173484" y="943934"/>
                  </a:lnTo>
                  <a:lnTo>
                    <a:pt x="3174325" y="950535"/>
                  </a:lnTo>
                  <a:lnTo>
                    <a:pt x="3175166" y="955346"/>
                  </a:lnTo>
                  <a:lnTo>
                    <a:pt x="3176007" y="960047"/>
                  </a:lnTo>
                  <a:lnTo>
                    <a:pt x="3176849" y="964197"/>
                  </a:lnTo>
                  <a:lnTo>
                    <a:pt x="3177690" y="967759"/>
                  </a:lnTo>
                  <a:lnTo>
                    <a:pt x="3178531" y="970777"/>
                  </a:lnTo>
                  <a:lnTo>
                    <a:pt x="3179372" y="974002"/>
                  </a:lnTo>
                  <a:lnTo>
                    <a:pt x="3180213" y="975799"/>
                  </a:lnTo>
                  <a:lnTo>
                    <a:pt x="3181055" y="977829"/>
                  </a:lnTo>
                  <a:lnTo>
                    <a:pt x="3181896" y="981451"/>
                  </a:lnTo>
                  <a:lnTo>
                    <a:pt x="3182737" y="984908"/>
                  </a:lnTo>
                  <a:lnTo>
                    <a:pt x="3183578" y="989315"/>
                  </a:lnTo>
                  <a:lnTo>
                    <a:pt x="3184419" y="992996"/>
                  </a:lnTo>
                  <a:lnTo>
                    <a:pt x="3185261" y="996749"/>
                  </a:lnTo>
                  <a:lnTo>
                    <a:pt x="3186102" y="1000712"/>
                  </a:lnTo>
                  <a:lnTo>
                    <a:pt x="3186943" y="1005188"/>
                  </a:lnTo>
                  <a:lnTo>
                    <a:pt x="3187784" y="1009850"/>
                  </a:lnTo>
                  <a:lnTo>
                    <a:pt x="3188625" y="1014244"/>
                  </a:lnTo>
                  <a:lnTo>
                    <a:pt x="3189467" y="1018713"/>
                  </a:lnTo>
                  <a:lnTo>
                    <a:pt x="3190308" y="1023665"/>
                  </a:lnTo>
                  <a:lnTo>
                    <a:pt x="3191149" y="1029200"/>
                  </a:lnTo>
                  <a:lnTo>
                    <a:pt x="3191990" y="1036871"/>
                  </a:lnTo>
                  <a:lnTo>
                    <a:pt x="3192831" y="1049637"/>
                  </a:lnTo>
                  <a:lnTo>
                    <a:pt x="3193673" y="1061898"/>
                  </a:lnTo>
                  <a:lnTo>
                    <a:pt x="3194514" y="1079200"/>
                  </a:lnTo>
                  <a:lnTo>
                    <a:pt x="3195355" y="1094426"/>
                  </a:lnTo>
                  <a:lnTo>
                    <a:pt x="3196196" y="1107750"/>
                  </a:lnTo>
                  <a:lnTo>
                    <a:pt x="3197037" y="1120648"/>
                  </a:lnTo>
                  <a:lnTo>
                    <a:pt x="3197879" y="1131878"/>
                  </a:lnTo>
                  <a:lnTo>
                    <a:pt x="3198720" y="1142712"/>
                  </a:lnTo>
                  <a:lnTo>
                    <a:pt x="3199561" y="1153471"/>
                  </a:lnTo>
                  <a:lnTo>
                    <a:pt x="3200402" y="1163146"/>
                  </a:lnTo>
                  <a:lnTo>
                    <a:pt x="3201243" y="1173904"/>
                  </a:lnTo>
                  <a:lnTo>
                    <a:pt x="3202085" y="1184453"/>
                  </a:lnTo>
                  <a:lnTo>
                    <a:pt x="3202926" y="1195160"/>
                  </a:lnTo>
                  <a:lnTo>
                    <a:pt x="3203767" y="1206082"/>
                  </a:lnTo>
                  <a:lnTo>
                    <a:pt x="3204608" y="1217276"/>
                  </a:lnTo>
                  <a:lnTo>
                    <a:pt x="3205449" y="1225891"/>
                  </a:lnTo>
                  <a:lnTo>
                    <a:pt x="3206291" y="1234596"/>
                  </a:lnTo>
                  <a:lnTo>
                    <a:pt x="3207132" y="1242982"/>
                  </a:lnTo>
                  <a:lnTo>
                    <a:pt x="3207973" y="1252477"/>
                  </a:lnTo>
                  <a:lnTo>
                    <a:pt x="3208814" y="1262147"/>
                  </a:lnTo>
                  <a:lnTo>
                    <a:pt x="3209655" y="1272296"/>
                  </a:lnTo>
                  <a:lnTo>
                    <a:pt x="3210497" y="1282414"/>
                  </a:lnTo>
                  <a:lnTo>
                    <a:pt x="3211338" y="1291362"/>
                  </a:lnTo>
                  <a:lnTo>
                    <a:pt x="3212179" y="1298548"/>
                  </a:lnTo>
                  <a:lnTo>
                    <a:pt x="3213020" y="1303251"/>
                  </a:lnTo>
                  <a:lnTo>
                    <a:pt x="3213861" y="1308171"/>
                  </a:lnTo>
                  <a:lnTo>
                    <a:pt x="3214703" y="1310683"/>
                  </a:lnTo>
                  <a:lnTo>
                    <a:pt x="3215544" y="1311541"/>
                  </a:lnTo>
                  <a:lnTo>
                    <a:pt x="3216385" y="1311264"/>
                  </a:lnTo>
                  <a:lnTo>
                    <a:pt x="3217226" y="1309835"/>
                  </a:lnTo>
                  <a:lnTo>
                    <a:pt x="3218067" y="1307454"/>
                  </a:lnTo>
                  <a:lnTo>
                    <a:pt x="3218909" y="1303929"/>
                  </a:lnTo>
                  <a:lnTo>
                    <a:pt x="3219750" y="1299142"/>
                  </a:lnTo>
                  <a:lnTo>
                    <a:pt x="3220591" y="1292054"/>
                  </a:lnTo>
                  <a:lnTo>
                    <a:pt x="3221432" y="1283766"/>
                  </a:lnTo>
                  <a:lnTo>
                    <a:pt x="3222273" y="1274266"/>
                  </a:lnTo>
                  <a:lnTo>
                    <a:pt x="3223115" y="1264450"/>
                  </a:lnTo>
                  <a:lnTo>
                    <a:pt x="3223956" y="1255548"/>
                  </a:lnTo>
                  <a:lnTo>
                    <a:pt x="3224797" y="1246962"/>
                  </a:lnTo>
                  <a:lnTo>
                    <a:pt x="3225638" y="1239654"/>
                  </a:lnTo>
                  <a:lnTo>
                    <a:pt x="3226479" y="1232988"/>
                  </a:lnTo>
                  <a:lnTo>
                    <a:pt x="3227321" y="1227044"/>
                  </a:lnTo>
                  <a:lnTo>
                    <a:pt x="3228162" y="1220832"/>
                  </a:lnTo>
                  <a:lnTo>
                    <a:pt x="3229003" y="1211428"/>
                  </a:lnTo>
                  <a:lnTo>
                    <a:pt x="3229844" y="1201416"/>
                  </a:lnTo>
                  <a:lnTo>
                    <a:pt x="3230685" y="1191169"/>
                  </a:lnTo>
                  <a:lnTo>
                    <a:pt x="3231527" y="1181020"/>
                  </a:lnTo>
                  <a:lnTo>
                    <a:pt x="3232368" y="1171829"/>
                  </a:lnTo>
                  <a:lnTo>
                    <a:pt x="3233209" y="1164050"/>
                  </a:lnTo>
                  <a:lnTo>
                    <a:pt x="3234050" y="1156348"/>
                  </a:lnTo>
                  <a:lnTo>
                    <a:pt x="3234891" y="1148106"/>
                  </a:lnTo>
                  <a:lnTo>
                    <a:pt x="3235733" y="1139082"/>
                  </a:lnTo>
                  <a:lnTo>
                    <a:pt x="3236574" y="1129602"/>
                  </a:lnTo>
                  <a:lnTo>
                    <a:pt x="3237415" y="1120251"/>
                  </a:lnTo>
                  <a:lnTo>
                    <a:pt x="3238256" y="1110353"/>
                  </a:lnTo>
                  <a:lnTo>
                    <a:pt x="3239097" y="1101298"/>
                  </a:lnTo>
                  <a:lnTo>
                    <a:pt x="3239939" y="1092319"/>
                  </a:lnTo>
                  <a:lnTo>
                    <a:pt x="3240780" y="1082741"/>
                  </a:lnTo>
                  <a:lnTo>
                    <a:pt x="3241621" y="1074088"/>
                  </a:lnTo>
                  <a:lnTo>
                    <a:pt x="3242462" y="1070627"/>
                  </a:lnTo>
                  <a:lnTo>
                    <a:pt x="3243304" y="1068621"/>
                  </a:lnTo>
                  <a:lnTo>
                    <a:pt x="3244145" y="1064399"/>
                  </a:lnTo>
                  <a:lnTo>
                    <a:pt x="3244986" y="1060528"/>
                  </a:lnTo>
                  <a:lnTo>
                    <a:pt x="3245827" y="1056533"/>
                  </a:lnTo>
                  <a:lnTo>
                    <a:pt x="3246668" y="1055808"/>
                  </a:lnTo>
                  <a:lnTo>
                    <a:pt x="3247510" y="1056760"/>
                  </a:lnTo>
                  <a:lnTo>
                    <a:pt x="3248351" y="1058646"/>
                  </a:lnTo>
                  <a:lnTo>
                    <a:pt x="3249192" y="1057671"/>
                  </a:lnTo>
                  <a:lnTo>
                    <a:pt x="3250033" y="1059177"/>
                  </a:lnTo>
                  <a:lnTo>
                    <a:pt x="3250874" y="1058765"/>
                  </a:lnTo>
                  <a:lnTo>
                    <a:pt x="3251716" y="1057290"/>
                  </a:lnTo>
                  <a:lnTo>
                    <a:pt x="3252557" y="1056679"/>
                  </a:lnTo>
                  <a:lnTo>
                    <a:pt x="3253398" y="1056261"/>
                  </a:lnTo>
                  <a:lnTo>
                    <a:pt x="3254239" y="1055578"/>
                  </a:lnTo>
                  <a:lnTo>
                    <a:pt x="3255080" y="1054945"/>
                  </a:lnTo>
                  <a:lnTo>
                    <a:pt x="3255922" y="1053780"/>
                  </a:lnTo>
                  <a:lnTo>
                    <a:pt x="3256763" y="1051499"/>
                  </a:lnTo>
                  <a:lnTo>
                    <a:pt x="3257604" y="1049875"/>
                  </a:lnTo>
                  <a:lnTo>
                    <a:pt x="3258445" y="1048918"/>
                  </a:lnTo>
                  <a:lnTo>
                    <a:pt x="3259286" y="1047990"/>
                  </a:lnTo>
                  <a:lnTo>
                    <a:pt x="3260128" y="1047164"/>
                  </a:lnTo>
                  <a:lnTo>
                    <a:pt x="3260969" y="1045810"/>
                  </a:lnTo>
                  <a:lnTo>
                    <a:pt x="3261810" y="1045026"/>
                  </a:lnTo>
                  <a:lnTo>
                    <a:pt x="3262651" y="1044958"/>
                  </a:lnTo>
                  <a:lnTo>
                    <a:pt x="3263492" y="1044962"/>
                  </a:lnTo>
                  <a:lnTo>
                    <a:pt x="3264334" y="1045914"/>
                  </a:lnTo>
                  <a:lnTo>
                    <a:pt x="3265175" y="1046288"/>
                  </a:lnTo>
                  <a:lnTo>
                    <a:pt x="3266016" y="1045762"/>
                  </a:lnTo>
                  <a:lnTo>
                    <a:pt x="3266857" y="1043187"/>
                  </a:lnTo>
                  <a:lnTo>
                    <a:pt x="3267698" y="1040739"/>
                  </a:lnTo>
                  <a:lnTo>
                    <a:pt x="3268540" y="1035864"/>
                  </a:lnTo>
                  <a:lnTo>
                    <a:pt x="3269381" y="1032148"/>
                  </a:lnTo>
                  <a:lnTo>
                    <a:pt x="3270222" y="1028678"/>
                  </a:lnTo>
                  <a:lnTo>
                    <a:pt x="3271063" y="1024856"/>
                  </a:lnTo>
                  <a:lnTo>
                    <a:pt x="3271904" y="1021657"/>
                  </a:lnTo>
                  <a:lnTo>
                    <a:pt x="3272746" y="1020329"/>
                  </a:lnTo>
                  <a:lnTo>
                    <a:pt x="3273587" y="1018908"/>
                  </a:lnTo>
                  <a:lnTo>
                    <a:pt x="3274428" y="1018238"/>
                  </a:lnTo>
                  <a:lnTo>
                    <a:pt x="3275269" y="1016795"/>
                  </a:lnTo>
                  <a:lnTo>
                    <a:pt x="3276110" y="1015825"/>
                  </a:lnTo>
                  <a:lnTo>
                    <a:pt x="3276952" y="1013615"/>
                  </a:lnTo>
                  <a:lnTo>
                    <a:pt x="3277793" y="1011560"/>
                  </a:lnTo>
                  <a:lnTo>
                    <a:pt x="3278634" y="1009836"/>
                  </a:lnTo>
                  <a:lnTo>
                    <a:pt x="3279475" y="1008378"/>
                  </a:lnTo>
                  <a:lnTo>
                    <a:pt x="3280316" y="1007390"/>
                  </a:lnTo>
                  <a:lnTo>
                    <a:pt x="3281158" y="1006200"/>
                  </a:lnTo>
                  <a:lnTo>
                    <a:pt x="3281999" y="1005035"/>
                  </a:lnTo>
                  <a:lnTo>
                    <a:pt x="3282840" y="1003681"/>
                  </a:lnTo>
                  <a:lnTo>
                    <a:pt x="3283681" y="1002667"/>
                  </a:lnTo>
                  <a:lnTo>
                    <a:pt x="3284522" y="1002016"/>
                  </a:lnTo>
                  <a:lnTo>
                    <a:pt x="3285364" y="1002672"/>
                  </a:lnTo>
                  <a:lnTo>
                    <a:pt x="3286205" y="1003915"/>
                  </a:lnTo>
                  <a:lnTo>
                    <a:pt x="3287046" y="1004407"/>
                  </a:lnTo>
                  <a:lnTo>
                    <a:pt x="3287887" y="1005158"/>
                  </a:lnTo>
                  <a:lnTo>
                    <a:pt x="3288728" y="1005586"/>
                  </a:lnTo>
                  <a:lnTo>
                    <a:pt x="3289570" y="1005972"/>
                  </a:lnTo>
                  <a:lnTo>
                    <a:pt x="3290411" y="1006852"/>
                  </a:lnTo>
                  <a:lnTo>
                    <a:pt x="3291252" y="1006339"/>
                  </a:lnTo>
                  <a:lnTo>
                    <a:pt x="3292093" y="1001756"/>
                  </a:lnTo>
                  <a:lnTo>
                    <a:pt x="3292934" y="996618"/>
                  </a:lnTo>
                  <a:lnTo>
                    <a:pt x="3293776" y="990251"/>
                  </a:lnTo>
                  <a:lnTo>
                    <a:pt x="3294617" y="987353"/>
                  </a:lnTo>
                  <a:lnTo>
                    <a:pt x="3295458" y="984631"/>
                  </a:lnTo>
                  <a:lnTo>
                    <a:pt x="3296299" y="982045"/>
                  </a:lnTo>
                  <a:lnTo>
                    <a:pt x="3297140" y="981292"/>
                  </a:lnTo>
                  <a:lnTo>
                    <a:pt x="3297982" y="980011"/>
                  </a:lnTo>
                  <a:lnTo>
                    <a:pt x="3298823" y="978656"/>
                  </a:lnTo>
                  <a:lnTo>
                    <a:pt x="3299664" y="980795"/>
                  </a:lnTo>
                  <a:lnTo>
                    <a:pt x="3300505" y="982211"/>
                  </a:lnTo>
                  <a:lnTo>
                    <a:pt x="3301346" y="982627"/>
                  </a:lnTo>
                  <a:lnTo>
                    <a:pt x="3302188" y="985492"/>
                  </a:lnTo>
                  <a:lnTo>
                    <a:pt x="3303029" y="988566"/>
                  </a:lnTo>
                  <a:lnTo>
                    <a:pt x="3303870" y="991832"/>
                  </a:lnTo>
                  <a:lnTo>
                    <a:pt x="3304711" y="996027"/>
                  </a:lnTo>
                  <a:lnTo>
                    <a:pt x="3305552" y="1000745"/>
                  </a:lnTo>
                  <a:lnTo>
                    <a:pt x="3306394" y="1006124"/>
                  </a:lnTo>
                  <a:lnTo>
                    <a:pt x="3307235" y="1011465"/>
                  </a:lnTo>
                  <a:lnTo>
                    <a:pt x="3308076" y="1016778"/>
                  </a:lnTo>
                  <a:lnTo>
                    <a:pt x="3308917" y="1020389"/>
                  </a:lnTo>
                  <a:lnTo>
                    <a:pt x="3309758" y="1022213"/>
                  </a:lnTo>
                  <a:lnTo>
                    <a:pt x="3310600" y="1025603"/>
                  </a:lnTo>
                  <a:lnTo>
                    <a:pt x="3311441" y="1025737"/>
                  </a:lnTo>
                  <a:lnTo>
                    <a:pt x="3312282" y="1025134"/>
                  </a:lnTo>
                  <a:lnTo>
                    <a:pt x="3313123" y="1022697"/>
                  </a:lnTo>
                  <a:lnTo>
                    <a:pt x="3313965" y="1021639"/>
                  </a:lnTo>
                  <a:lnTo>
                    <a:pt x="3314806" y="1020876"/>
                  </a:lnTo>
                  <a:lnTo>
                    <a:pt x="3315647" y="1019462"/>
                  </a:lnTo>
                  <a:lnTo>
                    <a:pt x="3316488" y="1017250"/>
                  </a:lnTo>
                  <a:lnTo>
                    <a:pt x="3317329" y="1016553"/>
                  </a:lnTo>
                  <a:lnTo>
                    <a:pt x="3318171" y="1015706"/>
                  </a:lnTo>
                  <a:lnTo>
                    <a:pt x="3319012" y="1013955"/>
                  </a:lnTo>
                  <a:lnTo>
                    <a:pt x="3319853" y="1013493"/>
                  </a:lnTo>
                  <a:lnTo>
                    <a:pt x="3320694" y="1014277"/>
                  </a:lnTo>
                  <a:lnTo>
                    <a:pt x="3321535" y="1016485"/>
                  </a:lnTo>
                  <a:lnTo>
                    <a:pt x="3322377" y="1018960"/>
                  </a:lnTo>
                  <a:lnTo>
                    <a:pt x="3323218" y="1020729"/>
                  </a:lnTo>
                  <a:lnTo>
                    <a:pt x="3324059" y="1022036"/>
                  </a:lnTo>
                  <a:lnTo>
                    <a:pt x="3324900" y="1023833"/>
                  </a:lnTo>
                  <a:lnTo>
                    <a:pt x="3325741" y="1026533"/>
                  </a:lnTo>
                  <a:lnTo>
                    <a:pt x="3326583" y="1029959"/>
                  </a:lnTo>
                  <a:lnTo>
                    <a:pt x="3327424" y="1032860"/>
                  </a:lnTo>
                  <a:lnTo>
                    <a:pt x="3328265" y="1035323"/>
                  </a:lnTo>
                  <a:lnTo>
                    <a:pt x="3329106" y="1037719"/>
                  </a:lnTo>
                  <a:lnTo>
                    <a:pt x="3329947" y="1040581"/>
                  </a:lnTo>
                  <a:lnTo>
                    <a:pt x="3330789" y="1042937"/>
                  </a:lnTo>
                  <a:lnTo>
                    <a:pt x="3331630" y="1044752"/>
                  </a:lnTo>
                  <a:lnTo>
                    <a:pt x="3332471" y="1045855"/>
                  </a:lnTo>
                  <a:lnTo>
                    <a:pt x="3333312" y="1047081"/>
                  </a:lnTo>
                  <a:lnTo>
                    <a:pt x="3334153" y="1048287"/>
                  </a:lnTo>
                  <a:lnTo>
                    <a:pt x="3334995" y="1049043"/>
                  </a:lnTo>
                  <a:lnTo>
                    <a:pt x="3335836" y="1050173"/>
                  </a:lnTo>
                  <a:lnTo>
                    <a:pt x="3336677" y="1050825"/>
                  </a:lnTo>
                  <a:lnTo>
                    <a:pt x="3337518" y="1051580"/>
                  </a:lnTo>
                  <a:lnTo>
                    <a:pt x="3338359" y="1052330"/>
                  </a:lnTo>
                  <a:lnTo>
                    <a:pt x="3339201" y="1052386"/>
                  </a:lnTo>
                  <a:lnTo>
                    <a:pt x="3340042" y="1052661"/>
                  </a:lnTo>
                  <a:lnTo>
                    <a:pt x="3340883" y="1052130"/>
                  </a:lnTo>
                  <a:lnTo>
                    <a:pt x="3341724" y="1050207"/>
                  </a:lnTo>
                  <a:lnTo>
                    <a:pt x="3342565" y="1048300"/>
                  </a:lnTo>
                  <a:lnTo>
                    <a:pt x="3343407" y="1047403"/>
                  </a:lnTo>
                  <a:lnTo>
                    <a:pt x="3344248" y="1047709"/>
                  </a:lnTo>
                  <a:lnTo>
                    <a:pt x="3345089" y="1049752"/>
                  </a:lnTo>
                  <a:lnTo>
                    <a:pt x="3345930" y="1052220"/>
                  </a:lnTo>
                  <a:lnTo>
                    <a:pt x="3346771" y="1054795"/>
                  </a:lnTo>
                  <a:lnTo>
                    <a:pt x="3347613" y="1056920"/>
                  </a:lnTo>
                  <a:lnTo>
                    <a:pt x="3348454" y="1059071"/>
                  </a:lnTo>
                  <a:lnTo>
                    <a:pt x="3349295" y="1060975"/>
                  </a:lnTo>
                  <a:lnTo>
                    <a:pt x="3350136" y="1061672"/>
                  </a:lnTo>
                  <a:lnTo>
                    <a:pt x="3350977" y="1062348"/>
                  </a:lnTo>
                  <a:lnTo>
                    <a:pt x="3351819" y="1062641"/>
                  </a:lnTo>
                  <a:lnTo>
                    <a:pt x="3352660" y="1063478"/>
                  </a:lnTo>
                  <a:lnTo>
                    <a:pt x="3353501" y="1064543"/>
                  </a:lnTo>
                  <a:lnTo>
                    <a:pt x="3354342" y="1065813"/>
                  </a:lnTo>
                  <a:lnTo>
                    <a:pt x="3355183" y="1067143"/>
                  </a:lnTo>
                  <a:lnTo>
                    <a:pt x="3356025" y="1068399"/>
                  </a:lnTo>
                  <a:lnTo>
                    <a:pt x="3356866" y="1070109"/>
                  </a:lnTo>
                  <a:lnTo>
                    <a:pt x="3357707" y="1072364"/>
                  </a:lnTo>
                  <a:lnTo>
                    <a:pt x="3358548" y="1073966"/>
                  </a:lnTo>
                  <a:lnTo>
                    <a:pt x="3359389" y="1075520"/>
                  </a:lnTo>
                  <a:lnTo>
                    <a:pt x="3360231" y="1077317"/>
                  </a:lnTo>
                  <a:lnTo>
                    <a:pt x="3361072" y="1077967"/>
                  </a:lnTo>
                  <a:lnTo>
                    <a:pt x="3361913" y="1078725"/>
                  </a:lnTo>
                  <a:lnTo>
                    <a:pt x="3362754" y="1078678"/>
                  </a:lnTo>
                  <a:lnTo>
                    <a:pt x="3363595" y="1077897"/>
                  </a:lnTo>
                  <a:lnTo>
                    <a:pt x="3364437" y="1077339"/>
                  </a:lnTo>
                  <a:lnTo>
                    <a:pt x="3365278" y="1074510"/>
                  </a:lnTo>
                  <a:lnTo>
                    <a:pt x="3366119" y="1072064"/>
                  </a:lnTo>
                  <a:lnTo>
                    <a:pt x="3366960" y="1067034"/>
                  </a:lnTo>
                  <a:lnTo>
                    <a:pt x="3367801" y="1062725"/>
                  </a:lnTo>
                  <a:lnTo>
                    <a:pt x="3368643" y="1060148"/>
                  </a:lnTo>
                  <a:lnTo>
                    <a:pt x="3369484" y="1056970"/>
                  </a:lnTo>
                  <a:lnTo>
                    <a:pt x="3370325" y="1054313"/>
                  </a:lnTo>
                  <a:lnTo>
                    <a:pt x="3371166" y="1051100"/>
                  </a:lnTo>
                  <a:lnTo>
                    <a:pt x="3372007" y="1047490"/>
                  </a:lnTo>
                  <a:lnTo>
                    <a:pt x="3372849" y="1042943"/>
                  </a:lnTo>
                  <a:lnTo>
                    <a:pt x="3373690" y="1039303"/>
                  </a:lnTo>
                  <a:lnTo>
                    <a:pt x="3374531" y="1035043"/>
                  </a:lnTo>
                  <a:lnTo>
                    <a:pt x="3375372" y="1030659"/>
                  </a:lnTo>
                  <a:lnTo>
                    <a:pt x="3376213" y="1024324"/>
                  </a:lnTo>
                  <a:lnTo>
                    <a:pt x="3377055" y="1019242"/>
                  </a:lnTo>
                  <a:lnTo>
                    <a:pt x="3377896" y="1014343"/>
                  </a:lnTo>
                  <a:lnTo>
                    <a:pt x="3378737" y="1011998"/>
                  </a:lnTo>
                  <a:lnTo>
                    <a:pt x="3379578" y="1009927"/>
                  </a:lnTo>
                  <a:lnTo>
                    <a:pt x="3380419" y="1007605"/>
                  </a:lnTo>
                  <a:lnTo>
                    <a:pt x="3381261" y="1005712"/>
                  </a:lnTo>
                  <a:lnTo>
                    <a:pt x="3382102" y="1001475"/>
                  </a:lnTo>
                  <a:lnTo>
                    <a:pt x="3382943" y="997491"/>
                  </a:lnTo>
                  <a:lnTo>
                    <a:pt x="3383784" y="993574"/>
                  </a:lnTo>
                  <a:lnTo>
                    <a:pt x="3384626" y="990188"/>
                  </a:lnTo>
                  <a:lnTo>
                    <a:pt x="3385467" y="987360"/>
                  </a:lnTo>
                  <a:lnTo>
                    <a:pt x="3386308" y="984892"/>
                  </a:lnTo>
                  <a:lnTo>
                    <a:pt x="3387149" y="982391"/>
                  </a:lnTo>
                  <a:lnTo>
                    <a:pt x="3387990" y="979696"/>
                  </a:lnTo>
                  <a:lnTo>
                    <a:pt x="3388832" y="977001"/>
                  </a:lnTo>
                  <a:lnTo>
                    <a:pt x="3389673" y="973858"/>
                  </a:lnTo>
                  <a:lnTo>
                    <a:pt x="3390514" y="970361"/>
                  </a:lnTo>
                  <a:lnTo>
                    <a:pt x="3391355" y="966908"/>
                  </a:lnTo>
                  <a:lnTo>
                    <a:pt x="3392196" y="962394"/>
                  </a:lnTo>
                  <a:lnTo>
                    <a:pt x="3393038" y="952217"/>
                  </a:lnTo>
                  <a:lnTo>
                    <a:pt x="3393879" y="940200"/>
                  </a:lnTo>
                  <a:lnTo>
                    <a:pt x="3394720" y="927739"/>
                  </a:lnTo>
                  <a:lnTo>
                    <a:pt x="3395561" y="914365"/>
                  </a:lnTo>
                  <a:lnTo>
                    <a:pt x="3396402" y="900842"/>
                  </a:lnTo>
                  <a:lnTo>
                    <a:pt x="3397244" y="890504"/>
                  </a:lnTo>
                  <a:lnTo>
                    <a:pt x="3398085" y="881525"/>
                  </a:lnTo>
                  <a:lnTo>
                    <a:pt x="3398926" y="873975"/>
                  </a:lnTo>
                  <a:lnTo>
                    <a:pt x="3399767" y="867419"/>
                  </a:lnTo>
                  <a:lnTo>
                    <a:pt x="3400608" y="860537"/>
                  </a:lnTo>
                  <a:lnTo>
                    <a:pt x="3401450" y="857867"/>
                  </a:lnTo>
                  <a:lnTo>
                    <a:pt x="3402291" y="855213"/>
                  </a:lnTo>
                  <a:lnTo>
                    <a:pt x="3403132" y="852582"/>
                  </a:lnTo>
                  <a:lnTo>
                    <a:pt x="3403973" y="850806"/>
                  </a:lnTo>
                  <a:lnTo>
                    <a:pt x="3404814" y="850310"/>
                  </a:lnTo>
                  <a:lnTo>
                    <a:pt x="3405656" y="850662"/>
                  </a:lnTo>
                  <a:lnTo>
                    <a:pt x="3406497" y="851893"/>
                  </a:lnTo>
                  <a:lnTo>
                    <a:pt x="3407338" y="853016"/>
                  </a:lnTo>
                  <a:lnTo>
                    <a:pt x="3408179" y="854533"/>
                  </a:lnTo>
                  <a:lnTo>
                    <a:pt x="3409020" y="857206"/>
                  </a:lnTo>
                  <a:lnTo>
                    <a:pt x="3409862" y="860478"/>
                  </a:lnTo>
                  <a:lnTo>
                    <a:pt x="3410703" y="859218"/>
                  </a:lnTo>
                  <a:lnTo>
                    <a:pt x="3411544" y="857240"/>
                  </a:lnTo>
                  <a:lnTo>
                    <a:pt x="3412385" y="854972"/>
                  </a:lnTo>
                  <a:lnTo>
                    <a:pt x="3413226" y="853804"/>
                  </a:lnTo>
                  <a:lnTo>
                    <a:pt x="3414068" y="854285"/>
                  </a:lnTo>
                  <a:lnTo>
                    <a:pt x="3414909" y="849155"/>
                  </a:lnTo>
                  <a:lnTo>
                    <a:pt x="3415750" y="844802"/>
                  </a:lnTo>
                  <a:lnTo>
                    <a:pt x="3416591" y="841437"/>
                  </a:lnTo>
                  <a:lnTo>
                    <a:pt x="3417432" y="838078"/>
                  </a:lnTo>
                  <a:lnTo>
                    <a:pt x="3418274" y="832922"/>
                  </a:lnTo>
                  <a:lnTo>
                    <a:pt x="3419115" y="828014"/>
                  </a:lnTo>
                  <a:lnTo>
                    <a:pt x="3419956" y="824486"/>
                  </a:lnTo>
                  <a:lnTo>
                    <a:pt x="3420797" y="820559"/>
                  </a:lnTo>
                  <a:lnTo>
                    <a:pt x="3421638" y="816534"/>
                  </a:lnTo>
                  <a:lnTo>
                    <a:pt x="3422480" y="811405"/>
                  </a:lnTo>
                  <a:lnTo>
                    <a:pt x="3423321" y="805779"/>
                  </a:lnTo>
                  <a:lnTo>
                    <a:pt x="3424162" y="804607"/>
                  </a:lnTo>
                  <a:lnTo>
                    <a:pt x="3425003" y="803926"/>
                  </a:lnTo>
                  <a:lnTo>
                    <a:pt x="3425844" y="801952"/>
                  </a:lnTo>
                  <a:lnTo>
                    <a:pt x="3426686" y="798899"/>
                  </a:lnTo>
                  <a:lnTo>
                    <a:pt x="3427527" y="794997"/>
                  </a:lnTo>
                  <a:lnTo>
                    <a:pt x="3428368" y="790134"/>
                  </a:lnTo>
                  <a:lnTo>
                    <a:pt x="3429209" y="784892"/>
                  </a:lnTo>
                  <a:lnTo>
                    <a:pt x="3430050" y="778965"/>
                  </a:lnTo>
                  <a:lnTo>
                    <a:pt x="3430892" y="772580"/>
                  </a:lnTo>
                  <a:lnTo>
                    <a:pt x="3431733" y="767470"/>
                  </a:lnTo>
                  <a:lnTo>
                    <a:pt x="3432574" y="761569"/>
                  </a:lnTo>
                  <a:lnTo>
                    <a:pt x="3433415" y="755613"/>
                  </a:lnTo>
                  <a:lnTo>
                    <a:pt x="3434256" y="751454"/>
                  </a:lnTo>
                  <a:lnTo>
                    <a:pt x="3435098" y="749694"/>
                  </a:lnTo>
                  <a:lnTo>
                    <a:pt x="3435939" y="748695"/>
                  </a:lnTo>
                  <a:lnTo>
                    <a:pt x="3436780" y="750024"/>
                  </a:lnTo>
                  <a:lnTo>
                    <a:pt x="3437621" y="751336"/>
                  </a:lnTo>
                  <a:lnTo>
                    <a:pt x="3438462" y="753595"/>
                  </a:lnTo>
                  <a:lnTo>
                    <a:pt x="3439304" y="756091"/>
                  </a:lnTo>
                  <a:lnTo>
                    <a:pt x="3440145" y="758938"/>
                  </a:lnTo>
                  <a:lnTo>
                    <a:pt x="3440986" y="760562"/>
                  </a:lnTo>
                  <a:lnTo>
                    <a:pt x="3441827" y="762830"/>
                  </a:lnTo>
                  <a:lnTo>
                    <a:pt x="3442668" y="764870"/>
                  </a:lnTo>
                  <a:lnTo>
                    <a:pt x="3443510" y="767573"/>
                  </a:lnTo>
                  <a:lnTo>
                    <a:pt x="3444351" y="767893"/>
                  </a:lnTo>
                  <a:lnTo>
                    <a:pt x="3445192" y="769506"/>
                  </a:lnTo>
                  <a:lnTo>
                    <a:pt x="3446033" y="770573"/>
                  </a:lnTo>
                  <a:lnTo>
                    <a:pt x="3446874" y="770189"/>
                  </a:lnTo>
                  <a:lnTo>
                    <a:pt x="3447716" y="769015"/>
                  </a:lnTo>
                  <a:lnTo>
                    <a:pt x="3448557" y="768788"/>
                  </a:lnTo>
                  <a:lnTo>
                    <a:pt x="3449398" y="767769"/>
                  </a:lnTo>
                  <a:lnTo>
                    <a:pt x="3450239" y="766149"/>
                  </a:lnTo>
                  <a:lnTo>
                    <a:pt x="3451080" y="763680"/>
                  </a:lnTo>
                  <a:lnTo>
                    <a:pt x="3451922" y="760700"/>
                  </a:lnTo>
                  <a:lnTo>
                    <a:pt x="3452763" y="756711"/>
                  </a:lnTo>
                  <a:lnTo>
                    <a:pt x="3453604" y="754771"/>
                  </a:lnTo>
                  <a:lnTo>
                    <a:pt x="3454445" y="752933"/>
                  </a:lnTo>
                  <a:lnTo>
                    <a:pt x="3455287" y="751203"/>
                  </a:lnTo>
                  <a:lnTo>
                    <a:pt x="3456128" y="751578"/>
                  </a:lnTo>
                  <a:lnTo>
                    <a:pt x="3456969" y="752772"/>
                  </a:lnTo>
                  <a:lnTo>
                    <a:pt x="3457810" y="754015"/>
                  </a:lnTo>
                  <a:lnTo>
                    <a:pt x="3458651" y="755204"/>
                  </a:lnTo>
                  <a:lnTo>
                    <a:pt x="3459493" y="758783"/>
                  </a:lnTo>
                  <a:lnTo>
                    <a:pt x="3460334" y="765652"/>
                  </a:lnTo>
                  <a:lnTo>
                    <a:pt x="3461175" y="772427"/>
                  </a:lnTo>
                  <a:lnTo>
                    <a:pt x="3462016" y="780173"/>
                  </a:lnTo>
                  <a:lnTo>
                    <a:pt x="3462857" y="783665"/>
                  </a:lnTo>
                  <a:lnTo>
                    <a:pt x="3463699" y="787406"/>
                  </a:lnTo>
                  <a:lnTo>
                    <a:pt x="3464540" y="791300"/>
                  </a:lnTo>
                  <a:lnTo>
                    <a:pt x="3465381" y="795051"/>
                  </a:lnTo>
                  <a:lnTo>
                    <a:pt x="3466222" y="798599"/>
                  </a:lnTo>
                  <a:lnTo>
                    <a:pt x="3467063" y="801269"/>
                  </a:lnTo>
                  <a:lnTo>
                    <a:pt x="3467905" y="802201"/>
                  </a:lnTo>
                  <a:lnTo>
                    <a:pt x="3468746" y="801585"/>
                  </a:lnTo>
                  <a:lnTo>
                    <a:pt x="3469587" y="802325"/>
                  </a:lnTo>
                  <a:lnTo>
                    <a:pt x="3470428" y="803731"/>
                  </a:lnTo>
                  <a:lnTo>
                    <a:pt x="3471269" y="803627"/>
                  </a:lnTo>
                  <a:lnTo>
                    <a:pt x="3472111" y="801327"/>
                  </a:lnTo>
                  <a:lnTo>
                    <a:pt x="3472952" y="798925"/>
                  </a:lnTo>
                  <a:lnTo>
                    <a:pt x="3473793" y="793561"/>
                  </a:lnTo>
                  <a:lnTo>
                    <a:pt x="3474634" y="787559"/>
                  </a:lnTo>
                  <a:lnTo>
                    <a:pt x="3475475" y="781291"/>
                  </a:lnTo>
                  <a:lnTo>
                    <a:pt x="3476317" y="774634"/>
                  </a:lnTo>
                  <a:lnTo>
                    <a:pt x="3477158" y="769739"/>
                  </a:lnTo>
                  <a:lnTo>
                    <a:pt x="3477999" y="763400"/>
                  </a:lnTo>
                  <a:lnTo>
                    <a:pt x="3478840" y="756206"/>
                  </a:lnTo>
                  <a:lnTo>
                    <a:pt x="3479681" y="750803"/>
                  </a:lnTo>
                  <a:lnTo>
                    <a:pt x="3480523" y="745385"/>
                  </a:lnTo>
                  <a:lnTo>
                    <a:pt x="3481364" y="742552"/>
                  </a:lnTo>
                  <a:lnTo>
                    <a:pt x="3482205" y="737394"/>
                  </a:lnTo>
                  <a:lnTo>
                    <a:pt x="3483046" y="731188"/>
                  </a:lnTo>
                  <a:lnTo>
                    <a:pt x="3483887" y="725787"/>
                  </a:lnTo>
                  <a:lnTo>
                    <a:pt x="3484729" y="720606"/>
                  </a:lnTo>
                  <a:lnTo>
                    <a:pt x="3485570" y="714661"/>
                  </a:lnTo>
                  <a:lnTo>
                    <a:pt x="3486411" y="709225"/>
                  </a:lnTo>
                  <a:lnTo>
                    <a:pt x="3487252" y="704478"/>
                  </a:lnTo>
                  <a:lnTo>
                    <a:pt x="3488093" y="698851"/>
                  </a:lnTo>
                  <a:lnTo>
                    <a:pt x="3488935" y="692935"/>
                  </a:lnTo>
                  <a:lnTo>
                    <a:pt x="3489776" y="685566"/>
                  </a:lnTo>
                  <a:lnTo>
                    <a:pt x="3490617" y="679140"/>
                  </a:lnTo>
                  <a:lnTo>
                    <a:pt x="3491458" y="673558"/>
                  </a:lnTo>
                  <a:lnTo>
                    <a:pt x="3492299" y="669343"/>
                  </a:lnTo>
                  <a:lnTo>
                    <a:pt x="3493141" y="665130"/>
                  </a:lnTo>
                  <a:lnTo>
                    <a:pt x="3493982" y="660161"/>
                  </a:lnTo>
                  <a:lnTo>
                    <a:pt x="3494823" y="655744"/>
                  </a:lnTo>
                  <a:lnTo>
                    <a:pt x="3495664" y="651179"/>
                  </a:lnTo>
                  <a:lnTo>
                    <a:pt x="3496505" y="646346"/>
                  </a:lnTo>
                  <a:lnTo>
                    <a:pt x="3497347" y="641065"/>
                  </a:lnTo>
                  <a:lnTo>
                    <a:pt x="3498188" y="634690"/>
                  </a:lnTo>
                  <a:lnTo>
                    <a:pt x="3499029" y="628710"/>
                  </a:lnTo>
                  <a:lnTo>
                    <a:pt x="3499870" y="623508"/>
                  </a:lnTo>
                  <a:lnTo>
                    <a:pt x="3500711" y="618547"/>
                  </a:lnTo>
                  <a:lnTo>
                    <a:pt x="3501553" y="612889"/>
                  </a:lnTo>
                  <a:lnTo>
                    <a:pt x="3502394" y="606725"/>
                  </a:lnTo>
                  <a:lnTo>
                    <a:pt x="3503235" y="599501"/>
                  </a:lnTo>
                  <a:lnTo>
                    <a:pt x="3504076" y="591297"/>
                  </a:lnTo>
                  <a:lnTo>
                    <a:pt x="3504917" y="581880"/>
                  </a:lnTo>
                  <a:lnTo>
                    <a:pt x="3505759" y="570773"/>
                  </a:lnTo>
                  <a:lnTo>
                    <a:pt x="3506600" y="562376"/>
                  </a:lnTo>
                  <a:lnTo>
                    <a:pt x="3507441" y="554456"/>
                  </a:lnTo>
                  <a:lnTo>
                    <a:pt x="3508282" y="547099"/>
                  </a:lnTo>
                  <a:lnTo>
                    <a:pt x="3509123" y="543457"/>
                  </a:lnTo>
                  <a:lnTo>
                    <a:pt x="3509965" y="541861"/>
                  </a:lnTo>
                  <a:lnTo>
                    <a:pt x="3510806" y="540368"/>
                  </a:lnTo>
                  <a:lnTo>
                    <a:pt x="3511647" y="538930"/>
                  </a:lnTo>
                  <a:lnTo>
                    <a:pt x="3512488" y="536648"/>
                  </a:lnTo>
                  <a:lnTo>
                    <a:pt x="3513329" y="533906"/>
                  </a:lnTo>
                  <a:lnTo>
                    <a:pt x="3514171" y="530289"/>
                  </a:lnTo>
                  <a:lnTo>
                    <a:pt x="3515012" y="526468"/>
                  </a:lnTo>
                  <a:lnTo>
                    <a:pt x="3515853" y="523355"/>
                  </a:lnTo>
                  <a:lnTo>
                    <a:pt x="3516694" y="520400"/>
                  </a:lnTo>
                  <a:lnTo>
                    <a:pt x="3517535" y="517486"/>
                  </a:lnTo>
                  <a:lnTo>
                    <a:pt x="3518377" y="515279"/>
                  </a:lnTo>
                  <a:lnTo>
                    <a:pt x="3519218" y="513573"/>
                  </a:lnTo>
                  <a:lnTo>
                    <a:pt x="3520059" y="511741"/>
                  </a:lnTo>
                  <a:lnTo>
                    <a:pt x="3520900" y="510220"/>
                  </a:lnTo>
                  <a:lnTo>
                    <a:pt x="3521741" y="509123"/>
                  </a:lnTo>
                  <a:lnTo>
                    <a:pt x="3522583" y="507707"/>
                  </a:lnTo>
                  <a:lnTo>
                    <a:pt x="3523424" y="505405"/>
                  </a:lnTo>
                  <a:lnTo>
                    <a:pt x="3524265" y="503355"/>
                  </a:lnTo>
                  <a:lnTo>
                    <a:pt x="3525106" y="501580"/>
                  </a:lnTo>
                  <a:lnTo>
                    <a:pt x="3525948" y="499932"/>
                  </a:lnTo>
                  <a:lnTo>
                    <a:pt x="3526789" y="498949"/>
                  </a:lnTo>
                  <a:lnTo>
                    <a:pt x="3527630" y="498391"/>
                  </a:lnTo>
                  <a:lnTo>
                    <a:pt x="3528471" y="497836"/>
                  </a:lnTo>
                  <a:lnTo>
                    <a:pt x="3529312" y="498600"/>
                  </a:lnTo>
                  <a:lnTo>
                    <a:pt x="3530154" y="499883"/>
                  </a:lnTo>
                  <a:lnTo>
                    <a:pt x="3530995" y="502380"/>
                  </a:lnTo>
                  <a:lnTo>
                    <a:pt x="3531836" y="505946"/>
                  </a:lnTo>
                  <a:lnTo>
                    <a:pt x="3532677" y="510127"/>
                  </a:lnTo>
                  <a:lnTo>
                    <a:pt x="3533518" y="515721"/>
                  </a:lnTo>
                  <a:lnTo>
                    <a:pt x="3534360" y="520510"/>
                  </a:lnTo>
                  <a:lnTo>
                    <a:pt x="3535201" y="527661"/>
                  </a:lnTo>
                  <a:lnTo>
                    <a:pt x="3536042" y="533936"/>
                  </a:lnTo>
                  <a:lnTo>
                    <a:pt x="3536883" y="538671"/>
                  </a:lnTo>
                  <a:lnTo>
                    <a:pt x="3537724" y="542602"/>
                  </a:lnTo>
                  <a:lnTo>
                    <a:pt x="3538566" y="546529"/>
                  </a:lnTo>
                  <a:lnTo>
                    <a:pt x="3539407" y="549223"/>
                  </a:lnTo>
                  <a:lnTo>
                    <a:pt x="3540248" y="551181"/>
                  </a:lnTo>
                  <a:lnTo>
                    <a:pt x="3541089" y="551316"/>
                  </a:lnTo>
                  <a:lnTo>
                    <a:pt x="3541930" y="551274"/>
                  </a:lnTo>
                  <a:lnTo>
                    <a:pt x="3542772" y="550886"/>
                  </a:lnTo>
                  <a:lnTo>
                    <a:pt x="3543613" y="549848"/>
                  </a:lnTo>
                  <a:lnTo>
                    <a:pt x="3544454" y="550883"/>
                  </a:lnTo>
                  <a:lnTo>
                    <a:pt x="3545295" y="551147"/>
                  </a:lnTo>
                  <a:lnTo>
                    <a:pt x="3546136" y="551509"/>
                  </a:lnTo>
                  <a:lnTo>
                    <a:pt x="3546978" y="550592"/>
                  </a:lnTo>
                  <a:lnTo>
                    <a:pt x="3547819" y="549450"/>
                  </a:lnTo>
                  <a:lnTo>
                    <a:pt x="3548660" y="548489"/>
                  </a:lnTo>
                  <a:lnTo>
                    <a:pt x="3549501" y="548495"/>
                  </a:lnTo>
                  <a:lnTo>
                    <a:pt x="3550342" y="547951"/>
                  </a:lnTo>
                  <a:lnTo>
                    <a:pt x="3551184" y="547992"/>
                  </a:lnTo>
                  <a:lnTo>
                    <a:pt x="3552025" y="548503"/>
                  </a:lnTo>
                  <a:lnTo>
                    <a:pt x="3552866" y="548679"/>
                  </a:lnTo>
                  <a:lnTo>
                    <a:pt x="3553707" y="549086"/>
                  </a:lnTo>
                  <a:lnTo>
                    <a:pt x="3554548" y="549673"/>
                  </a:lnTo>
                  <a:lnTo>
                    <a:pt x="3555390" y="550492"/>
                  </a:lnTo>
                  <a:lnTo>
                    <a:pt x="3556231" y="552272"/>
                  </a:lnTo>
                  <a:lnTo>
                    <a:pt x="3557072" y="554516"/>
                  </a:lnTo>
                  <a:lnTo>
                    <a:pt x="3557913" y="558751"/>
                  </a:lnTo>
                  <a:lnTo>
                    <a:pt x="3558754" y="562766"/>
                  </a:lnTo>
                  <a:lnTo>
                    <a:pt x="3559596" y="567493"/>
                  </a:lnTo>
                  <a:lnTo>
                    <a:pt x="3560437" y="573205"/>
                  </a:lnTo>
                  <a:lnTo>
                    <a:pt x="3561278" y="585171"/>
                  </a:lnTo>
                  <a:lnTo>
                    <a:pt x="3562119" y="598245"/>
                  </a:lnTo>
                  <a:lnTo>
                    <a:pt x="3562960" y="612145"/>
                  </a:lnTo>
                  <a:lnTo>
                    <a:pt x="3563802" y="626700"/>
                  </a:lnTo>
                  <a:lnTo>
                    <a:pt x="3564643" y="642045"/>
                  </a:lnTo>
                  <a:lnTo>
                    <a:pt x="3565484" y="658064"/>
                  </a:lnTo>
                  <a:lnTo>
                    <a:pt x="3566325" y="672199"/>
                  </a:lnTo>
                  <a:lnTo>
                    <a:pt x="3567166" y="685607"/>
                  </a:lnTo>
                  <a:lnTo>
                    <a:pt x="3568008" y="698804"/>
                  </a:lnTo>
                  <a:lnTo>
                    <a:pt x="3568849" y="711749"/>
                  </a:lnTo>
                  <a:lnTo>
                    <a:pt x="3569690" y="719282"/>
                  </a:lnTo>
                  <a:lnTo>
                    <a:pt x="3570531" y="726990"/>
                  </a:lnTo>
                  <a:lnTo>
                    <a:pt x="3571372" y="734577"/>
                  </a:lnTo>
                  <a:lnTo>
                    <a:pt x="3572214" y="739950"/>
                  </a:lnTo>
                  <a:lnTo>
                    <a:pt x="3573055" y="745373"/>
                  </a:lnTo>
                  <a:lnTo>
                    <a:pt x="3573896" y="750686"/>
                  </a:lnTo>
                  <a:lnTo>
                    <a:pt x="3574737" y="755345"/>
                  </a:lnTo>
                  <a:lnTo>
                    <a:pt x="3575578" y="759617"/>
                  </a:lnTo>
                  <a:lnTo>
                    <a:pt x="3576420" y="763917"/>
                  </a:lnTo>
                  <a:lnTo>
                    <a:pt x="3577261" y="768047"/>
                  </a:lnTo>
                  <a:lnTo>
                    <a:pt x="3578102" y="772322"/>
                  </a:lnTo>
                  <a:lnTo>
                    <a:pt x="3578943" y="777722"/>
                  </a:lnTo>
                  <a:lnTo>
                    <a:pt x="3579784" y="783866"/>
                  </a:lnTo>
                  <a:lnTo>
                    <a:pt x="3580626" y="787598"/>
                  </a:lnTo>
                  <a:lnTo>
                    <a:pt x="3581467" y="791043"/>
                  </a:lnTo>
                  <a:lnTo>
                    <a:pt x="3582308" y="794759"/>
                  </a:lnTo>
                  <a:lnTo>
                    <a:pt x="3583149" y="802362"/>
                  </a:lnTo>
                  <a:lnTo>
                    <a:pt x="3583990" y="809716"/>
                  </a:lnTo>
                  <a:lnTo>
                    <a:pt x="3584832" y="817775"/>
                  </a:lnTo>
                  <a:lnTo>
                    <a:pt x="3585673" y="827027"/>
                  </a:lnTo>
                  <a:lnTo>
                    <a:pt x="3586514" y="836675"/>
                  </a:lnTo>
                  <a:lnTo>
                    <a:pt x="3587355" y="847309"/>
                  </a:lnTo>
                  <a:lnTo>
                    <a:pt x="3588196" y="857936"/>
                  </a:lnTo>
                  <a:lnTo>
                    <a:pt x="3589038" y="868229"/>
                  </a:lnTo>
                  <a:lnTo>
                    <a:pt x="3589879" y="878841"/>
                  </a:lnTo>
                  <a:lnTo>
                    <a:pt x="3590720" y="889772"/>
                  </a:lnTo>
                  <a:lnTo>
                    <a:pt x="3591561" y="900407"/>
                  </a:lnTo>
                  <a:lnTo>
                    <a:pt x="3592402" y="906893"/>
                  </a:lnTo>
                  <a:lnTo>
                    <a:pt x="3593244" y="914215"/>
                  </a:lnTo>
                  <a:lnTo>
                    <a:pt x="3594085" y="922788"/>
                  </a:lnTo>
                  <a:lnTo>
                    <a:pt x="3594926" y="932270"/>
                  </a:lnTo>
                  <a:lnTo>
                    <a:pt x="3595767" y="943003"/>
                  </a:lnTo>
                  <a:lnTo>
                    <a:pt x="3596609" y="954592"/>
                  </a:lnTo>
                  <a:lnTo>
                    <a:pt x="3597450" y="966489"/>
                  </a:lnTo>
                  <a:lnTo>
                    <a:pt x="3598291" y="977969"/>
                  </a:lnTo>
                  <a:lnTo>
                    <a:pt x="3599132" y="988925"/>
                  </a:lnTo>
                  <a:lnTo>
                    <a:pt x="3599973" y="998253"/>
                  </a:lnTo>
                  <a:lnTo>
                    <a:pt x="3600815" y="1006356"/>
                  </a:lnTo>
                  <a:lnTo>
                    <a:pt x="3601656" y="1013456"/>
                  </a:lnTo>
                  <a:lnTo>
                    <a:pt x="3602497" y="1019175"/>
                  </a:lnTo>
                  <a:lnTo>
                    <a:pt x="3603338" y="1024238"/>
                  </a:lnTo>
                  <a:lnTo>
                    <a:pt x="3604179" y="1028270"/>
                  </a:lnTo>
                  <a:lnTo>
                    <a:pt x="3605021" y="1032174"/>
                  </a:lnTo>
                  <a:lnTo>
                    <a:pt x="3605862" y="1034919"/>
                  </a:lnTo>
                  <a:lnTo>
                    <a:pt x="3606703" y="1036647"/>
                  </a:lnTo>
                  <a:lnTo>
                    <a:pt x="3607544" y="1038239"/>
                  </a:lnTo>
                  <a:lnTo>
                    <a:pt x="3608385" y="1039068"/>
                  </a:lnTo>
                  <a:lnTo>
                    <a:pt x="3609227" y="1039026"/>
                  </a:lnTo>
                  <a:lnTo>
                    <a:pt x="3610068" y="1038476"/>
                  </a:lnTo>
                  <a:lnTo>
                    <a:pt x="3610909" y="1037674"/>
                  </a:lnTo>
                  <a:lnTo>
                    <a:pt x="3611750" y="1037431"/>
                  </a:lnTo>
                  <a:lnTo>
                    <a:pt x="3612591" y="1039528"/>
                  </a:lnTo>
                  <a:lnTo>
                    <a:pt x="3613433" y="1042696"/>
                  </a:lnTo>
                  <a:lnTo>
                    <a:pt x="3614274" y="1046653"/>
                  </a:lnTo>
                  <a:lnTo>
                    <a:pt x="3615115" y="1051332"/>
                  </a:lnTo>
                  <a:lnTo>
                    <a:pt x="3615956" y="1055556"/>
                  </a:lnTo>
                  <a:lnTo>
                    <a:pt x="3616797" y="1058356"/>
                  </a:lnTo>
                  <a:lnTo>
                    <a:pt x="3617639" y="1061340"/>
                  </a:lnTo>
                  <a:lnTo>
                    <a:pt x="3618480" y="1065788"/>
                  </a:lnTo>
                  <a:lnTo>
                    <a:pt x="3619321" y="1072620"/>
                  </a:lnTo>
                  <a:lnTo>
                    <a:pt x="3620162" y="1080226"/>
                  </a:lnTo>
                  <a:lnTo>
                    <a:pt x="3621003" y="1088341"/>
                  </a:lnTo>
                  <a:lnTo>
                    <a:pt x="3621845" y="1094598"/>
                  </a:lnTo>
                  <a:lnTo>
                    <a:pt x="3622686" y="1100677"/>
                  </a:lnTo>
                  <a:lnTo>
                    <a:pt x="3623527" y="1106905"/>
                  </a:lnTo>
                  <a:lnTo>
                    <a:pt x="3624368" y="1110725"/>
                  </a:lnTo>
                  <a:lnTo>
                    <a:pt x="3625209" y="1114188"/>
                  </a:lnTo>
                  <a:lnTo>
                    <a:pt x="3626051" y="1117756"/>
                  </a:lnTo>
                  <a:lnTo>
                    <a:pt x="3626892" y="1120972"/>
                  </a:lnTo>
                  <a:lnTo>
                    <a:pt x="3627733" y="1123651"/>
                  </a:lnTo>
                  <a:lnTo>
                    <a:pt x="3628574" y="1126700"/>
                  </a:lnTo>
                  <a:lnTo>
                    <a:pt x="3629415" y="1129789"/>
                  </a:lnTo>
                  <a:lnTo>
                    <a:pt x="3630257" y="1132986"/>
                  </a:lnTo>
                  <a:lnTo>
                    <a:pt x="3631098" y="1136402"/>
                  </a:lnTo>
                  <a:lnTo>
                    <a:pt x="3631939" y="1138430"/>
                  </a:lnTo>
                  <a:lnTo>
                    <a:pt x="3632780" y="1139753"/>
                  </a:lnTo>
                  <a:lnTo>
                    <a:pt x="3633621" y="1139903"/>
                  </a:lnTo>
                  <a:lnTo>
                    <a:pt x="3634463" y="1139341"/>
                  </a:lnTo>
                  <a:lnTo>
                    <a:pt x="3635304" y="1140146"/>
                  </a:lnTo>
                  <a:lnTo>
                    <a:pt x="3636145" y="1140752"/>
                  </a:lnTo>
                  <a:lnTo>
                    <a:pt x="3636986" y="1142610"/>
                  </a:lnTo>
                  <a:lnTo>
                    <a:pt x="3637827" y="1143055"/>
                  </a:lnTo>
                  <a:lnTo>
                    <a:pt x="3638669" y="1142821"/>
                  </a:lnTo>
                  <a:lnTo>
                    <a:pt x="3639510" y="1143743"/>
                  </a:lnTo>
                  <a:lnTo>
                    <a:pt x="3640351" y="1146292"/>
                  </a:lnTo>
                  <a:lnTo>
                    <a:pt x="3641192" y="1147246"/>
                  </a:lnTo>
                  <a:lnTo>
                    <a:pt x="3642033" y="1152233"/>
                  </a:lnTo>
                  <a:lnTo>
                    <a:pt x="3642875" y="1156321"/>
                  </a:lnTo>
                  <a:lnTo>
                    <a:pt x="3643716" y="1160439"/>
                  </a:lnTo>
                  <a:lnTo>
                    <a:pt x="3644557" y="1164513"/>
                  </a:lnTo>
                  <a:lnTo>
                    <a:pt x="3645398" y="1166431"/>
                  </a:lnTo>
                  <a:lnTo>
                    <a:pt x="3646239" y="1169899"/>
                  </a:lnTo>
                  <a:lnTo>
                    <a:pt x="3647081" y="1173812"/>
                  </a:lnTo>
                  <a:lnTo>
                    <a:pt x="3647922" y="1178050"/>
                  </a:lnTo>
                  <a:lnTo>
                    <a:pt x="3648763" y="1182509"/>
                  </a:lnTo>
                  <a:lnTo>
                    <a:pt x="3649604" y="1183656"/>
                  </a:lnTo>
                  <a:lnTo>
                    <a:pt x="3650445" y="1185840"/>
                  </a:lnTo>
                  <a:lnTo>
                    <a:pt x="3651287" y="1188830"/>
                  </a:lnTo>
                  <a:lnTo>
                    <a:pt x="3652128" y="1192056"/>
                  </a:lnTo>
                  <a:lnTo>
                    <a:pt x="3652969" y="1195405"/>
                  </a:lnTo>
                  <a:lnTo>
                    <a:pt x="3653810" y="1198287"/>
                  </a:lnTo>
                  <a:lnTo>
                    <a:pt x="3654651" y="1201210"/>
                  </a:lnTo>
                  <a:lnTo>
                    <a:pt x="3655493" y="1204801"/>
                  </a:lnTo>
                  <a:lnTo>
                    <a:pt x="3656334" y="1208727"/>
                  </a:lnTo>
                  <a:lnTo>
                    <a:pt x="3657175" y="1212894"/>
                  </a:lnTo>
                  <a:lnTo>
                    <a:pt x="3658016" y="1217697"/>
                  </a:lnTo>
                  <a:lnTo>
                    <a:pt x="3658857" y="1220975"/>
                  </a:lnTo>
                  <a:lnTo>
                    <a:pt x="3659699" y="1222397"/>
                  </a:lnTo>
                  <a:lnTo>
                    <a:pt x="3660540" y="1224703"/>
                  </a:lnTo>
                  <a:lnTo>
                    <a:pt x="3661381" y="1226735"/>
                  </a:lnTo>
                  <a:lnTo>
                    <a:pt x="3662222" y="1230425"/>
                  </a:lnTo>
                  <a:lnTo>
                    <a:pt x="3663063" y="1233336"/>
                  </a:lnTo>
                  <a:lnTo>
                    <a:pt x="3663905" y="1236456"/>
                  </a:lnTo>
                  <a:lnTo>
                    <a:pt x="3664746" y="1239054"/>
                  </a:lnTo>
                  <a:lnTo>
                    <a:pt x="3665587" y="1242772"/>
                  </a:lnTo>
                  <a:lnTo>
                    <a:pt x="3666428" y="1247488"/>
                  </a:lnTo>
                  <a:lnTo>
                    <a:pt x="3667270" y="1252697"/>
                  </a:lnTo>
                  <a:lnTo>
                    <a:pt x="3668111" y="1257547"/>
                  </a:lnTo>
                  <a:lnTo>
                    <a:pt x="3668952" y="1262751"/>
                  </a:lnTo>
                  <a:lnTo>
                    <a:pt x="3669793" y="1268437"/>
                  </a:lnTo>
                  <a:lnTo>
                    <a:pt x="3670634" y="1274328"/>
                  </a:lnTo>
                  <a:lnTo>
                    <a:pt x="3671476" y="1281406"/>
                  </a:lnTo>
                  <a:lnTo>
                    <a:pt x="3672317" y="1289408"/>
                  </a:lnTo>
                  <a:lnTo>
                    <a:pt x="3673158" y="1298471"/>
                  </a:lnTo>
                  <a:lnTo>
                    <a:pt x="3673999" y="1308947"/>
                  </a:lnTo>
                  <a:lnTo>
                    <a:pt x="3674840" y="1316497"/>
                  </a:lnTo>
                  <a:lnTo>
                    <a:pt x="3675682" y="1324197"/>
                  </a:lnTo>
                  <a:lnTo>
                    <a:pt x="3676523" y="1331005"/>
                  </a:lnTo>
                  <a:lnTo>
                    <a:pt x="3677364" y="1335063"/>
                  </a:lnTo>
                  <a:lnTo>
                    <a:pt x="3678205" y="1338105"/>
                  </a:lnTo>
                  <a:lnTo>
                    <a:pt x="3679046" y="1340786"/>
                  </a:lnTo>
                  <a:lnTo>
                    <a:pt x="3679888" y="1342182"/>
                  </a:lnTo>
                  <a:lnTo>
                    <a:pt x="3680729" y="1342934"/>
                  </a:lnTo>
                  <a:lnTo>
                    <a:pt x="3681570" y="1343397"/>
                  </a:lnTo>
                  <a:lnTo>
                    <a:pt x="3682411" y="1343886"/>
                  </a:lnTo>
                  <a:lnTo>
                    <a:pt x="3683252" y="1343778"/>
                  </a:lnTo>
                  <a:lnTo>
                    <a:pt x="3684094" y="1341436"/>
                  </a:lnTo>
                  <a:lnTo>
                    <a:pt x="3684935" y="1338210"/>
                  </a:lnTo>
                  <a:lnTo>
                    <a:pt x="3685776" y="1334201"/>
                  </a:lnTo>
                  <a:lnTo>
                    <a:pt x="3686617" y="1330335"/>
                  </a:lnTo>
                  <a:lnTo>
                    <a:pt x="3687458" y="1325167"/>
                  </a:lnTo>
                  <a:lnTo>
                    <a:pt x="3688300" y="1320071"/>
                  </a:lnTo>
                  <a:lnTo>
                    <a:pt x="3689141" y="1314434"/>
                  </a:lnTo>
                  <a:lnTo>
                    <a:pt x="3689982" y="1309976"/>
                  </a:lnTo>
                  <a:lnTo>
                    <a:pt x="3690823" y="1307120"/>
                  </a:lnTo>
                  <a:lnTo>
                    <a:pt x="3691664" y="1305588"/>
                  </a:lnTo>
                  <a:lnTo>
                    <a:pt x="3692506" y="1305601"/>
                  </a:lnTo>
                  <a:lnTo>
                    <a:pt x="3693347" y="1305591"/>
                  </a:lnTo>
                  <a:lnTo>
                    <a:pt x="3694188" y="1305479"/>
                  </a:lnTo>
                  <a:lnTo>
                    <a:pt x="3695029" y="1304791"/>
                  </a:lnTo>
                  <a:lnTo>
                    <a:pt x="3695870" y="1304384"/>
                  </a:lnTo>
                  <a:lnTo>
                    <a:pt x="3696712" y="1304063"/>
                  </a:lnTo>
                  <a:lnTo>
                    <a:pt x="3697553" y="1303571"/>
                  </a:lnTo>
                  <a:lnTo>
                    <a:pt x="3698394" y="1303125"/>
                  </a:lnTo>
                  <a:lnTo>
                    <a:pt x="3699235" y="1303167"/>
                  </a:lnTo>
                  <a:lnTo>
                    <a:pt x="3700076" y="1302813"/>
                  </a:lnTo>
                  <a:lnTo>
                    <a:pt x="3700918" y="1302263"/>
                  </a:lnTo>
                  <a:lnTo>
                    <a:pt x="3701759" y="1301685"/>
                  </a:lnTo>
                  <a:lnTo>
                    <a:pt x="3702600" y="1301426"/>
                  </a:lnTo>
                  <a:lnTo>
                    <a:pt x="3703441" y="1299979"/>
                  </a:lnTo>
                  <a:lnTo>
                    <a:pt x="3704282" y="1297850"/>
                  </a:lnTo>
                  <a:lnTo>
                    <a:pt x="3705124" y="1295785"/>
                  </a:lnTo>
                  <a:lnTo>
                    <a:pt x="3705965" y="1294206"/>
                  </a:lnTo>
                  <a:lnTo>
                    <a:pt x="3706806" y="1293561"/>
                  </a:lnTo>
                  <a:lnTo>
                    <a:pt x="3707647" y="1293870"/>
                  </a:lnTo>
                  <a:lnTo>
                    <a:pt x="3708488" y="1294549"/>
                  </a:lnTo>
                  <a:lnTo>
                    <a:pt x="3709330" y="1297343"/>
                  </a:lnTo>
                  <a:lnTo>
                    <a:pt x="3710171" y="1299773"/>
                  </a:lnTo>
                  <a:lnTo>
                    <a:pt x="3711012" y="1301738"/>
                  </a:lnTo>
                  <a:lnTo>
                    <a:pt x="3711853" y="1303579"/>
                  </a:lnTo>
                  <a:lnTo>
                    <a:pt x="3712694" y="1305435"/>
                  </a:lnTo>
                  <a:lnTo>
                    <a:pt x="3713536" y="1307248"/>
                  </a:lnTo>
                  <a:lnTo>
                    <a:pt x="3714377" y="1309505"/>
                  </a:lnTo>
                  <a:lnTo>
                    <a:pt x="3715218" y="1311144"/>
                  </a:lnTo>
                  <a:lnTo>
                    <a:pt x="3716059" y="1314612"/>
                  </a:lnTo>
                  <a:lnTo>
                    <a:pt x="3716900" y="1318307"/>
                  </a:lnTo>
                  <a:lnTo>
                    <a:pt x="3717742" y="1322192"/>
                  </a:lnTo>
                  <a:lnTo>
                    <a:pt x="3718583" y="1326721"/>
                  </a:lnTo>
                  <a:lnTo>
                    <a:pt x="3719424" y="1330591"/>
                  </a:lnTo>
                  <a:lnTo>
                    <a:pt x="3720265" y="1334275"/>
                  </a:lnTo>
                  <a:lnTo>
                    <a:pt x="3721106" y="1336875"/>
                  </a:lnTo>
                  <a:lnTo>
                    <a:pt x="3721948" y="1339266"/>
                  </a:lnTo>
                  <a:lnTo>
                    <a:pt x="3722789" y="1340003"/>
                  </a:lnTo>
                  <a:lnTo>
                    <a:pt x="3723630" y="1342059"/>
                  </a:lnTo>
                  <a:lnTo>
                    <a:pt x="3724471" y="1345041"/>
                  </a:lnTo>
                  <a:lnTo>
                    <a:pt x="3725312" y="1349093"/>
                  </a:lnTo>
                  <a:lnTo>
                    <a:pt x="3726154" y="1352309"/>
                  </a:lnTo>
                  <a:lnTo>
                    <a:pt x="3726995" y="1356801"/>
                  </a:lnTo>
                  <a:lnTo>
                    <a:pt x="3727836" y="1361120"/>
                  </a:lnTo>
                  <a:lnTo>
                    <a:pt x="3728677" y="1364966"/>
                  </a:lnTo>
                  <a:lnTo>
                    <a:pt x="3729518" y="1367660"/>
                  </a:lnTo>
                  <a:lnTo>
                    <a:pt x="3730360" y="1369467"/>
                  </a:lnTo>
                  <a:lnTo>
                    <a:pt x="3731201" y="1370934"/>
                  </a:lnTo>
                  <a:lnTo>
                    <a:pt x="3732042" y="1373099"/>
                  </a:lnTo>
                  <a:lnTo>
                    <a:pt x="3732883" y="1375111"/>
                  </a:lnTo>
                  <a:lnTo>
                    <a:pt x="3733724" y="1375842"/>
                  </a:lnTo>
                  <a:lnTo>
                    <a:pt x="3734566" y="1377089"/>
                  </a:lnTo>
                  <a:lnTo>
                    <a:pt x="3735407" y="1377385"/>
                  </a:lnTo>
                  <a:lnTo>
                    <a:pt x="3736248" y="1376904"/>
                  </a:lnTo>
                  <a:lnTo>
                    <a:pt x="3737089" y="1375535"/>
                  </a:lnTo>
                  <a:lnTo>
                    <a:pt x="3737931" y="1375202"/>
                  </a:lnTo>
                  <a:lnTo>
                    <a:pt x="3738772" y="1373514"/>
                  </a:lnTo>
                  <a:lnTo>
                    <a:pt x="3739613" y="1371382"/>
                  </a:lnTo>
                  <a:lnTo>
                    <a:pt x="3740454" y="1372535"/>
                  </a:lnTo>
                  <a:lnTo>
                    <a:pt x="3741295" y="1372430"/>
                  </a:lnTo>
                  <a:lnTo>
                    <a:pt x="3742137" y="1373183"/>
                  </a:lnTo>
                  <a:lnTo>
                    <a:pt x="3742978" y="1374075"/>
                  </a:lnTo>
                  <a:lnTo>
                    <a:pt x="3743819" y="1374625"/>
                  </a:lnTo>
                  <a:lnTo>
                    <a:pt x="3744660" y="1375381"/>
                  </a:lnTo>
                  <a:lnTo>
                    <a:pt x="3745501" y="1375698"/>
                  </a:lnTo>
                  <a:lnTo>
                    <a:pt x="3746343" y="1375331"/>
                  </a:lnTo>
                  <a:lnTo>
                    <a:pt x="3747184" y="1374079"/>
                  </a:lnTo>
                  <a:lnTo>
                    <a:pt x="3748025" y="1372356"/>
                  </a:lnTo>
                  <a:lnTo>
                    <a:pt x="3748866" y="1373043"/>
                  </a:lnTo>
                  <a:lnTo>
                    <a:pt x="3749707" y="1373563"/>
                  </a:lnTo>
                  <a:lnTo>
                    <a:pt x="3750549" y="1373151"/>
                  </a:lnTo>
                  <a:lnTo>
                    <a:pt x="3751390" y="1371909"/>
                  </a:lnTo>
                  <a:lnTo>
                    <a:pt x="3752231" y="1368675"/>
                  </a:lnTo>
                  <a:lnTo>
                    <a:pt x="3753072" y="1364953"/>
                  </a:lnTo>
                  <a:lnTo>
                    <a:pt x="3753913" y="1358231"/>
                  </a:lnTo>
                  <a:lnTo>
                    <a:pt x="3754755" y="1350628"/>
                  </a:lnTo>
                  <a:lnTo>
                    <a:pt x="3755596" y="1337833"/>
                  </a:lnTo>
                  <a:lnTo>
                    <a:pt x="3756437" y="1324984"/>
                  </a:lnTo>
                  <a:lnTo>
                    <a:pt x="3757278" y="1313248"/>
                  </a:lnTo>
                  <a:lnTo>
                    <a:pt x="3758119" y="1302049"/>
                  </a:lnTo>
                  <a:lnTo>
                    <a:pt x="3758961" y="1287578"/>
                  </a:lnTo>
                  <a:lnTo>
                    <a:pt x="3759802" y="1274034"/>
                  </a:lnTo>
                  <a:lnTo>
                    <a:pt x="3760643" y="1261120"/>
                  </a:lnTo>
                  <a:lnTo>
                    <a:pt x="3761484" y="1252032"/>
                  </a:lnTo>
                  <a:lnTo>
                    <a:pt x="3762325" y="1243123"/>
                  </a:lnTo>
                  <a:lnTo>
                    <a:pt x="3763167" y="1234513"/>
                  </a:lnTo>
                  <a:lnTo>
                    <a:pt x="3764008" y="1226785"/>
                  </a:lnTo>
                  <a:lnTo>
                    <a:pt x="3764849" y="1219350"/>
                  </a:lnTo>
                  <a:lnTo>
                    <a:pt x="3765690" y="1211946"/>
                  </a:lnTo>
                  <a:lnTo>
                    <a:pt x="3766531" y="1205772"/>
                  </a:lnTo>
                  <a:lnTo>
                    <a:pt x="3767373" y="1201213"/>
                  </a:lnTo>
                  <a:lnTo>
                    <a:pt x="3768214" y="1198304"/>
                  </a:lnTo>
                  <a:lnTo>
                    <a:pt x="3769055" y="1197378"/>
                  </a:lnTo>
                  <a:lnTo>
                    <a:pt x="3769896" y="1196968"/>
                  </a:lnTo>
                  <a:lnTo>
                    <a:pt x="3770737" y="1196224"/>
                  </a:lnTo>
                  <a:lnTo>
                    <a:pt x="3771579" y="1195367"/>
                  </a:lnTo>
                  <a:lnTo>
                    <a:pt x="3772420" y="1194910"/>
                  </a:lnTo>
                  <a:lnTo>
                    <a:pt x="3773261" y="1194669"/>
                  </a:lnTo>
                  <a:lnTo>
                    <a:pt x="3774102" y="1194965"/>
                  </a:lnTo>
                  <a:lnTo>
                    <a:pt x="3774943" y="1195466"/>
                  </a:lnTo>
                  <a:lnTo>
                    <a:pt x="3775785" y="1196178"/>
                  </a:lnTo>
                  <a:lnTo>
                    <a:pt x="3776626" y="1195289"/>
                  </a:lnTo>
                  <a:lnTo>
                    <a:pt x="3777467" y="1194788"/>
                  </a:lnTo>
                  <a:lnTo>
                    <a:pt x="3778308" y="1194773"/>
                  </a:lnTo>
                  <a:lnTo>
                    <a:pt x="3779149" y="1193899"/>
                  </a:lnTo>
                  <a:lnTo>
                    <a:pt x="3779991" y="1192722"/>
                  </a:lnTo>
                  <a:lnTo>
                    <a:pt x="3780832" y="1192397"/>
                  </a:lnTo>
                  <a:lnTo>
                    <a:pt x="3781673" y="1190083"/>
                  </a:lnTo>
                  <a:lnTo>
                    <a:pt x="3782514" y="1188745"/>
                  </a:lnTo>
                  <a:lnTo>
                    <a:pt x="3783355" y="1187776"/>
                  </a:lnTo>
                  <a:lnTo>
                    <a:pt x="3784197" y="1188284"/>
                  </a:lnTo>
                  <a:lnTo>
                    <a:pt x="3785038" y="1188815"/>
                  </a:lnTo>
                  <a:lnTo>
                    <a:pt x="3785879" y="1189790"/>
                  </a:lnTo>
                  <a:lnTo>
                    <a:pt x="3786720" y="1190004"/>
                  </a:lnTo>
                  <a:lnTo>
                    <a:pt x="3787561" y="1188472"/>
                  </a:lnTo>
                  <a:lnTo>
                    <a:pt x="3788403" y="1186698"/>
                  </a:lnTo>
                  <a:lnTo>
                    <a:pt x="3789244" y="1185078"/>
                  </a:lnTo>
                  <a:lnTo>
                    <a:pt x="3790085" y="1183656"/>
                  </a:lnTo>
                  <a:lnTo>
                    <a:pt x="3790926" y="1182626"/>
                  </a:lnTo>
                  <a:lnTo>
                    <a:pt x="3791767" y="1182446"/>
                  </a:lnTo>
                  <a:lnTo>
                    <a:pt x="3792609" y="1182313"/>
                  </a:lnTo>
                  <a:lnTo>
                    <a:pt x="3793450" y="1182696"/>
                  </a:lnTo>
                  <a:lnTo>
                    <a:pt x="3794291" y="1183583"/>
                  </a:lnTo>
                  <a:lnTo>
                    <a:pt x="3795132" y="1184471"/>
                  </a:lnTo>
                  <a:lnTo>
                    <a:pt x="3795973" y="1184344"/>
                  </a:lnTo>
                  <a:lnTo>
                    <a:pt x="3796815" y="1184623"/>
                  </a:lnTo>
                  <a:lnTo>
                    <a:pt x="3797656" y="1184517"/>
                  </a:lnTo>
                  <a:lnTo>
                    <a:pt x="3798497" y="1184716"/>
                  </a:lnTo>
                  <a:lnTo>
                    <a:pt x="3799338" y="1185211"/>
                  </a:lnTo>
                  <a:lnTo>
                    <a:pt x="3800179" y="1187744"/>
                  </a:lnTo>
                  <a:lnTo>
                    <a:pt x="3801021" y="1191531"/>
                  </a:lnTo>
                  <a:lnTo>
                    <a:pt x="3801862" y="1196437"/>
                  </a:lnTo>
                  <a:lnTo>
                    <a:pt x="3802703" y="1202055"/>
                  </a:lnTo>
                  <a:lnTo>
                    <a:pt x="3803544" y="1207491"/>
                  </a:lnTo>
                  <a:lnTo>
                    <a:pt x="3804385" y="1212760"/>
                  </a:lnTo>
                  <a:lnTo>
                    <a:pt x="3805227" y="1218682"/>
                  </a:lnTo>
                  <a:lnTo>
                    <a:pt x="3806068" y="1223584"/>
                  </a:lnTo>
                  <a:lnTo>
                    <a:pt x="3806909" y="1228320"/>
                  </a:lnTo>
                  <a:lnTo>
                    <a:pt x="3807750" y="1232905"/>
                  </a:lnTo>
                  <a:lnTo>
                    <a:pt x="3808592" y="1237093"/>
                  </a:lnTo>
                  <a:lnTo>
                    <a:pt x="3809433" y="1241579"/>
                  </a:lnTo>
                  <a:lnTo>
                    <a:pt x="3810274" y="1245246"/>
                  </a:lnTo>
                  <a:lnTo>
                    <a:pt x="3811115" y="1249347"/>
                  </a:lnTo>
                  <a:lnTo>
                    <a:pt x="3811956" y="1254780"/>
                  </a:lnTo>
                  <a:lnTo>
                    <a:pt x="3812798" y="1261166"/>
                  </a:lnTo>
                  <a:lnTo>
                    <a:pt x="3813639" y="1268890"/>
                  </a:lnTo>
                  <a:lnTo>
                    <a:pt x="3814480" y="1275165"/>
                  </a:lnTo>
                  <a:lnTo>
                    <a:pt x="3815321" y="1280722"/>
                  </a:lnTo>
                  <a:lnTo>
                    <a:pt x="3816162" y="1285029"/>
                  </a:lnTo>
                  <a:lnTo>
                    <a:pt x="3817004" y="1288356"/>
                  </a:lnTo>
                  <a:lnTo>
                    <a:pt x="3817845" y="1293963"/>
                  </a:lnTo>
                  <a:lnTo>
                    <a:pt x="3818686" y="1299593"/>
                  </a:lnTo>
                  <a:lnTo>
                    <a:pt x="3819527" y="1304834"/>
                  </a:lnTo>
                  <a:lnTo>
                    <a:pt x="3820368" y="1309896"/>
                  </a:lnTo>
                  <a:lnTo>
                    <a:pt x="3821210" y="1314876"/>
                  </a:lnTo>
                  <a:lnTo>
                    <a:pt x="3822051" y="1319284"/>
                  </a:lnTo>
                  <a:lnTo>
                    <a:pt x="3822892" y="1323204"/>
                  </a:lnTo>
                  <a:lnTo>
                    <a:pt x="3823733" y="1325934"/>
                  </a:lnTo>
                  <a:lnTo>
                    <a:pt x="3824574" y="1328161"/>
                  </a:lnTo>
                  <a:lnTo>
                    <a:pt x="3825416" y="1327231"/>
                  </a:lnTo>
                  <a:lnTo>
                    <a:pt x="3826257" y="1322953"/>
                  </a:lnTo>
                  <a:lnTo>
                    <a:pt x="3827098" y="1318648"/>
                  </a:lnTo>
                  <a:lnTo>
                    <a:pt x="3827939" y="1310563"/>
                  </a:lnTo>
                  <a:lnTo>
                    <a:pt x="3828780" y="1299757"/>
                  </a:lnTo>
                  <a:lnTo>
                    <a:pt x="3829622" y="1288550"/>
                  </a:lnTo>
                  <a:lnTo>
                    <a:pt x="3830463" y="1275212"/>
                  </a:lnTo>
                  <a:lnTo>
                    <a:pt x="3831304" y="1261393"/>
                  </a:lnTo>
                  <a:lnTo>
                    <a:pt x="3832145" y="1247706"/>
                  </a:lnTo>
                  <a:lnTo>
                    <a:pt x="3832986" y="1238823"/>
                  </a:lnTo>
                  <a:lnTo>
                    <a:pt x="3833828" y="1229727"/>
                  </a:lnTo>
                  <a:lnTo>
                    <a:pt x="3834669" y="1223562"/>
                  </a:lnTo>
                  <a:lnTo>
                    <a:pt x="3835510" y="1218732"/>
                  </a:lnTo>
                  <a:lnTo>
                    <a:pt x="3836351" y="1214067"/>
                  </a:lnTo>
                  <a:lnTo>
                    <a:pt x="3837192" y="1209442"/>
                  </a:lnTo>
                  <a:lnTo>
                    <a:pt x="3838034" y="1204992"/>
                  </a:lnTo>
                  <a:lnTo>
                    <a:pt x="3838875" y="1200986"/>
                  </a:lnTo>
                  <a:lnTo>
                    <a:pt x="3839716" y="1197969"/>
                  </a:lnTo>
                  <a:lnTo>
                    <a:pt x="3840557" y="1195052"/>
                  </a:lnTo>
                  <a:lnTo>
                    <a:pt x="3841398" y="1192434"/>
                  </a:lnTo>
                  <a:lnTo>
                    <a:pt x="3842240" y="1190176"/>
                  </a:lnTo>
                  <a:lnTo>
                    <a:pt x="3843081" y="1188552"/>
                  </a:lnTo>
                  <a:lnTo>
                    <a:pt x="3843922" y="1187062"/>
                  </a:lnTo>
                  <a:lnTo>
                    <a:pt x="3844763" y="1185763"/>
                  </a:lnTo>
                  <a:lnTo>
                    <a:pt x="3845604" y="1184736"/>
                  </a:lnTo>
                  <a:lnTo>
                    <a:pt x="3846446" y="1183713"/>
                  </a:lnTo>
                  <a:lnTo>
                    <a:pt x="3847287" y="1182742"/>
                  </a:lnTo>
                  <a:lnTo>
                    <a:pt x="3848128" y="1182699"/>
                  </a:lnTo>
                  <a:lnTo>
                    <a:pt x="3848969" y="1182131"/>
                  </a:lnTo>
                  <a:lnTo>
                    <a:pt x="3849810" y="1182315"/>
                  </a:lnTo>
                  <a:lnTo>
                    <a:pt x="3850652" y="1182550"/>
                  </a:lnTo>
                  <a:lnTo>
                    <a:pt x="3851493" y="1182841"/>
                  </a:lnTo>
                  <a:lnTo>
                    <a:pt x="3852334" y="1184931"/>
                  </a:lnTo>
                  <a:lnTo>
                    <a:pt x="3853175" y="1188995"/>
                  </a:lnTo>
                  <a:lnTo>
                    <a:pt x="3854016" y="1194010"/>
                  </a:lnTo>
                  <a:lnTo>
                    <a:pt x="3854858" y="1198347"/>
                  </a:lnTo>
                  <a:lnTo>
                    <a:pt x="3855699" y="1203080"/>
                  </a:lnTo>
                  <a:lnTo>
                    <a:pt x="3856540" y="1207810"/>
                  </a:lnTo>
                  <a:lnTo>
                    <a:pt x="3857381" y="1213072"/>
                  </a:lnTo>
                  <a:lnTo>
                    <a:pt x="3858222" y="1216354"/>
                  </a:lnTo>
                  <a:lnTo>
                    <a:pt x="3859064" y="1218472"/>
                  </a:lnTo>
                  <a:lnTo>
                    <a:pt x="3859905" y="1219733"/>
                  </a:lnTo>
                  <a:lnTo>
                    <a:pt x="3860746" y="1219640"/>
                  </a:lnTo>
                  <a:lnTo>
                    <a:pt x="3861587" y="1218763"/>
                  </a:lnTo>
                  <a:lnTo>
                    <a:pt x="3862428" y="1217305"/>
                  </a:lnTo>
                  <a:lnTo>
                    <a:pt x="3863270" y="1216521"/>
                  </a:lnTo>
                  <a:lnTo>
                    <a:pt x="3864111" y="1216084"/>
                  </a:lnTo>
                  <a:lnTo>
                    <a:pt x="3864952" y="1215648"/>
                  </a:lnTo>
                  <a:lnTo>
                    <a:pt x="3865793" y="1215290"/>
                  </a:lnTo>
                  <a:lnTo>
                    <a:pt x="3866634" y="1214979"/>
                  </a:lnTo>
                  <a:lnTo>
                    <a:pt x="3867476" y="1214509"/>
                  </a:lnTo>
                  <a:lnTo>
                    <a:pt x="3868317" y="1214433"/>
                  </a:lnTo>
                  <a:lnTo>
                    <a:pt x="3869158" y="1214597"/>
                  </a:lnTo>
                  <a:lnTo>
                    <a:pt x="3869999" y="1214628"/>
                  </a:lnTo>
                  <a:lnTo>
                    <a:pt x="3870840" y="1214645"/>
                  </a:lnTo>
                  <a:lnTo>
                    <a:pt x="3871682" y="1215234"/>
                  </a:lnTo>
                  <a:lnTo>
                    <a:pt x="3872523" y="1215956"/>
                  </a:lnTo>
                  <a:lnTo>
                    <a:pt x="3873364" y="1217269"/>
                  </a:lnTo>
                  <a:lnTo>
                    <a:pt x="3874205" y="1218527"/>
                  </a:lnTo>
                  <a:lnTo>
                    <a:pt x="3875046" y="1219402"/>
                  </a:lnTo>
                  <a:lnTo>
                    <a:pt x="3875888" y="1220386"/>
                  </a:lnTo>
                  <a:lnTo>
                    <a:pt x="3876729" y="1221364"/>
                  </a:lnTo>
                  <a:lnTo>
                    <a:pt x="3877570" y="1221755"/>
                  </a:lnTo>
                  <a:lnTo>
                    <a:pt x="3878411" y="1222224"/>
                  </a:lnTo>
                  <a:lnTo>
                    <a:pt x="3879253" y="1223238"/>
                  </a:lnTo>
                  <a:lnTo>
                    <a:pt x="3880094" y="1224137"/>
                  </a:lnTo>
                  <a:lnTo>
                    <a:pt x="3880935" y="1224911"/>
                  </a:lnTo>
                  <a:lnTo>
                    <a:pt x="3881776" y="1225674"/>
                  </a:lnTo>
                  <a:lnTo>
                    <a:pt x="3882617" y="1225020"/>
                  </a:lnTo>
                  <a:lnTo>
                    <a:pt x="3883459" y="1223710"/>
                  </a:lnTo>
                  <a:lnTo>
                    <a:pt x="3884300" y="1221002"/>
                  </a:lnTo>
                  <a:lnTo>
                    <a:pt x="3885141" y="1219527"/>
                  </a:lnTo>
                  <a:lnTo>
                    <a:pt x="3885982" y="1217760"/>
                  </a:lnTo>
                  <a:lnTo>
                    <a:pt x="3886823" y="1215635"/>
                  </a:lnTo>
                  <a:lnTo>
                    <a:pt x="3887665" y="1213741"/>
                  </a:lnTo>
                  <a:lnTo>
                    <a:pt x="3888506" y="1211545"/>
                  </a:lnTo>
                  <a:lnTo>
                    <a:pt x="3889347" y="1210322"/>
                  </a:lnTo>
                  <a:lnTo>
                    <a:pt x="3890188" y="1209481"/>
                  </a:lnTo>
                  <a:lnTo>
                    <a:pt x="3891029" y="1210761"/>
                  </a:lnTo>
                  <a:lnTo>
                    <a:pt x="3891871" y="1211126"/>
                  </a:lnTo>
                  <a:lnTo>
                    <a:pt x="3892712" y="1211289"/>
                  </a:lnTo>
                  <a:lnTo>
                    <a:pt x="3893553" y="1210786"/>
                  </a:lnTo>
                  <a:lnTo>
                    <a:pt x="3894394" y="1210240"/>
                  </a:lnTo>
                  <a:lnTo>
                    <a:pt x="3895235" y="1210130"/>
                  </a:lnTo>
                  <a:lnTo>
                    <a:pt x="3896077" y="1209977"/>
                  </a:lnTo>
                  <a:lnTo>
                    <a:pt x="3896918" y="1210257"/>
                  </a:lnTo>
                  <a:lnTo>
                    <a:pt x="3897759" y="1210885"/>
                  </a:lnTo>
                  <a:lnTo>
                    <a:pt x="3898600" y="1211554"/>
                  </a:lnTo>
                  <a:lnTo>
                    <a:pt x="3899441" y="1212196"/>
                  </a:lnTo>
                  <a:lnTo>
                    <a:pt x="3900283" y="1211111"/>
                  </a:lnTo>
                  <a:lnTo>
                    <a:pt x="3901124" y="1210506"/>
                  </a:lnTo>
                  <a:lnTo>
                    <a:pt x="3901965" y="1210634"/>
                  </a:lnTo>
                  <a:lnTo>
                    <a:pt x="3902806" y="1211098"/>
                  </a:lnTo>
                  <a:lnTo>
                    <a:pt x="3903647" y="1212367"/>
                  </a:lnTo>
                  <a:lnTo>
                    <a:pt x="3904489" y="1213939"/>
                  </a:lnTo>
                  <a:lnTo>
                    <a:pt x="3905330" y="1216359"/>
                  </a:lnTo>
                  <a:lnTo>
                    <a:pt x="3906171" y="1217327"/>
                  </a:lnTo>
                  <a:lnTo>
                    <a:pt x="3907012" y="1219040"/>
                  </a:lnTo>
                  <a:lnTo>
                    <a:pt x="3907853" y="1221591"/>
                  </a:lnTo>
                  <a:lnTo>
                    <a:pt x="3908695" y="1222859"/>
                  </a:lnTo>
                  <a:lnTo>
                    <a:pt x="3909536" y="1224562"/>
                  </a:lnTo>
                  <a:lnTo>
                    <a:pt x="3910377" y="1225197"/>
                  </a:lnTo>
                  <a:lnTo>
                    <a:pt x="3911218" y="1226311"/>
                  </a:lnTo>
                  <a:lnTo>
                    <a:pt x="3912059" y="1228152"/>
                  </a:lnTo>
                  <a:lnTo>
                    <a:pt x="3912901" y="1230526"/>
                  </a:lnTo>
                  <a:lnTo>
                    <a:pt x="3913742" y="1233459"/>
                  </a:lnTo>
                  <a:lnTo>
                    <a:pt x="3914583" y="1236537"/>
                  </a:lnTo>
                  <a:lnTo>
                    <a:pt x="3915424" y="1240072"/>
                  </a:lnTo>
                  <a:lnTo>
                    <a:pt x="3916265" y="1244449"/>
                  </a:lnTo>
                  <a:lnTo>
                    <a:pt x="3917107" y="1248842"/>
                  </a:lnTo>
                  <a:lnTo>
                    <a:pt x="3917948" y="1252899"/>
                  </a:lnTo>
                  <a:lnTo>
                    <a:pt x="3918789" y="1257704"/>
                  </a:lnTo>
                  <a:lnTo>
                    <a:pt x="3919630" y="1262647"/>
                  </a:lnTo>
                  <a:lnTo>
                    <a:pt x="3920471" y="1269743"/>
                  </a:lnTo>
                  <a:lnTo>
                    <a:pt x="3921313" y="1275828"/>
                  </a:lnTo>
                  <a:lnTo>
                    <a:pt x="3922154" y="1284889"/>
                  </a:lnTo>
                  <a:lnTo>
                    <a:pt x="3922995" y="1294946"/>
                  </a:lnTo>
                  <a:lnTo>
                    <a:pt x="3923836" y="1310377"/>
                  </a:lnTo>
                  <a:lnTo>
                    <a:pt x="3924677" y="1326439"/>
                  </a:lnTo>
                  <a:lnTo>
                    <a:pt x="3925519" y="1341699"/>
                  </a:lnTo>
                  <a:lnTo>
                    <a:pt x="3926360" y="1356393"/>
                  </a:lnTo>
                  <a:lnTo>
                    <a:pt x="3927201" y="1375186"/>
                  </a:lnTo>
                  <a:lnTo>
                    <a:pt x="3928042" y="1393486"/>
                  </a:lnTo>
                  <a:lnTo>
                    <a:pt x="3928883" y="1411101"/>
                  </a:lnTo>
                  <a:lnTo>
                    <a:pt x="3929725" y="1424549"/>
                  </a:lnTo>
                  <a:lnTo>
                    <a:pt x="3930566" y="1437629"/>
                  </a:lnTo>
                  <a:lnTo>
                    <a:pt x="3931407" y="1450143"/>
                  </a:lnTo>
                  <a:lnTo>
                    <a:pt x="3932248" y="1461267"/>
                  </a:lnTo>
                  <a:lnTo>
                    <a:pt x="3933089" y="1471794"/>
                  </a:lnTo>
                  <a:lnTo>
                    <a:pt x="3933931" y="1482198"/>
                  </a:lnTo>
                  <a:lnTo>
                    <a:pt x="3934772" y="1491563"/>
                  </a:lnTo>
                  <a:lnTo>
                    <a:pt x="3935613" y="1499533"/>
                  </a:lnTo>
                  <a:lnTo>
                    <a:pt x="3936454" y="1506262"/>
                  </a:lnTo>
                  <a:lnTo>
                    <a:pt x="3937295" y="1511784"/>
                  </a:lnTo>
                  <a:lnTo>
                    <a:pt x="3938137" y="1517101"/>
                  </a:lnTo>
                  <a:lnTo>
                    <a:pt x="3938978" y="1523117"/>
                  </a:lnTo>
                  <a:lnTo>
                    <a:pt x="3939819" y="1529033"/>
                  </a:lnTo>
                  <a:lnTo>
                    <a:pt x="3940660" y="1534868"/>
                  </a:lnTo>
                  <a:lnTo>
                    <a:pt x="3941501" y="1540312"/>
                  </a:lnTo>
                  <a:lnTo>
                    <a:pt x="3942343" y="1544756"/>
                  </a:lnTo>
                  <a:lnTo>
                    <a:pt x="3943184" y="1548213"/>
                  </a:lnTo>
                  <a:lnTo>
                    <a:pt x="3944025" y="1551132"/>
                  </a:lnTo>
                  <a:lnTo>
                    <a:pt x="3944866" y="1555667"/>
                  </a:lnTo>
                  <a:lnTo>
                    <a:pt x="3945707" y="1559883"/>
                  </a:lnTo>
                  <a:lnTo>
                    <a:pt x="3946549" y="1563727"/>
                  </a:lnTo>
                  <a:lnTo>
                    <a:pt x="3947390" y="1568246"/>
                  </a:lnTo>
                  <a:lnTo>
                    <a:pt x="3948231" y="1573162"/>
                  </a:lnTo>
                  <a:lnTo>
                    <a:pt x="3949072" y="1576214"/>
                  </a:lnTo>
                  <a:lnTo>
                    <a:pt x="3949914" y="1579207"/>
                  </a:lnTo>
                  <a:lnTo>
                    <a:pt x="3950755" y="1580102"/>
                  </a:lnTo>
                  <a:lnTo>
                    <a:pt x="3951596" y="1580652"/>
                  </a:lnTo>
                  <a:lnTo>
                    <a:pt x="3952437" y="1581018"/>
                  </a:lnTo>
                  <a:lnTo>
                    <a:pt x="3953278" y="1580719"/>
                  </a:lnTo>
                  <a:lnTo>
                    <a:pt x="3954120" y="1580798"/>
                  </a:lnTo>
                  <a:lnTo>
                    <a:pt x="3954961" y="1580644"/>
                  </a:lnTo>
                  <a:lnTo>
                    <a:pt x="3955802" y="1581414"/>
                  </a:lnTo>
                  <a:lnTo>
                    <a:pt x="3956643" y="1581969"/>
                  </a:lnTo>
                  <a:lnTo>
                    <a:pt x="3957484" y="1583033"/>
                  </a:lnTo>
                  <a:lnTo>
                    <a:pt x="3958326" y="1584163"/>
                  </a:lnTo>
                  <a:lnTo>
                    <a:pt x="3959167" y="1584763"/>
                  </a:lnTo>
                  <a:lnTo>
                    <a:pt x="3960008" y="1584319"/>
                  </a:lnTo>
                  <a:lnTo>
                    <a:pt x="3960849" y="1583477"/>
                  </a:lnTo>
                  <a:lnTo>
                    <a:pt x="3961690" y="1582134"/>
                  </a:lnTo>
                  <a:lnTo>
                    <a:pt x="3962532" y="1580676"/>
                  </a:lnTo>
                  <a:lnTo>
                    <a:pt x="3963373" y="1579407"/>
                  </a:lnTo>
                  <a:lnTo>
                    <a:pt x="3964214" y="1579175"/>
                  </a:lnTo>
                  <a:lnTo>
                    <a:pt x="3965055" y="1578857"/>
                  </a:lnTo>
                  <a:lnTo>
                    <a:pt x="3965896" y="1579177"/>
                  </a:lnTo>
                  <a:lnTo>
                    <a:pt x="3966738" y="1579267"/>
                  </a:lnTo>
                  <a:lnTo>
                    <a:pt x="3967579" y="1579585"/>
                  </a:lnTo>
                  <a:lnTo>
                    <a:pt x="3968420" y="1578381"/>
                  </a:lnTo>
                  <a:lnTo>
                    <a:pt x="3969261" y="1576771"/>
                  </a:lnTo>
                  <a:lnTo>
                    <a:pt x="3970102" y="1574131"/>
                  </a:lnTo>
                  <a:lnTo>
                    <a:pt x="3970944" y="1571237"/>
                  </a:lnTo>
                  <a:lnTo>
                    <a:pt x="3971785" y="1568274"/>
                  </a:lnTo>
                  <a:lnTo>
                    <a:pt x="3972626" y="1565949"/>
                  </a:lnTo>
                  <a:lnTo>
                    <a:pt x="3973467" y="1563604"/>
                  </a:lnTo>
                  <a:lnTo>
                    <a:pt x="3974308" y="1563028"/>
                  </a:lnTo>
                  <a:lnTo>
                    <a:pt x="3975150" y="1562963"/>
                  </a:lnTo>
                  <a:lnTo>
                    <a:pt x="3975991" y="1563791"/>
                  </a:lnTo>
                  <a:lnTo>
                    <a:pt x="3976832" y="1565166"/>
                  </a:lnTo>
                  <a:lnTo>
                    <a:pt x="3977673" y="1567151"/>
                  </a:lnTo>
                  <a:lnTo>
                    <a:pt x="3978514" y="1568520"/>
                  </a:lnTo>
                  <a:lnTo>
                    <a:pt x="3979356" y="1569932"/>
                  </a:lnTo>
                  <a:lnTo>
                    <a:pt x="3980197" y="1569694"/>
                  </a:lnTo>
                  <a:lnTo>
                    <a:pt x="3981038" y="1568975"/>
                  </a:lnTo>
                  <a:lnTo>
                    <a:pt x="3981879" y="1568678"/>
                  </a:lnTo>
                  <a:lnTo>
                    <a:pt x="3982720" y="1569229"/>
                  </a:lnTo>
                  <a:lnTo>
                    <a:pt x="3983562" y="1569516"/>
                  </a:lnTo>
                  <a:lnTo>
                    <a:pt x="3984403" y="1569949"/>
                  </a:lnTo>
                  <a:lnTo>
                    <a:pt x="3985244" y="1570356"/>
                  </a:lnTo>
                  <a:lnTo>
                    <a:pt x="3986085" y="1570650"/>
                  </a:lnTo>
                  <a:lnTo>
                    <a:pt x="3986926" y="1570155"/>
                  </a:lnTo>
                  <a:lnTo>
                    <a:pt x="3987768" y="1569656"/>
                  </a:lnTo>
                  <a:lnTo>
                    <a:pt x="3988609" y="1569115"/>
                  </a:lnTo>
                  <a:lnTo>
                    <a:pt x="3989450" y="1567986"/>
                  </a:lnTo>
                  <a:lnTo>
                    <a:pt x="3990291" y="1566929"/>
                  </a:lnTo>
                  <a:lnTo>
                    <a:pt x="3991132" y="1565025"/>
                  </a:lnTo>
                  <a:lnTo>
                    <a:pt x="3991974" y="1564303"/>
                  </a:lnTo>
                  <a:lnTo>
                    <a:pt x="3992815" y="1563286"/>
                  </a:lnTo>
                  <a:lnTo>
                    <a:pt x="3993656" y="1564596"/>
                  </a:lnTo>
                  <a:lnTo>
                    <a:pt x="3994497" y="1567864"/>
                  </a:lnTo>
                  <a:lnTo>
                    <a:pt x="3995338" y="1571535"/>
                  </a:lnTo>
                  <a:lnTo>
                    <a:pt x="3996180" y="1579558"/>
                  </a:lnTo>
                  <a:lnTo>
                    <a:pt x="3997021" y="1589917"/>
                  </a:lnTo>
                  <a:lnTo>
                    <a:pt x="3997862" y="1601779"/>
                  </a:lnTo>
                  <a:lnTo>
                    <a:pt x="3998703" y="1615041"/>
                  </a:lnTo>
                  <a:lnTo>
                    <a:pt x="3999544" y="1629176"/>
                  </a:lnTo>
                  <a:lnTo>
                    <a:pt x="4000386" y="1643000"/>
                  </a:lnTo>
                  <a:lnTo>
                    <a:pt x="4001227" y="1652626"/>
                  </a:lnTo>
                  <a:lnTo>
                    <a:pt x="4002068" y="1662641"/>
                  </a:lnTo>
                  <a:lnTo>
                    <a:pt x="4002909" y="1669318"/>
                  </a:lnTo>
                  <a:lnTo>
                    <a:pt x="4003750" y="1674114"/>
                  </a:lnTo>
                  <a:lnTo>
                    <a:pt x="4004592" y="1678179"/>
                  </a:lnTo>
                  <a:lnTo>
                    <a:pt x="4005433" y="1681751"/>
                  </a:lnTo>
                  <a:lnTo>
                    <a:pt x="4006274" y="1684585"/>
                  </a:lnTo>
                  <a:lnTo>
                    <a:pt x="4007115" y="1687134"/>
                  </a:lnTo>
                  <a:lnTo>
                    <a:pt x="4007956" y="1688853"/>
                  </a:lnTo>
                  <a:lnTo>
                    <a:pt x="4008798" y="1690020"/>
                  </a:lnTo>
                  <a:lnTo>
                    <a:pt x="4009639" y="1690744"/>
                  </a:lnTo>
                  <a:lnTo>
                    <a:pt x="4010480" y="1691024"/>
                  </a:lnTo>
                  <a:lnTo>
                    <a:pt x="4011321" y="1690715"/>
                  </a:lnTo>
                  <a:lnTo>
                    <a:pt x="4012162" y="1690442"/>
                  </a:lnTo>
                  <a:lnTo>
                    <a:pt x="4013004" y="1689579"/>
                  </a:lnTo>
                  <a:lnTo>
                    <a:pt x="4013845" y="1688730"/>
                  </a:lnTo>
                  <a:lnTo>
                    <a:pt x="4014686" y="1685425"/>
                  </a:lnTo>
                  <a:lnTo>
                    <a:pt x="4015527" y="1682868"/>
                  </a:lnTo>
                  <a:lnTo>
                    <a:pt x="4016368" y="1677763"/>
                  </a:lnTo>
                  <a:lnTo>
                    <a:pt x="4017210" y="1673349"/>
                  </a:lnTo>
                  <a:lnTo>
                    <a:pt x="4018051" y="1668282"/>
                  </a:lnTo>
                  <a:lnTo>
                    <a:pt x="4018892" y="1663823"/>
                  </a:lnTo>
                  <a:lnTo>
                    <a:pt x="4019733" y="1662140"/>
                  </a:lnTo>
                  <a:lnTo>
                    <a:pt x="4020575" y="1661448"/>
                  </a:lnTo>
                  <a:lnTo>
                    <a:pt x="4021416" y="1659600"/>
                  </a:lnTo>
                  <a:lnTo>
                    <a:pt x="4022257" y="1657997"/>
                  </a:lnTo>
                  <a:lnTo>
                    <a:pt x="4023098" y="1656150"/>
                  </a:lnTo>
                  <a:lnTo>
                    <a:pt x="4023939" y="1654232"/>
                  </a:lnTo>
                  <a:lnTo>
                    <a:pt x="4024781" y="1650894"/>
                  </a:lnTo>
                  <a:lnTo>
                    <a:pt x="4025622" y="1647069"/>
                  </a:lnTo>
                  <a:lnTo>
                    <a:pt x="4026463" y="1644622"/>
                  </a:lnTo>
                  <a:lnTo>
                    <a:pt x="4027304" y="1642179"/>
                  </a:lnTo>
                  <a:lnTo>
                    <a:pt x="4028145" y="1641125"/>
                  </a:lnTo>
                  <a:lnTo>
                    <a:pt x="4028987" y="1639575"/>
                  </a:lnTo>
                  <a:lnTo>
                    <a:pt x="4029828" y="1638897"/>
                  </a:lnTo>
                  <a:lnTo>
                    <a:pt x="4030669" y="1637747"/>
                  </a:lnTo>
                  <a:lnTo>
                    <a:pt x="4031510" y="1635987"/>
                  </a:lnTo>
                  <a:lnTo>
                    <a:pt x="4032351" y="1633079"/>
                  </a:lnTo>
                  <a:lnTo>
                    <a:pt x="4033193" y="1630144"/>
                  </a:lnTo>
                  <a:lnTo>
                    <a:pt x="4034034" y="1627045"/>
                  </a:lnTo>
                  <a:lnTo>
                    <a:pt x="4034875" y="1624728"/>
                  </a:lnTo>
                  <a:lnTo>
                    <a:pt x="4035716" y="1622211"/>
                  </a:lnTo>
                  <a:lnTo>
                    <a:pt x="4036557" y="1620226"/>
                  </a:lnTo>
                  <a:lnTo>
                    <a:pt x="4037399" y="1617938"/>
                  </a:lnTo>
                  <a:lnTo>
                    <a:pt x="4038240" y="1615545"/>
                  </a:lnTo>
                  <a:lnTo>
                    <a:pt x="4039081" y="1613189"/>
                  </a:lnTo>
                  <a:lnTo>
                    <a:pt x="4039922" y="1610235"/>
                  </a:lnTo>
                  <a:lnTo>
                    <a:pt x="4040763" y="1606843"/>
                  </a:lnTo>
                  <a:lnTo>
                    <a:pt x="4041605" y="1603212"/>
                  </a:lnTo>
                  <a:lnTo>
                    <a:pt x="4042446" y="1598645"/>
                  </a:lnTo>
                  <a:lnTo>
                    <a:pt x="4043287" y="1594227"/>
                  </a:lnTo>
                  <a:lnTo>
                    <a:pt x="4044128" y="1591554"/>
                  </a:lnTo>
                  <a:lnTo>
                    <a:pt x="4044969" y="1590123"/>
                  </a:lnTo>
                  <a:lnTo>
                    <a:pt x="4045811" y="1589081"/>
                  </a:lnTo>
                  <a:lnTo>
                    <a:pt x="4046652" y="1590146"/>
                  </a:lnTo>
                  <a:lnTo>
                    <a:pt x="4047493" y="1591126"/>
                  </a:lnTo>
                  <a:lnTo>
                    <a:pt x="4048334" y="1592207"/>
                  </a:lnTo>
                  <a:lnTo>
                    <a:pt x="4049175" y="1593240"/>
                  </a:lnTo>
                  <a:lnTo>
                    <a:pt x="4050017" y="1594959"/>
                  </a:lnTo>
                  <a:lnTo>
                    <a:pt x="4050858" y="1597614"/>
                  </a:lnTo>
                  <a:lnTo>
                    <a:pt x="4051699" y="1600492"/>
                  </a:lnTo>
                  <a:lnTo>
                    <a:pt x="4052540" y="1603632"/>
                  </a:lnTo>
                  <a:lnTo>
                    <a:pt x="4053381" y="1606514"/>
                  </a:lnTo>
                  <a:lnTo>
                    <a:pt x="4054223" y="1609069"/>
                  </a:lnTo>
                  <a:lnTo>
                    <a:pt x="4055064" y="1612454"/>
                  </a:lnTo>
                  <a:lnTo>
                    <a:pt x="4055905" y="1616167"/>
                  </a:lnTo>
                  <a:lnTo>
                    <a:pt x="4056746" y="1619637"/>
                  </a:lnTo>
                  <a:lnTo>
                    <a:pt x="4057587" y="1623019"/>
                  </a:lnTo>
                  <a:lnTo>
                    <a:pt x="4058429" y="1625736"/>
                  </a:lnTo>
                  <a:lnTo>
                    <a:pt x="4059270" y="1627807"/>
                  </a:lnTo>
                  <a:lnTo>
                    <a:pt x="4060111" y="1629845"/>
                  </a:lnTo>
                  <a:lnTo>
                    <a:pt x="4060952" y="1631388"/>
                  </a:lnTo>
                  <a:lnTo>
                    <a:pt x="4061793" y="1632987"/>
                  </a:lnTo>
                  <a:lnTo>
                    <a:pt x="4062635" y="1633721"/>
                  </a:lnTo>
                  <a:lnTo>
                    <a:pt x="4063476" y="1633947"/>
                  </a:lnTo>
                  <a:lnTo>
                    <a:pt x="4064317" y="1634176"/>
                  </a:lnTo>
                  <a:lnTo>
                    <a:pt x="4065158" y="1634268"/>
                  </a:lnTo>
                  <a:lnTo>
                    <a:pt x="4065999" y="1634509"/>
                  </a:lnTo>
                  <a:lnTo>
                    <a:pt x="4066841" y="1635288"/>
                  </a:lnTo>
                  <a:lnTo>
                    <a:pt x="4067682" y="1635439"/>
                  </a:lnTo>
                  <a:lnTo>
                    <a:pt x="4068523" y="1635375"/>
                  </a:lnTo>
                  <a:lnTo>
                    <a:pt x="4069364" y="1634426"/>
                  </a:lnTo>
                  <a:lnTo>
                    <a:pt x="4070205" y="1632864"/>
                  </a:lnTo>
                  <a:lnTo>
                    <a:pt x="4071047" y="1631712"/>
                  </a:lnTo>
                  <a:lnTo>
                    <a:pt x="4071888" y="1630663"/>
                  </a:lnTo>
                  <a:lnTo>
                    <a:pt x="4072729" y="1628673"/>
                  </a:lnTo>
                  <a:lnTo>
                    <a:pt x="4073570" y="1625707"/>
                  </a:lnTo>
                  <a:lnTo>
                    <a:pt x="4074411" y="1622713"/>
                  </a:lnTo>
                  <a:lnTo>
                    <a:pt x="4075253" y="1620235"/>
                  </a:lnTo>
                  <a:lnTo>
                    <a:pt x="4076094" y="1617607"/>
                  </a:lnTo>
                  <a:lnTo>
                    <a:pt x="4076935" y="1613989"/>
                  </a:lnTo>
                  <a:lnTo>
                    <a:pt x="4077776" y="1610784"/>
                  </a:lnTo>
                  <a:lnTo>
                    <a:pt x="4078617" y="1607526"/>
                  </a:lnTo>
                  <a:lnTo>
                    <a:pt x="4079459" y="1604238"/>
                  </a:lnTo>
                  <a:lnTo>
                    <a:pt x="4080300" y="1600619"/>
                  </a:lnTo>
                  <a:lnTo>
                    <a:pt x="4081141" y="1596861"/>
                  </a:lnTo>
                  <a:lnTo>
                    <a:pt x="4081982" y="1591625"/>
                  </a:lnTo>
                  <a:lnTo>
                    <a:pt x="4082823" y="1585420"/>
                  </a:lnTo>
                  <a:lnTo>
                    <a:pt x="4083665" y="1579356"/>
                  </a:lnTo>
                  <a:lnTo>
                    <a:pt x="4084506" y="1572073"/>
                  </a:lnTo>
                  <a:lnTo>
                    <a:pt x="4085347" y="1562181"/>
                  </a:lnTo>
                  <a:lnTo>
                    <a:pt x="4086188" y="1556419"/>
                  </a:lnTo>
                  <a:lnTo>
                    <a:pt x="4087029" y="1549880"/>
                  </a:lnTo>
                  <a:lnTo>
                    <a:pt x="4087871" y="1543378"/>
                  </a:lnTo>
                  <a:lnTo>
                    <a:pt x="4088712" y="1535651"/>
                  </a:lnTo>
                  <a:lnTo>
                    <a:pt x="4089553" y="1530391"/>
                  </a:lnTo>
                  <a:lnTo>
                    <a:pt x="4090394" y="1524119"/>
                  </a:lnTo>
                  <a:lnTo>
                    <a:pt x="4091236" y="1516867"/>
                  </a:lnTo>
                  <a:lnTo>
                    <a:pt x="4092077" y="1508120"/>
                  </a:lnTo>
                  <a:lnTo>
                    <a:pt x="4092918" y="1498277"/>
                  </a:lnTo>
                  <a:lnTo>
                    <a:pt x="4093759" y="1488317"/>
                  </a:lnTo>
                  <a:lnTo>
                    <a:pt x="4094600" y="1477531"/>
                  </a:lnTo>
                  <a:lnTo>
                    <a:pt x="4095442" y="1465625"/>
                  </a:lnTo>
                  <a:lnTo>
                    <a:pt x="4096283" y="1453320"/>
                  </a:lnTo>
                  <a:lnTo>
                    <a:pt x="4097124" y="1441329"/>
                  </a:lnTo>
                  <a:lnTo>
                    <a:pt x="4097965" y="1429598"/>
                  </a:lnTo>
                  <a:lnTo>
                    <a:pt x="4098806" y="1418206"/>
                  </a:lnTo>
                  <a:lnTo>
                    <a:pt x="4099648" y="1406855"/>
                  </a:lnTo>
                  <a:lnTo>
                    <a:pt x="4100489" y="1395563"/>
                  </a:lnTo>
                  <a:lnTo>
                    <a:pt x="4101330" y="1382412"/>
                  </a:lnTo>
                  <a:lnTo>
                    <a:pt x="4102171" y="1369652"/>
                  </a:lnTo>
                  <a:lnTo>
                    <a:pt x="4103012" y="1352537"/>
                  </a:lnTo>
                  <a:lnTo>
                    <a:pt x="4103854" y="1334783"/>
                  </a:lnTo>
                  <a:lnTo>
                    <a:pt x="4104695" y="1312746"/>
                  </a:lnTo>
                  <a:lnTo>
                    <a:pt x="4105536" y="1291370"/>
                  </a:lnTo>
                  <a:lnTo>
                    <a:pt x="4106377" y="1269394"/>
                  </a:lnTo>
                  <a:lnTo>
                    <a:pt x="4107218" y="1248163"/>
                  </a:lnTo>
                  <a:lnTo>
                    <a:pt x="4108060" y="1227942"/>
                  </a:lnTo>
                  <a:lnTo>
                    <a:pt x="4108901" y="1207538"/>
                  </a:lnTo>
                  <a:lnTo>
                    <a:pt x="4109742" y="1184993"/>
                  </a:lnTo>
                  <a:lnTo>
                    <a:pt x="4110583" y="1162143"/>
                  </a:lnTo>
                  <a:lnTo>
                    <a:pt x="4111424" y="1139241"/>
                  </a:lnTo>
                  <a:lnTo>
                    <a:pt x="4112266" y="1121770"/>
                  </a:lnTo>
                  <a:lnTo>
                    <a:pt x="4113107" y="1104530"/>
                  </a:lnTo>
                  <a:lnTo>
                    <a:pt x="4113948" y="1087277"/>
                  </a:lnTo>
                  <a:lnTo>
                    <a:pt x="4114789" y="1069924"/>
                  </a:lnTo>
                  <a:lnTo>
                    <a:pt x="4115630" y="1053047"/>
                  </a:lnTo>
                  <a:lnTo>
                    <a:pt x="4116472" y="1036123"/>
                  </a:lnTo>
                  <a:lnTo>
                    <a:pt x="4117313" y="1019693"/>
                  </a:lnTo>
                  <a:lnTo>
                    <a:pt x="4118154" y="1003751"/>
                  </a:lnTo>
                  <a:lnTo>
                    <a:pt x="4118995" y="988644"/>
                  </a:lnTo>
                  <a:lnTo>
                    <a:pt x="4119836" y="973023"/>
                  </a:lnTo>
                  <a:lnTo>
                    <a:pt x="4120678" y="956617"/>
                  </a:lnTo>
                  <a:lnTo>
                    <a:pt x="4121519" y="941658"/>
                  </a:lnTo>
                  <a:lnTo>
                    <a:pt x="4122360" y="930748"/>
                  </a:lnTo>
                  <a:lnTo>
                    <a:pt x="4123201" y="920799"/>
                  </a:lnTo>
                  <a:lnTo>
                    <a:pt x="4124042" y="910773"/>
                  </a:lnTo>
                  <a:lnTo>
                    <a:pt x="4124884" y="901658"/>
                  </a:lnTo>
                  <a:lnTo>
                    <a:pt x="4125725" y="892105"/>
                  </a:lnTo>
                  <a:lnTo>
                    <a:pt x="4126566" y="878561"/>
                  </a:lnTo>
                  <a:lnTo>
                    <a:pt x="4127407" y="865569"/>
                  </a:lnTo>
                  <a:lnTo>
                    <a:pt x="4128248" y="853263"/>
                  </a:lnTo>
                  <a:lnTo>
                    <a:pt x="4129090" y="841696"/>
                  </a:lnTo>
                  <a:lnTo>
                    <a:pt x="4129931" y="830903"/>
                  </a:lnTo>
                  <a:lnTo>
                    <a:pt x="4130772" y="820732"/>
                  </a:lnTo>
                  <a:lnTo>
                    <a:pt x="4131613" y="810717"/>
                  </a:lnTo>
                  <a:lnTo>
                    <a:pt x="4132454" y="800995"/>
                  </a:lnTo>
                  <a:lnTo>
                    <a:pt x="4133296" y="790684"/>
                  </a:lnTo>
                  <a:lnTo>
                    <a:pt x="4134137" y="779753"/>
                  </a:lnTo>
                  <a:lnTo>
                    <a:pt x="4134978" y="767405"/>
                  </a:lnTo>
                  <a:lnTo>
                    <a:pt x="4135819" y="754632"/>
                  </a:lnTo>
                  <a:lnTo>
                    <a:pt x="4136660" y="742812"/>
                  </a:lnTo>
                  <a:lnTo>
                    <a:pt x="4137502" y="730354"/>
                  </a:lnTo>
                  <a:lnTo>
                    <a:pt x="4138343" y="720032"/>
                  </a:lnTo>
                  <a:lnTo>
                    <a:pt x="4139184" y="710596"/>
                  </a:lnTo>
                  <a:lnTo>
                    <a:pt x="4140025" y="701036"/>
                  </a:lnTo>
                  <a:lnTo>
                    <a:pt x="4140866" y="690453"/>
                  </a:lnTo>
                  <a:lnTo>
                    <a:pt x="4141708" y="679231"/>
                  </a:lnTo>
                  <a:lnTo>
                    <a:pt x="4142549" y="666872"/>
                  </a:lnTo>
                  <a:lnTo>
                    <a:pt x="4143390" y="653520"/>
                  </a:lnTo>
                  <a:lnTo>
                    <a:pt x="4144231" y="639931"/>
                  </a:lnTo>
                  <a:lnTo>
                    <a:pt x="4145072" y="626815"/>
                  </a:lnTo>
                  <a:lnTo>
                    <a:pt x="4145914" y="614687"/>
                  </a:lnTo>
                  <a:lnTo>
                    <a:pt x="4146755" y="603283"/>
                  </a:lnTo>
                  <a:lnTo>
                    <a:pt x="4147596" y="592901"/>
                  </a:lnTo>
                  <a:lnTo>
                    <a:pt x="4148437" y="582859"/>
                  </a:lnTo>
                  <a:lnTo>
                    <a:pt x="4149278" y="572624"/>
                  </a:lnTo>
                  <a:lnTo>
                    <a:pt x="4150120" y="562872"/>
                  </a:lnTo>
                  <a:lnTo>
                    <a:pt x="4150961" y="547527"/>
                  </a:lnTo>
                  <a:lnTo>
                    <a:pt x="4151802" y="532461"/>
                  </a:lnTo>
                  <a:lnTo>
                    <a:pt x="4152643" y="518606"/>
                  </a:lnTo>
                  <a:lnTo>
                    <a:pt x="4153484" y="506433"/>
                  </a:lnTo>
                  <a:lnTo>
                    <a:pt x="4154326" y="495313"/>
                  </a:lnTo>
                  <a:lnTo>
                    <a:pt x="4155167" y="485099"/>
                  </a:lnTo>
                  <a:lnTo>
                    <a:pt x="4156008" y="475704"/>
                  </a:lnTo>
                  <a:lnTo>
                    <a:pt x="4156849" y="466354"/>
                  </a:lnTo>
                  <a:lnTo>
                    <a:pt x="4157690" y="458272"/>
                  </a:lnTo>
                  <a:lnTo>
                    <a:pt x="4158532" y="454291"/>
                  </a:lnTo>
                  <a:lnTo>
                    <a:pt x="4159373" y="450989"/>
                  </a:lnTo>
                  <a:lnTo>
                    <a:pt x="4160214" y="449355"/>
                  </a:lnTo>
                  <a:lnTo>
                    <a:pt x="4161055" y="446956"/>
                  </a:lnTo>
                  <a:lnTo>
                    <a:pt x="4161896" y="443889"/>
                  </a:lnTo>
                  <a:lnTo>
                    <a:pt x="4162738" y="441149"/>
                  </a:lnTo>
                  <a:lnTo>
                    <a:pt x="4163579" y="438787"/>
                  </a:lnTo>
                  <a:lnTo>
                    <a:pt x="4164420" y="436680"/>
                  </a:lnTo>
                  <a:lnTo>
                    <a:pt x="4165261" y="432624"/>
                  </a:lnTo>
                  <a:lnTo>
                    <a:pt x="4166103" y="427429"/>
                  </a:lnTo>
                  <a:lnTo>
                    <a:pt x="4166944" y="423643"/>
                  </a:lnTo>
                  <a:lnTo>
                    <a:pt x="4167785" y="419007"/>
                  </a:lnTo>
                  <a:lnTo>
                    <a:pt x="4168626" y="415352"/>
                  </a:lnTo>
                  <a:lnTo>
                    <a:pt x="4169467" y="411462"/>
                  </a:lnTo>
                  <a:lnTo>
                    <a:pt x="4170309" y="406877"/>
                  </a:lnTo>
                  <a:lnTo>
                    <a:pt x="4171150" y="401630"/>
                  </a:lnTo>
                  <a:lnTo>
                    <a:pt x="4171991" y="396571"/>
                  </a:lnTo>
                  <a:lnTo>
                    <a:pt x="4172832" y="389813"/>
                  </a:lnTo>
                  <a:lnTo>
                    <a:pt x="4173673" y="383974"/>
                  </a:lnTo>
                  <a:lnTo>
                    <a:pt x="4174515" y="380998"/>
                  </a:lnTo>
                  <a:lnTo>
                    <a:pt x="4175356" y="377852"/>
                  </a:lnTo>
                  <a:lnTo>
                    <a:pt x="4176197" y="374130"/>
                  </a:lnTo>
                  <a:lnTo>
                    <a:pt x="4177038" y="370347"/>
                  </a:lnTo>
                  <a:lnTo>
                    <a:pt x="4177879" y="367340"/>
                  </a:lnTo>
                  <a:lnTo>
                    <a:pt x="4178721" y="365038"/>
                  </a:lnTo>
                  <a:lnTo>
                    <a:pt x="4179562" y="363242"/>
                  </a:lnTo>
                  <a:lnTo>
                    <a:pt x="4180403" y="360202"/>
                  </a:lnTo>
                  <a:lnTo>
                    <a:pt x="4181244" y="357838"/>
                  </a:lnTo>
                  <a:lnTo>
                    <a:pt x="4182085" y="352745"/>
                  </a:lnTo>
                  <a:lnTo>
                    <a:pt x="4182927" y="349358"/>
                  </a:lnTo>
                  <a:lnTo>
                    <a:pt x="4183768" y="344231"/>
                  </a:lnTo>
                  <a:lnTo>
                    <a:pt x="4184609" y="340625"/>
                  </a:lnTo>
                  <a:lnTo>
                    <a:pt x="4185450" y="336963"/>
                  </a:lnTo>
                  <a:lnTo>
                    <a:pt x="4186291" y="333267"/>
                  </a:lnTo>
                  <a:lnTo>
                    <a:pt x="4187133" y="328610"/>
                  </a:lnTo>
                  <a:lnTo>
                    <a:pt x="4187974" y="321733"/>
                  </a:lnTo>
                  <a:lnTo>
                    <a:pt x="4188815" y="313669"/>
                  </a:lnTo>
                  <a:lnTo>
                    <a:pt x="4189656" y="301169"/>
                  </a:lnTo>
                  <a:lnTo>
                    <a:pt x="4190497" y="291130"/>
                  </a:lnTo>
                  <a:lnTo>
                    <a:pt x="4191339" y="280555"/>
                  </a:lnTo>
                  <a:lnTo>
                    <a:pt x="4192180" y="270094"/>
                  </a:lnTo>
                  <a:lnTo>
                    <a:pt x="4193021" y="260907"/>
                  </a:lnTo>
                  <a:lnTo>
                    <a:pt x="4193862" y="252410"/>
                  </a:lnTo>
                  <a:lnTo>
                    <a:pt x="4194703" y="243780"/>
                  </a:lnTo>
                  <a:lnTo>
                    <a:pt x="4195545" y="235386"/>
                  </a:lnTo>
                  <a:lnTo>
                    <a:pt x="4196386" y="226879"/>
                  </a:lnTo>
                  <a:lnTo>
                    <a:pt x="4197227" y="219125"/>
                  </a:lnTo>
                  <a:lnTo>
                    <a:pt x="4198068" y="211275"/>
                  </a:lnTo>
                  <a:lnTo>
                    <a:pt x="4198909" y="204186"/>
                  </a:lnTo>
                  <a:lnTo>
                    <a:pt x="4199751" y="197241"/>
                  </a:lnTo>
                  <a:lnTo>
                    <a:pt x="4200592" y="194244"/>
                  </a:lnTo>
                  <a:lnTo>
                    <a:pt x="4201433" y="193176"/>
                  </a:lnTo>
                  <a:lnTo>
                    <a:pt x="4202274" y="191629"/>
                  </a:lnTo>
                  <a:lnTo>
                    <a:pt x="4203115" y="189907"/>
                  </a:lnTo>
                  <a:lnTo>
                    <a:pt x="4203957" y="188362"/>
                  </a:lnTo>
                  <a:lnTo>
                    <a:pt x="4204798" y="186133"/>
                  </a:lnTo>
                  <a:lnTo>
                    <a:pt x="4205639" y="182021"/>
                  </a:lnTo>
                  <a:lnTo>
                    <a:pt x="4206480" y="177415"/>
                  </a:lnTo>
                  <a:lnTo>
                    <a:pt x="4207321" y="174381"/>
                  </a:lnTo>
                  <a:lnTo>
                    <a:pt x="4208163" y="171428"/>
                  </a:lnTo>
                  <a:lnTo>
                    <a:pt x="4209004" y="168345"/>
                  </a:lnTo>
                  <a:lnTo>
                    <a:pt x="4209845" y="164961"/>
                  </a:lnTo>
                  <a:lnTo>
                    <a:pt x="4210686" y="162404"/>
                  </a:lnTo>
                  <a:lnTo>
                    <a:pt x="4211527" y="160091"/>
                  </a:lnTo>
                  <a:lnTo>
                    <a:pt x="4212369" y="156754"/>
                  </a:lnTo>
                  <a:lnTo>
                    <a:pt x="4213210" y="151053"/>
                  </a:lnTo>
                  <a:lnTo>
                    <a:pt x="4214051" y="145295"/>
                  </a:lnTo>
                  <a:lnTo>
                    <a:pt x="4214892" y="135863"/>
                  </a:lnTo>
                  <a:lnTo>
                    <a:pt x="4215733" y="126937"/>
                  </a:lnTo>
                  <a:lnTo>
                    <a:pt x="4216575" y="118835"/>
                  </a:lnTo>
                  <a:lnTo>
                    <a:pt x="4217416" y="110500"/>
                  </a:lnTo>
                  <a:lnTo>
                    <a:pt x="4218257" y="101461"/>
                  </a:lnTo>
                  <a:lnTo>
                    <a:pt x="4219098" y="92794"/>
                  </a:lnTo>
                  <a:lnTo>
                    <a:pt x="4219939" y="84421"/>
                  </a:lnTo>
                  <a:lnTo>
                    <a:pt x="4220781" y="72212"/>
                  </a:lnTo>
                  <a:lnTo>
                    <a:pt x="4221622" y="61330"/>
                  </a:lnTo>
                  <a:lnTo>
                    <a:pt x="4222463" y="51980"/>
                  </a:lnTo>
                  <a:lnTo>
                    <a:pt x="4223304" y="43568"/>
                  </a:lnTo>
                  <a:lnTo>
                    <a:pt x="4224145" y="35147"/>
                  </a:lnTo>
                  <a:lnTo>
                    <a:pt x="4224987" y="27534"/>
                  </a:lnTo>
                  <a:lnTo>
                    <a:pt x="4225828" y="20634"/>
                  </a:lnTo>
                  <a:lnTo>
                    <a:pt x="4226669" y="14336"/>
                  </a:lnTo>
                  <a:lnTo>
                    <a:pt x="4227510" y="9011"/>
                  </a:lnTo>
                  <a:lnTo>
                    <a:pt x="4228351" y="4776"/>
                  </a:lnTo>
                  <a:lnTo>
                    <a:pt x="4229193" y="1346"/>
                  </a:lnTo>
                  <a:lnTo>
                    <a:pt x="4230034" y="0"/>
                  </a:lnTo>
                  <a:lnTo>
                    <a:pt x="4230034" y="0"/>
                  </a:lnTo>
                  <a:lnTo>
                    <a:pt x="4230875" y="944"/>
                  </a:lnTo>
                  <a:lnTo>
                    <a:pt x="4231716" y="2840"/>
                  </a:lnTo>
                  <a:lnTo>
                    <a:pt x="4232557" y="5552"/>
                  </a:lnTo>
                  <a:lnTo>
                    <a:pt x="4233399" y="8789"/>
                  </a:lnTo>
                  <a:lnTo>
                    <a:pt x="4234240" y="12341"/>
                  </a:lnTo>
                  <a:lnTo>
                    <a:pt x="4235081" y="16035"/>
                  </a:lnTo>
                  <a:lnTo>
                    <a:pt x="4235922" y="20066"/>
                  </a:lnTo>
                  <a:lnTo>
                    <a:pt x="4236764" y="24990"/>
                  </a:lnTo>
                  <a:lnTo>
                    <a:pt x="4237605" y="30404"/>
                  </a:lnTo>
                  <a:lnTo>
                    <a:pt x="4238446" y="36631"/>
                  </a:lnTo>
                  <a:lnTo>
                    <a:pt x="4239287" y="43182"/>
                  </a:lnTo>
                  <a:lnTo>
                    <a:pt x="4240128" y="49434"/>
                  </a:lnTo>
                  <a:lnTo>
                    <a:pt x="4240970" y="56552"/>
                  </a:lnTo>
                  <a:lnTo>
                    <a:pt x="4241811" y="64641"/>
                  </a:lnTo>
                  <a:lnTo>
                    <a:pt x="4242652" y="73259"/>
                  </a:lnTo>
                  <a:lnTo>
                    <a:pt x="4243493" y="81703"/>
                  </a:lnTo>
                  <a:lnTo>
                    <a:pt x="4244334" y="90128"/>
                  </a:lnTo>
                  <a:lnTo>
                    <a:pt x="4245176" y="99382"/>
                  </a:lnTo>
                  <a:lnTo>
                    <a:pt x="4246017" y="108504"/>
                  </a:lnTo>
                  <a:lnTo>
                    <a:pt x="4246858" y="117289"/>
                  </a:lnTo>
                  <a:lnTo>
                    <a:pt x="4247699" y="125602"/>
                  </a:lnTo>
                  <a:lnTo>
                    <a:pt x="4248540" y="133877"/>
                  </a:lnTo>
                  <a:lnTo>
                    <a:pt x="4249382" y="141595"/>
                  </a:lnTo>
                  <a:lnTo>
                    <a:pt x="4250223" y="150124"/>
                  </a:lnTo>
                  <a:lnTo>
                    <a:pt x="4251064" y="159228"/>
                  </a:lnTo>
                  <a:lnTo>
                    <a:pt x="4251905" y="168311"/>
                  </a:lnTo>
                  <a:lnTo>
                    <a:pt x="4252746" y="177979"/>
                  </a:lnTo>
                  <a:lnTo>
                    <a:pt x="4253588" y="189987"/>
                  </a:lnTo>
                  <a:lnTo>
                    <a:pt x="4254429" y="196853"/>
                  </a:lnTo>
                  <a:lnTo>
                    <a:pt x="4255270" y="203072"/>
                  </a:lnTo>
                  <a:lnTo>
                    <a:pt x="4256111" y="209019"/>
                  </a:lnTo>
                  <a:lnTo>
                    <a:pt x="4256952" y="214772"/>
                  </a:lnTo>
                  <a:lnTo>
                    <a:pt x="4257794" y="218243"/>
                  </a:lnTo>
                  <a:lnTo>
                    <a:pt x="4258635" y="221888"/>
                  </a:lnTo>
                  <a:lnTo>
                    <a:pt x="4259476" y="225951"/>
                  </a:lnTo>
                  <a:lnTo>
                    <a:pt x="4260317" y="230532"/>
                  </a:lnTo>
                  <a:lnTo>
                    <a:pt x="4261158" y="235647"/>
                  </a:lnTo>
                  <a:lnTo>
                    <a:pt x="4262000" y="240621"/>
                  </a:lnTo>
                  <a:lnTo>
                    <a:pt x="4262841" y="246542"/>
                  </a:lnTo>
                  <a:lnTo>
                    <a:pt x="4263682" y="253162"/>
                  </a:lnTo>
                  <a:lnTo>
                    <a:pt x="4264523" y="259427"/>
                  </a:lnTo>
                  <a:lnTo>
                    <a:pt x="4265364" y="264591"/>
                  </a:lnTo>
                  <a:lnTo>
                    <a:pt x="4266206" y="270635"/>
                  </a:lnTo>
                  <a:lnTo>
                    <a:pt x="4267047" y="276550"/>
                  </a:lnTo>
                  <a:lnTo>
                    <a:pt x="4267888" y="283472"/>
                  </a:lnTo>
                  <a:lnTo>
                    <a:pt x="4268729" y="290289"/>
                  </a:lnTo>
                  <a:lnTo>
                    <a:pt x="4269570" y="299757"/>
                  </a:lnTo>
                  <a:lnTo>
                    <a:pt x="4270412" y="309113"/>
                  </a:lnTo>
                  <a:lnTo>
                    <a:pt x="4271253" y="323008"/>
                  </a:lnTo>
                  <a:lnTo>
                    <a:pt x="4272094" y="338081"/>
                  </a:lnTo>
                  <a:lnTo>
                    <a:pt x="4272935" y="357930"/>
                  </a:lnTo>
                  <a:lnTo>
                    <a:pt x="4273776" y="377239"/>
                  </a:lnTo>
                  <a:lnTo>
                    <a:pt x="4274618" y="397073"/>
                  </a:lnTo>
                  <a:lnTo>
                    <a:pt x="4275459" y="415220"/>
                  </a:lnTo>
                  <a:lnTo>
                    <a:pt x="4276300" y="431347"/>
                  </a:lnTo>
                  <a:lnTo>
                    <a:pt x="4277141" y="447011"/>
                  </a:lnTo>
                  <a:lnTo>
                    <a:pt x="4277982" y="464535"/>
                  </a:lnTo>
                  <a:lnTo>
                    <a:pt x="4278824" y="481923"/>
                  </a:lnTo>
                  <a:lnTo>
                    <a:pt x="4279665" y="498710"/>
                  </a:lnTo>
                  <a:lnTo>
                    <a:pt x="4280506" y="509731"/>
                  </a:lnTo>
                  <a:lnTo>
                    <a:pt x="4281347" y="522172"/>
                  </a:lnTo>
                  <a:lnTo>
                    <a:pt x="4282188" y="534083"/>
                  </a:lnTo>
                  <a:lnTo>
                    <a:pt x="4283030" y="545588"/>
                  </a:lnTo>
                  <a:lnTo>
                    <a:pt x="4283871" y="557981"/>
                  </a:lnTo>
                  <a:lnTo>
                    <a:pt x="4284712" y="570701"/>
                  </a:lnTo>
                  <a:lnTo>
                    <a:pt x="4285553" y="582742"/>
                  </a:lnTo>
                  <a:lnTo>
                    <a:pt x="4286394" y="595024"/>
                  </a:lnTo>
                  <a:lnTo>
                    <a:pt x="4287236" y="606531"/>
                  </a:lnTo>
                  <a:lnTo>
                    <a:pt x="4288077" y="618637"/>
                  </a:lnTo>
                  <a:lnTo>
                    <a:pt x="4288918" y="631818"/>
                  </a:lnTo>
                  <a:lnTo>
                    <a:pt x="4289759" y="644734"/>
                  </a:lnTo>
                  <a:lnTo>
                    <a:pt x="4290600" y="652920"/>
                  </a:lnTo>
                  <a:lnTo>
                    <a:pt x="4291442" y="660565"/>
                  </a:lnTo>
                  <a:lnTo>
                    <a:pt x="4292283" y="668080"/>
                  </a:lnTo>
                  <a:lnTo>
                    <a:pt x="4293124" y="675455"/>
                  </a:lnTo>
                  <a:lnTo>
                    <a:pt x="4293965" y="682586"/>
                  </a:lnTo>
                  <a:lnTo>
                    <a:pt x="4294806" y="693566"/>
                  </a:lnTo>
                  <a:lnTo>
                    <a:pt x="4295648" y="704041"/>
                  </a:lnTo>
                  <a:lnTo>
                    <a:pt x="4296489" y="713764"/>
                  </a:lnTo>
                  <a:lnTo>
                    <a:pt x="4297330" y="723362"/>
                  </a:lnTo>
                  <a:lnTo>
                    <a:pt x="4298171" y="730908"/>
                  </a:lnTo>
                  <a:lnTo>
                    <a:pt x="4299012" y="735888"/>
                  </a:lnTo>
                  <a:lnTo>
                    <a:pt x="4299854" y="741002"/>
                  </a:lnTo>
                  <a:lnTo>
                    <a:pt x="4300695" y="746032"/>
                  </a:lnTo>
                  <a:lnTo>
                    <a:pt x="4301536" y="750315"/>
                  </a:lnTo>
                  <a:lnTo>
                    <a:pt x="4302377" y="754675"/>
                  </a:lnTo>
                  <a:lnTo>
                    <a:pt x="4303218" y="760561"/>
                  </a:lnTo>
                  <a:lnTo>
                    <a:pt x="4304060" y="767197"/>
                  </a:lnTo>
                  <a:lnTo>
                    <a:pt x="4304901" y="773496"/>
                  </a:lnTo>
                  <a:lnTo>
                    <a:pt x="4305742" y="780098"/>
                  </a:lnTo>
                  <a:lnTo>
                    <a:pt x="4306583" y="786268"/>
                  </a:lnTo>
                  <a:lnTo>
                    <a:pt x="4307425" y="791567"/>
                  </a:lnTo>
                  <a:lnTo>
                    <a:pt x="4308266" y="798716"/>
                  </a:lnTo>
                  <a:lnTo>
                    <a:pt x="4309107" y="806770"/>
                  </a:lnTo>
                  <a:lnTo>
                    <a:pt x="4309948" y="817907"/>
                  </a:lnTo>
                  <a:lnTo>
                    <a:pt x="4310789" y="829539"/>
                  </a:lnTo>
                  <a:lnTo>
                    <a:pt x="4311631" y="841992"/>
                  </a:lnTo>
                  <a:lnTo>
                    <a:pt x="4312472" y="855049"/>
                  </a:lnTo>
                  <a:lnTo>
                    <a:pt x="4313313" y="867802"/>
                  </a:lnTo>
                  <a:lnTo>
                    <a:pt x="4314154" y="880151"/>
                  </a:lnTo>
                  <a:lnTo>
                    <a:pt x="4314995" y="891674"/>
                  </a:lnTo>
                  <a:lnTo>
                    <a:pt x="4315837" y="902307"/>
                  </a:lnTo>
                  <a:lnTo>
                    <a:pt x="4316678" y="912639"/>
                  </a:lnTo>
                  <a:lnTo>
                    <a:pt x="4317519" y="923185"/>
                  </a:lnTo>
                  <a:lnTo>
                    <a:pt x="4318360" y="933553"/>
                  </a:lnTo>
                  <a:lnTo>
                    <a:pt x="4319201" y="949414"/>
                  </a:lnTo>
                  <a:lnTo>
                    <a:pt x="4320043" y="965352"/>
                  </a:lnTo>
                  <a:lnTo>
                    <a:pt x="4320884" y="980270"/>
                  </a:lnTo>
                  <a:lnTo>
                    <a:pt x="4321725" y="994060"/>
                  </a:lnTo>
                  <a:lnTo>
                    <a:pt x="4322566" y="1006891"/>
                  </a:lnTo>
                  <a:lnTo>
                    <a:pt x="4323407" y="1018939"/>
                  </a:lnTo>
                  <a:lnTo>
                    <a:pt x="4324249" y="1031035"/>
                  </a:lnTo>
                  <a:lnTo>
                    <a:pt x="4325090" y="1042881"/>
                  </a:lnTo>
                  <a:lnTo>
                    <a:pt x="4325931" y="1053590"/>
                  </a:lnTo>
                  <a:lnTo>
                    <a:pt x="4326772" y="1059348"/>
                  </a:lnTo>
                  <a:lnTo>
                    <a:pt x="4327613" y="1064410"/>
                  </a:lnTo>
                  <a:lnTo>
                    <a:pt x="4328455" y="1068050"/>
                  </a:lnTo>
                  <a:lnTo>
                    <a:pt x="4329296" y="1072156"/>
                  </a:lnTo>
                  <a:lnTo>
                    <a:pt x="4330137" y="1076644"/>
                  </a:lnTo>
                  <a:lnTo>
                    <a:pt x="4330978" y="1081079"/>
                  </a:lnTo>
                  <a:lnTo>
                    <a:pt x="4331819" y="1084942"/>
                  </a:lnTo>
                  <a:lnTo>
                    <a:pt x="4332661" y="1089139"/>
                  </a:lnTo>
                  <a:lnTo>
                    <a:pt x="4333502" y="1094300"/>
                  </a:lnTo>
                  <a:lnTo>
                    <a:pt x="4334343" y="1100107"/>
                  </a:lnTo>
                  <a:lnTo>
                    <a:pt x="4335184" y="1103176"/>
                  </a:lnTo>
                  <a:lnTo>
                    <a:pt x="4336025" y="1107004"/>
                  </a:lnTo>
                  <a:lnTo>
                    <a:pt x="4336867" y="1109551"/>
                  </a:lnTo>
                  <a:lnTo>
                    <a:pt x="4337708" y="1110451"/>
                  </a:lnTo>
                  <a:lnTo>
                    <a:pt x="4338549" y="1111310"/>
                  </a:lnTo>
                  <a:lnTo>
                    <a:pt x="4339390" y="1112422"/>
                  </a:lnTo>
                  <a:lnTo>
                    <a:pt x="4340231" y="1109702"/>
                  </a:lnTo>
                  <a:lnTo>
                    <a:pt x="4341073" y="1108806"/>
                  </a:lnTo>
                  <a:lnTo>
                    <a:pt x="4341914" y="1107291"/>
                  </a:lnTo>
                  <a:lnTo>
                    <a:pt x="4342755" y="1098730"/>
                  </a:lnTo>
                  <a:lnTo>
                    <a:pt x="4343596" y="1089457"/>
                  </a:lnTo>
                  <a:lnTo>
                    <a:pt x="4344437" y="1080122"/>
                  </a:lnTo>
                  <a:lnTo>
                    <a:pt x="4345279" y="1070520"/>
                  </a:lnTo>
                  <a:lnTo>
                    <a:pt x="4346120" y="1064344"/>
                  </a:lnTo>
                  <a:lnTo>
                    <a:pt x="4346961" y="1057395"/>
                  </a:lnTo>
                  <a:lnTo>
                    <a:pt x="4347802" y="1049912"/>
                  </a:lnTo>
                  <a:lnTo>
                    <a:pt x="4348643" y="1043123"/>
                  </a:lnTo>
                  <a:lnTo>
                    <a:pt x="4349485" y="1036003"/>
                  </a:lnTo>
                  <a:lnTo>
                    <a:pt x="4350326" y="1031355"/>
                  </a:lnTo>
                  <a:lnTo>
                    <a:pt x="4351167" y="1027205"/>
                  </a:lnTo>
                  <a:lnTo>
                    <a:pt x="4352008" y="1027654"/>
                  </a:lnTo>
                  <a:lnTo>
                    <a:pt x="4352849" y="1028527"/>
                  </a:lnTo>
                  <a:lnTo>
                    <a:pt x="4353691" y="1028565"/>
                  </a:lnTo>
                  <a:lnTo>
                    <a:pt x="4354532" y="1027946"/>
                  </a:lnTo>
                  <a:lnTo>
                    <a:pt x="4355373" y="1027624"/>
                  </a:lnTo>
                  <a:lnTo>
                    <a:pt x="4356214" y="1027904"/>
                  </a:lnTo>
                  <a:lnTo>
                    <a:pt x="4357055" y="1028534"/>
                  </a:lnTo>
                  <a:lnTo>
                    <a:pt x="4357897" y="1034105"/>
                  </a:lnTo>
                  <a:lnTo>
                    <a:pt x="4358738" y="1037461"/>
                  </a:lnTo>
                  <a:lnTo>
                    <a:pt x="4359579" y="1042185"/>
                  </a:lnTo>
                  <a:lnTo>
                    <a:pt x="4360420" y="1044024"/>
                  </a:lnTo>
                  <a:lnTo>
                    <a:pt x="4361261" y="1046691"/>
                  </a:lnTo>
                  <a:lnTo>
                    <a:pt x="4362103" y="1049126"/>
                  </a:lnTo>
                  <a:lnTo>
                    <a:pt x="4362944" y="1051190"/>
                  </a:lnTo>
                  <a:lnTo>
                    <a:pt x="4363785" y="1053709"/>
                  </a:lnTo>
                  <a:lnTo>
                    <a:pt x="4364626" y="1056024"/>
                  </a:lnTo>
                  <a:lnTo>
                    <a:pt x="4365467" y="1058181"/>
                  </a:lnTo>
                  <a:lnTo>
                    <a:pt x="4366309" y="1056207"/>
                  </a:lnTo>
                  <a:lnTo>
                    <a:pt x="4367150" y="1054827"/>
                  </a:lnTo>
                  <a:lnTo>
                    <a:pt x="4367991" y="1054389"/>
                  </a:lnTo>
                  <a:lnTo>
                    <a:pt x="4368832" y="1054629"/>
                  </a:lnTo>
                  <a:lnTo>
                    <a:pt x="4369673" y="1053131"/>
                  </a:lnTo>
                  <a:lnTo>
                    <a:pt x="4370515" y="1052481"/>
                  </a:lnTo>
                  <a:lnTo>
                    <a:pt x="4371356" y="1051191"/>
                  </a:lnTo>
                  <a:lnTo>
                    <a:pt x="4372197" y="1049248"/>
                  </a:lnTo>
                  <a:lnTo>
                    <a:pt x="4373038" y="1047405"/>
                  </a:lnTo>
                  <a:lnTo>
                    <a:pt x="4373879" y="1050077"/>
                  </a:lnTo>
                  <a:lnTo>
                    <a:pt x="4374721" y="1053575"/>
                  </a:lnTo>
                  <a:lnTo>
                    <a:pt x="4375562" y="1055792"/>
                  </a:lnTo>
                  <a:lnTo>
                    <a:pt x="4376403" y="1058643"/>
                  </a:lnTo>
                  <a:lnTo>
                    <a:pt x="4377244" y="1062254"/>
                  </a:lnTo>
                  <a:lnTo>
                    <a:pt x="4378086" y="1066430"/>
                  </a:lnTo>
                  <a:lnTo>
                    <a:pt x="4378927" y="1070900"/>
                  </a:lnTo>
                  <a:lnTo>
                    <a:pt x="4379768" y="1075569"/>
                  </a:lnTo>
                  <a:lnTo>
                    <a:pt x="4380609" y="1080207"/>
                  </a:lnTo>
                  <a:lnTo>
                    <a:pt x="4381450" y="1087010"/>
                  </a:lnTo>
                  <a:lnTo>
                    <a:pt x="4382292" y="1094614"/>
                  </a:lnTo>
                  <a:lnTo>
                    <a:pt x="4383133" y="1104781"/>
                  </a:lnTo>
                  <a:lnTo>
                    <a:pt x="4383974" y="1113884"/>
                  </a:lnTo>
                  <a:lnTo>
                    <a:pt x="4384815" y="1123668"/>
                  </a:lnTo>
                  <a:lnTo>
                    <a:pt x="4385656" y="1134425"/>
                  </a:lnTo>
                  <a:lnTo>
                    <a:pt x="4386498" y="1145788"/>
                  </a:lnTo>
                  <a:lnTo>
                    <a:pt x="4387339" y="1157073"/>
                  </a:lnTo>
                  <a:lnTo>
                    <a:pt x="4388180" y="1168361"/>
                  </a:lnTo>
                  <a:lnTo>
                    <a:pt x="4389021" y="1182875"/>
                  </a:lnTo>
                  <a:lnTo>
                    <a:pt x="4389862" y="1193274"/>
                  </a:lnTo>
                  <a:lnTo>
                    <a:pt x="4390704" y="1204017"/>
                  </a:lnTo>
                  <a:lnTo>
                    <a:pt x="4391545" y="1213839"/>
                  </a:lnTo>
                  <a:lnTo>
                    <a:pt x="4392386" y="1222833"/>
                  </a:lnTo>
                  <a:lnTo>
                    <a:pt x="4393227" y="1232263"/>
                  </a:lnTo>
                  <a:lnTo>
                    <a:pt x="4394068" y="1240430"/>
                  </a:lnTo>
                  <a:lnTo>
                    <a:pt x="4394910" y="1247508"/>
                  </a:lnTo>
                  <a:lnTo>
                    <a:pt x="4395751" y="1254025"/>
                  </a:lnTo>
                  <a:lnTo>
                    <a:pt x="4396592" y="1258716"/>
                  </a:lnTo>
                  <a:lnTo>
                    <a:pt x="4397433" y="1261419"/>
                  </a:lnTo>
                  <a:lnTo>
                    <a:pt x="4398274" y="1261189"/>
                  </a:lnTo>
                  <a:lnTo>
                    <a:pt x="4399116" y="1258547"/>
                  </a:lnTo>
                  <a:lnTo>
                    <a:pt x="4399957" y="1255093"/>
                  </a:lnTo>
                  <a:lnTo>
                    <a:pt x="4400798" y="1250193"/>
                  </a:lnTo>
                  <a:lnTo>
                    <a:pt x="4401639" y="1245052"/>
                  </a:lnTo>
                  <a:lnTo>
                    <a:pt x="4402480" y="1238965"/>
                  </a:lnTo>
                  <a:lnTo>
                    <a:pt x="4403322" y="1231382"/>
                  </a:lnTo>
                  <a:lnTo>
                    <a:pt x="4404163" y="1223648"/>
                  </a:lnTo>
                  <a:lnTo>
                    <a:pt x="4405004" y="1214882"/>
                  </a:lnTo>
                  <a:lnTo>
                    <a:pt x="4405845" y="1205732"/>
                  </a:lnTo>
                  <a:lnTo>
                    <a:pt x="4406686" y="1195988"/>
                  </a:lnTo>
                  <a:lnTo>
                    <a:pt x="4407528" y="1185863"/>
                  </a:lnTo>
                  <a:lnTo>
                    <a:pt x="4408369" y="1176056"/>
                  </a:lnTo>
                  <a:lnTo>
                    <a:pt x="4409210" y="1166712"/>
                  </a:lnTo>
                  <a:lnTo>
                    <a:pt x="4410051" y="1157070"/>
                  </a:lnTo>
                  <a:lnTo>
                    <a:pt x="4410892" y="1147421"/>
                  </a:lnTo>
                  <a:lnTo>
                    <a:pt x="4411734" y="1137943"/>
                  </a:lnTo>
                  <a:lnTo>
                    <a:pt x="4412575" y="1126092"/>
                  </a:lnTo>
                  <a:lnTo>
                    <a:pt x="4413416" y="1114094"/>
                  </a:lnTo>
                  <a:lnTo>
                    <a:pt x="4414257" y="1102405"/>
                  </a:lnTo>
                  <a:lnTo>
                    <a:pt x="4415098" y="1091464"/>
                  </a:lnTo>
                  <a:lnTo>
                    <a:pt x="4415940" y="1082794"/>
                  </a:lnTo>
                  <a:lnTo>
                    <a:pt x="4416781" y="1075413"/>
                  </a:lnTo>
                  <a:lnTo>
                    <a:pt x="4417622" y="1068034"/>
                  </a:lnTo>
                  <a:lnTo>
                    <a:pt x="4418463" y="1061389"/>
                  </a:lnTo>
                  <a:lnTo>
                    <a:pt x="4419304" y="1056799"/>
                  </a:lnTo>
                  <a:lnTo>
                    <a:pt x="4420146" y="1051617"/>
                  </a:lnTo>
                  <a:lnTo>
                    <a:pt x="4420987" y="1046302"/>
                  </a:lnTo>
                  <a:lnTo>
                    <a:pt x="4421828" y="1041274"/>
                  </a:lnTo>
                  <a:lnTo>
                    <a:pt x="4422669" y="1037415"/>
                  </a:lnTo>
                  <a:lnTo>
                    <a:pt x="4423510" y="1034393"/>
                  </a:lnTo>
                  <a:lnTo>
                    <a:pt x="4424352" y="1032003"/>
                  </a:lnTo>
                  <a:lnTo>
                    <a:pt x="4425193" y="1030518"/>
                  </a:lnTo>
                  <a:lnTo>
                    <a:pt x="4426034" y="1029654"/>
                  </a:lnTo>
                  <a:lnTo>
                    <a:pt x="4426875" y="1029270"/>
                  </a:lnTo>
                  <a:lnTo>
                    <a:pt x="4427716" y="1029399"/>
                  </a:lnTo>
                  <a:lnTo>
                    <a:pt x="4428558" y="1028389"/>
                  </a:lnTo>
                  <a:lnTo>
                    <a:pt x="4429399" y="1027443"/>
                  </a:lnTo>
                  <a:lnTo>
                    <a:pt x="4430240" y="1026297"/>
                  </a:lnTo>
                  <a:lnTo>
                    <a:pt x="4431081" y="1024869"/>
                  </a:lnTo>
                  <a:lnTo>
                    <a:pt x="4431922" y="1023282"/>
                  </a:lnTo>
                  <a:lnTo>
                    <a:pt x="4432764" y="1022647"/>
                  </a:lnTo>
                  <a:lnTo>
                    <a:pt x="4433605" y="1021602"/>
                  </a:lnTo>
                  <a:lnTo>
                    <a:pt x="4434446" y="1018840"/>
                  </a:lnTo>
                  <a:lnTo>
                    <a:pt x="4435287" y="1013918"/>
                  </a:lnTo>
                  <a:lnTo>
                    <a:pt x="4436128" y="1009802"/>
                  </a:lnTo>
                  <a:lnTo>
                    <a:pt x="4436970" y="1005847"/>
                  </a:lnTo>
                  <a:lnTo>
                    <a:pt x="4437811" y="1002219"/>
                  </a:lnTo>
                  <a:lnTo>
                    <a:pt x="4438652" y="998109"/>
                  </a:lnTo>
                  <a:lnTo>
                    <a:pt x="4439493" y="993544"/>
                  </a:lnTo>
                  <a:lnTo>
                    <a:pt x="4440334" y="988713"/>
                  </a:lnTo>
                  <a:lnTo>
                    <a:pt x="4441176" y="983022"/>
                  </a:lnTo>
                  <a:lnTo>
                    <a:pt x="4442017" y="976986"/>
                  </a:lnTo>
                  <a:lnTo>
                    <a:pt x="4442858" y="970854"/>
                  </a:lnTo>
                  <a:lnTo>
                    <a:pt x="4443699" y="964637"/>
                  </a:lnTo>
                  <a:lnTo>
                    <a:pt x="4444540" y="959007"/>
                  </a:lnTo>
                  <a:lnTo>
                    <a:pt x="4445382" y="953520"/>
                  </a:lnTo>
                  <a:lnTo>
                    <a:pt x="4446223" y="947637"/>
                  </a:lnTo>
                  <a:lnTo>
                    <a:pt x="4447064" y="942474"/>
                  </a:lnTo>
                  <a:lnTo>
                    <a:pt x="4447905" y="938325"/>
                  </a:lnTo>
                  <a:lnTo>
                    <a:pt x="4448747" y="934547"/>
                  </a:lnTo>
                  <a:lnTo>
                    <a:pt x="4449588" y="926060"/>
                  </a:lnTo>
                  <a:lnTo>
                    <a:pt x="4450429" y="921527"/>
                  </a:lnTo>
                  <a:lnTo>
                    <a:pt x="4451270" y="918285"/>
                  </a:lnTo>
                  <a:lnTo>
                    <a:pt x="4452111" y="914324"/>
                  </a:lnTo>
                  <a:lnTo>
                    <a:pt x="4452953" y="909132"/>
                  </a:lnTo>
                  <a:lnTo>
                    <a:pt x="4453794" y="905255"/>
                  </a:lnTo>
                  <a:lnTo>
                    <a:pt x="4454635" y="901363"/>
                  </a:lnTo>
                  <a:lnTo>
                    <a:pt x="4455476" y="898343"/>
                  </a:lnTo>
                  <a:lnTo>
                    <a:pt x="4456317" y="895212"/>
                  </a:lnTo>
                  <a:lnTo>
                    <a:pt x="4457159" y="892346"/>
                  </a:lnTo>
                  <a:lnTo>
                    <a:pt x="4458000" y="889017"/>
                  </a:lnTo>
                  <a:lnTo>
                    <a:pt x="4458841" y="886186"/>
                  </a:lnTo>
                  <a:lnTo>
                    <a:pt x="4459682" y="883301"/>
                  </a:lnTo>
                  <a:lnTo>
                    <a:pt x="4460523" y="880428"/>
                  </a:lnTo>
                  <a:lnTo>
                    <a:pt x="4461365" y="878386"/>
                  </a:lnTo>
                  <a:lnTo>
                    <a:pt x="4462206" y="877036"/>
                  </a:lnTo>
                  <a:lnTo>
                    <a:pt x="4463047" y="875019"/>
                  </a:lnTo>
                  <a:lnTo>
                    <a:pt x="4463888" y="873462"/>
                  </a:lnTo>
                  <a:lnTo>
                    <a:pt x="4464729" y="872475"/>
                  </a:lnTo>
                  <a:lnTo>
                    <a:pt x="4465571" y="871398"/>
                  </a:lnTo>
                  <a:lnTo>
                    <a:pt x="4466412" y="871751"/>
                  </a:lnTo>
                  <a:lnTo>
                    <a:pt x="4467253" y="874154"/>
                  </a:lnTo>
                  <a:lnTo>
                    <a:pt x="4468094" y="876509"/>
                  </a:lnTo>
                  <a:lnTo>
                    <a:pt x="4468935" y="879035"/>
                  </a:lnTo>
                  <a:lnTo>
                    <a:pt x="4469777" y="883144"/>
                  </a:lnTo>
                  <a:lnTo>
                    <a:pt x="4470618" y="888241"/>
                  </a:lnTo>
                  <a:lnTo>
                    <a:pt x="4471459" y="893427"/>
                  </a:lnTo>
                  <a:lnTo>
                    <a:pt x="4472300" y="897931"/>
                  </a:lnTo>
                  <a:lnTo>
                    <a:pt x="4473141" y="902681"/>
                  </a:lnTo>
                  <a:lnTo>
                    <a:pt x="4473983" y="907635"/>
                  </a:lnTo>
                  <a:lnTo>
                    <a:pt x="4474824" y="911354"/>
                  </a:lnTo>
                  <a:lnTo>
                    <a:pt x="4475665" y="915556"/>
                  </a:lnTo>
                  <a:lnTo>
                    <a:pt x="4476506" y="918495"/>
                  </a:lnTo>
                  <a:lnTo>
                    <a:pt x="4477347" y="921467"/>
                  </a:lnTo>
                  <a:lnTo>
                    <a:pt x="4478189" y="921798"/>
                  </a:lnTo>
                  <a:lnTo>
                    <a:pt x="4479030" y="923351"/>
                  </a:lnTo>
                  <a:lnTo>
                    <a:pt x="4479871" y="924631"/>
                  </a:lnTo>
                  <a:lnTo>
                    <a:pt x="4480712" y="924367"/>
                  </a:lnTo>
                  <a:lnTo>
                    <a:pt x="4481553" y="924213"/>
                  </a:lnTo>
                  <a:lnTo>
                    <a:pt x="4482395" y="922311"/>
                  </a:lnTo>
                  <a:lnTo>
                    <a:pt x="4483236" y="921148"/>
                  </a:lnTo>
                  <a:lnTo>
                    <a:pt x="4484077" y="919500"/>
                  </a:lnTo>
                  <a:lnTo>
                    <a:pt x="4484918" y="917803"/>
                  </a:lnTo>
                  <a:lnTo>
                    <a:pt x="4485759" y="915765"/>
                  </a:lnTo>
                  <a:lnTo>
                    <a:pt x="4486601" y="913385"/>
                  </a:lnTo>
                  <a:lnTo>
                    <a:pt x="4487442" y="910574"/>
                  </a:lnTo>
                  <a:lnTo>
                    <a:pt x="4488283" y="907534"/>
                  </a:lnTo>
                  <a:lnTo>
                    <a:pt x="4489124" y="904535"/>
                  </a:lnTo>
                  <a:lnTo>
                    <a:pt x="4489965" y="901326"/>
                  </a:lnTo>
                  <a:lnTo>
                    <a:pt x="4490807" y="897938"/>
                  </a:lnTo>
                  <a:lnTo>
                    <a:pt x="4491648" y="894655"/>
                  </a:lnTo>
                  <a:lnTo>
                    <a:pt x="4492489" y="890589"/>
                  </a:lnTo>
                  <a:lnTo>
                    <a:pt x="4493330" y="887387"/>
                  </a:lnTo>
                  <a:lnTo>
                    <a:pt x="4494171" y="884913"/>
                  </a:lnTo>
                  <a:lnTo>
                    <a:pt x="4495013" y="883589"/>
                  </a:lnTo>
                  <a:lnTo>
                    <a:pt x="4495854" y="883536"/>
                  </a:lnTo>
                  <a:lnTo>
                    <a:pt x="4496695" y="883292"/>
                  </a:lnTo>
                  <a:lnTo>
                    <a:pt x="4497536" y="882997"/>
                  </a:lnTo>
                  <a:lnTo>
                    <a:pt x="4498377" y="884694"/>
                  </a:lnTo>
                  <a:lnTo>
                    <a:pt x="4499219" y="886469"/>
                  </a:lnTo>
                  <a:lnTo>
                    <a:pt x="4500060" y="889419"/>
                  </a:lnTo>
                  <a:lnTo>
                    <a:pt x="4500901" y="892253"/>
                  </a:lnTo>
                  <a:lnTo>
                    <a:pt x="4501742" y="894590"/>
                  </a:lnTo>
                  <a:lnTo>
                    <a:pt x="4502583" y="896591"/>
                  </a:lnTo>
                  <a:lnTo>
                    <a:pt x="4503425" y="898951"/>
                  </a:lnTo>
                  <a:lnTo>
                    <a:pt x="4504266" y="901082"/>
                  </a:lnTo>
                  <a:lnTo>
                    <a:pt x="4505107" y="903373"/>
                  </a:lnTo>
                  <a:lnTo>
                    <a:pt x="4505948" y="906828"/>
                  </a:lnTo>
                  <a:lnTo>
                    <a:pt x="4506789" y="909695"/>
                  </a:lnTo>
                  <a:lnTo>
                    <a:pt x="4507631" y="912738"/>
                  </a:lnTo>
                  <a:lnTo>
                    <a:pt x="4508472" y="918516"/>
                  </a:lnTo>
                  <a:lnTo>
                    <a:pt x="4509313" y="923774"/>
                  </a:lnTo>
                  <a:lnTo>
                    <a:pt x="4510154" y="928728"/>
                  </a:lnTo>
                  <a:lnTo>
                    <a:pt x="4510995" y="938646"/>
                  </a:lnTo>
                  <a:lnTo>
                    <a:pt x="4511837" y="950166"/>
                  </a:lnTo>
                  <a:lnTo>
                    <a:pt x="4512678" y="962260"/>
                  </a:lnTo>
                  <a:lnTo>
                    <a:pt x="4513519" y="974447"/>
                  </a:lnTo>
                  <a:lnTo>
                    <a:pt x="4514360" y="982239"/>
                  </a:lnTo>
                  <a:lnTo>
                    <a:pt x="4515201" y="989974"/>
                  </a:lnTo>
                  <a:lnTo>
                    <a:pt x="4516043" y="998389"/>
                  </a:lnTo>
                  <a:lnTo>
                    <a:pt x="4516884" y="1007896"/>
                  </a:lnTo>
                  <a:lnTo>
                    <a:pt x="4517725" y="1018381"/>
                  </a:lnTo>
                  <a:lnTo>
                    <a:pt x="4518566" y="1028465"/>
                  </a:lnTo>
                  <a:lnTo>
                    <a:pt x="4519408" y="1038784"/>
                  </a:lnTo>
                  <a:lnTo>
                    <a:pt x="4520249" y="1045280"/>
                  </a:lnTo>
                  <a:lnTo>
                    <a:pt x="4521090" y="1052373"/>
                  </a:lnTo>
                  <a:lnTo>
                    <a:pt x="4521931" y="1060477"/>
                  </a:lnTo>
                  <a:lnTo>
                    <a:pt x="4522772" y="1069685"/>
                  </a:lnTo>
                  <a:lnTo>
                    <a:pt x="4523614" y="1078787"/>
                  </a:lnTo>
                  <a:lnTo>
                    <a:pt x="4524455" y="1087315"/>
                  </a:lnTo>
                  <a:lnTo>
                    <a:pt x="4525296" y="1095176"/>
                  </a:lnTo>
                  <a:lnTo>
                    <a:pt x="4526137" y="1102957"/>
                  </a:lnTo>
                  <a:lnTo>
                    <a:pt x="4526978" y="1110375"/>
                  </a:lnTo>
                  <a:lnTo>
                    <a:pt x="4527820" y="1117350"/>
                  </a:lnTo>
                  <a:lnTo>
                    <a:pt x="4528661" y="1127321"/>
                  </a:lnTo>
                  <a:lnTo>
                    <a:pt x="4529502" y="1136778"/>
                  </a:lnTo>
                  <a:lnTo>
                    <a:pt x="4530343" y="1145767"/>
                  </a:lnTo>
                  <a:lnTo>
                    <a:pt x="4531184" y="1154575"/>
                  </a:lnTo>
                  <a:lnTo>
                    <a:pt x="4532026" y="1162963"/>
                  </a:lnTo>
                  <a:lnTo>
                    <a:pt x="4532867" y="1171153"/>
                  </a:lnTo>
                  <a:lnTo>
                    <a:pt x="4533708" y="1178746"/>
                  </a:lnTo>
                  <a:lnTo>
                    <a:pt x="4534549" y="1189978"/>
                  </a:lnTo>
                  <a:lnTo>
                    <a:pt x="4535390" y="1200784"/>
                  </a:lnTo>
                  <a:lnTo>
                    <a:pt x="4536232" y="1210644"/>
                  </a:lnTo>
                  <a:lnTo>
                    <a:pt x="4537073" y="1216678"/>
                  </a:lnTo>
                  <a:lnTo>
                    <a:pt x="4537914" y="1222855"/>
                  </a:lnTo>
                  <a:lnTo>
                    <a:pt x="4538755" y="1228751"/>
                  </a:lnTo>
                  <a:lnTo>
                    <a:pt x="4539596" y="1234700"/>
                  </a:lnTo>
                  <a:lnTo>
                    <a:pt x="4540438" y="1241414"/>
                  </a:lnTo>
                  <a:lnTo>
                    <a:pt x="4541279" y="1248017"/>
                  </a:lnTo>
                  <a:lnTo>
                    <a:pt x="4542120" y="1251724"/>
                  </a:lnTo>
                  <a:lnTo>
                    <a:pt x="4542961" y="1255379"/>
                  </a:lnTo>
                  <a:lnTo>
                    <a:pt x="4543802" y="1258999"/>
                  </a:lnTo>
                  <a:lnTo>
                    <a:pt x="4544644" y="1262832"/>
                  </a:lnTo>
                  <a:lnTo>
                    <a:pt x="4545485" y="1266298"/>
                  </a:lnTo>
                  <a:lnTo>
                    <a:pt x="4546326" y="1269759"/>
                  </a:lnTo>
                  <a:lnTo>
                    <a:pt x="4547167" y="1272818"/>
                  </a:lnTo>
                  <a:lnTo>
                    <a:pt x="4548008" y="1275609"/>
                  </a:lnTo>
                  <a:lnTo>
                    <a:pt x="4548850" y="1277503"/>
                  </a:lnTo>
                  <a:lnTo>
                    <a:pt x="4549691" y="1278642"/>
                  </a:lnTo>
                  <a:lnTo>
                    <a:pt x="4550532" y="1279233"/>
                  </a:lnTo>
                  <a:lnTo>
                    <a:pt x="4551373" y="1279405"/>
                  </a:lnTo>
                  <a:lnTo>
                    <a:pt x="4552214" y="1280049"/>
                  </a:lnTo>
                  <a:lnTo>
                    <a:pt x="4553056" y="1278749"/>
                  </a:lnTo>
                  <a:lnTo>
                    <a:pt x="4553897" y="1276795"/>
                  </a:lnTo>
                  <a:lnTo>
                    <a:pt x="4554738" y="1274072"/>
                  </a:lnTo>
                  <a:lnTo>
                    <a:pt x="4555579" y="1270804"/>
                  </a:lnTo>
                  <a:lnTo>
                    <a:pt x="4556420" y="1266570"/>
                  </a:lnTo>
                  <a:lnTo>
                    <a:pt x="4557262" y="1262828"/>
                  </a:lnTo>
                  <a:lnTo>
                    <a:pt x="4558103" y="1261360"/>
                  </a:lnTo>
                  <a:lnTo>
                    <a:pt x="4558944" y="1257533"/>
                  </a:lnTo>
                  <a:lnTo>
                    <a:pt x="4559785" y="1253838"/>
                  </a:lnTo>
                  <a:lnTo>
                    <a:pt x="4560626" y="1250299"/>
                  </a:lnTo>
                  <a:lnTo>
                    <a:pt x="4561468" y="1246244"/>
                  </a:lnTo>
                  <a:lnTo>
                    <a:pt x="4562309" y="1241693"/>
                  </a:lnTo>
                  <a:lnTo>
                    <a:pt x="4563150" y="1237815"/>
                  </a:lnTo>
                  <a:lnTo>
                    <a:pt x="4563991" y="1233533"/>
                  </a:lnTo>
                  <a:lnTo>
                    <a:pt x="4564832" y="1229775"/>
                  </a:lnTo>
                  <a:lnTo>
                    <a:pt x="4565674" y="1227532"/>
                  </a:lnTo>
                  <a:lnTo>
                    <a:pt x="4566515" y="1226491"/>
                  </a:lnTo>
                  <a:lnTo>
                    <a:pt x="4567356" y="1227371"/>
                  </a:lnTo>
                  <a:lnTo>
                    <a:pt x="4568197" y="1228491"/>
                  </a:lnTo>
                  <a:lnTo>
                    <a:pt x="4569038" y="1230697"/>
                  </a:lnTo>
                  <a:lnTo>
                    <a:pt x="4569880" y="1232230"/>
                  </a:lnTo>
                  <a:lnTo>
                    <a:pt x="4570721" y="1234013"/>
                  </a:lnTo>
                  <a:lnTo>
                    <a:pt x="4571562" y="1237471"/>
                  </a:lnTo>
                  <a:lnTo>
                    <a:pt x="4572403" y="1240978"/>
                  </a:lnTo>
                  <a:lnTo>
                    <a:pt x="4573244" y="1244743"/>
                  </a:lnTo>
                  <a:lnTo>
                    <a:pt x="4574086" y="1248600"/>
                  </a:lnTo>
                  <a:lnTo>
                    <a:pt x="4574927" y="1252741"/>
                  </a:lnTo>
                  <a:lnTo>
                    <a:pt x="4575768" y="1256756"/>
                  </a:lnTo>
                  <a:lnTo>
                    <a:pt x="4576609" y="1260492"/>
                  </a:lnTo>
                  <a:lnTo>
                    <a:pt x="4577450" y="1263172"/>
                  </a:lnTo>
                  <a:lnTo>
                    <a:pt x="4578292" y="1266188"/>
                  </a:lnTo>
                  <a:lnTo>
                    <a:pt x="4579133" y="1268691"/>
                  </a:lnTo>
                  <a:lnTo>
                    <a:pt x="4579974" y="1270748"/>
                  </a:lnTo>
                  <a:lnTo>
                    <a:pt x="4580815" y="1275199"/>
                  </a:lnTo>
                  <a:lnTo>
                    <a:pt x="4581656" y="1278678"/>
                  </a:lnTo>
                  <a:lnTo>
                    <a:pt x="4582498" y="1281673"/>
                  </a:lnTo>
                  <a:lnTo>
                    <a:pt x="4583339" y="1281787"/>
                  </a:lnTo>
                  <a:lnTo>
                    <a:pt x="4584180" y="1280711"/>
                  </a:lnTo>
                  <a:lnTo>
                    <a:pt x="4585021" y="1278822"/>
                  </a:lnTo>
                  <a:lnTo>
                    <a:pt x="4585862" y="1276593"/>
                  </a:lnTo>
                  <a:lnTo>
                    <a:pt x="4586704" y="1274246"/>
                  </a:lnTo>
                  <a:lnTo>
                    <a:pt x="4587545" y="1270855"/>
                  </a:lnTo>
                  <a:lnTo>
                    <a:pt x="4588386" y="1268153"/>
                  </a:lnTo>
                  <a:lnTo>
                    <a:pt x="4589227" y="1266025"/>
                  </a:lnTo>
                  <a:lnTo>
                    <a:pt x="4590069" y="1264423"/>
                  </a:lnTo>
                  <a:lnTo>
                    <a:pt x="4590910" y="1263707"/>
                  </a:lnTo>
                  <a:lnTo>
                    <a:pt x="4591751" y="1263468"/>
                  </a:lnTo>
                  <a:lnTo>
                    <a:pt x="4592592" y="1263087"/>
                  </a:lnTo>
                  <a:lnTo>
                    <a:pt x="4593433" y="1262050"/>
                  </a:lnTo>
                  <a:lnTo>
                    <a:pt x="4594275" y="1258497"/>
                  </a:lnTo>
                  <a:lnTo>
                    <a:pt x="4595116" y="1254208"/>
                  </a:lnTo>
                  <a:lnTo>
                    <a:pt x="4595957" y="1249538"/>
                  </a:lnTo>
                  <a:lnTo>
                    <a:pt x="4596798" y="1245849"/>
                  </a:lnTo>
                  <a:lnTo>
                    <a:pt x="4597639" y="1242245"/>
                  </a:lnTo>
                  <a:lnTo>
                    <a:pt x="4598481" y="1240545"/>
                  </a:lnTo>
                  <a:lnTo>
                    <a:pt x="4599322" y="1240110"/>
                  </a:lnTo>
                  <a:lnTo>
                    <a:pt x="4600163" y="1237464"/>
                  </a:lnTo>
                  <a:lnTo>
                    <a:pt x="4601004" y="1235084"/>
                  </a:lnTo>
                  <a:lnTo>
                    <a:pt x="4601845" y="1234122"/>
                  </a:lnTo>
                  <a:lnTo>
                    <a:pt x="4602687" y="1233935"/>
                  </a:lnTo>
                  <a:lnTo>
                    <a:pt x="4603528" y="1235568"/>
                  </a:lnTo>
                  <a:lnTo>
                    <a:pt x="4604369" y="1235369"/>
                  </a:lnTo>
                  <a:lnTo>
                    <a:pt x="4605210" y="1235708"/>
                  </a:lnTo>
                  <a:lnTo>
                    <a:pt x="4606051" y="1235318"/>
                  </a:lnTo>
                  <a:lnTo>
                    <a:pt x="4606893" y="1235972"/>
                  </a:lnTo>
                  <a:lnTo>
                    <a:pt x="4607734" y="1238288"/>
                  </a:lnTo>
                  <a:lnTo>
                    <a:pt x="4608575" y="1241410"/>
                  </a:lnTo>
                  <a:lnTo>
                    <a:pt x="4609416" y="1245938"/>
                  </a:lnTo>
                  <a:lnTo>
                    <a:pt x="4610257" y="1251542"/>
                  </a:lnTo>
                  <a:lnTo>
                    <a:pt x="4611099" y="1257537"/>
                  </a:lnTo>
                  <a:lnTo>
                    <a:pt x="4611940" y="1264491"/>
                  </a:lnTo>
                  <a:lnTo>
                    <a:pt x="4612781" y="1271655"/>
                  </a:lnTo>
                  <a:lnTo>
                    <a:pt x="4613622" y="1279018"/>
                  </a:lnTo>
                  <a:lnTo>
                    <a:pt x="4614463" y="1287127"/>
                  </a:lnTo>
                  <a:lnTo>
                    <a:pt x="4615305" y="1295344"/>
                  </a:lnTo>
                  <a:lnTo>
                    <a:pt x="4616146" y="1304058"/>
                  </a:lnTo>
                  <a:lnTo>
                    <a:pt x="4616987" y="1313245"/>
                  </a:lnTo>
                  <a:lnTo>
                    <a:pt x="4617828" y="1325179"/>
                  </a:lnTo>
                  <a:lnTo>
                    <a:pt x="4618669" y="1333702"/>
                  </a:lnTo>
                  <a:lnTo>
                    <a:pt x="4619511" y="1341076"/>
                  </a:lnTo>
                  <a:lnTo>
                    <a:pt x="4620352" y="1347264"/>
                  </a:lnTo>
                  <a:lnTo>
                    <a:pt x="4621193" y="1353515"/>
                  </a:lnTo>
                  <a:lnTo>
                    <a:pt x="4622034" y="1357959"/>
                  </a:lnTo>
                  <a:lnTo>
                    <a:pt x="4622875" y="1361118"/>
                  </a:lnTo>
                  <a:lnTo>
                    <a:pt x="4623717" y="1362613"/>
                  </a:lnTo>
                  <a:lnTo>
                    <a:pt x="4624558" y="1363525"/>
                  </a:lnTo>
                  <a:lnTo>
                    <a:pt x="4625399" y="1363879"/>
                  </a:lnTo>
                  <a:lnTo>
                    <a:pt x="4626240" y="1363498"/>
                  </a:lnTo>
                  <a:lnTo>
                    <a:pt x="4627081" y="1362135"/>
                  </a:lnTo>
                  <a:lnTo>
                    <a:pt x="4627923" y="1360282"/>
                  </a:lnTo>
                  <a:lnTo>
                    <a:pt x="4628764" y="1356865"/>
                  </a:lnTo>
                  <a:lnTo>
                    <a:pt x="4629605" y="1351176"/>
                  </a:lnTo>
                  <a:lnTo>
                    <a:pt x="4630446" y="1344675"/>
                  </a:lnTo>
                  <a:lnTo>
                    <a:pt x="4631287" y="1338294"/>
                  </a:lnTo>
                  <a:lnTo>
                    <a:pt x="4632129" y="1330544"/>
                  </a:lnTo>
                  <a:lnTo>
                    <a:pt x="4632970" y="1322281"/>
                  </a:lnTo>
                  <a:lnTo>
                    <a:pt x="4633811" y="1313275"/>
                  </a:lnTo>
                  <a:lnTo>
                    <a:pt x="4634652" y="1304057"/>
                  </a:lnTo>
                  <a:lnTo>
                    <a:pt x="4635493" y="1293607"/>
                  </a:lnTo>
                  <a:lnTo>
                    <a:pt x="4636335" y="1282706"/>
                  </a:lnTo>
                  <a:lnTo>
                    <a:pt x="4637176" y="1271670"/>
                  </a:lnTo>
                  <a:lnTo>
                    <a:pt x="4638017" y="1259970"/>
                  </a:lnTo>
                  <a:lnTo>
                    <a:pt x="4638858" y="1248407"/>
                  </a:lnTo>
                  <a:lnTo>
                    <a:pt x="4639699" y="1236513"/>
                  </a:lnTo>
                  <a:lnTo>
                    <a:pt x="4640541" y="1228917"/>
                  </a:lnTo>
                  <a:lnTo>
                    <a:pt x="4641382" y="1221679"/>
                  </a:lnTo>
                  <a:lnTo>
                    <a:pt x="4642223" y="1216832"/>
                  </a:lnTo>
                  <a:lnTo>
                    <a:pt x="4643064" y="1211715"/>
                  </a:lnTo>
                  <a:lnTo>
                    <a:pt x="4643905" y="1205575"/>
                  </a:lnTo>
                  <a:lnTo>
                    <a:pt x="4644747" y="1200762"/>
                  </a:lnTo>
                  <a:lnTo>
                    <a:pt x="4645588" y="1195361"/>
                  </a:lnTo>
                  <a:lnTo>
                    <a:pt x="4646429" y="1189986"/>
                  </a:lnTo>
                  <a:lnTo>
                    <a:pt x="4647270" y="1185061"/>
                  </a:lnTo>
                  <a:lnTo>
                    <a:pt x="4648111" y="1180589"/>
                  </a:lnTo>
                  <a:lnTo>
                    <a:pt x="4648953" y="1176246"/>
                  </a:lnTo>
                  <a:lnTo>
                    <a:pt x="4649794" y="1171029"/>
                  </a:lnTo>
                  <a:lnTo>
                    <a:pt x="4650635" y="1166714"/>
                  </a:lnTo>
                  <a:lnTo>
                    <a:pt x="4651476" y="1161173"/>
                  </a:lnTo>
                  <a:lnTo>
                    <a:pt x="4652317" y="1156276"/>
                  </a:lnTo>
                  <a:lnTo>
                    <a:pt x="4653159" y="1151579"/>
                  </a:lnTo>
                  <a:lnTo>
                    <a:pt x="4654000" y="1145550"/>
                  </a:lnTo>
                  <a:lnTo>
                    <a:pt x="4654841" y="1140000"/>
                  </a:lnTo>
                  <a:lnTo>
                    <a:pt x="4655682" y="1134329"/>
                  </a:lnTo>
                  <a:lnTo>
                    <a:pt x="4656523" y="1128629"/>
                  </a:lnTo>
                  <a:lnTo>
                    <a:pt x="4657365" y="1120549"/>
                  </a:lnTo>
                  <a:lnTo>
                    <a:pt x="4658206" y="1111940"/>
                  </a:lnTo>
                  <a:lnTo>
                    <a:pt x="4659047" y="1103413"/>
                  </a:lnTo>
                  <a:lnTo>
                    <a:pt x="4659888" y="1093745"/>
                  </a:lnTo>
                  <a:lnTo>
                    <a:pt x="4660730" y="1080476"/>
                  </a:lnTo>
                  <a:lnTo>
                    <a:pt x="4661571" y="1067884"/>
                  </a:lnTo>
                  <a:lnTo>
                    <a:pt x="4662412" y="1059409"/>
                  </a:lnTo>
                  <a:lnTo>
                    <a:pt x="4663253" y="1051186"/>
                  </a:lnTo>
                  <a:lnTo>
                    <a:pt x="4664094" y="1045538"/>
                  </a:lnTo>
                  <a:lnTo>
                    <a:pt x="4664936" y="1038509"/>
                  </a:lnTo>
                  <a:lnTo>
                    <a:pt x="4665777" y="1032973"/>
                  </a:lnTo>
                  <a:lnTo>
                    <a:pt x="4666618" y="1025822"/>
                  </a:lnTo>
                  <a:lnTo>
                    <a:pt x="4667459" y="1019152"/>
                  </a:lnTo>
                  <a:lnTo>
                    <a:pt x="4668300" y="1010458"/>
                  </a:lnTo>
                  <a:lnTo>
                    <a:pt x="4669142" y="1002030"/>
                  </a:lnTo>
                  <a:lnTo>
                    <a:pt x="4669983" y="994213"/>
                  </a:lnTo>
                  <a:lnTo>
                    <a:pt x="4670824" y="986995"/>
                  </a:lnTo>
                  <a:lnTo>
                    <a:pt x="4671665" y="980868"/>
                  </a:lnTo>
                  <a:lnTo>
                    <a:pt x="4672506" y="975110"/>
                  </a:lnTo>
                  <a:lnTo>
                    <a:pt x="4673348" y="970649"/>
                  </a:lnTo>
                  <a:lnTo>
                    <a:pt x="4674189" y="966707"/>
                  </a:lnTo>
                  <a:lnTo>
                    <a:pt x="4675030" y="963702"/>
                  </a:lnTo>
                  <a:lnTo>
                    <a:pt x="4675871" y="959875"/>
                  </a:lnTo>
                  <a:lnTo>
                    <a:pt x="4676712" y="955068"/>
                  </a:lnTo>
                  <a:lnTo>
                    <a:pt x="4677554" y="951554"/>
                  </a:lnTo>
                  <a:lnTo>
                    <a:pt x="4678395" y="945184"/>
                  </a:lnTo>
                  <a:lnTo>
                    <a:pt x="4679236" y="939440"/>
                  </a:lnTo>
                  <a:lnTo>
                    <a:pt x="4680077" y="933927"/>
                  </a:lnTo>
                  <a:lnTo>
                    <a:pt x="4680918" y="929322"/>
                  </a:lnTo>
                  <a:lnTo>
                    <a:pt x="4681760" y="925786"/>
                  </a:lnTo>
                  <a:lnTo>
                    <a:pt x="4682601" y="923193"/>
                  </a:lnTo>
                  <a:lnTo>
                    <a:pt x="4683442" y="920501"/>
                  </a:lnTo>
                  <a:lnTo>
                    <a:pt x="4684283" y="919006"/>
                  </a:lnTo>
                  <a:lnTo>
                    <a:pt x="4685124" y="916472"/>
                  </a:lnTo>
                  <a:lnTo>
                    <a:pt x="4685966" y="913272"/>
                  </a:lnTo>
                  <a:lnTo>
                    <a:pt x="4686807" y="912275"/>
                  </a:lnTo>
                  <a:lnTo>
                    <a:pt x="4687648" y="912611"/>
                  </a:lnTo>
                  <a:lnTo>
                    <a:pt x="4688489" y="913232"/>
                  </a:lnTo>
                  <a:lnTo>
                    <a:pt x="4689330" y="913835"/>
                  </a:lnTo>
                  <a:lnTo>
                    <a:pt x="4690172" y="914509"/>
                  </a:lnTo>
                  <a:lnTo>
                    <a:pt x="4691013" y="914904"/>
                  </a:lnTo>
                  <a:lnTo>
                    <a:pt x="4691854" y="915629"/>
                  </a:lnTo>
                  <a:lnTo>
                    <a:pt x="4692695" y="916217"/>
                  </a:lnTo>
                  <a:lnTo>
                    <a:pt x="4693536" y="917484"/>
                  </a:lnTo>
                  <a:lnTo>
                    <a:pt x="4694378" y="918356"/>
                  </a:lnTo>
                  <a:lnTo>
                    <a:pt x="4695219" y="919077"/>
                  </a:lnTo>
                  <a:lnTo>
                    <a:pt x="4696060" y="919886"/>
                  </a:lnTo>
                  <a:lnTo>
                    <a:pt x="4696901" y="921126"/>
                  </a:lnTo>
                  <a:lnTo>
                    <a:pt x="4697742" y="922335"/>
                  </a:lnTo>
                  <a:lnTo>
                    <a:pt x="4698584" y="923828"/>
                  </a:lnTo>
                  <a:lnTo>
                    <a:pt x="4699425" y="924908"/>
                  </a:lnTo>
                  <a:lnTo>
                    <a:pt x="4700266" y="925023"/>
                  </a:lnTo>
                  <a:lnTo>
                    <a:pt x="4701107" y="924648"/>
                  </a:lnTo>
                  <a:lnTo>
                    <a:pt x="4701948" y="923148"/>
                  </a:lnTo>
                  <a:lnTo>
                    <a:pt x="4702790" y="922494"/>
                  </a:lnTo>
                  <a:lnTo>
                    <a:pt x="4703631" y="921874"/>
                  </a:lnTo>
                  <a:lnTo>
                    <a:pt x="4704472" y="921400"/>
                  </a:lnTo>
                  <a:lnTo>
                    <a:pt x="4705313" y="921044"/>
                  </a:lnTo>
                  <a:lnTo>
                    <a:pt x="4706154" y="920914"/>
                  </a:lnTo>
                  <a:lnTo>
                    <a:pt x="4706996" y="921236"/>
                  </a:lnTo>
                  <a:lnTo>
                    <a:pt x="4707837" y="921342"/>
                  </a:lnTo>
                  <a:lnTo>
                    <a:pt x="4708678" y="921496"/>
                  </a:lnTo>
                  <a:lnTo>
                    <a:pt x="4709519" y="922490"/>
                  </a:lnTo>
                  <a:lnTo>
                    <a:pt x="4710360" y="923947"/>
                  </a:lnTo>
                  <a:lnTo>
                    <a:pt x="4711202" y="925303"/>
                  </a:lnTo>
                  <a:lnTo>
                    <a:pt x="4712043" y="926189"/>
                  </a:lnTo>
                  <a:lnTo>
                    <a:pt x="4712884" y="927236"/>
                  </a:lnTo>
                  <a:lnTo>
                    <a:pt x="4713725" y="928380"/>
                  </a:lnTo>
                  <a:lnTo>
                    <a:pt x="4714566" y="929339"/>
                  </a:lnTo>
                  <a:lnTo>
                    <a:pt x="4715408" y="929729"/>
                  </a:lnTo>
                  <a:lnTo>
                    <a:pt x="4716249" y="929553"/>
                  </a:lnTo>
                  <a:lnTo>
                    <a:pt x="4717090" y="929807"/>
                  </a:lnTo>
                  <a:lnTo>
                    <a:pt x="4717931" y="930089"/>
                  </a:lnTo>
                  <a:lnTo>
                    <a:pt x="4718772" y="929696"/>
                  </a:lnTo>
                  <a:lnTo>
                    <a:pt x="4719614" y="928978"/>
                  </a:lnTo>
                  <a:lnTo>
                    <a:pt x="4720455" y="928282"/>
                  </a:lnTo>
                  <a:lnTo>
                    <a:pt x="4721296" y="926635"/>
                  </a:lnTo>
                  <a:lnTo>
                    <a:pt x="4722137" y="924478"/>
                  </a:lnTo>
                  <a:lnTo>
                    <a:pt x="4722978" y="920824"/>
                  </a:lnTo>
                  <a:lnTo>
                    <a:pt x="4723820" y="917577"/>
                  </a:lnTo>
                  <a:lnTo>
                    <a:pt x="4724661" y="915108"/>
                  </a:lnTo>
                  <a:lnTo>
                    <a:pt x="4725502" y="910465"/>
                  </a:lnTo>
                  <a:lnTo>
                    <a:pt x="4726343" y="906475"/>
                  </a:lnTo>
                  <a:lnTo>
                    <a:pt x="4727184" y="903504"/>
                  </a:lnTo>
                  <a:lnTo>
                    <a:pt x="4728026" y="901413"/>
                  </a:lnTo>
                  <a:lnTo>
                    <a:pt x="4728867" y="899912"/>
                  </a:lnTo>
                  <a:lnTo>
                    <a:pt x="4729708" y="898617"/>
                  </a:lnTo>
                  <a:lnTo>
                    <a:pt x="4730549" y="899373"/>
                  </a:lnTo>
                  <a:lnTo>
                    <a:pt x="4731391" y="902121"/>
                  </a:lnTo>
                  <a:lnTo>
                    <a:pt x="4732232" y="905004"/>
                  </a:lnTo>
                  <a:lnTo>
                    <a:pt x="4733073" y="908290"/>
                  </a:lnTo>
                  <a:lnTo>
                    <a:pt x="4733914" y="909413"/>
                  </a:lnTo>
                  <a:lnTo>
                    <a:pt x="4734755" y="910576"/>
                  </a:lnTo>
                  <a:lnTo>
                    <a:pt x="4735597" y="910518"/>
                  </a:lnTo>
                  <a:lnTo>
                    <a:pt x="4736438" y="910438"/>
                  </a:lnTo>
                  <a:lnTo>
                    <a:pt x="4737279" y="909723"/>
                  </a:lnTo>
                  <a:lnTo>
                    <a:pt x="4738120" y="908925"/>
                  </a:lnTo>
                  <a:lnTo>
                    <a:pt x="4738961" y="908226"/>
                  </a:lnTo>
                  <a:lnTo>
                    <a:pt x="4739803" y="907155"/>
                  </a:lnTo>
                  <a:lnTo>
                    <a:pt x="4740644" y="905888"/>
                  </a:lnTo>
                  <a:lnTo>
                    <a:pt x="4741485" y="905176"/>
                  </a:lnTo>
                  <a:lnTo>
                    <a:pt x="4742326" y="904360"/>
                  </a:lnTo>
                  <a:lnTo>
                    <a:pt x="4743167" y="903621"/>
                  </a:lnTo>
                  <a:lnTo>
                    <a:pt x="4744009" y="902831"/>
                  </a:lnTo>
                  <a:lnTo>
                    <a:pt x="4744850" y="901490"/>
                  </a:lnTo>
                  <a:lnTo>
                    <a:pt x="4745691" y="900472"/>
                  </a:lnTo>
                  <a:lnTo>
                    <a:pt x="4746532" y="898895"/>
                  </a:lnTo>
                  <a:lnTo>
                    <a:pt x="4747373" y="897319"/>
                  </a:lnTo>
                  <a:lnTo>
                    <a:pt x="4748215" y="896029"/>
                  </a:lnTo>
                  <a:lnTo>
                    <a:pt x="4749056" y="894392"/>
                  </a:lnTo>
                  <a:lnTo>
                    <a:pt x="4749897" y="893673"/>
                  </a:lnTo>
                  <a:lnTo>
                    <a:pt x="4750738" y="889438"/>
                  </a:lnTo>
                  <a:lnTo>
                    <a:pt x="4751579" y="886796"/>
                  </a:lnTo>
                  <a:lnTo>
                    <a:pt x="4752421" y="883280"/>
                  </a:lnTo>
                  <a:lnTo>
                    <a:pt x="4753262" y="879963"/>
                  </a:lnTo>
                  <a:lnTo>
                    <a:pt x="4754103" y="877675"/>
                  </a:lnTo>
                  <a:lnTo>
                    <a:pt x="4754944" y="874801"/>
                  </a:lnTo>
                  <a:lnTo>
                    <a:pt x="4755785" y="871206"/>
                  </a:lnTo>
                  <a:lnTo>
                    <a:pt x="4756627" y="867321"/>
                  </a:lnTo>
                  <a:lnTo>
                    <a:pt x="4757468" y="863805"/>
                  </a:lnTo>
                  <a:lnTo>
                    <a:pt x="4758309" y="859745"/>
                  </a:lnTo>
                  <a:lnTo>
                    <a:pt x="4759150" y="854483"/>
                  </a:lnTo>
                  <a:lnTo>
                    <a:pt x="4759991" y="848049"/>
                  </a:lnTo>
                  <a:lnTo>
                    <a:pt x="4760833" y="840276"/>
                  </a:lnTo>
                  <a:lnTo>
                    <a:pt x="4761674" y="832228"/>
                  </a:lnTo>
                  <a:lnTo>
                    <a:pt x="4762515" y="830481"/>
                  </a:lnTo>
                  <a:lnTo>
                    <a:pt x="4763356" y="829123"/>
                  </a:lnTo>
                  <a:lnTo>
                    <a:pt x="4764197" y="827642"/>
                  </a:lnTo>
                  <a:lnTo>
                    <a:pt x="4765039" y="825890"/>
                  </a:lnTo>
                  <a:lnTo>
                    <a:pt x="4765880" y="825618"/>
                  </a:lnTo>
                  <a:lnTo>
                    <a:pt x="4766721" y="823425"/>
                  </a:lnTo>
                  <a:lnTo>
                    <a:pt x="4767562" y="819333"/>
                  </a:lnTo>
                  <a:lnTo>
                    <a:pt x="4768403" y="818504"/>
                  </a:lnTo>
                  <a:lnTo>
                    <a:pt x="4769245" y="816786"/>
                  </a:lnTo>
                  <a:lnTo>
                    <a:pt x="4770086" y="814616"/>
                  </a:lnTo>
                  <a:lnTo>
                    <a:pt x="4770927" y="811976"/>
                  </a:lnTo>
                  <a:lnTo>
                    <a:pt x="4771768" y="809673"/>
                  </a:lnTo>
                  <a:lnTo>
                    <a:pt x="4772609" y="807805"/>
                  </a:lnTo>
                  <a:lnTo>
                    <a:pt x="4773451" y="806108"/>
                  </a:lnTo>
                  <a:lnTo>
                    <a:pt x="4774292" y="804523"/>
                  </a:lnTo>
                  <a:lnTo>
                    <a:pt x="4775133" y="802295"/>
                  </a:lnTo>
                  <a:lnTo>
                    <a:pt x="4775974" y="799071"/>
                  </a:lnTo>
                  <a:lnTo>
                    <a:pt x="4776815" y="793791"/>
                  </a:lnTo>
                  <a:lnTo>
                    <a:pt x="4777657" y="788038"/>
                  </a:lnTo>
                  <a:lnTo>
                    <a:pt x="4778498" y="782342"/>
                  </a:lnTo>
                  <a:lnTo>
                    <a:pt x="4779339" y="776549"/>
                  </a:lnTo>
                  <a:lnTo>
                    <a:pt x="4780180" y="769124"/>
                  </a:lnTo>
                  <a:lnTo>
                    <a:pt x="4781021" y="758504"/>
                  </a:lnTo>
                  <a:lnTo>
                    <a:pt x="4781863" y="748173"/>
                  </a:lnTo>
                  <a:lnTo>
                    <a:pt x="4782704" y="737143"/>
                  </a:lnTo>
                  <a:lnTo>
                    <a:pt x="4783545" y="726106"/>
                  </a:lnTo>
                  <a:lnTo>
                    <a:pt x="4784386" y="714446"/>
                  </a:lnTo>
                  <a:lnTo>
                    <a:pt x="4785227" y="701943"/>
                  </a:lnTo>
                  <a:lnTo>
                    <a:pt x="4786069" y="689158"/>
                  </a:lnTo>
                  <a:lnTo>
                    <a:pt x="4786910" y="675515"/>
                  </a:lnTo>
                  <a:lnTo>
                    <a:pt x="4787751" y="666094"/>
                  </a:lnTo>
                  <a:lnTo>
                    <a:pt x="4788592" y="657660"/>
                  </a:lnTo>
                  <a:lnTo>
                    <a:pt x="4789433" y="649013"/>
                  </a:lnTo>
                  <a:lnTo>
                    <a:pt x="4790275" y="641269"/>
                  </a:lnTo>
                  <a:lnTo>
                    <a:pt x="4791116" y="633760"/>
                  </a:lnTo>
                  <a:lnTo>
                    <a:pt x="4791957" y="627325"/>
                  </a:lnTo>
                  <a:lnTo>
                    <a:pt x="4792798" y="621444"/>
                  </a:lnTo>
                  <a:lnTo>
                    <a:pt x="4793639" y="615339"/>
                  </a:lnTo>
                  <a:lnTo>
                    <a:pt x="4794481" y="609792"/>
                  </a:lnTo>
                  <a:lnTo>
                    <a:pt x="4795322" y="605531"/>
                  </a:lnTo>
                  <a:lnTo>
                    <a:pt x="4796163" y="602596"/>
                  </a:lnTo>
                  <a:lnTo>
                    <a:pt x="4797004" y="601416"/>
                  </a:lnTo>
                  <a:lnTo>
                    <a:pt x="4797845" y="601033"/>
                  </a:lnTo>
                  <a:lnTo>
                    <a:pt x="4798687" y="600573"/>
                  </a:lnTo>
                  <a:lnTo>
                    <a:pt x="4799528" y="603071"/>
                  </a:lnTo>
                  <a:lnTo>
                    <a:pt x="4800369" y="607179"/>
                  </a:lnTo>
                  <a:lnTo>
                    <a:pt x="4801210" y="608565"/>
                  </a:lnTo>
                  <a:lnTo>
                    <a:pt x="4802052" y="613191"/>
                  </a:lnTo>
                  <a:lnTo>
                    <a:pt x="4802893" y="614410"/>
                  </a:lnTo>
                  <a:lnTo>
                    <a:pt x="4803734" y="617183"/>
                  </a:lnTo>
                  <a:lnTo>
                    <a:pt x="4804575" y="620240"/>
                  </a:lnTo>
                  <a:lnTo>
                    <a:pt x="4805416" y="623792"/>
                  </a:lnTo>
                  <a:lnTo>
                    <a:pt x="4806258" y="628251"/>
                  </a:lnTo>
                  <a:lnTo>
                    <a:pt x="4807099" y="632741"/>
                  </a:lnTo>
                  <a:lnTo>
                    <a:pt x="4807940" y="637175"/>
                  </a:lnTo>
                  <a:lnTo>
                    <a:pt x="4808781" y="636775"/>
                  </a:lnTo>
                  <a:lnTo>
                    <a:pt x="4809622" y="635500"/>
                  </a:lnTo>
                  <a:lnTo>
                    <a:pt x="4810464" y="631878"/>
                  </a:lnTo>
                  <a:lnTo>
                    <a:pt x="4811305" y="629026"/>
                  </a:lnTo>
                  <a:lnTo>
                    <a:pt x="4812146" y="627589"/>
                  </a:lnTo>
                  <a:lnTo>
                    <a:pt x="4812987" y="624543"/>
                  </a:lnTo>
                  <a:lnTo>
                    <a:pt x="4813828" y="621609"/>
                  </a:lnTo>
                  <a:lnTo>
                    <a:pt x="4814670" y="615873"/>
                  </a:lnTo>
                  <a:lnTo>
                    <a:pt x="4815511" y="610529"/>
                  </a:lnTo>
                  <a:lnTo>
                    <a:pt x="4816352" y="605736"/>
                  </a:lnTo>
                  <a:lnTo>
                    <a:pt x="4817193" y="601341"/>
                  </a:lnTo>
                  <a:lnTo>
                    <a:pt x="4818034" y="597162"/>
                  </a:lnTo>
                  <a:lnTo>
                    <a:pt x="4818876" y="592635"/>
                  </a:lnTo>
                  <a:lnTo>
                    <a:pt x="4819717" y="592274"/>
                  </a:lnTo>
                  <a:lnTo>
                    <a:pt x="4820558" y="592414"/>
                  </a:lnTo>
                  <a:lnTo>
                    <a:pt x="4821399" y="592726"/>
                  </a:lnTo>
                  <a:lnTo>
                    <a:pt x="4822240" y="596073"/>
                  </a:lnTo>
                  <a:lnTo>
                    <a:pt x="4823082" y="599233"/>
                  </a:lnTo>
                  <a:lnTo>
                    <a:pt x="4823923" y="602588"/>
                  </a:lnTo>
                  <a:lnTo>
                    <a:pt x="4824764" y="607741"/>
                  </a:lnTo>
                  <a:lnTo>
                    <a:pt x="4825605" y="614743"/>
                  </a:lnTo>
                  <a:lnTo>
                    <a:pt x="4826446" y="622723"/>
                  </a:lnTo>
                  <a:lnTo>
                    <a:pt x="4827288" y="630432"/>
                  </a:lnTo>
                  <a:lnTo>
                    <a:pt x="4828129" y="639364"/>
                  </a:lnTo>
                  <a:lnTo>
                    <a:pt x="4828970" y="651193"/>
                  </a:lnTo>
                  <a:lnTo>
                    <a:pt x="4829811" y="661379"/>
                  </a:lnTo>
                  <a:lnTo>
                    <a:pt x="4830652" y="667691"/>
                  </a:lnTo>
                  <a:lnTo>
                    <a:pt x="4831494" y="673504"/>
                  </a:lnTo>
                  <a:lnTo>
                    <a:pt x="4832335" y="676900"/>
                  </a:lnTo>
                  <a:lnTo>
                    <a:pt x="4833176" y="680864"/>
                  </a:lnTo>
                  <a:lnTo>
                    <a:pt x="4834017" y="683899"/>
                  </a:lnTo>
                  <a:lnTo>
                    <a:pt x="4834858" y="687260"/>
                  </a:lnTo>
                  <a:lnTo>
                    <a:pt x="4835700" y="690039"/>
                  </a:lnTo>
                  <a:lnTo>
                    <a:pt x="4836541" y="694600"/>
                  </a:lnTo>
                  <a:lnTo>
                    <a:pt x="4837382" y="699089"/>
                  </a:lnTo>
                  <a:lnTo>
                    <a:pt x="4838223" y="703649"/>
                  </a:lnTo>
                  <a:lnTo>
                    <a:pt x="4839064" y="707556"/>
                  </a:lnTo>
                  <a:lnTo>
                    <a:pt x="4839906" y="711280"/>
                  </a:lnTo>
                  <a:lnTo>
                    <a:pt x="4840747" y="715580"/>
                  </a:lnTo>
                  <a:lnTo>
                    <a:pt x="4841588" y="719069"/>
                  </a:lnTo>
                  <a:lnTo>
                    <a:pt x="4842429" y="723050"/>
                  </a:lnTo>
                  <a:lnTo>
                    <a:pt x="4843270" y="726749"/>
                  </a:lnTo>
                  <a:lnTo>
                    <a:pt x="4844112" y="731430"/>
                  </a:lnTo>
                  <a:lnTo>
                    <a:pt x="4844953" y="738043"/>
                  </a:lnTo>
                  <a:lnTo>
                    <a:pt x="4845794" y="743768"/>
                  </a:lnTo>
                  <a:lnTo>
                    <a:pt x="4846635" y="752353"/>
                  </a:lnTo>
                  <a:lnTo>
                    <a:pt x="4847476" y="760434"/>
                  </a:lnTo>
                  <a:lnTo>
                    <a:pt x="4848318" y="767834"/>
                  </a:lnTo>
                  <a:lnTo>
                    <a:pt x="4849159" y="774791"/>
                  </a:lnTo>
                  <a:lnTo>
                    <a:pt x="4850000" y="781744"/>
                  </a:lnTo>
                  <a:lnTo>
                    <a:pt x="4850841" y="788371"/>
                  </a:lnTo>
                  <a:lnTo>
                    <a:pt x="4851682" y="795349"/>
                  </a:lnTo>
                  <a:lnTo>
                    <a:pt x="4852524" y="800311"/>
                  </a:lnTo>
                  <a:lnTo>
                    <a:pt x="4853365" y="804847"/>
                  </a:lnTo>
                  <a:lnTo>
                    <a:pt x="4854206" y="808216"/>
                  </a:lnTo>
                  <a:lnTo>
                    <a:pt x="4855047" y="809152"/>
                  </a:lnTo>
                  <a:lnTo>
                    <a:pt x="4855888" y="808374"/>
                  </a:lnTo>
                  <a:lnTo>
                    <a:pt x="4856730" y="806234"/>
                  </a:lnTo>
                  <a:lnTo>
                    <a:pt x="4857571" y="802887"/>
                  </a:lnTo>
                  <a:lnTo>
                    <a:pt x="4858412" y="799640"/>
                  </a:lnTo>
                  <a:lnTo>
                    <a:pt x="4859253" y="795254"/>
                  </a:lnTo>
                  <a:lnTo>
                    <a:pt x="4860094" y="790765"/>
                  </a:lnTo>
                  <a:lnTo>
                    <a:pt x="4860936" y="785474"/>
                  </a:lnTo>
                  <a:lnTo>
                    <a:pt x="4861777" y="780105"/>
                  </a:lnTo>
                  <a:lnTo>
                    <a:pt x="4862618" y="775271"/>
                  </a:lnTo>
                  <a:lnTo>
                    <a:pt x="4863459" y="770418"/>
                  </a:lnTo>
                  <a:lnTo>
                    <a:pt x="4864300" y="766035"/>
                  </a:lnTo>
                  <a:lnTo>
                    <a:pt x="4865142" y="761452"/>
                  </a:lnTo>
                  <a:lnTo>
                    <a:pt x="4865983" y="756955"/>
                  </a:lnTo>
                  <a:lnTo>
                    <a:pt x="4866824" y="753733"/>
                  </a:lnTo>
                  <a:lnTo>
                    <a:pt x="4867665" y="751631"/>
                  </a:lnTo>
                  <a:lnTo>
                    <a:pt x="4868506" y="750361"/>
                  </a:lnTo>
                  <a:lnTo>
                    <a:pt x="4869348" y="749621"/>
                  </a:lnTo>
                  <a:lnTo>
                    <a:pt x="4870189" y="750601"/>
                  </a:lnTo>
                  <a:lnTo>
                    <a:pt x="4871030" y="750285"/>
                  </a:lnTo>
                  <a:lnTo>
                    <a:pt x="4871871" y="750238"/>
                  </a:lnTo>
                  <a:lnTo>
                    <a:pt x="4872713" y="750203"/>
                  </a:lnTo>
                  <a:lnTo>
                    <a:pt x="4873554" y="749764"/>
                  </a:lnTo>
                  <a:lnTo>
                    <a:pt x="4874395" y="748524"/>
                  </a:lnTo>
                  <a:lnTo>
                    <a:pt x="4875236" y="746733"/>
                  </a:lnTo>
                  <a:lnTo>
                    <a:pt x="4876077" y="745243"/>
                  </a:lnTo>
                  <a:lnTo>
                    <a:pt x="4876919" y="743823"/>
                  </a:lnTo>
                  <a:lnTo>
                    <a:pt x="4877760" y="742389"/>
                  </a:lnTo>
                  <a:lnTo>
                    <a:pt x="4878601" y="740864"/>
                  </a:lnTo>
                  <a:lnTo>
                    <a:pt x="4879442" y="739055"/>
                  </a:lnTo>
                  <a:lnTo>
                    <a:pt x="4880283" y="736743"/>
                  </a:lnTo>
                  <a:lnTo>
                    <a:pt x="4881125" y="732467"/>
                  </a:lnTo>
                  <a:lnTo>
                    <a:pt x="4881966" y="725982"/>
                  </a:lnTo>
                  <a:lnTo>
                    <a:pt x="4882807" y="720139"/>
                  </a:lnTo>
                  <a:lnTo>
                    <a:pt x="4883648" y="715146"/>
                  </a:lnTo>
                  <a:lnTo>
                    <a:pt x="4884489" y="710214"/>
                  </a:lnTo>
                  <a:lnTo>
                    <a:pt x="4885331" y="705987"/>
                  </a:lnTo>
                  <a:lnTo>
                    <a:pt x="4886172" y="702879"/>
                  </a:lnTo>
                  <a:lnTo>
                    <a:pt x="4887013" y="700681"/>
                  </a:lnTo>
                  <a:lnTo>
                    <a:pt x="4887854" y="698449"/>
                  </a:lnTo>
                  <a:lnTo>
                    <a:pt x="4888695" y="694955"/>
                  </a:lnTo>
                  <a:lnTo>
                    <a:pt x="4889537" y="692619"/>
                  </a:lnTo>
                  <a:lnTo>
                    <a:pt x="4890378" y="689448"/>
                  </a:lnTo>
                  <a:lnTo>
                    <a:pt x="4891219" y="686967"/>
                  </a:lnTo>
                  <a:lnTo>
                    <a:pt x="4892060" y="686882"/>
                  </a:lnTo>
                  <a:lnTo>
                    <a:pt x="4892901" y="688437"/>
                  </a:lnTo>
                  <a:lnTo>
                    <a:pt x="4893743" y="691801"/>
                  </a:lnTo>
                  <a:lnTo>
                    <a:pt x="4894584" y="695417"/>
                  </a:lnTo>
                  <a:lnTo>
                    <a:pt x="4895425" y="697960"/>
                  </a:lnTo>
                  <a:lnTo>
                    <a:pt x="4896266" y="700072"/>
                  </a:lnTo>
                  <a:lnTo>
                    <a:pt x="4897107" y="701628"/>
                  </a:lnTo>
                  <a:lnTo>
                    <a:pt x="4897949" y="702415"/>
                  </a:lnTo>
                  <a:lnTo>
                    <a:pt x="4898790" y="702255"/>
                  </a:lnTo>
                  <a:lnTo>
                    <a:pt x="4899631" y="700202"/>
                  </a:lnTo>
                  <a:lnTo>
                    <a:pt x="4900472" y="698290"/>
                  </a:lnTo>
                  <a:lnTo>
                    <a:pt x="4901313" y="696806"/>
                  </a:lnTo>
                  <a:lnTo>
                    <a:pt x="4902155" y="697499"/>
                  </a:lnTo>
                  <a:lnTo>
                    <a:pt x="4902996" y="698479"/>
                  </a:lnTo>
                  <a:lnTo>
                    <a:pt x="4903837" y="700352"/>
                  </a:lnTo>
                  <a:lnTo>
                    <a:pt x="4904678" y="702452"/>
                  </a:lnTo>
                  <a:lnTo>
                    <a:pt x="4905519" y="705084"/>
                  </a:lnTo>
                  <a:lnTo>
                    <a:pt x="4906361" y="708816"/>
                  </a:lnTo>
                  <a:lnTo>
                    <a:pt x="4907202" y="712214"/>
                  </a:lnTo>
                  <a:lnTo>
                    <a:pt x="4908043" y="715000"/>
                  </a:lnTo>
                  <a:lnTo>
                    <a:pt x="4908884" y="718652"/>
                  </a:lnTo>
                  <a:lnTo>
                    <a:pt x="4909725" y="722399"/>
                  </a:lnTo>
                  <a:lnTo>
                    <a:pt x="4910567" y="727222"/>
                  </a:lnTo>
                  <a:lnTo>
                    <a:pt x="4911408" y="732548"/>
                  </a:lnTo>
                  <a:lnTo>
                    <a:pt x="4912249" y="738566"/>
                  </a:lnTo>
                  <a:lnTo>
                    <a:pt x="4913090" y="745651"/>
                  </a:lnTo>
                  <a:lnTo>
                    <a:pt x="4913931" y="753226"/>
                  </a:lnTo>
                  <a:lnTo>
                    <a:pt x="4914773" y="760996"/>
                  </a:lnTo>
                  <a:lnTo>
                    <a:pt x="4915614" y="769111"/>
                  </a:lnTo>
                  <a:lnTo>
                    <a:pt x="4916455" y="777078"/>
                  </a:lnTo>
                  <a:lnTo>
                    <a:pt x="4917296" y="785354"/>
                  </a:lnTo>
                  <a:lnTo>
                    <a:pt x="4918137" y="793910"/>
                  </a:lnTo>
                  <a:lnTo>
                    <a:pt x="4918979" y="806086"/>
                  </a:lnTo>
                  <a:lnTo>
                    <a:pt x="4919820" y="819433"/>
                  </a:lnTo>
                  <a:lnTo>
                    <a:pt x="4920661" y="833213"/>
                  </a:lnTo>
                  <a:lnTo>
                    <a:pt x="4921502" y="847068"/>
                  </a:lnTo>
                  <a:lnTo>
                    <a:pt x="4922343" y="860248"/>
                  </a:lnTo>
                  <a:lnTo>
                    <a:pt x="4923185" y="873883"/>
                  </a:lnTo>
                  <a:lnTo>
                    <a:pt x="4924026" y="887761"/>
                  </a:lnTo>
                  <a:lnTo>
                    <a:pt x="4924867" y="901229"/>
                  </a:lnTo>
                  <a:lnTo>
                    <a:pt x="4925708" y="913976"/>
                  </a:lnTo>
                  <a:lnTo>
                    <a:pt x="4926549" y="926813"/>
                  </a:lnTo>
                  <a:lnTo>
                    <a:pt x="4927391" y="940091"/>
                  </a:lnTo>
                  <a:lnTo>
                    <a:pt x="4928232" y="953954"/>
                  </a:lnTo>
                  <a:lnTo>
                    <a:pt x="4929073" y="969010"/>
                  </a:lnTo>
                  <a:lnTo>
                    <a:pt x="4929914" y="984332"/>
                  </a:lnTo>
                  <a:lnTo>
                    <a:pt x="4930755" y="995253"/>
                  </a:lnTo>
                  <a:lnTo>
                    <a:pt x="4931597" y="1006168"/>
                  </a:lnTo>
                  <a:lnTo>
                    <a:pt x="4932438" y="1016968"/>
                  </a:lnTo>
                  <a:lnTo>
                    <a:pt x="4933279" y="1027273"/>
                  </a:lnTo>
                  <a:lnTo>
                    <a:pt x="4934120" y="1034734"/>
                  </a:lnTo>
                  <a:lnTo>
                    <a:pt x="4934961" y="1041105"/>
                  </a:lnTo>
                  <a:lnTo>
                    <a:pt x="4935803" y="1047550"/>
                  </a:lnTo>
                  <a:lnTo>
                    <a:pt x="4936644" y="1051919"/>
                  </a:lnTo>
                  <a:lnTo>
                    <a:pt x="4937485" y="1055369"/>
                  </a:lnTo>
                  <a:lnTo>
                    <a:pt x="4938326" y="1058504"/>
                  </a:lnTo>
                  <a:lnTo>
                    <a:pt x="4939167" y="1061151"/>
                  </a:lnTo>
                  <a:lnTo>
                    <a:pt x="4940009" y="1061723"/>
                  </a:lnTo>
                  <a:lnTo>
                    <a:pt x="4940850" y="1060066"/>
                  </a:lnTo>
                  <a:lnTo>
                    <a:pt x="4941691" y="1055519"/>
                  </a:lnTo>
                  <a:lnTo>
                    <a:pt x="4942532" y="1048801"/>
                  </a:lnTo>
                  <a:lnTo>
                    <a:pt x="4943374" y="1040067"/>
                  </a:lnTo>
                  <a:lnTo>
                    <a:pt x="4944215" y="1030454"/>
                  </a:lnTo>
                  <a:lnTo>
                    <a:pt x="4945056" y="1021719"/>
                  </a:lnTo>
                  <a:lnTo>
                    <a:pt x="4945897" y="1012234"/>
                  </a:lnTo>
                  <a:lnTo>
                    <a:pt x="4946738" y="1002670"/>
                  </a:lnTo>
                  <a:lnTo>
                    <a:pt x="4947580" y="994455"/>
                  </a:lnTo>
                  <a:lnTo>
                    <a:pt x="4948421" y="988906"/>
                  </a:lnTo>
                  <a:lnTo>
                    <a:pt x="4949262" y="987645"/>
                  </a:lnTo>
                  <a:lnTo>
                    <a:pt x="4950103" y="987440"/>
                  </a:lnTo>
                  <a:lnTo>
                    <a:pt x="4950944" y="987706"/>
                  </a:lnTo>
                  <a:lnTo>
                    <a:pt x="4951786" y="987402"/>
                  </a:lnTo>
                  <a:lnTo>
                    <a:pt x="4952627" y="988435"/>
                  </a:lnTo>
                  <a:lnTo>
                    <a:pt x="4953468" y="991534"/>
                  </a:lnTo>
                  <a:lnTo>
                    <a:pt x="4954309" y="997019"/>
                  </a:lnTo>
                  <a:lnTo>
                    <a:pt x="4955150" y="1004911"/>
                  </a:lnTo>
                  <a:lnTo>
                    <a:pt x="4955992" y="1010717"/>
                  </a:lnTo>
                  <a:lnTo>
                    <a:pt x="4956833" y="1016712"/>
                  </a:lnTo>
                  <a:lnTo>
                    <a:pt x="4957674" y="1023581"/>
                  </a:lnTo>
                  <a:lnTo>
                    <a:pt x="4958515" y="1031752"/>
                  </a:lnTo>
                  <a:lnTo>
                    <a:pt x="4959356" y="1040992"/>
                  </a:lnTo>
                  <a:lnTo>
                    <a:pt x="4960198" y="1050268"/>
                  </a:lnTo>
                  <a:lnTo>
                    <a:pt x="4961039" y="1059742"/>
                  </a:lnTo>
                  <a:lnTo>
                    <a:pt x="4961880" y="1069629"/>
                  </a:lnTo>
                  <a:lnTo>
                    <a:pt x="4962721" y="1080061"/>
                  </a:lnTo>
                  <a:lnTo>
                    <a:pt x="4963562" y="1090567"/>
                  </a:lnTo>
                  <a:lnTo>
                    <a:pt x="4964404" y="1101485"/>
                  </a:lnTo>
                  <a:lnTo>
                    <a:pt x="4965245" y="1112981"/>
                  </a:lnTo>
                  <a:lnTo>
                    <a:pt x="4966086" y="1125222"/>
                  </a:lnTo>
                  <a:lnTo>
                    <a:pt x="4966927" y="1138238"/>
                  </a:lnTo>
                  <a:lnTo>
                    <a:pt x="4967768" y="1149360"/>
                  </a:lnTo>
                  <a:lnTo>
                    <a:pt x="4968610" y="1160331"/>
                  </a:lnTo>
                  <a:lnTo>
                    <a:pt x="4969451" y="1174730"/>
                  </a:lnTo>
                  <a:lnTo>
                    <a:pt x="4970292" y="1186740"/>
                  </a:lnTo>
                  <a:lnTo>
                    <a:pt x="4971133" y="1202475"/>
                  </a:lnTo>
                  <a:lnTo>
                    <a:pt x="4971974" y="1218100"/>
                  </a:lnTo>
                  <a:lnTo>
                    <a:pt x="4972816" y="1233821"/>
                  </a:lnTo>
                  <a:lnTo>
                    <a:pt x="4973657" y="1248774"/>
                  </a:lnTo>
                  <a:lnTo>
                    <a:pt x="4974498" y="1262864"/>
                  </a:lnTo>
                  <a:lnTo>
                    <a:pt x="4975339" y="1276529"/>
                  </a:lnTo>
                  <a:lnTo>
                    <a:pt x="4976180" y="1290136"/>
                  </a:lnTo>
                  <a:lnTo>
                    <a:pt x="4977022" y="1304391"/>
                  </a:lnTo>
                  <a:lnTo>
                    <a:pt x="4977863" y="1318761"/>
                  </a:lnTo>
                  <a:lnTo>
                    <a:pt x="4978704" y="1332713"/>
                  </a:lnTo>
                  <a:lnTo>
                    <a:pt x="4979545" y="1346245"/>
                  </a:lnTo>
                  <a:lnTo>
                    <a:pt x="4980386" y="1358878"/>
                  </a:lnTo>
                  <a:lnTo>
                    <a:pt x="4981228" y="1371208"/>
                  </a:lnTo>
                  <a:lnTo>
                    <a:pt x="4982069" y="1383583"/>
                  </a:lnTo>
                  <a:lnTo>
                    <a:pt x="4982910" y="1398821"/>
                  </a:lnTo>
                  <a:lnTo>
                    <a:pt x="4983751" y="1411993"/>
                  </a:lnTo>
                  <a:lnTo>
                    <a:pt x="4984592" y="1424231"/>
                  </a:lnTo>
                  <a:lnTo>
                    <a:pt x="4985434" y="1436126"/>
                  </a:lnTo>
                  <a:lnTo>
                    <a:pt x="4986275" y="1448326"/>
                  </a:lnTo>
                  <a:lnTo>
                    <a:pt x="4987116" y="1461581"/>
                  </a:lnTo>
                  <a:lnTo>
                    <a:pt x="4987957" y="1471433"/>
                  </a:lnTo>
                  <a:lnTo>
                    <a:pt x="4988798" y="1480633"/>
                  </a:lnTo>
                  <a:lnTo>
                    <a:pt x="4989640" y="1489470"/>
                  </a:lnTo>
                  <a:lnTo>
                    <a:pt x="4990481" y="1496671"/>
                  </a:lnTo>
                  <a:lnTo>
                    <a:pt x="4991322" y="1503384"/>
                  </a:lnTo>
                  <a:lnTo>
                    <a:pt x="4992163" y="1510258"/>
                  </a:lnTo>
                  <a:lnTo>
                    <a:pt x="4993004" y="1515590"/>
                  </a:lnTo>
                  <a:lnTo>
                    <a:pt x="4993846" y="1521226"/>
                  </a:lnTo>
                  <a:lnTo>
                    <a:pt x="4994687" y="1526451"/>
                  </a:lnTo>
                  <a:lnTo>
                    <a:pt x="4995528" y="1532222"/>
                  </a:lnTo>
                  <a:lnTo>
                    <a:pt x="4996369" y="1538449"/>
                  </a:lnTo>
                  <a:lnTo>
                    <a:pt x="4997210" y="1545580"/>
                  </a:lnTo>
                  <a:lnTo>
                    <a:pt x="4998052" y="1553668"/>
                  </a:lnTo>
                  <a:lnTo>
                    <a:pt x="4998893" y="1561505"/>
                  </a:lnTo>
                  <a:lnTo>
                    <a:pt x="4999734" y="1569476"/>
                  </a:lnTo>
                  <a:lnTo>
                    <a:pt x="5000575" y="1576794"/>
                  </a:lnTo>
                  <a:lnTo>
                    <a:pt x="5001416" y="1584554"/>
                  </a:lnTo>
                  <a:lnTo>
                    <a:pt x="5002258" y="1592485"/>
                  </a:lnTo>
                  <a:lnTo>
                    <a:pt x="5003099" y="1600201"/>
                  </a:lnTo>
                  <a:lnTo>
                    <a:pt x="5003940" y="1608907"/>
                  </a:lnTo>
                  <a:lnTo>
                    <a:pt x="5004781" y="1617335"/>
                  </a:lnTo>
                  <a:lnTo>
                    <a:pt x="5005622" y="1625387"/>
                  </a:lnTo>
                  <a:lnTo>
                    <a:pt x="5006464" y="1632512"/>
                  </a:lnTo>
                  <a:lnTo>
                    <a:pt x="5007305" y="1639078"/>
                  </a:lnTo>
                  <a:lnTo>
                    <a:pt x="5008146" y="1644677"/>
                  </a:lnTo>
                  <a:lnTo>
                    <a:pt x="5008987" y="1648704"/>
                  </a:lnTo>
                  <a:lnTo>
                    <a:pt x="5009828" y="1652644"/>
                  </a:lnTo>
                  <a:lnTo>
                    <a:pt x="5010670" y="1655241"/>
                  </a:lnTo>
                  <a:lnTo>
                    <a:pt x="5011511" y="1657639"/>
                  </a:lnTo>
                  <a:lnTo>
                    <a:pt x="5012352" y="1660016"/>
                  </a:lnTo>
                  <a:lnTo>
                    <a:pt x="5013193" y="1661934"/>
                  </a:lnTo>
                  <a:lnTo>
                    <a:pt x="5014034" y="1663883"/>
                  </a:lnTo>
                  <a:lnTo>
                    <a:pt x="5014876" y="1665900"/>
                  </a:lnTo>
                  <a:lnTo>
                    <a:pt x="5015717" y="1667522"/>
                  </a:lnTo>
                  <a:lnTo>
                    <a:pt x="5016558" y="1668694"/>
                  </a:lnTo>
                  <a:lnTo>
                    <a:pt x="5017399" y="1668905"/>
                  </a:lnTo>
                  <a:lnTo>
                    <a:pt x="5018241" y="1668608"/>
                  </a:lnTo>
                  <a:lnTo>
                    <a:pt x="5019082" y="1668209"/>
                  </a:lnTo>
                  <a:lnTo>
                    <a:pt x="5019923" y="1668276"/>
                  </a:lnTo>
                  <a:lnTo>
                    <a:pt x="5020764" y="1668389"/>
                  </a:lnTo>
                  <a:lnTo>
                    <a:pt x="5021605" y="1669798"/>
                  </a:lnTo>
                  <a:lnTo>
                    <a:pt x="5022447" y="1671253"/>
                  </a:lnTo>
                  <a:lnTo>
                    <a:pt x="5023288" y="1672725"/>
                  </a:lnTo>
                  <a:lnTo>
                    <a:pt x="5024129" y="1674872"/>
                  </a:lnTo>
                  <a:lnTo>
                    <a:pt x="5024970" y="1678623"/>
                  </a:lnTo>
                  <a:lnTo>
                    <a:pt x="5025811" y="1683434"/>
                  </a:lnTo>
                  <a:lnTo>
                    <a:pt x="5026653" y="1688113"/>
                  </a:lnTo>
                  <a:lnTo>
                    <a:pt x="5027494" y="1693820"/>
                  </a:lnTo>
                  <a:lnTo>
                    <a:pt x="5028335" y="1699715"/>
                  </a:lnTo>
                  <a:lnTo>
                    <a:pt x="5029176" y="1707062"/>
                  </a:lnTo>
                  <a:lnTo>
                    <a:pt x="5030017" y="1714851"/>
                  </a:lnTo>
                  <a:lnTo>
                    <a:pt x="5030859" y="1722751"/>
                  </a:lnTo>
                  <a:lnTo>
                    <a:pt x="5031700" y="1731220"/>
                  </a:lnTo>
                  <a:lnTo>
                    <a:pt x="5032541" y="1740007"/>
                  </a:lnTo>
                  <a:lnTo>
                    <a:pt x="5033382" y="1749304"/>
                  </a:lnTo>
                  <a:lnTo>
                    <a:pt x="5034223" y="1758774"/>
                  </a:lnTo>
                  <a:lnTo>
                    <a:pt x="5035065" y="1767329"/>
                  </a:lnTo>
                  <a:lnTo>
                    <a:pt x="5035906" y="1775014"/>
                  </a:lnTo>
                  <a:lnTo>
                    <a:pt x="5036747" y="1782325"/>
                  </a:lnTo>
                  <a:lnTo>
                    <a:pt x="5037588" y="1789252"/>
                  </a:lnTo>
                  <a:lnTo>
                    <a:pt x="5038429" y="1795893"/>
                  </a:lnTo>
                  <a:lnTo>
                    <a:pt x="5039271" y="1803080"/>
                  </a:lnTo>
                  <a:lnTo>
                    <a:pt x="5040112" y="1809957"/>
                  </a:lnTo>
                  <a:lnTo>
                    <a:pt x="5040953" y="1816716"/>
                  </a:lnTo>
                  <a:lnTo>
                    <a:pt x="5041794" y="1823367"/>
                  </a:lnTo>
                  <a:lnTo>
                    <a:pt x="5042635" y="1830449"/>
                  </a:lnTo>
                  <a:lnTo>
                    <a:pt x="5043477" y="1837641"/>
                  </a:lnTo>
                  <a:lnTo>
                    <a:pt x="5044318" y="1844696"/>
                  </a:lnTo>
                  <a:lnTo>
                    <a:pt x="5045159" y="1851272"/>
                  </a:lnTo>
                  <a:lnTo>
                    <a:pt x="5046000" y="1857132"/>
                  </a:lnTo>
                  <a:lnTo>
                    <a:pt x="5046841" y="1863093"/>
                  </a:lnTo>
                  <a:lnTo>
                    <a:pt x="5047683" y="1869264"/>
                  </a:lnTo>
                  <a:lnTo>
                    <a:pt x="5048524" y="1876540"/>
                  </a:lnTo>
                  <a:lnTo>
                    <a:pt x="5049365" y="1885480"/>
                  </a:lnTo>
                  <a:lnTo>
                    <a:pt x="5050206" y="1896701"/>
                  </a:lnTo>
                  <a:lnTo>
                    <a:pt x="5051047" y="1907292"/>
                  </a:lnTo>
                  <a:lnTo>
                    <a:pt x="5051889" y="1917633"/>
                  </a:lnTo>
                  <a:lnTo>
                    <a:pt x="5052730" y="1927986"/>
                  </a:lnTo>
                  <a:lnTo>
                    <a:pt x="5053571" y="1937776"/>
                  </a:lnTo>
                  <a:lnTo>
                    <a:pt x="5054412" y="1946364"/>
                  </a:lnTo>
                  <a:lnTo>
                    <a:pt x="5055253" y="1954277"/>
                  </a:lnTo>
                  <a:lnTo>
                    <a:pt x="5056095" y="1962183"/>
                  </a:lnTo>
                  <a:lnTo>
                    <a:pt x="5056936" y="1970853"/>
                  </a:lnTo>
                  <a:lnTo>
                    <a:pt x="5057777" y="1979457"/>
                  </a:lnTo>
                  <a:lnTo>
                    <a:pt x="5058618" y="1989122"/>
                  </a:lnTo>
                  <a:lnTo>
                    <a:pt x="5059459" y="1999615"/>
                  </a:lnTo>
                  <a:lnTo>
                    <a:pt x="5060301" y="2007138"/>
                  </a:lnTo>
                  <a:lnTo>
                    <a:pt x="5061142" y="2012904"/>
                  </a:lnTo>
                  <a:lnTo>
                    <a:pt x="5061983" y="2018651"/>
                  </a:lnTo>
                  <a:lnTo>
                    <a:pt x="5062824" y="2021488"/>
                  </a:lnTo>
                  <a:lnTo>
                    <a:pt x="5063665" y="2024441"/>
                  </a:lnTo>
                  <a:lnTo>
                    <a:pt x="5064507" y="2026239"/>
                  </a:lnTo>
                  <a:lnTo>
                    <a:pt x="5065348" y="2027589"/>
                  </a:lnTo>
                  <a:lnTo>
                    <a:pt x="5066189" y="2028586"/>
                  </a:lnTo>
                  <a:lnTo>
                    <a:pt x="5067030" y="2029235"/>
                  </a:lnTo>
                  <a:lnTo>
                    <a:pt x="5067871" y="2029503"/>
                  </a:lnTo>
                  <a:lnTo>
                    <a:pt x="5068713" y="2029846"/>
                  </a:lnTo>
                  <a:lnTo>
                    <a:pt x="5069554" y="2030133"/>
                  </a:lnTo>
                  <a:lnTo>
                    <a:pt x="5070395" y="2030531"/>
                  </a:lnTo>
                  <a:lnTo>
                    <a:pt x="5071236" y="2030479"/>
                  </a:lnTo>
                  <a:lnTo>
                    <a:pt x="5072077" y="2029865"/>
                  </a:lnTo>
                  <a:lnTo>
                    <a:pt x="5072919" y="2028613"/>
                  </a:lnTo>
                  <a:lnTo>
                    <a:pt x="5073760" y="2026541"/>
                  </a:lnTo>
                  <a:lnTo>
                    <a:pt x="5074601" y="2023486"/>
                  </a:lnTo>
                  <a:lnTo>
                    <a:pt x="5075442" y="2021179"/>
                  </a:lnTo>
                  <a:lnTo>
                    <a:pt x="5076283" y="2019366"/>
                  </a:lnTo>
                  <a:lnTo>
                    <a:pt x="5077125" y="2017295"/>
                  </a:lnTo>
                  <a:lnTo>
                    <a:pt x="5077966" y="2015548"/>
                  </a:lnTo>
                  <a:lnTo>
                    <a:pt x="5078807" y="2012836"/>
                  </a:lnTo>
                  <a:lnTo>
                    <a:pt x="5079648" y="2009790"/>
                  </a:lnTo>
                  <a:lnTo>
                    <a:pt x="5080489" y="2006190"/>
                  </a:lnTo>
                  <a:lnTo>
                    <a:pt x="5081331" y="2002088"/>
                  </a:lnTo>
                  <a:lnTo>
                    <a:pt x="5082172" y="1997895"/>
                  </a:lnTo>
                  <a:lnTo>
                    <a:pt x="5083013" y="1993595"/>
                  </a:lnTo>
                  <a:lnTo>
                    <a:pt x="5083854" y="1989113"/>
                  </a:lnTo>
                  <a:lnTo>
                    <a:pt x="5084695" y="1984434"/>
                  </a:lnTo>
                  <a:lnTo>
                    <a:pt x="5085537" y="1979314"/>
                  </a:lnTo>
                  <a:lnTo>
                    <a:pt x="5086378" y="1976084"/>
                  </a:lnTo>
                  <a:lnTo>
                    <a:pt x="5087219" y="1972849"/>
                  </a:lnTo>
                  <a:lnTo>
                    <a:pt x="5088060" y="1969238"/>
                  </a:lnTo>
                  <a:lnTo>
                    <a:pt x="5088902" y="1965674"/>
                  </a:lnTo>
                  <a:lnTo>
                    <a:pt x="5089743" y="1961652"/>
                  </a:lnTo>
                  <a:lnTo>
                    <a:pt x="5090584" y="1957496"/>
                  </a:lnTo>
                  <a:lnTo>
                    <a:pt x="5091425" y="1953441"/>
                  </a:lnTo>
                  <a:lnTo>
                    <a:pt x="5092266" y="1950470"/>
                  </a:lnTo>
                  <a:lnTo>
                    <a:pt x="5093108" y="1947301"/>
                  </a:lnTo>
                  <a:lnTo>
                    <a:pt x="5093949" y="1943262"/>
                  </a:lnTo>
                  <a:lnTo>
                    <a:pt x="5094790" y="1938238"/>
                  </a:lnTo>
                  <a:lnTo>
                    <a:pt x="5095631" y="1933717"/>
                  </a:lnTo>
                  <a:lnTo>
                    <a:pt x="5096472" y="1929658"/>
                  </a:lnTo>
                  <a:lnTo>
                    <a:pt x="5097314" y="1925954"/>
                  </a:lnTo>
                  <a:lnTo>
                    <a:pt x="5098155" y="1922374"/>
                  </a:lnTo>
                  <a:lnTo>
                    <a:pt x="5098996" y="1918655"/>
                  </a:lnTo>
                  <a:lnTo>
                    <a:pt x="5099837" y="1914709"/>
                  </a:lnTo>
                  <a:lnTo>
                    <a:pt x="5100678" y="1910641"/>
                  </a:lnTo>
                  <a:lnTo>
                    <a:pt x="5101520" y="1907244"/>
                  </a:lnTo>
                  <a:lnTo>
                    <a:pt x="5102361" y="1904898"/>
                  </a:lnTo>
                  <a:lnTo>
                    <a:pt x="5103202" y="1903804"/>
                  </a:lnTo>
                  <a:lnTo>
                    <a:pt x="5104043" y="1903100"/>
                  </a:lnTo>
                  <a:lnTo>
                    <a:pt x="5104884" y="1902754"/>
                  </a:lnTo>
                  <a:lnTo>
                    <a:pt x="5105726" y="1903246"/>
                  </a:lnTo>
                  <a:lnTo>
                    <a:pt x="5106567" y="1903837"/>
                  </a:lnTo>
                  <a:lnTo>
                    <a:pt x="5107408" y="1905079"/>
                  </a:lnTo>
                  <a:lnTo>
                    <a:pt x="5108249" y="1908499"/>
                  </a:lnTo>
                  <a:lnTo>
                    <a:pt x="5109090" y="1913797"/>
                  </a:lnTo>
                  <a:lnTo>
                    <a:pt x="5109932" y="1920222"/>
                  </a:lnTo>
                  <a:lnTo>
                    <a:pt x="5110773" y="1928574"/>
                  </a:lnTo>
                  <a:lnTo>
                    <a:pt x="5111614" y="1938683"/>
                  </a:lnTo>
                  <a:lnTo>
                    <a:pt x="5112455" y="1948240"/>
                  </a:lnTo>
                  <a:lnTo>
                    <a:pt x="5113296" y="1957767"/>
                  </a:lnTo>
                  <a:lnTo>
                    <a:pt x="5114138" y="1967143"/>
                  </a:lnTo>
                  <a:lnTo>
                    <a:pt x="5114979" y="1976107"/>
                  </a:lnTo>
                  <a:lnTo>
                    <a:pt x="5115820" y="1983529"/>
                  </a:lnTo>
                  <a:lnTo>
                    <a:pt x="5116661" y="1990606"/>
                  </a:lnTo>
                  <a:lnTo>
                    <a:pt x="5117502" y="1996593"/>
                  </a:lnTo>
                  <a:lnTo>
                    <a:pt x="5118344" y="2002542"/>
                  </a:lnTo>
                  <a:lnTo>
                    <a:pt x="5119185" y="2007381"/>
                  </a:lnTo>
                  <a:lnTo>
                    <a:pt x="5120026" y="2013070"/>
                  </a:lnTo>
                  <a:lnTo>
                    <a:pt x="5120867" y="2017718"/>
                  </a:lnTo>
                  <a:lnTo>
                    <a:pt x="5121708" y="2021166"/>
                  </a:lnTo>
                  <a:lnTo>
                    <a:pt x="5122550" y="2022516"/>
                  </a:lnTo>
                  <a:lnTo>
                    <a:pt x="5123391" y="2021811"/>
                  </a:lnTo>
                  <a:lnTo>
                    <a:pt x="5124232" y="2019192"/>
                  </a:lnTo>
                  <a:lnTo>
                    <a:pt x="5125073" y="2017038"/>
                  </a:lnTo>
                  <a:lnTo>
                    <a:pt x="5125914" y="2014670"/>
                  </a:lnTo>
                  <a:lnTo>
                    <a:pt x="5126756" y="2011931"/>
                  </a:lnTo>
                  <a:lnTo>
                    <a:pt x="5127597" y="2009055"/>
                  </a:lnTo>
                  <a:lnTo>
                    <a:pt x="5128438" y="2006266"/>
                  </a:lnTo>
                  <a:lnTo>
                    <a:pt x="5129279" y="2003355"/>
                  </a:lnTo>
                  <a:lnTo>
                    <a:pt x="5130120" y="2000758"/>
                  </a:lnTo>
                  <a:lnTo>
                    <a:pt x="5130962" y="1998162"/>
                  </a:lnTo>
                  <a:lnTo>
                    <a:pt x="5131803" y="1995143"/>
                  </a:lnTo>
                  <a:lnTo>
                    <a:pt x="5132644" y="1991097"/>
                  </a:lnTo>
                  <a:lnTo>
                    <a:pt x="5133485" y="1985946"/>
                  </a:lnTo>
                  <a:lnTo>
                    <a:pt x="5134326" y="1980578"/>
                  </a:lnTo>
                  <a:lnTo>
                    <a:pt x="5135168" y="1974950"/>
                  </a:lnTo>
                  <a:lnTo>
                    <a:pt x="5136009" y="1969377"/>
                  </a:lnTo>
                  <a:lnTo>
                    <a:pt x="5136850" y="1963942"/>
                  </a:lnTo>
                  <a:lnTo>
                    <a:pt x="5137691" y="1958583"/>
                  </a:lnTo>
                  <a:lnTo>
                    <a:pt x="5138532" y="1953744"/>
                  </a:lnTo>
                  <a:lnTo>
                    <a:pt x="5139374" y="1949500"/>
                  </a:lnTo>
                  <a:lnTo>
                    <a:pt x="5140215" y="1945199"/>
                  </a:lnTo>
                  <a:lnTo>
                    <a:pt x="5141056" y="1941172"/>
                  </a:lnTo>
                  <a:lnTo>
                    <a:pt x="5141897" y="1937091"/>
                  </a:lnTo>
                  <a:lnTo>
                    <a:pt x="5142738" y="1933153"/>
                  </a:lnTo>
                  <a:lnTo>
                    <a:pt x="5143580" y="1929084"/>
                  </a:lnTo>
                  <a:lnTo>
                    <a:pt x="5144421" y="1925149"/>
                  </a:lnTo>
                  <a:lnTo>
                    <a:pt x="5145262" y="1921643"/>
                  </a:lnTo>
                  <a:lnTo>
                    <a:pt x="5146103" y="1918393"/>
                  </a:lnTo>
                  <a:lnTo>
                    <a:pt x="5146944" y="1915239"/>
                  </a:lnTo>
                  <a:lnTo>
                    <a:pt x="5147786" y="1912714"/>
                  </a:lnTo>
                  <a:lnTo>
                    <a:pt x="5148627" y="1911078"/>
                  </a:lnTo>
                  <a:lnTo>
                    <a:pt x="5149468" y="1909595"/>
                  </a:lnTo>
                  <a:lnTo>
                    <a:pt x="5150309" y="1908214"/>
                  </a:lnTo>
                  <a:lnTo>
                    <a:pt x="5151150" y="1907055"/>
                  </a:lnTo>
                  <a:lnTo>
                    <a:pt x="5151992" y="1906574"/>
                  </a:lnTo>
                  <a:lnTo>
                    <a:pt x="5152833" y="1906013"/>
                  </a:lnTo>
                  <a:lnTo>
                    <a:pt x="5153674" y="1906119"/>
                  </a:lnTo>
                  <a:lnTo>
                    <a:pt x="5154515" y="1906829"/>
                  </a:lnTo>
                  <a:lnTo>
                    <a:pt x="5155356" y="1907287"/>
                  </a:lnTo>
                  <a:lnTo>
                    <a:pt x="5156198" y="1908037"/>
                  </a:lnTo>
                  <a:lnTo>
                    <a:pt x="5157039" y="1909108"/>
                  </a:lnTo>
                  <a:lnTo>
                    <a:pt x="5157880" y="1910218"/>
                  </a:lnTo>
                  <a:lnTo>
                    <a:pt x="5158721" y="1911303"/>
                  </a:lnTo>
                  <a:lnTo>
                    <a:pt x="5159563" y="1912719"/>
                  </a:lnTo>
                  <a:lnTo>
                    <a:pt x="5160404" y="1913944"/>
                  </a:lnTo>
                  <a:lnTo>
                    <a:pt x="5161245" y="1915089"/>
                  </a:lnTo>
                  <a:lnTo>
                    <a:pt x="5162086" y="1916063"/>
                  </a:lnTo>
                  <a:lnTo>
                    <a:pt x="5162927" y="1916871"/>
                  </a:lnTo>
                  <a:lnTo>
                    <a:pt x="5163769" y="1917397"/>
                  </a:lnTo>
                  <a:lnTo>
                    <a:pt x="5164610" y="1917252"/>
                  </a:lnTo>
                  <a:lnTo>
                    <a:pt x="5165451" y="1916862"/>
                  </a:lnTo>
                  <a:lnTo>
                    <a:pt x="5166292" y="1915876"/>
                  </a:lnTo>
                  <a:lnTo>
                    <a:pt x="5167133" y="1914508"/>
                  </a:lnTo>
                  <a:lnTo>
                    <a:pt x="5167975" y="1913554"/>
                  </a:lnTo>
                  <a:lnTo>
                    <a:pt x="5168816" y="1912775"/>
                  </a:lnTo>
                  <a:lnTo>
                    <a:pt x="5169657" y="1911454"/>
                  </a:lnTo>
                  <a:lnTo>
                    <a:pt x="5170498" y="1909964"/>
                  </a:lnTo>
                  <a:lnTo>
                    <a:pt x="5171339" y="1908497"/>
                  </a:lnTo>
                  <a:lnTo>
                    <a:pt x="5172181" y="1906281"/>
                  </a:lnTo>
                  <a:lnTo>
                    <a:pt x="5173022" y="1903865"/>
                  </a:lnTo>
                  <a:lnTo>
                    <a:pt x="5173863" y="1901464"/>
                  </a:lnTo>
                  <a:lnTo>
                    <a:pt x="5174704" y="1899418"/>
                  </a:lnTo>
                  <a:lnTo>
                    <a:pt x="5175545" y="1897881"/>
                  </a:lnTo>
                  <a:lnTo>
                    <a:pt x="5176387" y="1896764"/>
                  </a:lnTo>
                  <a:lnTo>
                    <a:pt x="5177228" y="1896283"/>
                  </a:lnTo>
                  <a:lnTo>
                    <a:pt x="5178069" y="1895698"/>
                  </a:lnTo>
                  <a:lnTo>
                    <a:pt x="5178910" y="1895707"/>
                  </a:lnTo>
                  <a:lnTo>
                    <a:pt x="5179751" y="1895839"/>
                  </a:lnTo>
                  <a:lnTo>
                    <a:pt x="5180593" y="1895938"/>
                  </a:lnTo>
                  <a:lnTo>
                    <a:pt x="5181434" y="1895578"/>
                  </a:lnTo>
                  <a:lnTo>
                    <a:pt x="5182275" y="1895294"/>
                  </a:lnTo>
                  <a:lnTo>
                    <a:pt x="5183116" y="1895134"/>
                  </a:lnTo>
                  <a:lnTo>
                    <a:pt x="5183957" y="1894186"/>
                  </a:lnTo>
                  <a:lnTo>
                    <a:pt x="5184799" y="1893114"/>
                  </a:lnTo>
                  <a:lnTo>
                    <a:pt x="5185640" y="1891471"/>
                  </a:lnTo>
                  <a:lnTo>
                    <a:pt x="5186481" y="1890150"/>
                  </a:lnTo>
                  <a:lnTo>
                    <a:pt x="5187322" y="1888825"/>
                  </a:lnTo>
                  <a:lnTo>
                    <a:pt x="5188163" y="1887310"/>
                  </a:lnTo>
                  <a:lnTo>
                    <a:pt x="5189005" y="1885737"/>
                  </a:lnTo>
                  <a:lnTo>
                    <a:pt x="5189846" y="1883549"/>
                  </a:lnTo>
                  <a:lnTo>
                    <a:pt x="5190687" y="1882223"/>
                  </a:lnTo>
                  <a:lnTo>
                    <a:pt x="5191528" y="1881943"/>
                  </a:lnTo>
                  <a:lnTo>
                    <a:pt x="5192369" y="1881641"/>
                  </a:lnTo>
                  <a:lnTo>
                    <a:pt x="5193211" y="1881041"/>
                  </a:lnTo>
                  <a:lnTo>
                    <a:pt x="5194052" y="1879723"/>
                  </a:lnTo>
                  <a:lnTo>
                    <a:pt x="5194893" y="1878171"/>
                  </a:lnTo>
                  <a:lnTo>
                    <a:pt x="5195734" y="1876287"/>
                  </a:lnTo>
                  <a:lnTo>
                    <a:pt x="5196575" y="1874281"/>
                  </a:lnTo>
                  <a:lnTo>
                    <a:pt x="5197417" y="1871426"/>
                  </a:lnTo>
                  <a:lnTo>
                    <a:pt x="5198258" y="1867909"/>
                  </a:lnTo>
                  <a:lnTo>
                    <a:pt x="5199099" y="1863566"/>
                  </a:lnTo>
                  <a:lnTo>
                    <a:pt x="5199940" y="1857722"/>
                  </a:lnTo>
                  <a:lnTo>
                    <a:pt x="5200781" y="1851872"/>
                  </a:lnTo>
                  <a:lnTo>
                    <a:pt x="5201623" y="1844677"/>
                  </a:lnTo>
                  <a:lnTo>
                    <a:pt x="5202464" y="1836637"/>
                  </a:lnTo>
                  <a:lnTo>
                    <a:pt x="5203305" y="1828283"/>
                  </a:lnTo>
                  <a:lnTo>
                    <a:pt x="5204146" y="1820253"/>
                  </a:lnTo>
                  <a:lnTo>
                    <a:pt x="5204987" y="1813432"/>
                  </a:lnTo>
                  <a:lnTo>
                    <a:pt x="5205829" y="1806540"/>
                  </a:lnTo>
                  <a:lnTo>
                    <a:pt x="5206670" y="1799282"/>
                  </a:lnTo>
                  <a:lnTo>
                    <a:pt x="5207511" y="1791998"/>
                  </a:lnTo>
                  <a:lnTo>
                    <a:pt x="5208352" y="1784646"/>
                  </a:lnTo>
                  <a:lnTo>
                    <a:pt x="5209193" y="1776882"/>
                  </a:lnTo>
                  <a:lnTo>
                    <a:pt x="5210035" y="1768603"/>
                  </a:lnTo>
                  <a:lnTo>
                    <a:pt x="5210876" y="1760067"/>
                  </a:lnTo>
                  <a:lnTo>
                    <a:pt x="5211717" y="1751254"/>
                  </a:lnTo>
                  <a:lnTo>
                    <a:pt x="5212558" y="1741904"/>
                  </a:lnTo>
                  <a:lnTo>
                    <a:pt x="5213399" y="1732139"/>
                  </a:lnTo>
                  <a:lnTo>
                    <a:pt x="5214241" y="1722456"/>
                  </a:lnTo>
                  <a:lnTo>
                    <a:pt x="5215082" y="1711382"/>
                  </a:lnTo>
                  <a:lnTo>
                    <a:pt x="5215923" y="1701025"/>
                  </a:lnTo>
                  <a:lnTo>
                    <a:pt x="5216764" y="1689425"/>
                  </a:lnTo>
                  <a:lnTo>
                    <a:pt x="5217605" y="1674209"/>
                  </a:lnTo>
                  <a:lnTo>
                    <a:pt x="5218447" y="1659448"/>
                  </a:lnTo>
                  <a:lnTo>
                    <a:pt x="5219288" y="1645255"/>
                  </a:lnTo>
                  <a:lnTo>
                    <a:pt x="5220129" y="1630851"/>
                  </a:lnTo>
                  <a:lnTo>
                    <a:pt x="5220970" y="1616590"/>
                  </a:lnTo>
                  <a:lnTo>
                    <a:pt x="5221811" y="1603249"/>
                  </a:lnTo>
                  <a:lnTo>
                    <a:pt x="5222653" y="1590350"/>
                  </a:lnTo>
                  <a:lnTo>
                    <a:pt x="5223494" y="1577999"/>
                  </a:lnTo>
                  <a:lnTo>
                    <a:pt x="5224335" y="1566500"/>
                  </a:lnTo>
                  <a:lnTo>
                    <a:pt x="5225176" y="1555959"/>
                  </a:lnTo>
                  <a:lnTo>
                    <a:pt x="5226017" y="1546208"/>
                  </a:lnTo>
                  <a:lnTo>
                    <a:pt x="5226859" y="1536420"/>
                  </a:lnTo>
                  <a:lnTo>
                    <a:pt x="5227700" y="1526453"/>
                  </a:lnTo>
                  <a:lnTo>
                    <a:pt x="5228541" y="1516487"/>
                  </a:lnTo>
                  <a:lnTo>
                    <a:pt x="5229382" y="1506831"/>
                  </a:lnTo>
                  <a:lnTo>
                    <a:pt x="5230224" y="1500200"/>
                  </a:lnTo>
                  <a:lnTo>
                    <a:pt x="5231065" y="1495996"/>
                  </a:lnTo>
                  <a:lnTo>
                    <a:pt x="5231906" y="1492409"/>
                  </a:lnTo>
                  <a:lnTo>
                    <a:pt x="5232747" y="1489154"/>
                  </a:lnTo>
                  <a:lnTo>
                    <a:pt x="5233588" y="1486064"/>
                  </a:lnTo>
                  <a:lnTo>
                    <a:pt x="5234430" y="1482717"/>
                  </a:lnTo>
                  <a:lnTo>
                    <a:pt x="5235271" y="1479549"/>
                  </a:lnTo>
                  <a:lnTo>
                    <a:pt x="5236112" y="1476342"/>
                  </a:lnTo>
                  <a:lnTo>
                    <a:pt x="5236953" y="1472787"/>
                  </a:lnTo>
                  <a:lnTo>
                    <a:pt x="5237794" y="1468825"/>
                  </a:lnTo>
                  <a:lnTo>
                    <a:pt x="5238636" y="1464352"/>
                  </a:lnTo>
                  <a:lnTo>
                    <a:pt x="5239477" y="1459521"/>
                  </a:lnTo>
                  <a:lnTo>
                    <a:pt x="5240318" y="1454404"/>
                  </a:lnTo>
                  <a:lnTo>
                    <a:pt x="5241159" y="1449302"/>
                  </a:lnTo>
                  <a:lnTo>
                    <a:pt x="5242000" y="1444828"/>
                  </a:lnTo>
                  <a:lnTo>
                    <a:pt x="5242842" y="1441255"/>
                  </a:lnTo>
                  <a:lnTo>
                    <a:pt x="5243683" y="1434668"/>
                  </a:lnTo>
                  <a:lnTo>
                    <a:pt x="5244524" y="1427593"/>
                  </a:lnTo>
                  <a:lnTo>
                    <a:pt x="5245365" y="1419783"/>
                  </a:lnTo>
                  <a:lnTo>
                    <a:pt x="5246206" y="1407325"/>
                  </a:lnTo>
                  <a:lnTo>
                    <a:pt x="5247048" y="1396006"/>
                  </a:lnTo>
                  <a:lnTo>
                    <a:pt x="5247889" y="1384680"/>
                  </a:lnTo>
                  <a:lnTo>
                    <a:pt x="5248730" y="1373590"/>
                  </a:lnTo>
                  <a:lnTo>
                    <a:pt x="5249571" y="1366525"/>
                  </a:lnTo>
                  <a:lnTo>
                    <a:pt x="5250412" y="1359757"/>
                  </a:lnTo>
                  <a:lnTo>
                    <a:pt x="5251254" y="1352968"/>
                  </a:lnTo>
                  <a:lnTo>
                    <a:pt x="5252095" y="1346467"/>
                  </a:lnTo>
                  <a:lnTo>
                    <a:pt x="5252936" y="1340461"/>
                  </a:lnTo>
                  <a:lnTo>
                    <a:pt x="5253777" y="1334982"/>
                  </a:lnTo>
                  <a:lnTo>
                    <a:pt x="5254618" y="1327293"/>
                  </a:lnTo>
                  <a:lnTo>
                    <a:pt x="5255460" y="1319730"/>
                  </a:lnTo>
                  <a:lnTo>
                    <a:pt x="5256301" y="1312320"/>
                  </a:lnTo>
                  <a:lnTo>
                    <a:pt x="5257142" y="1305121"/>
                  </a:lnTo>
                  <a:lnTo>
                    <a:pt x="5257983" y="1298719"/>
                  </a:lnTo>
                  <a:lnTo>
                    <a:pt x="5258824" y="1292682"/>
                  </a:lnTo>
                  <a:lnTo>
                    <a:pt x="5259666" y="1285991"/>
                  </a:lnTo>
                  <a:lnTo>
                    <a:pt x="5260507" y="1278475"/>
                  </a:lnTo>
                  <a:lnTo>
                    <a:pt x="5261348" y="1271434"/>
                  </a:lnTo>
                  <a:lnTo>
                    <a:pt x="5262189" y="1265692"/>
                  </a:lnTo>
                  <a:lnTo>
                    <a:pt x="5263030" y="1260985"/>
                  </a:lnTo>
                  <a:lnTo>
                    <a:pt x="5263872" y="1255621"/>
                  </a:lnTo>
                  <a:lnTo>
                    <a:pt x="5264713" y="1249533"/>
                  </a:lnTo>
                  <a:lnTo>
                    <a:pt x="5265554" y="1244922"/>
                  </a:lnTo>
                  <a:lnTo>
                    <a:pt x="5266395" y="1241772"/>
                  </a:lnTo>
                  <a:lnTo>
                    <a:pt x="5267236" y="1239418"/>
                  </a:lnTo>
                  <a:lnTo>
                    <a:pt x="5268078" y="1236546"/>
                  </a:lnTo>
                  <a:lnTo>
                    <a:pt x="5268919" y="1234126"/>
                  </a:lnTo>
                  <a:lnTo>
                    <a:pt x="5269760" y="1231266"/>
                  </a:lnTo>
                  <a:lnTo>
                    <a:pt x="5270601" y="1228079"/>
                  </a:lnTo>
                  <a:lnTo>
                    <a:pt x="5271442" y="1225179"/>
                  </a:lnTo>
                  <a:lnTo>
                    <a:pt x="5272284" y="1222774"/>
                  </a:lnTo>
                  <a:lnTo>
                    <a:pt x="5273125" y="1221134"/>
                  </a:lnTo>
                  <a:lnTo>
                    <a:pt x="5273966" y="1219716"/>
                  </a:lnTo>
                  <a:lnTo>
                    <a:pt x="5274807" y="1218322"/>
                  </a:lnTo>
                  <a:lnTo>
                    <a:pt x="5275648" y="1216959"/>
                  </a:lnTo>
                  <a:lnTo>
                    <a:pt x="5276490" y="1215342"/>
                  </a:lnTo>
                  <a:lnTo>
                    <a:pt x="5277331" y="1213976"/>
                  </a:lnTo>
                  <a:lnTo>
                    <a:pt x="5278172" y="1213690"/>
                  </a:lnTo>
                  <a:lnTo>
                    <a:pt x="5279013" y="1213374"/>
                  </a:lnTo>
                  <a:lnTo>
                    <a:pt x="5279854" y="1212638"/>
                  </a:lnTo>
                  <a:lnTo>
                    <a:pt x="5280696" y="1214009"/>
                  </a:lnTo>
                  <a:lnTo>
                    <a:pt x="5281537" y="1214873"/>
                  </a:lnTo>
                  <a:lnTo>
                    <a:pt x="5282378" y="1214391"/>
                  </a:lnTo>
                  <a:lnTo>
                    <a:pt x="5283219" y="1214672"/>
                  </a:lnTo>
                  <a:lnTo>
                    <a:pt x="5284060" y="1214809"/>
                  </a:lnTo>
                  <a:lnTo>
                    <a:pt x="5284902" y="1214485"/>
                  </a:lnTo>
                  <a:lnTo>
                    <a:pt x="5285743" y="1214643"/>
                  </a:lnTo>
                  <a:lnTo>
                    <a:pt x="5286584" y="1214428"/>
                  </a:lnTo>
                  <a:lnTo>
                    <a:pt x="5287425" y="1216085"/>
                  </a:lnTo>
                  <a:lnTo>
                    <a:pt x="5288266" y="1217703"/>
                  </a:lnTo>
                  <a:lnTo>
                    <a:pt x="5289108" y="1220271"/>
                  </a:lnTo>
                  <a:lnTo>
                    <a:pt x="5289949" y="1223348"/>
                  </a:lnTo>
                  <a:lnTo>
                    <a:pt x="5290790" y="1226625"/>
                  </a:lnTo>
                  <a:lnTo>
                    <a:pt x="5291631" y="1229889"/>
                  </a:lnTo>
                  <a:lnTo>
                    <a:pt x="5292472" y="1233017"/>
                  </a:lnTo>
                  <a:lnTo>
                    <a:pt x="5293314" y="1234534"/>
                  </a:lnTo>
                  <a:lnTo>
                    <a:pt x="5294155" y="1235306"/>
                  </a:lnTo>
                  <a:lnTo>
                    <a:pt x="5294996" y="1236904"/>
                  </a:lnTo>
                  <a:lnTo>
                    <a:pt x="5295837" y="1238525"/>
                  </a:lnTo>
                  <a:lnTo>
                    <a:pt x="5296678" y="1240143"/>
                  </a:lnTo>
                  <a:lnTo>
                    <a:pt x="5297520" y="1241845"/>
                  </a:lnTo>
                  <a:lnTo>
                    <a:pt x="5298361" y="1242761"/>
                  </a:lnTo>
                  <a:lnTo>
                    <a:pt x="5299202" y="1243221"/>
                  </a:lnTo>
                  <a:lnTo>
                    <a:pt x="5300043" y="1243039"/>
                  </a:lnTo>
                  <a:lnTo>
                    <a:pt x="5300885" y="1242291"/>
                  </a:lnTo>
                  <a:lnTo>
                    <a:pt x="5301726" y="1241424"/>
                  </a:lnTo>
                  <a:lnTo>
                    <a:pt x="5302567" y="1240129"/>
                  </a:lnTo>
                  <a:lnTo>
                    <a:pt x="5303408" y="1238519"/>
                  </a:lnTo>
                  <a:lnTo>
                    <a:pt x="5304249" y="1235725"/>
                  </a:lnTo>
                  <a:lnTo>
                    <a:pt x="5305091" y="1234840"/>
                  </a:lnTo>
                  <a:lnTo>
                    <a:pt x="5305932" y="1233275"/>
                  </a:lnTo>
                  <a:lnTo>
                    <a:pt x="5306773" y="1230581"/>
                  </a:lnTo>
                  <a:lnTo>
                    <a:pt x="5307614" y="1224125"/>
                  </a:lnTo>
                  <a:lnTo>
                    <a:pt x="5308455" y="1216991"/>
                  </a:lnTo>
                  <a:lnTo>
                    <a:pt x="5309297" y="1209691"/>
                  </a:lnTo>
                  <a:lnTo>
                    <a:pt x="5310138" y="1202891"/>
                  </a:lnTo>
                  <a:lnTo>
                    <a:pt x="5310979" y="1195550"/>
                  </a:lnTo>
                  <a:lnTo>
                    <a:pt x="5311820" y="1187376"/>
                  </a:lnTo>
                  <a:lnTo>
                    <a:pt x="5312661" y="1178993"/>
                  </a:lnTo>
                  <a:lnTo>
                    <a:pt x="5313503" y="1170319"/>
                  </a:lnTo>
                  <a:lnTo>
                    <a:pt x="5314344" y="1161269"/>
                  </a:lnTo>
                  <a:lnTo>
                    <a:pt x="5315185" y="1151993"/>
                  </a:lnTo>
                  <a:lnTo>
                    <a:pt x="5316026" y="1142458"/>
                  </a:lnTo>
                  <a:lnTo>
                    <a:pt x="5316867" y="1133373"/>
                  </a:lnTo>
                  <a:lnTo>
                    <a:pt x="5317709" y="1123940"/>
                  </a:lnTo>
                  <a:lnTo>
                    <a:pt x="5318550" y="1115136"/>
                  </a:lnTo>
                  <a:lnTo>
                    <a:pt x="5319391" y="1106074"/>
                  </a:lnTo>
                  <a:lnTo>
                    <a:pt x="5320232" y="1097412"/>
                  </a:lnTo>
                  <a:lnTo>
                    <a:pt x="5321073" y="1089096"/>
                  </a:lnTo>
                  <a:lnTo>
                    <a:pt x="5321915" y="1080725"/>
                  </a:lnTo>
                  <a:lnTo>
                    <a:pt x="5322756" y="1072200"/>
                  </a:lnTo>
                  <a:lnTo>
                    <a:pt x="5323597" y="1063882"/>
                  </a:lnTo>
                  <a:lnTo>
                    <a:pt x="5324438" y="1055560"/>
                  </a:lnTo>
                  <a:lnTo>
                    <a:pt x="5325279" y="1047274"/>
                  </a:lnTo>
                  <a:lnTo>
                    <a:pt x="5326121" y="1039241"/>
                  </a:lnTo>
                  <a:lnTo>
                    <a:pt x="5326962" y="1031551"/>
                  </a:lnTo>
                  <a:lnTo>
                    <a:pt x="5327803" y="1024561"/>
                  </a:lnTo>
                  <a:lnTo>
                    <a:pt x="5328644" y="1018065"/>
                  </a:lnTo>
                  <a:lnTo>
                    <a:pt x="5329485" y="1011346"/>
                  </a:lnTo>
                  <a:lnTo>
                    <a:pt x="5330327" y="1004724"/>
                  </a:lnTo>
                  <a:lnTo>
                    <a:pt x="5331168" y="997858"/>
                  </a:lnTo>
                  <a:lnTo>
                    <a:pt x="5332009" y="991956"/>
                  </a:lnTo>
                  <a:lnTo>
                    <a:pt x="5332850" y="986830"/>
                  </a:lnTo>
                  <a:lnTo>
                    <a:pt x="5333691" y="982654"/>
                  </a:lnTo>
                  <a:lnTo>
                    <a:pt x="5334533" y="978612"/>
                  </a:lnTo>
                  <a:lnTo>
                    <a:pt x="5335374" y="974310"/>
                  </a:lnTo>
                  <a:lnTo>
                    <a:pt x="5336215" y="969403"/>
                  </a:lnTo>
                  <a:lnTo>
                    <a:pt x="5337056" y="964692"/>
                  </a:lnTo>
                  <a:lnTo>
                    <a:pt x="5337897" y="960387"/>
                  </a:lnTo>
                  <a:lnTo>
                    <a:pt x="5338739" y="953065"/>
                  </a:lnTo>
                  <a:lnTo>
                    <a:pt x="5339580" y="944977"/>
                  </a:lnTo>
                  <a:lnTo>
                    <a:pt x="5340421" y="936246"/>
                  </a:lnTo>
                  <a:lnTo>
                    <a:pt x="5341262" y="926243"/>
                  </a:lnTo>
                  <a:lnTo>
                    <a:pt x="5342103" y="915328"/>
                  </a:lnTo>
                  <a:lnTo>
                    <a:pt x="5342945" y="903731"/>
                  </a:lnTo>
                  <a:lnTo>
                    <a:pt x="5343786" y="892323"/>
                  </a:lnTo>
                  <a:lnTo>
                    <a:pt x="5344627" y="880694"/>
                  </a:lnTo>
                  <a:lnTo>
                    <a:pt x="5345468" y="868892"/>
                  </a:lnTo>
                  <a:lnTo>
                    <a:pt x="5346309" y="856377"/>
                  </a:lnTo>
                  <a:lnTo>
                    <a:pt x="5347151" y="844002"/>
                  </a:lnTo>
                  <a:lnTo>
                    <a:pt x="5347992" y="831636"/>
                  </a:lnTo>
                  <a:lnTo>
                    <a:pt x="5348833" y="819216"/>
                  </a:lnTo>
                  <a:lnTo>
                    <a:pt x="5349674" y="806277"/>
                  </a:lnTo>
                  <a:lnTo>
                    <a:pt x="5350515" y="792116"/>
                  </a:lnTo>
                  <a:lnTo>
                    <a:pt x="5351357" y="778028"/>
                  </a:lnTo>
                  <a:lnTo>
                    <a:pt x="5352198" y="765335"/>
                  </a:lnTo>
                  <a:lnTo>
                    <a:pt x="5353039" y="753347"/>
                  </a:lnTo>
                  <a:lnTo>
                    <a:pt x="5353880" y="743082"/>
                  </a:lnTo>
                  <a:lnTo>
                    <a:pt x="5354721" y="736736"/>
                  </a:lnTo>
                  <a:lnTo>
                    <a:pt x="5355563" y="730153"/>
                  </a:lnTo>
                  <a:lnTo>
                    <a:pt x="5356404" y="722930"/>
                  </a:lnTo>
                  <a:lnTo>
                    <a:pt x="5357245" y="715377"/>
                  </a:lnTo>
                  <a:lnTo>
                    <a:pt x="5358086" y="706905"/>
                  </a:lnTo>
                  <a:lnTo>
                    <a:pt x="5358927" y="697986"/>
                  </a:lnTo>
                  <a:lnTo>
                    <a:pt x="5359769" y="687843"/>
                  </a:lnTo>
                  <a:lnTo>
                    <a:pt x="5360610" y="679919"/>
                  </a:lnTo>
                  <a:lnTo>
                    <a:pt x="5361451" y="672583"/>
                  </a:lnTo>
                  <a:lnTo>
                    <a:pt x="5362292" y="665477"/>
                  </a:lnTo>
                  <a:lnTo>
                    <a:pt x="5363133" y="660454"/>
                  </a:lnTo>
                  <a:lnTo>
                    <a:pt x="5363975" y="655481"/>
                  </a:lnTo>
                  <a:lnTo>
                    <a:pt x="5364816" y="650928"/>
                  </a:lnTo>
                  <a:lnTo>
                    <a:pt x="5365657" y="646271"/>
                  </a:lnTo>
                  <a:lnTo>
                    <a:pt x="5366498" y="641345"/>
                  </a:lnTo>
                  <a:lnTo>
                    <a:pt x="5367339" y="637082"/>
                  </a:lnTo>
                  <a:lnTo>
                    <a:pt x="5368181" y="632762"/>
                  </a:lnTo>
                  <a:lnTo>
                    <a:pt x="5369022" y="627702"/>
                  </a:lnTo>
                  <a:lnTo>
                    <a:pt x="5369863" y="624156"/>
                  </a:lnTo>
                  <a:lnTo>
                    <a:pt x="5370704" y="621200"/>
                  </a:lnTo>
                  <a:lnTo>
                    <a:pt x="5371546" y="620205"/>
                  </a:lnTo>
                  <a:lnTo>
                    <a:pt x="5372387" y="620512"/>
                  </a:lnTo>
                  <a:lnTo>
                    <a:pt x="5373228" y="619814"/>
                  </a:lnTo>
                  <a:lnTo>
                    <a:pt x="5374069" y="619326"/>
                  </a:lnTo>
                  <a:lnTo>
                    <a:pt x="5374910" y="620218"/>
                  </a:lnTo>
                  <a:lnTo>
                    <a:pt x="5375752" y="621969"/>
                  </a:lnTo>
                  <a:lnTo>
                    <a:pt x="5376593" y="623945"/>
                  </a:lnTo>
                  <a:lnTo>
                    <a:pt x="5377434" y="626577"/>
                  </a:lnTo>
                  <a:lnTo>
                    <a:pt x="5378275" y="629862"/>
                  </a:lnTo>
                  <a:lnTo>
                    <a:pt x="5379116" y="633299"/>
                  </a:lnTo>
                  <a:lnTo>
                    <a:pt x="5379958" y="636946"/>
                  </a:lnTo>
                  <a:lnTo>
                    <a:pt x="5380799" y="640992"/>
                  </a:lnTo>
                  <a:lnTo>
                    <a:pt x="5381640" y="645532"/>
                  </a:lnTo>
                  <a:lnTo>
                    <a:pt x="5382481" y="649824"/>
                  </a:lnTo>
                  <a:lnTo>
                    <a:pt x="5383322" y="655539"/>
                  </a:lnTo>
                  <a:lnTo>
                    <a:pt x="5384164" y="660883"/>
                  </a:lnTo>
                  <a:lnTo>
                    <a:pt x="5385005" y="666500"/>
                  </a:lnTo>
                  <a:lnTo>
                    <a:pt x="5385846" y="674772"/>
                  </a:lnTo>
                  <a:lnTo>
                    <a:pt x="5386687" y="682599"/>
                  </a:lnTo>
                  <a:lnTo>
                    <a:pt x="5387528" y="689499"/>
                  </a:lnTo>
                  <a:lnTo>
                    <a:pt x="5388370" y="695015"/>
                  </a:lnTo>
                  <a:lnTo>
                    <a:pt x="5389211" y="700105"/>
                  </a:lnTo>
                  <a:lnTo>
                    <a:pt x="5390052" y="703104"/>
                  </a:lnTo>
                  <a:lnTo>
                    <a:pt x="5390893" y="705977"/>
                  </a:lnTo>
                  <a:lnTo>
                    <a:pt x="5391734" y="706543"/>
                  </a:lnTo>
                  <a:lnTo>
                    <a:pt x="5392576" y="706422"/>
                  </a:lnTo>
                  <a:lnTo>
                    <a:pt x="5393417" y="706462"/>
                  </a:lnTo>
                  <a:lnTo>
                    <a:pt x="5394258" y="706235"/>
                  </a:lnTo>
                  <a:lnTo>
                    <a:pt x="5395099" y="706420"/>
                  </a:lnTo>
                  <a:lnTo>
                    <a:pt x="5395940" y="707143"/>
                  </a:lnTo>
                  <a:lnTo>
                    <a:pt x="5396782" y="708109"/>
                  </a:lnTo>
                  <a:lnTo>
                    <a:pt x="5397623" y="708960"/>
                  </a:lnTo>
                  <a:lnTo>
                    <a:pt x="5398464" y="707223"/>
                  </a:lnTo>
                  <a:lnTo>
                    <a:pt x="5399305" y="704958"/>
                  </a:lnTo>
                  <a:lnTo>
                    <a:pt x="5400146" y="702183"/>
                  </a:lnTo>
                  <a:lnTo>
                    <a:pt x="5400988" y="699882"/>
                  </a:lnTo>
                  <a:lnTo>
                    <a:pt x="5401829" y="700127"/>
                  </a:lnTo>
                  <a:lnTo>
                    <a:pt x="5402670" y="701359"/>
                  </a:lnTo>
                  <a:lnTo>
                    <a:pt x="5403511" y="702435"/>
                  </a:lnTo>
                  <a:lnTo>
                    <a:pt x="5404352" y="705096"/>
                  </a:lnTo>
                  <a:lnTo>
                    <a:pt x="5405194" y="708581"/>
                  </a:lnTo>
                  <a:lnTo>
                    <a:pt x="5406035" y="712234"/>
                  </a:lnTo>
                  <a:lnTo>
                    <a:pt x="5406876" y="715677"/>
                  </a:lnTo>
                  <a:lnTo>
                    <a:pt x="5407717" y="719128"/>
                  </a:lnTo>
                  <a:lnTo>
                    <a:pt x="5408558" y="722908"/>
                  </a:lnTo>
                  <a:lnTo>
                    <a:pt x="5409400" y="726845"/>
                  </a:lnTo>
                  <a:lnTo>
                    <a:pt x="5410241" y="730959"/>
                  </a:lnTo>
                  <a:lnTo>
                    <a:pt x="5411082" y="734054"/>
                  </a:lnTo>
                  <a:lnTo>
                    <a:pt x="5411923" y="740157"/>
                  </a:lnTo>
                  <a:lnTo>
                    <a:pt x="5412764" y="746257"/>
                  </a:lnTo>
                  <a:lnTo>
                    <a:pt x="5413606" y="752534"/>
                  </a:lnTo>
                  <a:lnTo>
                    <a:pt x="5414447" y="763842"/>
                  </a:lnTo>
                  <a:lnTo>
                    <a:pt x="5415288" y="773821"/>
                  </a:lnTo>
                  <a:lnTo>
                    <a:pt x="5416129" y="784270"/>
                  </a:lnTo>
                  <a:lnTo>
                    <a:pt x="5416970" y="794538"/>
                  </a:lnTo>
                  <a:lnTo>
                    <a:pt x="5417812" y="800058"/>
                  </a:lnTo>
                  <a:lnTo>
                    <a:pt x="5418653" y="803028"/>
                  </a:lnTo>
                  <a:lnTo>
                    <a:pt x="5419494" y="803657"/>
                  </a:lnTo>
                  <a:lnTo>
                    <a:pt x="5420335" y="805304"/>
                  </a:lnTo>
                  <a:lnTo>
                    <a:pt x="5421176" y="807102"/>
                  </a:lnTo>
                  <a:lnTo>
                    <a:pt x="5422018" y="808889"/>
                  </a:lnTo>
                  <a:lnTo>
                    <a:pt x="5422859" y="811141"/>
                  </a:lnTo>
                  <a:lnTo>
                    <a:pt x="5423700" y="814297"/>
                  </a:lnTo>
                  <a:lnTo>
                    <a:pt x="5424541" y="818193"/>
                  </a:lnTo>
                  <a:lnTo>
                    <a:pt x="5425382" y="822643"/>
                  </a:lnTo>
                  <a:lnTo>
                    <a:pt x="5426224" y="828031"/>
                  </a:lnTo>
                  <a:lnTo>
                    <a:pt x="5427065" y="833538"/>
                  </a:lnTo>
                  <a:lnTo>
                    <a:pt x="5427906" y="840067"/>
                  </a:lnTo>
                  <a:lnTo>
                    <a:pt x="5428747" y="846787"/>
                  </a:lnTo>
                  <a:lnTo>
                    <a:pt x="5429588" y="854049"/>
                  </a:lnTo>
                  <a:lnTo>
                    <a:pt x="5430430" y="861399"/>
                  </a:lnTo>
                  <a:lnTo>
                    <a:pt x="5431271" y="869832"/>
                  </a:lnTo>
                  <a:lnTo>
                    <a:pt x="5432112" y="879458"/>
                  </a:lnTo>
                  <a:lnTo>
                    <a:pt x="5432953" y="889621"/>
                  </a:lnTo>
                  <a:lnTo>
                    <a:pt x="5433794" y="898026"/>
                  </a:lnTo>
                  <a:lnTo>
                    <a:pt x="5434636" y="905007"/>
                  </a:lnTo>
                  <a:lnTo>
                    <a:pt x="5435477" y="910997"/>
                  </a:lnTo>
                  <a:lnTo>
                    <a:pt x="5436318" y="917488"/>
                  </a:lnTo>
                  <a:lnTo>
                    <a:pt x="5437159" y="923589"/>
                  </a:lnTo>
                  <a:lnTo>
                    <a:pt x="5438000" y="930385"/>
                  </a:lnTo>
                  <a:lnTo>
                    <a:pt x="5438842" y="937400"/>
                  </a:lnTo>
                  <a:lnTo>
                    <a:pt x="5439683" y="944136"/>
                  </a:lnTo>
                  <a:lnTo>
                    <a:pt x="5440524" y="950602"/>
                  </a:lnTo>
                  <a:lnTo>
                    <a:pt x="5441365" y="956569"/>
                  </a:lnTo>
                  <a:lnTo>
                    <a:pt x="5442207" y="962257"/>
                  </a:lnTo>
                  <a:lnTo>
                    <a:pt x="5443048" y="968355"/>
                  </a:lnTo>
                  <a:lnTo>
                    <a:pt x="5443889" y="974523"/>
                  </a:lnTo>
                  <a:lnTo>
                    <a:pt x="5444730" y="980634"/>
                  </a:lnTo>
                  <a:lnTo>
                    <a:pt x="5445571" y="986494"/>
                  </a:lnTo>
                  <a:lnTo>
                    <a:pt x="5446413" y="992259"/>
                  </a:lnTo>
                  <a:lnTo>
                    <a:pt x="5447254" y="997972"/>
                  </a:lnTo>
                  <a:lnTo>
                    <a:pt x="5448095" y="1004650"/>
                  </a:lnTo>
                  <a:lnTo>
                    <a:pt x="5448936" y="1010539"/>
                  </a:lnTo>
                  <a:lnTo>
                    <a:pt x="5449777" y="1017309"/>
                  </a:lnTo>
                  <a:lnTo>
                    <a:pt x="5450619" y="1025969"/>
                  </a:lnTo>
                  <a:lnTo>
                    <a:pt x="5451460" y="1033740"/>
                  </a:lnTo>
                  <a:lnTo>
                    <a:pt x="5452301" y="1041929"/>
                  </a:lnTo>
                  <a:lnTo>
                    <a:pt x="5453142" y="1050155"/>
                  </a:lnTo>
                  <a:lnTo>
                    <a:pt x="5453983" y="1058572"/>
                  </a:lnTo>
                  <a:lnTo>
                    <a:pt x="5454825" y="1066692"/>
                  </a:lnTo>
                  <a:lnTo>
                    <a:pt x="5455666" y="1074289"/>
                  </a:lnTo>
                  <a:lnTo>
                    <a:pt x="5456507" y="1081604"/>
                  </a:lnTo>
                  <a:lnTo>
                    <a:pt x="5457348" y="1087802"/>
                  </a:lnTo>
                  <a:lnTo>
                    <a:pt x="5458189" y="1092869"/>
                  </a:lnTo>
                  <a:lnTo>
                    <a:pt x="5459031" y="1097898"/>
                  </a:lnTo>
                  <a:lnTo>
                    <a:pt x="5459872" y="1103352"/>
                  </a:lnTo>
                  <a:lnTo>
                    <a:pt x="5460713" y="1109041"/>
                  </a:lnTo>
                  <a:lnTo>
                    <a:pt x="5461554" y="1114640"/>
                  </a:lnTo>
                  <a:lnTo>
                    <a:pt x="5462395" y="1120056"/>
                  </a:lnTo>
                  <a:lnTo>
                    <a:pt x="5463237" y="1123089"/>
                  </a:lnTo>
                  <a:lnTo>
                    <a:pt x="5464078" y="1125536"/>
                  </a:lnTo>
                  <a:lnTo>
                    <a:pt x="5464919" y="1128075"/>
                  </a:lnTo>
                  <a:lnTo>
                    <a:pt x="5465760" y="1130385"/>
                  </a:lnTo>
                  <a:lnTo>
                    <a:pt x="5466601" y="1132203"/>
                  </a:lnTo>
                  <a:lnTo>
                    <a:pt x="5467443" y="1133595"/>
                  </a:lnTo>
                  <a:lnTo>
                    <a:pt x="5468284" y="1134388"/>
                  </a:lnTo>
                  <a:lnTo>
                    <a:pt x="5469125" y="1135124"/>
                  </a:lnTo>
                  <a:lnTo>
                    <a:pt x="5469966" y="1137624"/>
                  </a:lnTo>
                  <a:lnTo>
                    <a:pt x="5470807" y="1139749"/>
                  </a:lnTo>
                  <a:lnTo>
                    <a:pt x="5471649" y="1141907"/>
                  </a:lnTo>
                  <a:lnTo>
                    <a:pt x="5472490" y="1144597"/>
                  </a:lnTo>
                  <a:lnTo>
                    <a:pt x="5473331" y="1144814"/>
                  </a:lnTo>
                  <a:lnTo>
                    <a:pt x="5474172" y="1145738"/>
                  </a:lnTo>
                  <a:lnTo>
                    <a:pt x="5475013" y="1147668"/>
                  </a:lnTo>
                  <a:lnTo>
                    <a:pt x="5475855" y="1153091"/>
                  </a:lnTo>
                  <a:lnTo>
                    <a:pt x="5476696" y="1158823"/>
                  </a:lnTo>
                  <a:lnTo>
                    <a:pt x="5477537" y="1163322"/>
                  </a:lnTo>
                  <a:lnTo>
                    <a:pt x="5478378" y="1167024"/>
                  </a:lnTo>
                  <a:lnTo>
                    <a:pt x="5479219" y="1171678"/>
                  </a:lnTo>
                  <a:lnTo>
                    <a:pt x="5480061" y="1177289"/>
                  </a:lnTo>
                  <a:lnTo>
                    <a:pt x="5480902" y="1183382"/>
                  </a:lnTo>
                  <a:lnTo>
                    <a:pt x="5481743" y="1189684"/>
                  </a:lnTo>
                  <a:lnTo>
                    <a:pt x="5482584" y="1196046"/>
                  </a:lnTo>
                  <a:lnTo>
                    <a:pt x="5483425" y="1203108"/>
                  </a:lnTo>
                  <a:lnTo>
                    <a:pt x="5484267" y="1210076"/>
                  </a:lnTo>
                  <a:lnTo>
                    <a:pt x="5485108" y="1215503"/>
                  </a:lnTo>
                  <a:lnTo>
                    <a:pt x="5485949" y="1220437"/>
                  </a:lnTo>
                  <a:lnTo>
                    <a:pt x="5486790" y="1224427"/>
                  </a:lnTo>
                  <a:lnTo>
                    <a:pt x="5487631" y="1228317"/>
                  </a:lnTo>
                  <a:lnTo>
                    <a:pt x="5488473" y="1231654"/>
                  </a:lnTo>
                  <a:lnTo>
                    <a:pt x="5489314" y="1234825"/>
                  </a:lnTo>
                  <a:lnTo>
                    <a:pt x="5490155" y="1238234"/>
                  </a:lnTo>
                  <a:lnTo>
                    <a:pt x="5490996" y="1241083"/>
                  </a:lnTo>
                  <a:lnTo>
                    <a:pt x="5491837" y="1243252"/>
                  </a:lnTo>
                  <a:lnTo>
                    <a:pt x="5492679" y="1244831"/>
                  </a:lnTo>
                  <a:lnTo>
                    <a:pt x="5493520" y="1245746"/>
                  </a:lnTo>
                  <a:lnTo>
                    <a:pt x="5494361" y="1245868"/>
                  </a:lnTo>
                  <a:lnTo>
                    <a:pt x="5495202" y="1246056"/>
                  </a:lnTo>
                  <a:lnTo>
                    <a:pt x="5496043" y="1245624"/>
                  </a:lnTo>
                  <a:lnTo>
                    <a:pt x="5496885" y="1244991"/>
                  </a:lnTo>
                  <a:lnTo>
                    <a:pt x="5497726" y="1242491"/>
                  </a:lnTo>
                  <a:lnTo>
                    <a:pt x="5498567" y="1241128"/>
                  </a:lnTo>
                  <a:lnTo>
                    <a:pt x="5499408" y="1240212"/>
                  </a:lnTo>
                  <a:lnTo>
                    <a:pt x="5500249" y="1238264"/>
                  </a:lnTo>
                  <a:lnTo>
                    <a:pt x="5501091" y="1235090"/>
                  </a:lnTo>
                  <a:lnTo>
                    <a:pt x="5501932" y="1231011"/>
                  </a:lnTo>
                  <a:lnTo>
                    <a:pt x="5502773" y="1228915"/>
                  </a:lnTo>
                  <a:lnTo>
                    <a:pt x="5503614" y="1227684"/>
                  </a:lnTo>
                  <a:lnTo>
                    <a:pt x="5504455" y="1228282"/>
                  </a:lnTo>
                  <a:lnTo>
                    <a:pt x="5505297" y="1228250"/>
                  </a:lnTo>
                  <a:lnTo>
                    <a:pt x="5506138" y="1229423"/>
                  </a:lnTo>
                  <a:lnTo>
                    <a:pt x="5506979" y="1233509"/>
                  </a:lnTo>
                  <a:lnTo>
                    <a:pt x="5507820" y="1239462"/>
                  </a:lnTo>
                  <a:lnTo>
                    <a:pt x="5508661" y="1245848"/>
                  </a:lnTo>
                  <a:lnTo>
                    <a:pt x="5509503" y="1253753"/>
                  </a:lnTo>
                  <a:lnTo>
                    <a:pt x="5510344" y="1262803"/>
                  </a:lnTo>
                  <a:lnTo>
                    <a:pt x="5511185" y="1272208"/>
                  </a:lnTo>
                  <a:lnTo>
                    <a:pt x="5512026" y="1281926"/>
                  </a:lnTo>
                  <a:lnTo>
                    <a:pt x="5512868" y="1291718"/>
                  </a:lnTo>
                  <a:lnTo>
                    <a:pt x="5513709" y="1301644"/>
                  </a:lnTo>
                  <a:lnTo>
                    <a:pt x="5514550" y="1312528"/>
                  </a:lnTo>
                  <a:lnTo>
                    <a:pt x="5515391" y="1323707"/>
                  </a:lnTo>
                  <a:lnTo>
                    <a:pt x="5516232" y="1335012"/>
                  </a:lnTo>
                  <a:lnTo>
                    <a:pt x="5517074" y="1346199"/>
                  </a:lnTo>
                  <a:lnTo>
                    <a:pt x="5517915" y="1358499"/>
                  </a:lnTo>
                  <a:lnTo>
                    <a:pt x="5518756" y="1372065"/>
                  </a:lnTo>
                  <a:lnTo>
                    <a:pt x="5519597" y="1384973"/>
                  </a:lnTo>
                  <a:lnTo>
                    <a:pt x="5520438" y="1397204"/>
                  </a:lnTo>
                  <a:lnTo>
                    <a:pt x="5521280" y="1409095"/>
                  </a:lnTo>
                  <a:lnTo>
                    <a:pt x="5522121" y="1418948"/>
                  </a:lnTo>
                  <a:lnTo>
                    <a:pt x="5522962" y="1424253"/>
                  </a:lnTo>
                  <a:lnTo>
                    <a:pt x="5523803" y="1430885"/>
                  </a:lnTo>
                  <a:lnTo>
                    <a:pt x="5524644" y="1436740"/>
                  </a:lnTo>
                  <a:lnTo>
                    <a:pt x="5525486" y="1443943"/>
                  </a:lnTo>
                  <a:lnTo>
                    <a:pt x="5526327" y="1452483"/>
                  </a:lnTo>
                  <a:lnTo>
                    <a:pt x="5527168" y="1461189"/>
                  </a:lnTo>
                  <a:lnTo>
                    <a:pt x="5528009" y="1470674"/>
                  </a:lnTo>
                  <a:lnTo>
                    <a:pt x="5528850" y="1476180"/>
                  </a:lnTo>
                  <a:lnTo>
                    <a:pt x="5529692" y="1481343"/>
                  </a:lnTo>
                  <a:lnTo>
                    <a:pt x="5530533" y="1487116"/>
                  </a:lnTo>
                  <a:lnTo>
                    <a:pt x="5531374" y="1491390"/>
                  </a:lnTo>
                  <a:lnTo>
                    <a:pt x="5532215" y="1496150"/>
                  </a:lnTo>
                  <a:lnTo>
                    <a:pt x="5533056" y="1500726"/>
                  </a:lnTo>
                  <a:lnTo>
                    <a:pt x="5533898" y="1505702"/>
                  </a:lnTo>
                  <a:lnTo>
                    <a:pt x="5534739" y="1510901"/>
                  </a:lnTo>
                  <a:lnTo>
                    <a:pt x="5535580" y="1515382"/>
                  </a:lnTo>
                  <a:lnTo>
                    <a:pt x="5536421" y="1520222"/>
                  </a:lnTo>
                  <a:lnTo>
                    <a:pt x="5537262" y="1524880"/>
                  </a:lnTo>
                  <a:lnTo>
                    <a:pt x="5538104" y="1529179"/>
                  </a:lnTo>
                  <a:lnTo>
                    <a:pt x="5538945" y="1533710"/>
                  </a:lnTo>
                  <a:lnTo>
                    <a:pt x="5539786" y="1537088"/>
                  </a:lnTo>
                  <a:lnTo>
                    <a:pt x="5540627" y="1539266"/>
                  </a:lnTo>
                  <a:lnTo>
                    <a:pt x="5541468" y="1541552"/>
                  </a:lnTo>
                  <a:lnTo>
                    <a:pt x="5542310" y="1544101"/>
                  </a:lnTo>
                  <a:lnTo>
                    <a:pt x="5543151" y="1546502"/>
                  </a:lnTo>
                  <a:lnTo>
                    <a:pt x="5543992" y="1548783"/>
                  </a:lnTo>
                  <a:lnTo>
                    <a:pt x="5544833" y="1551386"/>
                  </a:lnTo>
                  <a:lnTo>
                    <a:pt x="5545674" y="1554209"/>
                  </a:lnTo>
                  <a:lnTo>
                    <a:pt x="5546516" y="1556855"/>
                  </a:lnTo>
                  <a:lnTo>
                    <a:pt x="5547357" y="1559069"/>
                  </a:lnTo>
                  <a:lnTo>
                    <a:pt x="5548198" y="1561165"/>
                  </a:lnTo>
                  <a:lnTo>
                    <a:pt x="5549039" y="1563370"/>
                  </a:lnTo>
                  <a:lnTo>
                    <a:pt x="5549880" y="1565230"/>
                  </a:lnTo>
                  <a:lnTo>
                    <a:pt x="5550722" y="1567013"/>
                  </a:lnTo>
                  <a:lnTo>
                    <a:pt x="5551563" y="1568026"/>
                  </a:lnTo>
                  <a:lnTo>
                    <a:pt x="5552404" y="1567897"/>
                  </a:lnTo>
                  <a:lnTo>
                    <a:pt x="5553245" y="1567294"/>
                  </a:lnTo>
                  <a:lnTo>
                    <a:pt x="5554086" y="1566472"/>
                  </a:lnTo>
                  <a:lnTo>
                    <a:pt x="5554928" y="1565724"/>
                  </a:lnTo>
                  <a:lnTo>
                    <a:pt x="5555769" y="1564629"/>
                  </a:lnTo>
                  <a:lnTo>
                    <a:pt x="5556610" y="1564042"/>
                  </a:lnTo>
                  <a:lnTo>
                    <a:pt x="5557451" y="1563140"/>
                  </a:lnTo>
                  <a:lnTo>
                    <a:pt x="5558292" y="1562493"/>
                  </a:lnTo>
                  <a:lnTo>
                    <a:pt x="5559134" y="1561347"/>
                  </a:lnTo>
                  <a:lnTo>
                    <a:pt x="5559975" y="1565310"/>
                  </a:lnTo>
                  <a:lnTo>
                    <a:pt x="5560816" y="1570133"/>
                  </a:lnTo>
                  <a:lnTo>
                    <a:pt x="5561657" y="1574527"/>
                  </a:lnTo>
                  <a:lnTo>
                    <a:pt x="5562498" y="1578556"/>
                  </a:lnTo>
                  <a:lnTo>
                    <a:pt x="5563340" y="1582078"/>
                  </a:lnTo>
                  <a:lnTo>
                    <a:pt x="5564181" y="1585428"/>
                  </a:lnTo>
                  <a:lnTo>
                    <a:pt x="5565022" y="1588851"/>
                  </a:lnTo>
                  <a:lnTo>
                    <a:pt x="5565863" y="1592371"/>
                  </a:lnTo>
                  <a:lnTo>
                    <a:pt x="5566704" y="1596692"/>
                  </a:lnTo>
                  <a:lnTo>
                    <a:pt x="5567546" y="1601113"/>
                  </a:lnTo>
                  <a:lnTo>
                    <a:pt x="5568387" y="1606134"/>
                  </a:lnTo>
                  <a:lnTo>
                    <a:pt x="5569228" y="1611322"/>
                  </a:lnTo>
                  <a:lnTo>
                    <a:pt x="5570069" y="1615763"/>
                  </a:lnTo>
                  <a:lnTo>
                    <a:pt x="5570910" y="1619821"/>
                  </a:lnTo>
                  <a:lnTo>
                    <a:pt x="5571752" y="1623770"/>
                  </a:lnTo>
                  <a:lnTo>
                    <a:pt x="5572593" y="1626281"/>
                  </a:lnTo>
                  <a:lnTo>
                    <a:pt x="5573434" y="1627838"/>
                  </a:lnTo>
                  <a:lnTo>
                    <a:pt x="5574275" y="1629103"/>
                  </a:lnTo>
                  <a:lnTo>
                    <a:pt x="5575116" y="1630200"/>
                  </a:lnTo>
                  <a:lnTo>
                    <a:pt x="5575958" y="1632161"/>
                  </a:lnTo>
                  <a:lnTo>
                    <a:pt x="5576799" y="1635512"/>
                  </a:lnTo>
                  <a:lnTo>
                    <a:pt x="5577640" y="1638858"/>
                  </a:lnTo>
                  <a:lnTo>
                    <a:pt x="5578481" y="1641882"/>
                  </a:lnTo>
                  <a:lnTo>
                    <a:pt x="5579322" y="1644678"/>
                  </a:lnTo>
                  <a:lnTo>
                    <a:pt x="5580164" y="1647184"/>
                  </a:lnTo>
                  <a:lnTo>
                    <a:pt x="5581005" y="1650488"/>
                  </a:lnTo>
                  <a:lnTo>
                    <a:pt x="5581846" y="1653417"/>
                  </a:lnTo>
                  <a:lnTo>
                    <a:pt x="5582687" y="1655551"/>
                  </a:lnTo>
                  <a:lnTo>
                    <a:pt x="5583529" y="1658128"/>
                  </a:lnTo>
                  <a:lnTo>
                    <a:pt x="5584370" y="1660226"/>
                  </a:lnTo>
                  <a:lnTo>
                    <a:pt x="5585211" y="1662303"/>
                  </a:lnTo>
                  <a:lnTo>
                    <a:pt x="5586052" y="1665107"/>
                  </a:lnTo>
                  <a:lnTo>
                    <a:pt x="5586893" y="1670004"/>
                  </a:lnTo>
                  <a:lnTo>
                    <a:pt x="5587735" y="1677805"/>
                  </a:lnTo>
                  <a:lnTo>
                    <a:pt x="5588576" y="1684444"/>
                  </a:lnTo>
                  <a:lnTo>
                    <a:pt x="5589417" y="1690700"/>
                  </a:lnTo>
                  <a:lnTo>
                    <a:pt x="5590258" y="1697044"/>
                  </a:lnTo>
                  <a:lnTo>
                    <a:pt x="5591099" y="1702395"/>
                  </a:lnTo>
                  <a:lnTo>
                    <a:pt x="5591941" y="1707542"/>
                  </a:lnTo>
                  <a:lnTo>
                    <a:pt x="5592782" y="1712632"/>
                  </a:lnTo>
                  <a:lnTo>
                    <a:pt x="5593623" y="1714930"/>
                  </a:lnTo>
                  <a:lnTo>
                    <a:pt x="5594464" y="1715210"/>
                  </a:lnTo>
                  <a:lnTo>
                    <a:pt x="5595305" y="1715972"/>
                  </a:lnTo>
                  <a:lnTo>
                    <a:pt x="5596147" y="1716659"/>
                  </a:lnTo>
                  <a:lnTo>
                    <a:pt x="5596988" y="1717786"/>
                  </a:lnTo>
                  <a:lnTo>
                    <a:pt x="5597829" y="1717945"/>
                  </a:lnTo>
                  <a:lnTo>
                    <a:pt x="5598670" y="1717028"/>
                  </a:lnTo>
                  <a:lnTo>
                    <a:pt x="5599511" y="1714549"/>
                  </a:lnTo>
                  <a:lnTo>
                    <a:pt x="5600353" y="1710701"/>
                  </a:lnTo>
                  <a:lnTo>
                    <a:pt x="5601194" y="1706242"/>
                  </a:lnTo>
                  <a:lnTo>
                    <a:pt x="5602035" y="1701806"/>
                  </a:lnTo>
                  <a:lnTo>
                    <a:pt x="5602876" y="1697515"/>
                  </a:lnTo>
                  <a:lnTo>
                    <a:pt x="5603717" y="1693979"/>
                  </a:lnTo>
                  <a:lnTo>
                    <a:pt x="5604559" y="1690501"/>
                  </a:lnTo>
                  <a:lnTo>
                    <a:pt x="5605400" y="1687086"/>
                  </a:lnTo>
                  <a:lnTo>
                    <a:pt x="5606241" y="1683524"/>
                  </a:lnTo>
                  <a:lnTo>
                    <a:pt x="5607082" y="1680131"/>
                  </a:lnTo>
                  <a:lnTo>
                    <a:pt x="5607923" y="1677015"/>
                  </a:lnTo>
                  <a:lnTo>
                    <a:pt x="5608765" y="1672208"/>
                  </a:lnTo>
                  <a:lnTo>
                    <a:pt x="5609606" y="1667836"/>
                  </a:lnTo>
                  <a:lnTo>
                    <a:pt x="5610447" y="1661509"/>
                  </a:lnTo>
                  <a:lnTo>
                    <a:pt x="5611288" y="1655629"/>
                  </a:lnTo>
                  <a:lnTo>
                    <a:pt x="5612129" y="1649886"/>
                  </a:lnTo>
                  <a:lnTo>
                    <a:pt x="5612971" y="1643908"/>
                  </a:lnTo>
                  <a:lnTo>
                    <a:pt x="5613812" y="1637565"/>
                  </a:lnTo>
                  <a:lnTo>
                    <a:pt x="5614653" y="1630774"/>
                  </a:lnTo>
                  <a:lnTo>
                    <a:pt x="5615494" y="1623467"/>
                  </a:lnTo>
                  <a:lnTo>
                    <a:pt x="5616335" y="1615316"/>
                  </a:lnTo>
                  <a:lnTo>
                    <a:pt x="5617177" y="1607279"/>
                  </a:lnTo>
                  <a:lnTo>
                    <a:pt x="5618018" y="1599174"/>
                  </a:lnTo>
                  <a:lnTo>
                    <a:pt x="5618859" y="1591471"/>
                  </a:lnTo>
                  <a:lnTo>
                    <a:pt x="5619700" y="1583959"/>
                  </a:lnTo>
                  <a:lnTo>
                    <a:pt x="5620541" y="1576590"/>
                  </a:lnTo>
                  <a:lnTo>
                    <a:pt x="5621383" y="1569594"/>
                  </a:lnTo>
                  <a:lnTo>
                    <a:pt x="5622224" y="1562925"/>
                  </a:lnTo>
                  <a:lnTo>
                    <a:pt x="5623065" y="1556422"/>
                  </a:lnTo>
                  <a:lnTo>
                    <a:pt x="5623906" y="1550095"/>
                  </a:lnTo>
                  <a:lnTo>
                    <a:pt x="5624747" y="1544648"/>
                  </a:lnTo>
                  <a:lnTo>
                    <a:pt x="5625589" y="1540258"/>
                  </a:lnTo>
                  <a:lnTo>
                    <a:pt x="5626430" y="1537120"/>
                  </a:lnTo>
                  <a:lnTo>
                    <a:pt x="5627271" y="1534705"/>
                  </a:lnTo>
                  <a:lnTo>
                    <a:pt x="5628112" y="1532730"/>
                  </a:lnTo>
                  <a:lnTo>
                    <a:pt x="5628953" y="1530793"/>
                  </a:lnTo>
                  <a:lnTo>
                    <a:pt x="5629795" y="1529015"/>
                  </a:lnTo>
                  <a:lnTo>
                    <a:pt x="5630636" y="1527564"/>
                  </a:lnTo>
                  <a:lnTo>
                    <a:pt x="5631477" y="1526258"/>
                  </a:lnTo>
                  <a:lnTo>
                    <a:pt x="5632318" y="1525255"/>
                  </a:lnTo>
                  <a:lnTo>
                    <a:pt x="5633159" y="1523941"/>
                  </a:lnTo>
                  <a:lnTo>
                    <a:pt x="5634001" y="1522642"/>
                  </a:lnTo>
                  <a:lnTo>
                    <a:pt x="5634842" y="1523212"/>
                  </a:lnTo>
                  <a:lnTo>
                    <a:pt x="5635683" y="1523821"/>
                  </a:lnTo>
                  <a:lnTo>
                    <a:pt x="5636524" y="1525098"/>
                  </a:lnTo>
                  <a:lnTo>
                    <a:pt x="5637365" y="1526149"/>
                  </a:lnTo>
                  <a:lnTo>
                    <a:pt x="5638207" y="1525231"/>
                  </a:lnTo>
                  <a:lnTo>
                    <a:pt x="5639048" y="1524932"/>
                  </a:lnTo>
                  <a:lnTo>
                    <a:pt x="5639889" y="1524816"/>
                  </a:lnTo>
                  <a:lnTo>
                    <a:pt x="5640730" y="1524584"/>
                  </a:lnTo>
                  <a:lnTo>
                    <a:pt x="5641571" y="1525065"/>
                  </a:lnTo>
                  <a:lnTo>
                    <a:pt x="5642413" y="1525569"/>
                  </a:lnTo>
                  <a:lnTo>
                    <a:pt x="5643254" y="1525884"/>
                  </a:lnTo>
                  <a:lnTo>
                    <a:pt x="5644095" y="1526437"/>
                  </a:lnTo>
                  <a:lnTo>
                    <a:pt x="5644936" y="1527450"/>
                  </a:lnTo>
                  <a:lnTo>
                    <a:pt x="5645777" y="1529708"/>
                  </a:lnTo>
                  <a:lnTo>
                    <a:pt x="5646619" y="1532619"/>
                  </a:lnTo>
                  <a:lnTo>
                    <a:pt x="5647460" y="1535332"/>
                  </a:lnTo>
                  <a:lnTo>
                    <a:pt x="5648301" y="1538763"/>
                  </a:lnTo>
                  <a:lnTo>
                    <a:pt x="5649142" y="1541478"/>
                  </a:lnTo>
                  <a:lnTo>
                    <a:pt x="5649983" y="1544628"/>
                  </a:lnTo>
                  <a:lnTo>
                    <a:pt x="5650825" y="1548183"/>
                  </a:lnTo>
                  <a:lnTo>
                    <a:pt x="5651666" y="1551324"/>
                  </a:lnTo>
                  <a:lnTo>
                    <a:pt x="5652507" y="1554411"/>
                  </a:lnTo>
                  <a:lnTo>
                    <a:pt x="5653348" y="1558428"/>
                  </a:lnTo>
                  <a:lnTo>
                    <a:pt x="5654190" y="1563149"/>
                  </a:lnTo>
                  <a:lnTo>
                    <a:pt x="5655031" y="1568387"/>
                  </a:lnTo>
                  <a:lnTo>
                    <a:pt x="5655872" y="1574126"/>
                  </a:lnTo>
                  <a:lnTo>
                    <a:pt x="5656713" y="1579371"/>
                  </a:lnTo>
                  <a:lnTo>
                    <a:pt x="5657554" y="1584157"/>
                  </a:lnTo>
                  <a:lnTo>
                    <a:pt x="5658396" y="1587942"/>
                  </a:lnTo>
                  <a:lnTo>
                    <a:pt x="5659237" y="1591738"/>
                  </a:lnTo>
                  <a:lnTo>
                    <a:pt x="5660078" y="1595902"/>
                  </a:lnTo>
                  <a:lnTo>
                    <a:pt x="5660919" y="1600223"/>
                  </a:lnTo>
                  <a:lnTo>
                    <a:pt x="5661760" y="1604899"/>
                  </a:lnTo>
                  <a:lnTo>
                    <a:pt x="5662602" y="1610416"/>
                  </a:lnTo>
                  <a:lnTo>
                    <a:pt x="5663443" y="1615807"/>
                  </a:lnTo>
                  <a:lnTo>
                    <a:pt x="5664284" y="1621061"/>
                  </a:lnTo>
                  <a:lnTo>
                    <a:pt x="5665125" y="1626113"/>
                  </a:lnTo>
                  <a:lnTo>
                    <a:pt x="5665966" y="1632889"/>
                  </a:lnTo>
                  <a:lnTo>
                    <a:pt x="5666808" y="1638328"/>
                  </a:lnTo>
                  <a:lnTo>
                    <a:pt x="5667649" y="1643516"/>
                  </a:lnTo>
                  <a:lnTo>
                    <a:pt x="5668490" y="1648355"/>
                  </a:lnTo>
                  <a:lnTo>
                    <a:pt x="5669331" y="1653574"/>
                  </a:lnTo>
                  <a:lnTo>
                    <a:pt x="5670172" y="1658846"/>
                  </a:lnTo>
                  <a:lnTo>
                    <a:pt x="5671014" y="1661921"/>
                  </a:lnTo>
                  <a:lnTo>
                    <a:pt x="5671855" y="1663467"/>
                  </a:lnTo>
                  <a:lnTo>
                    <a:pt x="5672696" y="1662781"/>
                  </a:lnTo>
                  <a:lnTo>
                    <a:pt x="5673537" y="1661786"/>
                  </a:lnTo>
                  <a:lnTo>
                    <a:pt x="5674378" y="1658726"/>
                  </a:lnTo>
                  <a:lnTo>
                    <a:pt x="5675220" y="1654708"/>
                  </a:lnTo>
                  <a:lnTo>
                    <a:pt x="5676061" y="1647897"/>
                  </a:lnTo>
                  <a:lnTo>
                    <a:pt x="5676902" y="1640804"/>
                  </a:lnTo>
                  <a:lnTo>
                    <a:pt x="5677743" y="1633339"/>
                  </a:lnTo>
                  <a:lnTo>
                    <a:pt x="5678584" y="1629032"/>
                  </a:lnTo>
                  <a:lnTo>
                    <a:pt x="5679426" y="1625259"/>
                  </a:lnTo>
                  <a:lnTo>
                    <a:pt x="5680267" y="1620776"/>
                  </a:lnTo>
                  <a:lnTo>
                    <a:pt x="5681108" y="1616306"/>
                  </a:lnTo>
                  <a:lnTo>
                    <a:pt x="5681949" y="1611681"/>
                  </a:lnTo>
                  <a:lnTo>
                    <a:pt x="5682790" y="1606313"/>
                  </a:lnTo>
                  <a:lnTo>
                    <a:pt x="5683632" y="1600988"/>
                  </a:lnTo>
                  <a:lnTo>
                    <a:pt x="5684473" y="1596187"/>
                  </a:lnTo>
                  <a:lnTo>
                    <a:pt x="5685314" y="1592158"/>
                  </a:lnTo>
                  <a:lnTo>
                    <a:pt x="5686155" y="1588133"/>
                  </a:lnTo>
                  <a:lnTo>
                    <a:pt x="5686996" y="1584176"/>
                  </a:lnTo>
                  <a:lnTo>
                    <a:pt x="5687838" y="1581350"/>
                  </a:lnTo>
                  <a:lnTo>
                    <a:pt x="5688679" y="1579890"/>
                  </a:lnTo>
                  <a:lnTo>
                    <a:pt x="5689520" y="1578984"/>
                  </a:lnTo>
                  <a:lnTo>
                    <a:pt x="5690361" y="1579238"/>
                  </a:lnTo>
                  <a:lnTo>
                    <a:pt x="5691202" y="1579708"/>
                  </a:lnTo>
                  <a:lnTo>
                    <a:pt x="5692044" y="1579246"/>
                  </a:lnTo>
                  <a:lnTo>
                    <a:pt x="5692885" y="1578428"/>
                  </a:lnTo>
                  <a:lnTo>
                    <a:pt x="5693726" y="1576863"/>
                  </a:lnTo>
                  <a:lnTo>
                    <a:pt x="5694567" y="1574998"/>
                  </a:lnTo>
                  <a:lnTo>
                    <a:pt x="5695408" y="1573937"/>
                  </a:lnTo>
                  <a:lnTo>
                    <a:pt x="5696250" y="1572285"/>
                  </a:lnTo>
                  <a:lnTo>
                    <a:pt x="5697091" y="1571966"/>
                  </a:lnTo>
                  <a:lnTo>
                    <a:pt x="5697932" y="1571054"/>
                  </a:lnTo>
                  <a:lnTo>
                    <a:pt x="5698773" y="1570226"/>
                  </a:lnTo>
                  <a:lnTo>
                    <a:pt x="5699614" y="1569580"/>
                  </a:lnTo>
                  <a:lnTo>
                    <a:pt x="5700456" y="1568433"/>
                  </a:lnTo>
                  <a:lnTo>
                    <a:pt x="5701297" y="1566048"/>
                  </a:lnTo>
                  <a:lnTo>
                    <a:pt x="5702138" y="1563131"/>
                  </a:lnTo>
                  <a:lnTo>
                    <a:pt x="5702979" y="1559227"/>
                  </a:lnTo>
                  <a:lnTo>
                    <a:pt x="5703820" y="1554775"/>
                  </a:lnTo>
                  <a:lnTo>
                    <a:pt x="5704662" y="1549268"/>
                  </a:lnTo>
                  <a:lnTo>
                    <a:pt x="5705503" y="1542811"/>
                  </a:lnTo>
                  <a:lnTo>
                    <a:pt x="5706344" y="1535648"/>
                  </a:lnTo>
                  <a:lnTo>
                    <a:pt x="5707185" y="1527482"/>
                  </a:lnTo>
                  <a:lnTo>
                    <a:pt x="5708026" y="1517660"/>
                  </a:lnTo>
                  <a:lnTo>
                    <a:pt x="5708868" y="1506410"/>
                  </a:lnTo>
                  <a:lnTo>
                    <a:pt x="5709709" y="1494507"/>
                  </a:lnTo>
                  <a:lnTo>
                    <a:pt x="5710550" y="1481882"/>
                  </a:lnTo>
                  <a:lnTo>
                    <a:pt x="5711391" y="1466971"/>
                  </a:lnTo>
                  <a:lnTo>
                    <a:pt x="5712232" y="1449310"/>
                  </a:lnTo>
                  <a:lnTo>
                    <a:pt x="5713074" y="1434719"/>
                  </a:lnTo>
                  <a:lnTo>
                    <a:pt x="5713915" y="1419882"/>
                  </a:lnTo>
                  <a:lnTo>
                    <a:pt x="5714756" y="1405020"/>
                  </a:lnTo>
                  <a:lnTo>
                    <a:pt x="5715597" y="1389923"/>
                  </a:lnTo>
                  <a:lnTo>
                    <a:pt x="5716438" y="1374643"/>
                  </a:lnTo>
                  <a:lnTo>
                    <a:pt x="5717280" y="1359786"/>
                  </a:lnTo>
                  <a:lnTo>
                    <a:pt x="5718121" y="1345018"/>
                  </a:lnTo>
                  <a:lnTo>
                    <a:pt x="5718962" y="1329885"/>
                  </a:lnTo>
                  <a:lnTo>
                    <a:pt x="5719803" y="1315001"/>
                  </a:lnTo>
                  <a:lnTo>
                    <a:pt x="5720644" y="1300218"/>
                  </a:lnTo>
                  <a:lnTo>
                    <a:pt x="5721486" y="1289886"/>
                  </a:lnTo>
                  <a:lnTo>
                    <a:pt x="5722327" y="1283364"/>
                  </a:lnTo>
                  <a:lnTo>
                    <a:pt x="5723168" y="1277299"/>
                  </a:lnTo>
                  <a:lnTo>
                    <a:pt x="5724009" y="1272716"/>
                  </a:lnTo>
                  <a:lnTo>
                    <a:pt x="5724851" y="1270444"/>
                  </a:lnTo>
                  <a:lnTo>
                    <a:pt x="5725692" y="1269033"/>
                  </a:lnTo>
                  <a:lnTo>
                    <a:pt x="5726533" y="1268386"/>
                  </a:lnTo>
                  <a:lnTo>
                    <a:pt x="5727374" y="1268058"/>
                  </a:lnTo>
                  <a:lnTo>
                    <a:pt x="5728215" y="1264863"/>
                  </a:lnTo>
                  <a:lnTo>
                    <a:pt x="5729057" y="1261997"/>
                  </a:lnTo>
                  <a:lnTo>
                    <a:pt x="5729898" y="1259538"/>
                  </a:lnTo>
                  <a:lnTo>
                    <a:pt x="5730739" y="1257448"/>
                  </a:lnTo>
                  <a:lnTo>
                    <a:pt x="5731580" y="1256144"/>
                  </a:lnTo>
                  <a:lnTo>
                    <a:pt x="5732421" y="1256122"/>
                  </a:lnTo>
                  <a:lnTo>
                    <a:pt x="5733263" y="1256549"/>
                  </a:lnTo>
                  <a:lnTo>
                    <a:pt x="5734104" y="1257218"/>
                  </a:lnTo>
                  <a:lnTo>
                    <a:pt x="5734945" y="1256538"/>
                  </a:lnTo>
                  <a:lnTo>
                    <a:pt x="5735786" y="1256187"/>
                  </a:lnTo>
                  <a:lnTo>
                    <a:pt x="5736627" y="1255359"/>
                  </a:lnTo>
                  <a:lnTo>
                    <a:pt x="5737469" y="1253477"/>
                  </a:lnTo>
                  <a:lnTo>
                    <a:pt x="5738310" y="1251327"/>
                  </a:lnTo>
                  <a:lnTo>
                    <a:pt x="5739151" y="1249888"/>
                  </a:lnTo>
                  <a:lnTo>
                    <a:pt x="5739992" y="1249475"/>
                  </a:lnTo>
                  <a:lnTo>
                    <a:pt x="5740833" y="1249040"/>
                  </a:lnTo>
                  <a:lnTo>
                    <a:pt x="5741675" y="1248937"/>
                  </a:lnTo>
                  <a:lnTo>
                    <a:pt x="5742516" y="1249557"/>
                  </a:lnTo>
                  <a:lnTo>
                    <a:pt x="5743357" y="1249976"/>
                  </a:lnTo>
                  <a:lnTo>
                    <a:pt x="5744198" y="1249950"/>
                  </a:lnTo>
                  <a:lnTo>
                    <a:pt x="5745039" y="1248559"/>
                  </a:lnTo>
                  <a:lnTo>
                    <a:pt x="5745881" y="1246001"/>
                  </a:lnTo>
                  <a:lnTo>
                    <a:pt x="5746722" y="1244143"/>
                  </a:lnTo>
                  <a:lnTo>
                    <a:pt x="5747563" y="1243287"/>
                  </a:lnTo>
                  <a:lnTo>
                    <a:pt x="5748404" y="1243017"/>
                  </a:lnTo>
                  <a:lnTo>
                    <a:pt x="5749245" y="1243005"/>
                  </a:lnTo>
                  <a:lnTo>
                    <a:pt x="5750087" y="1243641"/>
                  </a:lnTo>
                  <a:lnTo>
                    <a:pt x="5750928" y="1244175"/>
                  </a:lnTo>
                  <a:lnTo>
                    <a:pt x="5751769" y="1244989"/>
                  </a:lnTo>
                  <a:lnTo>
                    <a:pt x="5752610" y="1245890"/>
                  </a:lnTo>
                  <a:lnTo>
                    <a:pt x="5753451" y="1246711"/>
                  </a:lnTo>
                  <a:lnTo>
                    <a:pt x="5754293" y="1247436"/>
                  </a:lnTo>
                  <a:lnTo>
                    <a:pt x="5755134" y="1247807"/>
                  </a:lnTo>
                  <a:lnTo>
                    <a:pt x="5755975" y="1247537"/>
                  </a:lnTo>
                  <a:lnTo>
                    <a:pt x="5756816" y="1247379"/>
                  </a:lnTo>
                  <a:lnTo>
                    <a:pt x="5757657" y="1247163"/>
                  </a:lnTo>
                  <a:lnTo>
                    <a:pt x="5758499" y="1246627"/>
                  </a:lnTo>
                  <a:lnTo>
                    <a:pt x="5759340" y="1246822"/>
                  </a:lnTo>
                  <a:lnTo>
                    <a:pt x="5760181" y="1246222"/>
                  </a:lnTo>
                  <a:lnTo>
                    <a:pt x="5761022" y="1244614"/>
                  </a:lnTo>
                  <a:lnTo>
                    <a:pt x="5761863" y="1244749"/>
                  </a:lnTo>
                  <a:lnTo>
                    <a:pt x="5762705" y="1245794"/>
                  </a:lnTo>
                  <a:lnTo>
                    <a:pt x="5763546" y="1246141"/>
                  </a:lnTo>
                  <a:lnTo>
                    <a:pt x="5764387" y="1246558"/>
                  </a:lnTo>
                  <a:lnTo>
                    <a:pt x="5765228" y="1245204"/>
                  </a:lnTo>
                  <a:lnTo>
                    <a:pt x="5766069" y="1243490"/>
                  </a:lnTo>
                  <a:lnTo>
                    <a:pt x="5766911" y="1242206"/>
                  </a:lnTo>
                  <a:lnTo>
                    <a:pt x="5767752" y="1239398"/>
                  </a:lnTo>
                  <a:lnTo>
                    <a:pt x="5768593" y="1236751"/>
                  </a:lnTo>
                  <a:lnTo>
                    <a:pt x="5769434" y="1233194"/>
                  </a:lnTo>
                  <a:lnTo>
                    <a:pt x="5770275" y="1228908"/>
                  </a:lnTo>
                  <a:lnTo>
                    <a:pt x="5771117" y="1224826"/>
                  </a:lnTo>
                  <a:lnTo>
                    <a:pt x="5771958" y="1220726"/>
                  </a:lnTo>
                  <a:lnTo>
                    <a:pt x="5772799" y="1216833"/>
                  </a:lnTo>
                  <a:lnTo>
                    <a:pt x="5773640" y="1213879"/>
                  </a:lnTo>
                  <a:lnTo>
                    <a:pt x="5774481" y="1211488"/>
                  </a:lnTo>
                  <a:lnTo>
                    <a:pt x="5775323" y="1208926"/>
                  </a:lnTo>
                  <a:lnTo>
                    <a:pt x="5776164" y="1206033"/>
                  </a:lnTo>
                  <a:lnTo>
                    <a:pt x="5777005" y="1204555"/>
                  </a:lnTo>
                  <a:lnTo>
                    <a:pt x="5777846" y="1202531"/>
                  </a:lnTo>
                  <a:lnTo>
                    <a:pt x="5778687" y="1202218"/>
                  </a:lnTo>
                  <a:lnTo>
                    <a:pt x="5779529" y="1201325"/>
                  </a:lnTo>
                  <a:lnTo>
                    <a:pt x="5780370" y="1200209"/>
                  </a:lnTo>
                  <a:lnTo>
                    <a:pt x="5781211" y="1197072"/>
                  </a:lnTo>
                  <a:lnTo>
                    <a:pt x="5782052" y="1196229"/>
                  </a:lnTo>
                  <a:lnTo>
                    <a:pt x="5782893" y="1197482"/>
                  </a:lnTo>
                  <a:lnTo>
                    <a:pt x="5783735" y="1199791"/>
                  </a:lnTo>
                  <a:lnTo>
                    <a:pt x="5784576" y="1202230"/>
                  </a:lnTo>
                  <a:lnTo>
                    <a:pt x="5785417" y="1203726"/>
                  </a:lnTo>
                  <a:lnTo>
                    <a:pt x="5786258" y="1204638"/>
                  </a:lnTo>
                  <a:lnTo>
                    <a:pt x="5787099" y="1204683"/>
                  </a:lnTo>
                  <a:lnTo>
                    <a:pt x="5787941" y="1204721"/>
                  </a:lnTo>
                  <a:lnTo>
                    <a:pt x="5788782" y="1204858"/>
                  </a:lnTo>
                  <a:lnTo>
                    <a:pt x="5789623" y="1204858"/>
                  </a:lnTo>
                  <a:lnTo>
                    <a:pt x="5790464" y="1205192"/>
                  </a:lnTo>
                  <a:lnTo>
                    <a:pt x="5791305" y="1205572"/>
                  </a:lnTo>
                  <a:lnTo>
                    <a:pt x="5792147" y="1205564"/>
                  </a:lnTo>
                  <a:lnTo>
                    <a:pt x="5792988" y="1203962"/>
                  </a:lnTo>
                  <a:lnTo>
                    <a:pt x="5793829" y="1200376"/>
                  </a:lnTo>
                  <a:lnTo>
                    <a:pt x="5794670" y="1195256"/>
                  </a:lnTo>
                  <a:lnTo>
                    <a:pt x="5795512" y="1188769"/>
                  </a:lnTo>
                  <a:lnTo>
                    <a:pt x="5796353" y="1181165"/>
                  </a:lnTo>
                  <a:lnTo>
                    <a:pt x="5797194" y="1173835"/>
                  </a:lnTo>
                  <a:lnTo>
                    <a:pt x="5798035" y="1167872"/>
                  </a:lnTo>
                  <a:lnTo>
                    <a:pt x="5798876" y="1162031"/>
                  </a:lnTo>
                  <a:lnTo>
                    <a:pt x="5799718" y="1156022"/>
                  </a:lnTo>
                  <a:lnTo>
                    <a:pt x="5800559" y="1148980"/>
                  </a:lnTo>
                  <a:lnTo>
                    <a:pt x="5801400" y="1141262"/>
                  </a:lnTo>
                  <a:lnTo>
                    <a:pt x="5802241" y="1136911"/>
                  </a:lnTo>
                  <a:lnTo>
                    <a:pt x="5803082" y="1131499"/>
                  </a:lnTo>
                  <a:lnTo>
                    <a:pt x="5803924" y="1126924"/>
                  </a:lnTo>
                  <a:lnTo>
                    <a:pt x="5804765" y="1123349"/>
                  </a:lnTo>
                  <a:lnTo>
                    <a:pt x="5805606" y="1121014"/>
                  </a:lnTo>
                  <a:lnTo>
                    <a:pt x="5806447" y="1121571"/>
                  </a:lnTo>
                  <a:lnTo>
                    <a:pt x="5807288" y="1122784"/>
                  </a:lnTo>
                  <a:lnTo>
                    <a:pt x="5808130" y="1123941"/>
                  </a:lnTo>
                  <a:lnTo>
                    <a:pt x="5808971" y="1125575"/>
                  </a:lnTo>
                  <a:lnTo>
                    <a:pt x="5809812" y="1126688"/>
                  </a:lnTo>
                  <a:lnTo>
                    <a:pt x="5810653" y="1127408"/>
                  </a:lnTo>
                  <a:lnTo>
                    <a:pt x="5811494" y="1127845"/>
                  </a:lnTo>
                  <a:lnTo>
                    <a:pt x="5812336" y="1127759"/>
                  </a:lnTo>
                  <a:lnTo>
                    <a:pt x="5813177" y="1127355"/>
                  </a:lnTo>
                  <a:lnTo>
                    <a:pt x="5814018" y="1127170"/>
                  </a:lnTo>
                  <a:lnTo>
                    <a:pt x="5814859" y="1125939"/>
                  </a:lnTo>
                  <a:lnTo>
                    <a:pt x="5815700" y="1124186"/>
                  </a:lnTo>
                  <a:lnTo>
                    <a:pt x="5816542" y="1121241"/>
                  </a:lnTo>
                  <a:lnTo>
                    <a:pt x="5817383" y="1118110"/>
                  </a:lnTo>
                  <a:lnTo>
                    <a:pt x="5818224" y="1114312"/>
                  </a:lnTo>
                  <a:lnTo>
                    <a:pt x="5819065" y="1109810"/>
                  </a:lnTo>
                  <a:lnTo>
                    <a:pt x="5819906" y="1105901"/>
                  </a:lnTo>
                  <a:lnTo>
                    <a:pt x="5820748" y="1100995"/>
                  </a:lnTo>
                  <a:lnTo>
                    <a:pt x="5821589" y="1096646"/>
                  </a:lnTo>
                  <a:lnTo>
                    <a:pt x="5822430" y="1090221"/>
                  </a:lnTo>
                  <a:lnTo>
                    <a:pt x="5823271" y="1083433"/>
                  </a:lnTo>
                  <a:lnTo>
                    <a:pt x="5824112" y="1076438"/>
                  </a:lnTo>
                  <a:lnTo>
                    <a:pt x="5824954" y="1070264"/>
                  </a:lnTo>
                  <a:lnTo>
                    <a:pt x="5825795" y="1065162"/>
                  </a:lnTo>
                  <a:lnTo>
                    <a:pt x="5826636" y="1060722"/>
                  </a:lnTo>
                  <a:lnTo>
                    <a:pt x="5827477" y="1056951"/>
                  </a:lnTo>
                  <a:lnTo>
                    <a:pt x="5828318" y="1054021"/>
                  </a:lnTo>
                  <a:lnTo>
                    <a:pt x="5829160" y="1051353"/>
                  </a:lnTo>
                  <a:lnTo>
                    <a:pt x="5830001" y="1047843"/>
                  </a:lnTo>
                  <a:lnTo>
                    <a:pt x="5830842" y="1044167"/>
                  </a:lnTo>
                  <a:lnTo>
                    <a:pt x="5831683" y="1039920"/>
                  </a:lnTo>
                  <a:lnTo>
                    <a:pt x="5832524" y="1037797"/>
                  </a:lnTo>
                  <a:lnTo>
                    <a:pt x="5833366" y="1035519"/>
                  </a:lnTo>
                  <a:lnTo>
                    <a:pt x="5834207" y="1032821"/>
                  </a:lnTo>
                  <a:lnTo>
                    <a:pt x="5835048" y="1030787"/>
                  </a:lnTo>
                  <a:lnTo>
                    <a:pt x="5835889" y="1029286"/>
                  </a:lnTo>
                  <a:lnTo>
                    <a:pt x="5836730" y="1028869"/>
                  </a:lnTo>
                  <a:lnTo>
                    <a:pt x="5837572" y="1029145"/>
                  </a:lnTo>
                  <a:lnTo>
                    <a:pt x="5838413" y="1029784"/>
                  </a:lnTo>
                  <a:lnTo>
                    <a:pt x="5839254" y="1030549"/>
                  </a:lnTo>
                  <a:lnTo>
                    <a:pt x="5840095" y="1032197"/>
                  </a:lnTo>
                  <a:lnTo>
                    <a:pt x="5840936" y="1034554"/>
                  </a:lnTo>
                  <a:lnTo>
                    <a:pt x="5841778" y="1037425"/>
                  </a:lnTo>
                  <a:lnTo>
                    <a:pt x="5842619" y="1040469"/>
                  </a:lnTo>
                  <a:lnTo>
                    <a:pt x="5843460" y="1044502"/>
                  </a:lnTo>
                  <a:lnTo>
                    <a:pt x="5844301" y="1050203"/>
                  </a:lnTo>
                  <a:lnTo>
                    <a:pt x="5845142" y="1056600"/>
                  </a:lnTo>
                  <a:lnTo>
                    <a:pt x="5845984" y="1063262"/>
                  </a:lnTo>
                  <a:lnTo>
                    <a:pt x="5846825" y="1067276"/>
                  </a:lnTo>
                  <a:lnTo>
                    <a:pt x="5847666" y="1071032"/>
                  </a:lnTo>
                  <a:lnTo>
                    <a:pt x="5848507" y="1075198"/>
                  </a:lnTo>
                  <a:lnTo>
                    <a:pt x="5849348" y="1079249"/>
                  </a:lnTo>
                  <a:lnTo>
                    <a:pt x="5850190" y="1083116"/>
                  </a:lnTo>
                  <a:lnTo>
                    <a:pt x="5851031" y="1085948"/>
                  </a:lnTo>
                  <a:lnTo>
                    <a:pt x="5851872" y="1089203"/>
                  </a:lnTo>
                  <a:lnTo>
                    <a:pt x="5852713" y="1092262"/>
                  </a:lnTo>
                  <a:lnTo>
                    <a:pt x="5853554" y="1094766"/>
                  </a:lnTo>
                  <a:lnTo>
                    <a:pt x="5854396" y="1097879"/>
                  </a:lnTo>
                  <a:lnTo>
                    <a:pt x="5855237" y="1101608"/>
                  </a:lnTo>
                  <a:lnTo>
                    <a:pt x="5856078" y="1104486"/>
                  </a:lnTo>
                  <a:lnTo>
                    <a:pt x="5856919" y="1105784"/>
                  </a:lnTo>
                  <a:lnTo>
                    <a:pt x="5857760" y="1106574"/>
                  </a:lnTo>
                  <a:lnTo>
                    <a:pt x="5858602" y="1107474"/>
                  </a:lnTo>
                  <a:lnTo>
                    <a:pt x="5859443" y="1108711"/>
                  </a:lnTo>
                  <a:lnTo>
                    <a:pt x="5860284" y="1110221"/>
                  </a:lnTo>
                  <a:lnTo>
                    <a:pt x="5861125" y="1112979"/>
                  </a:lnTo>
                  <a:lnTo>
                    <a:pt x="5861966" y="1115508"/>
                  </a:lnTo>
                  <a:lnTo>
                    <a:pt x="5862808" y="1117726"/>
                  </a:lnTo>
                  <a:lnTo>
                    <a:pt x="5863649" y="1118676"/>
                  </a:lnTo>
                  <a:lnTo>
                    <a:pt x="5864490" y="1118987"/>
                  </a:lnTo>
                  <a:lnTo>
                    <a:pt x="5865331" y="1118828"/>
                  </a:lnTo>
                  <a:lnTo>
                    <a:pt x="5866173" y="1118683"/>
                  </a:lnTo>
                  <a:lnTo>
                    <a:pt x="5867014" y="1117415"/>
                  </a:lnTo>
                  <a:lnTo>
                    <a:pt x="5867855" y="1115166"/>
                  </a:lnTo>
                  <a:lnTo>
                    <a:pt x="5868696" y="1113412"/>
                  </a:lnTo>
                  <a:lnTo>
                    <a:pt x="5869537" y="1113001"/>
                  </a:lnTo>
                  <a:lnTo>
                    <a:pt x="5870379" y="1112401"/>
                  </a:lnTo>
                  <a:lnTo>
                    <a:pt x="5871220" y="1112591"/>
                  </a:lnTo>
                  <a:lnTo>
                    <a:pt x="5872061" y="1113465"/>
                  </a:lnTo>
                  <a:lnTo>
                    <a:pt x="5872902" y="1115531"/>
                  </a:lnTo>
                  <a:lnTo>
                    <a:pt x="5873743" y="1119116"/>
                  </a:lnTo>
                  <a:lnTo>
                    <a:pt x="5874585" y="1125486"/>
                  </a:lnTo>
                  <a:lnTo>
                    <a:pt x="5875426" y="1132322"/>
                  </a:lnTo>
                  <a:lnTo>
                    <a:pt x="5876267" y="1140214"/>
                  </a:lnTo>
                  <a:lnTo>
                    <a:pt x="5877108" y="1149458"/>
                  </a:lnTo>
                  <a:lnTo>
                    <a:pt x="5877949" y="1159381"/>
                  </a:lnTo>
                  <a:lnTo>
                    <a:pt x="5878791" y="1169782"/>
                  </a:lnTo>
                  <a:lnTo>
                    <a:pt x="5879632" y="1182090"/>
                  </a:lnTo>
                  <a:lnTo>
                    <a:pt x="5880473" y="1196797"/>
                  </a:lnTo>
                  <a:lnTo>
                    <a:pt x="5881314" y="1208125"/>
                  </a:lnTo>
                  <a:lnTo>
                    <a:pt x="5882155" y="1219287"/>
                  </a:lnTo>
                  <a:lnTo>
                    <a:pt x="5882997" y="1231019"/>
                  </a:lnTo>
                  <a:lnTo>
                    <a:pt x="5883838" y="1243530"/>
                  </a:lnTo>
                  <a:lnTo>
                    <a:pt x="5884679" y="1256518"/>
                  </a:lnTo>
                  <a:lnTo>
                    <a:pt x="5885520" y="1269306"/>
                  </a:lnTo>
                  <a:lnTo>
                    <a:pt x="5886361" y="1282581"/>
                  </a:lnTo>
                  <a:lnTo>
                    <a:pt x="5887203" y="1297170"/>
                  </a:lnTo>
                  <a:lnTo>
                    <a:pt x="5888044" y="1312858"/>
                  </a:lnTo>
                  <a:lnTo>
                    <a:pt x="5888885" y="1329754"/>
                  </a:lnTo>
                  <a:lnTo>
                    <a:pt x="5889726" y="1342441"/>
                  </a:lnTo>
                  <a:lnTo>
                    <a:pt x="5890567" y="1352586"/>
                  </a:lnTo>
                  <a:lnTo>
                    <a:pt x="5891409" y="1362708"/>
                  </a:lnTo>
                  <a:lnTo>
                    <a:pt x="5892250" y="1372061"/>
                  </a:lnTo>
                  <a:lnTo>
                    <a:pt x="5893091" y="1380205"/>
                  </a:lnTo>
                  <a:lnTo>
                    <a:pt x="5893932" y="1387860"/>
                  </a:lnTo>
                  <a:lnTo>
                    <a:pt x="5894773" y="1395708"/>
                  </a:lnTo>
                  <a:lnTo>
                    <a:pt x="5895615" y="1403473"/>
                  </a:lnTo>
                  <a:lnTo>
                    <a:pt x="5896456" y="1410939"/>
                  </a:lnTo>
                  <a:lnTo>
                    <a:pt x="5897297" y="1417619"/>
                  </a:lnTo>
                  <a:lnTo>
                    <a:pt x="5898138" y="1423849"/>
                  </a:lnTo>
                  <a:lnTo>
                    <a:pt x="5898979" y="1429779"/>
                  </a:lnTo>
                  <a:lnTo>
                    <a:pt x="5899821" y="1435116"/>
                  </a:lnTo>
                  <a:lnTo>
                    <a:pt x="5900662" y="1439145"/>
                  </a:lnTo>
                  <a:lnTo>
                    <a:pt x="5901503" y="1442587"/>
                  </a:lnTo>
                  <a:lnTo>
                    <a:pt x="5902344" y="1446086"/>
                  </a:lnTo>
                  <a:lnTo>
                    <a:pt x="5903185" y="1450365"/>
                  </a:lnTo>
                  <a:lnTo>
                    <a:pt x="5904027" y="1454367"/>
                  </a:lnTo>
                  <a:lnTo>
                    <a:pt x="5904868" y="1458775"/>
                  </a:lnTo>
                  <a:lnTo>
                    <a:pt x="5905709" y="1464102"/>
                  </a:lnTo>
                  <a:lnTo>
                    <a:pt x="5906550" y="1469016"/>
                  </a:lnTo>
                  <a:lnTo>
                    <a:pt x="5907391" y="1473778"/>
                  </a:lnTo>
                  <a:lnTo>
                    <a:pt x="5908233" y="1478418"/>
                  </a:lnTo>
                  <a:lnTo>
                    <a:pt x="5909074" y="1483490"/>
                  </a:lnTo>
                  <a:lnTo>
                    <a:pt x="5909915" y="1488562"/>
                  </a:lnTo>
                  <a:lnTo>
                    <a:pt x="5910756" y="1493085"/>
                  </a:lnTo>
                  <a:lnTo>
                    <a:pt x="5911597" y="1498493"/>
                  </a:lnTo>
                  <a:lnTo>
                    <a:pt x="5912439" y="1503849"/>
                  </a:lnTo>
                  <a:lnTo>
                    <a:pt x="5913280" y="1509228"/>
                  </a:lnTo>
                  <a:lnTo>
                    <a:pt x="5914121" y="1515696"/>
                  </a:lnTo>
                  <a:lnTo>
                    <a:pt x="5914962" y="1521202"/>
                  </a:lnTo>
                  <a:lnTo>
                    <a:pt x="5915803" y="1526402"/>
                  </a:lnTo>
                  <a:lnTo>
                    <a:pt x="5916645" y="1530932"/>
                  </a:lnTo>
                  <a:lnTo>
                    <a:pt x="5917486" y="1535049"/>
                  </a:lnTo>
                  <a:lnTo>
                    <a:pt x="5918327" y="1539004"/>
                  </a:lnTo>
                  <a:lnTo>
                    <a:pt x="5919168" y="1543183"/>
                  </a:lnTo>
                  <a:lnTo>
                    <a:pt x="5920009" y="1546813"/>
                  </a:lnTo>
                  <a:lnTo>
                    <a:pt x="5920851" y="1550183"/>
                  </a:lnTo>
                  <a:lnTo>
                    <a:pt x="5921692" y="1553227"/>
                  </a:lnTo>
                  <a:lnTo>
                    <a:pt x="5922533" y="1555832"/>
                  </a:lnTo>
                  <a:lnTo>
                    <a:pt x="5923374" y="1558410"/>
                  </a:lnTo>
                  <a:lnTo>
                    <a:pt x="5924215" y="1561095"/>
                  </a:lnTo>
                  <a:lnTo>
                    <a:pt x="5925057" y="1563601"/>
                  </a:lnTo>
                  <a:lnTo>
                    <a:pt x="5925898" y="1565856"/>
                  </a:lnTo>
                  <a:lnTo>
                    <a:pt x="5926739" y="1568100"/>
                  </a:lnTo>
                  <a:lnTo>
                    <a:pt x="5927580" y="1570629"/>
                  </a:lnTo>
                  <a:lnTo>
                    <a:pt x="5928421" y="1573177"/>
                  </a:lnTo>
                  <a:lnTo>
                    <a:pt x="5929263" y="1575961"/>
                  </a:lnTo>
                  <a:lnTo>
                    <a:pt x="5930104" y="1578746"/>
                  </a:lnTo>
                  <a:lnTo>
                    <a:pt x="5930945" y="1580810"/>
                  </a:lnTo>
                  <a:lnTo>
                    <a:pt x="5931786" y="1582572"/>
                  </a:lnTo>
                  <a:lnTo>
                    <a:pt x="5932627" y="1584165"/>
                  </a:lnTo>
                  <a:lnTo>
                    <a:pt x="5933469" y="1586915"/>
                  </a:lnTo>
                  <a:lnTo>
                    <a:pt x="5934310" y="1590740"/>
                  </a:lnTo>
                  <a:lnTo>
                    <a:pt x="5935151" y="1595053"/>
                  </a:lnTo>
                  <a:lnTo>
                    <a:pt x="5935992" y="1601571"/>
                  </a:lnTo>
                  <a:lnTo>
                    <a:pt x="5936833" y="1608035"/>
                  </a:lnTo>
                  <a:lnTo>
                    <a:pt x="5937675" y="1615542"/>
                  </a:lnTo>
                  <a:lnTo>
                    <a:pt x="5938516" y="1623869"/>
                  </a:lnTo>
                  <a:lnTo>
                    <a:pt x="5939357" y="1632113"/>
                  </a:lnTo>
                  <a:lnTo>
                    <a:pt x="5940198" y="1640015"/>
                  </a:lnTo>
                  <a:lnTo>
                    <a:pt x="5941040" y="1647727"/>
                  </a:lnTo>
                  <a:lnTo>
                    <a:pt x="5941881" y="1654788"/>
                  </a:lnTo>
                  <a:lnTo>
                    <a:pt x="5942722" y="1661349"/>
                  </a:lnTo>
                  <a:lnTo>
                    <a:pt x="5943563" y="1668398"/>
                  </a:lnTo>
                  <a:lnTo>
                    <a:pt x="5944404" y="1675866"/>
                  </a:lnTo>
                  <a:lnTo>
                    <a:pt x="5945246" y="1683183"/>
                  </a:lnTo>
                  <a:lnTo>
                    <a:pt x="5946087" y="1690339"/>
                  </a:lnTo>
                  <a:lnTo>
                    <a:pt x="5946928" y="1697694"/>
                  </a:lnTo>
                  <a:lnTo>
                    <a:pt x="5947769" y="1705624"/>
                  </a:lnTo>
                  <a:lnTo>
                    <a:pt x="5948610" y="1713173"/>
                  </a:lnTo>
                  <a:lnTo>
                    <a:pt x="5949452" y="1722664"/>
                  </a:lnTo>
                  <a:lnTo>
                    <a:pt x="5950293" y="1730012"/>
                  </a:lnTo>
                  <a:lnTo>
                    <a:pt x="5951134" y="1735682"/>
                  </a:lnTo>
                  <a:lnTo>
                    <a:pt x="5951975" y="1740639"/>
                  </a:lnTo>
                  <a:lnTo>
                    <a:pt x="5952816" y="1745851"/>
                  </a:lnTo>
                  <a:lnTo>
                    <a:pt x="5953658" y="1751792"/>
                  </a:lnTo>
                  <a:lnTo>
                    <a:pt x="5954499" y="1758183"/>
                  </a:lnTo>
                  <a:lnTo>
                    <a:pt x="5955340" y="1764952"/>
                  </a:lnTo>
                  <a:lnTo>
                    <a:pt x="5956181" y="1771058"/>
                  </a:lnTo>
                  <a:lnTo>
                    <a:pt x="5957022" y="1777084"/>
                  </a:lnTo>
                  <a:lnTo>
                    <a:pt x="5957864" y="1782803"/>
                  </a:lnTo>
                  <a:lnTo>
                    <a:pt x="5958705" y="1787782"/>
                  </a:lnTo>
                  <a:lnTo>
                    <a:pt x="5959546" y="1792339"/>
                  </a:lnTo>
                  <a:lnTo>
                    <a:pt x="5960387" y="1797145"/>
                  </a:lnTo>
                  <a:lnTo>
                    <a:pt x="5961228" y="1802970"/>
                  </a:lnTo>
                  <a:lnTo>
                    <a:pt x="5962070" y="1810214"/>
                  </a:lnTo>
                  <a:lnTo>
                    <a:pt x="5962911" y="1818005"/>
                  </a:lnTo>
                  <a:lnTo>
                    <a:pt x="5963752" y="1826620"/>
                  </a:lnTo>
                  <a:lnTo>
                    <a:pt x="5964593" y="1835946"/>
                  </a:lnTo>
                  <a:lnTo>
                    <a:pt x="5965434" y="1844951"/>
                  </a:lnTo>
                  <a:lnTo>
                    <a:pt x="5966276" y="1853029"/>
                  </a:lnTo>
                  <a:lnTo>
                    <a:pt x="5967117" y="1861389"/>
                  </a:lnTo>
                  <a:lnTo>
                    <a:pt x="5967958" y="1870512"/>
                  </a:lnTo>
                  <a:lnTo>
                    <a:pt x="5968799" y="1881171"/>
                  </a:lnTo>
                  <a:lnTo>
                    <a:pt x="5969640" y="1893018"/>
                  </a:lnTo>
                  <a:lnTo>
                    <a:pt x="5970482" y="1902148"/>
                  </a:lnTo>
                  <a:lnTo>
                    <a:pt x="5971323" y="1911264"/>
                  </a:lnTo>
                  <a:lnTo>
                    <a:pt x="5972164" y="1919924"/>
                  </a:lnTo>
                  <a:lnTo>
                    <a:pt x="5973005" y="1928208"/>
                  </a:lnTo>
                  <a:lnTo>
                    <a:pt x="5973846" y="1936169"/>
                  </a:lnTo>
                  <a:lnTo>
                    <a:pt x="5974688" y="1941855"/>
                  </a:lnTo>
                  <a:lnTo>
                    <a:pt x="5975529" y="1946922"/>
                  </a:lnTo>
                  <a:lnTo>
                    <a:pt x="5976370" y="1951965"/>
                  </a:lnTo>
                  <a:lnTo>
                    <a:pt x="5977211" y="1956939"/>
                  </a:lnTo>
                  <a:lnTo>
                    <a:pt x="5978052" y="1962284"/>
                  </a:lnTo>
                  <a:lnTo>
                    <a:pt x="5978894" y="1967507"/>
                  </a:lnTo>
                  <a:lnTo>
                    <a:pt x="5979735" y="1972594"/>
                  </a:lnTo>
                  <a:lnTo>
                    <a:pt x="5980576" y="1977563"/>
                  </a:lnTo>
                  <a:lnTo>
                    <a:pt x="5981417" y="1982057"/>
                  </a:lnTo>
                  <a:lnTo>
                    <a:pt x="5982258" y="1985590"/>
                  </a:lnTo>
                  <a:lnTo>
                    <a:pt x="5983100" y="1989554"/>
                  </a:lnTo>
                  <a:lnTo>
                    <a:pt x="5983941" y="1993047"/>
                  </a:lnTo>
                  <a:lnTo>
                    <a:pt x="5984782" y="1996610"/>
                  </a:lnTo>
                  <a:lnTo>
                    <a:pt x="5985623" y="2000243"/>
                  </a:lnTo>
                  <a:lnTo>
                    <a:pt x="5986464" y="2003350"/>
                  </a:lnTo>
                  <a:lnTo>
                    <a:pt x="5987306" y="2006598"/>
                  </a:lnTo>
                  <a:lnTo>
                    <a:pt x="5988147" y="2009049"/>
                  </a:lnTo>
                  <a:lnTo>
                    <a:pt x="5988988" y="2012512"/>
                  </a:lnTo>
                  <a:lnTo>
                    <a:pt x="5989829" y="2014741"/>
                  </a:lnTo>
                  <a:lnTo>
                    <a:pt x="5990670" y="2020012"/>
                  </a:lnTo>
                  <a:lnTo>
                    <a:pt x="5991512" y="2025112"/>
                  </a:lnTo>
                  <a:lnTo>
                    <a:pt x="5992353" y="2030066"/>
                  </a:lnTo>
                  <a:lnTo>
                    <a:pt x="5993194" y="2034344"/>
                  </a:lnTo>
                  <a:lnTo>
                    <a:pt x="5994035" y="2038333"/>
                  </a:lnTo>
                  <a:lnTo>
                    <a:pt x="5994876" y="2042469"/>
                  </a:lnTo>
                  <a:lnTo>
                    <a:pt x="5995718" y="2046434"/>
                  </a:lnTo>
                  <a:lnTo>
                    <a:pt x="5996559" y="2050225"/>
                  </a:lnTo>
                  <a:lnTo>
                    <a:pt x="5997400" y="2054011"/>
                  </a:lnTo>
                  <a:lnTo>
                    <a:pt x="5998241" y="2058921"/>
                  </a:lnTo>
                  <a:lnTo>
                    <a:pt x="5999082" y="2064180"/>
                  </a:lnTo>
                  <a:lnTo>
                    <a:pt x="5999924" y="2070124"/>
                  </a:lnTo>
                  <a:lnTo>
                    <a:pt x="6000765" y="2074320"/>
                  </a:lnTo>
                  <a:lnTo>
                    <a:pt x="6001606" y="2078935"/>
                  </a:lnTo>
                  <a:lnTo>
                    <a:pt x="6002447" y="2084479"/>
                  </a:lnTo>
                  <a:lnTo>
                    <a:pt x="6003288" y="2090078"/>
                  </a:lnTo>
                  <a:lnTo>
                    <a:pt x="6004130" y="2095654"/>
                  </a:lnTo>
                  <a:lnTo>
                    <a:pt x="6004971" y="2100812"/>
                  </a:lnTo>
                  <a:lnTo>
                    <a:pt x="6005812" y="2105744"/>
                  </a:lnTo>
                  <a:lnTo>
                    <a:pt x="6006653" y="2110099"/>
                  </a:lnTo>
                  <a:lnTo>
                    <a:pt x="6007494" y="2114393"/>
                  </a:lnTo>
                  <a:lnTo>
                    <a:pt x="6008336" y="2118853"/>
                  </a:lnTo>
                  <a:lnTo>
                    <a:pt x="6009177" y="2123025"/>
                  </a:lnTo>
                  <a:lnTo>
                    <a:pt x="6010018" y="2126915"/>
                  </a:lnTo>
                  <a:lnTo>
                    <a:pt x="6010859" y="2131320"/>
                  </a:lnTo>
                  <a:lnTo>
                    <a:pt x="6011701" y="2135348"/>
                  </a:lnTo>
                  <a:lnTo>
                    <a:pt x="6012542" y="2138907"/>
                  </a:lnTo>
                  <a:lnTo>
                    <a:pt x="6013383" y="2141524"/>
                  </a:lnTo>
                  <a:lnTo>
                    <a:pt x="6014224" y="2142943"/>
                  </a:lnTo>
                  <a:lnTo>
                    <a:pt x="6015065" y="2143158"/>
                  </a:lnTo>
                  <a:lnTo>
                    <a:pt x="6015907" y="2144258"/>
                  </a:lnTo>
                  <a:lnTo>
                    <a:pt x="6016748" y="2145138"/>
                  </a:lnTo>
                  <a:lnTo>
                    <a:pt x="6017589" y="2144866"/>
                  </a:lnTo>
                  <a:lnTo>
                    <a:pt x="6018430" y="2146208"/>
                  </a:lnTo>
                  <a:lnTo>
                    <a:pt x="6019271" y="2147543"/>
                  </a:lnTo>
                  <a:lnTo>
                    <a:pt x="6020113" y="2147880"/>
                  </a:lnTo>
                  <a:lnTo>
                    <a:pt x="6020954" y="2147172"/>
                  </a:lnTo>
                  <a:lnTo>
                    <a:pt x="6021795" y="2146217"/>
                  </a:lnTo>
                  <a:lnTo>
                    <a:pt x="6022636" y="2144527"/>
                  </a:lnTo>
                  <a:lnTo>
                    <a:pt x="6023477" y="2141589"/>
                  </a:lnTo>
                  <a:lnTo>
                    <a:pt x="6024319" y="2138285"/>
                  </a:lnTo>
                  <a:lnTo>
                    <a:pt x="6025160" y="2134835"/>
                  </a:lnTo>
                  <a:lnTo>
                    <a:pt x="6026001" y="2131045"/>
                  </a:lnTo>
                  <a:lnTo>
                    <a:pt x="6026842" y="2127196"/>
                  </a:lnTo>
                  <a:lnTo>
                    <a:pt x="6027683" y="2122981"/>
                  </a:lnTo>
                  <a:lnTo>
                    <a:pt x="6028525" y="2117589"/>
                  </a:lnTo>
                  <a:lnTo>
                    <a:pt x="6029366" y="2111757"/>
                  </a:lnTo>
                  <a:lnTo>
                    <a:pt x="6030207" y="2105758"/>
                  </a:lnTo>
                  <a:lnTo>
                    <a:pt x="6031048" y="2096058"/>
                  </a:lnTo>
                  <a:lnTo>
                    <a:pt x="6031889" y="2086722"/>
                  </a:lnTo>
                  <a:lnTo>
                    <a:pt x="6032731" y="2078746"/>
                  </a:lnTo>
                  <a:lnTo>
                    <a:pt x="6033572" y="2071803"/>
                  </a:lnTo>
                  <a:lnTo>
                    <a:pt x="6034413" y="2064769"/>
                  </a:lnTo>
                  <a:lnTo>
                    <a:pt x="6035254" y="2057948"/>
                  </a:lnTo>
                  <a:lnTo>
                    <a:pt x="6036095" y="2052235"/>
                  </a:lnTo>
                  <a:lnTo>
                    <a:pt x="6036937" y="2046804"/>
                  </a:lnTo>
                  <a:lnTo>
                    <a:pt x="6037778" y="2041433"/>
                  </a:lnTo>
                  <a:lnTo>
                    <a:pt x="6038619" y="2037795"/>
                  </a:lnTo>
                  <a:lnTo>
                    <a:pt x="6039460" y="2034756"/>
                  </a:lnTo>
                  <a:lnTo>
                    <a:pt x="6040301" y="2032363"/>
                  </a:lnTo>
                  <a:lnTo>
                    <a:pt x="6041143" y="2031285"/>
                  </a:lnTo>
                  <a:lnTo>
                    <a:pt x="6041984" y="2030632"/>
                  </a:lnTo>
                  <a:lnTo>
                    <a:pt x="6042825" y="2028318"/>
                  </a:lnTo>
                  <a:lnTo>
                    <a:pt x="6043666" y="2026997"/>
                  </a:lnTo>
                  <a:lnTo>
                    <a:pt x="6044507" y="2026587"/>
                  </a:lnTo>
                  <a:lnTo>
                    <a:pt x="6045349" y="2026444"/>
                  </a:lnTo>
                  <a:lnTo>
                    <a:pt x="6046190" y="2026578"/>
                  </a:lnTo>
                  <a:lnTo>
                    <a:pt x="6047031" y="2027693"/>
                  </a:lnTo>
                  <a:lnTo>
                    <a:pt x="6047872" y="2029529"/>
                  </a:lnTo>
                  <a:lnTo>
                    <a:pt x="6048713" y="2031390"/>
                  </a:lnTo>
                  <a:lnTo>
                    <a:pt x="6049555" y="2033846"/>
                  </a:lnTo>
                  <a:lnTo>
                    <a:pt x="6050396" y="2036876"/>
                  </a:lnTo>
                  <a:lnTo>
                    <a:pt x="6051237" y="2040912"/>
                  </a:lnTo>
                  <a:lnTo>
                    <a:pt x="6052078" y="2045329"/>
                  </a:lnTo>
                  <a:lnTo>
                    <a:pt x="6052919" y="2049872"/>
                  </a:lnTo>
                  <a:lnTo>
                    <a:pt x="6053761" y="2054160"/>
                  </a:lnTo>
                  <a:lnTo>
                    <a:pt x="6054602" y="2057834"/>
                  </a:lnTo>
                  <a:lnTo>
                    <a:pt x="6055443" y="2060593"/>
                  </a:lnTo>
                  <a:lnTo>
                    <a:pt x="6056284" y="2062795"/>
                  </a:lnTo>
                  <a:lnTo>
                    <a:pt x="6057125" y="2064464"/>
                  </a:lnTo>
                  <a:lnTo>
                    <a:pt x="6057967" y="2066575"/>
                  </a:lnTo>
                  <a:lnTo>
                    <a:pt x="6058808" y="2067821"/>
                  </a:lnTo>
                  <a:lnTo>
                    <a:pt x="6059649" y="2068181"/>
                  </a:lnTo>
                  <a:lnTo>
                    <a:pt x="6060490" y="2068058"/>
                  </a:lnTo>
                  <a:lnTo>
                    <a:pt x="6061331" y="2067478"/>
                  </a:lnTo>
                  <a:lnTo>
                    <a:pt x="6062173" y="2066707"/>
                  </a:lnTo>
                  <a:lnTo>
                    <a:pt x="6063014" y="2065588"/>
                  </a:lnTo>
                  <a:lnTo>
                    <a:pt x="6063855" y="2064085"/>
                  </a:lnTo>
                  <a:lnTo>
                    <a:pt x="6064696" y="2061920"/>
                  </a:lnTo>
                  <a:lnTo>
                    <a:pt x="6065537" y="2056831"/>
                  </a:lnTo>
                  <a:lnTo>
                    <a:pt x="6066379" y="2051734"/>
                  </a:lnTo>
                  <a:lnTo>
                    <a:pt x="6067220" y="2047640"/>
                  </a:lnTo>
                  <a:lnTo>
                    <a:pt x="6068061" y="2043940"/>
                  </a:lnTo>
                  <a:lnTo>
                    <a:pt x="6068902" y="2039785"/>
                  </a:lnTo>
                  <a:lnTo>
                    <a:pt x="6069743" y="2035402"/>
                  </a:lnTo>
                  <a:lnTo>
                    <a:pt x="6070585" y="2030556"/>
                  </a:lnTo>
                  <a:lnTo>
                    <a:pt x="6071426" y="2026097"/>
                  </a:lnTo>
                  <a:lnTo>
                    <a:pt x="6072267" y="2021828"/>
                  </a:lnTo>
                  <a:lnTo>
                    <a:pt x="6073108" y="2016966"/>
                  </a:lnTo>
                  <a:lnTo>
                    <a:pt x="6073949" y="2011398"/>
                  </a:lnTo>
                  <a:lnTo>
                    <a:pt x="6074791" y="2005670"/>
                  </a:lnTo>
                  <a:lnTo>
                    <a:pt x="6075632" y="1999867"/>
                  </a:lnTo>
                  <a:lnTo>
                    <a:pt x="6076473" y="1994162"/>
                  </a:lnTo>
                  <a:lnTo>
                    <a:pt x="6077314" y="1989088"/>
                  </a:lnTo>
                  <a:lnTo>
                    <a:pt x="6078155" y="1983816"/>
                  </a:lnTo>
                  <a:lnTo>
                    <a:pt x="6078997" y="1978089"/>
                  </a:lnTo>
                  <a:lnTo>
                    <a:pt x="6079838" y="1971237"/>
                  </a:lnTo>
                  <a:lnTo>
                    <a:pt x="6080679" y="1963443"/>
                  </a:lnTo>
                  <a:lnTo>
                    <a:pt x="6081520" y="1955133"/>
                  </a:lnTo>
                  <a:lnTo>
                    <a:pt x="6082362" y="1946511"/>
                  </a:lnTo>
                  <a:lnTo>
                    <a:pt x="6083203" y="1938003"/>
                  </a:lnTo>
                  <a:lnTo>
                    <a:pt x="6084044" y="1929146"/>
                  </a:lnTo>
                  <a:lnTo>
                    <a:pt x="6084885" y="1920562"/>
                  </a:lnTo>
                  <a:lnTo>
                    <a:pt x="6085726" y="1912404"/>
                  </a:lnTo>
                  <a:lnTo>
                    <a:pt x="6086568" y="1904284"/>
                  </a:lnTo>
                  <a:lnTo>
                    <a:pt x="6087409" y="1896118"/>
                  </a:lnTo>
                  <a:lnTo>
                    <a:pt x="6088250" y="1888096"/>
                  </a:lnTo>
                  <a:lnTo>
                    <a:pt x="6089091" y="1879938"/>
                  </a:lnTo>
                  <a:lnTo>
                    <a:pt x="6089932" y="1872372"/>
                  </a:lnTo>
                  <a:lnTo>
                    <a:pt x="6090774" y="1866211"/>
                  </a:lnTo>
                  <a:lnTo>
                    <a:pt x="6091615" y="1861016"/>
                  </a:lnTo>
                  <a:lnTo>
                    <a:pt x="6092456" y="1856792"/>
                  </a:lnTo>
                  <a:lnTo>
                    <a:pt x="6093297" y="1853738"/>
                  </a:lnTo>
                  <a:lnTo>
                    <a:pt x="6094138" y="1853012"/>
                  </a:lnTo>
                  <a:lnTo>
                    <a:pt x="6094980" y="1852913"/>
                  </a:lnTo>
                  <a:lnTo>
                    <a:pt x="6095821" y="1853028"/>
                  </a:lnTo>
                  <a:lnTo>
                    <a:pt x="6096662" y="1853533"/>
                  </a:lnTo>
                  <a:lnTo>
                    <a:pt x="6097503" y="1854326"/>
                  </a:lnTo>
                  <a:lnTo>
                    <a:pt x="6098344" y="1855332"/>
                  </a:lnTo>
                  <a:lnTo>
                    <a:pt x="6099186" y="1857291"/>
                  </a:lnTo>
                  <a:lnTo>
                    <a:pt x="6100027" y="1859665"/>
                  </a:lnTo>
                  <a:lnTo>
                    <a:pt x="6100868" y="1862099"/>
                  </a:lnTo>
                  <a:lnTo>
                    <a:pt x="6101709" y="1864688"/>
                  </a:lnTo>
                  <a:lnTo>
                    <a:pt x="6102550" y="1867051"/>
                  </a:lnTo>
                  <a:lnTo>
                    <a:pt x="6103392" y="1869081"/>
                  </a:lnTo>
                  <a:lnTo>
                    <a:pt x="6104233" y="1870948"/>
                  </a:lnTo>
                  <a:lnTo>
                    <a:pt x="6105074" y="1872873"/>
                  </a:lnTo>
                  <a:lnTo>
                    <a:pt x="6105915" y="1874680"/>
                  </a:lnTo>
                  <a:lnTo>
                    <a:pt x="6106756" y="1876000"/>
                  </a:lnTo>
                  <a:lnTo>
                    <a:pt x="6107598" y="1877121"/>
                  </a:lnTo>
                  <a:lnTo>
                    <a:pt x="6108439" y="1878252"/>
                  </a:lnTo>
                  <a:lnTo>
                    <a:pt x="6109280" y="1879493"/>
                  </a:lnTo>
                  <a:lnTo>
                    <a:pt x="6110121" y="1880078"/>
                  </a:lnTo>
                  <a:lnTo>
                    <a:pt x="6110962" y="1880739"/>
                  </a:lnTo>
                  <a:lnTo>
                    <a:pt x="6111804" y="1881035"/>
                  </a:lnTo>
                  <a:lnTo>
                    <a:pt x="6112645" y="1880838"/>
                  </a:lnTo>
                  <a:lnTo>
                    <a:pt x="6113486" y="1880815"/>
                  </a:lnTo>
                  <a:lnTo>
                    <a:pt x="6114327" y="1881225"/>
                  </a:lnTo>
                  <a:lnTo>
                    <a:pt x="6115168" y="1881795"/>
                  </a:lnTo>
                  <a:lnTo>
                    <a:pt x="6116010" y="1881669"/>
                  </a:lnTo>
                  <a:lnTo>
                    <a:pt x="6116851" y="1881755"/>
                  </a:lnTo>
                  <a:lnTo>
                    <a:pt x="6117692" y="1881865"/>
                  </a:lnTo>
                  <a:lnTo>
                    <a:pt x="6118533" y="1882151"/>
                  </a:lnTo>
                  <a:lnTo>
                    <a:pt x="6119374" y="1882307"/>
                  </a:lnTo>
                  <a:lnTo>
                    <a:pt x="6120216" y="1881939"/>
                  </a:lnTo>
                  <a:lnTo>
                    <a:pt x="6121057" y="1880798"/>
                  </a:lnTo>
                  <a:lnTo>
                    <a:pt x="6121898" y="1878936"/>
                  </a:lnTo>
                  <a:lnTo>
                    <a:pt x="6122739" y="1876853"/>
                  </a:lnTo>
                  <a:lnTo>
                    <a:pt x="6123580" y="1874246"/>
                  </a:lnTo>
                  <a:lnTo>
                    <a:pt x="6124422" y="1871748"/>
                  </a:lnTo>
                  <a:lnTo>
                    <a:pt x="6125263" y="1869065"/>
                  </a:lnTo>
                  <a:lnTo>
                    <a:pt x="6126104" y="1866239"/>
                  </a:lnTo>
                  <a:lnTo>
                    <a:pt x="6126945" y="1862803"/>
                  </a:lnTo>
                  <a:lnTo>
                    <a:pt x="6127786" y="1859180"/>
                  </a:lnTo>
                  <a:lnTo>
                    <a:pt x="6128628" y="1855354"/>
                  </a:lnTo>
                  <a:lnTo>
                    <a:pt x="6129469" y="1852559"/>
                  </a:lnTo>
                  <a:lnTo>
                    <a:pt x="6130310" y="1849526"/>
                  </a:lnTo>
                  <a:lnTo>
                    <a:pt x="6131151" y="1846411"/>
                  </a:lnTo>
                  <a:lnTo>
                    <a:pt x="6131992" y="1843119"/>
                  </a:lnTo>
                  <a:lnTo>
                    <a:pt x="6132834" y="1839804"/>
                  </a:lnTo>
                  <a:lnTo>
                    <a:pt x="6133675" y="1836993"/>
                  </a:lnTo>
                  <a:lnTo>
                    <a:pt x="6134516" y="1834337"/>
                  </a:lnTo>
                  <a:lnTo>
                    <a:pt x="6135357" y="1831586"/>
                  </a:lnTo>
                  <a:lnTo>
                    <a:pt x="6136198" y="1828980"/>
                  </a:lnTo>
                  <a:lnTo>
                    <a:pt x="6137040" y="1826269"/>
                  </a:lnTo>
                  <a:lnTo>
                    <a:pt x="6137881" y="1823396"/>
                  </a:lnTo>
                  <a:lnTo>
                    <a:pt x="6138722" y="1820353"/>
                  </a:lnTo>
                  <a:lnTo>
                    <a:pt x="6139563" y="1817577"/>
                  </a:lnTo>
                  <a:lnTo>
                    <a:pt x="6140404" y="1815275"/>
                  </a:lnTo>
                  <a:lnTo>
                    <a:pt x="6141246" y="1812918"/>
                  </a:lnTo>
                  <a:lnTo>
                    <a:pt x="6142087" y="1810471"/>
                  </a:lnTo>
                  <a:lnTo>
                    <a:pt x="6142928" y="1808242"/>
                  </a:lnTo>
                  <a:lnTo>
                    <a:pt x="6143769" y="1805424"/>
                  </a:lnTo>
                  <a:lnTo>
                    <a:pt x="6144610" y="1803274"/>
                  </a:lnTo>
                  <a:lnTo>
                    <a:pt x="6145452" y="1801649"/>
                  </a:lnTo>
                  <a:lnTo>
                    <a:pt x="6146293" y="1800107"/>
                  </a:lnTo>
                  <a:lnTo>
                    <a:pt x="6147134" y="1799294"/>
                  </a:lnTo>
                  <a:lnTo>
                    <a:pt x="6147975" y="1798937"/>
                  </a:lnTo>
                  <a:lnTo>
                    <a:pt x="6148816" y="1799165"/>
                  </a:lnTo>
                  <a:lnTo>
                    <a:pt x="6149658" y="1800053"/>
                  </a:lnTo>
                  <a:lnTo>
                    <a:pt x="6150499" y="1801428"/>
                  </a:lnTo>
                  <a:lnTo>
                    <a:pt x="6151340" y="1803062"/>
                  </a:lnTo>
                  <a:lnTo>
                    <a:pt x="6152181" y="1805226"/>
                  </a:lnTo>
                  <a:lnTo>
                    <a:pt x="6153023" y="1807657"/>
                  </a:lnTo>
                  <a:lnTo>
                    <a:pt x="6153864" y="1810536"/>
                  </a:lnTo>
                  <a:lnTo>
                    <a:pt x="6154705" y="1813803"/>
                  </a:lnTo>
                  <a:lnTo>
                    <a:pt x="6155546" y="1817183"/>
                  </a:lnTo>
                  <a:lnTo>
                    <a:pt x="6156387" y="1820867"/>
                  </a:lnTo>
                  <a:lnTo>
                    <a:pt x="6157229" y="1824665"/>
                  </a:lnTo>
                  <a:lnTo>
                    <a:pt x="6158070" y="1828762"/>
                  </a:lnTo>
                  <a:lnTo>
                    <a:pt x="6158911" y="1831711"/>
                  </a:lnTo>
                  <a:lnTo>
                    <a:pt x="6159752" y="1834668"/>
                  </a:lnTo>
                  <a:lnTo>
                    <a:pt x="6160593" y="1837328"/>
                  </a:lnTo>
                  <a:lnTo>
                    <a:pt x="6161435" y="1839879"/>
                  </a:lnTo>
                  <a:lnTo>
                    <a:pt x="6162276" y="1841606"/>
                  </a:lnTo>
                  <a:lnTo>
                    <a:pt x="6163117" y="1842801"/>
                  </a:lnTo>
                  <a:lnTo>
                    <a:pt x="6163958" y="1843520"/>
                  </a:lnTo>
                  <a:lnTo>
                    <a:pt x="6164799" y="1843592"/>
                  </a:lnTo>
                  <a:lnTo>
                    <a:pt x="6165641" y="1843382"/>
                  </a:lnTo>
                  <a:lnTo>
                    <a:pt x="6166482" y="1842707"/>
                  </a:lnTo>
                  <a:lnTo>
                    <a:pt x="6167323" y="1841196"/>
                  </a:lnTo>
                  <a:lnTo>
                    <a:pt x="6168164" y="1839115"/>
                  </a:lnTo>
                  <a:lnTo>
                    <a:pt x="6169005" y="1836598"/>
                  </a:lnTo>
                  <a:lnTo>
                    <a:pt x="6169847" y="1833720"/>
                  </a:lnTo>
                  <a:lnTo>
                    <a:pt x="6170688" y="1830931"/>
                  </a:lnTo>
                  <a:lnTo>
                    <a:pt x="6171529" y="1827360"/>
                  </a:lnTo>
                  <a:lnTo>
                    <a:pt x="6172370" y="1823077"/>
                  </a:lnTo>
                  <a:lnTo>
                    <a:pt x="6173211" y="1818740"/>
                  </a:lnTo>
                  <a:lnTo>
                    <a:pt x="6174053" y="1814304"/>
                  </a:lnTo>
                  <a:lnTo>
                    <a:pt x="6174894" y="1810591"/>
                  </a:lnTo>
                  <a:lnTo>
                    <a:pt x="6175735" y="1806967"/>
                  </a:lnTo>
                  <a:lnTo>
                    <a:pt x="6176576" y="1803187"/>
                  </a:lnTo>
                  <a:lnTo>
                    <a:pt x="6177417" y="1799546"/>
                  </a:lnTo>
                  <a:lnTo>
                    <a:pt x="6178259" y="1795739"/>
                  </a:lnTo>
                  <a:lnTo>
                    <a:pt x="6179100" y="1792153"/>
                  </a:lnTo>
                  <a:lnTo>
                    <a:pt x="6179941" y="1789320"/>
                  </a:lnTo>
                  <a:lnTo>
                    <a:pt x="6180782" y="1786996"/>
                  </a:lnTo>
                  <a:lnTo>
                    <a:pt x="6181623" y="1785662"/>
                  </a:lnTo>
                  <a:lnTo>
                    <a:pt x="6182465" y="1785208"/>
                  </a:lnTo>
                  <a:lnTo>
                    <a:pt x="6183306" y="1786141"/>
                  </a:lnTo>
                  <a:lnTo>
                    <a:pt x="6184147" y="1786549"/>
                  </a:lnTo>
                  <a:lnTo>
                    <a:pt x="6184988" y="1787405"/>
                  </a:lnTo>
                  <a:lnTo>
                    <a:pt x="6185829" y="1790226"/>
                  </a:lnTo>
                  <a:lnTo>
                    <a:pt x="6186671" y="1791914"/>
                  </a:lnTo>
                  <a:lnTo>
                    <a:pt x="6187512" y="1794515"/>
                  </a:lnTo>
                  <a:lnTo>
                    <a:pt x="6188353" y="1797769"/>
                  </a:lnTo>
                  <a:lnTo>
                    <a:pt x="6189194" y="1801991"/>
                  </a:lnTo>
                  <a:lnTo>
                    <a:pt x="6190035" y="1806855"/>
                  </a:lnTo>
                  <a:lnTo>
                    <a:pt x="6190877" y="1812339"/>
                  </a:lnTo>
                  <a:lnTo>
                    <a:pt x="6191718" y="1818094"/>
                  </a:lnTo>
                  <a:lnTo>
                    <a:pt x="6192559" y="1824419"/>
                  </a:lnTo>
                  <a:lnTo>
                    <a:pt x="6193400" y="1831280"/>
                  </a:lnTo>
                  <a:lnTo>
                    <a:pt x="6194241" y="1838546"/>
                  </a:lnTo>
                  <a:lnTo>
                    <a:pt x="6195083" y="1846055"/>
                  </a:lnTo>
                  <a:lnTo>
                    <a:pt x="6195924" y="1853924"/>
                  </a:lnTo>
                  <a:lnTo>
                    <a:pt x="6196765" y="1862804"/>
                  </a:lnTo>
                  <a:lnTo>
                    <a:pt x="6197606" y="1872015"/>
                  </a:lnTo>
                  <a:lnTo>
                    <a:pt x="6198447" y="1881349"/>
                  </a:lnTo>
                  <a:lnTo>
                    <a:pt x="6199289" y="1894696"/>
                  </a:lnTo>
                  <a:lnTo>
                    <a:pt x="6200130" y="1908521"/>
                  </a:lnTo>
                  <a:lnTo>
                    <a:pt x="6200971" y="1922240"/>
                  </a:lnTo>
                  <a:lnTo>
                    <a:pt x="6201812" y="1935647"/>
                  </a:lnTo>
                  <a:lnTo>
                    <a:pt x="6202653" y="1949465"/>
                  </a:lnTo>
                  <a:lnTo>
                    <a:pt x="6203495" y="1963890"/>
                  </a:lnTo>
                  <a:lnTo>
                    <a:pt x="6204336" y="1977890"/>
                  </a:lnTo>
                  <a:lnTo>
                    <a:pt x="6205177" y="1991419"/>
                  </a:lnTo>
                  <a:lnTo>
                    <a:pt x="6206018" y="2004621"/>
                  </a:lnTo>
                  <a:lnTo>
                    <a:pt x="6206859" y="2016593"/>
                  </a:lnTo>
                  <a:lnTo>
                    <a:pt x="6207701" y="2028146"/>
                  </a:lnTo>
                  <a:lnTo>
                    <a:pt x="6208542" y="2039131"/>
                  </a:lnTo>
                  <a:lnTo>
                    <a:pt x="6209383" y="2048793"/>
                  </a:lnTo>
                  <a:lnTo>
                    <a:pt x="6210224" y="2057255"/>
                  </a:lnTo>
                  <a:lnTo>
                    <a:pt x="6211065" y="2065254"/>
                  </a:lnTo>
                  <a:lnTo>
                    <a:pt x="6211907" y="2071809"/>
                  </a:lnTo>
                  <a:lnTo>
                    <a:pt x="6212748" y="2077294"/>
                  </a:lnTo>
                  <a:lnTo>
                    <a:pt x="6213589" y="2082125"/>
                  </a:lnTo>
                  <a:lnTo>
                    <a:pt x="6214430" y="2086174"/>
                  </a:lnTo>
                  <a:lnTo>
                    <a:pt x="6215271" y="2088764"/>
                  </a:lnTo>
                  <a:lnTo>
                    <a:pt x="6216113" y="2089661"/>
                  </a:lnTo>
                  <a:lnTo>
                    <a:pt x="6216954" y="2090177"/>
                  </a:lnTo>
                  <a:lnTo>
                    <a:pt x="6217795" y="2090040"/>
                  </a:lnTo>
                  <a:lnTo>
                    <a:pt x="6218636" y="2089387"/>
                  </a:lnTo>
                  <a:lnTo>
                    <a:pt x="6219477" y="2087464"/>
                  </a:lnTo>
                  <a:lnTo>
                    <a:pt x="6220319" y="2084660"/>
                  </a:lnTo>
                  <a:lnTo>
                    <a:pt x="6221160" y="2081460"/>
                  </a:lnTo>
                  <a:lnTo>
                    <a:pt x="6222001" y="2078238"/>
                  </a:lnTo>
                  <a:lnTo>
                    <a:pt x="6222842" y="2075160"/>
                  </a:lnTo>
                  <a:lnTo>
                    <a:pt x="6223684" y="2071745"/>
                  </a:lnTo>
                  <a:lnTo>
                    <a:pt x="6224525" y="2068800"/>
                  </a:lnTo>
                  <a:lnTo>
                    <a:pt x="6225366" y="2065907"/>
                  </a:lnTo>
                  <a:lnTo>
                    <a:pt x="6226207" y="2063462"/>
                  </a:lnTo>
                  <a:lnTo>
                    <a:pt x="6227048" y="2062003"/>
                  </a:lnTo>
                  <a:lnTo>
                    <a:pt x="6227890" y="2061286"/>
                  </a:lnTo>
                  <a:lnTo>
                    <a:pt x="6228731" y="2061530"/>
                  </a:lnTo>
                  <a:lnTo>
                    <a:pt x="6229572" y="2062505"/>
                  </a:lnTo>
                  <a:lnTo>
                    <a:pt x="6230413" y="2063914"/>
                  </a:lnTo>
                  <a:lnTo>
                    <a:pt x="6231254" y="2065755"/>
                  </a:lnTo>
                  <a:lnTo>
                    <a:pt x="6232096" y="2068329"/>
                  </a:lnTo>
                  <a:lnTo>
                    <a:pt x="6232937" y="2072203"/>
                  </a:lnTo>
                  <a:lnTo>
                    <a:pt x="6233778" y="2079412"/>
                  </a:lnTo>
                  <a:lnTo>
                    <a:pt x="6234619" y="2086970"/>
                  </a:lnTo>
                  <a:lnTo>
                    <a:pt x="6235460" y="2094262"/>
                  </a:lnTo>
                  <a:lnTo>
                    <a:pt x="6236302" y="2102010"/>
                  </a:lnTo>
                  <a:lnTo>
                    <a:pt x="6237143" y="2110328"/>
                  </a:lnTo>
                  <a:lnTo>
                    <a:pt x="6237984" y="2119079"/>
                  </a:lnTo>
                  <a:lnTo>
                    <a:pt x="6238825" y="2127883"/>
                  </a:lnTo>
                  <a:lnTo>
                    <a:pt x="6239666" y="2136026"/>
                  </a:lnTo>
                  <a:lnTo>
                    <a:pt x="6240508" y="2143995"/>
                  </a:lnTo>
                  <a:lnTo>
                    <a:pt x="6241349" y="2152487"/>
                  </a:lnTo>
                  <a:lnTo>
                    <a:pt x="6242190" y="2161466"/>
                  </a:lnTo>
                  <a:lnTo>
                    <a:pt x="6243031" y="2170262"/>
                  </a:lnTo>
                  <a:lnTo>
                    <a:pt x="6243872" y="2178801"/>
                  </a:lnTo>
                  <a:lnTo>
                    <a:pt x="6244714" y="2186784"/>
                  </a:lnTo>
                  <a:lnTo>
                    <a:pt x="6245555" y="2193834"/>
                  </a:lnTo>
                  <a:lnTo>
                    <a:pt x="6246396" y="2200822"/>
                  </a:lnTo>
                  <a:lnTo>
                    <a:pt x="6247237" y="2207750"/>
                  </a:lnTo>
                  <a:lnTo>
                    <a:pt x="6248078" y="2215278"/>
                  </a:lnTo>
                  <a:lnTo>
                    <a:pt x="6248920" y="2222942"/>
                  </a:lnTo>
                  <a:lnTo>
                    <a:pt x="6249761" y="2230592"/>
                  </a:lnTo>
                  <a:lnTo>
                    <a:pt x="6250602" y="2238325"/>
                  </a:lnTo>
                  <a:lnTo>
                    <a:pt x="6251443" y="2246042"/>
                  </a:lnTo>
                  <a:lnTo>
                    <a:pt x="6252284" y="2254056"/>
                  </a:lnTo>
                  <a:lnTo>
                    <a:pt x="6253126" y="2261880"/>
                  </a:lnTo>
                  <a:lnTo>
                    <a:pt x="6253967" y="2269279"/>
                  </a:lnTo>
                  <a:lnTo>
                    <a:pt x="6254808" y="2276610"/>
                  </a:lnTo>
                  <a:lnTo>
                    <a:pt x="6255649" y="2283834"/>
                  </a:lnTo>
                  <a:lnTo>
                    <a:pt x="6256490" y="2290776"/>
                  </a:lnTo>
                  <a:lnTo>
                    <a:pt x="6257332" y="2297605"/>
                  </a:lnTo>
                  <a:lnTo>
                    <a:pt x="6258173" y="2303850"/>
                  </a:lnTo>
                  <a:lnTo>
                    <a:pt x="6259014" y="2309023"/>
                  </a:lnTo>
                  <a:lnTo>
                    <a:pt x="6259855" y="2313375"/>
                  </a:lnTo>
                  <a:lnTo>
                    <a:pt x="6260696" y="2316596"/>
                  </a:lnTo>
                  <a:lnTo>
                    <a:pt x="6261538" y="2319285"/>
                  </a:lnTo>
                  <a:lnTo>
                    <a:pt x="6262379" y="2320110"/>
                  </a:lnTo>
                  <a:lnTo>
                    <a:pt x="6263220" y="2320514"/>
                  </a:lnTo>
                  <a:lnTo>
                    <a:pt x="6264061" y="2320558"/>
                  </a:lnTo>
                  <a:lnTo>
                    <a:pt x="6264902" y="2320136"/>
                  </a:lnTo>
                  <a:lnTo>
                    <a:pt x="6265744" y="2320010"/>
                  </a:lnTo>
                  <a:lnTo>
                    <a:pt x="6266585" y="2319220"/>
                  </a:lnTo>
                  <a:lnTo>
                    <a:pt x="6267426" y="2317123"/>
                  </a:lnTo>
                  <a:lnTo>
                    <a:pt x="6268267" y="2315048"/>
                  </a:lnTo>
                  <a:lnTo>
                    <a:pt x="6269108" y="2312496"/>
                  </a:lnTo>
                  <a:lnTo>
                    <a:pt x="6269950" y="2309264"/>
                  </a:lnTo>
                  <a:lnTo>
                    <a:pt x="6270791" y="2305678"/>
                  </a:lnTo>
                  <a:lnTo>
                    <a:pt x="6271632" y="2301792"/>
                  </a:lnTo>
                  <a:lnTo>
                    <a:pt x="6272473" y="2297848"/>
                  </a:lnTo>
                  <a:lnTo>
                    <a:pt x="6273314" y="2294105"/>
                  </a:lnTo>
                  <a:lnTo>
                    <a:pt x="6274156" y="2290101"/>
                  </a:lnTo>
                  <a:lnTo>
                    <a:pt x="6274997" y="2285726"/>
                  </a:lnTo>
                  <a:lnTo>
                    <a:pt x="6275838" y="2281913"/>
                  </a:lnTo>
                  <a:lnTo>
                    <a:pt x="6276679" y="2277812"/>
                  </a:lnTo>
                  <a:lnTo>
                    <a:pt x="6277520" y="2273155"/>
                  </a:lnTo>
                  <a:lnTo>
                    <a:pt x="6278362" y="2268867"/>
                  </a:lnTo>
                  <a:lnTo>
                    <a:pt x="6279203" y="2264390"/>
                  </a:lnTo>
                  <a:lnTo>
                    <a:pt x="6280044" y="2260181"/>
                  </a:lnTo>
                  <a:lnTo>
                    <a:pt x="6280885" y="2256822"/>
                  </a:lnTo>
                  <a:lnTo>
                    <a:pt x="6281726" y="2253948"/>
                  </a:lnTo>
                  <a:lnTo>
                    <a:pt x="6282568" y="2250510"/>
                  </a:lnTo>
                  <a:lnTo>
                    <a:pt x="6283409" y="2247408"/>
                  </a:lnTo>
                  <a:lnTo>
                    <a:pt x="6284250" y="2244745"/>
                  </a:lnTo>
                  <a:lnTo>
                    <a:pt x="6285091" y="2242480"/>
                  </a:lnTo>
                  <a:lnTo>
                    <a:pt x="6285932" y="2240617"/>
                  </a:lnTo>
                  <a:lnTo>
                    <a:pt x="6286774" y="2239118"/>
                  </a:lnTo>
                  <a:lnTo>
                    <a:pt x="6287615" y="2238358"/>
                  </a:lnTo>
                  <a:lnTo>
                    <a:pt x="6288456" y="2238626"/>
                  </a:lnTo>
                  <a:lnTo>
                    <a:pt x="6289297" y="2239895"/>
                  </a:lnTo>
                  <a:lnTo>
                    <a:pt x="6290138" y="2241758"/>
                  </a:lnTo>
                  <a:lnTo>
                    <a:pt x="6290980" y="2244081"/>
                  </a:lnTo>
                  <a:lnTo>
                    <a:pt x="6291821" y="2247089"/>
                  </a:lnTo>
                  <a:lnTo>
                    <a:pt x="6292662" y="2250460"/>
                  </a:lnTo>
                  <a:lnTo>
                    <a:pt x="6293503" y="2253065"/>
                  </a:lnTo>
                  <a:lnTo>
                    <a:pt x="6294345" y="2255701"/>
                  </a:lnTo>
                  <a:lnTo>
                    <a:pt x="6295186" y="2258838"/>
                  </a:lnTo>
                  <a:lnTo>
                    <a:pt x="6296027" y="2262955"/>
                  </a:lnTo>
                  <a:lnTo>
                    <a:pt x="6296868" y="2266977"/>
                  </a:lnTo>
                  <a:lnTo>
                    <a:pt x="6297709" y="2269837"/>
                  </a:lnTo>
                  <a:lnTo>
                    <a:pt x="6298551" y="2272671"/>
                  </a:lnTo>
                  <a:lnTo>
                    <a:pt x="6299392" y="2275233"/>
                  </a:lnTo>
                  <a:lnTo>
                    <a:pt x="6300233" y="2277380"/>
                  </a:lnTo>
                  <a:lnTo>
                    <a:pt x="6301074" y="2279051"/>
                  </a:lnTo>
                  <a:lnTo>
                    <a:pt x="6301915" y="2279815"/>
                  </a:lnTo>
                  <a:lnTo>
                    <a:pt x="6302757" y="2280291"/>
                  </a:lnTo>
                  <a:lnTo>
                    <a:pt x="6303598" y="2281287"/>
                  </a:lnTo>
                  <a:lnTo>
                    <a:pt x="6304439" y="2282438"/>
                  </a:lnTo>
                  <a:lnTo>
                    <a:pt x="6305280" y="2283489"/>
                  </a:lnTo>
                  <a:lnTo>
                    <a:pt x="6306121" y="2284424"/>
                  </a:lnTo>
                  <a:lnTo>
                    <a:pt x="6306963" y="2285321"/>
                  </a:lnTo>
                  <a:lnTo>
                    <a:pt x="6307804" y="2285819"/>
                  </a:lnTo>
                  <a:lnTo>
                    <a:pt x="6308645" y="2285717"/>
                  </a:lnTo>
                  <a:lnTo>
                    <a:pt x="6309486" y="2285579"/>
                  </a:lnTo>
                  <a:lnTo>
                    <a:pt x="6310327" y="2283970"/>
                  </a:lnTo>
                  <a:lnTo>
                    <a:pt x="6311169" y="2281899"/>
                  </a:lnTo>
                  <a:lnTo>
                    <a:pt x="6312010" y="2281116"/>
                  </a:lnTo>
                  <a:lnTo>
                    <a:pt x="6312851" y="2280456"/>
                  </a:lnTo>
                  <a:lnTo>
                    <a:pt x="6313692" y="2279719"/>
                  </a:lnTo>
                  <a:lnTo>
                    <a:pt x="6314533" y="2279149"/>
                  </a:lnTo>
                  <a:lnTo>
                    <a:pt x="6315375" y="2278336"/>
                  </a:lnTo>
                  <a:lnTo>
                    <a:pt x="6316216" y="2277045"/>
                  </a:lnTo>
                  <a:lnTo>
                    <a:pt x="6317057" y="2275138"/>
                  </a:lnTo>
                  <a:lnTo>
                    <a:pt x="6317898" y="2273133"/>
                  </a:lnTo>
                  <a:lnTo>
                    <a:pt x="6318739" y="2271158"/>
                  </a:lnTo>
                  <a:lnTo>
                    <a:pt x="6319581" y="2269304"/>
                  </a:lnTo>
                  <a:lnTo>
                    <a:pt x="6320422" y="2267952"/>
                  </a:lnTo>
                  <a:lnTo>
                    <a:pt x="6321263" y="2267170"/>
                  </a:lnTo>
                  <a:lnTo>
                    <a:pt x="6322104" y="2266570"/>
                  </a:lnTo>
                  <a:lnTo>
                    <a:pt x="6322945" y="2266015"/>
                  </a:lnTo>
                  <a:lnTo>
                    <a:pt x="6323787" y="2265597"/>
                  </a:lnTo>
                  <a:lnTo>
                    <a:pt x="6324628" y="2264975"/>
                  </a:lnTo>
                  <a:lnTo>
                    <a:pt x="6325469" y="2264200"/>
                  </a:lnTo>
                  <a:lnTo>
                    <a:pt x="6326310" y="2263582"/>
                  </a:lnTo>
                  <a:lnTo>
                    <a:pt x="6327151" y="2263002"/>
                  </a:lnTo>
                  <a:lnTo>
                    <a:pt x="6327993" y="2262592"/>
                  </a:lnTo>
                  <a:lnTo>
                    <a:pt x="6328834" y="2262641"/>
                  </a:lnTo>
                  <a:lnTo>
                    <a:pt x="6329675" y="2263073"/>
                  </a:lnTo>
                  <a:lnTo>
                    <a:pt x="6330516" y="2263932"/>
                  </a:lnTo>
                  <a:lnTo>
                    <a:pt x="6331357" y="2264659"/>
                  </a:lnTo>
                  <a:lnTo>
                    <a:pt x="6332199" y="2265432"/>
                  </a:lnTo>
                  <a:lnTo>
                    <a:pt x="6333040" y="2266361"/>
                  </a:lnTo>
                  <a:lnTo>
                    <a:pt x="6333881" y="2267398"/>
                  </a:lnTo>
                  <a:lnTo>
                    <a:pt x="6334722" y="2268412"/>
                  </a:lnTo>
                  <a:lnTo>
                    <a:pt x="6335563" y="2269449"/>
                  </a:lnTo>
                  <a:lnTo>
                    <a:pt x="6336405" y="2270690"/>
                  </a:lnTo>
                  <a:lnTo>
                    <a:pt x="6337246" y="2271591"/>
                  </a:lnTo>
                  <a:lnTo>
                    <a:pt x="6338087" y="2272253"/>
                  </a:lnTo>
                  <a:lnTo>
                    <a:pt x="6338928" y="2271923"/>
                  </a:lnTo>
                  <a:lnTo>
                    <a:pt x="6339769" y="2272073"/>
                  </a:lnTo>
                  <a:lnTo>
                    <a:pt x="6340611" y="2272646"/>
                  </a:lnTo>
                  <a:lnTo>
                    <a:pt x="6341452" y="2272972"/>
                  </a:lnTo>
                  <a:lnTo>
                    <a:pt x="6342293" y="2273027"/>
                  </a:lnTo>
                  <a:lnTo>
                    <a:pt x="6343134" y="2272362"/>
                  </a:lnTo>
                  <a:lnTo>
                    <a:pt x="6343975" y="2272029"/>
                  </a:lnTo>
                  <a:lnTo>
                    <a:pt x="6344817" y="2271531"/>
                  </a:lnTo>
                  <a:lnTo>
                    <a:pt x="6345658" y="2270314"/>
                  </a:lnTo>
                  <a:lnTo>
                    <a:pt x="6346499" y="2269350"/>
                  </a:lnTo>
                  <a:lnTo>
                    <a:pt x="6347340" y="2268472"/>
                  </a:lnTo>
                  <a:lnTo>
                    <a:pt x="6348181" y="2267400"/>
                  </a:lnTo>
                  <a:lnTo>
                    <a:pt x="6349023" y="2266336"/>
                  </a:lnTo>
                  <a:lnTo>
                    <a:pt x="6349864" y="2265910"/>
                  </a:lnTo>
                  <a:lnTo>
                    <a:pt x="6350705" y="2266228"/>
                  </a:lnTo>
                  <a:lnTo>
                    <a:pt x="6351546" y="2266442"/>
                  </a:lnTo>
                  <a:lnTo>
                    <a:pt x="6352387" y="2266667"/>
                  </a:lnTo>
                  <a:lnTo>
                    <a:pt x="6353229" y="2266644"/>
                  </a:lnTo>
                  <a:lnTo>
                    <a:pt x="6354070" y="2266230"/>
                  </a:lnTo>
                  <a:lnTo>
                    <a:pt x="6354911" y="2265798"/>
                  </a:lnTo>
                  <a:lnTo>
                    <a:pt x="6355752" y="2266375"/>
                  </a:lnTo>
                  <a:lnTo>
                    <a:pt x="6356593" y="2266779"/>
                  </a:lnTo>
                  <a:lnTo>
                    <a:pt x="6357435" y="2267390"/>
                  </a:lnTo>
                  <a:lnTo>
                    <a:pt x="6358276" y="2268198"/>
                  </a:lnTo>
                  <a:lnTo>
                    <a:pt x="6359117" y="2268301"/>
                  </a:lnTo>
                  <a:lnTo>
                    <a:pt x="6359958" y="2268249"/>
                  </a:lnTo>
                  <a:lnTo>
                    <a:pt x="6360799" y="2268168"/>
                  </a:lnTo>
                  <a:lnTo>
                    <a:pt x="6361641" y="2267962"/>
                  </a:lnTo>
                  <a:lnTo>
                    <a:pt x="6362482" y="2267631"/>
                  </a:lnTo>
                  <a:lnTo>
                    <a:pt x="6363323" y="2267720"/>
                  </a:lnTo>
                  <a:lnTo>
                    <a:pt x="6364164" y="2267549"/>
                  </a:lnTo>
                  <a:lnTo>
                    <a:pt x="6365006" y="2267142"/>
                  </a:lnTo>
                  <a:lnTo>
                    <a:pt x="6365847" y="2266910"/>
                  </a:lnTo>
                  <a:lnTo>
                    <a:pt x="6366688" y="2266349"/>
                  </a:lnTo>
                  <a:lnTo>
                    <a:pt x="6367529" y="2265509"/>
                  </a:lnTo>
                  <a:lnTo>
                    <a:pt x="6368370" y="2264534"/>
                  </a:lnTo>
                  <a:lnTo>
                    <a:pt x="6369212" y="2263230"/>
                  </a:lnTo>
                  <a:lnTo>
                    <a:pt x="6370053" y="2261301"/>
                  </a:lnTo>
                  <a:lnTo>
                    <a:pt x="6370894" y="2259032"/>
                  </a:lnTo>
                  <a:lnTo>
                    <a:pt x="6371735" y="2256563"/>
                  </a:lnTo>
                  <a:lnTo>
                    <a:pt x="6372576" y="2254151"/>
                  </a:lnTo>
                  <a:lnTo>
                    <a:pt x="6373418" y="2251887"/>
                  </a:lnTo>
                  <a:lnTo>
                    <a:pt x="6374259" y="2249723"/>
                  </a:lnTo>
                  <a:lnTo>
                    <a:pt x="6375100" y="2247867"/>
                  </a:lnTo>
                  <a:lnTo>
                    <a:pt x="6375941" y="2246070"/>
                  </a:lnTo>
                  <a:lnTo>
                    <a:pt x="6376782" y="2244671"/>
                  </a:lnTo>
                  <a:lnTo>
                    <a:pt x="6377624" y="2243627"/>
                  </a:lnTo>
                  <a:lnTo>
                    <a:pt x="6378465" y="2243148"/>
                  </a:lnTo>
                  <a:lnTo>
                    <a:pt x="6379306" y="2243216"/>
                  </a:lnTo>
                  <a:lnTo>
                    <a:pt x="6380147" y="2244304"/>
                  </a:lnTo>
                  <a:lnTo>
                    <a:pt x="6380988" y="2245518"/>
                  </a:lnTo>
                  <a:lnTo>
                    <a:pt x="6381830" y="2247083"/>
                  </a:lnTo>
                  <a:lnTo>
                    <a:pt x="6382671" y="2249516"/>
                  </a:lnTo>
                  <a:lnTo>
                    <a:pt x="6383512" y="2252776"/>
                  </a:lnTo>
                  <a:lnTo>
                    <a:pt x="6384353" y="2256840"/>
                  </a:lnTo>
                  <a:lnTo>
                    <a:pt x="6385194" y="2261003"/>
                  </a:lnTo>
                  <a:lnTo>
                    <a:pt x="6386036" y="2265173"/>
                  </a:lnTo>
                  <a:lnTo>
                    <a:pt x="6386877" y="2269237"/>
                  </a:lnTo>
                  <a:lnTo>
                    <a:pt x="6387718" y="2273028"/>
                  </a:lnTo>
                  <a:lnTo>
                    <a:pt x="6388559" y="2277267"/>
                  </a:lnTo>
                  <a:lnTo>
                    <a:pt x="6389400" y="2281741"/>
                  </a:lnTo>
                  <a:lnTo>
                    <a:pt x="6390242" y="2286299"/>
                  </a:lnTo>
                  <a:lnTo>
                    <a:pt x="6391083" y="2291016"/>
                  </a:lnTo>
                  <a:lnTo>
                    <a:pt x="6391924" y="2296280"/>
                  </a:lnTo>
                  <a:lnTo>
                    <a:pt x="6392765" y="2300997"/>
                  </a:lnTo>
                  <a:lnTo>
                    <a:pt x="6393606" y="2305456"/>
                  </a:lnTo>
                  <a:lnTo>
                    <a:pt x="6394448" y="2309399"/>
                  </a:lnTo>
                  <a:lnTo>
                    <a:pt x="6395289" y="2312528"/>
                  </a:lnTo>
                  <a:lnTo>
                    <a:pt x="6396130" y="2314989"/>
                  </a:lnTo>
                  <a:lnTo>
                    <a:pt x="6396971" y="2316524"/>
                  </a:lnTo>
                  <a:lnTo>
                    <a:pt x="6397812" y="2317481"/>
                  </a:lnTo>
                  <a:lnTo>
                    <a:pt x="6398654" y="2318157"/>
                  </a:lnTo>
                  <a:lnTo>
                    <a:pt x="6399495" y="2318613"/>
                  </a:lnTo>
                  <a:lnTo>
                    <a:pt x="6400336" y="2318833"/>
                  </a:lnTo>
                  <a:lnTo>
                    <a:pt x="6401177" y="2317739"/>
                  </a:lnTo>
                  <a:lnTo>
                    <a:pt x="6402018" y="2315567"/>
                  </a:lnTo>
                  <a:lnTo>
                    <a:pt x="6402860" y="2312650"/>
                  </a:lnTo>
                  <a:lnTo>
                    <a:pt x="6403701" y="2308669"/>
                  </a:lnTo>
                  <a:lnTo>
                    <a:pt x="6404542" y="2303466"/>
                  </a:lnTo>
                  <a:lnTo>
                    <a:pt x="6405383" y="2297108"/>
                  </a:lnTo>
                  <a:lnTo>
                    <a:pt x="6406224" y="2289937"/>
                  </a:lnTo>
                  <a:lnTo>
                    <a:pt x="6407066" y="2282743"/>
                  </a:lnTo>
                  <a:lnTo>
                    <a:pt x="6407907" y="2275702"/>
                  </a:lnTo>
                  <a:lnTo>
                    <a:pt x="6408748" y="2270403"/>
                  </a:lnTo>
                  <a:lnTo>
                    <a:pt x="6409589" y="2265381"/>
                  </a:lnTo>
                  <a:lnTo>
                    <a:pt x="6410430" y="2260211"/>
                  </a:lnTo>
                  <a:lnTo>
                    <a:pt x="6411272" y="2254916"/>
                  </a:lnTo>
                  <a:lnTo>
                    <a:pt x="6412113" y="2249561"/>
                  </a:lnTo>
                  <a:lnTo>
                    <a:pt x="6412954" y="2245520"/>
                  </a:lnTo>
                  <a:lnTo>
                    <a:pt x="6413795" y="2241775"/>
                  </a:lnTo>
                  <a:lnTo>
                    <a:pt x="6414636" y="2238273"/>
                  </a:lnTo>
                  <a:lnTo>
                    <a:pt x="6415478" y="2235313"/>
                  </a:lnTo>
                  <a:lnTo>
                    <a:pt x="6416319" y="2232870"/>
                  </a:lnTo>
                  <a:lnTo>
                    <a:pt x="6417160" y="2231123"/>
                  </a:lnTo>
                  <a:lnTo>
                    <a:pt x="6418001" y="2230133"/>
                  </a:lnTo>
                  <a:lnTo>
                    <a:pt x="6418842" y="2229732"/>
                  </a:lnTo>
                  <a:lnTo>
                    <a:pt x="6419684" y="2229609"/>
                  </a:lnTo>
                  <a:lnTo>
                    <a:pt x="6420525" y="2229608"/>
                  </a:lnTo>
                  <a:lnTo>
                    <a:pt x="6421366" y="2229905"/>
                  </a:lnTo>
                  <a:lnTo>
                    <a:pt x="6422207" y="2230329"/>
                  </a:lnTo>
                  <a:lnTo>
                    <a:pt x="6423048" y="2230965"/>
                  </a:lnTo>
                  <a:lnTo>
                    <a:pt x="6423890" y="2231780"/>
                  </a:lnTo>
                  <a:lnTo>
                    <a:pt x="6424731" y="2232685"/>
                  </a:lnTo>
                  <a:lnTo>
                    <a:pt x="6425572" y="2233601"/>
                  </a:lnTo>
                  <a:lnTo>
                    <a:pt x="6426413" y="2234872"/>
                  </a:lnTo>
                  <a:lnTo>
                    <a:pt x="6427254" y="2235973"/>
                  </a:lnTo>
                  <a:lnTo>
                    <a:pt x="6428096" y="2237166"/>
                  </a:lnTo>
                  <a:lnTo>
                    <a:pt x="6428937" y="2238632"/>
                  </a:lnTo>
                  <a:lnTo>
                    <a:pt x="6429778" y="2239506"/>
                  </a:lnTo>
                  <a:lnTo>
                    <a:pt x="6430619" y="2239961"/>
                  </a:lnTo>
                  <a:lnTo>
                    <a:pt x="6431460" y="2240258"/>
                  </a:lnTo>
                  <a:lnTo>
                    <a:pt x="6432302" y="2240045"/>
                  </a:lnTo>
                  <a:lnTo>
                    <a:pt x="6433143" y="2239156"/>
                  </a:lnTo>
                  <a:lnTo>
                    <a:pt x="6433984" y="2238322"/>
                  </a:lnTo>
                  <a:lnTo>
                    <a:pt x="6434825" y="2238705"/>
                  </a:lnTo>
                  <a:lnTo>
                    <a:pt x="6435667" y="2239244"/>
                  </a:lnTo>
                  <a:lnTo>
                    <a:pt x="6436508" y="2239825"/>
                  </a:lnTo>
                  <a:lnTo>
                    <a:pt x="6437349" y="2240606"/>
                  </a:lnTo>
                  <a:lnTo>
                    <a:pt x="6438190" y="2241748"/>
                  </a:lnTo>
                  <a:lnTo>
                    <a:pt x="6439031" y="2242987"/>
                  </a:lnTo>
                  <a:lnTo>
                    <a:pt x="6439873" y="2244453"/>
                  </a:lnTo>
                  <a:lnTo>
                    <a:pt x="6440714" y="2245904"/>
                  </a:lnTo>
                  <a:lnTo>
                    <a:pt x="6441555" y="2247103"/>
                  </a:lnTo>
                  <a:lnTo>
                    <a:pt x="6442396" y="2248340"/>
                  </a:lnTo>
                  <a:lnTo>
                    <a:pt x="6443237" y="2250012"/>
                  </a:lnTo>
                  <a:lnTo>
                    <a:pt x="6444079" y="2250913"/>
                  </a:lnTo>
                  <a:lnTo>
                    <a:pt x="6444920" y="2251935"/>
                  </a:lnTo>
                  <a:lnTo>
                    <a:pt x="6445761" y="2253360"/>
                  </a:lnTo>
                  <a:lnTo>
                    <a:pt x="6446602" y="2254849"/>
                  </a:lnTo>
                  <a:lnTo>
                    <a:pt x="6447443" y="2256321"/>
                  </a:lnTo>
                  <a:lnTo>
                    <a:pt x="6448285" y="2257808"/>
                  </a:lnTo>
                  <a:lnTo>
                    <a:pt x="6449126" y="2258372"/>
                  </a:lnTo>
                  <a:lnTo>
                    <a:pt x="6449967" y="2258715"/>
                  </a:lnTo>
                  <a:lnTo>
                    <a:pt x="6450808" y="2259280"/>
                  </a:lnTo>
                  <a:lnTo>
                    <a:pt x="6451649" y="2259645"/>
                  </a:lnTo>
                  <a:lnTo>
                    <a:pt x="6452491" y="2259570"/>
                  </a:lnTo>
                  <a:lnTo>
                    <a:pt x="6453332" y="2259018"/>
                  </a:lnTo>
                  <a:lnTo>
                    <a:pt x="6454173" y="2258205"/>
                  </a:lnTo>
                  <a:lnTo>
                    <a:pt x="6455014" y="2257143"/>
                  </a:lnTo>
                  <a:lnTo>
                    <a:pt x="6455855" y="2255267"/>
                  </a:lnTo>
                  <a:lnTo>
                    <a:pt x="6456697" y="2252954"/>
                  </a:lnTo>
                  <a:lnTo>
                    <a:pt x="6457538" y="2250808"/>
                  </a:lnTo>
                  <a:lnTo>
                    <a:pt x="6458379" y="2248249"/>
                  </a:lnTo>
                  <a:lnTo>
                    <a:pt x="6459220" y="2245375"/>
                  </a:lnTo>
                  <a:lnTo>
                    <a:pt x="6460061" y="2242073"/>
                  </a:lnTo>
                  <a:lnTo>
                    <a:pt x="6460903" y="2237878"/>
                  </a:lnTo>
                  <a:lnTo>
                    <a:pt x="6461744" y="2234359"/>
                  </a:lnTo>
                  <a:lnTo>
                    <a:pt x="6462585" y="2230639"/>
                  </a:lnTo>
                  <a:lnTo>
                    <a:pt x="6463426" y="2227079"/>
                  </a:lnTo>
                  <a:lnTo>
                    <a:pt x="6464267" y="2222141"/>
                  </a:lnTo>
                  <a:lnTo>
                    <a:pt x="6465109" y="2217658"/>
                  </a:lnTo>
                  <a:lnTo>
                    <a:pt x="6465950" y="2213004"/>
                  </a:lnTo>
                  <a:lnTo>
                    <a:pt x="6466791" y="2208430"/>
                  </a:lnTo>
                  <a:lnTo>
                    <a:pt x="6467632" y="2204925"/>
                  </a:lnTo>
                  <a:lnTo>
                    <a:pt x="6468473" y="2202422"/>
                  </a:lnTo>
                  <a:lnTo>
                    <a:pt x="6469315" y="2200275"/>
                  </a:lnTo>
                  <a:lnTo>
                    <a:pt x="6470156" y="2198539"/>
                  </a:lnTo>
                  <a:lnTo>
                    <a:pt x="6470997" y="2196829"/>
                  </a:lnTo>
                  <a:lnTo>
                    <a:pt x="6471838" y="2194982"/>
                  </a:lnTo>
                  <a:lnTo>
                    <a:pt x="6472679" y="2193021"/>
                  </a:lnTo>
                  <a:lnTo>
                    <a:pt x="6473521" y="2191322"/>
                  </a:lnTo>
                  <a:lnTo>
                    <a:pt x="6474362" y="2189937"/>
                  </a:lnTo>
                  <a:lnTo>
                    <a:pt x="6475203" y="2188650"/>
                  </a:lnTo>
                  <a:lnTo>
                    <a:pt x="6476044" y="2187714"/>
                  </a:lnTo>
                  <a:lnTo>
                    <a:pt x="6476885" y="2187581"/>
                  </a:lnTo>
                  <a:lnTo>
                    <a:pt x="6477727" y="2187249"/>
                  </a:lnTo>
                  <a:lnTo>
                    <a:pt x="6478568" y="2187925"/>
                  </a:lnTo>
                  <a:lnTo>
                    <a:pt x="6479409" y="2188886"/>
                  </a:lnTo>
                  <a:lnTo>
                    <a:pt x="6480250" y="2188601"/>
                  </a:lnTo>
                  <a:lnTo>
                    <a:pt x="6481091" y="2186524"/>
                  </a:lnTo>
                  <a:lnTo>
                    <a:pt x="6481933" y="2183009"/>
                  </a:lnTo>
                  <a:lnTo>
                    <a:pt x="6482774" y="2179801"/>
                  </a:lnTo>
                  <a:lnTo>
                    <a:pt x="6483615" y="2176072"/>
                  </a:lnTo>
                  <a:lnTo>
                    <a:pt x="6484456" y="2172942"/>
                  </a:lnTo>
                  <a:lnTo>
                    <a:pt x="6485297" y="2169524"/>
                  </a:lnTo>
                  <a:lnTo>
                    <a:pt x="6486139" y="2165847"/>
                  </a:lnTo>
                  <a:lnTo>
                    <a:pt x="6486980" y="2161935"/>
                  </a:lnTo>
                  <a:lnTo>
                    <a:pt x="6487821" y="2157081"/>
                  </a:lnTo>
                  <a:lnTo>
                    <a:pt x="6488662" y="2151126"/>
                  </a:lnTo>
                  <a:lnTo>
                    <a:pt x="6489503" y="2146139"/>
                  </a:lnTo>
                  <a:lnTo>
                    <a:pt x="6490345" y="2140733"/>
                  </a:lnTo>
                  <a:lnTo>
                    <a:pt x="6491186" y="2135076"/>
                  </a:lnTo>
                  <a:lnTo>
                    <a:pt x="6492027" y="2129183"/>
                  </a:lnTo>
                  <a:lnTo>
                    <a:pt x="6492868" y="2124333"/>
                  </a:lnTo>
                  <a:lnTo>
                    <a:pt x="6493709" y="2119731"/>
                  </a:lnTo>
                  <a:lnTo>
                    <a:pt x="6494551" y="2114548"/>
                  </a:lnTo>
                  <a:lnTo>
                    <a:pt x="6495392" y="2108977"/>
                  </a:lnTo>
                  <a:lnTo>
                    <a:pt x="6496233" y="2104553"/>
                  </a:lnTo>
                  <a:lnTo>
                    <a:pt x="6497074" y="2099696"/>
                  </a:lnTo>
                  <a:lnTo>
                    <a:pt x="6497915" y="2094833"/>
                  </a:lnTo>
                  <a:lnTo>
                    <a:pt x="6498757" y="2089760"/>
                  </a:lnTo>
                  <a:lnTo>
                    <a:pt x="6499598" y="2084641"/>
                  </a:lnTo>
                  <a:lnTo>
                    <a:pt x="6500439" y="2079876"/>
                  </a:lnTo>
                  <a:lnTo>
                    <a:pt x="6501280" y="2075304"/>
                  </a:lnTo>
                  <a:lnTo>
                    <a:pt x="6502121" y="2071175"/>
                  </a:lnTo>
                  <a:lnTo>
                    <a:pt x="6502963" y="2067510"/>
                  </a:lnTo>
                  <a:lnTo>
                    <a:pt x="6503804" y="2063430"/>
                  </a:lnTo>
                  <a:lnTo>
                    <a:pt x="6504645" y="2059632"/>
                  </a:lnTo>
                  <a:lnTo>
                    <a:pt x="6505486" y="2056335"/>
                  </a:lnTo>
                  <a:lnTo>
                    <a:pt x="6506328" y="2053935"/>
                  </a:lnTo>
                  <a:lnTo>
                    <a:pt x="6507169" y="2052761"/>
                  </a:lnTo>
                  <a:lnTo>
                    <a:pt x="6508010" y="2052020"/>
                  </a:lnTo>
                  <a:lnTo>
                    <a:pt x="6508851" y="2051414"/>
                  </a:lnTo>
                  <a:lnTo>
                    <a:pt x="6509692" y="2051140"/>
                  </a:lnTo>
                  <a:lnTo>
                    <a:pt x="6510534" y="2051244"/>
                  </a:lnTo>
                  <a:lnTo>
                    <a:pt x="6511375" y="2051985"/>
                  </a:lnTo>
                  <a:lnTo>
                    <a:pt x="6512216" y="2051476"/>
                  </a:lnTo>
                  <a:lnTo>
                    <a:pt x="6513057" y="2051749"/>
                  </a:lnTo>
                  <a:lnTo>
                    <a:pt x="6513898" y="2052767"/>
                  </a:lnTo>
                  <a:lnTo>
                    <a:pt x="6514740" y="2053511"/>
                  </a:lnTo>
                  <a:lnTo>
                    <a:pt x="6515581" y="2053967"/>
                  </a:lnTo>
                  <a:lnTo>
                    <a:pt x="6516422" y="2054195"/>
                  </a:lnTo>
                  <a:lnTo>
                    <a:pt x="6517263" y="2054355"/>
                  </a:lnTo>
                  <a:lnTo>
                    <a:pt x="6518104" y="2053276"/>
                  </a:lnTo>
                  <a:lnTo>
                    <a:pt x="6518946" y="2051316"/>
                  </a:lnTo>
                  <a:lnTo>
                    <a:pt x="6519787" y="2048627"/>
                  </a:lnTo>
                  <a:lnTo>
                    <a:pt x="6520628" y="2045034"/>
                  </a:lnTo>
                  <a:lnTo>
                    <a:pt x="6521469" y="2041130"/>
                  </a:lnTo>
                  <a:lnTo>
                    <a:pt x="6522310" y="2036921"/>
                  </a:lnTo>
                  <a:lnTo>
                    <a:pt x="6523152" y="2032759"/>
                  </a:lnTo>
                  <a:lnTo>
                    <a:pt x="6523993" y="2028353"/>
                  </a:lnTo>
                  <a:lnTo>
                    <a:pt x="6524834" y="2023856"/>
                  </a:lnTo>
                  <a:lnTo>
                    <a:pt x="6525675" y="2018812"/>
                  </a:lnTo>
                  <a:lnTo>
                    <a:pt x="6526516" y="2013092"/>
                  </a:lnTo>
                  <a:lnTo>
                    <a:pt x="6527358" y="2007965"/>
                  </a:lnTo>
                  <a:lnTo>
                    <a:pt x="6528199" y="2002564"/>
                  </a:lnTo>
                  <a:lnTo>
                    <a:pt x="6529040" y="1996859"/>
                  </a:lnTo>
                  <a:lnTo>
                    <a:pt x="6529881" y="1991329"/>
                  </a:lnTo>
                  <a:lnTo>
                    <a:pt x="6530722" y="1986642"/>
                  </a:lnTo>
                  <a:lnTo>
                    <a:pt x="6531564" y="1981616"/>
                  </a:lnTo>
                  <a:lnTo>
                    <a:pt x="6532405" y="1976531"/>
                  </a:lnTo>
                  <a:lnTo>
                    <a:pt x="6533246" y="1971795"/>
                  </a:lnTo>
                  <a:lnTo>
                    <a:pt x="6534087" y="1967423"/>
                  </a:lnTo>
                  <a:lnTo>
                    <a:pt x="6534928" y="1963632"/>
                  </a:lnTo>
                  <a:lnTo>
                    <a:pt x="6535770" y="1959952"/>
                  </a:lnTo>
                  <a:lnTo>
                    <a:pt x="6536611" y="1955762"/>
                  </a:lnTo>
                  <a:lnTo>
                    <a:pt x="6537452" y="1951460"/>
                  </a:lnTo>
                  <a:lnTo>
                    <a:pt x="6538293" y="1947577"/>
                  </a:lnTo>
                  <a:lnTo>
                    <a:pt x="6539134" y="1944681"/>
                  </a:lnTo>
                  <a:lnTo>
                    <a:pt x="6539976" y="1941673"/>
                  </a:lnTo>
                  <a:lnTo>
                    <a:pt x="6540817" y="1938433"/>
                  </a:lnTo>
                  <a:lnTo>
                    <a:pt x="6541658" y="1936981"/>
                  </a:lnTo>
                  <a:lnTo>
                    <a:pt x="6542499" y="1935553"/>
                  </a:lnTo>
                  <a:lnTo>
                    <a:pt x="6543340" y="1933932"/>
                  </a:lnTo>
                  <a:lnTo>
                    <a:pt x="6544182" y="1932109"/>
                  </a:lnTo>
                  <a:lnTo>
                    <a:pt x="6545023" y="1930206"/>
                  </a:lnTo>
                  <a:lnTo>
                    <a:pt x="6545864" y="1928495"/>
                  </a:lnTo>
                  <a:lnTo>
                    <a:pt x="6546705" y="1926597"/>
                  </a:lnTo>
                  <a:lnTo>
                    <a:pt x="6547546" y="1924532"/>
                  </a:lnTo>
                  <a:lnTo>
                    <a:pt x="6548388" y="1922406"/>
                  </a:lnTo>
                  <a:lnTo>
                    <a:pt x="6549229" y="1920566"/>
                  </a:lnTo>
                  <a:lnTo>
                    <a:pt x="6550070" y="1918457"/>
                  </a:lnTo>
                  <a:lnTo>
                    <a:pt x="6550911" y="1915870"/>
                  </a:lnTo>
                  <a:lnTo>
                    <a:pt x="6551752" y="1912783"/>
                  </a:lnTo>
                  <a:lnTo>
                    <a:pt x="6552594" y="1909561"/>
                  </a:lnTo>
                  <a:lnTo>
                    <a:pt x="6553435" y="1906790"/>
                  </a:lnTo>
                  <a:lnTo>
                    <a:pt x="6554276" y="1904091"/>
                  </a:lnTo>
                  <a:lnTo>
                    <a:pt x="6555117" y="1900589"/>
                  </a:lnTo>
                  <a:lnTo>
                    <a:pt x="6555958" y="1897307"/>
                  </a:lnTo>
                  <a:lnTo>
                    <a:pt x="6556800" y="1894132"/>
                  </a:lnTo>
                  <a:lnTo>
                    <a:pt x="6557641" y="1890888"/>
                  </a:lnTo>
                  <a:lnTo>
                    <a:pt x="6558482" y="1887447"/>
                  </a:lnTo>
                  <a:lnTo>
                    <a:pt x="6559323" y="1883976"/>
                  </a:lnTo>
                  <a:lnTo>
                    <a:pt x="6560164" y="1880785"/>
                  </a:lnTo>
                  <a:lnTo>
                    <a:pt x="6561006" y="1877770"/>
                  </a:lnTo>
                  <a:lnTo>
                    <a:pt x="6561847" y="1875096"/>
                  </a:lnTo>
                  <a:lnTo>
                    <a:pt x="6562688" y="1873356"/>
                  </a:lnTo>
                  <a:lnTo>
                    <a:pt x="6563529" y="1871799"/>
                  </a:lnTo>
                  <a:lnTo>
                    <a:pt x="6564370" y="1870310"/>
                  </a:lnTo>
                  <a:lnTo>
                    <a:pt x="6565212" y="1869080"/>
                  </a:lnTo>
                  <a:lnTo>
                    <a:pt x="6566053" y="1867902"/>
                  </a:lnTo>
                  <a:lnTo>
                    <a:pt x="6566894" y="1866861"/>
                  </a:lnTo>
                  <a:lnTo>
                    <a:pt x="6567735" y="1865540"/>
                  </a:lnTo>
                  <a:lnTo>
                    <a:pt x="6568576" y="1863861"/>
                  </a:lnTo>
                  <a:lnTo>
                    <a:pt x="6569418" y="1862797"/>
                  </a:lnTo>
                  <a:lnTo>
                    <a:pt x="6570259" y="1862197"/>
                  </a:lnTo>
                  <a:lnTo>
                    <a:pt x="6571100" y="1861886"/>
                  </a:lnTo>
                  <a:lnTo>
                    <a:pt x="6571941" y="1862463"/>
                  </a:lnTo>
                  <a:lnTo>
                    <a:pt x="6572782" y="1863436"/>
                  </a:lnTo>
                  <a:lnTo>
                    <a:pt x="6573624" y="1865319"/>
                  </a:lnTo>
                  <a:lnTo>
                    <a:pt x="6574465" y="1867697"/>
                  </a:lnTo>
                  <a:lnTo>
                    <a:pt x="6575306" y="1869839"/>
                  </a:lnTo>
                  <a:lnTo>
                    <a:pt x="6576147" y="1872095"/>
                  </a:lnTo>
                  <a:lnTo>
                    <a:pt x="6576989" y="1872981"/>
                  </a:lnTo>
                  <a:lnTo>
                    <a:pt x="6577830" y="1874144"/>
                  </a:lnTo>
                  <a:lnTo>
                    <a:pt x="6578671" y="1875895"/>
                  </a:lnTo>
                  <a:lnTo>
                    <a:pt x="6579512" y="1877992"/>
                  </a:lnTo>
                  <a:lnTo>
                    <a:pt x="6580353" y="1880484"/>
                  </a:lnTo>
                  <a:lnTo>
                    <a:pt x="6581195" y="1882056"/>
                  </a:lnTo>
                  <a:lnTo>
                    <a:pt x="6582036" y="1883491"/>
                  </a:lnTo>
                  <a:lnTo>
                    <a:pt x="6582877" y="1884889"/>
                  </a:lnTo>
                  <a:lnTo>
                    <a:pt x="6583718" y="1886315"/>
                  </a:lnTo>
                  <a:lnTo>
                    <a:pt x="6584559" y="1887680"/>
                  </a:lnTo>
                  <a:lnTo>
                    <a:pt x="6585401" y="1889017"/>
                  </a:lnTo>
                  <a:lnTo>
                    <a:pt x="6586242" y="1889945"/>
                  </a:lnTo>
                  <a:lnTo>
                    <a:pt x="6587083" y="1890559"/>
                  </a:lnTo>
                  <a:lnTo>
                    <a:pt x="6587924" y="1891001"/>
                  </a:lnTo>
                  <a:lnTo>
                    <a:pt x="6588765" y="1891032"/>
                  </a:lnTo>
                  <a:lnTo>
                    <a:pt x="6589607" y="1890150"/>
                  </a:lnTo>
                  <a:lnTo>
                    <a:pt x="6590448" y="1888747"/>
                  </a:lnTo>
                  <a:lnTo>
                    <a:pt x="6591289" y="1886911"/>
                  </a:lnTo>
                  <a:lnTo>
                    <a:pt x="6592130" y="1884835"/>
                  </a:lnTo>
                  <a:lnTo>
                    <a:pt x="6592971" y="1882813"/>
                  </a:lnTo>
                  <a:lnTo>
                    <a:pt x="6593813" y="1881100"/>
                  </a:lnTo>
                  <a:lnTo>
                    <a:pt x="6594654" y="1879357"/>
                  </a:lnTo>
                  <a:lnTo>
                    <a:pt x="6595495" y="1878096"/>
                  </a:lnTo>
                  <a:lnTo>
                    <a:pt x="6596336" y="1876843"/>
                  </a:lnTo>
                  <a:lnTo>
                    <a:pt x="6597177" y="1875005"/>
                  </a:lnTo>
                  <a:lnTo>
                    <a:pt x="6598019" y="1872969"/>
                  </a:lnTo>
                  <a:lnTo>
                    <a:pt x="6598860" y="1870872"/>
                  </a:lnTo>
                  <a:lnTo>
                    <a:pt x="6599701" y="1868928"/>
                  </a:lnTo>
                  <a:lnTo>
                    <a:pt x="6600542" y="1867454"/>
                  </a:lnTo>
                  <a:lnTo>
                    <a:pt x="6601383" y="1866938"/>
                  </a:lnTo>
                  <a:lnTo>
                    <a:pt x="6602225" y="1866247"/>
                  </a:lnTo>
                  <a:lnTo>
                    <a:pt x="6603066" y="1864743"/>
                  </a:lnTo>
                  <a:lnTo>
                    <a:pt x="6603907" y="1863317"/>
                  </a:lnTo>
                  <a:lnTo>
                    <a:pt x="6604748" y="1861351"/>
                  </a:lnTo>
                  <a:lnTo>
                    <a:pt x="6605589" y="1858986"/>
                  </a:lnTo>
                  <a:lnTo>
                    <a:pt x="6606431" y="1856194"/>
                  </a:lnTo>
                  <a:lnTo>
                    <a:pt x="6607272" y="1853450"/>
                  </a:lnTo>
                  <a:lnTo>
                    <a:pt x="6608113" y="1852185"/>
                  </a:lnTo>
                  <a:lnTo>
                    <a:pt x="6608954" y="1851117"/>
                  </a:lnTo>
                  <a:lnTo>
                    <a:pt x="6609795" y="1850458"/>
                  </a:lnTo>
                  <a:lnTo>
                    <a:pt x="6610637" y="1850346"/>
                  </a:lnTo>
                  <a:lnTo>
                    <a:pt x="6611478" y="1850589"/>
                  </a:lnTo>
                  <a:lnTo>
                    <a:pt x="6612319" y="1850916"/>
                  </a:lnTo>
                  <a:lnTo>
                    <a:pt x="6613160" y="1851624"/>
                  </a:lnTo>
                  <a:lnTo>
                    <a:pt x="6614001" y="1852382"/>
                  </a:lnTo>
                  <a:lnTo>
                    <a:pt x="6614843" y="1853213"/>
                  </a:lnTo>
                  <a:lnTo>
                    <a:pt x="6615684" y="1854044"/>
                  </a:lnTo>
                  <a:lnTo>
                    <a:pt x="6616525" y="1854936"/>
                  </a:lnTo>
                  <a:lnTo>
                    <a:pt x="6617366" y="1856439"/>
                  </a:lnTo>
                  <a:lnTo>
                    <a:pt x="6618207" y="1858011"/>
                  </a:lnTo>
                  <a:lnTo>
                    <a:pt x="6619049" y="1860267"/>
                  </a:lnTo>
                  <a:lnTo>
                    <a:pt x="6619890" y="1862561"/>
                  </a:lnTo>
                  <a:lnTo>
                    <a:pt x="6620731" y="1864899"/>
                  </a:lnTo>
                  <a:lnTo>
                    <a:pt x="6621572" y="1867472"/>
                  </a:lnTo>
                  <a:lnTo>
                    <a:pt x="6622413" y="1870390"/>
                  </a:lnTo>
                  <a:lnTo>
                    <a:pt x="6623255" y="1873301"/>
                  </a:lnTo>
                  <a:lnTo>
                    <a:pt x="6624096" y="1875618"/>
                  </a:lnTo>
                  <a:lnTo>
                    <a:pt x="6624937" y="1877739"/>
                  </a:lnTo>
                  <a:lnTo>
                    <a:pt x="6625778" y="1879482"/>
                  </a:lnTo>
                  <a:lnTo>
                    <a:pt x="6626619" y="1882077"/>
                  </a:lnTo>
                  <a:lnTo>
                    <a:pt x="6627461" y="1884724"/>
                  </a:lnTo>
                  <a:lnTo>
                    <a:pt x="6628302" y="1888088"/>
                  </a:lnTo>
                  <a:lnTo>
                    <a:pt x="6629143" y="1892056"/>
                  </a:lnTo>
                  <a:lnTo>
                    <a:pt x="6629984" y="1895758"/>
                  </a:lnTo>
                  <a:lnTo>
                    <a:pt x="6630825" y="1899782"/>
                  </a:lnTo>
                  <a:lnTo>
                    <a:pt x="6631667" y="1903114"/>
                  </a:lnTo>
                  <a:lnTo>
                    <a:pt x="6632508" y="1906571"/>
                  </a:lnTo>
                  <a:lnTo>
                    <a:pt x="6633349" y="1909569"/>
                  </a:lnTo>
                  <a:lnTo>
                    <a:pt x="6634190" y="1912093"/>
                  </a:lnTo>
                  <a:lnTo>
                    <a:pt x="6635031" y="1914423"/>
                  </a:lnTo>
                  <a:lnTo>
                    <a:pt x="6635873" y="1915863"/>
                  </a:lnTo>
                  <a:lnTo>
                    <a:pt x="6636714" y="1916510"/>
                  </a:lnTo>
                  <a:lnTo>
                    <a:pt x="6637555" y="1917226"/>
                  </a:lnTo>
                  <a:lnTo>
                    <a:pt x="6638396" y="1917642"/>
                  </a:lnTo>
                  <a:lnTo>
                    <a:pt x="6639237" y="1917889"/>
                  </a:lnTo>
                  <a:lnTo>
                    <a:pt x="6640079" y="1917848"/>
                  </a:lnTo>
                  <a:lnTo>
                    <a:pt x="6640920" y="1917725"/>
                  </a:lnTo>
                  <a:lnTo>
                    <a:pt x="6641761" y="1917656"/>
                  </a:lnTo>
                  <a:lnTo>
                    <a:pt x="6642602" y="1917556"/>
                  </a:lnTo>
                  <a:lnTo>
                    <a:pt x="6643443" y="1917518"/>
                  </a:lnTo>
                  <a:lnTo>
                    <a:pt x="6644285" y="1917598"/>
                  </a:lnTo>
                  <a:lnTo>
                    <a:pt x="6645126" y="1917665"/>
                  </a:lnTo>
                  <a:lnTo>
                    <a:pt x="6645967" y="1917963"/>
                  </a:lnTo>
                  <a:lnTo>
                    <a:pt x="6646808" y="1918966"/>
                  </a:lnTo>
                  <a:lnTo>
                    <a:pt x="6647650" y="1919905"/>
                  </a:lnTo>
                  <a:lnTo>
                    <a:pt x="6648491" y="1921625"/>
                  </a:lnTo>
                  <a:lnTo>
                    <a:pt x="6649332" y="1924971"/>
                  </a:lnTo>
                  <a:lnTo>
                    <a:pt x="6650173" y="1929694"/>
                  </a:lnTo>
                  <a:lnTo>
                    <a:pt x="6651014" y="1933965"/>
                  </a:lnTo>
                  <a:lnTo>
                    <a:pt x="6651856" y="1938811"/>
                  </a:lnTo>
                  <a:lnTo>
                    <a:pt x="6652697" y="1943300"/>
                  </a:lnTo>
                  <a:lnTo>
                    <a:pt x="6653538" y="1948238"/>
                  </a:lnTo>
                  <a:lnTo>
                    <a:pt x="6654379" y="1953282"/>
                  </a:lnTo>
                  <a:lnTo>
                    <a:pt x="6655220" y="1958409"/>
                  </a:lnTo>
                  <a:lnTo>
                    <a:pt x="6656062" y="1964365"/>
                  </a:lnTo>
                  <a:lnTo>
                    <a:pt x="6656903" y="1971072"/>
                  </a:lnTo>
                  <a:lnTo>
                    <a:pt x="6657744" y="1976043"/>
                  </a:lnTo>
                  <a:lnTo>
                    <a:pt x="6658585" y="1981305"/>
                  </a:lnTo>
                  <a:lnTo>
                    <a:pt x="6659426" y="1986719"/>
                  </a:lnTo>
                  <a:lnTo>
                    <a:pt x="6660268" y="1992148"/>
                  </a:lnTo>
                  <a:lnTo>
                    <a:pt x="6661109" y="1996657"/>
                  </a:lnTo>
                  <a:lnTo>
                    <a:pt x="6661950" y="2000932"/>
                  </a:lnTo>
                  <a:lnTo>
                    <a:pt x="6662791" y="2005477"/>
                  </a:lnTo>
                  <a:lnTo>
                    <a:pt x="6663632" y="2010471"/>
                  </a:lnTo>
                  <a:lnTo>
                    <a:pt x="6664474" y="2014029"/>
                  </a:lnTo>
                  <a:lnTo>
                    <a:pt x="6665315" y="2017595"/>
                  </a:lnTo>
                  <a:lnTo>
                    <a:pt x="6666156" y="2020596"/>
                  </a:lnTo>
                  <a:lnTo>
                    <a:pt x="6666997" y="2023899"/>
                  </a:lnTo>
                  <a:lnTo>
                    <a:pt x="6667838" y="2027720"/>
                  </a:lnTo>
                  <a:lnTo>
                    <a:pt x="6668680" y="2031422"/>
                  </a:lnTo>
                  <a:lnTo>
                    <a:pt x="6669521" y="2035119"/>
                  </a:lnTo>
                  <a:lnTo>
                    <a:pt x="6670362" y="2038740"/>
                  </a:lnTo>
                  <a:lnTo>
                    <a:pt x="6671203" y="2042336"/>
                  </a:lnTo>
                  <a:lnTo>
                    <a:pt x="6672044" y="2047085"/>
                  </a:lnTo>
                  <a:lnTo>
                    <a:pt x="6672886" y="2051946"/>
                  </a:lnTo>
                  <a:lnTo>
                    <a:pt x="6673727" y="2056725"/>
                  </a:lnTo>
                  <a:lnTo>
                    <a:pt x="6674568" y="2060605"/>
                  </a:lnTo>
                  <a:lnTo>
                    <a:pt x="6675409" y="2063892"/>
                  </a:lnTo>
                  <a:lnTo>
                    <a:pt x="6676250" y="2066524"/>
                  </a:lnTo>
                  <a:lnTo>
                    <a:pt x="6677092" y="2069363"/>
                  </a:lnTo>
                  <a:lnTo>
                    <a:pt x="6677933" y="2072607"/>
                  </a:lnTo>
                  <a:lnTo>
                    <a:pt x="6678774" y="2076241"/>
                  </a:lnTo>
                  <a:lnTo>
                    <a:pt x="6679615" y="2079686"/>
                  </a:lnTo>
                  <a:lnTo>
                    <a:pt x="6680456" y="2084198"/>
                  </a:lnTo>
                  <a:lnTo>
                    <a:pt x="6681298" y="2088072"/>
                  </a:lnTo>
                  <a:lnTo>
                    <a:pt x="6682139" y="2091672"/>
                  </a:lnTo>
                  <a:lnTo>
                    <a:pt x="6682980" y="2096310"/>
                  </a:lnTo>
                  <a:lnTo>
                    <a:pt x="6683821" y="2100899"/>
                  </a:lnTo>
                  <a:lnTo>
                    <a:pt x="6684662" y="2105451"/>
                  </a:lnTo>
                  <a:lnTo>
                    <a:pt x="6685504" y="2109830"/>
                  </a:lnTo>
                  <a:lnTo>
                    <a:pt x="6686345" y="2114777"/>
                  </a:lnTo>
                  <a:lnTo>
                    <a:pt x="6687186" y="2120304"/>
                  </a:lnTo>
                  <a:lnTo>
                    <a:pt x="6688027" y="2125952"/>
                  </a:lnTo>
                  <a:lnTo>
                    <a:pt x="6688868" y="2132461"/>
                  </a:lnTo>
                  <a:lnTo>
                    <a:pt x="6689710" y="2139218"/>
                  </a:lnTo>
                  <a:lnTo>
                    <a:pt x="6690551" y="2145878"/>
                  </a:lnTo>
                  <a:lnTo>
                    <a:pt x="6691392" y="2152136"/>
                  </a:lnTo>
                  <a:lnTo>
                    <a:pt x="6692233" y="2158184"/>
                  </a:lnTo>
                  <a:lnTo>
                    <a:pt x="6693074" y="2163942"/>
                  </a:lnTo>
                  <a:lnTo>
                    <a:pt x="6693916" y="2169598"/>
                  </a:lnTo>
                  <a:lnTo>
                    <a:pt x="6694757" y="2175490"/>
                  </a:lnTo>
                  <a:lnTo>
                    <a:pt x="6695598" y="2180893"/>
                  </a:lnTo>
                  <a:lnTo>
                    <a:pt x="6696439" y="2186089"/>
                  </a:lnTo>
                  <a:lnTo>
                    <a:pt x="6697280" y="2191049"/>
                  </a:lnTo>
                  <a:lnTo>
                    <a:pt x="6698122" y="2195394"/>
                  </a:lnTo>
                  <a:lnTo>
                    <a:pt x="6698963" y="2198570"/>
                  </a:lnTo>
                  <a:lnTo>
                    <a:pt x="6699804" y="2201221"/>
                  </a:lnTo>
                  <a:lnTo>
                    <a:pt x="6700645" y="2203872"/>
                  </a:lnTo>
                  <a:lnTo>
                    <a:pt x="6701486" y="2206189"/>
                  </a:lnTo>
                  <a:lnTo>
                    <a:pt x="6702328" y="2208429"/>
                  </a:lnTo>
                  <a:lnTo>
                    <a:pt x="6703169" y="2210686"/>
                  </a:lnTo>
                  <a:lnTo>
                    <a:pt x="6704010" y="2212987"/>
                  </a:lnTo>
                  <a:lnTo>
                    <a:pt x="6704851" y="2215433"/>
                  </a:lnTo>
                  <a:lnTo>
                    <a:pt x="6705692" y="2218267"/>
                  </a:lnTo>
                  <a:lnTo>
                    <a:pt x="6706534" y="2221115"/>
                  </a:lnTo>
                  <a:lnTo>
                    <a:pt x="6707375" y="2223348"/>
                  </a:lnTo>
                  <a:lnTo>
                    <a:pt x="6708216" y="2225840"/>
                  </a:lnTo>
                  <a:lnTo>
                    <a:pt x="6709057" y="2228347"/>
                  </a:lnTo>
                  <a:lnTo>
                    <a:pt x="6709898" y="2229268"/>
                  </a:lnTo>
                  <a:lnTo>
                    <a:pt x="6710740" y="2230300"/>
                  </a:lnTo>
                  <a:lnTo>
                    <a:pt x="6711581" y="2231810"/>
                  </a:lnTo>
                  <a:lnTo>
                    <a:pt x="6712422" y="2233789"/>
                  </a:lnTo>
                  <a:lnTo>
                    <a:pt x="6713263" y="2235799"/>
                  </a:lnTo>
                  <a:lnTo>
                    <a:pt x="6714104" y="2237513"/>
                  </a:lnTo>
                  <a:lnTo>
                    <a:pt x="6714946" y="2239200"/>
                  </a:lnTo>
                  <a:lnTo>
                    <a:pt x="6715787" y="2240710"/>
                  </a:lnTo>
                  <a:lnTo>
                    <a:pt x="6716628" y="2242356"/>
                  </a:lnTo>
                  <a:lnTo>
                    <a:pt x="6717469" y="2244054"/>
                  </a:lnTo>
                  <a:lnTo>
                    <a:pt x="6718311" y="2245767"/>
                  </a:lnTo>
                  <a:lnTo>
                    <a:pt x="6719152" y="2247828"/>
                  </a:lnTo>
                  <a:lnTo>
                    <a:pt x="6719993" y="2249940"/>
                  </a:lnTo>
                  <a:lnTo>
                    <a:pt x="6720834" y="2251970"/>
                  </a:lnTo>
                  <a:lnTo>
                    <a:pt x="6721675" y="2253670"/>
                  </a:lnTo>
                  <a:lnTo>
                    <a:pt x="6722517" y="2255458"/>
                  </a:lnTo>
                  <a:lnTo>
                    <a:pt x="6723358" y="2258322"/>
                  </a:lnTo>
                  <a:lnTo>
                    <a:pt x="6724199" y="2261147"/>
                  </a:lnTo>
                  <a:lnTo>
                    <a:pt x="6725040" y="2263654"/>
                  </a:lnTo>
                  <a:lnTo>
                    <a:pt x="6725881" y="2265941"/>
                  </a:lnTo>
                  <a:lnTo>
                    <a:pt x="6726723" y="2268417"/>
                  </a:lnTo>
                  <a:lnTo>
                    <a:pt x="6727564" y="2270825"/>
                  </a:lnTo>
                  <a:lnTo>
                    <a:pt x="6728405" y="2272952"/>
                  </a:lnTo>
                  <a:lnTo>
                    <a:pt x="6729246" y="2274927"/>
                  </a:lnTo>
                  <a:lnTo>
                    <a:pt x="6730087" y="2276925"/>
                  </a:lnTo>
                  <a:lnTo>
                    <a:pt x="6730929" y="2278588"/>
                  </a:lnTo>
                  <a:lnTo>
                    <a:pt x="6731770" y="2280373"/>
                  </a:lnTo>
                  <a:lnTo>
                    <a:pt x="6732611" y="2282500"/>
                  </a:lnTo>
                  <a:lnTo>
                    <a:pt x="6733452" y="2284794"/>
                  </a:lnTo>
                  <a:lnTo>
                    <a:pt x="6734293" y="2287385"/>
                  </a:lnTo>
                  <a:lnTo>
                    <a:pt x="6735135" y="2290112"/>
                  </a:lnTo>
                  <a:lnTo>
                    <a:pt x="6735976" y="2293257"/>
                  </a:lnTo>
                  <a:lnTo>
                    <a:pt x="6736817" y="2296713"/>
                  </a:lnTo>
                  <a:lnTo>
                    <a:pt x="6737658" y="2300336"/>
                  </a:lnTo>
                  <a:lnTo>
                    <a:pt x="6738499" y="2304347"/>
                  </a:lnTo>
                  <a:lnTo>
                    <a:pt x="6739341" y="2308464"/>
                  </a:lnTo>
                  <a:lnTo>
                    <a:pt x="6740182" y="2312331"/>
                  </a:lnTo>
                  <a:lnTo>
                    <a:pt x="6741023" y="2316281"/>
                  </a:lnTo>
                  <a:lnTo>
                    <a:pt x="6741864" y="2320246"/>
                  </a:lnTo>
                  <a:lnTo>
                    <a:pt x="6742705" y="2324280"/>
                  </a:lnTo>
                  <a:lnTo>
                    <a:pt x="6743547" y="2328556"/>
                  </a:lnTo>
                  <a:lnTo>
                    <a:pt x="6744388" y="2332643"/>
                  </a:lnTo>
                  <a:lnTo>
                    <a:pt x="6745229" y="2336206"/>
                  </a:lnTo>
                  <a:lnTo>
                    <a:pt x="6746070" y="2338826"/>
                  </a:lnTo>
                  <a:lnTo>
                    <a:pt x="6746911" y="2340786"/>
                  </a:lnTo>
                  <a:lnTo>
                    <a:pt x="6747753" y="2342374"/>
                  </a:lnTo>
                  <a:lnTo>
                    <a:pt x="6748594" y="2343415"/>
                  </a:lnTo>
                  <a:lnTo>
                    <a:pt x="6749435" y="2344159"/>
                  </a:lnTo>
                  <a:lnTo>
                    <a:pt x="6750276" y="2344660"/>
                  </a:lnTo>
                  <a:lnTo>
                    <a:pt x="6751117" y="2344668"/>
                  </a:lnTo>
                  <a:lnTo>
                    <a:pt x="6751959" y="2344083"/>
                  </a:lnTo>
                  <a:lnTo>
                    <a:pt x="6752800" y="2343103"/>
                  </a:lnTo>
                  <a:lnTo>
                    <a:pt x="6753641" y="2341948"/>
                  </a:lnTo>
                  <a:lnTo>
                    <a:pt x="6754482" y="2340566"/>
                  </a:lnTo>
                  <a:lnTo>
                    <a:pt x="6755323" y="2338918"/>
                  </a:lnTo>
                  <a:lnTo>
                    <a:pt x="6756165" y="2337882"/>
                  </a:lnTo>
                  <a:lnTo>
                    <a:pt x="6757006" y="2336916"/>
                  </a:lnTo>
                  <a:lnTo>
                    <a:pt x="6757847" y="2336415"/>
                  </a:lnTo>
                  <a:lnTo>
                    <a:pt x="6758688" y="2336370"/>
                  </a:lnTo>
                  <a:lnTo>
                    <a:pt x="6759529" y="2336559"/>
                  </a:lnTo>
                  <a:lnTo>
                    <a:pt x="6760371" y="2336699"/>
                  </a:lnTo>
                  <a:lnTo>
                    <a:pt x="6761212" y="2336872"/>
                  </a:lnTo>
                  <a:lnTo>
                    <a:pt x="6762053" y="2336755"/>
                  </a:lnTo>
                  <a:lnTo>
                    <a:pt x="6762894" y="2336479"/>
                  </a:lnTo>
                  <a:lnTo>
                    <a:pt x="6763735" y="2336182"/>
                  </a:lnTo>
                  <a:lnTo>
                    <a:pt x="6764577" y="2335809"/>
                  </a:lnTo>
                  <a:lnTo>
                    <a:pt x="6765418" y="2335948"/>
                  </a:lnTo>
                  <a:lnTo>
                    <a:pt x="6766259" y="2336292"/>
                  </a:lnTo>
                  <a:lnTo>
                    <a:pt x="6767100" y="2336805"/>
                  </a:lnTo>
                  <a:lnTo>
                    <a:pt x="6767941" y="2337308"/>
                  </a:lnTo>
                  <a:lnTo>
                    <a:pt x="6768783" y="2337907"/>
                  </a:lnTo>
                  <a:lnTo>
                    <a:pt x="6769624" y="2338645"/>
                  </a:lnTo>
                  <a:lnTo>
                    <a:pt x="6770465" y="2338098"/>
                  </a:lnTo>
                  <a:lnTo>
                    <a:pt x="6771306" y="2337597"/>
                  </a:lnTo>
                  <a:lnTo>
                    <a:pt x="6772147" y="2337574"/>
                  </a:lnTo>
                  <a:lnTo>
                    <a:pt x="6772989" y="2338151"/>
                  </a:lnTo>
                  <a:lnTo>
                    <a:pt x="6773830" y="2339397"/>
                  </a:lnTo>
                  <a:lnTo>
                    <a:pt x="6774671" y="2341539"/>
                  </a:lnTo>
                  <a:lnTo>
                    <a:pt x="6775512" y="2344099"/>
                  </a:lnTo>
                  <a:lnTo>
                    <a:pt x="6776353" y="2345261"/>
                  </a:lnTo>
                  <a:lnTo>
                    <a:pt x="6777195" y="2346613"/>
                  </a:lnTo>
                  <a:lnTo>
                    <a:pt x="6778036" y="2348126"/>
                  </a:lnTo>
                  <a:lnTo>
                    <a:pt x="6778877" y="2349723"/>
                  </a:lnTo>
                  <a:lnTo>
                    <a:pt x="6779718" y="2351416"/>
                  </a:lnTo>
                  <a:lnTo>
                    <a:pt x="6780559" y="2353337"/>
                  </a:lnTo>
                  <a:lnTo>
                    <a:pt x="6781401" y="2355070"/>
                  </a:lnTo>
                  <a:lnTo>
                    <a:pt x="6782242" y="2356683"/>
                  </a:lnTo>
                  <a:lnTo>
                    <a:pt x="6783083" y="2358013"/>
                  </a:lnTo>
                  <a:lnTo>
                    <a:pt x="6783924" y="2359367"/>
                  </a:lnTo>
                  <a:lnTo>
                    <a:pt x="6784765" y="2360277"/>
                  </a:lnTo>
                  <a:lnTo>
                    <a:pt x="6785607" y="2360963"/>
                  </a:lnTo>
                  <a:lnTo>
                    <a:pt x="6786448" y="2361466"/>
                  </a:lnTo>
                  <a:lnTo>
                    <a:pt x="6787289" y="2361489"/>
                  </a:lnTo>
                  <a:lnTo>
                    <a:pt x="6788130" y="2361234"/>
                  </a:lnTo>
                  <a:lnTo>
                    <a:pt x="6788972" y="2360722"/>
                  </a:lnTo>
                  <a:lnTo>
                    <a:pt x="6789813" y="2359736"/>
                  </a:lnTo>
                  <a:lnTo>
                    <a:pt x="6790654" y="2358377"/>
                  </a:lnTo>
                  <a:lnTo>
                    <a:pt x="6791495" y="2356766"/>
                  </a:lnTo>
                  <a:lnTo>
                    <a:pt x="6792336" y="2355862"/>
                  </a:lnTo>
                  <a:lnTo>
                    <a:pt x="6793178" y="2355095"/>
                  </a:lnTo>
                  <a:lnTo>
                    <a:pt x="6794019" y="2354145"/>
                  </a:lnTo>
                  <a:lnTo>
                    <a:pt x="6794860" y="2352383"/>
                  </a:lnTo>
                  <a:lnTo>
                    <a:pt x="6795701" y="2350393"/>
                  </a:lnTo>
                  <a:lnTo>
                    <a:pt x="6796542" y="2347817"/>
                  </a:lnTo>
                  <a:lnTo>
                    <a:pt x="6797384" y="2345334"/>
                  </a:lnTo>
                  <a:lnTo>
                    <a:pt x="6798225" y="2342804"/>
                  </a:lnTo>
                  <a:lnTo>
                    <a:pt x="6799066" y="2340069"/>
                  </a:lnTo>
                  <a:lnTo>
                    <a:pt x="6799907" y="2337851"/>
                  </a:lnTo>
                  <a:lnTo>
                    <a:pt x="6800748" y="2336150"/>
                  </a:lnTo>
                  <a:lnTo>
                    <a:pt x="6801590" y="2335132"/>
                  </a:lnTo>
                  <a:lnTo>
                    <a:pt x="6802431" y="2335420"/>
                  </a:lnTo>
                  <a:lnTo>
                    <a:pt x="6803272" y="2336059"/>
                  </a:lnTo>
                  <a:lnTo>
                    <a:pt x="6804113" y="2337175"/>
                  </a:lnTo>
                  <a:lnTo>
                    <a:pt x="6804954" y="2338900"/>
                  </a:lnTo>
                  <a:lnTo>
                    <a:pt x="6805796" y="2340875"/>
                  </a:lnTo>
                  <a:lnTo>
                    <a:pt x="6806637" y="2343184"/>
                  </a:lnTo>
                  <a:lnTo>
                    <a:pt x="6807478" y="2346306"/>
                  </a:lnTo>
                  <a:lnTo>
                    <a:pt x="6808319" y="2350119"/>
                  </a:lnTo>
                  <a:lnTo>
                    <a:pt x="6809160" y="2354138"/>
                  </a:lnTo>
                  <a:lnTo>
                    <a:pt x="6810002" y="2357639"/>
                  </a:lnTo>
                  <a:lnTo>
                    <a:pt x="6810843" y="2361050"/>
                  </a:lnTo>
                  <a:lnTo>
                    <a:pt x="6811684" y="2364035"/>
                  </a:lnTo>
                  <a:lnTo>
                    <a:pt x="6812525" y="2366580"/>
                  </a:lnTo>
                  <a:lnTo>
                    <a:pt x="6813366" y="2368768"/>
                  </a:lnTo>
                  <a:lnTo>
                    <a:pt x="6814208" y="2370690"/>
                  </a:lnTo>
                  <a:lnTo>
                    <a:pt x="6815049" y="2372049"/>
                  </a:lnTo>
                  <a:lnTo>
                    <a:pt x="6815890" y="2372847"/>
                  </a:lnTo>
                  <a:lnTo>
                    <a:pt x="6816731" y="2373090"/>
                  </a:lnTo>
                  <a:lnTo>
                    <a:pt x="6817572" y="2372505"/>
                  </a:lnTo>
                  <a:lnTo>
                    <a:pt x="6818414" y="2371145"/>
                  </a:lnTo>
                  <a:lnTo>
                    <a:pt x="6819255" y="2369398"/>
                  </a:lnTo>
                  <a:lnTo>
                    <a:pt x="6820096" y="2367188"/>
                  </a:lnTo>
                  <a:lnTo>
                    <a:pt x="6820937" y="2364803"/>
                  </a:lnTo>
                  <a:lnTo>
                    <a:pt x="6821778" y="2362334"/>
                  </a:lnTo>
                  <a:lnTo>
                    <a:pt x="6822620" y="2360359"/>
                  </a:lnTo>
                  <a:lnTo>
                    <a:pt x="6823461" y="2358536"/>
                  </a:lnTo>
                  <a:lnTo>
                    <a:pt x="6824302" y="2356925"/>
                  </a:lnTo>
                  <a:lnTo>
                    <a:pt x="6825143" y="2355285"/>
                  </a:lnTo>
                  <a:lnTo>
                    <a:pt x="6825984" y="2353423"/>
                  </a:lnTo>
                  <a:lnTo>
                    <a:pt x="6826826" y="2351266"/>
                  </a:lnTo>
                  <a:lnTo>
                    <a:pt x="6827667" y="2348972"/>
                  </a:lnTo>
                  <a:lnTo>
                    <a:pt x="6828508" y="2347240"/>
                  </a:lnTo>
                  <a:lnTo>
                    <a:pt x="6829349" y="2345820"/>
                  </a:lnTo>
                  <a:lnTo>
                    <a:pt x="6830190" y="2344794"/>
                  </a:lnTo>
                  <a:lnTo>
                    <a:pt x="6831032" y="2343951"/>
                  </a:lnTo>
                  <a:lnTo>
                    <a:pt x="6831873" y="2343093"/>
                  </a:lnTo>
                  <a:lnTo>
                    <a:pt x="6832714" y="2342568"/>
                  </a:lnTo>
                  <a:lnTo>
                    <a:pt x="6833555" y="2341961"/>
                  </a:lnTo>
                  <a:lnTo>
                    <a:pt x="6834396" y="2341042"/>
                  </a:lnTo>
                  <a:lnTo>
                    <a:pt x="6835238" y="2339652"/>
                  </a:lnTo>
                  <a:lnTo>
                    <a:pt x="6836079" y="2338110"/>
                  </a:lnTo>
                  <a:lnTo>
                    <a:pt x="6836920" y="2336476"/>
                  </a:lnTo>
                  <a:lnTo>
                    <a:pt x="6837761" y="2334737"/>
                  </a:lnTo>
                  <a:lnTo>
                    <a:pt x="6838602" y="2333225"/>
                  </a:lnTo>
                  <a:lnTo>
                    <a:pt x="6839444" y="2331957"/>
                  </a:lnTo>
                  <a:lnTo>
                    <a:pt x="6840285" y="2330217"/>
                  </a:lnTo>
                  <a:lnTo>
                    <a:pt x="6841126" y="2327520"/>
                  </a:lnTo>
                  <a:lnTo>
                    <a:pt x="6841967" y="2324520"/>
                  </a:lnTo>
                  <a:lnTo>
                    <a:pt x="6842808" y="2321474"/>
                  </a:lnTo>
                  <a:lnTo>
                    <a:pt x="6843650" y="2318701"/>
                  </a:lnTo>
                  <a:lnTo>
                    <a:pt x="6844491" y="2316400"/>
                  </a:lnTo>
                  <a:lnTo>
                    <a:pt x="6845332" y="2313969"/>
                  </a:lnTo>
                  <a:lnTo>
                    <a:pt x="6846173" y="2311546"/>
                  </a:lnTo>
                  <a:lnTo>
                    <a:pt x="6847014" y="2309419"/>
                  </a:lnTo>
                  <a:lnTo>
                    <a:pt x="6847856" y="2307299"/>
                  </a:lnTo>
                  <a:lnTo>
                    <a:pt x="6848697" y="2304534"/>
                  </a:lnTo>
                  <a:lnTo>
                    <a:pt x="6849538" y="2301594"/>
                  </a:lnTo>
                  <a:lnTo>
                    <a:pt x="6850379" y="2298822"/>
                  </a:lnTo>
                  <a:lnTo>
                    <a:pt x="6851220" y="2295536"/>
                  </a:lnTo>
                  <a:lnTo>
                    <a:pt x="6852062" y="2292406"/>
                  </a:lnTo>
                  <a:lnTo>
                    <a:pt x="6852903" y="2289662"/>
                  </a:lnTo>
                  <a:lnTo>
                    <a:pt x="6853744" y="2287668"/>
                  </a:lnTo>
                  <a:lnTo>
                    <a:pt x="6854585" y="2286117"/>
                  </a:lnTo>
                  <a:lnTo>
                    <a:pt x="6855426" y="2284616"/>
                  </a:lnTo>
                  <a:lnTo>
                    <a:pt x="6856268" y="2282842"/>
                  </a:lnTo>
                  <a:lnTo>
                    <a:pt x="6857109" y="2280746"/>
                  </a:lnTo>
                  <a:lnTo>
                    <a:pt x="6857950" y="2278782"/>
                  </a:lnTo>
                  <a:lnTo>
                    <a:pt x="6858791" y="2276954"/>
                  </a:lnTo>
                  <a:lnTo>
                    <a:pt x="6859632" y="2275595"/>
                  </a:lnTo>
                  <a:lnTo>
                    <a:pt x="6860474" y="2274743"/>
                  </a:lnTo>
                  <a:lnTo>
                    <a:pt x="6861315" y="2274781"/>
                  </a:lnTo>
                  <a:lnTo>
                    <a:pt x="6862156" y="2275262"/>
                  </a:lnTo>
                  <a:lnTo>
                    <a:pt x="6862997" y="2275797"/>
                  </a:lnTo>
                  <a:lnTo>
                    <a:pt x="6863839" y="2276478"/>
                  </a:lnTo>
                  <a:lnTo>
                    <a:pt x="6864680" y="2277967"/>
                  </a:lnTo>
                  <a:lnTo>
                    <a:pt x="6865521" y="2280124"/>
                  </a:lnTo>
                  <a:lnTo>
                    <a:pt x="6866362" y="2282669"/>
                  </a:lnTo>
                  <a:lnTo>
                    <a:pt x="6867203" y="2285282"/>
                  </a:lnTo>
                  <a:lnTo>
                    <a:pt x="6868045" y="2288093"/>
                  </a:lnTo>
                  <a:lnTo>
                    <a:pt x="6868886" y="2290843"/>
                  </a:lnTo>
                  <a:lnTo>
                    <a:pt x="6869727" y="2293729"/>
                  </a:lnTo>
                  <a:lnTo>
                    <a:pt x="6870568" y="2296578"/>
                  </a:lnTo>
                  <a:lnTo>
                    <a:pt x="6871409" y="2299411"/>
                  </a:lnTo>
                  <a:lnTo>
                    <a:pt x="6872251" y="2302245"/>
                  </a:lnTo>
                  <a:lnTo>
                    <a:pt x="6873092" y="2305131"/>
                  </a:lnTo>
                  <a:lnTo>
                    <a:pt x="6873933" y="2307722"/>
                  </a:lnTo>
                  <a:lnTo>
                    <a:pt x="6874774" y="2310198"/>
                  </a:lnTo>
                  <a:lnTo>
                    <a:pt x="6875615" y="2312424"/>
                  </a:lnTo>
                  <a:lnTo>
                    <a:pt x="6876457" y="2314102"/>
                  </a:lnTo>
                  <a:lnTo>
                    <a:pt x="6877298" y="2315675"/>
                  </a:lnTo>
                  <a:lnTo>
                    <a:pt x="6878139" y="2316974"/>
                  </a:lnTo>
                  <a:lnTo>
                    <a:pt x="6878980" y="2318197"/>
                  </a:lnTo>
                  <a:lnTo>
                    <a:pt x="6879821" y="2319207"/>
                  </a:lnTo>
                  <a:lnTo>
                    <a:pt x="6880663" y="2319746"/>
                  </a:lnTo>
                  <a:lnTo>
                    <a:pt x="6881504" y="2320096"/>
                  </a:lnTo>
                  <a:lnTo>
                    <a:pt x="6882345" y="2320119"/>
                  </a:lnTo>
                  <a:lnTo>
                    <a:pt x="6883186" y="2319974"/>
                  </a:lnTo>
                  <a:lnTo>
                    <a:pt x="6884027" y="2319602"/>
                  </a:lnTo>
                  <a:lnTo>
                    <a:pt x="6884869" y="2318804"/>
                  </a:lnTo>
                  <a:lnTo>
                    <a:pt x="6885710" y="2317794"/>
                  </a:lnTo>
                  <a:lnTo>
                    <a:pt x="6886551" y="2316898"/>
                  </a:lnTo>
                  <a:lnTo>
                    <a:pt x="6887392" y="2315895"/>
                  </a:lnTo>
                  <a:lnTo>
                    <a:pt x="6888233" y="2314718"/>
                  </a:lnTo>
                  <a:lnTo>
                    <a:pt x="6889075" y="2313206"/>
                  </a:lnTo>
                  <a:lnTo>
                    <a:pt x="6889916" y="2310912"/>
                  </a:lnTo>
                  <a:lnTo>
                    <a:pt x="6890757" y="2307797"/>
                  </a:lnTo>
                  <a:lnTo>
                    <a:pt x="6891598" y="2304015"/>
                  </a:lnTo>
                  <a:lnTo>
                    <a:pt x="6892439" y="2301240"/>
                  </a:lnTo>
                  <a:lnTo>
                    <a:pt x="6893281" y="2298660"/>
                  </a:lnTo>
                  <a:lnTo>
                    <a:pt x="6894122" y="2296361"/>
                  </a:lnTo>
                  <a:lnTo>
                    <a:pt x="6894963" y="2294231"/>
                  </a:lnTo>
                  <a:lnTo>
                    <a:pt x="6895804" y="2291973"/>
                  </a:lnTo>
                  <a:lnTo>
                    <a:pt x="6896645" y="2290143"/>
                  </a:lnTo>
                  <a:lnTo>
                    <a:pt x="6897487" y="2288847"/>
                  </a:lnTo>
                  <a:lnTo>
                    <a:pt x="6898328" y="2287208"/>
                  </a:lnTo>
                  <a:lnTo>
                    <a:pt x="6899169" y="2285396"/>
                  </a:lnTo>
                  <a:lnTo>
                    <a:pt x="6900010" y="2283753"/>
                  </a:lnTo>
                  <a:lnTo>
                    <a:pt x="6900851" y="2282179"/>
                  </a:lnTo>
                  <a:lnTo>
                    <a:pt x="6901693" y="2280813"/>
                  </a:lnTo>
                  <a:lnTo>
                    <a:pt x="6902534" y="2279739"/>
                  </a:lnTo>
                  <a:lnTo>
                    <a:pt x="6903375" y="2278872"/>
                  </a:lnTo>
                  <a:lnTo>
                    <a:pt x="6904216" y="2278130"/>
                  </a:lnTo>
                  <a:lnTo>
                    <a:pt x="6905057" y="2277647"/>
                  </a:lnTo>
                  <a:lnTo>
                    <a:pt x="6905899" y="2277252"/>
                  </a:lnTo>
                  <a:lnTo>
                    <a:pt x="6906740" y="2276324"/>
                  </a:lnTo>
                  <a:lnTo>
                    <a:pt x="6907581" y="2275223"/>
                  </a:lnTo>
                  <a:lnTo>
                    <a:pt x="6908422" y="2274183"/>
                  </a:lnTo>
                  <a:lnTo>
                    <a:pt x="6909263" y="2273110"/>
                  </a:lnTo>
                  <a:lnTo>
                    <a:pt x="6910105" y="2272158"/>
                  </a:lnTo>
                  <a:lnTo>
                    <a:pt x="6910946" y="2270874"/>
                  </a:lnTo>
                  <a:lnTo>
                    <a:pt x="6911787" y="2269826"/>
                  </a:lnTo>
                  <a:lnTo>
                    <a:pt x="6912628" y="2268861"/>
                  </a:lnTo>
                  <a:lnTo>
                    <a:pt x="6913469" y="2268307"/>
                  </a:lnTo>
                  <a:lnTo>
                    <a:pt x="6914311" y="2268314"/>
                  </a:lnTo>
                  <a:lnTo>
                    <a:pt x="6915152" y="2268466"/>
                  </a:lnTo>
                  <a:lnTo>
                    <a:pt x="6915993" y="2268542"/>
                  </a:lnTo>
                  <a:lnTo>
                    <a:pt x="6916834" y="2268611"/>
                  </a:lnTo>
                  <a:lnTo>
                    <a:pt x="6917675" y="2268368"/>
                  </a:lnTo>
                  <a:lnTo>
                    <a:pt x="6918517" y="2268079"/>
                  </a:lnTo>
                  <a:lnTo>
                    <a:pt x="6919358" y="2268261"/>
                  </a:lnTo>
                  <a:lnTo>
                    <a:pt x="6920199" y="2269294"/>
                  </a:lnTo>
                  <a:lnTo>
                    <a:pt x="6921040" y="2270753"/>
                  </a:lnTo>
                  <a:lnTo>
                    <a:pt x="6921881" y="2272211"/>
                  </a:lnTo>
                  <a:lnTo>
                    <a:pt x="6922723" y="2273723"/>
                  </a:lnTo>
                  <a:lnTo>
                    <a:pt x="6923564" y="2275577"/>
                  </a:lnTo>
                  <a:lnTo>
                    <a:pt x="6924405" y="2276495"/>
                  </a:lnTo>
                  <a:lnTo>
                    <a:pt x="6925246" y="2277436"/>
                  </a:lnTo>
                  <a:lnTo>
                    <a:pt x="6926087" y="2277934"/>
                  </a:lnTo>
                  <a:lnTo>
                    <a:pt x="6926929" y="2278183"/>
                  </a:lnTo>
                  <a:lnTo>
                    <a:pt x="6927770" y="2278432"/>
                  </a:lnTo>
                  <a:lnTo>
                    <a:pt x="6928611" y="2279123"/>
                  </a:lnTo>
                  <a:lnTo>
                    <a:pt x="6929452" y="2280070"/>
                  </a:lnTo>
                  <a:lnTo>
                    <a:pt x="6930293" y="2281392"/>
                  </a:lnTo>
                  <a:lnTo>
                    <a:pt x="6931135" y="2282964"/>
                  </a:lnTo>
                  <a:lnTo>
                    <a:pt x="6931976" y="2284458"/>
                  </a:lnTo>
                  <a:lnTo>
                    <a:pt x="6932817" y="2286096"/>
                  </a:lnTo>
                  <a:lnTo>
                    <a:pt x="6933658" y="2287889"/>
                  </a:lnTo>
                  <a:lnTo>
                    <a:pt x="6934500" y="2290273"/>
                  </a:lnTo>
                  <a:lnTo>
                    <a:pt x="6935341" y="2292820"/>
                  </a:lnTo>
                  <a:lnTo>
                    <a:pt x="6936182" y="2295498"/>
                  </a:lnTo>
                  <a:lnTo>
                    <a:pt x="6937023" y="2297987"/>
                  </a:lnTo>
                  <a:lnTo>
                    <a:pt x="6937864" y="2299674"/>
                  </a:lnTo>
                  <a:lnTo>
                    <a:pt x="6938706" y="2302537"/>
                  </a:lnTo>
                  <a:lnTo>
                    <a:pt x="6939547" y="2305315"/>
                  </a:lnTo>
                  <a:lnTo>
                    <a:pt x="6940388" y="2307975"/>
                  </a:lnTo>
                  <a:lnTo>
                    <a:pt x="6941229" y="2310316"/>
                  </a:lnTo>
                  <a:lnTo>
                    <a:pt x="6942070" y="2312520"/>
                  </a:lnTo>
                  <a:lnTo>
                    <a:pt x="6942912" y="2314367"/>
                  </a:lnTo>
                  <a:lnTo>
                    <a:pt x="6943753" y="2315821"/>
                  </a:lnTo>
                  <a:lnTo>
                    <a:pt x="6944594" y="2317123"/>
                  </a:lnTo>
                  <a:lnTo>
                    <a:pt x="6945435" y="2317845"/>
                  </a:lnTo>
                  <a:lnTo>
                    <a:pt x="6946276" y="2317989"/>
                  </a:lnTo>
                  <a:lnTo>
                    <a:pt x="6947118" y="2317854"/>
                  </a:lnTo>
                  <a:lnTo>
                    <a:pt x="6947959" y="2316811"/>
                  </a:lnTo>
                  <a:lnTo>
                    <a:pt x="6948800" y="2315071"/>
                  </a:lnTo>
                  <a:lnTo>
                    <a:pt x="6949641" y="2313955"/>
                  </a:lnTo>
                  <a:lnTo>
                    <a:pt x="6950482" y="2313339"/>
                  </a:lnTo>
                  <a:lnTo>
                    <a:pt x="6951324" y="2313188"/>
                  </a:lnTo>
                  <a:lnTo>
                    <a:pt x="6952165" y="2313484"/>
                  </a:lnTo>
                  <a:lnTo>
                    <a:pt x="6953006" y="2314031"/>
                  </a:lnTo>
                  <a:lnTo>
                    <a:pt x="6953847" y="2314266"/>
                  </a:lnTo>
                  <a:lnTo>
                    <a:pt x="6954688" y="2314183"/>
                  </a:lnTo>
                  <a:lnTo>
                    <a:pt x="6955530" y="2314228"/>
                  </a:lnTo>
                  <a:lnTo>
                    <a:pt x="6956371" y="2314608"/>
                  </a:lnTo>
                  <a:lnTo>
                    <a:pt x="6957212" y="2315451"/>
                  </a:lnTo>
                  <a:lnTo>
                    <a:pt x="6958053" y="2316712"/>
                  </a:lnTo>
                  <a:lnTo>
                    <a:pt x="6958894" y="2317973"/>
                  </a:lnTo>
                  <a:lnTo>
                    <a:pt x="6959736" y="2319059"/>
                  </a:lnTo>
                  <a:lnTo>
                    <a:pt x="6960577" y="2319629"/>
                  </a:lnTo>
                  <a:lnTo>
                    <a:pt x="6961418" y="2319971"/>
                  </a:lnTo>
                  <a:lnTo>
                    <a:pt x="6962259" y="2320313"/>
                  </a:lnTo>
                  <a:lnTo>
                    <a:pt x="6963100" y="2321666"/>
                  </a:lnTo>
                  <a:lnTo>
                    <a:pt x="6963942" y="2322719"/>
                  </a:lnTo>
                  <a:lnTo>
                    <a:pt x="6964783" y="2324102"/>
                  </a:lnTo>
                  <a:lnTo>
                    <a:pt x="6965624" y="2325499"/>
                  </a:lnTo>
                  <a:lnTo>
                    <a:pt x="6966465" y="2326833"/>
                  </a:lnTo>
                  <a:lnTo>
                    <a:pt x="6967306" y="2328525"/>
                  </a:lnTo>
                  <a:lnTo>
                    <a:pt x="6968148" y="2329999"/>
                  </a:lnTo>
                  <a:lnTo>
                    <a:pt x="6968989" y="2331345"/>
                  </a:lnTo>
                  <a:lnTo>
                    <a:pt x="6969830" y="2332222"/>
                  </a:lnTo>
                  <a:lnTo>
                    <a:pt x="6970671" y="2332492"/>
                  </a:lnTo>
                  <a:lnTo>
                    <a:pt x="6971512" y="2332343"/>
                  </a:lnTo>
                  <a:lnTo>
                    <a:pt x="6972354" y="2331904"/>
                  </a:lnTo>
                  <a:lnTo>
                    <a:pt x="6973195" y="2331402"/>
                  </a:lnTo>
                  <a:lnTo>
                    <a:pt x="6974036" y="2330707"/>
                  </a:lnTo>
                  <a:lnTo>
                    <a:pt x="6974877" y="2329918"/>
                  </a:lnTo>
                  <a:lnTo>
                    <a:pt x="6975718" y="2328465"/>
                  </a:lnTo>
                  <a:lnTo>
                    <a:pt x="6976560" y="2326787"/>
                  </a:lnTo>
                  <a:lnTo>
                    <a:pt x="6977401" y="2324751"/>
                  </a:lnTo>
                  <a:lnTo>
                    <a:pt x="6978242" y="2322330"/>
                  </a:lnTo>
                  <a:lnTo>
                    <a:pt x="6979083" y="2320125"/>
                  </a:lnTo>
                  <a:lnTo>
                    <a:pt x="6979924" y="2318346"/>
                  </a:lnTo>
                  <a:lnTo>
                    <a:pt x="6980766" y="2315726"/>
                  </a:lnTo>
                  <a:lnTo>
                    <a:pt x="6981607" y="2313226"/>
                  </a:lnTo>
                  <a:lnTo>
                    <a:pt x="6982448" y="2310910"/>
                  </a:lnTo>
                  <a:lnTo>
                    <a:pt x="6983289" y="2308608"/>
                  </a:lnTo>
                  <a:lnTo>
                    <a:pt x="6984130" y="2307127"/>
                  </a:lnTo>
                  <a:lnTo>
                    <a:pt x="6984972" y="2306359"/>
                  </a:lnTo>
                  <a:lnTo>
                    <a:pt x="6985813" y="2306071"/>
                  </a:lnTo>
                  <a:lnTo>
                    <a:pt x="6986654" y="2306473"/>
                  </a:lnTo>
                  <a:lnTo>
                    <a:pt x="6987495" y="2307309"/>
                  </a:lnTo>
                  <a:lnTo>
                    <a:pt x="6988336" y="2308593"/>
                  </a:lnTo>
                  <a:lnTo>
                    <a:pt x="6989178" y="2309671"/>
                  </a:lnTo>
                  <a:lnTo>
                    <a:pt x="6990019" y="2310317"/>
                  </a:lnTo>
                  <a:lnTo>
                    <a:pt x="6990860" y="2310834"/>
                  </a:lnTo>
                  <a:lnTo>
                    <a:pt x="6991701" y="2311411"/>
                  </a:lnTo>
                  <a:lnTo>
                    <a:pt x="6992542" y="2311874"/>
                  </a:lnTo>
                  <a:lnTo>
                    <a:pt x="6993384" y="2312581"/>
                  </a:lnTo>
                  <a:lnTo>
                    <a:pt x="6994225" y="2313910"/>
                  </a:lnTo>
                  <a:lnTo>
                    <a:pt x="6995066" y="2315688"/>
                  </a:lnTo>
                  <a:lnTo>
                    <a:pt x="6995907" y="2318035"/>
                  </a:lnTo>
                  <a:lnTo>
                    <a:pt x="6996748" y="2320534"/>
                  </a:lnTo>
                  <a:lnTo>
                    <a:pt x="6997590" y="2322699"/>
                  </a:lnTo>
                  <a:lnTo>
                    <a:pt x="6998431" y="2324241"/>
                  </a:lnTo>
                  <a:lnTo>
                    <a:pt x="6999272" y="2325365"/>
                  </a:lnTo>
                  <a:lnTo>
                    <a:pt x="7000113" y="2326125"/>
                  </a:lnTo>
                  <a:lnTo>
                    <a:pt x="7000954" y="2327118"/>
                  </a:lnTo>
                  <a:lnTo>
                    <a:pt x="7001796" y="2328470"/>
                  </a:lnTo>
                  <a:lnTo>
                    <a:pt x="7002637" y="2330740"/>
                  </a:lnTo>
                  <a:lnTo>
                    <a:pt x="7003478" y="2333505"/>
                  </a:lnTo>
                  <a:lnTo>
                    <a:pt x="7004319" y="2336173"/>
                  </a:lnTo>
                  <a:lnTo>
                    <a:pt x="7005161" y="2338693"/>
                  </a:lnTo>
                  <a:lnTo>
                    <a:pt x="7006002" y="2340848"/>
                  </a:lnTo>
                  <a:lnTo>
                    <a:pt x="7006843" y="2342126"/>
                  </a:lnTo>
                  <a:lnTo>
                    <a:pt x="7007684" y="2342659"/>
                  </a:lnTo>
                  <a:lnTo>
                    <a:pt x="7008525" y="2343606"/>
                  </a:lnTo>
                  <a:lnTo>
                    <a:pt x="7009367" y="2345164"/>
                  </a:lnTo>
                  <a:lnTo>
                    <a:pt x="7010208" y="2347187"/>
                  </a:lnTo>
                  <a:lnTo>
                    <a:pt x="7011049" y="2349658"/>
                  </a:lnTo>
                  <a:lnTo>
                    <a:pt x="7011890" y="2352110"/>
                  </a:lnTo>
                  <a:lnTo>
                    <a:pt x="7012731" y="2354637"/>
                  </a:lnTo>
                  <a:lnTo>
                    <a:pt x="7013573" y="2357213"/>
                  </a:lnTo>
                  <a:lnTo>
                    <a:pt x="7014414" y="2359618"/>
                  </a:lnTo>
                  <a:lnTo>
                    <a:pt x="7015255" y="2361316"/>
                  </a:lnTo>
                  <a:lnTo>
                    <a:pt x="7016096" y="2362316"/>
                  </a:lnTo>
                  <a:lnTo>
                    <a:pt x="7016937" y="2364167"/>
                  </a:lnTo>
                  <a:lnTo>
                    <a:pt x="7017779" y="2366606"/>
                  </a:lnTo>
                  <a:lnTo>
                    <a:pt x="7018620" y="2369402"/>
                  </a:lnTo>
                  <a:lnTo>
                    <a:pt x="7019461" y="2372514"/>
                  </a:lnTo>
                  <a:lnTo>
                    <a:pt x="7020302" y="2375998"/>
                  </a:lnTo>
                  <a:lnTo>
                    <a:pt x="7021143" y="2379714"/>
                  </a:lnTo>
                  <a:lnTo>
                    <a:pt x="7021985" y="2382991"/>
                  </a:lnTo>
                  <a:lnTo>
                    <a:pt x="7022826" y="2385881"/>
                  </a:lnTo>
                  <a:lnTo>
                    <a:pt x="7023667" y="2388418"/>
                  </a:lnTo>
                  <a:lnTo>
                    <a:pt x="7024508" y="2391145"/>
                  </a:lnTo>
                  <a:lnTo>
                    <a:pt x="7025349" y="2393918"/>
                  </a:lnTo>
                  <a:lnTo>
                    <a:pt x="7026191" y="2396227"/>
                  </a:lnTo>
                  <a:lnTo>
                    <a:pt x="7027032" y="2398012"/>
                  </a:lnTo>
                  <a:lnTo>
                    <a:pt x="7027873" y="2399296"/>
                  </a:lnTo>
                  <a:lnTo>
                    <a:pt x="7028714" y="2399896"/>
                  </a:lnTo>
                  <a:lnTo>
                    <a:pt x="7029555" y="2399691"/>
                  </a:lnTo>
                  <a:lnTo>
                    <a:pt x="7030397" y="2399136"/>
                  </a:lnTo>
                  <a:lnTo>
                    <a:pt x="7031238" y="2398529"/>
                  </a:lnTo>
                  <a:lnTo>
                    <a:pt x="7032079" y="2397921"/>
                  </a:lnTo>
                  <a:lnTo>
                    <a:pt x="7032920" y="2397139"/>
                  </a:lnTo>
                  <a:lnTo>
                    <a:pt x="7033761" y="2395923"/>
                  </a:lnTo>
                  <a:lnTo>
                    <a:pt x="7034603" y="2394252"/>
                  </a:lnTo>
                  <a:lnTo>
                    <a:pt x="7035444" y="2392421"/>
                  </a:lnTo>
                  <a:lnTo>
                    <a:pt x="7036285" y="2390507"/>
                  </a:lnTo>
                  <a:lnTo>
                    <a:pt x="7037126" y="2388464"/>
                  </a:lnTo>
                  <a:lnTo>
                    <a:pt x="7037967" y="2386185"/>
                  </a:lnTo>
                  <a:lnTo>
                    <a:pt x="7038809" y="2384331"/>
                  </a:lnTo>
                  <a:lnTo>
                    <a:pt x="7039650" y="2383002"/>
                  </a:lnTo>
                  <a:lnTo>
                    <a:pt x="7040491" y="2382068"/>
                  </a:lnTo>
                  <a:lnTo>
                    <a:pt x="7041332" y="2381673"/>
                  </a:lnTo>
                  <a:lnTo>
                    <a:pt x="7042173" y="2381187"/>
                  </a:lnTo>
                  <a:lnTo>
                    <a:pt x="7043015" y="2380153"/>
                  </a:lnTo>
                  <a:lnTo>
                    <a:pt x="7043856" y="2378839"/>
                  </a:lnTo>
                  <a:lnTo>
                    <a:pt x="7044697" y="2377594"/>
                  </a:lnTo>
                  <a:lnTo>
                    <a:pt x="7045538" y="2376500"/>
                  </a:lnTo>
                  <a:lnTo>
                    <a:pt x="7046379" y="2375208"/>
                  </a:lnTo>
                  <a:lnTo>
                    <a:pt x="7047221" y="2373879"/>
                  </a:lnTo>
                  <a:lnTo>
                    <a:pt x="7048062" y="2372276"/>
                  </a:lnTo>
                  <a:lnTo>
                    <a:pt x="7048903" y="2370210"/>
                  </a:lnTo>
                  <a:lnTo>
                    <a:pt x="7049744" y="2368319"/>
                  </a:lnTo>
                  <a:lnTo>
                    <a:pt x="7050585" y="2366116"/>
                  </a:lnTo>
                  <a:lnTo>
                    <a:pt x="7051427" y="2363837"/>
                  </a:lnTo>
                  <a:lnTo>
                    <a:pt x="7052268" y="2361353"/>
                  </a:lnTo>
                  <a:lnTo>
                    <a:pt x="7053109" y="2358626"/>
                  </a:lnTo>
                  <a:lnTo>
                    <a:pt x="7053950" y="2355207"/>
                  </a:lnTo>
                  <a:lnTo>
                    <a:pt x="7054791" y="2351569"/>
                  </a:lnTo>
                  <a:lnTo>
                    <a:pt x="7055633" y="2347862"/>
                  </a:lnTo>
                  <a:lnTo>
                    <a:pt x="7056474" y="2343768"/>
                  </a:lnTo>
                  <a:lnTo>
                    <a:pt x="7057315" y="2339818"/>
                  </a:lnTo>
                  <a:lnTo>
                    <a:pt x="7058156" y="2337863"/>
                  </a:lnTo>
                  <a:lnTo>
                    <a:pt x="7058997" y="2337340"/>
                  </a:lnTo>
                  <a:lnTo>
                    <a:pt x="7059839" y="2337110"/>
                  </a:lnTo>
                  <a:lnTo>
                    <a:pt x="7060680" y="2336283"/>
                  </a:lnTo>
                  <a:lnTo>
                    <a:pt x="7061521" y="2335899"/>
                  </a:lnTo>
                  <a:lnTo>
                    <a:pt x="7062362" y="2335799"/>
                  </a:lnTo>
                  <a:lnTo>
                    <a:pt x="7063203" y="2335602"/>
                  </a:lnTo>
                  <a:lnTo>
                    <a:pt x="7064045" y="2336059"/>
                  </a:lnTo>
                  <a:lnTo>
                    <a:pt x="7064886" y="2335904"/>
                  </a:lnTo>
                  <a:lnTo>
                    <a:pt x="7065727" y="2335225"/>
                  </a:lnTo>
                  <a:lnTo>
                    <a:pt x="7066568" y="2334802"/>
                  </a:lnTo>
                  <a:lnTo>
                    <a:pt x="7067409" y="2334297"/>
                  </a:lnTo>
                  <a:lnTo>
                    <a:pt x="7068251" y="2333717"/>
                  </a:lnTo>
                  <a:lnTo>
                    <a:pt x="7069092" y="2332990"/>
                  </a:lnTo>
                  <a:lnTo>
                    <a:pt x="7069933" y="2331913"/>
                  </a:lnTo>
                  <a:lnTo>
                    <a:pt x="7070774" y="2330478"/>
                  </a:lnTo>
                  <a:lnTo>
                    <a:pt x="7071615" y="2328867"/>
                  </a:lnTo>
                  <a:lnTo>
                    <a:pt x="7072457" y="2327051"/>
                  </a:lnTo>
                  <a:lnTo>
                    <a:pt x="7073298" y="2324923"/>
                  </a:lnTo>
                  <a:lnTo>
                    <a:pt x="7074139" y="2322750"/>
                  </a:lnTo>
                  <a:lnTo>
                    <a:pt x="7074980" y="2320571"/>
                  </a:lnTo>
                  <a:lnTo>
                    <a:pt x="7075822" y="2318715"/>
                  </a:lnTo>
                  <a:lnTo>
                    <a:pt x="7076663" y="2316983"/>
                  </a:lnTo>
                  <a:lnTo>
                    <a:pt x="7077504" y="2315183"/>
                  </a:lnTo>
                  <a:lnTo>
                    <a:pt x="7078345" y="2313320"/>
                  </a:lnTo>
                  <a:lnTo>
                    <a:pt x="7079186" y="2312002"/>
                  </a:lnTo>
                  <a:lnTo>
                    <a:pt x="7080028" y="2310572"/>
                  </a:lnTo>
                  <a:lnTo>
                    <a:pt x="7080869" y="2309186"/>
                  </a:lnTo>
                  <a:lnTo>
                    <a:pt x="7081710" y="2307659"/>
                  </a:lnTo>
                  <a:lnTo>
                    <a:pt x="7082551" y="2306199"/>
                  </a:lnTo>
                  <a:lnTo>
                    <a:pt x="7083392" y="2304644"/>
                  </a:lnTo>
                  <a:lnTo>
                    <a:pt x="7084234" y="2303289"/>
                  </a:lnTo>
                  <a:lnTo>
                    <a:pt x="7085075" y="2302049"/>
                  </a:lnTo>
                  <a:lnTo>
                    <a:pt x="7085916" y="2301178"/>
                  </a:lnTo>
                  <a:lnTo>
                    <a:pt x="7086757" y="2300431"/>
                  </a:lnTo>
                  <a:lnTo>
                    <a:pt x="7087598" y="2299792"/>
                  </a:lnTo>
                  <a:lnTo>
                    <a:pt x="7088440" y="2298578"/>
                  </a:lnTo>
                  <a:lnTo>
                    <a:pt x="7089281" y="2296856"/>
                  </a:lnTo>
                  <a:lnTo>
                    <a:pt x="7090122" y="2295466"/>
                  </a:lnTo>
                  <a:lnTo>
                    <a:pt x="7090963" y="2294270"/>
                  </a:lnTo>
                  <a:lnTo>
                    <a:pt x="7091804" y="2292510"/>
                  </a:lnTo>
                  <a:lnTo>
                    <a:pt x="7092646" y="2290449"/>
                  </a:lnTo>
                  <a:lnTo>
                    <a:pt x="7093487" y="2286924"/>
                  </a:lnTo>
                  <a:lnTo>
                    <a:pt x="7094328" y="2282365"/>
                  </a:lnTo>
                  <a:lnTo>
                    <a:pt x="7095169" y="2277603"/>
                  </a:lnTo>
                  <a:lnTo>
                    <a:pt x="7096010" y="2274361"/>
                  </a:lnTo>
                  <a:lnTo>
                    <a:pt x="7096852" y="2271272"/>
                  </a:lnTo>
                  <a:lnTo>
                    <a:pt x="7097693" y="2268235"/>
                  </a:lnTo>
                  <a:lnTo>
                    <a:pt x="7098534" y="2266263"/>
                  </a:lnTo>
                  <a:lnTo>
                    <a:pt x="7099375" y="2264279"/>
                  </a:lnTo>
                  <a:lnTo>
                    <a:pt x="7100216" y="2261926"/>
                  </a:lnTo>
                  <a:lnTo>
                    <a:pt x="7101058" y="2259388"/>
                  </a:lnTo>
                  <a:lnTo>
                    <a:pt x="7101899" y="2256857"/>
                  </a:lnTo>
                  <a:lnTo>
                    <a:pt x="7102740" y="2254365"/>
                  </a:lnTo>
                  <a:lnTo>
                    <a:pt x="7103581" y="2251828"/>
                  </a:lnTo>
                  <a:lnTo>
                    <a:pt x="7104422" y="2249189"/>
                  </a:lnTo>
                  <a:lnTo>
                    <a:pt x="7105264" y="2246708"/>
                  </a:lnTo>
                  <a:lnTo>
                    <a:pt x="7106105" y="2244697"/>
                  </a:lnTo>
                  <a:lnTo>
                    <a:pt x="7106946" y="2242309"/>
                  </a:lnTo>
                  <a:lnTo>
                    <a:pt x="7107787" y="2239600"/>
                  </a:lnTo>
                  <a:lnTo>
                    <a:pt x="7108628" y="2236884"/>
                  </a:lnTo>
                  <a:lnTo>
                    <a:pt x="7109470" y="2233105"/>
                  </a:lnTo>
                  <a:lnTo>
                    <a:pt x="7110311" y="2228909"/>
                  </a:lnTo>
                  <a:lnTo>
                    <a:pt x="7111152" y="2224452"/>
                  </a:lnTo>
                  <a:lnTo>
                    <a:pt x="7111993" y="2218601"/>
                  </a:lnTo>
                  <a:lnTo>
                    <a:pt x="7112834" y="2213309"/>
                  </a:lnTo>
                  <a:lnTo>
                    <a:pt x="7113676" y="2208515"/>
                  </a:lnTo>
                  <a:lnTo>
                    <a:pt x="7114517" y="2203842"/>
                  </a:lnTo>
                  <a:lnTo>
                    <a:pt x="7115358" y="2198530"/>
                  </a:lnTo>
                  <a:lnTo>
                    <a:pt x="7116199" y="2193538"/>
                  </a:lnTo>
                  <a:lnTo>
                    <a:pt x="7117040" y="2188841"/>
                  </a:lnTo>
                  <a:lnTo>
                    <a:pt x="7117882" y="2183050"/>
                  </a:lnTo>
                  <a:lnTo>
                    <a:pt x="7118723" y="2176636"/>
                  </a:lnTo>
                  <a:lnTo>
                    <a:pt x="7119564" y="2170046"/>
                  </a:lnTo>
                  <a:lnTo>
                    <a:pt x="7120405" y="2162906"/>
                  </a:lnTo>
                  <a:lnTo>
                    <a:pt x="7121246" y="2155700"/>
                  </a:lnTo>
                  <a:lnTo>
                    <a:pt x="7122088" y="2148896"/>
                  </a:lnTo>
                  <a:lnTo>
                    <a:pt x="7122929" y="2142772"/>
                  </a:lnTo>
                  <a:lnTo>
                    <a:pt x="7123770" y="2136693"/>
                  </a:lnTo>
                  <a:lnTo>
                    <a:pt x="7124611" y="2130531"/>
                  </a:lnTo>
                  <a:lnTo>
                    <a:pt x="7125452" y="2123664"/>
                  </a:lnTo>
                  <a:lnTo>
                    <a:pt x="7126294" y="2116647"/>
                  </a:lnTo>
                  <a:lnTo>
                    <a:pt x="7127135" y="2109457"/>
                  </a:lnTo>
                  <a:lnTo>
                    <a:pt x="7127976" y="2102689"/>
                  </a:lnTo>
                  <a:lnTo>
                    <a:pt x="7128817" y="2096574"/>
                  </a:lnTo>
                  <a:lnTo>
                    <a:pt x="7129658" y="2088256"/>
                  </a:lnTo>
                  <a:lnTo>
                    <a:pt x="7130500" y="2080341"/>
                  </a:lnTo>
                  <a:lnTo>
                    <a:pt x="7131341" y="2072326"/>
                  </a:lnTo>
                  <a:lnTo>
                    <a:pt x="7132182" y="2064474"/>
                  </a:lnTo>
                  <a:lnTo>
                    <a:pt x="7133023" y="2059236"/>
                  </a:lnTo>
                  <a:lnTo>
                    <a:pt x="7133864" y="2054489"/>
                  </a:lnTo>
                  <a:lnTo>
                    <a:pt x="7134706" y="2049866"/>
                  </a:lnTo>
                  <a:lnTo>
                    <a:pt x="7135547" y="2045256"/>
                  </a:lnTo>
                  <a:lnTo>
                    <a:pt x="7136388" y="2040723"/>
                  </a:lnTo>
                  <a:lnTo>
                    <a:pt x="7137229" y="2036272"/>
                  </a:lnTo>
                  <a:lnTo>
                    <a:pt x="7138070" y="2032337"/>
                  </a:lnTo>
                  <a:lnTo>
                    <a:pt x="7138912" y="2028950"/>
                  </a:lnTo>
                  <a:lnTo>
                    <a:pt x="7139753" y="2026162"/>
                  </a:lnTo>
                  <a:lnTo>
                    <a:pt x="7140594" y="2023925"/>
                  </a:lnTo>
                  <a:lnTo>
                    <a:pt x="7141435" y="2021796"/>
                  </a:lnTo>
                  <a:lnTo>
                    <a:pt x="7142276" y="2020038"/>
                  </a:lnTo>
                  <a:lnTo>
                    <a:pt x="7143118" y="2018650"/>
                  </a:lnTo>
                  <a:lnTo>
                    <a:pt x="7143959" y="2017430"/>
                  </a:lnTo>
                  <a:lnTo>
                    <a:pt x="7144800" y="2016391"/>
                  </a:lnTo>
                  <a:lnTo>
                    <a:pt x="7145641" y="2015837"/>
                  </a:lnTo>
                  <a:lnTo>
                    <a:pt x="7146483" y="2015847"/>
                  </a:lnTo>
                  <a:lnTo>
                    <a:pt x="7147324" y="2015291"/>
                  </a:lnTo>
                  <a:lnTo>
                    <a:pt x="7148165" y="2013013"/>
                  </a:lnTo>
                  <a:lnTo>
                    <a:pt x="7149006" y="2012336"/>
                  </a:lnTo>
                  <a:lnTo>
                    <a:pt x="7149847" y="2012017"/>
                  </a:lnTo>
                  <a:lnTo>
                    <a:pt x="7150689" y="2011433"/>
                  </a:lnTo>
                  <a:lnTo>
                    <a:pt x="7151530" y="2010832"/>
                  </a:lnTo>
                  <a:lnTo>
                    <a:pt x="7152371" y="2009594"/>
                  </a:lnTo>
                  <a:lnTo>
                    <a:pt x="7153212" y="2008029"/>
                  </a:lnTo>
                  <a:lnTo>
                    <a:pt x="7154053" y="2006343"/>
                  </a:lnTo>
                  <a:lnTo>
                    <a:pt x="7154895" y="2004376"/>
                  </a:lnTo>
                  <a:lnTo>
                    <a:pt x="7155736" y="2002385"/>
                  </a:lnTo>
                  <a:lnTo>
                    <a:pt x="7156577" y="2000357"/>
                  </a:lnTo>
                  <a:lnTo>
                    <a:pt x="7157418" y="1998329"/>
                  </a:lnTo>
                  <a:lnTo>
                    <a:pt x="7158259" y="1996134"/>
                  </a:lnTo>
                  <a:lnTo>
                    <a:pt x="7159101" y="1993278"/>
                  </a:lnTo>
                  <a:lnTo>
                    <a:pt x="7159942" y="1990300"/>
                  </a:lnTo>
                  <a:lnTo>
                    <a:pt x="7160783" y="1987094"/>
                  </a:lnTo>
                  <a:lnTo>
                    <a:pt x="7161624" y="1983266"/>
                  </a:lnTo>
                  <a:lnTo>
                    <a:pt x="7162465" y="1978518"/>
                  </a:lnTo>
                  <a:lnTo>
                    <a:pt x="7163307" y="1973641"/>
                  </a:lnTo>
                  <a:lnTo>
                    <a:pt x="7164148" y="1968134"/>
                  </a:lnTo>
                  <a:lnTo>
                    <a:pt x="7164989" y="1961472"/>
                  </a:lnTo>
                  <a:lnTo>
                    <a:pt x="7165830" y="1953952"/>
                  </a:lnTo>
                  <a:lnTo>
                    <a:pt x="7166671" y="1946394"/>
                  </a:lnTo>
                  <a:lnTo>
                    <a:pt x="7167513" y="1938873"/>
                  </a:lnTo>
                  <a:lnTo>
                    <a:pt x="7168354" y="1931087"/>
                  </a:lnTo>
                  <a:lnTo>
                    <a:pt x="7169195" y="1922027"/>
                  </a:lnTo>
                  <a:lnTo>
                    <a:pt x="7170036" y="1912980"/>
                  </a:lnTo>
                  <a:lnTo>
                    <a:pt x="7170877" y="1904010"/>
                  </a:lnTo>
                  <a:lnTo>
                    <a:pt x="7171719" y="1894621"/>
                  </a:lnTo>
                  <a:lnTo>
                    <a:pt x="7172560" y="1885208"/>
                  </a:lnTo>
                  <a:lnTo>
                    <a:pt x="7173401" y="1875737"/>
                  </a:lnTo>
                  <a:lnTo>
                    <a:pt x="7174242" y="1866267"/>
                  </a:lnTo>
                  <a:lnTo>
                    <a:pt x="7175083" y="1856763"/>
                  </a:lnTo>
                  <a:lnTo>
                    <a:pt x="7175925" y="1847061"/>
                  </a:lnTo>
                  <a:lnTo>
                    <a:pt x="7176766" y="1837104"/>
                  </a:lnTo>
                  <a:lnTo>
                    <a:pt x="7177607" y="1827836"/>
                  </a:lnTo>
                  <a:lnTo>
                    <a:pt x="7178448" y="1818764"/>
                  </a:lnTo>
                  <a:lnTo>
                    <a:pt x="7179289" y="1809266"/>
                  </a:lnTo>
                  <a:lnTo>
                    <a:pt x="7180131" y="1798155"/>
                  </a:lnTo>
                  <a:lnTo>
                    <a:pt x="7180972" y="1786201"/>
                  </a:lnTo>
                  <a:lnTo>
                    <a:pt x="7181813" y="1777344"/>
                  </a:lnTo>
                  <a:lnTo>
                    <a:pt x="7182654" y="1768115"/>
                  </a:lnTo>
                  <a:lnTo>
                    <a:pt x="7183495" y="1758359"/>
                  </a:lnTo>
                  <a:lnTo>
                    <a:pt x="7184337" y="1748913"/>
                  </a:lnTo>
                  <a:lnTo>
                    <a:pt x="7185178" y="1739334"/>
                  </a:lnTo>
                  <a:lnTo>
                    <a:pt x="7186019" y="1729573"/>
                  </a:lnTo>
                  <a:lnTo>
                    <a:pt x="7186860" y="1719513"/>
                  </a:lnTo>
                  <a:lnTo>
                    <a:pt x="7187701" y="1709137"/>
                  </a:lnTo>
                  <a:lnTo>
                    <a:pt x="7188543" y="1699011"/>
                  </a:lnTo>
                  <a:lnTo>
                    <a:pt x="7189384" y="1688156"/>
                  </a:lnTo>
                  <a:lnTo>
                    <a:pt x="7190225" y="1676431"/>
                  </a:lnTo>
                  <a:lnTo>
                    <a:pt x="7191066" y="1664247"/>
                  </a:lnTo>
                  <a:lnTo>
                    <a:pt x="7191907" y="1651612"/>
                  </a:lnTo>
                  <a:lnTo>
                    <a:pt x="7192749" y="1639204"/>
                  </a:lnTo>
                  <a:lnTo>
                    <a:pt x="7193590" y="1627034"/>
                  </a:lnTo>
                  <a:lnTo>
                    <a:pt x="7194431" y="1614973"/>
                  </a:lnTo>
                  <a:lnTo>
                    <a:pt x="7195272" y="1602773"/>
                  </a:lnTo>
                  <a:lnTo>
                    <a:pt x="7196113" y="1586183"/>
                  </a:lnTo>
                  <a:lnTo>
                    <a:pt x="7196955" y="1570504"/>
                  </a:lnTo>
                  <a:lnTo>
                    <a:pt x="7197796" y="1555084"/>
                  </a:lnTo>
                  <a:lnTo>
                    <a:pt x="7198637" y="1539382"/>
                  </a:lnTo>
                  <a:lnTo>
                    <a:pt x="7199478" y="1523651"/>
                  </a:lnTo>
                  <a:lnTo>
                    <a:pt x="7200319" y="1507281"/>
                  </a:lnTo>
                  <a:lnTo>
                    <a:pt x="7201161" y="1489589"/>
                  </a:lnTo>
                  <a:lnTo>
                    <a:pt x="7202002" y="1471130"/>
                  </a:lnTo>
                  <a:lnTo>
                    <a:pt x="7202843" y="1453955"/>
                  </a:lnTo>
                  <a:lnTo>
                    <a:pt x="7203684" y="1437783"/>
                  </a:lnTo>
                  <a:lnTo>
                    <a:pt x="7204525" y="1422431"/>
                  </a:lnTo>
                  <a:lnTo>
                    <a:pt x="7205367" y="1408241"/>
                  </a:lnTo>
                  <a:lnTo>
                    <a:pt x="7206208" y="1394348"/>
                  </a:lnTo>
                  <a:lnTo>
                    <a:pt x="7207049" y="1381275"/>
                  </a:lnTo>
                  <a:lnTo>
                    <a:pt x="7207890" y="1368331"/>
                  </a:lnTo>
                  <a:lnTo>
                    <a:pt x="7208731" y="1354270"/>
                  </a:lnTo>
                  <a:lnTo>
                    <a:pt x="7209573" y="1339146"/>
                  </a:lnTo>
                  <a:lnTo>
                    <a:pt x="7210414" y="1323429"/>
                  </a:lnTo>
                  <a:lnTo>
                    <a:pt x="7211255" y="1308009"/>
                  </a:lnTo>
                  <a:lnTo>
                    <a:pt x="7212096" y="1296843"/>
                  </a:lnTo>
                  <a:lnTo>
                    <a:pt x="7212937" y="1286760"/>
                  </a:lnTo>
                  <a:lnTo>
                    <a:pt x="7213779" y="1277068"/>
                  </a:lnTo>
                  <a:lnTo>
                    <a:pt x="7214620" y="1268727"/>
                  </a:lnTo>
                  <a:lnTo>
                    <a:pt x="7215461" y="1262344"/>
                  </a:lnTo>
                  <a:lnTo>
                    <a:pt x="7216302" y="1256028"/>
                  </a:lnTo>
                  <a:lnTo>
                    <a:pt x="7217144" y="1249301"/>
                  </a:lnTo>
                  <a:lnTo>
                    <a:pt x="7217985" y="1241557"/>
                  </a:lnTo>
                  <a:lnTo>
                    <a:pt x="7218826" y="1233884"/>
                  </a:lnTo>
                  <a:lnTo>
                    <a:pt x="7219667" y="1225507"/>
                  </a:lnTo>
                  <a:lnTo>
                    <a:pt x="7220508" y="1216948"/>
                  </a:lnTo>
                  <a:lnTo>
                    <a:pt x="7221350" y="1208945"/>
                  </a:lnTo>
                  <a:lnTo>
                    <a:pt x="7222191" y="1201773"/>
                  </a:lnTo>
                  <a:lnTo>
                    <a:pt x="7223032" y="1195105"/>
                  </a:lnTo>
                  <a:lnTo>
                    <a:pt x="7223873" y="1188577"/>
                  </a:lnTo>
                  <a:lnTo>
                    <a:pt x="7224714" y="1183118"/>
                  </a:lnTo>
                  <a:lnTo>
                    <a:pt x="7225556" y="1177475"/>
                  </a:lnTo>
                  <a:lnTo>
                    <a:pt x="7226397" y="1169526"/>
                  </a:lnTo>
                  <a:lnTo>
                    <a:pt x="7227238" y="1157066"/>
                  </a:lnTo>
                  <a:lnTo>
                    <a:pt x="7228079" y="1148007"/>
                  </a:lnTo>
                  <a:lnTo>
                    <a:pt x="7228920" y="1138156"/>
                  </a:lnTo>
                  <a:lnTo>
                    <a:pt x="7229762" y="1128041"/>
                  </a:lnTo>
                  <a:lnTo>
                    <a:pt x="7230603" y="1117913"/>
                  </a:lnTo>
                  <a:lnTo>
                    <a:pt x="7231444" y="1108394"/>
                  </a:lnTo>
                  <a:lnTo>
                    <a:pt x="7232285" y="1098694"/>
                  </a:lnTo>
                  <a:lnTo>
                    <a:pt x="7233126" y="1089671"/>
                  </a:lnTo>
                  <a:lnTo>
                    <a:pt x="7233968" y="1081001"/>
                  </a:lnTo>
                  <a:lnTo>
                    <a:pt x="7234809" y="1071807"/>
                  </a:lnTo>
                  <a:lnTo>
                    <a:pt x="7235650" y="1061841"/>
                  </a:lnTo>
                  <a:lnTo>
                    <a:pt x="7236491" y="1051727"/>
                  </a:lnTo>
                  <a:lnTo>
                    <a:pt x="7237332" y="1041486"/>
                  </a:lnTo>
                  <a:lnTo>
                    <a:pt x="7238174" y="1031677"/>
                  </a:lnTo>
                  <a:lnTo>
                    <a:pt x="7239015" y="1024275"/>
                  </a:lnTo>
                  <a:lnTo>
                    <a:pt x="7239856" y="1016818"/>
                  </a:lnTo>
                  <a:lnTo>
                    <a:pt x="7240697" y="1008199"/>
                  </a:lnTo>
                  <a:lnTo>
                    <a:pt x="7241538" y="1000278"/>
                  </a:lnTo>
                  <a:lnTo>
                    <a:pt x="7242380" y="992552"/>
                  </a:lnTo>
                  <a:lnTo>
                    <a:pt x="7243221" y="985098"/>
                  </a:lnTo>
                  <a:lnTo>
                    <a:pt x="7244062" y="977178"/>
                  </a:lnTo>
                  <a:lnTo>
                    <a:pt x="7244903" y="969468"/>
                  </a:lnTo>
                  <a:lnTo>
                    <a:pt x="7245744" y="962369"/>
                  </a:lnTo>
                  <a:lnTo>
                    <a:pt x="7246586" y="955708"/>
                  </a:lnTo>
                  <a:lnTo>
                    <a:pt x="7247427" y="949508"/>
                  </a:lnTo>
                  <a:lnTo>
                    <a:pt x="7248268" y="943954"/>
                  </a:lnTo>
                  <a:lnTo>
                    <a:pt x="7249109" y="938518"/>
                  </a:lnTo>
                  <a:lnTo>
                    <a:pt x="7249950" y="933302"/>
                  </a:lnTo>
                  <a:lnTo>
                    <a:pt x="7250792" y="929214"/>
                  </a:lnTo>
                  <a:lnTo>
                    <a:pt x="7251633" y="925134"/>
                  </a:lnTo>
                  <a:lnTo>
                    <a:pt x="7252474" y="920731"/>
                  </a:lnTo>
                  <a:lnTo>
                    <a:pt x="7253315" y="916306"/>
                  </a:lnTo>
                  <a:lnTo>
                    <a:pt x="7254156" y="911911"/>
                  </a:lnTo>
                  <a:lnTo>
                    <a:pt x="7254998" y="906285"/>
                  </a:lnTo>
                  <a:lnTo>
                    <a:pt x="7255839" y="900540"/>
                  </a:lnTo>
                  <a:lnTo>
                    <a:pt x="7256680" y="894846"/>
                  </a:lnTo>
                  <a:lnTo>
                    <a:pt x="7257521" y="889515"/>
                  </a:lnTo>
                  <a:lnTo>
                    <a:pt x="7258362" y="883152"/>
                  </a:lnTo>
                  <a:lnTo>
                    <a:pt x="7259204" y="875874"/>
                  </a:lnTo>
                  <a:lnTo>
                    <a:pt x="7260045" y="870128"/>
                  </a:lnTo>
                  <a:lnTo>
                    <a:pt x="7260886" y="865462"/>
                  </a:lnTo>
                  <a:lnTo>
                    <a:pt x="7261727" y="862831"/>
                  </a:lnTo>
                  <a:lnTo>
                    <a:pt x="7262568" y="861706"/>
                  </a:lnTo>
                  <a:lnTo>
                    <a:pt x="7263410" y="861675"/>
                  </a:lnTo>
                  <a:lnTo>
                    <a:pt x="7264251" y="860074"/>
                  </a:lnTo>
                  <a:lnTo>
                    <a:pt x="7265092" y="858576"/>
                  </a:lnTo>
                  <a:lnTo>
                    <a:pt x="7265933" y="856560"/>
                  </a:lnTo>
                  <a:lnTo>
                    <a:pt x="7266774" y="853103"/>
                  </a:lnTo>
                  <a:lnTo>
                    <a:pt x="7267616" y="849641"/>
                  </a:lnTo>
                  <a:lnTo>
                    <a:pt x="7268457" y="846764"/>
                  </a:lnTo>
                  <a:lnTo>
                    <a:pt x="7269298" y="844339"/>
                  </a:lnTo>
                  <a:lnTo>
                    <a:pt x="7270139" y="841748"/>
                  </a:lnTo>
                  <a:lnTo>
                    <a:pt x="7270980" y="839064"/>
                  </a:lnTo>
                  <a:lnTo>
                    <a:pt x="7271822" y="836984"/>
                  </a:lnTo>
                  <a:lnTo>
                    <a:pt x="7272663" y="835113"/>
                  </a:lnTo>
                  <a:lnTo>
                    <a:pt x="7273504" y="833190"/>
                  </a:lnTo>
                  <a:lnTo>
                    <a:pt x="7274345" y="831807"/>
                  </a:lnTo>
                  <a:lnTo>
                    <a:pt x="7275186" y="830254"/>
                  </a:lnTo>
                  <a:lnTo>
                    <a:pt x="7276028" y="828835"/>
                  </a:lnTo>
                  <a:lnTo>
                    <a:pt x="7276869" y="827293"/>
                  </a:lnTo>
                  <a:lnTo>
                    <a:pt x="7277710" y="827643"/>
                  </a:lnTo>
                  <a:lnTo>
                    <a:pt x="7278551" y="828300"/>
                  </a:lnTo>
                  <a:lnTo>
                    <a:pt x="7279392" y="830090"/>
                  </a:lnTo>
                  <a:lnTo>
                    <a:pt x="7280234" y="833826"/>
                  </a:lnTo>
                  <a:lnTo>
                    <a:pt x="7281075" y="835818"/>
                  </a:lnTo>
                  <a:lnTo>
                    <a:pt x="7281916" y="836866"/>
                  </a:lnTo>
                  <a:lnTo>
                    <a:pt x="7282757" y="838273"/>
                  </a:lnTo>
                  <a:lnTo>
                    <a:pt x="7283598" y="840470"/>
                  </a:lnTo>
                  <a:lnTo>
                    <a:pt x="7284440" y="842821"/>
                  </a:lnTo>
                  <a:lnTo>
                    <a:pt x="7285281" y="845178"/>
                  </a:lnTo>
                  <a:lnTo>
                    <a:pt x="7286122" y="847885"/>
                  </a:lnTo>
                  <a:lnTo>
                    <a:pt x="7286963" y="850296"/>
                  </a:lnTo>
                  <a:lnTo>
                    <a:pt x="7287805" y="851948"/>
                  </a:lnTo>
                  <a:lnTo>
                    <a:pt x="7288646" y="853209"/>
                  </a:lnTo>
                  <a:lnTo>
                    <a:pt x="7289487" y="855793"/>
                  </a:lnTo>
                  <a:lnTo>
                    <a:pt x="7290328" y="857709"/>
                  </a:lnTo>
                  <a:lnTo>
                    <a:pt x="7291169" y="858351"/>
                  </a:lnTo>
                  <a:lnTo>
                    <a:pt x="7292011" y="860168"/>
                  </a:lnTo>
                  <a:lnTo>
                    <a:pt x="7292852" y="861362"/>
                  </a:lnTo>
                  <a:lnTo>
                    <a:pt x="7293693" y="862718"/>
                  </a:lnTo>
                  <a:lnTo>
                    <a:pt x="7294534" y="864039"/>
                  </a:lnTo>
                  <a:lnTo>
                    <a:pt x="7295375" y="865242"/>
                  </a:lnTo>
                  <a:lnTo>
                    <a:pt x="7296217" y="865541"/>
                  </a:lnTo>
                  <a:lnTo>
                    <a:pt x="7297058" y="864953"/>
                  </a:lnTo>
                  <a:lnTo>
                    <a:pt x="7297899" y="866409"/>
                  </a:lnTo>
                  <a:lnTo>
                    <a:pt x="7298740" y="867497"/>
                  </a:lnTo>
                  <a:lnTo>
                    <a:pt x="7299581" y="867962"/>
                  </a:lnTo>
                  <a:lnTo>
                    <a:pt x="7300423" y="870443"/>
                  </a:lnTo>
                  <a:lnTo>
                    <a:pt x="7301264" y="869949"/>
                  </a:lnTo>
                  <a:lnTo>
                    <a:pt x="7302105" y="868636"/>
                  </a:lnTo>
                  <a:lnTo>
                    <a:pt x="7302946" y="867093"/>
                  </a:lnTo>
                  <a:lnTo>
                    <a:pt x="7303787" y="865042"/>
                  </a:lnTo>
                  <a:lnTo>
                    <a:pt x="7304629" y="863683"/>
                  </a:lnTo>
                  <a:lnTo>
                    <a:pt x="7305470" y="862119"/>
                  </a:lnTo>
                  <a:lnTo>
                    <a:pt x="7306311" y="860128"/>
                  </a:lnTo>
                  <a:lnTo>
                    <a:pt x="7307152" y="856145"/>
                  </a:lnTo>
                  <a:lnTo>
                    <a:pt x="7307993" y="852176"/>
                  </a:lnTo>
                  <a:lnTo>
                    <a:pt x="7308835" y="848301"/>
                  </a:lnTo>
                  <a:lnTo>
                    <a:pt x="7309676" y="844518"/>
                  </a:lnTo>
                  <a:lnTo>
                    <a:pt x="7310517" y="840198"/>
                  </a:lnTo>
                  <a:lnTo>
                    <a:pt x="7311358" y="835297"/>
                  </a:lnTo>
                  <a:lnTo>
                    <a:pt x="7312199" y="830587"/>
                  </a:lnTo>
                  <a:lnTo>
                    <a:pt x="7313041" y="825559"/>
                  </a:lnTo>
                  <a:lnTo>
                    <a:pt x="7313882" y="818818"/>
                  </a:lnTo>
                  <a:lnTo>
                    <a:pt x="7314723" y="812381"/>
                  </a:lnTo>
                  <a:lnTo>
                    <a:pt x="7315564" y="804666"/>
                  </a:lnTo>
                  <a:lnTo>
                    <a:pt x="7316405" y="798828"/>
                  </a:lnTo>
                  <a:lnTo>
                    <a:pt x="7317247" y="790061"/>
                  </a:lnTo>
                  <a:lnTo>
                    <a:pt x="7318088" y="780984"/>
                  </a:lnTo>
                  <a:lnTo>
                    <a:pt x="7318929" y="771975"/>
                  </a:lnTo>
                  <a:lnTo>
                    <a:pt x="7319770" y="763490"/>
                  </a:lnTo>
                  <a:lnTo>
                    <a:pt x="7320611" y="755058"/>
                  </a:lnTo>
                  <a:lnTo>
                    <a:pt x="7321453" y="749338"/>
                  </a:lnTo>
                  <a:lnTo>
                    <a:pt x="7322294" y="744116"/>
                  </a:lnTo>
                  <a:lnTo>
                    <a:pt x="7323135" y="739661"/>
                  </a:lnTo>
                  <a:lnTo>
                    <a:pt x="7323976" y="735555"/>
                  </a:lnTo>
                  <a:lnTo>
                    <a:pt x="7324817" y="731426"/>
                  </a:lnTo>
                  <a:lnTo>
                    <a:pt x="7325659" y="727052"/>
                  </a:lnTo>
                  <a:lnTo>
                    <a:pt x="7326500" y="722351"/>
                  </a:lnTo>
                  <a:lnTo>
                    <a:pt x="7327341" y="721161"/>
                  </a:lnTo>
                  <a:lnTo>
                    <a:pt x="7328182" y="720132"/>
                  </a:lnTo>
                  <a:lnTo>
                    <a:pt x="7329023" y="718783"/>
                  </a:lnTo>
                  <a:lnTo>
                    <a:pt x="7329865" y="718858"/>
                  </a:lnTo>
                  <a:lnTo>
                    <a:pt x="7330706" y="719694"/>
                  </a:lnTo>
                  <a:lnTo>
                    <a:pt x="7331547" y="720266"/>
                  </a:lnTo>
                  <a:lnTo>
                    <a:pt x="7332388" y="721086"/>
                  </a:lnTo>
                  <a:lnTo>
                    <a:pt x="7333229" y="722622"/>
                  </a:lnTo>
                  <a:lnTo>
                    <a:pt x="7334071" y="725340"/>
                  </a:lnTo>
                  <a:lnTo>
                    <a:pt x="7334912" y="728608"/>
                  </a:lnTo>
                  <a:lnTo>
                    <a:pt x="7335753" y="732166"/>
                  </a:lnTo>
                  <a:lnTo>
                    <a:pt x="7336594" y="735893"/>
                  </a:lnTo>
                  <a:lnTo>
                    <a:pt x="7337435" y="740512"/>
                  </a:lnTo>
                  <a:lnTo>
                    <a:pt x="7338277" y="745235"/>
                  </a:lnTo>
                  <a:lnTo>
                    <a:pt x="7339118" y="749969"/>
                  </a:lnTo>
                  <a:lnTo>
                    <a:pt x="7339959" y="754060"/>
                  </a:lnTo>
                  <a:lnTo>
                    <a:pt x="7340800" y="757387"/>
                  </a:lnTo>
                  <a:lnTo>
                    <a:pt x="7341641" y="761406"/>
                  </a:lnTo>
                  <a:lnTo>
                    <a:pt x="7342483" y="763559"/>
                  </a:lnTo>
                  <a:lnTo>
                    <a:pt x="7343324" y="765968"/>
                  </a:lnTo>
                  <a:lnTo>
                    <a:pt x="7344165" y="767298"/>
                  </a:lnTo>
                  <a:lnTo>
                    <a:pt x="7345006" y="770291"/>
                  </a:lnTo>
                  <a:lnTo>
                    <a:pt x="7345847" y="773253"/>
                  </a:lnTo>
                  <a:lnTo>
                    <a:pt x="7346689" y="775881"/>
                  </a:lnTo>
                  <a:lnTo>
                    <a:pt x="7347530" y="778996"/>
                  </a:lnTo>
                  <a:lnTo>
                    <a:pt x="7348371" y="783607"/>
                  </a:lnTo>
                  <a:lnTo>
                    <a:pt x="7349212" y="789236"/>
                  </a:lnTo>
                  <a:lnTo>
                    <a:pt x="7350053" y="792289"/>
                  </a:lnTo>
                  <a:lnTo>
                    <a:pt x="7350895" y="796469"/>
                  </a:lnTo>
                  <a:lnTo>
                    <a:pt x="7351736" y="802082"/>
                  </a:lnTo>
                  <a:lnTo>
                    <a:pt x="7352577" y="808613"/>
                  </a:lnTo>
                  <a:lnTo>
                    <a:pt x="7353418" y="815968"/>
                  </a:lnTo>
                  <a:lnTo>
                    <a:pt x="7354259" y="823982"/>
                  </a:lnTo>
                  <a:lnTo>
                    <a:pt x="7355101" y="832469"/>
                  </a:lnTo>
                  <a:lnTo>
                    <a:pt x="7355942" y="841001"/>
                  </a:lnTo>
                  <a:lnTo>
                    <a:pt x="7356783" y="848441"/>
                  </a:lnTo>
                  <a:lnTo>
                    <a:pt x="7357624" y="856058"/>
                  </a:lnTo>
                  <a:lnTo>
                    <a:pt x="7358466" y="864043"/>
                  </a:lnTo>
                  <a:lnTo>
                    <a:pt x="7359307" y="872471"/>
                  </a:lnTo>
                  <a:lnTo>
                    <a:pt x="7360148" y="880883"/>
                  </a:lnTo>
                  <a:lnTo>
                    <a:pt x="7360989" y="890124"/>
                  </a:lnTo>
                  <a:lnTo>
                    <a:pt x="7361830" y="898902"/>
                  </a:lnTo>
                  <a:lnTo>
                    <a:pt x="7362672" y="907790"/>
                  </a:lnTo>
                  <a:lnTo>
                    <a:pt x="7363513" y="917554"/>
                  </a:lnTo>
                  <a:lnTo>
                    <a:pt x="7364354" y="932072"/>
                  </a:lnTo>
                  <a:lnTo>
                    <a:pt x="7365195" y="946049"/>
                  </a:lnTo>
                  <a:lnTo>
                    <a:pt x="7366036" y="959744"/>
                  </a:lnTo>
                  <a:lnTo>
                    <a:pt x="7366878" y="974030"/>
                  </a:lnTo>
                  <a:lnTo>
                    <a:pt x="7367719" y="988512"/>
                  </a:lnTo>
                  <a:lnTo>
                    <a:pt x="7368560" y="1003671"/>
                  </a:lnTo>
                  <a:lnTo>
                    <a:pt x="7369401" y="1020592"/>
                  </a:lnTo>
                  <a:lnTo>
                    <a:pt x="7370242" y="1038625"/>
                  </a:lnTo>
                  <a:lnTo>
                    <a:pt x="7371084" y="1056184"/>
                  </a:lnTo>
                  <a:lnTo>
                    <a:pt x="7371925" y="1072848"/>
                  </a:lnTo>
                  <a:lnTo>
                    <a:pt x="7372766" y="1088808"/>
                  </a:lnTo>
                  <a:lnTo>
                    <a:pt x="7373607" y="1103624"/>
                  </a:lnTo>
                  <a:lnTo>
                    <a:pt x="7374448" y="1118928"/>
                  </a:lnTo>
                  <a:lnTo>
                    <a:pt x="7375290" y="1132261"/>
                  </a:lnTo>
                  <a:lnTo>
                    <a:pt x="7376131" y="1144715"/>
                  </a:lnTo>
                  <a:lnTo>
                    <a:pt x="7376972" y="1157969"/>
                  </a:lnTo>
                  <a:lnTo>
                    <a:pt x="7377813" y="1171901"/>
                  </a:lnTo>
                  <a:lnTo>
                    <a:pt x="7378654" y="1187014"/>
                  </a:lnTo>
                  <a:lnTo>
                    <a:pt x="7379496" y="1202180"/>
                  </a:lnTo>
                  <a:lnTo>
                    <a:pt x="7380337" y="1213642"/>
                  </a:lnTo>
                  <a:lnTo>
                    <a:pt x="7381178" y="1224054"/>
                  </a:lnTo>
                  <a:lnTo>
                    <a:pt x="7382019" y="1233774"/>
                  </a:lnTo>
                  <a:lnTo>
                    <a:pt x="7382860" y="1242164"/>
                  </a:lnTo>
                  <a:lnTo>
                    <a:pt x="7383702" y="1248044"/>
                  </a:lnTo>
                  <a:lnTo>
                    <a:pt x="7384543" y="1253806"/>
                  </a:lnTo>
                  <a:lnTo>
                    <a:pt x="7385384" y="1260847"/>
                  </a:lnTo>
                  <a:lnTo>
                    <a:pt x="7386225" y="1268688"/>
                  </a:lnTo>
                  <a:lnTo>
                    <a:pt x="7387066" y="1277292"/>
                  </a:lnTo>
                  <a:lnTo>
                    <a:pt x="7387908" y="1286847"/>
                  </a:lnTo>
                  <a:lnTo>
                    <a:pt x="7388749" y="1296706"/>
                  </a:lnTo>
                  <a:lnTo>
                    <a:pt x="7389590" y="1306637"/>
                  </a:lnTo>
                  <a:lnTo>
                    <a:pt x="7390431" y="1316422"/>
                  </a:lnTo>
                  <a:lnTo>
                    <a:pt x="7391272" y="1325426"/>
                  </a:lnTo>
                  <a:lnTo>
                    <a:pt x="7392114" y="1333969"/>
                  </a:lnTo>
                  <a:lnTo>
                    <a:pt x="7392955" y="1341461"/>
                  </a:lnTo>
                  <a:lnTo>
                    <a:pt x="7393796" y="1349301"/>
                  </a:lnTo>
                  <a:lnTo>
                    <a:pt x="7394637" y="1358018"/>
                  </a:lnTo>
                  <a:lnTo>
                    <a:pt x="7395478" y="1370521"/>
                  </a:lnTo>
                  <a:lnTo>
                    <a:pt x="7396320" y="1379670"/>
                  </a:lnTo>
                  <a:lnTo>
                    <a:pt x="7397161" y="1389077"/>
                  </a:lnTo>
                  <a:lnTo>
                    <a:pt x="7398002" y="1398438"/>
                  </a:lnTo>
                  <a:lnTo>
                    <a:pt x="7398843" y="1407291"/>
                  </a:lnTo>
                  <a:lnTo>
                    <a:pt x="7399684" y="1415438"/>
                  </a:lnTo>
                  <a:lnTo>
                    <a:pt x="7400526" y="1422798"/>
                  </a:lnTo>
                  <a:lnTo>
                    <a:pt x="7401367" y="1429479"/>
                  </a:lnTo>
                  <a:lnTo>
                    <a:pt x="7402208" y="1435199"/>
                  </a:lnTo>
                  <a:lnTo>
                    <a:pt x="7403049" y="1441683"/>
                  </a:lnTo>
                  <a:lnTo>
                    <a:pt x="7403890" y="1449512"/>
                  </a:lnTo>
                  <a:lnTo>
                    <a:pt x="7404732" y="1457998"/>
                  </a:lnTo>
                  <a:lnTo>
                    <a:pt x="7405573" y="1466528"/>
                  </a:lnTo>
                  <a:lnTo>
                    <a:pt x="7406414" y="1474698"/>
                  </a:lnTo>
                  <a:lnTo>
                    <a:pt x="7407255" y="1480434"/>
                  </a:lnTo>
                  <a:lnTo>
                    <a:pt x="7408096" y="1486524"/>
                  </a:lnTo>
                  <a:lnTo>
                    <a:pt x="7408938" y="1493570"/>
                  </a:lnTo>
                  <a:lnTo>
                    <a:pt x="7409779" y="1500165"/>
                  </a:lnTo>
                  <a:lnTo>
                    <a:pt x="7410620" y="1506094"/>
                  </a:lnTo>
                  <a:lnTo>
                    <a:pt x="7411461" y="1511782"/>
                  </a:lnTo>
                  <a:lnTo>
                    <a:pt x="7412302" y="1517736"/>
                  </a:lnTo>
                  <a:lnTo>
                    <a:pt x="7413144" y="1523669"/>
                  </a:lnTo>
                  <a:lnTo>
                    <a:pt x="7413985" y="1528998"/>
                  </a:lnTo>
                  <a:lnTo>
                    <a:pt x="7414826" y="1533853"/>
                  </a:lnTo>
                  <a:lnTo>
                    <a:pt x="7415667" y="1538302"/>
                  </a:lnTo>
                  <a:lnTo>
                    <a:pt x="7416508" y="1541480"/>
                  </a:lnTo>
                  <a:lnTo>
                    <a:pt x="7417350" y="1544387"/>
                  </a:lnTo>
                  <a:lnTo>
                    <a:pt x="7418191" y="1547043"/>
                  </a:lnTo>
                  <a:lnTo>
                    <a:pt x="7419032" y="1548126"/>
                  </a:lnTo>
                  <a:lnTo>
                    <a:pt x="7419873" y="1549081"/>
                  </a:lnTo>
                  <a:lnTo>
                    <a:pt x="7420714" y="1550419"/>
                  </a:lnTo>
                  <a:lnTo>
                    <a:pt x="7421556" y="1551956"/>
                  </a:lnTo>
                  <a:lnTo>
                    <a:pt x="7422397" y="1553316"/>
                  </a:lnTo>
                  <a:lnTo>
                    <a:pt x="7423238" y="1556272"/>
                  </a:lnTo>
                  <a:lnTo>
                    <a:pt x="7424079" y="1559488"/>
                  </a:lnTo>
                  <a:lnTo>
                    <a:pt x="7424920" y="1562627"/>
                  </a:lnTo>
                  <a:lnTo>
                    <a:pt x="7425762" y="1565820"/>
                  </a:lnTo>
                  <a:lnTo>
                    <a:pt x="7426603" y="1569817"/>
                  </a:lnTo>
                  <a:lnTo>
                    <a:pt x="7427444" y="1574666"/>
                  </a:lnTo>
                  <a:lnTo>
                    <a:pt x="7428285" y="1577720"/>
                  </a:lnTo>
                  <a:lnTo>
                    <a:pt x="7429127" y="1580498"/>
                  </a:lnTo>
                  <a:lnTo>
                    <a:pt x="7429968" y="1582563"/>
                  </a:lnTo>
                  <a:lnTo>
                    <a:pt x="7430809" y="1584241"/>
                  </a:lnTo>
                  <a:lnTo>
                    <a:pt x="7431650" y="1585471"/>
                  </a:lnTo>
                  <a:lnTo>
                    <a:pt x="7432491" y="1587313"/>
                  </a:lnTo>
                  <a:lnTo>
                    <a:pt x="7433333" y="1588692"/>
                  </a:lnTo>
                  <a:lnTo>
                    <a:pt x="7434174" y="1590061"/>
                  </a:lnTo>
                  <a:lnTo>
                    <a:pt x="7435015" y="1591400"/>
                  </a:lnTo>
                  <a:lnTo>
                    <a:pt x="7435856" y="1592514"/>
                  </a:lnTo>
                  <a:lnTo>
                    <a:pt x="7436697" y="1593137"/>
                  </a:lnTo>
                  <a:lnTo>
                    <a:pt x="7437539" y="1593580"/>
                  </a:lnTo>
                  <a:lnTo>
                    <a:pt x="7438380" y="1594130"/>
                  </a:lnTo>
                  <a:lnTo>
                    <a:pt x="7439221" y="1594549"/>
                  </a:lnTo>
                  <a:lnTo>
                    <a:pt x="7440062" y="1593835"/>
                  </a:lnTo>
                  <a:lnTo>
                    <a:pt x="7440903" y="1592918"/>
                  </a:lnTo>
                  <a:lnTo>
                    <a:pt x="7441745" y="1591847"/>
                  </a:lnTo>
                  <a:lnTo>
                    <a:pt x="7442586" y="1590124"/>
                  </a:lnTo>
                  <a:lnTo>
                    <a:pt x="7443427" y="1588338"/>
                  </a:lnTo>
                  <a:lnTo>
                    <a:pt x="7444268" y="1586541"/>
                  </a:lnTo>
                  <a:lnTo>
                    <a:pt x="7445109" y="1584734"/>
                  </a:lnTo>
                  <a:lnTo>
                    <a:pt x="7445951" y="1582024"/>
                  </a:lnTo>
                  <a:lnTo>
                    <a:pt x="7446792" y="1579318"/>
                  </a:lnTo>
                  <a:lnTo>
                    <a:pt x="7447633" y="1575911"/>
                  </a:lnTo>
                  <a:lnTo>
                    <a:pt x="7448474" y="1572138"/>
                  </a:lnTo>
                  <a:lnTo>
                    <a:pt x="7449315" y="1570157"/>
                  </a:lnTo>
                  <a:lnTo>
                    <a:pt x="7450157" y="1569043"/>
                  </a:lnTo>
                  <a:lnTo>
                    <a:pt x="7450998" y="1566951"/>
                  </a:lnTo>
                  <a:lnTo>
                    <a:pt x="7451839" y="1564892"/>
                  </a:lnTo>
                  <a:lnTo>
                    <a:pt x="7452680" y="1563136"/>
                  </a:lnTo>
                  <a:lnTo>
                    <a:pt x="7453521" y="1561769"/>
                  </a:lnTo>
                  <a:lnTo>
                    <a:pt x="7454363" y="1560618"/>
                  </a:lnTo>
                  <a:lnTo>
                    <a:pt x="7455204" y="1559682"/>
                  </a:lnTo>
                  <a:lnTo>
                    <a:pt x="7456045" y="1559610"/>
                  </a:lnTo>
                  <a:lnTo>
                    <a:pt x="7456886" y="1559684"/>
                  </a:lnTo>
                  <a:lnTo>
                    <a:pt x="7457727" y="1558326"/>
                  </a:lnTo>
                  <a:lnTo>
                    <a:pt x="7458569" y="1557525"/>
                  </a:lnTo>
                  <a:lnTo>
                    <a:pt x="7459410" y="1557069"/>
                  </a:lnTo>
                  <a:lnTo>
                    <a:pt x="7460251" y="1553762"/>
                  </a:lnTo>
                  <a:lnTo>
                    <a:pt x="7461092" y="1550979"/>
                  </a:lnTo>
                  <a:lnTo>
                    <a:pt x="7461933" y="1546818"/>
                  </a:lnTo>
                  <a:lnTo>
                    <a:pt x="7462775" y="1542843"/>
                  </a:lnTo>
                  <a:lnTo>
                    <a:pt x="7463616" y="1539043"/>
                  </a:lnTo>
                  <a:lnTo>
                    <a:pt x="7464457" y="1537482"/>
                  </a:lnTo>
                  <a:lnTo>
                    <a:pt x="7465298" y="1536693"/>
                  </a:lnTo>
                  <a:lnTo>
                    <a:pt x="7466139" y="1536152"/>
                  </a:lnTo>
                  <a:lnTo>
                    <a:pt x="7466981" y="1537656"/>
                  </a:lnTo>
                  <a:lnTo>
                    <a:pt x="7467822" y="1539076"/>
                  </a:lnTo>
                  <a:lnTo>
                    <a:pt x="7468663" y="1539553"/>
                  </a:lnTo>
                  <a:lnTo>
                    <a:pt x="7469504" y="1540293"/>
                  </a:lnTo>
                  <a:lnTo>
                    <a:pt x="7470345" y="1541220"/>
                  </a:lnTo>
                  <a:lnTo>
                    <a:pt x="7471187" y="1542523"/>
                  </a:lnTo>
                  <a:lnTo>
                    <a:pt x="7472028" y="1544012"/>
                  </a:lnTo>
                  <a:lnTo>
                    <a:pt x="7472869" y="1544389"/>
                  </a:lnTo>
                  <a:lnTo>
                    <a:pt x="7473710" y="1545330"/>
                  </a:lnTo>
                  <a:lnTo>
                    <a:pt x="7474551" y="1546040"/>
                  </a:lnTo>
                  <a:lnTo>
                    <a:pt x="7475393" y="1548120"/>
                  </a:lnTo>
                  <a:lnTo>
                    <a:pt x="7476234" y="1549124"/>
                  </a:lnTo>
                  <a:lnTo>
                    <a:pt x="7477075" y="1550453"/>
                  </a:lnTo>
                  <a:lnTo>
                    <a:pt x="7477916" y="1551605"/>
                  </a:lnTo>
                  <a:lnTo>
                    <a:pt x="7478757" y="1552938"/>
                  </a:lnTo>
                  <a:lnTo>
                    <a:pt x="7479599" y="1554491"/>
                  </a:lnTo>
                  <a:lnTo>
                    <a:pt x="7480440" y="1555914"/>
                  </a:lnTo>
                  <a:lnTo>
                    <a:pt x="7481281" y="1557168"/>
                  </a:lnTo>
                  <a:lnTo>
                    <a:pt x="7482122" y="1559549"/>
                  </a:lnTo>
                  <a:lnTo>
                    <a:pt x="7482963" y="1562435"/>
                  </a:lnTo>
                  <a:lnTo>
                    <a:pt x="7483805" y="1566990"/>
                  </a:lnTo>
                  <a:lnTo>
                    <a:pt x="7484646" y="1571157"/>
                  </a:lnTo>
                  <a:lnTo>
                    <a:pt x="7485487" y="1577568"/>
                  </a:lnTo>
                  <a:lnTo>
                    <a:pt x="7486328" y="1583913"/>
                  </a:lnTo>
                  <a:lnTo>
                    <a:pt x="7487169" y="1590406"/>
                  </a:lnTo>
                  <a:lnTo>
                    <a:pt x="7488011" y="1596464"/>
                  </a:lnTo>
                  <a:lnTo>
                    <a:pt x="7488852" y="1602839"/>
                  </a:lnTo>
                  <a:lnTo>
                    <a:pt x="7489693" y="1605966"/>
                  </a:lnTo>
                  <a:lnTo>
                    <a:pt x="7490534" y="1609005"/>
                  </a:lnTo>
                  <a:lnTo>
                    <a:pt x="7491375" y="1610861"/>
                  </a:lnTo>
                  <a:lnTo>
                    <a:pt x="7492217" y="1611702"/>
                  </a:lnTo>
                  <a:lnTo>
                    <a:pt x="7493058" y="1611845"/>
                  </a:lnTo>
                  <a:lnTo>
                    <a:pt x="7493899" y="1612549"/>
                  </a:lnTo>
                  <a:lnTo>
                    <a:pt x="7494740" y="1613697"/>
                  </a:lnTo>
                  <a:lnTo>
                    <a:pt x="7495581" y="1611244"/>
                  </a:lnTo>
                  <a:lnTo>
                    <a:pt x="7496423" y="1606787"/>
                  </a:lnTo>
                  <a:lnTo>
                    <a:pt x="7497264" y="1602213"/>
                  </a:lnTo>
                  <a:lnTo>
                    <a:pt x="7498105" y="1598601"/>
                  </a:lnTo>
                  <a:lnTo>
                    <a:pt x="7498946" y="1594928"/>
                  </a:lnTo>
                  <a:lnTo>
                    <a:pt x="7499788" y="1591641"/>
                  </a:lnTo>
                  <a:lnTo>
                    <a:pt x="7500629" y="1588714"/>
                  </a:lnTo>
                  <a:lnTo>
                    <a:pt x="7501470" y="1583548"/>
                  </a:lnTo>
                  <a:lnTo>
                    <a:pt x="7502311" y="1579249"/>
                  </a:lnTo>
                  <a:lnTo>
                    <a:pt x="7503152" y="1573814"/>
                  </a:lnTo>
                  <a:lnTo>
                    <a:pt x="7503994" y="1567948"/>
                  </a:lnTo>
                  <a:lnTo>
                    <a:pt x="7504835" y="1563007"/>
                  </a:lnTo>
                  <a:lnTo>
                    <a:pt x="7505676" y="1558635"/>
                  </a:lnTo>
                  <a:lnTo>
                    <a:pt x="7506517" y="1553791"/>
                  </a:lnTo>
                  <a:lnTo>
                    <a:pt x="7507358" y="1548460"/>
                  </a:lnTo>
                  <a:lnTo>
                    <a:pt x="7508200" y="1544767"/>
                  </a:lnTo>
                  <a:lnTo>
                    <a:pt x="7509041" y="1541818"/>
                  </a:lnTo>
                  <a:lnTo>
                    <a:pt x="7509882" y="1539265"/>
                  </a:lnTo>
                  <a:lnTo>
                    <a:pt x="7510723" y="1539267"/>
                  </a:lnTo>
                  <a:lnTo>
                    <a:pt x="7511564" y="1540076"/>
                  </a:lnTo>
                  <a:lnTo>
                    <a:pt x="7512406" y="1543397"/>
                  </a:lnTo>
                  <a:lnTo>
                    <a:pt x="7513247" y="1546106"/>
                  </a:lnTo>
                  <a:lnTo>
                    <a:pt x="7514088" y="1548262"/>
                  </a:lnTo>
                  <a:lnTo>
                    <a:pt x="7514929" y="1551444"/>
                  </a:lnTo>
                  <a:lnTo>
                    <a:pt x="7515770" y="1554879"/>
                  </a:lnTo>
                  <a:lnTo>
                    <a:pt x="7516612" y="1558273"/>
                  </a:lnTo>
                  <a:lnTo>
                    <a:pt x="7517453" y="1561425"/>
                  </a:lnTo>
                  <a:lnTo>
                    <a:pt x="7518294" y="1564401"/>
                  </a:lnTo>
                  <a:lnTo>
                    <a:pt x="7519135" y="1566486"/>
                  </a:lnTo>
                  <a:lnTo>
                    <a:pt x="7519976" y="1567628"/>
                  </a:lnTo>
                  <a:lnTo>
                    <a:pt x="7520818" y="1568104"/>
                  </a:lnTo>
                  <a:lnTo>
                    <a:pt x="7521659" y="1567807"/>
                  </a:lnTo>
                  <a:lnTo>
                    <a:pt x="7522500" y="1566908"/>
                  </a:lnTo>
                  <a:lnTo>
                    <a:pt x="7523341" y="1565887"/>
                  </a:lnTo>
                  <a:lnTo>
                    <a:pt x="7524182" y="1564554"/>
                  </a:lnTo>
                  <a:lnTo>
                    <a:pt x="7525024" y="1563611"/>
                  </a:lnTo>
                  <a:lnTo>
                    <a:pt x="7525865" y="1562825"/>
                  </a:lnTo>
                  <a:lnTo>
                    <a:pt x="7526706" y="1562045"/>
                  </a:lnTo>
                  <a:lnTo>
                    <a:pt x="7527547" y="1560497"/>
                  </a:lnTo>
                  <a:lnTo>
                    <a:pt x="7528388" y="1559642"/>
                  </a:lnTo>
                  <a:lnTo>
                    <a:pt x="7529230" y="1557701"/>
                  </a:lnTo>
                  <a:lnTo>
                    <a:pt x="7530071" y="1555851"/>
                  </a:lnTo>
                  <a:lnTo>
                    <a:pt x="7530912" y="1553989"/>
                  </a:lnTo>
                  <a:lnTo>
                    <a:pt x="7531753" y="1551636"/>
                  </a:lnTo>
                  <a:lnTo>
                    <a:pt x="7532594" y="1549321"/>
                  </a:lnTo>
                  <a:lnTo>
                    <a:pt x="7533436" y="1546752"/>
                  </a:lnTo>
                  <a:lnTo>
                    <a:pt x="7534277" y="1544041"/>
                  </a:lnTo>
                  <a:lnTo>
                    <a:pt x="7535118" y="1540406"/>
                  </a:lnTo>
                  <a:lnTo>
                    <a:pt x="7535959" y="1536917"/>
                  </a:lnTo>
                  <a:lnTo>
                    <a:pt x="7536800" y="1532779"/>
                  </a:lnTo>
                  <a:lnTo>
                    <a:pt x="7537642" y="1527627"/>
                  </a:lnTo>
                  <a:lnTo>
                    <a:pt x="7538483" y="1521876"/>
                  </a:lnTo>
                  <a:lnTo>
                    <a:pt x="7539324" y="1515712"/>
                  </a:lnTo>
                  <a:lnTo>
                    <a:pt x="7540165" y="1510298"/>
                  </a:lnTo>
                  <a:lnTo>
                    <a:pt x="7541006" y="1504606"/>
                  </a:lnTo>
                  <a:lnTo>
                    <a:pt x="7541848" y="1499473"/>
                  </a:lnTo>
                  <a:lnTo>
                    <a:pt x="7542689" y="1493301"/>
                  </a:lnTo>
                  <a:lnTo>
                    <a:pt x="7543530" y="1487581"/>
                  </a:lnTo>
                  <a:lnTo>
                    <a:pt x="7544371" y="1482016"/>
                  </a:lnTo>
                  <a:lnTo>
                    <a:pt x="7545212" y="1477095"/>
                  </a:lnTo>
                  <a:lnTo>
                    <a:pt x="7546054" y="1471839"/>
                  </a:lnTo>
                  <a:lnTo>
                    <a:pt x="7546895" y="1466759"/>
                  </a:lnTo>
                  <a:lnTo>
                    <a:pt x="7547736" y="1462618"/>
                  </a:lnTo>
                  <a:lnTo>
                    <a:pt x="7548577" y="1458561"/>
                  </a:lnTo>
                  <a:lnTo>
                    <a:pt x="7549418" y="1454716"/>
                  </a:lnTo>
                  <a:lnTo>
                    <a:pt x="7550260" y="1451568"/>
                  </a:lnTo>
                  <a:lnTo>
                    <a:pt x="7551101" y="1447756"/>
                  </a:lnTo>
                  <a:lnTo>
                    <a:pt x="7551942" y="1444626"/>
                  </a:lnTo>
                  <a:lnTo>
                    <a:pt x="7552783" y="1440161"/>
                  </a:lnTo>
                  <a:lnTo>
                    <a:pt x="7553624" y="1435011"/>
                  </a:lnTo>
                  <a:lnTo>
                    <a:pt x="7554466" y="1427289"/>
                  </a:lnTo>
                  <a:lnTo>
                    <a:pt x="7555307" y="1419481"/>
                  </a:lnTo>
                  <a:lnTo>
                    <a:pt x="7556148" y="1411325"/>
                  </a:lnTo>
                  <a:lnTo>
                    <a:pt x="7556989" y="1405836"/>
                  </a:lnTo>
                  <a:lnTo>
                    <a:pt x="7557830" y="1400160"/>
                  </a:lnTo>
                  <a:lnTo>
                    <a:pt x="7558672" y="1396305"/>
                  </a:lnTo>
                  <a:lnTo>
                    <a:pt x="7559513" y="1392433"/>
                  </a:lnTo>
                  <a:lnTo>
                    <a:pt x="7560354" y="1389141"/>
                  </a:lnTo>
                  <a:lnTo>
                    <a:pt x="7561195" y="1385957"/>
                  </a:lnTo>
                  <a:lnTo>
                    <a:pt x="7562036" y="1382131"/>
                  </a:lnTo>
                  <a:lnTo>
                    <a:pt x="7562878" y="1379182"/>
                  </a:lnTo>
                  <a:lnTo>
                    <a:pt x="7563719" y="1376362"/>
                  </a:lnTo>
                  <a:lnTo>
                    <a:pt x="7564560" y="1373391"/>
                  </a:lnTo>
                  <a:lnTo>
                    <a:pt x="7565401" y="1370845"/>
                  </a:lnTo>
                  <a:lnTo>
                    <a:pt x="7566242" y="1368372"/>
                  </a:lnTo>
                  <a:lnTo>
                    <a:pt x="7567084" y="1365723"/>
                  </a:lnTo>
                  <a:lnTo>
                    <a:pt x="7567925" y="1363754"/>
                  </a:lnTo>
                  <a:lnTo>
                    <a:pt x="7568766" y="1362411"/>
                  </a:lnTo>
                  <a:lnTo>
                    <a:pt x="7569607" y="1361803"/>
                  </a:lnTo>
                  <a:lnTo>
                    <a:pt x="7570449" y="1361522"/>
                  </a:lnTo>
                  <a:lnTo>
                    <a:pt x="7571290" y="1361486"/>
                  </a:lnTo>
                  <a:lnTo>
                    <a:pt x="7572131" y="1361012"/>
                  </a:lnTo>
                  <a:lnTo>
                    <a:pt x="7572972" y="1360132"/>
                  </a:lnTo>
                  <a:lnTo>
                    <a:pt x="7573813" y="1359474"/>
                  </a:lnTo>
                  <a:lnTo>
                    <a:pt x="7574655" y="1358931"/>
                  </a:lnTo>
                  <a:lnTo>
                    <a:pt x="7575496" y="1358715"/>
                  </a:lnTo>
                  <a:lnTo>
                    <a:pt x="7576337" y="1357930"/>
                  </a:lnTo>
                  <a:lnTo>
                    <a:pt x="7577178" y="1357421"/>
                  </a:lnTo>
                  <a:lnTo>
                    <a:pt x="7578019" y="1356949"/>
                  </a:lnTo>
                  <a:lnTo>
                    <a:pt x="7578861" y="1356616"/>
                  </a:lnTo>
                  <a:lnTo>
                    <a:pt x="7579702" y="1356501"/>
                  </a:lnTo>
                  <a:lnTo>
                    <a:pt x="7580543" y="1356169"/>
                  </a:lnTo>
                  <a:lnTo>
                    <a:pt x="7581384" y="1355787"/>
                  </a:lnTo>
                  <a:lnTo>
                    <a:pt x="7582225" y="1355213"/>
                  </a:lnTo>
                  <a:lnTo>
                    <a:pt x="7583067" y="1354306"/>
                  </a:lnTo>
                  <a:lnTo>
                    <a:pt x="7583908" y="1353569"/>
                  </a:lnTo>
                  <a:lnTo>
                    <a:pt x="7584749" y="1352850"/>
                  </a:lnTo>
                  <a:lnTo>
                    <a:pt x="7585590" y="1351432"/>
                  </a:lnTo>
                  <a:lnTo>
                    <a:pt x="7586431" y="1350557"/>
                  </a:lnTo>
                  <a:lnTo>
                    <a:pt x="7587273" y="1349506"/>
                  </a:lnTo>
                  <a:lnTo>
                    <a:pt x="7588114" y="1348770"/>
                  </a:lnTo>
                  <a:lnTo>
                    <a:pt x="7588955" y="1348032"/>
                  </a:lnTo>
                  <a:lnTo>
                    <a:pt x="7589796" y="1347427"/>
                  </a:lnTo>
                  <a:lnTo>
                    <a:pt x="7590637" y="1346450"/>
                  </a:lnTo>
                  <a:lnTo>
                    <a:pt x="7591479" y="1345956"/>
                  </a:lnTo>
                  <a:lnTo>
                    <a:pt x="7592320" y="1346315"/>
                  </a:lnTo>
                  <a:lnTo>
                    <a:pt x="7593161" y="1346733"/>
                  </a:lnTo>
                  <a:lnTo>
                    <a:pt x="7594002" y="1346403"/>
                  </a:lnTo>
                  <a:lnTo>
                    <a:pt x="7594843" y="1345249"/>
                  </a:lnTo>
                  <a:lnTo>
                    <a:pt x="7595685" y="1343523"/>
                  </a:lnTo>
                  <a:lnTo>
                    <a:pt x="7596526" y="1341660"/>
                  </a:lnTo>
                  <a:lnTo>
                    <a:pt x="7597367" y="1338880"/>
                  </a:lnTo>
                  <a:lnTo>
                    <a:pt x="7598208" y="1335490"/>
                  </a:lnTo>
                  <a:lnTo>
                    <a:pt x="7599049" y="1331811"/>
                  </a:lnTo>
                  <a:lnTo>
                    <a:pt x="7599891" y="1327178"/>
                  </a:lnTo>
                  <a:lnTo>
                    <a:pt x="7600732" y="1321508"/>
                  </a:lnTo>
                  <a:lnTo>
                    <a:pt x="7601573" y="1315099"/>
                  </a:lnTo>
                  <a:lnTo>
                    <a:pt x="7602414" y="1308525"/>
                  </a:lnTo>
                  <a:lnTo>
                    <a:pt x="7603255" y="1301344"/>
                  </a:lnTo>
                  <a:lnTo>
                    <a:pt x="7604097" y="1288991"/>
                  </a:lnTo>
                  <a:lnTo>
                    <a:pt x="7604938" y="1280156"/>
                  </a:lnTo>
                  <a:lnTo>
                    <a:pt x="7605779" y="1271867"/>
                  </a:lnTo>
                  <a:lnTo>
                    <a:pt x="7606620" y="1263651"/>
                  </a:lnTo>
                  <a:lnTo>
                    <a:pt x="7607461" y="1257885"/>
                  </a:lnTo>
                  <a:lnTo>
                    <a:pt x="7608303" y="1252915"/>
                  </a:lnTo>
                  <a:lnTo>
                    <a:pt x="7609144" y="1247711"/>
                  </a:lnTo>
                  <a:lnTo>
                    <a:pt x="7609985" y="1242188"/>
                  </a:lnTo>
                  <a:lnTo>
                    <a:pt x="7610826" y="1236481"/>
                  </a:lnTo>
                  <a:lnTo>
                    <a:pt x="7611667" y="1231000"/>
                  </a:lnTo>
                  <a:lnTo>
                    <a:pt x="7612509" y="1225616"/>
                  </a:lnTo>
                  <a:lnTo>
                    <a:pt x="7613350" y="1220831"/>
                  </a:lnTo>
                  <a:lnTo>
                    <a:pt x="7614191" y="1216215"/>
                  </a:lnTo>
                  <a:lnTo>
                    <a:pt x="7615032" y="1211821"/>
                  </a:lnTo>
                  <a:lnTo>
                    <a:pt x="7615873" y="1207689"/>
                  </a:lnTo>
                  <a:lnTo>
                    <a:pt x="7616715" y="1203745"/>
                  </a:lnTo>
                  <a:lnTo>
                    <a:pt x="7617556" y="1200208"/>
                  </a:lnTo>
                  <a:lnTo>
                    <a:pt x="7618397" y="1196063"/>
                  </a:lnTo>
                  <a:lnTo>
                    <a:pt x="7619238" y="1190239"/>
                  </a:lnTo>
                  <a:lnTo>
                    <a:pt x="7620079" y="1184263"/>
                  </a:lnTo>
                  <a:lnTo>
                    <a:pt x="7620921" y="1178528"/>
                  </a:lnTo>
                  <a:lnTo>
                    <a:pt x="7621762" y="1169922"/>
                  </a:lnTo>
                  <a:lnTo>
                    <a:pt x="7622603" y="1162847"/>
                  </a:lnTo>
                  <a:lnTo>
                    <a:pt x="7623444" y="1157302"/>
                  </a:lnTo>
                  <a:lnTo>
                    <a:pt x="7624285" y="1152133"/>
                  </a:lnTo>
                  <a:lnTo>
                    <a:pt x="7625127" y="1148436"/>
                  </a:lnTo>
                  <a:lnTo>
                    <a:pt x="7625968" y="1145476"/>
                  </a:lnTo>
                  <a:lnTo>
                    <a:pt x="7626809" y="1143939"/>
                  </a:lnTo>
                  <a:lnTo>
                    <a:pt x="7627650" y="1143725"/>
                  </a:lnTo>
                  <a:lnTo>
                    <a:pt x="7628491" y="1145657"/>
                  </a:lnTo>
                  <a:lnTo>
                    <a:pt x="7629333" y="1148258"/>
                  </a:lnTo>
                  <a:lnTo>
                    <a:pt x="7630174" y="1152551"/>
                  </a:lnTo>
                  <a:lnTo>
                    <a:pt x="7631015" y="1156867"/>
                  </a:lnTo>
                  <a:lnTo>
                    <a:pt x="7631856" y="1161323"/>
                  </a:lnTo>
                  <a:lnTo>
                    <a:pt x="7632697" y="1164072"/>
                  </a:lnTo>
                  <a:lnTo>
                    <a:pt x="7633539" y="1166483"/>
                  </a:lnTo>
                  <a:lnTo>
                    <a:pt x="7634380" y="1168189"/>
                  </a:lnTo>
                  <a:lnTo>
                    <a:pt x="7635221" y="1166721"/>
                  </a:lnTo>
                  <a:lnTo>
                    <a:pt x="7636062" y="1164896"/>
                  </a:lnTo>
                  <a:lnTo>
                    <a:pt x="7636903" y="1162432"/>
                  </a:lnTo>
                  <a:lnTo>
                    <a:pt x="7637745" y="1159061"/>
                  </a:lnTo>
                  <a:lnTo>
                    <a:pt x="7638586" y="1154919"/>
                  </a:lnTo>
                  <a:lnTo>
                    <a:pt x="7639427" y="1150732"/>
                  </a:lnTo>
                  <a:lnTo>
                    <a:pt x="7640268" y="1146812"/>
                  </a:lnTo>
                  <a:lnTo>
                    <a:pt x="7641110" y="1146062"/>
                  </a:lnTo>
                  <a:lnTo>
                    <a:pt x="7641951" y="1144743"/>
                  </a:lnTo>
                  <a:lnTo>
                    <a:pt x="7642792" y="1143290"/>
                  </a:lnTo>
                  <a:lnTo>
                    <a:pt x="7643633" y="1141524"/>
                  </a:lnTo>
                  <a:lnTo>
                    <a:pt x="7644474" y="1140334"/>
                  </a:lnTo>
                  <a:lnTo>
                    <a:pt x="7645316" y="1137944"/>
                  </a:lnTo>
                  <a:lnTo>
                    <a:pt x="7646157" y="1134969"/>
                  </a:lnTo>
                  <a:lnTo>
                    <a:pt x="7646998" y="1132002"/>
                  </a:lnTo>
                  <a:lnTo>
                    <a:pt x="7647839" y="1129734"/>
                  </a:lnTo>
                  <a:lnTo>
                    <a:pt x="7648680" y="1127669"/>
                  </a:lnTo>
                  <a:lnTo>
                    <a:pt x="7649522" y="1127735"/>
                  </a:lnTo>
                  <a:lnTo>
                    <a:pt x="7650363" y="1127971"/>
                  </a:lnTo>
                  <a:lnTo>
                    <a:pt x="7651204" y="1127083"/>
                  </a:lnTo>
                  <a:lnTo>
                    <a:pt x="7652045" y="1125155"/>
                  </a:lnTo>
                  <a:lnTo>
                    <a:pt x="7652886" y="1124298"/>
                  </a:lnTo>
                  <a:lnTo>
                    <a:pt x="7653728" y="1123181"/>
                  </a:lnTo>
                  <a:lnTo>
                    <a:pt x="7654569" y="1122146"/>
                  </a:lnTo>
                  <a:lnTo>
                    <a:pt x="7655410" y="1119778"/>
                  </a:lnTo>
                  <a:lnTo>
                    <a:pt x="7656251" y="1117841"/>
                  </a:lnTo>
                  <a:lnTo>
                    <a:pt x="7657092" y="1116019"/>
                  </a:lnTo>
                  <a:lnTo>
                    <a:pt x="7657934" y="1114994"/>
                  </a:lnTo>
                  <a:lnTo>
                    <a:pt x="7658775" y="1113644"/>
                  </a:lnTo>
                  <a:lnTo>
                    <a:pt x="7659616" y="1112631"/>
                  </a:lnTo>
                  <a:lnTo>
                    <a:pt x="7660457" y="1111565"/>
                  </a:lnTo>
                  <a:lnTo>
                    <a:pt x="7661298" y="1110995"/>
                  </a:lnTo>
                  <a:lnTo>
                    <a:pt x="7662140" y="1110293"/>
                  </a:lnTo>
                  <a:lnTo>
                    <a:pt x="7662981" y="1110039"/>
                  </a:lnTo>
                  <a:lnTo>
                    <a:pt x="7663822" y="1110301"/>
                  </a:lnTo>
                  <a:lnTo>
                    <a:pt x="7664663" y="1112706"/>
                  </a:lnTo>
                  <a:lnTo>
                    <a:pt x="7665504" y="1115281"/>
                  </a:lnTo>
                  <a:lnTo>
                    <a:pt x="7666346" y="1113922"/>
                  </a:lnTo>
                  <a:lnTo>
                    <a:pt x="7667187" y="1112443"/>
                  </a:lnTo>
                  <a:lnTo>
                    <a:pt x="7668028" y="1110565"/>
                  </a:lnTo>
                  <a:lnTo>
                    <a:pt x="7668869" y="1107936"/>
                  </a:lnTo>
                  <a:lnTo>
                    <a:pt x="7669710" y="1107466"/>
                  </a:lnTo>
                  <a:lnTo>
                    <a:pt x="7670552" y="1105626"/>
                  </a:lnTo>
                  <a:lnTo>
                    <a:pt x="7671393" y="1105042"/>
                  </a:lnTo>
                  <a:lnTo>
                    <a:pt x="7672234" y="1105258"/>
                  </a:lnTo>
                  <a:lnTo>
                    <a:pt x="7673075" y="1105734"/>
                  </a:lnTo>
                  <a:lnTo>
                    <a:pt x="7673916" y="1105831"/>
                  </a:lnTo>
                  <a:lnTo>
                    <a:pt x="7674758" y="1106804"/>
                  </a:lnTo>
                  <a:lnTo>
                    <a:pt x="7675599" y="1108355"/>
                  </a:lnTo>
                  <a:lnTo>
                    <a:pt x="7676440" y="1109895"/>
                  </a:lnTo>
                  <a:lnTo>
                    <a:pt x="7677281" y="1112041"/>
                  </a:lnTo>
                  <a:lnTo>
                    <a:pt x="7678122" y="1112851"/>
                  </a:lnTo>
                  <a:lnTo>
                    <a:pt x="7678964" y="1109306"/>
                  </a:lnTo>
                  <a:lnTo>
                    <a:pt x="7679805" y="1104933"/>
                  </a:lnTo>
                  <a:lnTo>
                    <a:pt x="7680646" y="1100168"/>
                  </a:lnTo>
                  <a:lnTo>
                    <a:pt x="7681487" y="1095583"/>
                  </a:lnTo>
                  <a:lnTo>
                    <a:pt x="7682328" y="1091779"/>
                  </a:lnTo>
                  <a:lnTo>
                    <a:pt x="7683170" y="1088164"/>
                  </a:lnTo>
                  <a:lnTo>
                    <a:pt x="7684011" y="1084934"/>
                  </a:lnTo>
                  <a:lnTo>
                    <a:pt x="7684852" y="1081783"/>
                  </a:lnTo>
                  <a:lnTo>
                    <a:pt x="7685693" y="1077955"/>
                  </a:lnTo>
                  <a:lnTo>
                    <a:pt x="7686534" y="1074113"/>
                  </a:lnTo>
                  <a:lnTo>
                    <a:pt x="7687376" y="1070600"/>
                  </a:lnTo>
                  <a:lnTo>
                    <a:pt x="7688217" y="1067453"/>
                  </a:lnTo>
                  <a:lnTo>
                    <a:pt x="7689058" y="1064584"/>
                  </a:lnTo>
                  <a:lnTo>
                    <a:pt x="7689899" y="1061364"/>
                  </a:lnTo>
                  <a:lnTo>
                    <a:pt x="7690740" y="1058966"/>
                  </a:lnTo>
                  <a:lnTo>
                    <a:pt x="7691582" y="1058789"/>
                  </a:lnTo>
                  <a:lnTo>
                    <a:pt x="7692423" y="1059300"/>
                  </a:lnTo>
                  <a:lnTo>
                    <a:pt x="7693264" y="1060170"/>
                  </a:lnTo>
                  <a:lnTo>
                    <a:pt x="7694105" y="1060405"/>
                  </a:lnTo>
                  <a:lnTo>
                    <a:pt x="7694946" y="1060549"/>
                  </a:lnTo>
                  <a:lnTo>
                    <a:pt x="7695788" y="1060895"/>
                  </a:lnTo>
                  <a:lnTo>
                    <a:pt x="7696629" y="1060411"/>
                  </a:lnTo>
                  <a:lnTo>
                    <a:pt x="7697470" y="1059844"/>
                  </a:lnTo>
                  <a:lnTo>
                    <a:pt x="7698311" y="1059874"/>
                  </a:lnTo>
                  <a:lnTo>
                    <a:pt x="7699152" y="1060058"/>
                  </a:lnTo>
                  <a:lnTo>
                    <a:pt x="7699994" y="1060331"/>
                  </a:lnTo>
                  <a:lnTo>
                    <a:pt x="7700835" y="1060100"/>
                  </a:lnTo>
                  <a:lnTo>
                    <a:pt x="7701676" y="1060152"/>
                  </a:lnTo>
                  <a:lnTo>
                    <a:pt x="7702517" y="1060688"/>
                  </a:lnTo>
                  <a:lnTo>
                    <a:pt x="7703358" y="1061606"/>
                  </a:lnTo>
                  <a:lnTo>
                    <a:pt x="7704200" y="1062699"/>
                  </a:lnTo>
                  <a:lnTo>
                    <a:pt x="7705041" y="1064700"/>
                  </a:lnTo>
                  <a:lnTo>
                    <a:pt x="7705882" y="1067145"/>
                  </a:lnTo>
                  <a:lnTo>
                    <a:pt x="7706723" y="1068802"/>
                  </a:lnTo>
                  <a:lnTo>
                    <a:pt x="7707564" y="1071081"/>
                  </a:lnTo>
                  <a:lnTo>
                    <a:pt x="7708406" y="1073437"/>
                  </a:lnTo>
                  <a:lnTo>
                    <a:pt x="7709247" y="1076150"/>
                  </a:lnTo>
                  <a:lnTo>
                    <a:pt x="7710088" y="1078598"/>
                  </a:lnTo>
                  <a:lnTo>
                    <a:pt x="7710929" y="1081270"/>
                  </a:lnTo>
                  <a:lnTo>
                    <a:pt x="7711771" y="1084292"/>
                  </a:lnTo>
                  <a:lnTo>
                    <a:pt x="7712612" y="1087422"/>
                  </a:lnTo>
                  <a:lnTo>
                    <a:pt x="7713453" y="1090492"/>
                  </a:lnTo>
                  <a:lnTo>
                    <a:pt x="7714294" y="1093954"/>
                  </a:lnTo>
                  <a:lnTo>
                    <a:pt x="7715135" y="1097275"/>
                  </a:lnTo>
                  <a:lnTo>
                    <a:pt x="7715977" y="1100714"/>
                  </a:lnTo>
                  <a:lnTo>
                    <a:pt x="7716818" y="1104049"/>
                  </a:lnTo>
                  <a:lnTo>
                    <a:pt x="7717659" y="1107376"/>
                  </a:lnTo>
                  <a:lnTo>
                    <a:pt x="7718500" y="1110723"/>
                  </a:lnTo>
                  <a:lnTo>
                    <a:pt x="7719341" y="1114760"/>
                  </a:lnTo>
                  <a:lnTo>
                    <a:pt x="7720183" y="1118354"/>
                  </a:lnTo>
                  <a:lnTo>
                    <a:pt x="7721024" y="1123276"/>
                  </a:lnTo>
                  <a:lnTo>
                    <a:pt x="7721865" y="1129092"/>
                  </a:lnTo>
                  <a:lnTo>
                    <a:pt x="7722706" y="1137689"/>
                  </a:lnTo>
                  <a:lnTo>
                    <a:pt x="7723547" y="1146556"/>
                  </a:lnTo>
                  <a:lnTo>
                    <a:pt x="7724389" y="1155835"/>
                  </a:lnTo>
                  <a:lnTo>
                    <a:pt x="7725230" y="1162811"/>
                  </a:lnTo>
                  <a:lnTo>
                    <a:pt x="7726071" y="1169348"/>
                  </a:lnTo>
                  <a:lnTo>
                    <a:pt x="7726912" y="1174213"/>
                  </a:lnTo>
                  <a:lnTo>
                    <a:pt x="7727753" y="1179769"/>
                  </a:lnTo>
                  <a:lnTo>
                    <a:pt x="7728595" y="1184888"/>
                  </a:lnTo>
                  <a:lnTo>
                    <a:pt x="7729436" y="1190064"/>
                  </a:lnTo>
                  <a:lnTo>
                    <a:pt x="7730277" y="1195676"/>
                  </a:lnTo>
                  <a:lnTo>
                    <a:pt x="7731118" y="1199317"/>
                  </a:lnTo>
                  <a:lnTo>
                    <a:pt x="7731959" y="1202176"/>
                  </a:lnTo>
                  <a:lnTo>
                    <a:pt x="7732801" y="1205021"/>
                  </a:lnTo>
                  <a:lnTo>
                    <a:pt x="7733642" y="1207695"/>
                  </a:lnTo>
                  <a:lnTo>
                    <a:pt x="7734483" y="1210299"/>
                  </a:lnTo>
                  <a:lnTo>
                    <a:pt x="7735324" y="1213348"/>
                  </a:lnTo>
                  <a:lnTo>
                    <a:pt x="7736165" y="1215179"/>
                  </a:lnTo>
                  <a:lnTo>
                    <a:pt x="7737007" y="1216982"/>
                  </a:lnTo>
                  <a:lnTo>
                    <a:pt x="7737848" y="1217571"/>
                  </a:lnTo>
                  <a:lnTo>
                    <a:pt x="7738689" y="1218543"/>
                  </a:lnTo>
                  <a:lnTo>
                    <a:pt x="7739530" y="1219440"/>
                  </a:lnTo>
                  <a:lnTo>
                    <a:pt x="7740371" y="1219949"/>
                  </a:lnTo>
                  <a:lnTo>
                    <a:pt x="7741213" y="1220204"/>
                  </a:lnTo>
                  <a:lnTo>
                    <a:pt x="7742054" y="1219871"/>
                  </a:lnTo>
                  <a:lnTo>
                    <a:pt x="7742895" y="1219013"/>
                  </a:lnTo>
                  <a:lnTo>
                    <a:pt x="7743736" y="1217980"/>
                  </a:lnTo>
                  <a:lnTo>
                    <a:pt x="7744577" y="1216988"/>
                  </a:lnTo>
                  <a:lnTo>
                    <a:pt x="7745419" y="1216128"/>
                  </a:lnTo>
                  <a:lnTo>
                    <a:pt x="7746260" y="1214695"/>
                  </a:lnTo>
                  <a:lnTo>
                    <a:pt x="7747101" y="1213022"/>
                  </a:lnTo>
                  <a:lnTo>
                    <a:pt x="7747942" y="1210899"/>
                  </a:lnTo>
                  <a:lnTo>
                    <a:pt x="7748783" y="1208442"/>
                  </a:lnTo>
                  <a:lnTo>
                    <a:pt x="7749625" y="1205571"/>
                  </a:lnTo>
                  <a:lnTo>
                    <a:pt x="7750466" y="1203775"/>
                  </a:lnTo>
                  <a:lnTo>
                    <a:pt x="7751307" y="1202341"/>
                  </a:lnTo>
                  <a:lnTo>
                    <a:pt x="7752148" y="1200225"/>
                  </a:lnTo>
                  <a:lnTo>
                    <a:pt x="7752989" y="1198244"/>
                  </a:lnTo>
                  <a:lnTo>
                    <a:pt x="7753831" y="1197249"/>
                  </a:lnTo>
                  <a:lnTo>
                    <a:pt x="7754672" y="1195837"/>
                  </a:lnTo>
                  <a:lnTo>
                    <a:pt x="7755513" y="1193909"/>
                  </a:lnTo>
                  <a:lnTo>
                    <a:pt x="7756354" y="1191700"/>
                  </a:lnTo>
                  <a:lnTo>
                    <a:pt x="7757195" y="1189339"/>
                  </a:lnTo>
                  <a:lnTo>
                    <a:pt x="7758037" y="1186882"/>
                  </a:lnTo>
                  <a:lnTo>
                    <a:pt x="7758878" y="1183839"/>
                  </a:lnTo>
                  <a:lnTo>
                    <a:pt x="7759719" y="1180168"/>
                  </a:lnTo>
                  <a:lnTo>
                    <a:pt x="7760560" y="1176005"/>
                  </a:lnTo>
                  <a:lnTo>
                    <a:pt x="7761401" y="1172948"/>
                  </a:lnTo>
                  <a:lnTo>
                    <a:pt x="7762243" y="1169508"/>
                  </a:lnTo>
                  <a:lnTo>
                    <a:pt x="7763084" y="1166767"/>
                  </a:lnTo>
                  <a:lnTo>
                    <a:pt x="7763925" y="1161472"/>
                  </a:lnTo>
                  <a:lnTo>
                    <a:pt x="7764766" y="1157394"/>
                  </a:lnTo>
                  <a:lnTo>
                    <a:pt x="7765607" y="1153545"/>
                  </a:lnTo>
                  <a:lnTo>
                    <a:pt x="7766449" y="1146854"/>
                  </a:lnTo>
                  <a:lnTo>
                    <a:pt x="7767290" y="1140733"/>
                  </a:lnTo>
                  <a:lnTo>
                    <a:pt x="7768131" y="1136030"/>
                  </a:lnTo>
                  <a:lnTo>
                    <a:pt x="7768972" y="1131790"/>
                  </a:lnTo>
                  <a:lnTo>
                    <a:pt x="7769813" y="1128529"/>
                  </a:lnTo>
                  <a:lnTo>
                    <a:pt x="7770655" y="1126022"/>
                  </a:lnTo>
                  <a:lnTo>
                    <a:pt x="7771496" y="1124723"/>
                  </a:lnTo>
                  <a:lnTo>
                    <a:pt x="7772337" y="1128582"/>
                  </a:lnTo>
                  <a:lnTo>
                    <a:pt x="7773178" y="1131700"/>
                  </a:lnTo>
                  <a:lnTo>
                    <a:pt x="7774019" y="1133542"/>
                  </a:lnTo>
                  <a:lnTo>
                    <a:pt x="7774861" y="1134860"/>
                  </a:lnTo>
                  <a:lnTo>
                    <a:pt x="7775702" y="1133641"/>
                  </a:lnTo>
                  <a:lnTo>
                    <a:pt x="7776543" y="1132192"/>
                  </a:lnTo>
                  <a:lnTo>
                    <a:pt x="7777384" y="1131419"/>
                  </a:lnTo>
                  <a:lnTo>
                    <a:pt x="7778225" y="1131774"/>
                  </a:lnTo>
                  <a:lnTo>
                    <a:pt x="7779067" y="1133204"/>
                  </a:lnTo>
                  <a:lnTo>
                    <a:pt x="7779908" y="1135137"/>
                  </a:lnTo>
                  <a:lnTo>
                    <a:pt x="7780749" y="1137042"/>
                  </a:lnTo>
                  <a:lnTo>
                    <a:pt x="7781590" y="1139066"/>
                  </a:lnTo>
                  <a:lnTo>
                    <a:pt x="7782431" y="1141531"/>
                  </a:lnTo>
                  <a:lnTo>
                    <a:pt x="7783273" y="1143687"/>
                  </a:lnTo>
                  <a:lnTo>
                    <a:pt x="7784114" y="1145095"/>
                  </a:lnTo>
                  <a:lnTo>
                    <a:pt x="7784955" y="1146017"/>
                  </a:lnTo>
                  <a:lnTo>
                    <a:pt x="7785796" y="1146421"/>
                  </a:lnTo>
                  <a:lnTo>
                    <a:pt x="7786638" y="1147775"/>
                  </a:lnTo>
                  <a:lnTo>
                    <a:pt x="7787479" y="1152352"/>
                  </a:lnTo>
                  <a:lnTo>
                    <a:pt x="7788320" y="1157000"/>
                  </a:lnTo>
                  <a:lnTo>
                    <a:pt x="7789161" y="1161009"/>
                  </a:lnTo>
                  <a:lnTo>
                    <a:pt x="7790002" y="1166777"/>
                  </a:lnTo>
                  <a:lnTo>
                    <a:pt x="7790844" y="1172524"/>
                  </a:lnTo>
                  <a:lnTo>
                    <a:pt x="7791685" y="1176431"/>
                  </a:lnTo>
                  <a:lnTo>
                    <a:pt x="7792526" y="1179340"/>
                  </a:lnTo>
                  <a:lnTo>
                    <a:pt x="7793367" y="1181242"/>
                  </a:lnTo>
                  <a:lnTo>
                    <a:pt x="7794208" y="1182724"/>
                  </a:lnTo>
                  <a:lnTo>
                    <a:pt x="7795050" y="1182661"/>
                  </a:lnTo>
                  <a:lnTo>
                    <a:pt x="7795891" y="1181847"/>
                  </a:lnTo>
                  <a:lnTo>
                    <a:pt x="7796732" y="1182134"/>
                  </a:lnTo>
                  <a:lnTo>
                    <a:pt x="7797573" y="1182035"/>
                  </a:lnTo>
                  <a:lnTo>
                    <a:pt x="7798414" y="1181630"/>
                  </a:lnTo>
                  <a:lnTo>
                    <a:pt x="7799256" y="1180890"/>
                  </a:lnTo>
                  <a:lnTo>
                    <a:pt x="7800097" y="1180196"/>
                  </a:lnTo>
                  <a:lnTo>
                    <a:pt x="7800938" y="1180173"/>
                  </a:lnTo>
                  <a:lnTo>
                    <a:pt x="7801779" y="1180993"/>
                  </a:lnTo>
                  <a:lnTo>
                    <a:pt x="7802620" y="1183188"/>
                  </a:lnTo>
                  <a:lnTo>
                    <a:pt x="7803462" y="1186966"/>
                  </a:lnTo>
                  <a:lnTo>
                    <a:pt x="7804303" y="1191262"/>
                  </a:lnTo>
                  <a:lnTo>
                    <a:pt x="7805144" y="1195567"/>
                  </a:lnTo>
                  <a:lnTo>
                    <a:pt x="7805985" y="1200829"/>
                  </a:lnTo>
                  <a:lnTo>
                    <a:pt x="7806826" y="1206660"/>
                  </a:lnTo>
                  <a:lnTo>
                    <a:pt x="7807668" y="1212510"/>
                  </a:lnTo>
                  <a:lnTo>
                    <a:pt x="7808509" y="1218385"/>
                  </a:lnTo>
                  <a:lnTo>
                    <a:pt x="7809350" y="1221932"/>
                  </a:lnTo>
                  <a:lnTo>
                    <a:pt x="7810191" y="1225796"/>
                  </a:lnTo>
                  <a:lnTo>
                    <a:pt x="7811032" y="1230306"/>
                  </a:lnTo>
                  <a:lnTo>
                    <a:pt x="7811874" y="1235252"/>
                  </a:lnTo>
                  <a:lnTo>
                    <a:pt x="7812715" y="1240550"/>
                  </a:lnTo>
                  <a:lnTo>
                    <a:pt x="7813556" y="1245911"/>
                  </a:lnTo>
                  <a:lnTo>
                    <a:pt x="7814397" y="1252039"/>
                  </a:lnTo>
                  <a:lnTo>
                    <a:pt x="7815238" y="1258236"/>
                  </a:lnTo>
                  <a:lnTo>
                    <a:pt x="7816080" y="1263110"/>
                  </a:lnTo>
                  <a:lnTo>
                    <a:pt x="7816921" y="1267435"/>
                  </a:lnTo>
                  <a:lnTo>
                    <a:pt x="7817762" y="1270105"/>
                  </a:lnTo>
                  <a:lnTo>
                    <a:pt x="7818603" y="1273081"/>
                  </a:lnTo>
                  <a:lnTo>
                    <a:pt x="7819444" y="1276468"/>
                  </a:lnTo>
                  <a:lnTo>
                    <a:pt x="7820286" y="1280539"/>
                  </a:lnTo>
                  <a:lnTo>
                    <a:pt x="7821127" y="1283520"/>
                  </a:lnTo>
                  <a:lnTo>
                    <a:pt x="7821968" y="1286443"/>
                  </a:lnTo>
                  <a:lnTo>
                    <a:pt x="7822809" y="1289149"/>
                  </a:lnTo>
                  <a:lnTo>
                    <a:pt x="7823650" y="1292055"/>
                  </a:lnTo>
                  <a:lnTo>
                    <a:pt x="7824492" y="1294701"/>
                  </a:lnTo>
                  <a:lnTo>
                    <a:pt x="7825333" y="1295732"/>
                  </a:lnTo>
                  <a:lnTo>
                    <a:pt x="7826174" y="1296916"/>
                  </a:lnTo>
                  <a:lnTo>
                    <a:pt x="7827015" y="1296090"/>
                  </a:lnTo>
                  <a:lnTo>
                    <a:pt x="7827856" y="1295105"/>
                  </a:lnTo>
                  <a:lnTo>
                    <a:pt x="7828698" y="1295107"/>
                  </a:lnTo>
                  <a:lnTo>
                    <a:pt x="7829539" y="1295242"/>
                  </a:lnTo>
                  <a:lnTo>
                    <a:pt x="7830380" y="1295337"/>
                  </a:lnTo>
                  <a:lnTo>
                    <a:pt x="7831221" y="1295208"/>
                  </a:lnTo>
                  <a:lnTo>
                    <a:pt x="7832062" y="1295369"/>
                  </a:lnTo>
                  <a:lnTo>
                    <a:pt x="7832904" y="1295577"/>
                  </a:lnTo>
                  <a:lnTo>
                    <a:pt x="7833745" y="1295895"/>
                  </a:lnTo>
                  <a:lnTo>
                    <a:pt x="7834586" y="1298270"/>
                  </a:lnTo>
                  <a:lnTo>
                    <a:pt x="7835427" y="1299539"/>
                  </a:lnTo>
                  <a:lnTo>
                    <a:pt x="7836268" y="1299871"/>
                  </a:lnTo>
                  <a:lnTo>
                    <a:pt x="7837110" y="1300649"/>
                  </a:lnTo>
                  <a:lnTo>
                    <a:pt x="7837951" y="1301908"/>
                  </a:lnTo>
                  <a:lnTo>
                    <a:pt x="7838792" y="1302860"/>
                  </a:lnTo>
                  <a:lnTo>
                    <a:pt x="7839633" y="1303507"/>
                  </a:lnTo>
                  <a:lnTo>
                    <a:pt x="7840474" y="1304163"/>
                  </a:lnTo>
                  <a:lnTo>
                    <a:pt x="7841316" y="1304081"/>
                  </a:lnTo>
                  <a:lnTo>
                    <a:pt x="7842157" y="1304117"/>
                  </a:lnTo>
                  <a:lnTo>
                    <a:pt x="7842998" y="1303918"/>
                  </a:lnTo>
                  <a:lnTo>
                    <a:pt x="7843839" y="1303648"/>
                  </a:lnTo>
                  <a:lnTo>
                    <a:pt x="7844680" y="1305562"/>
                  </a:lnTo>
                  <a:lnTo>
                    <a:pt x="7845522" y="1306977"/>
                  </a:lnTo>
                  <a:lnTo>
                    <a:pt x="7846363" y="1310311"/>
                  </a:lnTo>
                  <a:lnTo>
                    <a:pt x="7847204" y="1317570"/>
                  </a:lnTo>
                  <a:lnTo>
                    <a:pt x="7848045" y="1326014"/>
                  </a:lnTo>
                  <a:lnTo>
                    <a:pt x="7848886" y="1334460"/>
                  </a:lnTo>
                  <a:lnTo>
                    <a:pt x="7849728" y="1341527"/>
                  </a:lnTo>
                  <a:lnTo>
                    <a:pt x="7850569" y="1347412"/>
                  </a:lnTo>
                  <a:lnTo>
                    <a:pt x="7851410" y="1352054"/>
                  </a:lnTo>
                  <a:lnTo>
                    <a:pt x="7852251" y="1355475"/>
                  </a:lnTo>
                  <a:lnTo>
                    <a:pt x="7853092" y="1358759"/>
                  </a:lnTo>
                  <a:lnTo>
                    <a:pt x="7853934" y="1362488"/>
                  </a:lnTo>
                  <a:lnTo>
                    <a:pt x="7854775" y="1365173"/>
                  </a:lnTo>
                  <a:lnTo>
                    <a:pt x="7855616" y="1367202"/>
                  </a:lnTo>
                  <a:lnTo>
                    <a:pt x="7856457" y="1368482"/>
                  </a:lnTo>
                  <a:lnTo>
                    <a:pt x="7857299" y="1368975"/>
                  </a:lnTo>
                  <a:lnTo>
                    <a:pt x="7858140" y="1368169"/>
                  </a:lnTo>
                  <a:lnTo>
                    <a:pt x="7858981" y="1366504"/>
                  </a:lnTo>
                  <a:lnTo>
                    <a:pt x="7859822" y="1361921"/>
                  </a:lnTo>
                  <a:lnTo>
                    <a:pt x="7860663" y="1356003"/>
                  </a:lnTo>
                  <a:lnTo>
                    <a:pt x="7861505" y="1349279"/>
                  </a:lnTo>
                  <a:lnTo>
                    <a:pt x="7862346" y="1342975"/>
                  </a:lnTo>
                  <a:lnTo>
                    <a:pt x="7863187" y="1337603"/>
                  </a:lnTo>
                  <a:lnTo>
                    <a:pt x="7864028" y="1333026"/>
                  </a:lnTo>
                  <a:lnTo>
                    <a:pt x="7864869" y="1329493"/>
                  </a:lnTo>
                  <a:lnTo>
                    <a:pt x="7865711" y="1326180"/>
                  </a:lnTo>
                  <a:lnTo>
                    <a:pt x="7866552" y="1322665"/>
                  </a:lnTo>
                  <a:lnTo>
                    <a:pt x="7867393" y="1319628"/>
                  </a:lnTo>
                  <a:lnTo>
                    <a:pt x="7868234" y="1316927"/>
                  </a:lnTo>
                  <a:lnTo>
                    <a:pt x="7869075" y="1315006"/>
                  </a:lnTo>
                  <a:lnTo>
                    <a:pt x="7869917" y="1311553"/>
                  </a:lnTo>
                  <a:lnTo>
                    <a:pt x="7870758" y="1308343"/>
                  </a:lnTo>
                  <a:lnTo>
                    <a:pt x="7871599" y="1306307"/>
                  </a:lnTo>
                  <a:lnTo>
                    <a:pt x="7872440" y="1305113"/>
                  </a:lnTo>
                  <a:lnTo>
                    <a:pt x="7873281" y="1304998"/>
                  </a:lnTo>
                  <a:lnTo>
                    <a:pt x="7874123" y="1306447"/>
                  </a:lnTo>
                  <a:lnTo>
                    <a:pt x="7874964" y="1309994"/>
                  </a:lnTo>
                  <a:lnTo>
                    <a:pt x="7875805" y="1313078"/>
                  </a:lnTo>
                  <a:lnTo>
                    <a:pt x="7876646" y="1316033"/>
                  </a:lnTo>
                  <a:lnTo>
                    <a:pt x="7877487" y="1319170"/>
                  </a:lnTo>
                  <a:lnTo>
                    <a:pt x="7878329" y="1322315"/>
                  </a:lnTo>
                  <a:lnTo>
                    <a:pt x="7879170" y="1325931"/>
                  </a:lnTo>
                  <a:lnTo>
                    <a:pt x="7880011" y="1330033"/>
                  </a:lnTo>
                  <a:lnTo>
                    <a:pt x="7880852" y="1334158"/>
                  </a:lnTo>
                  <a:lnTo>
                    <a:pt x="7881693" y="1337401"/>
                  </a:lnTo>
                  <a:lnTo>
                    <a:pt x="7882535" y="1340311"/>
                  </a:lnTo>
                  <a:lnTo>
                    <a:pt x="7883376" y="1342612"/>
                  </a:lnTo>
                  <a:lnTo>
                    <a:pt x="7884217" y="1343957"/>
                  </a:lnTo>
                  <a:lnTo>
                    <a:pt x="7885058" y="1344618"/>
                  </a:lnTo>
                  <a:lnTo>
                    <a:pt x="7885899" y="1345157"/>
                  </a:lnTo>
                  <a:lnTo>
                    <a:pt x="7886741" y="1345111"/>
                  </a:lnTo>
                  <a:lnTo>
                    <a:pt x="7887582" y="1345316"/>
                  </a:lnTo>
                  <a:lnTo>
                    <a:pt x="7888423" y="1345894"/>
                  </a:lnTo>
                  <a:lnTo>
                    <a:pt x="7889264" y="1346676"/>
                  </a:lnTo>
                  <a:lnTo>
                    <a:pt x="7890105" y="1347117"/>
                  </a:lnTo>
                  <a:lnTo>
                    <a:pt x="7890947" y="1347451"/>
                  </a:lnTo>
                  <a:lnTo>
                    <a:pt x="7891788" y="1347345"/>
                  </a:lnTo>
                  <a:lnTo>
                    <a:pt x="7892629" y="1347170"/>
                  </a:lnTo>
                  <a:lnTo>
                    <a:pt x="7893470" y="1346843"/>
                  </a:lnTo>
                  <a:lnTo>
                    <a:pt x="7894311" y="1346919"/>
                  </a:lnTo>
                  <a:lnTo>
                    <a:pt x="7895153" y="1346881"/>
                  </a:lnTo>
                  <a:lnTo>
                    <a:pt x="7895994" y="1346615"/>
                  </a:lnTo>
                  <a:lnTo>
                    <a:pt x="7896835" y="1346137"/>
                  </a:lnTo>
                  <a:lnTo>
                    <a:pt x="7897676" y="1346144"/>
                  </a:lnTo>
                  <a:lnTo>
                    <a:pt x="7898517" y="1346190"/>
                  </a:lnTo>
                  <a:lnTo>
                    <a:pt x="7899359" y="1347132"/>
                  </a:lnTo>
                  <a:lnTo>
                    <a:pt x="7900200" y="1348560"/>
                  </a:lnTo>
                  <a:lnTo>
                    <a:pt x="7901041" y="1350338"/>
                  </a:lnTo>
                  <a:lnTo>
                    <a:pt x="7901882" y="1352107"/>
                  </a:lnTo>
                  <a:lnTo>
                    <a:pt x="7902723" y="1353923"/>
                  </a:lnTo>
                  <a:lnTo>
                    <a:pt x="7903565" y="1355776"/>
                  </a:lnTo>
                  <a:lnTo>
                    <a:pt x="7904406" y="1358146"/>
                  </a:lnTo>
                  <a:lnTo>
                    <a:pt x="7905247" y="1360127"/>
                  </a:lnTo>
                  <a:lnTo>
                    <a:pt x="7906088" y="1362604"/>
                  </a:lnTo>
                  <a:lnTo>
                    <a:pt x="7906929" y="1364582"/>
                  </a:lnTo>
                  <a:lnTo>
                    <a:pt x="7907771" y="1365772"/>
                  </a:lnTo>
                  <a:lnTo>
                    <a:pt x="7908612" y="1367199"/>
                  </a:lnTo>
                  <a:lnTo>
                    <a:pt x="7909453" y="1368994"/>
                  </a:lnTo>
                  <a:lnTo>
                    <a:pt x="7910294" y="1372347"/>
                  </a:lnTo>
                  <a:lnTo>
                    <a:pt x="7911135" y="1376301"/>
                  </a:lnTo>
                  <a:lnTo>
                    <a:pt x="7911977" y="1380329"/>
                  </a:lnTo>
                  <a:lnTo>
                    <a:pt x="7912818" y="1383977"/>
                  </a:lnTo>
                  <a:lnTo>
                    <a:pt x="7913659" y="1387127"/>
                  </a:lnTo>
                  <a:lnTo>
                    <a:pt x="7914500" y="1390452"/>
                  </a:lnTo>
                  <a:lnTo>
                    <a:pt x="7915341" y="1393638"/>
                  </a:lnTo>
                  <a:lnTo>
                    <a:pt x="7916183" y="1396771"/>
                  </a:lnTo>
                  <a:lnTo>
                    <a:pt x="7917024" y="1400219"/>
                  </a:lnTo>
                  <a:lnTo>
                    <a:pt x="7917865" y="1403614"/>
                  </a:lnTo>
                  <a:lnTo>
                    <a:pt x="7918706" y="1405698"/>
                  </a:lnTo>
                  <a:lnTo>
                    <a:pt x="7919547" y="1408026"/>
                  </a:lnTo>
                  <a:lnTo>
                    <a:pt x="7920389" y="1410797"/>
                  </a:lnTo>
                  <a:lnTo>
                    <a:pt x="7921230" y="1414112"/>
                  </a:lnTo>
                  <a:lnTo>
                    <a:pt x="7922071" y="1417051"/>
                  </a:lnTo>
                  <a:lnTo>
                    <a:pt x="7922912" y="1419696"/>
                  </a:lnTo>
                  <a:lnTo>
                    <a:pt x="7923753" y="1422729"/>
                  </a:lnTo>
                  <a:lnTo>
                    <a:pt x="7924595" y="1423836"/>
                  </a:lnTo>
                  <a:lnTo>
                    <a:pt x="7925436" y="1425453"/>
                  </a:lnTo>
                  <a:lnTo>
                    <a:pt x="7926277" y="1426976"/>
                  </a:lnTo>
                  <a:lnTo>
                    <a:pt x="7927118" y="1429606"/>
                  </a:lnTo>
                  <a:lnTo>
                    <a:pt x="7927960" y="1432890"/>
                  </a:lnTo>
                  <a:lnTo>
                    <a:pt x="7928801" y="1436116"/>
                  </a:lnTo>
                  <a:lnTo>
                    <a:pt x="7929642" y="1438287"/>
                  </a:lnTo>
                  <a:lnTo>
                    <a:pt x="7930483" y="1441419"/>
                  </a:lnTo>
                  <a:lnTo>
                    <a:pt x="7931324" y="1445037"/>
                  </a:lnTo>
                  <a:lnTo>
                    <a:pt x="7932166" y="1451603"/>
                  </a:lnTo>
                  <a:lnTo>
                    <a:pt x="7933007" y="1457864"/>
                  </a:lnTo>
                  <a:lnTo>
                    <a:pt x="7933848" y="1464541"/>
                  </a:lnTo>
                  <a:lnTo>
                    <a:pt x="7934689" y="1475077"/>
                  </a:lnTo>
                  <a:lnTo>
                    <a:pt x="7935530" y="1485818"/>
                  </a:lnTo>
                  <a:lnTo>
                    <a:pt x="7936372" y="1496111"/>
                  </a:lnTo>
                  <a:lnTo>
                    <a:pt x="7937213" y="1506472"/>
                  </a:lnTo>
                  <a:lnTo>
                    <a:pt x="7938054" y="1516720"/>
                  </a:lnTo>
                  <a:lnTo>
                    <a:pt x="7938895" y="1526701"/>
                  </a:lnTo>
                  <a:lnTo>
                    <a:pt x="7939736" y="1536014"/>
                  </a:lnTo>
                  <a:lnTo>
                    <a:pt x="7940578" y="1544803"/>
                  </a:lnTo>
                  <a:lnTo>
                    <a:pt x="7941419" y="1550131"/>
                  </a:lnTo>
                  <a:lnTo>
                    <a:pt x="7942260" y="1555792"/>
                  </a:lnTo>
                  <a:lnTo>
                    <a:pt x="7943101" y="1562163"/>
                  </a:lnTo>
                  <a:lnTo>
                    <a:pt x="7943942" y="1568722"/>
                  </a:lnTo>
                  <a:lnTo>
                    <a:pt x="7944784" y="1575171"/>
                  </a:lnTo>
                  <a:lnTo>
                    <a:pt x="7945625" y="1581086"/>
                  </a:lnTo>
                  <a:lnTo>
                    <a:pt x="7946466" y="1587585"/>
                  </a:lnTo>
                  <a:lnTo>
                    <a:pt x="7947307" y="1593024"/>
                  </a:lnTo>
                  <a:lnTo>
                    <a:pt x="7948148" y="1597766"/>
                  </a:lnTo>
                  <a:lnTo>
                    <a:pt x="7948990" y="1602132"/>
                  </a:lnTo>
                  <a:lnTo>
                    <a:pt x="7949831" y="1605729"/>
                  </a:lnTo>
                  <a:lnTo>
                    <a:pt x="7950672" y="1608601"/>
                  </a:lnTo>
                  <a:lnTo>
                    <a:pt x="7951513" y="1611760"/>
                  </a:lnTo>
                  <a:lnTo>
                    <a:pt x="7952354" y="1615391"/>
                  </a:lnTo>
                  <a:lnTo>
                    <a:pt x="7953196" y="1619685"/>
                  </a:lnTo>
                  <a:lnTo>
                    <a:pt x="7954037" y="1624157"/>
                  </a:lnTo>
                  <a:lnTo>
                    <a:pt x="7954878" y="1628291"/>
                  </a:lnTo>
                  <a:lnTo>
                    <a:pt x="7955719" y="1630770"/>
                  </a:lnTo>
                  <a:lnTo>
                    <a:pt x="7956560" y="1633068"/>
                  </a:lnTo>
                  <a:lnTo>
                    <a:pt x="7957402" y="1635746"/>
                  </a:lnTo>
                  <a:lnTo>
                    <a:pt x="7958243" y="1639669"/>
                  </a:lnTo>
                  <a:lnTo>
                    <a:pt x="7959084" y="1642283"/>
                  </a:lnTo>
                  <a:lnTo>
                    <a:pt x="7959925" y="1646182"/>
                  </a:lnTo>
                  <a:lnTo>
                    <a:pt x="7960766" y="1649859"/>
                  </a:lnTo>
                  <a:lnTo>
                    <a:pt x="7961608" y="1654702"/>
                  </a:lnTo>
                  <a:lnTo>
                    <a:pt x="7962449" y="1659662"/>
                  </a:lnTo>
                  <a:lnTo>
                    <a:pt x="7963290" y="1665088"/>
                  </a:lnTo>
                  <a:lnTo>
                    <a:pt x="7964131" y="1670460"/>
                  </a:lnTo>
                  <a:lnTo>
                    <a:pt x="7964972" y="1674601"/>
                  </a:lnTo>
                  <a:lnTo>
                    <a:pt x="7965814" y="1678536"/>
                  </a:lnTo>
                  <a:lnTo>
                    <a:pt x="7966655" y="1682906"/>
                  </a:lnTo>
                  <a:lnTo>
                    <a:pt x="7967496" y="1687930"/>
                  </a:lnTo>
                  <a:lnTo>
                    <a:pt x="7968337" y="1694261"/>
                  </a:lnTo>
                  <a:lnTo>
                    <a:pt x="7969178" y="1700346"/>
                  </a:lnTo>
                  <a:lnTo>
                    <a:pt x="7970020" y="1706188"/>
                  </a:lnTo>
                  <a:lnTo>
                    <a:pt x="7970861" y="1711491"/>
                  </a:lnTo>
                  <a:lnTo>
                    <a:pt x="7971702" y="1716539"/>
                  </a:lnTo>
                  <a:lnTo>
                    <a:pt x="7972543" y="1721594"/>
                  </a:lnTo>
                  <a:lnTo>
                    <a:pt x="7973384" y="1726686"/>
                  </a:lnTo>
                  <a:lnTo>
                    <a:pt x="7974226" y="1731610"/>
                  </a:lnTo>
                  <a:lnTo>
                    <a:pt x="7975067" y="1736847"/>
                  </a:lnTo>
                  <a:lnTo>
                    <a:pt x="7975908" y="1742087"/>
                  </a:lnTo>
                  <a:lnTo>
                    <a:pt x="7976749" y="1747740"/>
                  </a:lnTo>
                  <a:lnTo>
                    <a:pt x="7977590" y="1753093"/>
                  </a:lnTo>
                  <a:lnTo>
                    <a:pt x="7978432" y="1758249"/>
                  </a:lnTo>
                  <a:lnTo>
                    <a:pt x="7979273" y="1763002"/>
                  </a:lnTo>
                  <a:lnTo>
                    <a:pt x="7980114" y="1767734"/>
                  </a:lnTo>
                  <a:lnTo>
                    <a:pt x="7980955" y="1772181"/>
                  </a:lnTo>
                  <a:lnTo>
                    <a:pt x="7981796" y="1776852"/>
                  </a:lnTo>
                  <a:lnTo>
                    <a:pt x="7982638" y="1780757"/>
                  </a:lnTo>
                  <a:lnTo>
                    <a:pt x="7983479" y="1783912"/>
                  </a:lnTo>
                  <a:lnTo>
                    <a:pt x="7984320" y="1787315"/>
                  </a:lnTo>
                  <a:lnTo>
                    <a:pt x="7985161" y="1790572"/>
                  </a:lnTo>
                  <a:lnTo>
                    <a:pt x="7986002" y="1792922"/>
                  </a:lnTo>
                  <a:lnTo>
                    <a:pt x="7986844" y="1794858"/>
                  </a:lnTo>
                  <a:lnTo>
                    <a:pt x="7987685" y="1796455"/>
                  </a:lnTo>
                  <a:lnTo>
                    <a:pt x="7988526" y="1798263"/>
                  </a:lnTo>
                  <a:lnTo>
                    <a:pt x="7989367" y="1799772"/>
                  </a:lnTo>
                  <a:lnTo>
                    <a:pt x="7990208" y="1801170"/>
                  </a:lnTo>
                  <a:lnTo>
                    <a:pt x="7991050" y="1800371"/>
                  </a:lnTo>
                  <a:lnTo>
                    <a:pt x="7991891" y="1800290"/>
                  </a:lnTo>
                  <a:lnTo>
                    <a:pt x="7992732" y="1799616"/>
                  </a:lnTo>
                  <a:lnTo>
                    <a:pt x="7993573" y="1800419"/>
                  </a:lnTo>
                  <a:lnTo>
                    <a:pt x="7994414" y="1800719"/>
                  </a:lnTo>
                  <a:lnTo>
                    <a:pt x="7995256" y="1803173"/>
                  </a:lnTo>
                  <a:lnTo>
                    <a:pt x="7996097" y="1806637"/>
                  </a:lnTo>
                  <a:lnTo>
                    <a:pt x="7996938" y="1809652"/>
                  </a:lnTo>
                  <a:lnTo>
                    <a:pt x="7997779" y="1812539"/>
                  </a:lnTo>
                  <a:lnTo>
                    <a:pt x="7998621" y="1815380"/>
                  </a:lnTo>
                  <a:lnTo>
                    <a:pt x="7999462" y="1818061"/>
                  </a:lnTo>
                  <a:lnTo>
                    <a:pt x="8000303" y="1820538"/>
                  </a:lnTo>
                  <a:lnTo>
                    <a:pt x="8001144" y="1822095"/>
                  </a:lnTo>
                  <a:lnTo>
                    <a:pt x="8001985" y="1823561"/>
                  </a:lnTo>
                  <a:lnTo>
                    <a:pt x="8002827" y="1826832"/>
                  </a:lnTo>
                  <a:lnTo>
                    <a:pt x="8003668" y="1832034"/>
                  </a:lnTo>
                  <a:lnTo>
                    <a:pt x="8004509" y="1838839"/>
                  </a:lnTo>
                  <a:lnTo>
                    <a:pt x="8005350" y="1846591"/>
                  </a:lnTo>
                  <a:lnTo>
                    <a:pt x="8006191" y="1853633"/>
                  </a:lnTo>
                  <a:lnTo>
                    <a:pt x="8007033" y="1861037"/>
                  </a:lnTo>
                  <a:lnTo>
                    <a:pt x="8007874" y="1868546"/>
                  </a:lnTo>
                  <a:lnTo>
                    <a:pt x="8008715" y="1875761"/>
                  </a:lnTo>
                  <a:lnTo>
                    <a:pt x="8009556" y="1883227"/>
                  </a:lnTo>
                  <a:lnTo>
                    <a:pt x="8010397" y="1890853"/>
                  </a:lnTo>
                  <a:lnTo>
                    <a:pt x="8011239" y="1898551"/>
                  </a:lnTo>
                  <a:lnTo>
                    <a:pt x="8012080" y="1906248"/>
                  </a:lnTo>
                  <a:lnTo>
                    <a:pt x="8012921" y="1911216"/>
                  </a:lnTo>
                  <a:lnTo>
                    <a:pt x="8013762" y="1916605"/>
                  </a:lnTo>
                  <a:lnTo>
                    <a:pt x="8014603" y="1920968"/>
                  </a:lnTo>
                  <a:lnTo>
                    <a:pt x="8015445" y="1925559"/>
                  </a:lnTo>
                  <a:lnTo>
                    <a:pt x="8016286" y="1929191"/>
                  </a:lnTo>
                  <a:lnTo>
                    <a:pt x="8017127" y="1932421"/>
                  </a:lnTo>
                  <a:lnTo>
                    <a:pt x="8017968" y="1935840"/>
                  </a:lnTo>
                  <a:lnTo>
                    <a:pt x="8018809" y="1940037"/>
                  </a:lnTo>
                  <a:lnTo>
                    <a:pt x="8019651" y="1944229"/>
                  </a:lnTo>
                  <a:lnTo>
                    <a:pt x="8020492" y="1949013"/>
                  </a:lnTo>
                  <a:lnTo>
                    <a:pt x="8021333" y="1953780"/>
                  </a:lnTo>
                  <a:lnTo>
                    <a:pt x="8022174" y="1958643"/>
                  </a:lnTo>
                  <a:lnTo>
                    <a:pt x="8023015" y="1963949"/>
                  </a:lnTo>
                  <a:lnTo>
                    <a:pt x="8023857" y="1969478"/>
                  </a:lnTo>
                  <a:lnTo>
                    <a:pt x="8024698" y="1975407"/>
                  </a:lnTo>
                  <a:lnTo>
                    <a:pt x="8025539" y="1981796"/>
                  </a:lnTo>
                  <a:lnTo>
                    <a:pt x="8026380" y="1989826"/>
                  </a:lnTo>
                  <a:lnTo>
                    <a:pt x="8027221" y="1997818"/>
                  </a:lnTo>
                  <a:lnTo>
                    <a:pt x="8028063" y="2006289"/>
                  </a:lnTo>
                  <a:lnTo>
                    <a:pt x="8028904" y="2015711"/>
                  </a:lnTo>
                  <a:lnTo>
                    <a:pt x="8029745" y="2025660"/>
                  </a:lnTo>
                  <a:lnTo>
                    <a:pt x="8030586" y="2035804"/>
                  </a:lnTo>
                  <a:lnTo>
                    <a:pt x="8031427" y="2045337"/>
                  </a:lnTo>
                  <a:lnTo>
                    <a:pt x="8032269" y="2054405"/>
                  </a:lnTo>
                  <a:lnTo>
                    <a:pt x="8033110" y="2063122"/>
                  </a:lnTo>
                  <a:lnTo>
                    <a:pt x="8033951" y="2071746"/>
                  </a:lnTo>
                  <a:lnTo>
                    <a:pt x="8034792" y="2080394"/>
                  </a:lnTo>
                  <a:lnTo>
                    <a:pt x="8035633" y="2088535"/>
                  </a:lnTo>
                  <a:lnTo>
                    <a:pt x="8036475" y="2096620"/>
                  </a:lnTo>
                  <a:lnTo>
                    <a:pt x="8037316" y="2104439"/>
                  </a:lnTo>
                  <a:lnTo>
                    <a:pt x="8038157" y="2113798"/>
                  </a:lnTo>
                  <a:lnTo>
                    <a:pt x="8038998" y="2122555"/>
                  </a:lnTo>
                  <a:lnTo>
                    <a:pt x="8039839" y="2130312"/>
                  </a:lnTo>
                  <a:lnTo>
                    <a:pt x="8040681" y="2136741"/>
                  </a:lnTo>
                  <a:lnTo>
                    <a:pt x="8041522" y="2141794"/>
                  </a:lnTo>
                  <a:lnTo>
                    <a:pt x="8042363" y="2145587"/>
                  </a:lnTo>
                  <a:lnTo>
                    <a:pt x="8043204" y="2148635"/>
                  </a:lnTo>
                  <a:lnTo>
                    <a:pt x="8044045" y="2151706"/>
                  </a:lnTo>
                  <a:lnTo>
                    <a:pt x="8044887" y="2154502"/>
                  </a:lnTo>
                  <a:lnTo>
                    <a:pt x="8045728" y="2157238"/>
                  </a:lnTo>
                  <a:lnTo>
                    <a:pt x="8046569" y="2159771"/>
                  </a:lnTo>
                  <a:lnTo>
                    <a:pt x="8047410" y="2161960"/>
                  </a:lnTo>
                  <a:lnTo>
                    <a:pt x="8048251" y="2163145"/>
                  </a:lnTo>
                  <a:lnTo>
                    <a:pt x="8049093" y="2164186"/>
                  </a:lnTo>
                  <a:lnTo>
                    <a:pt x="8049934" y="2165500"/>
                  </a:lnTo>
                  <a:lnTo>
                    <a:pt x="8050775" y="2167232"/>
                  </a:lnTo>
                  <a:lnTo>
                    <a:pt x="8051616" y="2169511"/>
                  </a:lnTo>
                  <a:lnTo>
                    <a:pt x="8052457" y="2172131"/>
                  </a:lnTo>
                  <a:lnTo>
                    <a:pt x="8053299" y="2175269"/>
                  </a:lnTo>
                  <a:lnTo>
                    <a:pt x="8054140" y="2178300"/>
                  </a:lnTo>
                  <a:lnTo>
                    <a:pt x="8054981" y="2180882"/>
                  </a:lnTo>
                  <a:lnTo>
                    <a:pt x="8055822" y="2182721"/>
                  </a:lnTo>
                  <a:lnTo>
                    <a:pt x="8056663" y="2184156"/>
                  </a:lnTo>
                  <a:lnTo>
                    <a:pt x="8057505" y="2185455"/>
                  </a:lnTo>
                  <a:lnTo>
                    <a:pt x="8058346" y="2186473"/>
                  </a:lnTo>
                  <a:lnTo>
                    <a:pt x="8059187" y="2187590"/>
                  </a:lnTo>
                  <a:lnTo>
                    <a:pt x="8060028" y="2188630"/>
                  </a:lnTo>
                  <a:lnTo>
                    <a:pt x="8060869" y="2189550"/>
                  </a:lnTo>
                  <a:lnTo>
                    <a:pt x="8061711" y="2189656"/>
                  </a:lnTo>
                  <a:lnTo>
                    <a:pt x="8062552" y="2189170"/>
                  </a:lnTo>
                  <a:lnTo>
                    <a:pt x="8063393" y="2187863"/>
                  </a:lnTo>
                  <a:lnTo>
                    <a:pt x="8064234" y="2186101"/>
                  </a:lnTo>
                  <a:lnTo>
                    <a:pt x="8065075" y="2184073"/>
                  </a:lnTo>
                  <a:lnTo>
                    <a:pt x="8065917" y="2183151"/>
                  </a:lnTo>
                  <a:lnTo>
                    <a:pt x="8066758" y="2182371"/>
                  </a:lnTo>
                  <a:lnTo>
                    <a:pt x="8067599" y="2181896"/>
                  </a:lnTo>
                  <a:lnTo>
                    <a:pt x="8068440" y="2181566"/>
                  </a:lnTo>
                  <a:lnTo>
                    <a:pt x="8069282" y="2181195"/>
                  </a:lnTo>
                  <a:lnTo>
                    <a:pt x="8070123" y="2180608"/>
                  </a:lnTo>
                  <a:lnTo>
                    <a:pt x="8070964" y="2179829"/>
                  </a:lnTo>
                  <a:lnTo>
                    <a:pt x="8071805" y="2178912"/>
                  </a:lnTo>
                  <a:lnTo>
                    <a:pt x="8072646" y="2178182"/>
                  </a:lnTo>
                  <a:lnTo>
                    <a:pt x="8073488" y="2177952"/>
                  </a:lnTo>
                  <a:lnTo>
                    <a:pt x="8074329" y="2178415"/>
                  </a:lnTo>
                  <a:lnTo>
                    <a:pt x="8075170" y="2179447"/>
                  </a:lnTo>
                  <a:lnTo>
                    <a:pt x="8076011" y="2181249"/>
                  </a:lnTo>
                  <a:lnTo>
                    <a:pt x="8076852" y="2183440"/>
                  </a:lnTo>
                  <a:lnTo>
                    <a:pt x="8077694" y="2185817"/>
                  </a:lnTo>
                  <a:lnTo>
                    <a:pt x="8078535" y="2187286"/>
                  </a:lnTo>
                  <a:lnTo>
                    <a:pt x="8079376" y="2188985"/>
                  </a:lnTo>
                  <a:lnTo>
                    <a:pt x="8080217" y="2190588"/>
                  </a:lnTo>
                  <a:lnTo>
                    <a:pt x="8081058" y="2193130"/>
                  </a:lnTo>
                  <a:lnTo>
                    <a:pt x="8081900" y="2196087"/>
                  </a:lnTo>
                  <a:lnTo>
                    <a:pt x="8082741" y="2199356"/>
                  </a:lnTo>
                  <a:lnTo>
                    <a:pt x="8083582" y="2203391"/>
                  </a:lnTo>
                  <a:lnTo>
                    <a:pt x="8084423" y="2207643"/>
                  </a:lnTo>
                  <a:lnTo>
                    <a:pt x="8085264" y="2211943"/>
                  </a:lnTo>
                  <a:lnTo>
                    <a:pt x="8086106" y="2216359"/>
                  </a:lnTo>
                  <a:lnTo>
                    <a:pt x="8086947" y="2221584"/>
                  </a:lnTo>
                  <a:lnTo>
                    <a:pt x="8087788" y="2226684"/>
                  </a:lnTo>
                  <a:lnTo>
                    <a:pt x="8088629" y="2231689"/>
                  </a:lnTo>
                  <a:lnTo>
                    <a:pt x="8089470" y="2236344"/>
                  </a:lnTo>
                  <a:lnTo>
                    <a:pt x="8090312" y="2241310"/>
                  </a:lnTo>
                  <a:lnTo>
                    <a:pt x="8091153" y="2246292"/>
                  </a:lnTo>
                  <a:lnTo>
                    <a:pt x="8091994" y="2251478"/>
                  </a:lnTo>
                  <a:lnTo>
                    <a:pt x="8092835" y="2258509"/>
                  </a:lnTo>
                  <a:lnTo>
                    <a:pt x="8093676" y="2265042"/>
                  </a:lnTo>
                  <a:lnTo>
                    <a:pt x="8094518" y="2271480"/>
                  </a:lnTo>
                  <a:lnTo>
                    <a:pt x="8095359" y="2277687"/>
                  </a:lnTo>
                  <a:lnTo>
                    <a:pt x="8096200" y="2283054"/>
                  </a:lnTo>
                  <a:lnTo>
                    <a:pt x="8097041" y="2287902"/>
                  </a:lnTo>
                  <a:lnTo>
                    <a:pt x="8097882" y="2292780"/>
                  </a:lnTo>
                  <a:lnTo>
                    <a:pt x="8098724" y="2297156"/>
                  </a:lnTo>
                  <a:lnTo>
                    <a:pt x="8099565" y="2301060"/>
                  </a:lnTo>
                  <a:lnTo>
                    <a:pt x="8100406" y="2305007"/>
                  </a:lnTo>
                  <a:lnTo>
                    <a:pt x="8101247" y="2308606"/>
                  </a:lnTo>
                  <a:lnTo>
                    <a:pt x="8102088" y="2311587"/>
                  </a:lnTo>
                  <a:lnTo>
                    <a:pt x="8102930" y="2314293"/>
                  </a:lnTo>
                  <a:lnTo>
                    <a:pt x="8103771" y="2316891"/>
                  </a:lnTo>
                  <a:lnTo>
                    <a:pt x="8104612" y="2318616"/>
                  </a:lnTo>
                  <a:lnTo>
                    <a:pt x="8105453" y="2320796"/>
                  </a:lnTo>
                  <a:lnTo>
                    <a:pt x="8106294" y="2322945"/>
                  </a:lnTo>
                  <a:lnTo>
                    <a:pt x="8107136" y="2325034"/>
                  </a:lnTo>
                  <a:lnTo>
                    <a:pt x="8107977" y="2327541"/>
                  </a:lnTo>
                  <a:lnTo>
                    <a:pt x="8108818" y="2330944"/>
                  </a:lnTo>
                  <a:lnTo>
                    <a:pt x="8109659" y="2335418"/>
                  </a:lnTo>
                  <a:lnTo>
                    <a:pt x="8110500" y="2340440"/>
                  </a:lnTo>
                  <a:lnTo>
                    <a:pt x="8111342" y="2345575"/>
                  </a:lnTo>
                  <a:lnTo>
                    <a:pt x="8112183" y="2350732"/>
                  </a:lnTo>
                  <a:lnTo>
                    <a:pt x="8113024" y="2356187"/>
                  </a:lnTo>
                  <a:lnTo>
                    <a:pt x="8113865" y="2361853"/>
                  </a:lnTo>
                  <a:lnTo>
                    <a:pt x="8114706" y="2366600"/>
                  </a:lnTo>
                  <a:lnTo>
                    <a:pt x="8115548" y="2371884"/>
                  </a:lnTo>
                  <a:lnTo>
                    <a:pt x="8116389" y="2377511"/>
                  </a:lnTo>
                  <a:lnTo>
                    <a:pt x="8117230" y="2383652"/>
                  </a:lnTo>
                  <a:lnTo>
                    <a:pt x="8118071" y="2390020"/>
                  </a:lnTo>
                  <a:lnTo>
                    <a:pt x="8118912" y="2396577"/>
                  </a:lnTo>
                  <a:lnTo>
                    <a:pt x="8119754" y="2403145"/>
                  </a:lnTo>
                  <a:lnTo>
                    <a:pt x="8120595" y="2409654"/>
                  </a:lnTo>
                  <a:lnTo>
                    <a:pt x="8121436" y="2415643"/>
                  </a:lnTo>
                  <a:lnTo>
                    <a:pt x="8122277" y="2420911"/>
                  </a:lnTo>
                  <a:lnTo>
                    <a:pt x="8123118" y="2425680"/>
                  </a:lnTo>
                  <a:lnTo>
                    <a:pt x="8123960" y="2431171"/>
                  </a:lnTo>
                  <a:lnTo>
                    <a:pt x="8124801" y="2436769"/>
                  </a:lnTo>
                  <a:lnTo>
                    <a:pt x="8125642" y="2442181"/>
                  </a:lnTo>
                  <a:lnTo>
                    <a:pt x="8126483" y="2447294"/>
                  </a:lnTo>
                  <a:lnTo>
                    <a:pt x="8127324" y="2451990"/>
                  </a:lnTo>
                  <a:lnTo>
                    <a:pt x="8128166" y="2455839"/>
                  </a:lnTo>
                  <a:lnTo>
                    <a:pt x="8129007" y="2460114"/>
                  </a:lnTo>
                  <a:lnTo>
                    <a:pt x="8129848" y="2462941"/>
                  </a:lnTo>
                  <a:lnTo>
                    <a:pt x="8130689" y="2465317"/>
                  </a:lnTo>
                  <a:lnTo>
                    <a:pt x="8131530" y="2467242"/>
                  </a:lnTo>
                  <a:lnTo>
                    <a:pt x="8132372" y="2469038"/>
                  </a:lnTo>
                  <a:lnTo>
                    <a:pt x="8133213" y="2470226"/>
                  </a:lnTo>
                  <a:lnTo>
                    <a:pt x="8134054" y="2471222"/>
                  </a:lnTo>
                  <a:lnTo>
                    <a:pt x="8134895" y="2471899"/>
                  </a:lnTo>
                  <a:lnTo>
                    <a:pt x="8135736" y="2472306"/>
                  </a:lnTo>
                  <a:lnTo>
                    <a:pt x="8136578" y="2471405"/>
                  </a:lnTo>
                  <a:lnTo>
                    <a:pt x="8137419" y="2470088"/>
                  </a:lnTo>
                  <a:lnTo>
                    <a:pt x="8138260" y="2467300"/>
                  </a:lnTo>
                  <a:lnTo>
                    <a:pt x="8139101" y="2464413"/>
                  </a:lnTo>
                  <a:lnTo>
                    <a:pt x="8139943" y="2461565"/>
                  </a:lnTo>
                  <a:lnTo>
                    <a:pt x="8140784" y="2459066"/>
                  </a:lnTo>
                  <a:lnTo>
                    <a:pt x="8141625" y="2456924"/>
                  </a:lnTo>
                  <a:lnTo>
                    <a:pt x="8142466" y="2455222"/>
                  </a:lnTo>
                  <a:lnTo>
                    <a:pt x="8143307" y="2453703"/>
                  </a:lnTo>
                  <a:lnTo>
                    <a:pt x="8144149" y="2452199"/>
                  </a:lnTo>
                  <a:lnTo>
                    <a:pt x="8144990" y="2450204"/>
                  </a:lnTo>
                  <a:lnTo>
                    <a:pt x="8145831" y="2448488"/>
                  </a:lnTo>
                  <a:lnTo>
                    <a:pt x="8146672" y="2447083"/>
                  </a:lnTo>
                  <a:lnTo>
                    <a:pt x="8147513" y="2446218"/>
                  </a:lnTo>
                  <a:lnTo>
                    <a:pt x="8148355" y="2445474"/>
                  </a:lnTo>
                  <a:lnTo>
                    <a:pt x="8149196" y="2445291"/>
                  </a:lnTo>
                  <a:lnTo>
                    <a:pt x="8150037" y="2445211"/>
                  </a:lnTo>
                  <a:lnTo>
                    <a:pt x="8150878" y="2445701"/>
                  </a:lnTo>
                  <a:lnTo>
                    <a:pt x="8151719" y="2447141"/>
                  </a:lnTo>
                  <a:lnTo>
                    <a:pt x="8152561" y="2449088"/>
                  </a:lnTo>
                  <a:lnTo>
                    <a:pt x="8153402" y="2451422"/>
                  </a:lnTo>
                  <a:lnTo>
                    <a:pt x="8154243" y="2454088"/>
                  </a:lnTo>
                  <a:lnTo>
                    <a:pt x="8155084" y="2456854"/>
                  </a:lnTo>
                  <a:lnTo>
                    <a:pt x="8155925" y="2459830"/>
                  </a:lnTo>
                  <a:lnTo>
                    <a:pt x="8156767" y="2462863"/>
                  </a:lnTo>
                  <a:lnTo>
                    <a:pt x="8157608" y="2466251"/>
                  </a:lnTo>
                  <a:lnTo>
                    <a:pt x="8158449" y="2470027"/>
                  </a:lnTo>
                  <a:lnTo>
                    <a:pt x="8159290" y="2475876"/>
                  </a:lnTo>
                  <a:lnTo>
                    <a:pt x="8160131" y="2481779"/>
                  </a:lnTo>
                  <a:lnTo>
                    <a:pt x="8160973" y="2487757"/>
                  </a:lnTo>
                  <a:lnTo>
                    <a:pt x="8161814" y="2493332"/>
                  </a:lnTo>
                  <a:lnTo>
                    <a:pt x="8162655" y="2498961"/>
                  </a:lnTo>
                  <a:lnTo>
                    <a:pt x="8163496" y="2504362"/>
                  </a:lnTo>
                  <a:lnTo>
                    <a:pt x="8164337" y="2508890"/>
                  </a:lnTo>
                  <a:lnTo>
                    <a:pt x="8165179" y="2513394"/>
                  </a:lnTo>
                  <a:lnTo>
                    <a:pt x="8166020" y="2518035"/>
                  </a:lnTo>
                  <a:lnTo>
                    <a:pt x="8166861" y="2522829"/>
                  </a:lnTo>
                  <a:lnTo>
                    <a:pt x="8167702" y="2527948"/>
                  </a:lnTo>
                  <a:lnTo>
                    <a:pt x="8168543" y="2532962"/>
                  </a:lnTo>
                  <a:lnTo>
                    <a:pt x="8169385" y="2538500"/>
                  </a:lnTo>
                  <a:lnTo>
                    <a:pt x="8170226" y="2544417"/>
                  </a:lnTo>
                  <a:lnTo>
                    <a:pt x="8171067" y="2548438"/>
                  </a:lnTo>
                  <a:lnTo>
                    <a:pt x="8171908" y="2551950"/>
                  </a:lnTo>
                  <a:lnTo>
                    <a:pt x="8172749" y="2555255"/>
                  </a:lnTo>
                  <a:lnTo>
                    <a:pt x="8173591" y="2557705"/>
                  </a:lnTo>
                  <a:lnTo>
                    <a:pt x="8174432" y="2560499"/>
                  </a:lnTo>
                  <a:lnTo>
                    <a:pt x="8175273" y="2563351"/>
                  </a:lnTo>
                  <a:lnTo>
                    <a:pt x="8176114" y="2565945"/>
                  </a:lnTo>
                  <a:lnTo>
                    <a:pt x="8176955" y="2568438"/>
                  </a:lnTo>
                  <a:lnTo>
                    <a:pt x="8177797" y="2570429"/>
                  </a:lnTo>
                  <a:lnTo>
                    <a:pt x="8178638" y="2571979"/>
                  </a:lnTo>
                  <a:lnTo>
                    <a:pt x="8179479" y="2573207"/>
                  </a:lnTo>
                  <a:lnTo>
                    <a:pt x="8180320" y="2574245"/>
                  </a:lnTo>
                  <a:lnTo>
                    <a:pt x="8181161" y="2575157"/>
                  </a:lnTo>
                  <a:lnTo>
                    <a:pt x="8182003" y="2575787"/>
                  </a:lnTo>
                  <a:lnTo>
                    <a:pt x="8182844" y="2575924"/>
                  </a:lnTo>
                  <a:lnTo>
                    <a:pt x="8183685" y="2575849"/>
                  </a:lnTo>
                  <a:lnTo>
                    <a:pt x="8184526" y="2575653"/>
                  </a:lnTo>
                  <a:lnTo>
                    <a:pt x="8185367" y="2575151"/>
                  </a:lnTo>
                  <a:lnTo>
                    <a:pt x="8186209" y="2574701"/>
                  </a:lnTo>
                  <a:lnTo>
                    <a:pt x="8187050" y="2574512"/>
                  </a:lnTo>
                  <a:lnTo>
                    <a:pt x="8187891" y="2574443"/>
                  </a:lnTo>
                  <a:lnTo>
                    <a:pt x="8188732" y="2574151"/>
                  </a:lnTo>
                  <a:lnTo>
                    <a:pt x="8189573" y="2574095"/>
                  </a:lnTo>
                  <a:lnTo>
                    <a:pt x="8190415" y="2573959"/>
                  </a:lnTo>
                  <a:lnTo>
                    <a:pt x="8191256" y="2573845"/>
                  </a:lnTo>
                  <a:lnTo>
                    <a:pt x="8192097" y="2573100"/>
                  </a:lnTo>
                  <a:lnTo>
                    <a:pt x="8192938" y="2572416"/>
                  </a:lnTo>
                  <a:lnTo>
                    <a:pt x="8193779" y="2571803"/>
                  </a:lnTo>
                  <a:lnTo>
                    <a:pt x="8194621" y="2570987"/>
                  </a:lnTo>
                  <a:lnTo>
                    <a:pt x="8195462" y="2570158"/>
                  </a:lnTo>
                  <a:lnTo>
                    <a:pt x="8196303" y="2569229"/>
                  </a:lnTo>
                  <a:lnTo>
                    <a:pt x="8197144" y="2568105"/>
                  </a:lnTo>
                  <a:lnTo>
                    <a:pt x="8197985" y="2567118"/>
                  </a:lnTo>
                  <a:lnTo>
                    <a:pt x="8198827" y="2565831"/>
                  </a:lnTo>
                  <a:lnTo>
                    <a:pt x="8199668" y="2564471"/>
                  </a:lnTo>
                  <a:lnTo>
                    <a:pt x="8200509" y="2563228"/>
                  </a:lnTo>
                  <a:lnTo>
                    <a:pt x="8201350" y="2562058"/>
                  </a:lnTo>
                  <a:lnTo>
                    <a:pt x="8202191" y="2560808"/>
                  </a:lnTo>
                  <a:lnTo>
                    <a:pt x="8203033" y="2559046"/>
                  </a:lnTo>
                  <a:lnTo>
                    <a:pt x="8203874" y="2557477"/>
                  </a:lnTo>
                  <a:lnTo>
                    <a:pt x="8204715" y="2556121"/>
                  </a:lnTo>
                  <a:lnTo>
                    <a:pt x="8205556" y="2554677"/>
                  </a:lnTo>
                  <a:lnTo>
                    <a:pt x="8206397" y="2552907"/>
                  </a:lnTo>
                  <a:lnTo>
                    <a:pt x="8207239" y="2551328"/>
                  </a:lnTo>
                  <a:lnTo>
                    <a:pt x="8208080" y="2549851"/>
                  </a:lnTo>
                  <a:lnTo>
                    <a:pt x="8208921" y="2548636"/>
                  </a:lnTo>
                  <a:lnTo>
                    <a:pt x="8209762" y="2547610"/>
                  </a:lnTo>
                  <a:lnTo>
                    <a:pt x="8210604" y="2546490"/>
                  </a:lnTo>
                  <a:lnTo>
                    <a:pt x="8211445" y="2545654"/>
                  </a:lnTo>
                  <a:lnTo>
                    <a:pt x="8212286" y="2544485"/>
                  </a:lnTo>
                  <a:lnTo>
                    <a:pt x="8213127" y="2543371"/>
                  </a:lnTo>
                  <a:lnTo>
                    <a:pt x="8213968" y="2541555"/>
                  </a:lnTo>
                  <a:lnTo>
                    <a:pt x="8214810" y="2539895"/>
                  </a:lnTo>
                  <a:lnTo>
                    <a:pt x="8215651" y="2539099"/>
                  </a:lnTo>
                  <a:lnTo>
                    <a:pt x="8216492" y="2538967"/>
                  </a:lnTo>
                  <a:lnTo>
                    <a:pt x="8217333" y="2538909"/>
                  </a:lnTo>
                  <a:lnTo>
                    <a:pt x="8218174" y="2539062"/>
                  </a:lnTo>
                  <a:lnTo>
                    <a:pt x="8219016" y="2539207"/>
                  </a:lnTo>
                  <a:lnTo>
                    <a:pt x="8219857" y="2539193"/>
                  </a:lnTo>
                  <a:lnTo>
                    <a:pt x="8220698" y="2539033"/>
                  </a:lnTo>
                  <a:lnTo>
                    <a:pt x="8221539" y="2538746"/>
                  </a:lnTo>
                  <a:lnTo>
                    <a:pt x="8222380" y="2538531"/>
                  </a:lnTo>
                  <a:lnTo>
                    <a:pt x="8223222" y="2538705"/>
                  </a:lnTo>
                  <a:lnTo>
                    <a:pt x="8224063" y="2539225"/>
                  </a:lnTo>
                  <a:lnTo>
                    <a:pt x="8224904" y="2539899"/>
                  </a:lnTo>
                  <a:lnTo>
                    <a:pt x="8225745" y="2540723"/>
                  </a:lnTo>
                  <a:lnTo>
                    <a:pt x="8226586" y="2541805"/>
                  </a:lnTo>
                  <a:lnTo>
                    <a:pt x="8227428" y="2542682"/>
                  </a:lnTo>
                  <a:lnTo>
                    <a:pt x="8228269" y="2543469"/>
                  </a:lnTo>
                  <a:lnTo>
                    <a:pt x="8229110" y="2544243"/>
                  </a:lnTo>
                  <a:lnTo>
                    <a:pt x="8229951" y="2544950"/>
                  </a:lnTo>
                  <a:lnTo>
                    <a:pt x="8230792" y="2546142"/>
                  </a:lnTo>
                  <a:lnTo>
                    <a:pt x="8231634" y="2547828"/>
                  </a:lnTo>
                  <a:lnTo>
                    <a:pt x="8232475" y="2549659"/>
                  </a:lnTo>
                  <a:lnTo>
                    <a:pt x="8233316" y="2551862"/>
                  </a:lnTo>
                  <a:lnTo>
                    <a:pt x="8234157" y="2552913"/>
                  </a:lnTo>
                  <a:lnTo>
                    <a:pt x="8234998" y="2554111"/>
                  </a:lnTo>
                  <a:lnTo>
                    <a:pt x="8235840" y="2555292"/>
                  </a:lnTo>
                  <a:lnTo>
                    <a:pt x="8236681" y="2556625"/>
                  </a:lnTo>
                  <a:lnTo>
                    <a:pt x="8237522" y="2557930"/>
                  </a:lnTo>
                  <a:lnTo>
                    <a:pt x="8238363" y="2559216"/>
                  </a:lnTo>
                  <a:lnTo>
                    <a:pt x="8239204" y="2560390"/>
                  </a:lnTo>
                  <a:lnTo>
                    <a:pt x="8240046" y="2561998"/>
                  </a:lnTo>
                  <a:lnTo>
                    <a:pt x="8240887" y="2563723"/>
                  </a:lnTo>
                  <a:lnTo>
                    <a:pt x="8241728" y="2565374"/>
                  </a:lnTo>
                  <a:lnTo>
                    <a:pt x="8242569" y="2566628"/>
                  </a:lnTo>
                  <a:lnTo>
                    <a:pt x="8243410" y="2567715"/>
                  </a:lnTo>
                  <a:lnTo>
                    <a:pt x="8244252" y="2568382"/>
                  </a:lnTo>
                  <a:lnTo>
                    <a:pt x="8245093" y="2568811"/>
                  </a:lnTo>
                  <a:lnTo>
                    <a:pt x="8245592" y="283368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69282" y="3520461"/>
              <a:ext cx="8245592" cy="2833682"/>
            </a:xfrm>
            <a:custGeom>
              <a:avLst/>
              <a:pathLst>
                <a:path w="8245592" h="2833682">
                  <a:moveTo>
                    <a:pt x="0" y="2833682"/>
                  </a:moveTo>
                  <a:lnTo>
                    <a:pt x="468" y="2604844"/>
                  </a:lnTo>
                  <a:lnTo>
                    <a:pt x="1310" y="2604921"/>
                  </a:lnTo>
                  <a:lnTo>
                    <a:pt x="2151" y="2604716"/>
                  </a:lnTo>
                  <a:lnTo>
                    <a:pt x="2992" y="2604361"/>
                  </a:lnTo>
                  <a:lnTo>
                    <a:pt x="3833" y="2603870"/>
                  </a:lnTo>
                  <a:lnTo>
                    <a:pt x="4674" y="2603261"/>
                  </a:lnTo>
                  <a:lnTo>
                    <a:pt x="5516" y="2602539"/>
                  </a:lnTo>
                  <a:lnTo>
                    <a:pt x="6357" y="2601816"/>
                  </a:lnTo>
                  <a:lnTo>
                    <a:pt x="7198" y="2601147"/>
                  </a:lnTo>
                  <a:lnTo>
                    <a:pt x="8039" y="2600513"/>
                  </a:lnTo>
                  <a:lnTo>
                    <a:pt x="8880" y="2599830"/>
                  </a:lnTo>
                  <a:lnTo>
                    <a:pt x="9722" y="2599234"/>
                  </a:lnTo>
                  <a:lnTo>
                    <a:pt x="10563" y="2598542"/>
                  </a:lnTo>
                  <a:lnTo>
                    <a:pt x="11404" y="2597845"/>
                  </a:lnTo>
                  <a:lnTo>
                    <a:pt x="12245" y="2597023"/>
                  </a:lnTo>
                  <a:lnTo>
                    <a:pt x="13086" y="2596204"/>
                  </a:lnTo>
                  <a:lnTo>
                    <a:pt x="13928" y="2595635"/>
                  </a:lnTo>
                  <a:lnTo>
                    <a:pt x="14769" y="2595292"/>
                  </a:lnTo>
                  <a:lnTo>
                    <a:pt x="15610" y="2595098"/>
                  </a:lnTo>
                  <a:lnTo>
                    <a:pt x="16451" y="2594904"/>
                  </a:lnTo>
                  <a:lnTo>
                    <a:pt x="17292" y="2594725"/>
                  </a:lnTo>
                  <a:lnTo>
                    <a:pt x="18134" y="2594811"/>
                  </a:lnTo>
                  <a:lnTo>
                    <a:pt x="18975" y="2594870"/>
                  </a:lnTo>
                  <a:lnTo>
                    <a:pt x="19816" y="2594868"/>
                  </a:lnTo>
                  <a:lnTo>
                    <a:pt x="20657" y="2594866"/>
                  </a:lnTo>
                  <a:lnTo>
                    <a:pt x="21498" y="2594912"/>
                  </a:lnTo>
                  <a:lnTo>
                    <a:pt x="22340" y="2594899"/>
                  </a:lnTo>
                  <a:lnTo>
                    <a:pt x="23181" y="2595033"/>
                  </a:lnTo>
                  <a:lnTo>
                    <a:pt x="24022" y="2594879"/>
                  </a:lnTo>
                  <a:lnTo>
                    <a:pt x="24863" y="2594851"/>
                  </a:lnTo>
                  <a:lnTo>
                    <a:pt x="25704" y="2594950"/>
                  </a:lnTo>
                  <a:lnTo>
                    <a:pt x="26546" y="2595315"/>
                  </a:lnTo>
                  <a:lnTo>
                    <a:pt x="27387" y="2596103"/>
                  </a:lnTo>
                  <a:lnTo>
                    <a:pt x="28228" y="2596855"/>
                  </a:lnTo>
                  <a:lnTo>
                    <a:pt x="29069" y="2597962"/>
                  </a:lnTo>
                  <a:lnTo>
                    <a:pt x="29910" y="2598780"/>
                  </a:lnTo>
                  <a:lnTo>
                    <a:pt x="30752" y="2598986"/>
                  </a:lnTo>
                  <a:lnTo>
                    <a:pt x="31593" y="2598818"/>
                  </a:lnTo>
                  <a:lnTo>
                    <a:pt x="32434" y="2598735"/>
                  </a:lnTo>
                  <a:lnTo>
                    <a:pt x="33275" y="2598639"/>
                  </a:lnTo>
                  <a:lnTo>
                    <a:pt x="34116" y="2598535"/>
                  </a:lnTo>
                  <a:lnTo>
                    <a:pt x="34958" y="2598720"/>
                  </a:lnTo>
                  <a:lnTo>
                    <a:pt x="35799" y="2599072"/>
                  </a:lnTo>
                  <a:lnTo>
                    <a:pt x="36640" y="2599429"/>
                  </a:lnTo>
                  <a:lnTo>
                    <a:pt x="37481" y="2599503"/>
                  </a:lnTo>
                  <a:lnTo>
                    <a:pt x="38322" y="2599126"/>
                  </a:lnTo>
                  <a:lnTo>
                    <a:pt x="39164" y="2598481"/>
                  </a:lnTo>
                  <a:lnTo>
                    <a:pt x="40005" y="2597732"/>
                  </a:lnTo>
                  <a:lnTo>
                    <a:pt x="40846" y="2596741"/>
                  </a:lnTo>
                  <a:lnTo>
                    <a:pt x="41687" y="2595450"/>
                  </a:lnTo>
                  <a:lnTo>
                    <a:pt x="42528" y="2594597"/>
                  </a:lnTo>
                  <a:lnTo>
                    <a:pt x="43370" y="2593890"/>
                  </a:lnTo>
                  <a:lnTo>
                    <a:pt x="44211" y="2593092"/>
                  </a:lnTo>
                  <a:lnTo>
                    <a:pt x="45052" y="2592597"/>
                  </a:lnTo>
                  <a:lnTo>
                    <a:pt x="45893" y="2592282"/>
                  </a:lnTo>
                  <a:lnTo>
                    <a:pt x="46735" y="2591614"/>
                  </a:lnTo>
                  <a:lnTo>
                    <a:pt x="47576" y="2590839"/>
                  </a:lnTo>
                  <a:lnTo>
                    <a:pt x="48417" y="2590132"/>
                  </a:lnTo>
                  <a:lnTo>
                    <a:pt x="49258" y="2589639"/>
                  </a:lnTo>
                  <a:lnTo>
                    <a:pt x="50099" y="2589540"/>
                  </a:lnTo>
                  <a:lnTo>
                    <a:pt x="50941" y="2589297"/>
                  </a:lnTo>
                  <a:lnTo>
                    <a:pt x="51782" y="2589297"/>
                  </a:lnTo>
                  <a:lnTo>
                    <a:pt x="52623" y="2589023"/>
                  </a:lnTo>
                  <a:lnTo>
                    <a:pt x="53464" y="2588211"/>
                  </a:lnTo>
                  <a:lnTo>
                    <a:pt x="54305" y="2587253"/>
                  </a:lnTo>
                  <a:lnTo>
                    <a:pt x="55147" y="2586517"/>
                  </a:lnTo>
                  <a:lnTo>
                    <a:pt x="55988" y="2586068"/>
                  </a:lnTo>
                  <a:lnTo>
                    <a:pt x="56829" y="2585666"/>
                  </a:lnTo>
                  <a:lnTo>
                    <a:pt x="57670" y="2585484"/>
                  </a:lnTo>
                  <a:lnTo>
                    <a:pt x="58511" y="2585332"/>
                  </a:lnTo>
                  <a:lnTo>
                    <a:pt x="59353" y="2584876"/>
                  </a:lnTo>
                  <a:lnTo>
                    <a:pt x="60194" y="2583524"/>
                  </a:lnTo>
                  <a:lnTo>
                    <a:pt x="61035" y="2581890"/>
                  </a:lnTo>
                  <a:lnTo>
                    <a:pt x="61876" y="2580188"/>
                  </a:lnTo>
                  <a:lnTo>
                    <a:pt x="62717" y="2578485"/>
                  </a:lnTo>
                  <a:lnTo>
                    <a:pt x="63559" y="2577032"/>
                  </a:lnTo>
                  <a:lnTo>
                    <a:pt x="64400" y="2575733"/>
                  </a:lnTo>
                  <a:lnTo>
                    <a:pt x="65241" y="2574424"/>
                  </a:lnTo>
                  <a:lnTo>
                    <a:pt x="66082" y="2573652"/>
                  </a:lnTo>
                  <a:lnTo>
                    <a:pt x="66923" y="2572965"/>
                  </a:lnTo>
                  <a:lnTo>
                    <a:pt x="67765" y="2571735"/>
                  </a:lnTo>
                  <a:lnTo>
                    <a:pt x="68606" y="2570109"/>
                  </a:lnTo>
                  <a:lnTo>
                    <a:pt x="69447" y="2568393"/>
                  </a:lnTo>
                  <a:lnTo>
                    <a:pt x="70288" y="2566391"/>
                  </a:lnTo>
                  <a:lnTo>
                    <a:pt x="71129" y="2564296"/>
                  </a:lnTo>
                  <a:lnTo>
                    <a:pt x="71971" y="2562231"/>
                  </a:lnTo>
                  <a:lnTo>
                    <a:pt x="72812" y="2560066"/>
                  </a:lnTo>
                  <a:lnTo>
                    <a:pt x="73653" y="2557945"/>
                  </a:lnTo>
                  <a:lnTo>
                    <a:pt x="74494" y="2555774"/>
                  </a:lnTo>
                  <a:lnTo>
                    <a:pt x="75335" y="2553216"/>
                  </a:lnTo>
                  <a:lnTo>
                    <a:pt x="76177" y="2550910"/>
                  </a:lnTo>
                  <a:lnTo>
                    <a:pt x="77018" y="2548620"/>
                  </a:lnTo>
                  <a:lnTo>
                    <a:pt x="77859" y="2546908"/>
                  </a:lnTo>
                  <a:lnTo>
                    <a:pt x="78700" y="2545497"/>
                  </a:lnTo>
                  <a:lnTo>
                    <a:pt x="79541" y="2544566"/>
                  </a:lnTo>
                  <a:lnTo>
                    <a:pt x="80383" y="2544393"/>
                  </a:lnTo>
                  <a:lnTo>
                    <a:pt x="81224" y="2544583"/>
                  </a:lnTo>
                  <a:lnTo>
                    <a:pt x="82065" y="2544878"/>
                  </a:lnTo>
                  <a:lnTo>
                    <a:pt x="82906" y="2545317"/>
                  </a:lnTo>
                  <a:lnTo>
                    <a:pt x="83747" y="2545970"/>
                  </a:lnTo>
                  <a:lnTo>
                    <a:pt x="84589" y="2546771"/>
                  </a:lnTo>
                  <a:lnTo>
                    <a:pt x="85430" y="2547796"/>
                  </a:lnTo>
                  <a:lnTo>
                    <a:pt x="86271" y="2548992"/>
                  </a:lnTo>
                  <a:lnTo>
                    <a:pt x="87112" y="2550240"/>
                  </a:lnTo>
                  <a:lnTo>
                    <a:pt x="87953" y="2551883"/>
                  </a:lnTo>
                  <a:lnTo>
                    <a:pt x="88795" y="2554040"/>
                  </a:lnTo>
                  <a:lnTo>
                    <a:pt x="89636" y="2556205"/>
                  </a:lnTo>
                  <a:lnTo>
                    <a:pt x="90477" y="2557998"/>
                  </a:lnTo>
                  <a:lnTo>
                    <a:pt x="91318" y="2559335"/>
                  </a:lnTo>
                  <a:lnTo>
                    <a:pt x="92159" y="2560170"/>
                  </a:lnTo>
                  <a:lnTo>
                    <a:pt x="93001" y="2560732"/>
                  </a:lnTo>
                  <a:lnTo>
                    <a:pt x="93842" y="2561180"/>
                  </a:lnTo>
                  <a:lnTo>
                    <a:pt x="94683" y="2561621"/>
                  </a:lnTo>
                  <a:lnTo>
                    <a:pt x="95524" y="2561780"/>
                  </a:lnTo>
                  <a:lnTo>
                    <a:pt x="96365" y="2561811"/>
                  </a:lnTo>
                  <a:lnTo>
                    <a:pt x="97207" y="2561750"/>
                  </a:lnTo>
                  <a:lnTo>
                    <a:pt x="98048" y="2561272"/>
                  </a:lnTo>
                  <a:lnTo>
                    <a:pt x="98889" y="2560535"/>
                  </a:lnTo>
                  <a:lnTo>
                    <a:pt x="99730" y="2559775"/>
                  </a:lnTo>
                  <a:lnTo>
                    <a:pt x="100571" y="2558894"/>
                  </a:lnTo>
                  <a:lnTo>
                    <a:pt x="101413" y="2557830"/>
                  </a:lnTo>
                  <a:lnTo>
                    <a:pt x="102254" y="2556501"/>
                  </a:lnTo>
                  <a:lnTo>
                    <a:pt x="103095" y="2555134"/>
                  </a:lnTo>
                  <a:lnTo>
                    <a:pt x="103936" y="2553721"/>
                  </a:lnTo>
                  <a:lnTo>
                    <a:pt x="104777" y="2551997"/>
                  </a:lnTo>
                  <a:lnTo>
                    <a:pt x="105619" y="2550173"/>
                  </a:lnTo>
                  <a:lnTo>
                    <a:pt x="106460" y="2548252"/>
                  </a:lnTo>
                  <a:lnTo>
                    <a:pt x="107301" y="2546292"/>
                  </a:lnTo>
                  <a:lnTo>
                    <a:pt x="108142" y="2544659"/>
                  </a:lnTo>
                  <a:lnTo>
                    <a:pt x="108983" y="2543170"/>
                  </a:lnTo>
                  <a:lnTo>
                    <a:pt x="109825" y="2541736"/>
                  </a:lnTo>
                  <a:lnTo>
                    <a:pt x="110666" y="2540513"/>
                  </a:lnTo>
                  <a:lnTo>
                    <a:pt x="111507" y="2539272"/>
                  </a:lnTo>
                  <a:lnTo>
                    <a:pt x="112348" y="2537939"/>
                  </a:lnTo>
                  <a:lnTo>
                    <a:pt x="113189" y="2536667"/>
                  </a:lnTo>
                  <a:lnTo>
                    <a:pt x="114031" y="2535585"/>
                  </a:lnTo>
                  <a:lnTo>
                    <a:pt x="114872" y="2534473"/>
                  </a:lnTo>
                  <a:lnTo>
                    <a:pt x="115713" y="2533324"/>
                  </a:lnTo>
                  <a:lnTo>
                    <a:pt x="116554" y="2532132"/>
                  </a:lnTo>
                  <a:lnTo>
                    <a:pt x="117396" y="2531001"/>
                  </a:lnTo>
                  <a:lnTo>
                    <a:pt x="118237" y="2529870"/>
                  </a:lnTo>
                  <a:lnTo>
                    <a:pt x="119078" y="2529212"/>
                  </a:lnTo>
                  <a:lnTo>
                    <a:pt x="119919" y="2528528"/>
                  </a:lnTo>
                  <a:lnTo>
                    <a:pt x="120760" y="2527637"/>
                  </a:lnTo>
                  <a:lnTo>
                    <a:pt x="121602" y="2526580"/>
                  </a:lnTo>
                  <a:lnTo>
                    <a:pt x="122443" y="2525397"/>
                  </a:lnTo>
                  <a:lnTo>
                    <a:pt x="123284" y="2524298"/>
                  </a:lnTo>
                  <a:lnTo>
                    <a:pt x="124125" y="2523173"/>
                  </a:lnTo>
                  <a:lnTo>
                    <a:pt x="124966" y="2522011"/>
                  </a:lnTo>
                  <a:lnTo>
                    <a:pt x="125808" y="2521115"/>
                  </a:lnTo>
                  <a:lnTo>
                    <a:pt x="126649" y="2520440"/>
                  </a:lnTo>
                  <a:lnTo>
                    <a:pt x="127490" y="2519870"/>
                  </a:lnTo>
                  <a:lnTo>
                    <a:pt x="128331" y="2519200"/>
                  </a:lnTo>
                  <a:lnTo>
                    <a:pt x="129172" y="2518708"/>
                  </a:lnTo>
                  <a:lnTo>
                    <a:pt x="130014" y="2518265"/>
                  </a:lnTo>
                  <a:lnTo>
                    <a:pt x="130855" y="2517955"/>
                  </a:lnTo>
                  <a:lnTo>
                    <a:pt x="131696" y="2517932"/>
                  </a:lnTo>
                  <a:lnTo>
                    <a:pt x="132537" y="2518308"/>
                  </a:lnTo>
                  <a:lnTo>
                    <a:pt x="133378" y="2518343"/>
                  </a:lnTo>
                  <a:lnTo>
                    <a:pt x="134220" y="2518582"/>
                  </a:lnTo>
                  <a:lnTo>
                    <a:pt x="135061" y="2518978"/>
                  </a:lnTo>
                  <a:lnTo>
                    <a:pt x="135902" y="2519425"/>
                  </a:lnTo>
                  <a:lnTo>
                    <a:pt x="136743" y="2520034"/>
                  </a:lnTo>
                  <a:lnTo>
                    <a:pt x="137584" y="2520944"/>
                  </a:lnTo>
                  <a:lnTo>
                    <a:pt x="138426" y="2522319"/>
                  </a:lnTo>
                  <a:lnTo>
                    <a:pt x="139267" y="2523633"/>
                  </a:lnTo>
                  <a:lnTo>
                    <a:pt x="140108" y="2525175"/>
                  </a:lnTo>
                  <a:lnTo>
                    <a:pt x="140949" y="2526907"/>
                  </a:lnTo>
                  <a:lnTo>
                    <a:pt x="141790" y="2528449"/>
                  </a:lnTo>
                  <a:lnTo>
                    <a:pt x="142632" y="2529900"/>
                  </a:lnTo>
                  <a:lnTo>
                    <a:pt x="143473" y="2531138"/>
                  </a:lnTo>
                  <a:lnTo>
                    <a:pt x="144314" y="2532224"/>
                  </a:lnTo>
                  <a:lnTo>
                    <a:pt x="145155" y="2533075"/>
                  </a:lnTo>
                  <a:lnTo>
                    <a:pt x="145996" y="2534351"/>
                  </a:lnTo>
                  <a:lnTo>
                    <a:pt x="146838" y="2535931"/>
                  </a:lnTo>
                  <a:lnTo>
                    <a:pt x="147679" y="2537686"/>
                  </a:lnTo>
                  <a:lnTo>
                    <a:pt x="148520" y="2539630"/>
                  </a:lnTo>
                  <a:lnTo>
                    <a:pt x="149361" y="2541583"/>
                  </a:lnTo>
                  <a:lnTo>
                    <a:pt x="150202" y="2543307"/>
                  </a:lnTo>
                  <a:lnTo>
                    <a:pt x="151044" y="2544986"/>
                  </a:lnTo>
                  <a:lnTo>
                    <a:pt x="151885" y="2546566"/>
                  </a:lnTo>
                  <a:lnTo>
                    <a:pt x="152726" y="2548320"/>
                  </a:lnTo>
                  <a:lnTo>
                    <a:pt x="153567" y="2550364"/>
                  </a:lnTo>
                  <a:lnTo>
                    <a:pt x="154408" y="2552749"/>
                  </a:lnTo>
                  <a:lnTo>
                    <a:pt x="155250" y="2555552"/>
                  </a:lnTo>
                  <a:lnTo>
                    <a:pt x="156091" y="2558583"/>
                  </a:lnTo>
                  <a:lnTo>
                    <a:pt x="156932" y="2561500"/>
                  </a:lnTo>
                  <a:lnTo>
                    <a:pt x="157773" y="2564219"/>
                  </a:lnTo>
                  <a:lnTo>
                    <a:pt x="158614" y="2566437"/>
                  </a:lnTo>
                  <a:lnTo>
                    <a:pt x="159456" y="2568215"/>
                  </a:lnTo>
                  <a:lnTo>
                    <a:pt x="160297" y="2569901"/>
                  </a:lnTo>
                  <a:lnTo>
                    <a:pt x="161138" y="2571421"/>
                  </a:lnTo>
                  <a:lnTo>
                    <a:pt x="161979" y="2572963"/>
                  </a:lnTo>
                  <a:lnTo>
                    <a:pt x="162820" y="2574725"/>
                  </a:lnTo>
                  <a:lnTo>
                    <a:pt x="163662" y="2576548"/>
                  </a:lnTo>
                  <a:lnTo>
                    <a:pt x="164503" y="2578363"/>
                  </a:lnTo>
                  <a:lnTo>
                    <a:pt x="165344" y="2579265"/>
                  </a:lnTo>
                  <a:lnTo>
                    <a:pt x="166185" y="2580097"/>
                  </a:lnTo>
                  <a:lnTo>
                    <a:pt x="167026" y="2580734"/>
                  </a:lnTo>
                  <a:lnTo>
                    <a:pt x="167868" y="2580890"/>
                  </a:lnTo>
                  <a:lnTo>
                    <a:pt x="168709" y="2581023"/>
                  </a:lnTo>
                  <a:lnTo>
                    <a:pt x="169550" y="2581402"/>
                  </a:lnTo>
                  <a:lnTo>
                    <a:pt x="170391" y="2582062"/>
                  </a:lnTo>
                  <a:lnTo>
                    <a:pt x="171232" y="2582873"/>
                  </a:lnTo>
                  <a:lnTo>
                    <a:pt x="172074" y="2583683"/>
                  </a:lnTo>
                  <a:lnTo>
                    <a:pt x="172915" y="2584299"/>
                  </a:lnTo>
                  <a:lnTo>
                    <a:pt x="173756" y="2584870"/>
                  </a:lnTo>
                  <a:lnTo>
                    <a:pt x="174597" y="2585379"/>
                  </a:lnTo>
                  <a:lnTo>
                    <a:pt x="175438" y="2585722"/>
                  </a:lnTo>
                  <a:lnTo>
                    <a:pt x="176280" y="2585893"/>
                  </a:lnTo>
                  <a:lnTo>
                    <a:pt x="177121" y="2585968"/>
                  </a:lnTo>
                  <a:lnTo>
                    <a:pt x="177962" y="2586070"/>
                  </a:lnTo>
                  <a:lnTo>
                    <a:pt x="178803" y="2586155"/>
                  </a:lnTo>
                  <a:lnTo>
                    <a:pt x="179644" y="2586282"/>
                  </a:lnTo>
                  <a:lnTo>
                    <a:pt x="180486" y="2586542"/>
                  </a:lnTo>
                  <a:lnTo>
                    <a:pt x="181327" y="2586852"/>
                  </a:lnTo>
                  <a:lnTo>
                    <a:pt x="182168" y="2586965"/>
                  </a:lnTo>
                  <a:lnTo>
                    <a:pt x="183009" y="2586716"/>
                  </a:lnTo>
                  <a:lnTo>
                    <a:pt x="183850" y="2586302"/>
                  </a:lnTo>
                  <a:lnTo>
                    <a:pt x="184692" y="2585888"/>
                  </a:lnTo>
                  <a:lnTo>
                    <a:pt x="185533" y="2585611"/>
                  </a:lnTo>
                  <a:lnTo>
                    <a:pt x="186374" y="2585389"/>
                  </a:lnTo>
                  <a:lnTo>
                    <a:pt x="187215" y="2585390"/>
                  </a:lnTo>
                  <a:lnTo>
                    <a:pt x="188057" y="2585567"/>
                  </a:lnTo>
                  <a:lnTo>
                    <a:pt x="188898" y="2585881"/>
                  </a:lnTo>
                  <a:lnTo>
                    <a:pt x="189739" y="2586290"/>
                  </a:lnTo>
                  <a:lnTo>
                    <a:pt x="190580" y="2586630"/>
                  </a:lnTo>
                  <a:lnTo>
                    <a:pt x="191421" y="2586799"/>
                  </a:lnTo>
                  <a:lnTo>
                    <a:pt x="192263" y="2587364"/>
                  </a:lnTo>
                  <a:lnTo>
                    <a:pt x="193104" y="2587863"/>
                  </a:lnTo>
                  <a:lnTo>
                    <a:pt x="193945" y="2588607"/>
                  </a:lnTo>
                  <a:lnTo>
                    <a:pt x="194786" y="2589306"/>
                  </a:lnTo>
                  <a:lnTo>
                    <a:pt x="195627" y="2589968"/>
                  </a:lnTo>
                  <a:lnTo>
                    <a:pt x="196469" y="2590888"/>
                  </a:lnTo>
                  <a:lnTo>
                    <a:pt x="197310" y="2591452"/>
                  </a:lnTo>
                  <a:lnTo>
                    <a:pt x="198151" y="2592290"/>
                  </a:lnTo>
                  <a:lnTo>
                    <a:pt x="198992" y="2593436"/>
                  </a:lnTo>
                  <a:lnTo>
                    <a:pt x="199833" y="2594820"/>
                  </a:lnTo>
                  <a:lnTo>
                    <a:pt x="200675" y="2596186"/>
                  </a:lnTo>
                  <a:lnTo>
                    <a:pt x="201516" y="2597786"/>
                  </a:lnTo>
                  <a:lnTo>
                    <a:pt x="202357" y="2599523"/>
                  </a:lnTo>
                  <a:lnTo>
                    <a:pt x="203198" y="2601298"/>
                  </a:lnTo>
                  <a:lnTo>
                    <a:pt x="204039" y="2603074"/>
                  </a:lnTo>
                  <a:lnTo>
                    <a:pt x="204881" y="2604843"/>
                  </a:lnTo>
                  <a:lnTo>
                    <a:pt x="205722" y="2606729"/>
                  </a:lnTo>
                  <a:lnTo>
                    <a:pt x="206563" y="2608694"/>
                  </a:lnTo>
                  <a:lnTo>
                    <a:pt x="207404" y="2610706"/>
                  </a:lnTo>
                  <a:lnTo>
                    <a:pt x="208245" y="2612571"/>
                  </a:lnTo>
                  <a:lnTo>
                    <a:pt x="209087" y="2614474"/>
                  </a:lnTo>
                  <a:lnTo>
                    <a:pt x="209928" y="2616676"/>
                  </a:lnTo>
                  <a:lnTo>
                    <a:pt x="210769" y="2618441"/>
                  </a:lnTo>
                  <a:lnTo>
                    <a:pt x="211610" y="2620060"/>
                  </a:lnTo>
                  <a:lnTo>
                    <a:pt x="212451" y="2621739"/>
                  </a:lnTo>
                  <a:lnTo>
                    <a:pt x="213293" y="2623070"/>
                  </a:lnTo>
                  <a:lnTo>
                    <a:pt x="214134" y="2623931"/>
                  </a:lnTo>
                  <a:lnTo>
                    <a:pt x="214975" y="2624866"/>
                  </a:lnTo>
                  <a:lnTo>
                    <a:pt x="215816" y="2625352"/>
                  </a:lnTo>
                  <a:lnTo>
                    <a:pt x="216657" y="2625405"/>
                  </a:lnTo>
                  <a:lnTo>
                    <a:pt x="217499" y="2625268"/>
                  </a:lnTo>
                  <a:lnTo>
                    <a:pt x="218340" y="2624592"/>
                  </a:lnTo>
                  <a:lnTo>
                    <a:pt x="219181" y="2623795"/>
                  </a:lnTo>
                  <a:lnTo>
                    <a:pt x="220022" y="2622959"/>
                  </a:lnTo>
                  <a:lnTo>
                    <a:pt x="220863" y="2622351"/>
                  </a:lnTo>
                  <a:lnTo>
                    <a:pt x="221705" y="2622237"/>
                  </a:lnTo>
                  <a:lnTo>
                    <a:pt x="222546" y="2622040"/>
                  </a:lnTo>
                  <a:lnTo>
                    <a:pt x="223387" y="2621971"/>
                  </a:lnTo>
                  <a:lnTo>
                    <a:pt x="224228" y="2621964"/>
                  </a:lnTo>
                  <a:lnTo>
                    <a:pt x="225069" y="2622108"/>
                  </a:lnTo>
                  <a:lnTo>
                    <a:pt x="225911" y="2622177"/>
                  </a:lnTo>
                  <a:lnTo>
                    <a:pt x="226752" y="2622397"/>
                  </a:lnTo>
                  <a:lnTo>
                    <a:pt x="227593" y="2623081"/>
                  </a:lnTo>
                  <a:lnTo>
                    <a:pt x="228434" y="2624235"/>
                  </a:lnTo>
                  <a:lnTo>
                    <a:pt x="229275" y="2625853"/>
                  </a:lnTo>
                  <a:lnTo>
                    <a:pt x="230117" y="2627547"/>
                  </a:lnTo>
                  <a:lnTo>
                    <a:pt x="230958" y="2629469"/>
                  </a:lnTo>
                  <a:lnTo>
                    <a:pt x="231799" y="2631360"/>
                  </a:lnTo>
                  <a:lnTo>
                    <a:pt x="232640" y="2632956"/>
                  </a:lnTo>
                  <a:lnTo>
                    <a:pt x="233481" y="2634574"/>
                  </a:lnTo>
                  <a:lnTo>
                    <a:pt x="234323" y="2635698"/>
                  </a:lnTo>
                  <a:lnTo>
                    <a:pt x="235164" y="2636883"/>
                  </a:lnTo>
                  <a:lnTo>
                    <a:pt x="236005" y="2638357"/>
                  </a:lnTo>
                  <a:lnTo>
                    <a:pt x="236846" y="2639959"/>
                  </a:lnTo>
                  <a:lnTo>
                    <a:pt x="237687" y="2641501"/>
                  </a:lnTo>
                  <a:lnTo>
                    <a:pt x="238529" y="2643249"/>
                  </a:lnTo>
                  <a:lnTo>
                    <a:pt x="239370" y="2645504"/>
                  </a:lnTo>
                  <a:lnTo>
                    <a:pt x="240211" y="2647805"/>
                  </a:lnTo>
                  <a:lnTo>
                    <a:pt x="241052" y="2650324"/>
                  </a:lnTo>
                  <a:lnTo>
                    <a:pt x="241893" y="2652830"/>
                  </a:lnTo>
                  <a:lnTo>
                    <a:pt x="242735" y="2655250"/>
                  </a:lnTo>
                  <a:lnTo>
                    <a:pt x="243576" y="2657907"/>
                  </a:lnTo>
                  <a:lnTo>
                    <a:pt x="244417" y="2660496"/>
                  </a:lnTo>
                  <a:lnTo>
                    <a:pt x="245258" y="2663125"/>
                  </a:lnTo>
                  <a:lnTo>
                    <a:pt x="246099" y="2665486"/>
                  </a:lnTo>
                  <a:lnTo>
                    <a:pt x="246941" y="2667930"/>
                  </a:lnTo>
                  <a:lnTo>
                    <a:pt x="247782" y="2670302"/>
                  </a:lnTo>
                  <a:lnTo>
                    <a:pt x="248623" y="2672078"/>
                  </a:lnTo>
                  <a:lnTo>
                    <a:pt x="249464" y="2673523"/>
                  </a:lnTo>
                  <a:lnTo>
                    <a:pt x="250305" y="2674873"/>
                  </a:lnTo>
                  <a:lnTo>
                    <a:pt x="251147" y="2676078"/>
                  </a:lnTo>
                  <a:lnTo>
                    <a:pt x="251988" y="2677099"/>
                  </a:lnTo>
                  <a:lnTo>
                    <a:pt x="252829" y="2677852"/>
                  </a:lnTo>
                  <a:lnTo>
                    <a:pt x="253670" y="2678258"/>
                  </a:lnTo>
                  <a:lnTo>
                    <a:pt x="254511" y="2678251"/>
                  </a:lnTo>
                  <a:lnTo>
                    <a:pt x="255353" y="2678440"/>
                  </a:lnTo>
                  <a:lnTo>
                    <a:pt x="256194" y="2678448"/>
                  </a:lnTo>
                  <a:lnTo>
                    <a:pt x="257035" y="2678592"/>
                  </a:lnTo>
                  <a:lnTo>
                    <a:pt x="257876" y="2678744"/>
                  </a:lnTo>
                  <a:lnTo>
                    <a:pt x="258718" y="2678866"/>
                  </a:lnTo>
                  <a:lnTo>
                    <a:pt x="259559" y="2678866"/>
                  </a:lnTo>
                  <a:lnTo>
                    <a:pt x="260400" y="2678957"/>
                  </a:lnTo>
                  <a:lnTo>
                    <a:pt x="261241" y="2679238"/>
                  </a:lnTo>
                  <a:lnTo>
                    <a:pt x="262082" y="2679572"/>
                  </a:lnTo>
                  <a:lnTo>
                    <a:pt x="262924" y="2680043"/>
                  </a:lnTo>
                  <a:lnTo>
                    <a:pt x="263765" y="2680795"/>
                  </a:lnTo>
                  <a:lnTo>
                    <a:pt x="264606" y="2681547"/>
                  </a:lnTo>
                  <a:lnTo>
                    <a:pt x="265447" y="2682368"/>
                  </a:lnTo>
                  <a:lnTo>
                    <a:pt x="266288" y="2683477"/>
                  </a:lnTo>
                  <a:lnTo>
                    <a:pt x="267130" y="2684692"/>
                  </a:lnTo>
                  <a:lnTo>
                    <a:pt x="267971" y="2685908"/>
                  </a:lnTo>
                  <a:lnTo>
                    <a:pt x="268812" y="2687244"/>
                  </a:lnTo>
                  <a:lnTo>
                    <a:pt x="269653" y="2688764"/>
                  </a:lnTo>
                  <a:lnTo>
                    <a:pt x="270494" y="2690412"/>
                  </a:lnTo>
                  <a:lnTo>
                    <a:pt x="271336" y="2692083"/>
                  </a:lnTo>
                  <a:lnTo>
                    <a:pt x="272177" y="2693800"/>
                  </a:lnTo>
                  <a:lnTo>
                    <a:pt x="273018" y="2695760"/>
                  </a:lnTo>
                  <a:lnTo>
                    <a:pt x="273859" y="2697583"/>
                  </a:lnTo>
                  <a:lnTo>
                    <a:pt x="274700" y="2699376"/>
                  </a:lnTo>
                  <a:lnTo>
                    <a:pt x="275542" y="2700789"/>
                  </a:lnTo>
                  <a:lnTo>
                    <a:pt x="276383" y="2701860"/>
                  </a:lnTo>
                  <a:lnTo>
                    <a:pt x="277224" y="2702923"/>
                  </a:lnTo>
                  <a:lnTo>
                    <a:pt x="278065" y="2703630"/>
                  </a:lnTo>
                  <a:lnTo>
                    <a:pt x="278906" y="2704093"/>
                  </a:lnTo>
                  <a:lnTo>
                    <a:pt x="279748" y="2704549"/>
                  </a:lnTo>
                  <a:lnTo>
                    <a:pt x="280589" y="2704959"/>
                  </a:lnTo>
                  <a:lnTo>
                    <a:pt x="281430" y="2705293"/>
                  </a:lnTo>
                  <a:lnTo>
                    <a:pt x="282271" y="2705437"/>
                  </a:lnTo>
                  <a:lnTo>
                    <a:pt x="283112" y="2705483"/>
                  </a:lnTo>
                  <a:lnTo>
                    <a:pt x="283954" y="2705559"/>
                  </a:lnTo>
                  <a:lnTo>
                    <a:pt x="284795" y="2705643"/>
                  </a:lnTo>
                  <a:lnTo>
                    <a:pt x="285636" y="2705506"/>
                  </a:lnTo>
                  <a:lnTo>
                    <a:pt x="286477" y="2705506"/>
                  </a:lnTo>
                  <a:lnTo>
                    <a:pt x="287318" y="2705139"/>
                  </a:lnTo>
                  <a:lnTo>
                    <a:pt x="288160" y="2705088"/>
                  </a:lnTo>
                  <a:lnTo>
                    <a:pt x="289001" y="2705270"/>
                  </a:lnTo>
                  <a:lnTo>
                    <a:pt x="289842" y="2705552"/>
                  </a:lnTo>
                  <a:lnTo>
                    <a:pt x="290683" y="2706050"/>
                  </a:lnTo>
                  <a:lnTo>
                    <a:pt x="291524" y="2706687"/>
                  </a:lnTo>
                  <a:lnTo>
                    <a:pt x="292366" y="2707357"/>
                  </a:lnTo>
                  <a:lnTo>
                    <a:pt x="293207" y="2707914"/>
                  </a:lnTo>
                  <a:lnTo>
                    <a:pt x="294048" y="2708070"/>
                  </a:lnTo>
                  <a:lnTo>
                    <a:pt x="294889" y="2707990"/>
                  </a:lnTo>
                  <a:lnTo>
                    <a:pt x="295730" y="2707561"/>
                  </a:lnTo>
                  <a:lnTo>
                    <a:pt x="296572" y="2706910"/>
                  </a:lnTo>
                  <a:lnTo>
                    <a:pt x="297413" y="2706264"/>
                  </a:lnTo>
                  <a:lnTo>
                    <a:pt x="298254" y="2705742"/>
                  </a:lnTo>
                  <a:lnTo>
                    <a:pt x="299095" y="2705221"/>
                  </a:lnTo>
                  <a:lnTo>
                    <a:pt x="299936" y="2704790"/>
                  </a:lnTo>
                  <a:lnTo>
                    <a:pt x="300778" y="2704280"/>
                  </a:lnTo>
                  <a:lnTo>
                    <a:pt x="301619" y="2704166"/>
                  </a:lnTo>
                  <a:lnTo>
                    <a:pt x="302460" y="2704211"/>
                  </a:lnTo>
                  <a:lnTo>
                    <a:pt x="303301" y="2703817"/>
                  </a:lnTo>
                  <a:lnTo>
                    <a:pt x="304142" y="2703151"/>
                  </a:lnTo>
                  <a:lnTo>
                    <a:pt x="304984" y="2702421"/>
                  </a:lnTo>
                  <a:lnTo>
                    <a:pt x="305825" y="2701741"/>
                  </a:lnTo>
                  <a:lnTo>
                    <a:pt x="306666" y="2701428"/>
                  </a:lnTo>
                  <a:lnTo>
                    <a:pt x="307507" y="2701138"/>
                  </a:lnTo>
                  <a:lnTo>
                    <a:pt x="308348" y="2701095"/>
                  </a:lnTo>
                  <a:lnTo>
                    <a:pt x="309190" y="2701060"/>
                  </a:lnTo>
                  <a:lnTo>
                    <a:pt x="310031" y="2701007"/>
                  </a:lnTo>
                  <a:lnTo>
                    <a:pt x="310872" y="2700945"/>
                  </a:lnTo>
                  <a:lnTo>
                    <a:pt x="311713" y="2700956"/>
                  </a:lnTo>
                  <a:lnTo>
                    <a:pt x="312554" y="2700823"/>
                  </a:lnTo>
                  <a:lnTo>
                    <a:pt x="313396" y="2700682"/>
                  </a:lnTo>
                  <a:lnTo>
                    <a:pt x="314237" y="2700541"/>
                  </a:lnTo>
                  <a:lnTo>
                    <a:pt x="315078" y="2700675"/>
                  </a:lnTo>
                  <a:lnTo>
                    <a:pt x="315919" y="2701149"/>
                  </a:lnTo>
                  <a:lnTo>
                    <a:pt x="316760" y="2701407"/>
                  </a:lnTo>
                  <a:lnTo>
                    <a:pt x="317602" y="2701582"/>
                  </a:lnTo>
                  <a:lnTo>
                    <a:pt x="318443" y="2701863"/>
                  </a:lnTo>
                  <a:lnTo>
                    <a:pt x="319284" y="2702060"/>
                  </a:lnTo>
                  <a:lnTo>
                    <a:pt x="320125" y="2702212"/>
                  </a:lnTo>
                  <a:lnTo>
                    <a:pt x="320966" y="2701931"/>
                  </a:lnTo>
                  <a:lnTo>
                    <a:pt x="321808" y="2701628"/>
                  </a:lnTo>
                  <a:lnTo>
                    <a:pt x="322649" y="2701324"/>
                  </a:lnTo>
                  <a:lnTo>
                    <a:pt x="323490" y="2700708"/>
                  </a:lnTo>
                  <a:lnTo>
                    <a:pt x="324331" y="2700290"/>
                  </a:lnTo>
                  <a:lnTo>
                    <a:pt x="325172" y="2699906"/>
                  </a:lnTo>
                  <a:lnTo>
                    <a:pt x="326014" y="2699531"/>
                  </a:lnTo>
                  <a:lnTo>
                    <a:pt x="326855" y="2699156"/>
                  </a:lnTo>
                  <a:lnTo>
                    <a:pt x="327696" y="2698781"/>
                  </a:lnTo>
                  <a:lnTo>
                    <a:pt x="328537" y="2698306"/>
                  </a:lnTo>
                  <a:lnTo>
                    <a:pt x="329379" y="2697792"/>
                  </a:lnTo>
                  <a:lnTo>
                    <a:pt x="330220" y="2697106"/>
                  </a:lnTo>
                  <a:lnTo>
                    <a:pt x="331061" y="2695915"/>
                  </a:lnTo>
                  <a:lnTo>
                    <a:pt x="331902" y="2694558"/>
                  </a:lnTo>
                  <a:lnTo>
                    <a:pt x="332743" y="2693223"/>
                  </a:lnTo>
                  <a:lnTo>
                    <a:pt x="333585" y="2692092"/>
                  </a:lnTo>
                  <a:lnTo>
                    <a:pt x="334426" y="2690702"/>
                  </a:lnTo>
                  <a:lnTo>
                    <a:pt x="335267" y="2689196"/>
                  </a:lnTo>
                  <a:lnTo>
                    <a:pt x="336108" y="2687520"/>
                  </a:lnTo>
                  <a:lnTo>
                    <a:pt x="336949" y="2685626"/>
                  </a:lnTo>
                  <a:lnTo>
                    <a:pt x="337791" y="2683280"/>
                  </a:lnTo>
                  <a:lnTo>
                    <a:pt x="338632" y="2679421"/>
                  </a:lnTo>
                  <a:lnTo>
                    <a:pt x="339473" y="2675091"/>
                  </a:lnTo>
                  <a:lnTo>
                    <a:pt x="340314" y="2670161"/>
                  </a:lnTo>
                  <a:lnTo>
                    <a:pt x="341155" y="2665102"/>
                  </a:lnTo>
                  <a:lnTo>
                    <a:pt x="341997" y="2659549"/>
                  </a:lnTo>
                  <a:lnTo>
                    <a:pt x="342838" y="2654027"/>
                  </a:lnTo>
                  <a:lnTo>
                    <a:pt x="343679" y="2648884"/>
                  </a:lnTo>
                  <a:lnTo>
                    <a:pt x="344520" y="2643954"/>
                  </a:lnTo>
                  <a:lnTo>
                    <a:pt x="345361" y="2639290"/>
                  </a:lnTo>
                  <a:lnTo>
                    <a:pt x="346203" y="2634778"/>
                  </a:lnTo>
                  <a:lnTo>
                    <a:pt x="347044" y="2630646"/>
                  </a:lnTo>
                  <a:lnTo>
                    <a:pt x="347885" y="2626871"/>
                  </a:lnTo>
                  <a:lnTo>
                    <a:pt x="348726" y="2623566"/>
                  </a:lnTo>
                  <a:lnTo>
                    <a:pt x="349567" y="2620429"/>
                  </a:lnTo>
                  <a:lnTo>
                    <a:pt x="350409" y="2617497"/>
                  </a:lnTo>
                  <a:lnTo>
                    <a:pt x="351250" y="2615074"/>
                  </a:lnTo>
                  <a:lnTo>
                    <a:pt x="352091" y="2612893"/>
                  </a:lnTo>
                  <a:lnTo>
                    <a:pt x="352932" y="2611131"/>
                  </a:lnTo>
                  <a:lnTo>
                    <a:pt x="353773" y="2609019"/>
                  </a:lnTo>
                  <a:lnTo>
                    <a:pt x="354615" y="2606733"/>
                  </a:lnTo>
                  <a:lnTo>
                    <a:pt x="355456" y="2604089"/>
                  </a:lnTo>
                  <a:lnTo>
                    <a:pt x="356297" y="2601446"/>
                  </a:lnTo>
                  <a:lnTo>
                    <a:pt x="357138" y="2599454"/>
                  </a:lnTo>
                  <a:lnTo>
                    <a:pt x="357979" y="2596918"/>
                  </a:lnTo>
                  <a:lnTo>
                    <a:pt x="358821" y="2594057"/>
                  </a:lnTo>
                  <a:lnTo>
                    <a:pt x="359662" y="2590888"/>
                  </a:lnTo>
                  <a:lnTo>
                    <a:pt x="360503" y="2587449"/>
                  </a:lnTo>
                  <a:lnTo>
                    <a:pt x="361344" y="2583565"/>
                  </a:lnTo>
                  <a:lnTo>
                    <a:pt x="362185" y="2579549"/>
                  </a:lnTo>
                  <a:lnTo>
                    <a:pt x="363027" y="2575522"/>
                  </a:lnTo>
                  <a:lnTo>
                    <a:pt x="363868" y="2570954"/>
                  </a:lnTo>
                  <a:lnTo>
                    <a:pt x="364709" y="2567488"/>
                  </a:lnTo>
                  <a:lnTo>
                    <a:pt x="365550" y="2563700"/>
                  </a:lnTo>
                  <a:lnTo>
                    <a:pt x="366391" y="2559860"/>
                  </a:lnTo>
                  <a:lnTo>
                    <a:pt x="367233" y="2556238"/>
                  </a:lnTo>
                  <a:lnTo>
                    <a:pt x="368074" y="2552855"/>
                  </a:lnTo>
                  <a:lnTo>
                    <a:pt x="368915" y="2549394"/>
                  </a:lnTo>
                  <a:lnTo>
                    <a:pt x="369756" y="2545998"/>
                  </a:lnTo>
                  <a:lnTo>
                    <a:pt x="370597" y="2542768"/>
                  </a:lnTo>
                  <a:lnTo>
                    <a:pt x="371439" y="2539738"/>
                  </a:lnTo>
                  <a:lnTo>
                    <a:pt x="372280" y="2536747"/>
                  </a:lnTo>
                  <a:lnTo>
                    <a:pt x="373121" y="2532899"/>
                  </a:lnTo>
                  <a:lnTo>
                    <a:pt x="373962" y="2529367"/>
                  </a:lnTo>
                  <a:lnTo>
                    <a:pt x="374803" y="2525725"/>
                  </a:lnTo>
                  <a:lnTo>
                    <a:pt x="375645" y="2522043"/>
                  </a:lnTo>
                  <a:lnTo>
                    <a:pt x="376486" y="2518688"/>
                  </a:lnTo>
                  <a:lnTo>
                    <a:pt x="377327" y="2515005"/>
                  </a:lnTo>
                  <a:lnTo>
                    <a:pt x="378168" y="2511430"/>
                  </a:lnTo>
                  <a:lnTo>
                    <a:pt x="379009" y="2507774"/>
                  </a:lnTo>
                  <a:lnTo>
                    <a:pt x="379851" y="2503737"/>
                  </a:lnTo>
                  <a:lnTo>
                    <a:pt x="380692" y="2499028"/>
                  </a:lnTo>
                  <a:lnTo>
                    <a:pt x="381533" y="2492245"/>
                  </a:lnTo>
                  <a:lnTo>
                    <a:pt x="382374" y="2486875"/>
                  </a:lnTo>
                  <a:lnTo>
                    <a:pt x="383215" y="2481712"/>
                  </a:lnTo>
                  <a:lnTo>
                    <a:pt x="384057" y="2476575"/>
                  </a:lnTo>
                  <a:lnTo>
                    <a:pt x="384898" y="2471831"/>
                  </a:lnTo>
                  <a:lnTo>
                    <a:pt x="385739" y="2467966"/>
                  </a:lnTo>
                  <a:lnTo>
                    <a:pt x="386580" y="2464303"/>
                  </a:lnTo>
                  <a:lnTo>
                    <a:pt x="387421" y="2460740"/>
                  </a:lnTo>
                  <a:lnTo>
                    <a:pt x="388263" y="2457104"/>
                  </a:lnTo>
                  <a:lnTo>
                    <a:pt x="389104" y="2453511"/>
                  </a:lnTo>
                  <a:lnTo>
                    <a:pt x="389945" y="2450025"/>
                  </a:lnTo>
                  <a:lnTo>
                    <a:pt x="390786" y="2446964"/>
                  </a:lnTo>
                  <a:lnTo>
                    <a:pt x="391627" y="2444031"/>
                  </a:lnTo>
                  <a:lnTo>
                    <a:pt x="392469" y="2441226"/>
                  </a:lnTo>
                  <a:lnTo>
                    <a:pt x="393310" y="2439364"/>
                  </a:lnTo>
                  <a:lnTo>
                    <a:pt x="394151" y="2437487"/>
                  </a:lnTo>
                  <a:lnTo>
                    <a:pt x="394992" y="2435772"/>
                  </a:lnTo>
                  <a:lnTo>
                    <a:pt x="395833" y="2433972"/>
                  </a:lnTo>
                  <a:lnTo>
                    <a:pt x="396675" y="2431875"/>
                  </a:lnTo>
                  <a:lnTo>
                    <a:pt x="397516" y="2428480"/>
                  </a:lnTo>
                  <a:lnTo>
                    <a:pt x="398357" y="2425505"/>
                  </a:lnTo>
                  <a:lnTo>
                    <a:pt x="399198" y="2422316"/>
                  </a:lnTo>
                  <a:lnTo>
                    <a:pt x="400040" y="2418110"/>
                  </a:lnTo>
                  <a:lnTo>
                    <a:pt x="400881" y="2414283"/>
                  </a:lnTo>
                  <a:lnTo>
                    <a:pt x="401722" y="2410609"/>
                  </a:lnTo>
                  <a:lnTo>
                    <a:pt x="402563" y="2407241"/>
                  </a:lnTo>
                  <a:lnTo>
                    <a:pt x="403404" y="2403849"/>
                  </a:lnTo>
                  <a:lnTo>
                    <a:pt x="404246" y="2400756"/>
                  </a:lnTo>
                  <a:lnTo>
                    <a:pt x="405087" y="2398228"/>
                  </a:lnTo>
                  <a:lnTo>
                    <a:pt x="405928" y="2396237"/>
                  </a:lnTo>
                  <a:lnTo>
                    <a:pt x="406769" y="2394441"/>
                  </a:lnTo>
                  <a:lnTo>
                    <a:pt x="407610" y="2391456"/>
                  </a:lnTo>
                  <a:lnTo>
                    <a:pt x="408452" y="2388875"/>
                  </a:lnTo>
                  <a:lnTo>
                    <a:pt x="409293" y="2386484"/>
                  </a:lnTo>
                  <a:lnTo>
                    <a:pt x="410134" y="2383933"/>
                  </a:lnTo>
                  <a:lnTo>
                    <a:pt x="410975" y="2380928"/>
                  </a:lnTo>
                  <a:lnTo>
                    <a:pt x="411816" y="2377473"/>
                  </a:lnTo>
                  <a:lnTo>
                    <a:pt x="412658" y="2374720"/>
                  </a:lnTo>
                  <a:lnTo>
                    <a:pt x="413499" y="2371845"/>
                  </a:lnTo>
                  <a:lnTo>
                    <a:pt x="414340" y="2368677"/>
                  </a:lnTo>
                  <a:lnTo>
                    <a:pt x="415181" y="2365131"/>
                  </a:lnTo>
                  <a:lnTo>
                    <a:pt x="416022" y="2361387"/>
                  </a:lnTo>
                  <a:lnTo>
                    <a:pt x="416864" y="2357621"/>
                  </a:lnTo>
                  <a:lnTo>
                    <a:pt x="417705" y="2353264"/>
                  </a:lnTo>
                  <a:lnTo>
                    <a:pt x="418546" y="2348371"/>
                  </a:lnTo>
                  <a:lnTo>
                    <a:pt x="419387" y="2343324"/>
                  </a:lnTo>
                  <a:lnTo>
                    <a:pt x="420228" y="2338196"/>
                  </a:lnTo>
                  <a:lnTo>
                    <a:pt x="421070" y="2333007"/>
                  </a:lnTo>
                  <a:lnTo>
                    <a:pt x="421911" y="2327669"/>
                  </a:lnTo>
                  <a:lnTo>
                    <a:pt x="422752" y="2322956"/>
                  </a:lnTo>
                  <a:lnTo>
                    <a:pt x="423593" y="2318653"/>
                  </a:lnTo>
                  <a:lnTo>
                    <a:pt x="424434" y="2314753"/>
                  </a:lnTo>
                  <a:lnTo>
                    <a:pt x="425276" y="2311389"/>
                  </a:lnTo>
                  <a:lnTo>
                    <a:pt x="426117" y="2308140"/>
                  </a:lnTo>
                  <a:lnTo>
                    <a:pt x="426958" y="2305206"/>
                  </a:lnTo>
                  <a:lnTo>
                    <a:pt x="427799" y="2301674"/>
                  </a:lnTo>
                  <a:lnTo>
                    <a:pt x="428640" y="2298073"/>
                  </a:lnTo>
                  <a:lnTo>
                    <a:pt x="429482" y="2294442"/>
                  </a:lnTo>
                  <a:lnTo>
                    <a:pt x="430323" y="2291047"/>
                  </a:lnTo>
                  <a:lnTo>
                    <a:pt x="431164" y="2287910"/>
                  </a:lnTo>
                  <a:lnTo>
                    <a:pt x="432005" y="2284666"/>
                  </a:lnTo>
                  <a:lnTo>
                    <a:pt x="432846" y="2281673"/>
                  </a:lnTo>
                  <a:lnTo>
                    <a:pt x="433688" y="2278635"/>
                  </a:lnTo>
                  <a:lnTo>
                    <a:pt x="434529" y="2275915"/>
                  </a:lnTo>
                  <a:lnTo>
                    <a:pt x="435370" y="2273332"/>
                  </a:lnTo>
                  <a:lnTo>
                    <a:pt x="436211" y="2270636"/>
                  </a:lnTo>
                  <a:lnTo>
                    <a:pt x="437052" y="2267901"/>
                  </a:lnTo>
                  <a:lnTo>
                    <a:pt x="437894" y="2265128"/>
                  </a:lnTo>
                  <a:lnTo>
                    <a:pt x="438735" y="2261984"/>
                  </a:lnTo>
                  <a:lnTo>
                    <a:pt x="439576" y="2258558"/>
                  </a:lnTo>
                  <a:lnTo>
                    <a:pt x="440417" y="2254881"/>
                  </a:lnTo>
                  <a:lnTo>
                    <a:pt x="441258" y="2251212"/>
                  </a:lnTo>
                  <a:lnTo>
                    <a:pt x="442100" y="2247680"/>
                  </a:lnTo>
                  <a:lnTo>
                    <a:pt x="442941" y="2244611"/>
                  </a:lnTo>
                  <a:lnTo>
                    <a:pt x="443782" y="2242271"/>
                  </a:lnTo>
                  <a:lnTo>
                    <a:pt x="444623" y="2240479"/>
                  </a:lnTo>
                  <a:lnTo>
                    <a:pt x="445464" y="2238876"/>
                  </a:lnTo>
                  <a:lnTo>
                    <a:pt x="446306" y="2237653"/>
                  </a:lnTo>
                  <a:lnTo>
                    <a:pt x="447147" y="2236589"/>
                  </a:lnTo>
                  <a:lnTo>
                    <a:pt x="447988" y="2235526"/>
                  </a:lnTo>
                  <a:lnTo>
                    <a:pt x="448829" y="2234660"/>
                  </a:lnTo>
                  <a:lnTo>
                    <a:pt x="449670" y="2233748"/>
                  </a:lnTo>
                  <a:lnTo>
                    <a:pt x="450512" y="2232875"/>
                  </a:lnTo>
                  <a:lnTo>
                    <a:pt x="451353" y="2232503"/>
                  </a:lnTo>
                  <a:lnTo>
                    <a:pt x="452194" y="2232434"/>
                  </a:lnTo>
                  <a:lnTo>
                    <a:pt x="453035" y="2232753"/>
                  </a:lnTo>
                  <a:lnTo>
                    <a:pt x="453876" y="2233483"/>
                  </a:lnTo>
                  <a:lnTo>
                    <a:pt x="454718" y="2234265"/>
                  </a:lnTo>
                  <a:lnTo>
                    <a:pt x="455559" y="2234994"/>
                  </a:lnTo>
                  <a:lnTo>
                    <a:pt x="456400" y="2235359"/>
                  </a:lnTo>
                  <a:lnTo>
                    <a:pt x="457241" y="2235663"/>
                  </a:lnTo>
                  <a:lnTo>
                    <a:pt x="458082" y="2235967"/>
                  </a:lnTo>
                  <a:lnTo>
                    <a:pt x="458924" y="2236270"/>
                  </a:lnTo>
                  <a:lnTo>
                    <a:pt x="459765" y="2236468"/>
                  </a:lnTo>
                  <a:lnTo>
                    <a:pt x="460606" y="2236506"/>
                  </a:lnTo>
                  <a:lnTo>
                    <a:pt x="461447" y="2236810"/>
                  </a:lnTo>
                  <a:lnTo>
                    <a:pt x="462288" y="2237569"/>
                  </a:lnTo>
                  <a:lnTo>
                    <a:pt x="463130" y="2238466"/>
                  </a:lnTo>
                  <a:lnTo>
                    <a:pt x="463971" y="2239605"/>
                  </a:lnTo>
                  <a:lnTo>
                    <a:pt x="464812" y="2240927"/>
                  </a:lnTo>
                  <a:lnTo>
                    <a:pt x="465653" y="2241930"/>
                  </a:lnTo>
                  <a:lnTo>
                    <a:pt x="466494" y="2242674"/>
                  </a:lnTo>
                  <a:lnTo>
                    <a:pt x="467336" y="2243282"/>
                  </a:lnTo>
                  <a:lnTo>
                    <a:pt x="468177" y="2243859"/>
                  </a:lnTo>
                  <a:lnTo>
                    <a:pt x="469018" y="2244467"/>
                  </a:lnTo>
                  <a:lnTo>
                    <a:pt x="469859" y="2245074"/>
                  </a:lnTo>
                  <a:lnTo>
                    <a:pt x="470701" y="2245387"/>
                  </a:lnTo>
                  <a:lnTo>
                    <a:pt x="471542" y="2245697"/>
                  </a:lnTo>
                  <a:lnTo>
                    <a:pt x="472383" y="2246029"/>
                  </a:lnTo>
                  <a:lnTo>
                    <a:pt x="473224" y="2246493"/>
                  </a:lnTo>
                  <a:lnTo>
                    <a:pt x="474065" y="2246436"/>
                  </a:lnTo>
                  <a:lnTo>
                    <a:pt x="474907" y="2245708"/>
                  </a:lnTo>
                  <a:lnTo>
                    <a:pt x="475748" y="2244639"/>
                  </a:lnTo>
                  <a:lnTo>
                    <a:pt x="476589" y="2243071"/>
                  </a:lnTo>
                  <a:lnTo>
                    <a:pt x="477430" y="2241185"/>
                  </a:lnTo>
                  <a:lnTo>
                    <a:pt x="478271" y="2239437"/>
                  </a:lnTo>
                  <a:lnTo>
                    <a:pt x="479113" y="2238411"/>
                  </a:lnTo>
                  <a:lnTo>
                    <a:pt x="479954" y="2237009"/>
                  </a:lnTo>
                  <a:lnTo>
                    <a:pt x="480795" y="2235327"/>
                  </a:lnTo>
                  <a:lnTo>
                    <a:pt x="481636" y="2233274"/>
                  </a:lnTo>
                  <a:lnTo>
                    <a:pt x="482477" y="2230889"/>
                  </a:lnTo>
                  <a:lnTo>
                    <a:pt x="483319" y="2227842"/>
                  </a:lnTo>
                  <a:lnTo>
                    <a:pt x="484160" y="2224190"/>
                  </a:lnTo>
                  <a:lnTo>
                    <a:pt x="485001" y="2220757"/>
                  </a:lnTo>
                  <a:lnTo>
                    <a:pt x="485842" y="2217180"/>
                  </a:lnTo>
                  <a:lnTo>
                    <a:pt x="486683" y="2213089"/>
                  </a:lnTo>
                  <a:lnTo>
                    <a:pt x="487525" y="2208670"/>
                  </a:lnTo>
                  <a:lnTo>
                    <a:pt x="488366" y="2204052"/>
                  </a:lnTo>
                  <a:lnTo>
                    <a:pt x="489207" y="2199520"/>
                  </a:lnTo>
                  <a:lnTo>
                    <a:pt x="490048" y="2194512"/>
                  </a:lnTo>
                  <a:lnTo>
                    <a:pt x="490889" y="2188696"/>
                  </a:lnTo>
                  <a:lnTo>
                    <a:pt x="491731" y="2182441"/>
                  </a:lnTo>
                  <a:lnTo>
                    <a:pt x="492572" y="2175947"/>
                  </a:lnTo>
                  <a:lnTo>
                    <a:pt x="493413" y="2166812"/>
                  </a:lnTo>
                  <a:lnTo>
                    <a:pt x="494254" y="2157624"/>
                  </a:lnTo>
                  <a:lnTo>
                    <a:pt x="495095" y="2148299"/>
                  </a:lnTo>
                  <a:lnTo>
                    <a:pt x="495937" y="2138563"/>
                  </a:lnTo>
                  <a:lnTo>
                    <a:pt x="496778" y="2128631"/>
                  </a:lnTo>
                  <a:lnTo>
                    <a:pt x="497619" y="2118298"/>
                  </a:lnTo>
                  <a:lnTo>
                    <a:pt x="498460" y="2107954"/>
                  </a:lnTo>
                  <a:lnTo>
                    <a:pt x="499301" y="2098860"/>
                  </a:lnTo>
                  <a:lnTo>
                    <a:pt x="500143" y="2089939"/>
                  </a:lnTo>
                  <a:lnTo>
                    <a:pt x="500984" y="2081323"/>
                  </a:lnTo>
                  <a:lnTo>
                    <a:pt x="501825" y="2072784"/>
                  </a:lnTo>
                  <a:lnTo>
                    <a:pt x="502666" y="2064679"/>
                  </a:lnTo>
                  <a:lnTo>
                    <a:pt x="503507" y="2057617"/>
                  </a:lnTo>
                  <a:lnTo>
                    <a:pt x="504349" y="2053102"/>
                  </a:lnTo>
                  <a:lnTo>
                    <a:pt x="505190" y="2048632"/>
                  </a:lnTo>
                  <a:lnTo>
                    <a:pt x="506031" y="2044156"/>
                  </a:lnTo>
                  <a:lnTo>
                    <a:pt x="506872" y="2040650"/>
                  </a:lnTo>
                  <a:lnTo>
                    <a:pt x="507713" y="2037192"/>
                  </a:lnTo>
                  <a:lnTo>
                    <a:pt x="508555" y="2035754"/>
                  </a:lnTo>
                  <a:lnTo>
                    <a:pt x="509396" y="2033982"/>
                  </a:lnTo>
                  <a:lnTo>
                    <a:pt x="510237" y="2032059"/>
                  </a:lnTo>
                  <a:lnTo>
                    <a:pt x="511078" y="2029498"/>
                  </a:lnTo>
                  <a:lnTo>
                    <a:pt x="511919" y="2027715"/>
                  </a:lnTo>
                  <a:lnTo>
                    <a:pt x="512761" y="2025726"/>
                  </a:lnTo>
                  <a:lnTo>
                    <a:pt x="513602" y="2022661"/>
                  </a:lnTo>
                  <a:lnTo>
                    <a:pt x="514443" y="2019549"/>
                  </a:lnTo>
                  <a:lnTo>
                    <a:pt x="515284" y="2015933"/>
                  </a:lnTo>
                  <a:lnTo>
                    <a:pt x="516125" y="2011785"/>
                  </a:lnTo>
                  <a:lnTo>
                    <a:pt x="516967" y="2005692"/>
                  </a:lnTo>
                  <a:lnTo>
                    <a:pt x="517808" y="1999084"/>
                  </a:lnTo>
                  <a:lnTo>
                    <a:pt x="518649" y="1991934"/>
                  </a:lnTo>
                  <a:lnTo>
                    <a:pt x="519490" y="1984445"/>
                  </a:lnTo>
                  <a:lnTo>
                    <a:pt x="520331" y="1977070"/>
                  </a:lnTo>
                  <a:lnTo>
                    <a:pt x="521173" y="1969379"/>
                  </a:lnTo>
                  <a:lnTo>
                    <a:pt x="522014" y="1962468"/>
                  </a:lnTo>
                  <a:lnTo>
                    <a:pt x="522855" y="1955806"/>
                  </a:lnTo>
                  <a:lnTo>
                    <a:pt x="523696" y="1949834"/>
                  </a:lnTo>
                  <a:lnTo>
                    <a:pt x="524537" y="1943998"/>
                  </a:lnTo>
                  <a:lnTo>
                    <a:pt x="525379" y="1937544"/>
                  </a:lnTo>
                  <a:lnTo>
                    <a:pt x="526220" y="1930674"/>
                  </a:lnTo>
                  <a:lnTo>
                    <a:pt x="527061" y="1925251"/>
                  </a:lnTo>
                  <a:lnTo>
                    <a:pt x="527902" y="1919849"/>
                  </a:lnTo>
                  <a:lnTo>
                    <a:pt x="528743" y="1913596"/>
                  </a:lnTo>
                  <a:lnTo>
                    <a:pt x="529585" y="1909529"/>
                  </a:lnTo>
                  <a:lnTo>
                    <a:pt x="530426" y="1905477"/>
                  </a:lnTo>
                  <a:lnTo>
                    <a:pt x="531267" y="1901931"/>
                  </a:lnTo>
                  <a:lnTo>
                    <a:pt x="532108" y="1899343"/>
                  </a:lnTo>
                  <a:lnTo>
                    <a:pt x="532949" y="1896244"/>
                  </a:lnTo>
                  <a:lnTo>
                    <a:pt x="533791" y="1893251"/>
                  </a:lnTo>
                  <a:lnTo>
                    <a:pt x="534632" y="1890923"/>
                  </a:lnTo>
                  <a:lnTo>
                    <a:pt x="535473" y="1888056"/>
                  </a:lnTo>
                  <a:lnTo>
                    <a:pt x="536314" y="1885503"/>
                  </a:lnTo>
                  <a:lnTo>
                    <a:pt x="537155" y="1883166"/>
                  </a:lnTo>
                  <a:lnTo>
                    <a:pt x="537997" y="1880554"/>
                  </a:lnTo>
                  <a:lnTo>
                    <a:pt x="538838" y="1877521"/>
                  </a:lnTo>
                  <a:lnTo>
                    <a:pt x="539679" y="1874171"/>
                  </a:lnTo>
                  <a:lnTo>
                    <a:pt x="540520" y="1870848"/>
                  </a:lnTo>
                  <a:lnTo>
                    <a:pt x="541361" y="1868497"/>
                  </a:lnTo>
                  <a:lnTo>
                    <a:pt x="542203" y="1865820"/>
                  </a:lnTo>
                  <a:lnTo>
                    <a:pt x="543044" y="1863197"/>
                  </a:lnTo>
                  <a:lnTo>
                    <a:pt x="543885" y="1860902"/>
                  </a:lnTo>
                  <a:lnTo>
                    <a:pt x="544726" y="1858238"/>
                  </a:lnTo>
                  <a:lnTo>
                    <a:pt x="545568" y="1855438"/>
                  </a:lnTo>
                  <a:lnTo>
                    <a:pt x="546409" y="1852902"/>
                  </a:lnTo>
                  <a:lnTo>
                    <a:pt x="547250" y="1850464"/>
                  </a:lnTo>
                  <a:lnTo>
                    <a:pt x="548091" y="1848804"/>
                  </a:lnTo>
                  <a:lnTo>
                    <a:pt x="548932" y="1847706"/>
                  </a:lnTo>
                  <a:lnTo>
                    <a:pt x="549774" y="1848428"/>
                  </a:lnTo>
                  <a:lnTo>
                    <a:pt x="550615" y="1848471"/>
                  </a:lnTo>
                  <a:lnTo>
                    <a:pt x="551456" y="1848841"/>
                  </a:lnTo>
                  <a:lnTo>
                    <a:pt x="552297" y="1849810"/>
                  </a:lnTo>
                  <a:lnTo>
                    <a:pt x="553138" y="1851392"/>
                  </a:lnTo>
                  <a:lnTo>
                    <a:pt x="553980" y="1852568"/>
                  </a:lnTo>
                  <a:lnTo>
                    <a:pt x="554821" y="1854001"/>
                  </a:lnTo>
                  <a:lnTo>
                    <a:pt x="555662" y="1855806"/>
                  </a:lnTo>
                  <a:lnTo>
                    <a:pt x="556503" y="1858471"/>
                  </a:lnTo>
                  <a:lnTo>
                    <a:pt x="557344" y="1861677"/>
                  </a:lnTo>
                  <a:lnTo>
                    <a:pt x="558186" y="1865672"/>
                  </a:lnTo>
                  <a:lnTo>
                    <a:pt x="559027" y="1869720"/>
                  </a:lnTo>
                  <a:lnTo>
                    <a:pt x="559868" y="1873504"/>
                  </a:lnTo>
                  <a:lnTo>
                    <a:pt x="560709" y="1877008"/>
                  </a:lnTo>
                  <a:lnTo>
                    <a:pt x="561550" y="1878863"/>
                  </a:lnTo>
                  <a:lnTo>
                    <a:pt x="562392" y="1880322"/>
                  </a:lnTo>
                  <a:lnTo>
                    <a:pt x="563233" y="1881626"/>
                  </a:lnTo>
                  <a:lnTo>
                    <a:pt x="564074" y="1882629"/>
                  </a:lnTo>
                  <a:lnTo>
                    <a:pt x="564915" y="1882880"/>
                  </a:lnTo>
                  <a:lnTo>
                    <a:pt x="565756" y="1883449"/>
                  </a:lnTo>
                  <a:lnTo>
                    <a:pt x="566598" y="1883211"/>
                  </a:lnTo>
                  <a:lnTo>
                    <a:pt x="567439" y="1882716"/>
                  </a:lnTo>
                  <a:lnTo>
                    <a:pt x="568280" y="1882775"/>
                  </a:lnTo>
                  <a:lnTo>
                    <a:pt x="569121" y="1883723"/>
                  </a:lnTo>
                  <a:lnTo>
                    <a:pt x="569962" y="1884983"/>
                  </a:lnTo>
                  <a:lnTo>
                    <a:pt x="570804" y="1885329"/>
                  </a:lnTo>
                  <a:lnTo>
                    <a:pt x="571645" y="1885932"/>
                  </a:lnTo>
                  <a:lnTo>
                    <a:pt x="572486" y="1886381"/>
                  </a:lnTo>
                  <a:lnTo>
                    <a:pt x="573327" y="1886176"/>
                  </a:lnTo>
                  <a:lnTo>
                    <a:pt x="574168" y="1885596"/>
                  </a:lnTo>
                  <a:lnTo>
                    <a:pt x="575010" y="1884673"/>
                  </a:lnTo>
                  <a:lnTo>
                    <a:pt x="575851" y="1884366"/>
                  </a:lnTo>
                  <a:lnTo>
                    <a:pt x="576692" y="1883667"/>
                  </a:lnTo>
                  <a:lnTo>
                    <a:pt x="577533" y="1882954"/>
                  </a:lnTo>
                  <a:lnTo>
                    <a:pt x="578374" y="1882561"/>
                  </a:lnTo>
                  <a:lnTo>
                    <a:pt x="579216" y="1882714"/>
                  </a:lnTo>
                  <a:lnTo>
                    <a:pt x="580057" y="1883369"/>
                  </a:lnTo>
                  <a:lnTo>
                    <a:pt x="580898" y="1883265"/>
                  </a:lnTo>
                  <a:lnTo>
                    <a:pt x="581739" y="1883008"/>
                  </a:lnTo>
                  <a:lnTo>
                    <a:pt x="582580" y="1882746"/>
                  </a:lnTo>
                  <a:lnTo>
                    <a:pt x="583422" y="1883539"/>
                  </a:lnTo>
                  <a:lnTo>
                    <a:pt x="584263" y="1884015"/>
                  </a:lnTo>
                  <a:lnTo>
                    <a:pt x="585104" y="1884853"/>
                  </a:lnTo>
                  <a:lnTo>
                    <a:pt x="585945" y="1884856"/>
                  </a:lnTo>
                  <a:lnTo>
                    <a:pt x="586786" y="1885703"/>
                  </a:lnTo>
                  <a:lnTo>
                    <a:pt x="587628" y="1886939"/>
                  </a:lnTo>
                  <a:lnTo>
                    <a:pt x="588469" y="1888265"/>
                  </a:lnTo>
                  <a:lnTo>
                    <a:pt x="589310" y="1890210"/>
                  </a:lnTo>
                  <a:lnTo>
                    <a:pt x="590151" y="1892673"/>
                  </a:lnTo>
                  <a:lnTo>
                    <a:pt x="590992" y="1895175"/>
                  </a:lnTo>
                  <a:lnTo>
                    <a:pt x="591834" y="1897451"/>
                  </a:lnTo>
                  <a:lnTo>
                    <a:pt x="592675" y="1899406"/>
                  </a:lnTo>
                  <a:lnTo>
                    <a:pt x="593516" y="1900894"/>
                  </a:lnTo>
                  <a:lnTo>
                    <a:pt x="594357" y="1902525"/>
                  </a:lnTo>
                  <a:lnTo>
                    <a:pt x="595198" y="1903780"/>
                  </a:lnTo>
                  <a:lnTo>
                    <a:pt x="596040" y="1905337"/>
                  </a:lnTo>
                  <a:lnTo>
                    <a:pt x="596881" y="1906750"/>
                  </a:lnTo>
                  <a:lnTo>
                    <a:pt x="597722" y="1907874"/>
                  </a:lnTo>
                  <a:lnTo>
                    <a:pt x="598563" y="1909188"/>
                  </a:lnTo>
                  <a:lnTo>
                    <a:pt x="599404" y="1909781"/>
                  </a:lnTo>
                  <a:lnTo>
                    <a:pt x="600246" y="1910168"/>
                  </a:lnTo>
                  <a:lnTo>
                    <a:pt x="601087" y="1909325"/>
                  </a:lnTo>
                  <a:lnTo>
                    <a:pt x="601928" y="1907631"/>
                  </a:lnTo>
                  <a:lnTo>
                    <a:pt x="602769" y="1904342"/>
                  </a:lnTo>
                  <a:lnTo>
                    <a:pt x="603610" y="1899777"/>
                  </a:lnTo>
                  <a:lnTo>
                    <a:pt x="604452" y="1896450"/>
                  </a:lnTo>
                  <a:lnTo>
                    <a:pt x="605293" y="1892594"/>
                  </a:lnTo>
                  <a:lnTo>
                    <a:pt x="606134" y="1888372"/>
                  </a:lnTo>
                  <a:lnTo>
                    <a:pt x="606975" y="1885664"/>
                  </a:lnTo>
                  <a:lnTo>
                    <a:pt x="607816" y="1883164"/>
                  </a:lnTo>
                  <a:lnTo>
                    <a:pt x="608658" y="1880570"/>
                  </a:lnTo>
                  <a:lnTo>
                    <a:pt x="609499" y="1877398"/>
                  </a:lnTo>
                  <a:lnTo>
                    <a:pt x="610340" y="1874419"/>
                  </a:lnTo>
                  <a:lnTo>
                    <a:pt x="611181" y="1871083"/>
                  </a:lnTo>
                  <a:lnTo>
                    <a:pt x="612022" y="1867553"/>
                  </a:lnTo>
                  <a:lnTo>
                    <a:pt x="612864" y="1863713"/>
                  </a:lnTo>
                  <a:lnTo>
                    <a:pt x="613705" y="1860141"/>
                  </a:lnTo>
                  <a:lnTo>
                    <a:pt x="614546" y="1856796"/>
                  </a:lnTo>
                  <a:lnTo>
                    <a:pt x="615387" y="1853665"/>
                  </a:lnTo>
                  <a:lnTo>
                    <a:pt x="616229" y="1850811"/>
                  </a:lnTo>
                  <a:lnTo>
                    <a:pt x="617070" y="1848211"/>
                  </a:lnTo>
                  <a:lnTo>
                    <a:pt x="617911" y="1846190"/>
                  </a:lnTo>
                  <a:lnTo>
                    <a:pt x="618752" y="1843253"/>
                  </a:lnTo>
                  <a:lnTo>
                    <a:pt x="619593" y="1839882"/>
                  </a:lnTo>
                  <a:lnTo>
                    <a:pt x="620435" y="1835848"/>
                  </a:lnTo>
                  <a:lnTo>
                    <a:pt x="621276" y="1830876"/>
                  </a:lnTo>
                  <a:lnTo>
                    <a:pt x="622117" y="1823561"/>
                  </a:lnTo>
                  <a:lnTo>
                    <a:pt x="622958" y="1815744"/>
                  </a:lnTo>
                  <a:lnTo>
                    <a:pt x="623799" y="1807236"/>
                  </a:lnTo>
                  <a:lnTo>
                    <a:pt x="624641" y="1798341"/>
                  </a:lnTo>
                  <a:lnTo>
                    <a:pt x="625482" y="1789074"/>
                  </a:lnTo>
                  <a:lnTo>
                    <a:pt x="626323" y="1779244"/>
                  </a:lnTo>
                  <a:lnTo>
                    <a:pt x="627164" y="1769217"/>
                  </a:lnTo>
                  <a:lnTo>
                    <a:pt x="628005" y="1759479"/>
                  </a:lnTo>
                  <a:lnTo>
                    <a:pt x="628847" y="1750158"/>
                  </a:lnTo>
                  <a:lnTo>
                    <a:pt x="629688" y="1740883"/>
                  </a:lnTo>
                  <a:lnTo>
                    <a:pt x="630529" y="1731639"/>
                  </a:lnTo>
                  <a:lnTo>
                    <a:pt x="631370" y="1722470"/>
                  </a:lnTo>
                  <a:lnTo>
                    <a:pt x="632211" y="1714046"/>
                  </a:lnTo>
                  <a:lnTo>
                    <a:pt x="633053" y="1706389"/>
                  </a:lnTo>
                  <a:lnTo>
                    <a:pt x="633894" y="1700342"/>
                  </a:lnTo>
                  <a:lnTo>
                    <a:pt x="634735" y="1695579"/>
                  </a:lnTo>
                  <a:lnTo>
                    <a:pt x="635576" y="1691371"/>
                  </a:lnTo>
                  <a:lnTo>
                    <a:pt x="636417" y="1687938"/>
                  </a:lnTo>
                  <a:lnTo>
                    <a:pt x="637259" y="1684778"/>
                  </a:lnTo>
                  <a:lnTo>
                    <a:pt x="638100" y="1681336"/>
                  </a:lnTo>
                  <a:lnTo>
                    <a:pt x="638941" y="1678511"/>
                  </a:lnTo>
                  <a:lnTo>
                    <a:pt x="639782" y="1676057"/>
                  </a:lnTo>
                  <a:lnTo>
                    <a:pt x="640623" y="1674120"/>
                  </a:lnTo>
                  <a:lnTo>
                    <a:pt x="641465" y="1672464"/>
                  </a:lnTo>
                  <a:lnTo>
                    <a:pt x="642306" y="1672125"/>
                  </a:lnTo>
                  <a:lnTo>
                    <a:pt x="643147" y="1672240"/>
                  </a:lnTo>
                  <a:lnTo>
                    <a:pt x="643988" y="1672333"/>
                  </a:lnTo>
                  <a:lnTo>
                    <a:pt x="644829" y="1672852"/>
                  </a:lnTo>
                  <a:lnTo>
                    <a:pt x="645671" y="1672778"/>
                  </a:lnTo>
                  <a:lnTo>
                    <a:pt x="646512" y="1672514"/>
                  </a:lnTo>
                  <a:lnTo>
                    <a:pt x="647353" y="1671237"/>
                  </a:lnTo>
                  <a:lnTo>
                    <a:pt x="648194" y="1670141"/>
                  </a:lnTo>
                  <a:lnTo>
                    <a:pt x="649035" y="1669067"/>
                  </a:lnTo>
                  <a:lnTo>
                    <a:pt x="649877" y="1668275"/>
                  </a:lnTo>
                  <a:lnTo>
                    <a:pt x="650718" y="1667764"/>
                  </a:lnTo>
                  <a:lnTo>
                    <a:pt x="651559" y="1667394"/>
                  </a:lnTo>
                  <a:lnTo>
                    <a:pt x="652400" y="1666966"/>
                  </a:lnTo>
                  <a:lnTo>
                    <a:pt x="653241" y="1666086"/>
                  </a:lnTo>
                  <a:lnTo>
                    <a:pt x="654083" y="1665012"/>
                  </a:lnTo>
                  <a:lnTo>
                    <a:pt x="654924" y="1664091"/>
                  </a:lnTo>
                  <a:lnTo>
                    <a:pt x="655765" y="1663114"/>
                  </a:lnTo>
                  <a:lnTo>
                    <a:pt x="656606" y="1662409"/>
                  </a:lnTo>
                  <a:lnTo>
                    <a:pt x="657447" y="1661756"/>
                  </a:lnTo>
                  <a:lnTo>
                    <a:pt x="658289" y="1661539"/>
                  </a:lnTo>
                  <a:lnTo>
                    <a:pt x="659130" y="1661707"/>
                  </a:lnTo>
                  <a:lnTo>
                    <a:pt x="659971" y="1662837"/>
                  </a:lnTo>
                  <a:lnTo>
                    <a:pt x="660812" y="1664527"/>
                  </a:lnTo>
                  <a:lnTo>
                    <a:pt x="661653" y="1668059"/>
                  </a:lnTo>
                  <a:lnTo>
                    <a:pt x="662495" y="1669966"/>
                  </a:lnTo>
                  <a:lnTo>
                    <a:pt x="663336" y="1672723"/>
                  </a:lnTo>
                  <a:lnTo>
                    <a:pt x="664177" y="1676590"/>
                  </a:lnTo>
                  <a:lnTo>
                    <a:pt x="665018" y="1681185"/>
                  </a:lnTo>
                  <a:lnTo>
                    <a:pt x="665859" y="1686700"/>
                  </a:lnTo>
                  <a:lnTo>
                    <a:pt x="666701" y="1692937"/>
                  </a:lnTo>
                  <a:lnTo>
                    <a:pt x="667542" y="1698953"/>
                  </a:lnTo>
                  <a:lnTo>
                    <a:pt x="668383" y="1705835"/>
                  </a:lnTo>
                  <a:lnTo>
                    <a:pt x="669224" y="1712884"/>
                  </a:lnTo>
                  <a:lnTo>
                    <a:pt x="670065" y="1720101"/>
                  </a:lnTo>
                  <a:lnTo>
                    <a:pt x="670907" y="1727203"/>
                  </a:lnTo>
                  <a:lnTo>
                    <a:pt x="671748" y="1733387"/>
                  </a:lnTo>
                  <a:lnTo>
                    <a:pt x="672589" y="1736994"/>
                  </a:lnTo>
                  <a:lnTo>
                    <a:pt x="673430" y="1740820"/>
                  </a:lnTo>
                  <a:lnTo>
                    <a:pt x="674271" y="1744681"/>
                  </a:lnTo>
                  <a:lnTo>
                    <a:pt x="675113" y="1748810"/>
                  </a:lnTo>
                  <a:lnTo>
                    <a:pt x="675954" y="1753187"/>
                  </a:lnTo>
                  <a:lnTo>
                    <a:pt x="676795" y="1755915"/>
                  </a:lnTo>
                  <a:lnTo>
                    <a:pt x="677636" y="1759199"/>
                  </a:lnTo>
                  <a:lnTo>
                    <a:pt x="678477" y="1764138"/>
                  </a:lnTo>
                  <a:lnTo>
                    <a:pt x="679319" y="1769961"/>
                  </a:lnTo>
                  <a:lnTo>
                    <a:pt x="680160" y="1774734"/>
                  </a:lnTo>
                  <a:lnTo>
                    <a:pt x="681001" y="1779547"/>
                  </a:lnTo>
                  <a:lnTo>
                    <a:pt x="681842" y="1784761"/>
                  </a:lnTo>
                  <a:lnTo>
                    <a:pt x="682683" y="1789438"/>
                  </a:lnTo>
                  <a:lnTo>
                    <a:pt x="683525" y="1793448"/>
                  </a:lnTo>
                  <a:lnTo>
                    <a:pt x="684366" y="1797401"/>
                  </a:lnTo>
                  <a:lnTo>
                    <a:pt x="685207" y="1802274"/>
                  </a:lnTo>
                  <a:lnTo>
                    <a:pt x="686048" y="1808252"/>
                  </a:lnTo>
                  <a:lnTo>
                    <a:pt x="686890" y="1813990"/>
                  </a:lnTo>
                  <a:lnTo>
                    <a:pt x="687731" y="1819580"/>
                  </a:lnTo>
                  <a:lnTo>
                    <a:pt x="688572" y="1824911"/>
                  </a:lnTo>
                  <a:lnTo>
                    <a:pt x="689413" y="1830304"/>
                  </a:lnTo>
                  <a:lnTo>
                    <a:pt x="690254" y="1835293"/>
                  </a:lnTo>
                  <a:lnTo>
                    <a:pt x="691096" y="1840311"/>
                  </a:lnTo>
                  <a:lnTo>
                    <a:pt x="691937" y="1844845"/>
                  </a:lnTo>
                  <a:lnTo>
                    <a:pt x="692778" y="1847284"/>
                  </a:lnTo>
                  <a:lnTo>
                    <a:pt x="693619" y="1849371"/>
                  </a:lnTo>
                  <a:lnTo>
                    <a:pt x="694460" y="1852616"/>
                  </a:lnTo>
                  <a:lnTo>
                    <a:pt x="695302" y="1855082"/>
                  </a:lnTo>
                  <a:lnTo>
                    <a:pt x="696143" y="1858267"/>
                  </a:lnTo>
                  <a:lnTo>
                    <a:pt x="696984" y="1862201"/>
                  </a:lnTo>
                  <a:lnTo>
                    <a:pt x="697825" y="1864521"/>
                  </a:lnTo>
                  <a:lnTo>
                    <a:pt x="698666" y="1866795"/>
                  </a:lnTo>
                  <a:lnTo>
                    <a:pt x="699508" y="1867463"/>
                  </a:lnTo>
                  <a:lnTo>
                    <a:pt x="700349" y="1867790"/>
                  </a:lnTo>
                  <a:lnTo>
                    <a:pt x="701190" y="1867708"/>
                  </a:lnTo>
                  <a:lnTo>
                    <a:pt x="702031" y="1867333"/>
                  </a:lnTo>
                  <a:lnTo>
                    <a:pt x="702872" y="1865716"/>
                  </a:lnTo>
                  <a:lnTo>
                    <a:pt x="703714" y="1864244"/>
                  </a:lnTo>
                  <a:lnTo>
                    <a:pt x="704555" y="1862158"/>
                  </a:lnTo>
                  <a:lnTo>
                    <a:pt x="705396" y="1860687"/>
                  </a:lnTo>
                  <a:lnTo>
                    <a:pt x="706237" y="1859850"/>
                  </a:lnTo>
                  <a:lnTo>
                    <a:pt x="707078" y="1859095"/>
                  </a:lnTo>
                  <a:lnTo>
                    <a:pt x="707920" y="1858107"/>
                  </a:lnTo>
                  <a:lnTo>
                    <a:pt x="708761" y="1856923"/>
                  </a:lnTo>
                  <a:lnTo>
                    <a:pt x="709602" y="1856042"/>
                  </a:lnTo>
                  <a:lnTo>
                    <a:pt x="710443" y="1855300"/>
                  </a:lnTo>
                  <a:lnTo>
                    <a:pt x="711284" y="1855269"/>
                  </a:lnTo>
                  <a:lnTo>
                    <a:pt x="712126" y="1854515"/>
                  </a:lnTo>
                  <a:lnTo>
                    <a:pt x="712967" y="1853188"/>
                  </a:lnTo>
                  <a:lnTo>
                    <a:pt x="713808" y="1851833"/>
                  </a:lnTo>
                  <a:lnTo>
                    <a:pt x="714649" y="1850477"/>
                  </a:lnTo>
                  <a:lnTo>
                    <a:pt x="715490" y="1849611"/>
                  </a:lnTo>
                  <a:lnTo>
                    <a:pt x="716332" y="1848936"/>
                  </a:lnTo>
                  <a:lnTo>
                    <a:pt x="717173" y="1848476"/>
                  </a:lnTo>
                  <a:lnTo>
                    <a:pt x="718014" y="1848339"/>
                  </a:lnTo>
                  <a:lnTo>
                    <a:pt x="718855" y="1846821"/>
                  </a:lnTo>
                  <a:lnTo>
                    <a:pt x="719696" y="1844952"/>
                  </a:lnTo>
                  <a:lnTo>
                    <a:pt x="720538" y="1842717"/>
                  </a:lnTo>
                  <a:lnTo>
                    <a:pt x="721379" y="1840296"/>
                  </a:lnTo>
                  <a:lnTo>
                    <a:pt x="722220" y="1837470"/>
                  </a:lnTo>
                  <a:lnTo>
                    <a:pt x="723061" y="1834861"/>
                  </a:lnTo>
                  <a:lnTo>
                    <a:pt x="723902" y="1832031"/>
                  </a:lnTo>
                  <a:lnTo>
                    <a:pt x="724744" y="1828542"/>
                  </a:lnTo>
                  <a:lnTo>
                    <a:pt x="725585" y="1825139"/>
                  </a:lnTo>
                  <a:lnTo>
                    <a:pt x="726426" y="1821356"/>
                  </a:lnTo>
                  <a:lnTo>
                    <a:pt x="727267" y="1817520"/>
                  </a:lnTo>
                  <a:lnTo>
                    <a:pt x="728108" y="1813927"/>
                  </a:lnTo>
                  <a:lnTo>
                    <a:pt x="728950" y="1810509"/>
                  </a:lnTo>
                  <a:lnTo>
                    <a:pt x="729791" y="1808055"/>
                  </a:lnTo>
                  <a:lnTo>
                    <a:pt x="730632" y="1806164"/>
                  </a:lnTo>
                  <a:lnTo>
                    <a:pt x="731473" y="1804979"/>
                  </a:lnTo>
                  <a:lnTo>
                    <a:pt x="732314" y="1804500"/>
                  </a:lnTo>
                  <a:lnTo>
                    <a:pt x="733156" y="1805207"/>
                  </a:lnTo>
                  <a:lnTo>
                    <a:pt x="733997" y="1806627"/>
                  </a:lnTo>
                  <a:lnTo>
                    <a:pt x="734838" y="1808283"/>
                  </a:lnTo>
                  <a:lnTo>
                    <a:pt x="735679" y="1809901"/>
                  </a:lnTo>
                  <a:lnTo>
                    <a:pt x="736520" y="1811633"/>
                  </a:lnTo>
                  <a:lnTo>
                    <a:pt x="737362" y="1811823"/>
                  </a:lnTo>
                  <a:lnTo>
                    <a:pt x="738203" y="1811296"/>
                  </a:lnTo>
                  <a:lnTo>
                    <a:pt x="739044" y="1811425"/>
                  </a:lnTo>
                  <a:lnTo>
                    <a:pt x="739885" y="1810697"/>
                  </a:lnTo>
                  <a:lnTo>
                    <a:pt x="740726" y="1809360"/>
                  </a:lnTo>
                  <a:lnTo>
                    <a:pt x="741568" y="1807285"/>
                  </a:lnTo>
                  <a:lnTo>
                    <a:pt x="742409" y="1803923"/>
                  </a:lnTo>
                  <a:lnTo>
                    <a:pt x="743250" y="1799654"/>
                  </a:lnTo>
                  <a:lnTo>
                    <a:pt x="744091" y="1795016"/>
                  </a:lnTo>
                  <a:lnTo>
                    <a:pt x="744932" y="1789994"/>
                  </a:lnTo>
                  <a:lnTo>
                    <a:pt x="745774" y="1784402"/>
                  </a:lnTo>
                  <a:lnTo>
                    <a:pt x="746615" y="1778764"/>
                  </a:lnTo>
                  <a:lnTo>
                    <a:pt x="747456" y="1773468"/>
                  </a:lnTo>
                  <a:lnTo>
                    <a:pt x="748297" y="1768324"/>
                  </a:lnTo>
                  <a:lnTo>
                    <a:pt x="749138" y="1762592"/>
                  </a:lnTo>
                  <a:lnTo>
                    <a:pt x="749980" y="1757192"/>
                  </a:lnTo>
                  <a:lnTo>
                    <a:pt x="750821" y="1752124"/>
                  </a:lnTo>
                  <a:lnTo>
                    <a:pt x="751662" y="1746112"/>
                  </a:lnTo>
                  <a:lnTo>
                    <a:pt x="752503" y="1740756"/>
                  </a:lnTo>
                  <a:lnTo>
                    <a:pt x="753344" y="1735831"/>
                  </a:lnTo>
                  <a:lnTo>
                    <a:pt x="754186" y="1733020"/>
                  </a:lnTo>
                  <a:lnTo>
                    <a:pt x="755027" y="1730468"/>
                  </a:lnTo>
                  <a:lnTo>
                    <a:pt x="755868" y="1727787"/>
                  </a:lnTo>
                  <a:lnTo>
                    <a:pt x="756709" y="1724923"/>
                  </a:lnTo>
                  <a:lnTo>
                    <a:pt x="757551" y="1721710"/>
                  </a:lnTo>
                  <a:lnTo>
                    <a:pt x="758392" y="1718504"/>
                  </a:lnTo>
                  <a:lnTo>
                    <a:pt x="759233" y="1715101"/>
                  </a:lnTo>
                  <a:lnTo>
                    <a:pt x="760074" y="1711159"/>
                  </a:lnTo>
                  <a:lnTo>
                    <a:pt x="760915" y="1706882"/>
                  </a:lnTo>
                  <a:lnTo>
                    <a:pt x="761757" y="1703053"/>
                  </a:lnTo>
                  <a:lnTo>
                    <a:pt x="762598" y="1699096"/>
                  </a:lnTo>
                  <a:lnTo>
                    <a:pt x="763439" y="1695601"/>
                  </a:lnTo>
                  <a:lnTo>
                    <a:pt x="764280" y="1692669"/>
                  </a:lnTo>
                  <a:lnTo>
                    <a:pt x="765121" y="1690094"/>
                  </a:lnTo>
                  <a:lnTo>
                    <a:pt x="765963" y="1687246"/>
                  </a:lnTo>
                  <a:lnTo>
                    <a:pt x="766804" y="1683843"/>
                  </a:lnTo>
                  <a:lnTo>
                    <a:pt x="767645" y="1680872"/>
                  </a:lnTo>
                  <a:lnTo>
                    <a:pt x="768486" y="1678381"/>
                  </a:lnTo>
                  <a:lnTo>
                    <a:pt x="769327" y="1676360"/>
                  </a:lnTo>
                  <a:lnTo>
                    <a:pt x="770169" y="1674666"/>
                  </a:lnTo>
                  <a:lnTo>
                    <a:pt x="771010" y="1673519"/>
                  </a:lnTo>
                  <a:lnTo>
                    <a:pt x="771851" y="1673261"/>
                  </a:lnTo>
                  <a:lnTo>
                    <a:pt x="772692" y="1671984"/>
                  </a:lnTo>
                  <a:lnTo>
                    <a:pt x="773533" y="1671374"/>
                  </a:lnTo>
                  <a:lnTo>
                    <a:pt x="774375" y="1671175"/>
                  </a:lnTo>
                  <a:lnTo>
                    <a:pt x="775216" y="1669993"/>
                  </a:lnTo>
                  <a:lnTo>
                    <a:pt x="776057" y="1668528"/>
                  </a:lnTo>
                  <a:lnTo>
                    <a:pt x="776898" y="1666891"/>
                  </a:lnTo>
                  <a:lnTo>
                    <a:pt x="777739" y="1664830"/>
                  </a:lnTo>
                  <a:lnTo>
                    <a:pt x="778581" y="1661466"/>
                  </a:lnTo>
                  <a:lnTo>
                    <a:pt x="779422" y="1657684"/>
                  </a:lnTo>
                  <a:lnTo>
                    <a:pt x="780263" y="1653572"/>
                  </a:lnTo>
                  <a:lnTo>
                    <a:pt x="781104" y="1648783"/>
                  </a:lnTo>
                  <a:lnTo>
                    <a:pt x="781945" y="1644227"/>
                  </a:lnTo>
                  <a:lnTo>
                    <a:pt x="782787" y="1639542"/>
                  </a:lnTo>
                  <a:lnTo>
                    <a:pt x="783628" y="1634591"/>
                  </a:lnTo>
                  <a:lnTo>
                    <a:pt x="784469" y="1631282"/>
                  </a:lnTo>
                  <a:lnTo>
                    <a:pt x="785310" y="1628682"/>
                  </a:lnTo>
                  <a:lnTo>
                    <a:pt x="786151" y="1626175"/>
                  </a:lnTo>
                  <a:lnTo>
                    <a:pt x="786993" y="1625134"/>
                  </a:lnTo>
                  <a:lnTo>
                    <a:pt x="787834" y="1623330"/>
                  </a:lnTo>
                  <a:lnTo>
                    <a:pt x="788675" y="1621771"/>
                  </a:lnTo>
                  <a:lnTo>
                    <a:pt x="789516" y="1620808"/>
                  </a:lnTo>
                  <a:lnTo>
                    <a:pt x="790357" y="1622055"/>
                  </a:lnTo>
                  <a:lnTo>
                    <a:pt x="791199" y="1623404"/>
                  </a:lnTo>
                  <a:lnTo>
                    <a:pt x="792040" y="1624845"/>
                  </a:lnTo>
                  <a:lnTo>
                    <a:pt x="792881" y="1626417"/>
                  </a:lnTo>
                  <a:lnTo>
                    <a:pt x="793722" y="1628389"/>
                  </a:lnTo>
                  <a:lnTo>
                    <a:pt x="794563" y="1631071"/>
                  </a:lnTo>
                  <a:lnTo>
                    <a:pt x="795405" y="1633356"/>
                  </a:lnTo>
                  <a:lnTo>
                    <a:pt x="796246" y="1635939"/>
                  </a:lnTo>
                  <a:lnTo>
                    <a:pt x="797087" y="1638090"/>
                  </a:lnTo>
                  <a:lnTo>
                    <a:pt x="797928" y="1639569"/>
                  </a:lnTo>
                  <a:lnTo>
                    <a:pt x="798769" y="1641412"/>
                  </a:lnTo>
                  <a:lnTo>
                    <a:pt x="799611" y="1642522"/>
                  </a:lnTo>
                  <a:lnTo>
                    <a:pt x="800452" y="1642589"/>
                  </a:lnTo>
                  <a:lnTo>
                    <a:pt x="801293" y="1642332"/>
                  </a:lnTo>
                  <a:lnTo>
                    <a:pt x="802134" y="1640783"/>
                  </a:lnTo>
                  <a:lnTo>
                    <a:pt x="802975" y="1638287"/>
                  </a:lnTo>
                  <a:lnTo>
                    <a:pt x="803817" y="1635829"/>
                  </a:lnTo>
                  <a:lnTo>
                    <a:pt x="804658" y="1633094"/>
                  </a:lnTo>
                  <a:lnTo>
                    <a:pt x="805499" y="1629962"/>
                  </a:lnTo>
                  <a:lnTo>
                    <a:pt x="806340" y="1626178"/>
                  </a:lnTo>
                  <a:lnTo>
                    <a:pt x="807181" y="1621446"/>
                  </a:lnTo>
                  <a:lnTo>
                    <a:pt x="808023" y="1617094"/>
                  </a:lnTo>
                  <a:lnTo>
                    <a:pt x="808864" y="1609897"/>
                  </a:lnTo>
                  <a:lnTo>
                    <a:pt x="809705" y="1602573"/>
                  </a:lnTo>
                  <a:lnTo>
                    <a:pt x="810546" y="1594200"/>
                  </a:lnTo>
                  <a:lnTo>
                    <a:pt x="811387" y="1586008"/>
                  </a:lnTo>
                  <a:lnTo>
                    <a:pt x="812229" y="1578162"/>
                  </a:lnTo>
                  <a:lnTo>
                    <a:pt x="813070" y="1570322"/>
                  </a:lnTo>
                  <a:lnTo>
                    <a:pt x="813911" y="1560324"/>
                  </a:lnTo>
                  <a:lnTo>
                    <a:pt x="814752" y="1549724"/>
                  </a:lnTo>
                  <a:lnTo>
                    <a:pt x="815593" y="1538255"/>
                  </a:lnTo>
                  <a:lnTo>
                    <a:pt x="816435" y="1526586"/>
                  </a:lnTo>
                  <a:lnTo>
                    <a:pt x="817276" y="1515652"/>
                  </a:lnTo>
                  <a:lnTo>
                    <a:pt x="818117" y="1506058"/>
                  </a:lnTo>
                  <a:lnTo>
                    <a:pt x="818958" y="1496996"/>
                  </a:lnTo>
                  <a:lnTo>
                    <a:pt x="819799" y="1488761"/>
                  </a:lnTo>
                  <a:lnTo>
                    <a:pt x="820641" y="1481198"/>
                  </a:lnTo>
                  <a:lnTo>
                    <a:pt x="821482" y="1473960"/>
                  </a:lnTo>
                  <a:lnTo>
                    <a:pt x="822323" y="1466989"/>
                  </a:lnTo>
                  <a:lnTo>
                    <a:pt x="823164" y="1460046"/>
                  </a:lnTo>
                  <a:lnTo>
                    <a:pt x="824005" y="1452907"/>
                  </a:lnTo>
                  <a:lnTo>
                    <a:pt x="824847" y="1445018"/>
                  </a:lnTo>
                  <a:lnTo>
                    <a:pt x="825688" y="1433241"/>
                  </a:lnTo>
                  <a:lnTo>
                    <a:pt x="826529" y="1421276"/>
                  </a:lnTo>
                  <a:lnTo>
                    <a:pt x="827370" y="1409718"/>
                  </a:lnTo>
                  <a:lnTo>
                    <a:pt x="828212" y="1402320"/>
                  </a:lnTo>
                  <a:lnTo>
                    <a:pt x="829053" y="1394319"/>
                  </a:lnTo>
                  <a:lnTo>
                    <a:pt x="829894" y="1385371"/>
                  </a:lnTo>
                  <a:lnTo>
                    <a:pt x="830735" y="1377109"/>
                  </a:lnTo>
                  <a:lnTo>
                    <a:pt x="831576" y="1367529"/>
                  </a:lnTo>
                  <a:lnTo>
                    <a:pt x="832418" y="1356559"/>
                  </a:lnTo>
                  <a:lnTo>
                    <a:pt x="833259" y="1344282"/>
                  </a:lnTo>
                  <a:lnTo>
                    <a:pt x="834100" y="1331720"/>
                  </a:lnTo>
                  <a:lnTo>
                    <a:pt x="834941" y="1318734"/>
                  </a:lnTo>
                  <a:lnTo>
                    <a:pt x="835782" y="1305012"/>
                  </a:lnTo>
                  <a:lnTo>
                    <a:pt x="836624" y="1290477"/>
                  </a:lnTo>
                  <a:lnTo>
                    <a:pt x="837465" y="1275924"/>
                  </a:lnTo>
                  <a:lnTo>
                    <a:pt x="838306" y="1260945"/>
                  </a:lnTo>
                  <a:lnTo>
                    <a:pt x="839147" y="1245884"/>
                  </a:lnTo>
                  <a:lnTo>
                    <a:pt x="839988" y="1230621"/>
                  </a:lnTo>
                  <a:lnTo>
                    <a:pt x="840830" y="1215214"/>
                  </a:lnTo>
                  <a:lnTo>
                    <a:pt x="841671" y="1204868"/>
                  </a:lnTo>
                  <a:lnTo>
                    <a:pt x="842512" y="1196037"/>
                  </a:lnTo>
                  <a:lnTo>
                    <a:pt x="843353" y="1189954"/>
                  </a:lnTo>
                  <a:lnTo>
                    <a:pt x="844194" y="1184075"/>
                  </a:lnTo>
                  <a:lnTo>
                    <a:pt x="845036" y="1179382"/>
                  </a:lnTo>
                  <a:lnTo>
                    <a:pt x="845877" y="1174604"/>
                  </a:lnTo>
                  <a:lnTo>
                    <a:pt x="846718" y="1168466"/>
                  </a:lnTo>
                  <a:lnTo>
                    <a:pt x="847559" y="1162103"/>
                  </a:lnTo>
                  <a:lnTo>
                    <a:pt x="848400" y="1156068"/>
                  </a:lnTo>
                  <a:lnTo>
                    <a:pt x="849242" y="1150457"/>
                  </a:lnTo>
                  <a:lnTo>
                    <a:pt x="850083" y="1145420"/>
                  </a:lnTo>
                  <a:lnTo>
                    <a:pt x="850924" y="1141154"/>
                  </a:lnTo>
                  <a:lnTo>
                    <a:pt x="851765" y="1137838"/>
                  </a:lnTo>
                  <a:lnTo>
                    <a:pt x="852606" y="1135632"/>
                  </a:lnTo>
                  <a:lnTo>
                    <a:pt x="853448" y="1134661"/>
                  </a:lnTo>
                  <a:lnTo>
                    <a:pt x="854289" y="1133330"/>
                  </a:lnTo>
                  <a:lnTo>
                    <a:pt x="855130" y="1132224"/>
                  </a:lnTo>
                  <a:lnTo>
                    <a:pt x="855971" y="1131622"/>
                  </a:lnTo>
                  <a:lnTo>
                    <a:pt x="856812" y="1131351"/>
                  </a:lnTo>
                  <a:lnTo>
                    <a:pt x="857654" y="1131257"/>
                  </a:lnTo>
                  <a:lnTo>
                    <a:pt x="858495" y="1131214"/>
                  </a:lnTo>
                  <a:lnTo>
                    <a:pt x="859336" y="1131534"/>
                  </a:lnTo>
                  <a:lnTo>
                    <a:pt x="860177" y="1132042"/>
                  </a:lnTo>
                  <a:lnTo>
                    <a:pt x="861018" y="1134395"/>
                  </a:lnTo>
                  <a:lnTo>
                    <a:pt x="861860" y="1136998"/>
                  </a:lnTo>
                  <a:lnTo>
                    <a:pt x="862701" y="1139400"/>
                  </a:lnTo>
                  <a:lnTo>
                    <a:pt x="863542" y="1141333"/>
                  </a:lnTo>
                  <a:lnTo>
                    <a:pt x="864383" y="1142948"/>
                  </a:lnTo>
                  <a:lnTo>
                    <a:pt x="865224" y="1144870"/>
                  </a:lnTo>
                  <a:lnTo>
                    <a:pt x="866066" y="1146826"/>
                  </a:lnTo>
                  <a:lnTo>
                    <a:pt x="866907" y="1148845"/>
                  </a:lnTo>
                  <a:lnTo>
                    <a:pt x="867748" y="1152097"/>
                  </a:lnTo>
                  <a:lnTo>
                    <a:pt x="868589" y="1154786"/>
                  </a:lnTo>
                  <a:lnTo>
                    <a:pt x="869430" y="1157011"/>
                  </a:lnTo>
                  <a:lnTo>
                    <a:pt x="870272" y="1159722"/>
                  </a:lnTo>
                  <a:lnTo>
                    <a:pt x="871113" y="1163233"/>
                  </a:lnTo>
                  <a:lnTo>
                    <a:pt x="871954" y="1166606"/>
                  </a:lnTo>
                  <a:lnTo>
                    <a:pt x="872795" y="1170270"/>
                  </a:lnTo>
                  <a:lnTo>
                    <a:pt x="873636" y="1173328"/>
                  </a:lnTo>
                  <a:lnTo>
                    <a:pt x="874478" y="1176444"/>
                  </a:lnTo>
                  <a:lnTo>
                    <a:pt x="875319" y="1179937"/>
                  </a:lnTo>
                  <a:lnTo>
                    <a:pt x="876160" y="1183824"/>
                  </a:lnTo>
                  <a:lnTo>
                    <a:pt x="877001" y="1187861"/>
                  </a:lnTo>
                  <a:lnTo>
                    <a:pt x="877842" y="1191552"/>
                  </a:lnTo>
                  <a:lnTo>
                    <a:pt x="878684" y="1195285"/>
                  </a:lnTo>
                  <a:lnTo>
                    <a:pt x="879525" y="1198548"/>
                  </a:lnTo>
                  <a:lnTo>
                    <a:pt x="880366" y="1202112"/>
                  </a:lnTo>
                  <a:lnTo>
                    <a:pt x="881207" y="1206414"/>
                  </a:lnTo>
                  <a:lnTo>
                    <a:pt x="882048" y="1211236"/>
                  </a:lnTo>
                  <a:lnTo>
                    <a:pt x="882890" y="1215509"/>
                  </a:lnTo>
                  <a:lnTo>
                    <a:pt x="883731" y="1219160"/>
                  </a:lnTo>
                  <a:lnTo>
                    <a:pt x="884572" y="1222227"/>
                  </a:lnTo>
                  <a:lnTo>
                    <a:pt x="885413" y="1225296"/>
                  </a:lnTo>
                  <a:lnTo>
                    <a:pt x="886254" y="1228518"/>
                  </a:lnTo>
                  <a:lnTo>
                    <a:pt x="887096" y="1232269"/>
                  </a:lnTo>
                  <a:lnTo>
                    <a:pt x="887937" y="1235813"/>
                  </a:lnTo>
                  <a:lnTo>
                    <a:pt x="888778" y="1239149"/>
                  </a:lnTo>
                  <a:lnTo>
                    <a:pt x="889619" y="1241854"/>
                  </a:lnTo>
                  <a:lnTo>
                    <a:pt x="890460" y="1244441"/>
                  </a:lnTo>
                  <a:lnTo>
                    <a:pt x="891302" y="1245750"/>
                  </a:lnTo>
                  <a:lnTo>
                    <a:pt x="892143" y="1246672"/>
                  </a:lnTo>
                  <a:lnTo>
                    <a:pt x="892984" y="1246809"/>
                  </a:lnTo>
                  <a:lnTo>
                    <a:pt x="893825" y="1246390"/>
                  </a:lnTo>
                  <a:lnTo>
                    <a:pt x="894666" y="1245673"/>
                  </a:lnTo>
                  <a:lnTo>
                    <a:pt x="895508" y="1244768"/>
                  </a:lnTo>
                  <a:lnTo>
                    <a:pt x="896349" y="1243626"/>
                  </a:lnTo>
                  <a:lnTo>
                    <a:pt x="897190" y="1242820"/>
                  </a:lnTo>
                  <a:lnTo>
                    <a:pt x="898031" y="1241641"/>
                  </a:lnTo>
                  <a:lnTo>
                    <a:pt x="898873" y="1239792"/>
                  </a:lnTo>
                  <a:lnTo>
                    <a:pt x="899714" y="1237523"/>
                  </a:lnTo>
                  <a:lnTo>
                    <a:pt x="900555" y="1235026"/>
                  </a:lnTo>
                  <a:lnTo>
                    <a:pt x="901396" y="1232406"/>
                  </a:lnTo>
                  <a:lnTo>
                    <a:pt x="902237" y="1229773"/>
                  </a:lnTo>
                  <a:lnTo>
                    <a:pt x="903079" y="1227157"/>
                  </a:lnTo>
                  <a:lnTo>
                    <a:pt x="903920" y="1224439"/>
                  </a:lnTo>
                  <a:lnTo>
                    <a:pt x="904761" y="1222129"/>
                  </a:lnTo>
                  <a:lnTo>
                    <a:pt x="905602" y="1220046"/>
                  </a:lnTo>
                  <a:lnTo>
                    <a:pt x="906443" y="1218646"/>
                  </a:lnTo>
                  <a:lnTo>
                    <a:pt x="907285" y="1216890"/>
                  </a:lnTo>
                  <a:lnTo>
                    <a:pt x="908126" y="1215856"/>
                  </a:lnTo>
                  <a:lnTo>
                    <a:pt x="908967" y="1214911"/>
                  </a:lnTo>
                  <a:lnTo>
                    <a:pt x="909808" y="1215276"/>
                  </a:lnTo>
                  <a:lnTo>
                    <a:pt x="910649" y="1216827"/>
                  </a:lnTo>
                  <a:lnTo>
                    <a:pt x="911491" y="1219523"/>
                  </a:lnTo>
                  <a:lnTo>
                    <a:pt x="912332" y="1222889"/>
                  </a:lnTo>
                  <a:lnTo>
                    <a:pt x="913173" y="1226994"/>
                  </a:lnTo>
                  <a:lnTo>
                    <a:pt x="914014" y="1231732"/>
                  </a:lnTo>
                  <a:lnTo>
                    <a:pt x="914855" y="1236723"/>
                  </a:lnTo>
                  <a:lnTo>
                    <a:pt x="915697" y="1241824"/>
                  </a:lnTo>
                  <a:lnTo>
                    <a:pt x="916538" y="1246945"/>
                  </a:lnTo>
                  <a:lnTo>
                    <a:pt x="917379" y="1252695"/>
                  </a:lnTo>
                  <a:lnTo>
                    <a:pt x="918220" y="1258193"/>
                  </a:lnTo>
                  <a:lnTo>
                    <a:pt x="919061" y="1264219"/>
                  </a:lnTo>
                  <a:lnTo>
                    <a:pt x="919903" y="1270350"/>
                  </a:lnTo>
                  <a:lnTo>
                    <a:pt x="920744" y="1275993"/>
                  </a:lnTo>
                  <a:lnTo>
                    <a:pt x="921585" y="1281517"/>
                  </a:lnTo>
                  <a:lnTo>
                    <a:pt x="922426" y="1286396"/>
                  </a:lnTo>
                  <a:lnTo>
                    <a:pt x="923267" y="1290545"/>
                  </a:lnTo>
                  <a:lnTo>
                    <a:pt x="924109" y="1294045"/>
                  </a:lnTo>
                  <a:lnTo>
                    <a:pt x="924950" y="1297299"/>
                  </a:lnTo>
                  <a:lnTo>
                    <a:pt x="925791" y="1299768"/>
                  </a:lnTo>
                  <a:lnTo>
                    <a:pt x="926632" y="1301086"/>
                  </a:lnTo>
                  <a:lnTo>
                    <a:pt x="927473" y="1301489"/>
                  </a:lnTo>
                  <a:lnTo>
                    <a:pt x="928315" y="1301717"/>
                  </a:lnTo>
                  <a:lnTo>
                    <a:pt x="929156" y="1301675"/>
                  </a:lnTo>
                  <a:lnTo>
                    <a:pt x="929997" y="1302056"/>
                  </a:lnTo>
                  <a:lnTo>
                    <a:pt x="930838" y="1302332"/>
                  </a:lnTo>
                  <a:lnTo>
                    <a:pt x="931679" y="1301529"/>
                  </a:lnTo>
                  <a:lnTo>
                    <a:pt x="932521" y="1299953"/>
                  </a:lnTo>
                  <a:lnTo>
                    <a:pt x="933362" y="1298050"/>
                  </a:lnTo>
                  <a:lnTo>
                    <a:pt x="934203" y="1296215"/>
                  </a:lnTo>
                  <a:lnTo>
                    <a:pt x="935044" y="1295359"/>
                  </a:lnTo>
                  <a:lnTo>
                    <a:pt x="935885" y="1294068"/>
                  </a:lnTo>
                  <a:lnTo>
                    <a:pt x="936727" y="1293085"/>
                  </a:lnTo>
                  <a:lnTo>
                    <a:pt x="937568" y="1293487"/>
                  </a:lnTo>
                  <a:lnTo>
                    <a:pt x="938409" y="1294517"/>
                  </a:lnTo>
                  <a:lnTo>
                    <a:pt x="939250" y="1296689"/>
                  </a:lnTo>
                  <a:lnTo>
                    <a:pt x="940091" y="1299480"/>
                  </a:lnTo>
                  <a:lnTo>
                    <a:pt x="940933" y="1302208"/>
                  </a:lnTo>
                  <a:lnTo>
                    <a:pt x="941774" y="1304692"/>
                  </a:lnTo>
                  <a:lnTo>
                    <a:pt x="942615" y="1307145"/>
                  </a:lnTo>
                  <a:lnTo>
                    <a:pt x="943456" y="1309139"/>
                  </a:lnTo>
                  <a:lnTo>
                    <a:pt x="944297" y="1310824"/>
                  </a:lnTo>
                  <a:lnTo>
                    <a:pt x="945139" y="1313047"/>
                  </a:lnTo>
                  <a:lnTo>
                    <a:pt x="945980" y="1315980"/>
                  </a:lnTo>
                  <a:lnTo>
                    <a:pt x="946821" y="1319846"/>
                  </a:lnTo>
                  <a:lnTo>
                    <a:pt x="947662" y="1323784"/>
                  </a:lnTo>
                  <a:lnTo>
                    <a:pt x="948503" y="1327803"/>
                  </a:lnTo>
                  <a:lnTo>
                    <a:pt x="949345" y="1331892"/>
                  </a:lnTo>
                  <a:lnTo>
                    <a:pt x="950186" y="1334638"/>
                  </a:lnTo>
                  <a:lnTo>
                    <a:pt x="951027" y="1337677"/>
                  </a:lnTo>
                  <a:lnTo>
                    <a:pt x="951868" y="1340315"/>
                  </a:lnTo>
                  <a:lnTo>
                    <a:pt x="952709" y="1341008"/>
                  </a:lnTo>
                  <a:lnTo>
                    <a:pt x="953551" y="1340764"/>
                  </a:lnTo>
                  <a:lnTo>
                    <a:pt x="954392" y="1340392"/>
                  </a:lnTo>
                  <a:lnTo>
                    <a:pt x="955233" y="1339883"/>
                  </a:lnTo>
                  <a:lnTo>
                    <a:pt x="956074" y="1340307"/>
                  </a:lnTo>
                  <a:lnTo>
                    <a:pt x="956915" y="1340992"/>
                  </a:lnTo>
                  <a:lnTo>
                    <a:pt x="957757" y="1341960"/>
                  </a:lnTo>
                  <a:lnTo>
                    <a:pt x="958598" y="1342950"/>
                  </a:lnTo>
                  <a:lnTo>
                    <a:pt x="959439" y="1344159"/>
                  </a:lnTo>
                  <a:lnTo>
                    <a:pt x="960280" y="1346060"/>
                  </a:lnTo>
                  <a:lnTo>
                    <a:pt x="961121" y="1348392"/>
                  </a:lnTo>
                  <a:lnTo>
                    <a:pt x="961963" y="1350687"/>
                  </a:lnTo>
                  <a:lnTo>
                    <a:pt x="962804" y="1353000"/>
                  </a:lnTo>
                  <a:lnTo>
                    <a:pt x="963645" y="1355799"/>
                  </a:lnTo>
                  <a:lnTo>
                    <a:pt x="964486" y="1357740"/>
                  </a:lnTo>
                  <a:lnTo>
                    <a:pt x="965327" y="1359840"/>
                  </a:lnTo>
                  <a:lnTo>
                    <a:pt x="966169" y="1361415"/>
                  </a:lnTo>
                  <a:lnTo>
                    <a:pt x="967010" y="1362057"/>
                  </a:lnTo>
                  <a:lnTo>
                    <a:pt x="967851" y="1362809"/>
                  </a:lnTo>
                  <a:lnTo>
                    <a:pt x="968692" y="1364460"/>
                  </a:lnTo>
                  <a:lnTo>
                    <a:pt x="969534" y="1365222"/>
                  </a:lnTo>
                  <a:lnTo>
                    <a:pt x="970375" y="1366454"/>
                  </a:lnTo>
                  <a:lnTo>
                    <a:pt x="971216" y="1367785"/>
                  </a:lnTo>
                  <a:lnTo>
                    <a:pt x="972057" y="1369344"/>
                  </a:lnTo>
                  <a:lnTo>
                    <a:pt x="972898" y="1370758"/>
                  </a:lnTo>
                  <a:lnTo>
                    <a:pt x="973740" y="1372392"/>
                  </a:lnTo>
                  <a:lnTo>
                    <a:pt x="974581" y="1375578"/>
                  </a:lnTo>
                  <a:lnTo>
                    <a:pt x="975422" y="1379374"/>
                  </a:lnTo>
                  <a:lnTo>
                    <a:pt x="976263" y="1382668"/>
                  </a:lnTo>
                  <a:lnTo>
                    <a:pt x="977104" y="1389287"/>
                  </a:lnTo>
                  <a:lnTo>
                    <a:pt x="977946" y="1394939"/>
                  </a:lnTo>
                  <a:lnTo>
                    <a:pt x="978787" y="1401238"/>
                  </a:lnTo>
                  <a:lnTo>
                    <a:pt x="979628" y="1406690"/>
                  </a:lnTo>
                  <a:lnTo>
                    <a:pt x="980469" y="1411980"/>
                  </a:lnTo>
                  <a:lnTo>
                    <a:pt x="981310" y="1416425"/>
                  </a:lnTo>
                  <a:lnTo>
                    <a:pt x="982152" y="1423050"/>
                  </a:lnTo>
                  <a:lnTo>
                    <a:pt x="982993" y="1430333"/>
                  </a:lnTo>
                  <a:lnTo>
                    <a:pt x="983834" y="1438889"/>
                  </a:lnTo>
                  <a:lnTo>
                    <a:pt x="984675" y="1447599"/>
                  </a:lnTo>
                  <a:lnTo>
                    <a:pt x="985516" y="1455470"/>
                  </a:lnTo>
                  <a:lnTo>
                    <a:pt x="986358" y="1462159"/>
                  </a:lnTo>
                  <a:lnTo>
                    <a:pt x="987199" y="1468283"/>
                  </a:lnTo>
                  <a:lnTo>
                    <a:pt x="988040" y="1474000"/>
                  </a:lnTo>
                  <a:lnTo>
                    <a:pt x="988881" y="1479727"/>
                  </a:lnTo>
                  <a:lnTo>
                    <a:pt x="989722" y="1485098"/>
                  </a:lnTo>
                  <a:lnTo>
                    <a:pt x="990564" y="1489817"/>
                  </a:lnTo>
                  <a:lnTo>
                    <a:pt x="991405" y="1495684"/>
                  </a:lnTo>
                  <a:lnTo>
                    <a:pt x="992246" y="1503153"/>
                  </a:lnTo>
                  <a:lnTo>
                    <a:pt x="993087" y="1512334"/>
                  </a:lnTo>
                  <a:lnTo>
                    <a:pt x="993928" y="1526566"/>
                  </a:lnTo>
                  <a:lnTo>
                    <a:pt x="994770" y="1540634"/>
                  </a:lnTo>
                  <a:lnTo>
                    <a:pt x="995611" y="1554892"/>
                  </a:lnTo>
                  <a:lnTo>
                    <a:pt x="996452" y="1564734"/>
                  </a:lnTo>
                  <a:lnTo>
                    <a:pt x="997293" y="1575079"/>
                  </a:lnTo>
                  <a:lnTo>
                    <a:pt x="998134" y="1587947"/>
                  </a:lnTo>
                  <a:lnTo>
                    <a:pt x="998976" y="1602195"/>
                  </a:lnTo>
                  <a:lnTo>
                    <a:pt x="999817" y="1616818"/>
                  </a:lnTo>
                  <a:lnTo>
                    <a:pt x="1000658" y="1631518"/>
                  </a:lnTo>
                  <a:lnTo>
                    <a:pt x="1001499" y="1646499"/>
                  </a:lnTo>
                  <a:lnTo>
                    <a:pt x="1002340" y="1660725"/>
                  </a:lnTo>
                  <a:lnTo>
                    <a:pt x="1003182" y="1674683"/>
                  </a:lnTo>
                  <a:lnTo>
                    <a:pt x="1004023" y="1688831"/>
                  </a:lnTo>
                  <a:lnTo>
                    <a:pt x="1004864" y="1702553"/>
                  </a:lnTo>
                  <a:lnTo>
                    <a:pt x="1005705" y="1715449"/>
                  </a:lnTo>
                  <a:lnTo>
                    <a:pt x="1006546" y="1728301"/>
                  </a:lnTo>
                  <a:lnTo>
                    <a:pt x="1007388" y="1740978"/>
                  </a:lnTo>
                  <a:lnTo>
                    <a:pt x="1008229" y="1753923"/>
                  </a:lnTo>
                  <a:lnTo>
                    <a:pt x="1009070" y="1766922"/>
                  </a:lnTo>
                  <a:lnTo>
                    <a:pt x="1009911" y="1774876"/>
                  </a:lnTo>
                  <a:lnTo>
                    <a:pt x="1010752" y="1781656"/>
                  </a:lnTo>
                  <a:lnTo>
                    <a:pt x="1011594" y="1785437"/>
                  </a:lnTo>
                  <a:lnTo>
                    <a:pt x="1012435" y="1788847"/>
                  </a:lnTo>
                  <a:lnTo>
                    <a:pt x="1013276" y="1791642"/>
                  </a:lnTo>
                  <a:lnTo>
                    <a:pt x="1014117" y="1794999"/>
                  </a:lnTo>
                  <a:lnTo>
                    <a:pt x="1014958" y="1799010"/>
                  </a:lnTo>
                  <a:lnTo>
                    <a:pt x="1015800" y="1802673"/>
                  </a:lnTo>
                  <a:lnTo>
                    <a:pt x="1016641" y="1805885"/>
                  </a:lnTo>
                  <a:lnTo>
                    <a:pt x="1017482" y="1808893"/>
                  </a:lnTo>
                  <a:lnTo>
                    <a:pt x="1018323" y="1812191"/>
                  </a:lnTo>
                  <a:lnTo>
                    <a:pt x="1019164" y="1815134"/>
                  </a:lnTo>
                  <a:lnTo>
                    <a:pt x="1020006" y="1818292"/>
                  </a:lnTo>
                  <a:lnTo>
                    <a:pt x="1020847" y="1820732"/>
                  </a:lnTo>
                  <a:lnTo>
                    <a:pt x="1021688" y="1822565"/>
                  </a:lnTo>
                  <a:lnTo>
                    <a:pt x="1022529" y="1823889"/>
                  </a:lnTo>
                  <a:lnTo>
                    <a:pt x="1023370" y="1825639"/>
                  </a:lnTo>
                  <a:lnTo>
                    <a:pt x="1024212" y="1827631"/>
                  </a:lnTo>
                  <a:lnTo>
                    <a:pt x="1025053" y="1830120"/>
                  </a:lnTo>
                  <a:lnTo>
                    <a:pt x="1025894" y="1832604"/>
                  </a:lnTo>
                  <a:lnTo>
                    <a:pt x="1026735" y="1835032"/>
                  </a:lnTo>
                  <a:lnTo>
                    <a:pt x="1027576" y="1837252"/>
                  </a:lnTo>
                  <a:lnTo>
                    <a:pt x="1028418" y="1839998"/>
                  </a:lnTo>
                  <a:lnTo>
                    <a:pt x="1029259" y="1842895"/>
                  </a:lnTo>
                  <a:lnTo>
                    <a:pt x="1030100" y="1846150"/>
                  </a:lnTo>
                  <a:lnTo>
                    <a:pt x="1030941" y="1849241"/>
                  </a:lnTo>
                  <a:lnTo>
                    <a:pt x="1031782" y="1852670"/>
                  </a:lnTo>
                  <a:lnTo>
                    <a:pt x="1032624" y="1855986"/>
                  </a:lnTo>
                  <a:lnTo>
                    <a:pt x="1033465" y="1859297"/>
                  </a:lnTo>
                  <a:lnTo>
                    <a:pt x="1034306" y="1862660"/>
                  </a:lnTo>
                  <a:lnTo>
                    <a:pt x="1035147" y="1866139"/>
                  </a:lnTo>
                  <a:lnTo>
                    <a:pt x="1035988" y="1869344"/>
                  </a:lnTo>
                  <a:lnTo>
                    <a:pt x="1036830" y="1872816"/>
                  </a:lnTo>
                  <a:lnTo>
                    <a:pt x="1037671" y="1876220"/>
                  </a:lnTo>
                  <a:lnTo>
                    <a:pt x="1038512" y="1879281"/>
                  </a:lnTo>
                  <a:lnTo>
                    <a:pt x="1039353" y="1881741"/>
                  </a:lnTo>
                  <a:lnTo>
                    <a:pt x="1040195" y="1883959"/>
                  </a:lnTo>
                  <a:lnTo>
                    <a:pt x="1041036" y="1885749"/>
                  </a:lnTo>
                  <a:lnTo>
                    <a:pt x="1041877" y="1887355"/>
                  </a:lnTo>
                  <a:lnTo>
                    <a:pt x="1042718" y="1887931"/>
                  </a:lnTo>
                  <a:lnTo>
                    <a:pt x="1043559" y="1888046"/>
                  </a:lnTo>
                  <a:lnTo>
                    <a:pt x="1044401" y="1888018"/>
                  </a:lnTo>
                  <a:lnTo>
                    <a:pt x="1045242" y="1887437"/>
                  </a:lnTo>
                  <a:lnTo>
                    <a:pt x="1046083" y="1885683"/>
                  </a:lnTo>
                  <a:lnTo>
                    <a:pt x="1046924" y="1883097"/>
                  </a:lnTo>
                  <a:lnTo>
                    <a:pt x="1047765" y="1879925"/>
                  </a:lnTo>
                  <a:lnTo>
                    <a:pt x="1048607" y="1877634"/>
                  </a:lnTo>
                  <a:lnTo>
                    <a:pt x="1049448" y="1874805"/>
                  </a:lnTo>
                  <a:lnTo>
                    <a:pt x="1050289" y="1871700"/>
                  </a:lnTo>
                  <a:lnTo>
                    <a:pt x="1051130" y="1868093"/>
                  </a:lnTo>
                  <a:lnTo>
                    <a:pt x="1051971" y="1865325"/>
                  </a:lnTo>
                  <a:lnTo>
                    <a:pt x="1052813" y="1862065"/>
                  </a:lnTo>
                  <a:lnTo>
                    <a:pt x="1053654" y="1858017"/>
                  </a:lnTo>
                  <a:lnTo>
                    <a:pt x="1054495" y="1854631"/>
                  </a:lnTo>
                  <a:lnTo>
                    <a:pt x="1055336" y="1850972"/>
                  </a:lnTo>
                  <a:lnTo>
                    <a:pt x="1056177" y="1847104"/>
                  </a:lnTo>
                  <a:lnTo>
                    <a:pt x="1057019" y="1843535"/>
                  </a:lnTo>
                  <a:lnTo>
                    <a:pt x="1057860" y="1840097"/>
                  </a:lnTo>
                  <a:lnTo>
                    <a:pt x="1058701" y="1836662"/>
                  </a:lnTo>
                  <a:lnTo>
                    <a:pt x="1059542" y="1833586"/>
                  </a:lnTo>
                  <a:lnTo>
                    <a:pt x="1060383" y="1831346"/>
                  </a:lnTo>
                  <a:lnTo>
                    <a:pt x="1061225" y="1830241"/>
                  </a:lnTo>
                  <a:lnTo>
                    <a:pt x="1062066" y="1828767"/>
                  </a:lnTo>
                  <a:lnTo>
                    <a:pt x="1062907" y="1826707"/>
                  </a:lnTo>
                  <a:lnTo>
                    <a:pt x="1063748" y="1824646"/>
                  </a:lnTo>
                  <a:lnTo>
                    <a:pt x="1064589" y="1822676"/>
                  </a:lnTo>
                  <a:lnTo>
                    <a:pt x="1065431" y="1820957"/>
                  </a:lnTo>
                  <a:lnTo>
                    <a:pt x="1066272" y="1818844"/>
                  </a:lnTo>
                  <a:lnTo>
                    <a:pt x="1067113" y="1817274"/>
                  </a:lnTo>
                  <a:lnTo>
                    <a:pt x="1067954" y="1814744"/>
                  </a:lnTo>
                  <a:lnTo>
                    <a:pt x="1068795" y="1811925"/>
                  </a:lnTo>
                  <a:lnTo>
                    <a:pt x="1069637" y="1808232"/>
                  </a:lnTo>
                  <a:lnTo>
                    <a:pt x="1070478" y="1804173"/>
                  </a:lnTo>
                  <a:lnTo>
                    <a:pt x="1071319" y="1800068"/>
                  </a:lnTo>
                  <a:lnTo>
                    <a:pt x="1072160" y="1797065"/>
                  </a:lnTo>
                  <a:lnTo>
                    <a:pt x="1073001" y="1794223"/>
                  </a:lnTo>
                  <a:lnTo>
                    <a:pt x="1073843" y="1789789"/>
                  </a:lnTo>
                  <a:lnTo>
                    <a:pt x="1074684" y="1782701"/>
                  </a:lnTo>
                  <a:lnTo>
                    <a:pt x="1075525" y="1772014"/>
                  </a:lnTo>
                  <a:lnTo>
                    <a:pt x="1076366" y="1761374"/>
                  </a:lnTo>
                  <a:lnTo>
                    <a:pt x="1077207" y="1751228"/>
                  </a:lnTo>
                  <a:lnTo>
                    <a:pt x="1078049" y="1739066"/>
                  </a:lnTo>
                  <a:lnTo>
                    <a:pt x="1078890" y="1726189"/>
                  </a:lnTo>
                  <a:lnTo>
                    <a:pt x="1079731" y="1717297"/>
                  </a:lnTo>
                  <a:lnTo>
                    <a:pt x="1080572" y="1708793"/>
                  </a:lnTo>
                  <a:lnTo>
                    <a:pt x="1081413" y="1704315"/>
                  </a:lnTo>
                  <a:lnTo>
                    <a:pt x="1082255" y="1700365"/>
                  </a:lnTo>
                  <a:lnTo>
                    <a:pt x="1083096" y="1696336"/>
                  </a:lnTo>
                  <a:lnTo>
                    <a:pt x="1083937" y="1692985"/>
                  </a:lnTo>
                  <a:lnTo>
                    <a:pt x="1084778" y="1689338"/>
                  </a:lnTo>
                  <a:lnTo>
                    <a:pt x="1085619" y="1685522"/>
                  </a:lnTo>
                  <a:lnTo>
                    <a:pt x="1086461" y="1682230"/>
                  </a:lnTo>
                  <a:lnTo>
                    <a:pt x="1087302" y="1678708"/>
                  </a:lnTo>
                  <a:lnTo>
                    <a:pt x="1088143" y="1675304"/>
                  </a:lnTo>
                  <a:lnTo>
                    <a:pt x="1088984" y="1672177"/>
                  </a:lnTo>
                  <a:lnTo>
                    <a:pt x="1089825" y="1668657"/>
                  </a:lnTo>
                  <a:lnTo>
                    <a:pt x="1090667" y="1665222"/>
                  </a:lnTo>
                  <a:lnTo>
                    <a:pt x="1091508" y="1661965"/>
                  </a:lnTo>
                  <a:lnTo>
                    <a:pt x="1092349" y="1659531"/>
                  </a:lnTo>
                  <a:lnTo>
                    <a:pt x="1093190" y="1657195"/>
                  </a:lnTo>
                  <a:lnTo>
                    <a:pt x="1094031" y="1655533"/>
                  </a:lnTo>
                  <a:lnTo>
                    <a:pt x="1094873" y="1654395"/>
                  </a:lnTo>
                  <a:lnTo>
                    <a:pt x="1095714" y="1654129"/>
                  </a:lnTo>
                  <a:lnTo>
                    <a:pt x="1096555" y="1650332"/>
                  </a:lnTo>
                  <a:lnTo>
                    <a:pt x="1097396" y="1646393"/>
                  </a:lnTo>
                  <a:lnTo>
                    <a:pt x="1098237" y="1641359"/>
                  </a:lnTo>
                  <a:lnTo>
                    <a:pt x="1099079" y="1634887"/>
                  </a:lnTo>
                  <a:lnTo>
                    <a:pt x="1099920" y="1627891"/>
                  </a:lnTo>
                  <a:lnTo>
                    <a:pt x="1100761" y="1621284"/>
                  </a:lnTo>
                  <a:lnTo>
                    <a:pt x="1101602" y="1614826"/>
                  </a:lnTo>
                  <a:lnTo>
                    <a:pt x="1102443" y="1608580"/>
                  </a:lnTo>
                  <a:lnTo>
                    <a:pt x="1103285" y="1601472"/>
                  </a:lnTo>
                  <a:lnTo>
                    <a:pt x="1104126" y="1597165"/>
                  </a:lnTo>
                  <a:lnTo>
                    <a:pt x="1104967" y="1592129"/>
                  </a:lnTo>
                  <a:lnTo>
                    <a:pt x="1105808" y="1585531"/>
                  </a:lnTo>
                  <a:lnTo>
                    <a:pt x="1106649" y="1579970"/>
                  </a:lnTo>
                  <a:lnTo>
                    <a:pt x="1107491" y="1574144"/>
                  </a:lnTo>
                  <a:lnTo>
                    <a:pt x="1108332" y="1568507"/>
                  </a:lnTo>
                  <a:lnTo>
                    <a:pt x="1109173" y="1563924"/>
                  </a:lnTo>
                  <a:lnTo>
                    <a:pt x="1110014" y="1560312"/>
                  </a:lnTo>
                  <a:lnTo>
                    <a:pt x="1110856" y="1557196"/>
                  </a:lnTo>
                  <a:lnTo>
                    <a:pt x="1111697" y="1555245"/>
                  </a:lnTo>
                  <a:lnTo>
                    <a:pt x="1112538" y="1553969"/>
                  </a:lnTo>
                  <a:lnTo>
                    <a:pt x="1113379" y="1553122"/>
                  </a:lnTo>
                  <a:lnTo>
                    <a:pt x="1114220" y="1552576"/>
                  </a:lnTo>
                  <a:lnTo>
                    <a:pt x="1115062" y="1552198"/>
                  </a:lnTo>
                  <a:lnTo>
                    <a:pt x="1115903" y="1552722"/>
                  </a:lnTo>
                  <a:lnTo>
                    <a:pt x="1116744" y="1552868"/>
                  </a:lnTo>
                  <a:lnTo>
                    <a:pt x="1117585" y="1553752"/>
                  </a:lnTo>
                  <a:lnTo>
                    <a:pt x="1118426" y="1555604"/>
                  </a:lnTo>
                  <a:lnTo>
                    <a:pt x="1119268" y="1557275"/>
                  </a:lnTo>
                  <a:lnTo>
                    <a:pt x="1120109" y="1559362"/>
                  </a:lnTo>
                  <a:lnTo>
                    <a:pt x="1120950" y="1561822"/>
                  </a:lnTo>
                  <a:lnTo>
                    <a:pt x="1121791" y="1563755"/>
                  </a:lnTo>
                  <a:lnTo>
                    <a:pt x="1122632" y="1564755"/>
                  </a:lnTo>
                  <a:lnTo>
                    <a:pt x="1123474" y="1565335"/>
                  </a:lnTo>
                  <a:lnTo>
                    <a:pt x="1124315" y="1565910"/>
                  </a:lnTo>
                  <a:lnTo>
                    <a:pt x="1125156" y="1566520"/>
                  </a:lnTo>
                  <a:lnTo>
                    <a:pt x="1125997" y="1566308"/>
                  </a:lnTo>
                  <a:lnTo>
                    <a:pt x="1126838" y="1564323"/>
                  </a:lnTo>
                  <a:lnTo>
                    <a:pt x="1127680" y="1559913"/>
                  </a:lnTo>
                  <a:lnTo>
                    <a:pt x="1128521" y="1556023"/>
                  </a:lnTo>
                  <a:lnTo>
                    <a:pt x="1129362" y="1552066"/>
                  </a:lnTo>
                  <a:lnTo>
                    <a:pt x="1130203" y="1548262"/>
                  </a:lnTo>
                  <a:lnTo>
                    <a:pt x="1131044" y="1543974"/>
                  </a:lnTo>
                  <a:lnTo>
                    <a:pt x="1131886" y="1540044"/>
                  </a:lnTo>
                  <a:lnTo>
                    <a:pt x="1132727" y="1535809"/>
                  </a:lnTo>
                  <a:lnTo>
                    <a:pt x="1133568" y="1531808"/>
                  </a:lnTo>
                  <a:lnTo>
                    <a:pt x="1134409" y="1529491"/>
                  </a:lnTo>
                  <a:lnTo>
                    <a:pt x="1135250" y="1526839"/>
                  </a:lnTo>
                  <a:lnTo>
                    <a:pt x="1136092" y="1526293"/>
                  </a:lnTo>
                  <a:lnTo>
                    <a:pt x="1136933" y="1524342"/>
                  </a:lnTo>
                  <a:lnTo>
                    <a:pt x="1137774" y="1524525"/>
                  </a:lnTo>
                  <a:lnTo>
                    <a:pt x="1138615" y="1523556"/>
                  </a:lnTo>
                  <a:lnTo>
                    <a:pt x="1139456" y="1523284"/>
                  </a:lnTo>
                  <a:lnTo>
                    <a:pt x="1140298" y="1523053"/>
                  </a:lnTo>
                  <a:lnTo>
                    <a:pt x="1141139" y="1522468"/>
                  </a:lnTo>
                  <a:lnTo>
                    <a:pt x="1141980" y="1521813"/>
                  </a:lnTo>
                  <a:lnTo>
                    <a:pt x="1142821" y="1520870"/>
                  </a:lnTo>
                  <a:lnTo>
                    <a:pt x="1143662" y="1519454"/>
                  </a:lnTo>
                  <a:lnTo>
                    <a:pt x="1144504" y="1517551"/>
                  </a:lnTo>
                  <a:lnTo>
                    <a:pt x="1145345" y="1514681"/>
                  </a:lnTo>
                  <a:lnTo>
                    <a:pt x="1146186" y="1512475"/>
                  </a:lnTo>
                  <a:lnTo>
                    <a:pt x="1147027" y="1509336"/>
                  </a:lnTo>
                  <a:lnTo>
                    <a:pt x="1147868" y="1506812"/>
                  </a:lnTo>
                  <a:lnTo>
                    <a:pt x="1148710" y="1504445"/>
                  </a:lnTo>
                  <a:lnTo>
                    <a:pt x="1149551" y="1502532"/>
                  </a:lnTo>
                  <a:lnTo>
                    <a:pt x="1150392" y="1500892"/>
                  </a:lnTo>
                  <a:lnTo>
                    <a:pt x="1151233" y="1498672"/>
                  </a:lnTo>
                  <a:lnTo>
                    <a:pt x="1152074" y="1496619"/>
                  </a:lnTo>
                  <a:lnTo>
                    <a:pt x="1152916" y="1494618"/>
                  </a:lnTo>
                  <a:lnTo>
                    <a:pt x="1153757" y="1491965"/>
                  </a:lnTo>
                  <a:lnTo>
                    <a:pt x="1154598" y="1489217"/>
                  </a:lnTo>
                  <a:lnTo>
                    <a:pt x="1155439" y="1484904"/>
                  </a:lnTo>
                  <a:lnTo>
                    <a:pt x="1156280" y="1477897"/>
                  </a:lnTo>
                  <a:lnTo>
                    <a:pt x="1157122" y="1470201"/>
                  </a:lnTo>
                  <a:lnTo>
                    <a:pt x="1157963" y="1462124"/>
                  </a:lnTo>
                  <a:lnTo>
                    <a:pt x="1158804" y="1453647"/>
                  </a:lnTo>
                  <a:lnTo>
                    <a:pt x="1159645" y="1444286"/>
                  </a:lnTo>
                  <a:lnTo>
                    <a:pt x="1160486" y="1432838"/>
                  </a:lnTo>
                  <a:lnTo>
                    <a:pt x="1161328" y="1419626"/>
                  </a:lnTo>
                  <a:lnTo>
                    <a:pt x="1162169" y="1400358"/>
                  </a:lnTo>
                  <a:lnTo>
                    <a:pt x="1163010" y="1382067"/>
                  </a:lnTo>
                  <a:lnTo>
                    <a:pt x="1163851" y="1363965"/>
                  </a:lnTo>
                  <a:lnTo>
                    <a:pt x="1164692" y="1345217"/>
                  </a:lnTo>
                  <a:lnTo>
                    <a:pt x="1165534" y="1331441"/>
                  </a:lnTo>
                  <a:lnTo>
                    <a:pt x="1166375" y="1320617"/>
                  </a:lnTo>
                  <a:lnTo>
                    <a:pt x="1167216" y="1308792"/>
                  </a:lnTo>
                  <a:lnTo>
                    <a:pt x="1168057" y="1298832"/>
                  </a:lnTo>
                  <a:lnTo>
                    <a:pt x="1168898" y="1290589"/>
                  </a:lnTo>
                  <a:lnTo>
                    <a:pt x="1169740" y="1284210"/>
                  </a:lnTo>
                  <a:lnTo>
                    <a:pt x="1170581" y="1279273"/>
                  </a:lnTo>
                  <a:lnTo>
                    <a:pt x="1171422" y="1275436"/>
                  </a:lnTo>
                  <a:lnTo>
                    <a:pt x="1172263" y="1271359"/>
                  </a:lnTo>
                  <a:lnTo>
                    <a:pt x="1173104" y="1267688"/>
                  </a:lnTo>
                  <a:lnTo>
                    <a:pt x="1173946" y="1264369"/>
                  </a:lnTo>
                  <a:lnTo>
                    <a:pt x="1174787" y="1260897"/>
                  </a:lnTo>
                  <a:lnTo>
                    <a:pt x="1175628" y="1258054"/>
                  </a:lnTo>
                  <a:lnTo>
                    <a:pt x="1176469" y="1255035"/>
                  </a:lnTo>
                  <a:lnTo>
                    <a:pt x="1177310" y="1252081"/>
                  </a:lnTo>
                  <a:lnTo>
                    <a:pt x="1178152" y="1249301"/>
                  </a:lnTo>
                  <a:lnTo>
                    <a:pt x="1178993" y="1246568"/>
                  </a:lnTo>
                  <a:lnTo>
                    <a:pt x="1179834" y="1244249"/>
                  </a:lnTo>
                  <a:lnTo>
                    <a:pt x="1180675" y="1242051"/>
                  </a:lnTo>
                  <a:lnTo>
                    <a:pt x="1181517" y="1238798"/>
                  </a:lnTo>
                  <a:lnTo>
                    <a:pt x="1182358" y="1234266"/>
                  </a:lnTo>
                  <a:lnTo>
                    <a:pt x="1183199" y="1229434"/>
                  </a:lnTo>
                  <a:lnTo>
                    <a:pt x="1184040" y="1224552"/>
                  </a:lnTo>
                  <a:lnTo>
                    <a:pt x="1184881" y="1219573"/>
                  </a:lnTo>
                  <a:lnTo>
                    <a:pt x="1185723" y="1213417"/>
                  </a:lnTo>
                  <a:lnTo>
                    <a:pt x="1186564" y="1207122"/>
                  </a:lnTo>
                  <a:lnTo>
                    <a:pt x="1187405" y="1201462"/>
                  </a:lnTo>
                  <a:lnTo>
                    <a:pt x="1188246" y="1195958"/>
                  </a:lnTo>
                  <a:lnTo>
                    <a:pt x="1189087" y="1190754"/>
                  </a:lnTo>
                  <a:lnTo>
                    <a:pt x="1189929" y="1185829"/>
                  </a:lnTo>
                  <a:lnTo>
                    <a:pt x="1190770" y="1180424"/>
                  </a:lnTo>
                  <a:lnTo>
                    <a:pt x="1191611" y="1175389"/>
                  </a:lnTo>
                  <a:lnTo>
                    <a:pt x="1192452" y="1169313"/>
                  </a:lnTo>
                  <a:lnTo>
                    <a:pt x="1193293" y="1163095"/>
                  </a:lnTo>
                  <a:lnTo>
                    <a:pt x="1194135" y="1157159"/>
                  </a:lnTo>
                  <a:lnTo>
                    <a:pt x="1194976" y="1151286"/>
                  </a:lnTo>
                  <a:lnTo>
                    <a:pt x="1195817" y="1143919"/>
                  </a:lnTo>
                  <a:lnTo>
                    <a:pt x="1196658" y="1136658"/>
                  </a:lnTo>
                  <a:lnTo>
                    <a:pt x="1197499" y="1128425"/>
                  </a:lnTo>
                  <a:lnTo>
                    <a:pt x="1198341" y="1120729"/>
                  </a:lnTo>
                  <a:lnTo>
                    <a:pt x="1199182" y="1113056"/>
                  </a:lnTo>
                  <a:lnTo>
                    <a:pt x="1200023" y="1105191"/>
                  </a:lnTo>
                  <a:lnTo>
                    <a:pt x="1200864" y="1097467"/>
                  </a:lnTo>
                  <a:lnTo>
                    <a:pt x="1201705" y="1089540"/>
                  </a:lnTo>
                  <a:lnTo>
                    <a:pt x="1202547" y="1079224"/>
                  </a:lnTo>
                  <a:lnTo>
                    <a:pt x="1203388" y="1068772"/>
                  </a:lnTo>
                  <a:lnTo>
                    <a:pt x="1204229" y="1057666"/>
                  </a:lnTo>
                  <a:lnTo>
                    <a:pt x="1205070" y="1045414"/>
                  </a:lnTo>
                  <a:lnTo>
                    <a:pt x="1205911" y="1033092"/>
                  </a:lnTo>
                  <a:lnTo>
                    <a:pt x="1206753" y="1020278"/>
                  </a:lnTo>
                  <a:lnTo>
                    <a:pt x="1207594" y="1008124"/>
                  </a:lnTo>
                  <a:lnTo>
                    <a:pt x="1208435" y="997595"/>
                  </a:lnTo>
                  <a:lnTo>
                    <a:pt x="1209276" y="987629"/>
                  </a:lnTo>
                  <a:lnTo>
                    <a:pt x="1210117" y="977693"/>
                  </a:lnTo>
                  <a:lnTo>
                    <a:pt x="1210959" y="968213"/>
                  </a:lnTo>
                  <a:lnTo>
                    <a:pt x="1211800" y="958984"/>
                  </a:lnTo>
                  <a:lnTo>
                    <a:pt x="1212641" y="949488"/>
                  </a:lnTo>
                  <a:lnTo>
                    <a:pt x="1213482" y="939423"/>
                  </a:lnTo>
                  <a:lnTo>
                    <a:pt x="1214323" y="930247"/>
                  </a:lnTo>
                  <a:lnTo>
                    <a:pt x="1215165" y="921139"/>
                  </a:lnTo>
                  <a:lnTo>
                    <a:pt x="1216006" y="912069"/>
                  </a:lnTo>
                  <a:lnTo>
                    <a:pt x="1216847" y="902851"/>
                  </a:lnTo>
                  <a:lnTo>
                    <a:pt x="1217688" y="895050"/>
                  </a:lnTo>
                  <a:lnTo>
                    <a:pt x="1218529" y="887453"/>
                  </a:lnTo>
                  <a:lnTo>
                    <a:pt x="1219371" y="880757"/>
                  </a:lnTo>
                  <a:lnTo>
                    <a:pt x="1220212" y="872605"/>
                  </a:lnTo>
                  <a:lnTo>
                    <a:pt x="1221053" y="864039"/>
                  </a:lnTo>
                  <a:lnTo>
                    <a:pt x="1221894" y="855651"/>
                  </a:lnTo>
                  <a:lnTo>
                    <a:pt x="1222735" y="845834"/>
                  </a:lnTo>
                  <a:lnTo>
                    <a:pt x="1223577" y="835996"/>
                  </a:lnTo>
                  <a:lnTo>
                    <a:pt x="1224418" y="827334"/>
                  </a:lnTo>
                  <a:lnTo>
                    <a:pt x="1225259" y="819378"/>
                  </a:lnTo>
                  <a:lnTo>
                    <a:pt x="1226100" y="812394"/>
                  </a:lnTo>
                  <a:lnTo>
                    <a:pt x="1226941" y="806032"/>
                  </a:lnTo>
                  <a:lnTo>
                    <a:pt x="1227783" y="800834"/>
                  </a:lnTo>
                  <a:lnTo>
                    <a:pt x="1228624" y="796341"/>
                  </a:lnTo>
                  <a:lnTo>
                    <a:pt x="1229465" y="791840"/>
                  </a:lnTo>
                  <a:lnTo>
                    <a:pt x="1230306" y="788232"/>
                  </a:lnTo>
                  <a:lnTo>
                    <a:pt x="1231147" y="786247"/>
                  </a:lnTo>
                  <a:lnTo>
                    <a:pt x="1231989" y="785490"/>
                  </a:lnTo>
                  <a:lnTo>
                    <a:pt x="1232830" y="786461"/>
                  </a:lnTo>
                  <a:lnTo>
                    <a:pt x="1233671" y="787291"/>
                  </a:lnTo>
                  <a:lnTo>
                    <a:pt x="1234512" y="788040"/>
                  </a:lnTo>
                  <a:lnTo>
                    <a:pt x="1235353" y="790792"/>
                  </a:lnTo>
                  <a:lnTo>
                    <a:pt x="1236195" y="794752"/>
                  </a:lnTo>
                  <a:lnTo>
                    <a:pt x="1237036" y="798629"/>
                  </a:lnTo>
                  <a:lnTo>
                    <a:pt x="1237877" y="802972"/>
                  </a:lnTo>
                  <a:lnTo>
                    <a:pt x="1238718" y="806907"/>
                  </a:lnTo>
                  <a:lnTo>
                    <a:pt x="1239559" y="810228"/>
                  </a:lnTo>
                  <a:lnTo>
                    <a:pt x="1240401" y="812839"/>
                  </a:lnTo>
                  <a:lnTo>
                    <a:pt x="1241242" y="815099"/>
                  </a:lnTo>
                  <a:lnTo>
                    <a:pt x="1242083" y="819012"/>
                  </a:lnTo>
                  <a:lnTo>
                    <a:pt x="1242924" y="824546"/>
                  </a:lnTo>
                  <a:lnTo>
                    <a:pt x="1243765" y="833250"/>
                  </a:lnTo>
                  <a:lnTo>
                    <a:pt x="1244607" y="841254"/>
                  </a:lnTo>
                  <a:lnTo>
                    <a:pt x="1245448" y="848456"/>
                  </a:lnTo>
                  <a:lnTo>
                    <a:pt x="1246289" y="859836"/>
                  </a:lnTo>
                  <a:lnTo>
                    <a:pt x="1247130" y="872325"/>
                  </a:lnTo>
                  <a:lnTo>
                    <a:pt x="1247971" y="880963"/>
                  </a:lnTo>
                  <a:lnTo>
                    <a:pt x="1248813" y="889207"/>
                  </a:lnTo>
                  <a:lnTo>
                    <a:pt x="1249654" y="893051"/>
                  </a:lnTo>
                  <a:lnTo>
                    <a:pt x="1250495" y="895427"/>
                  </a:lnTo>
                  <a:lnTo>
                    <a:pt x="1251336" y="897508"/>
                  </a:lnTo>
                  <a:lnTo>
                    <a:pt x="1252178" y="898398"/>
                  </a:lnTo>
                  <a:lnTo>
                    <a:pt x="1253019" y="899050"/>
                  </a:lnTo>
                  <a:lnTo>
                    <a:pt x="1253860" y="899522"/>
                  </a:lnTo>
                  <a:lnTo>
                    <a:pt x="1254701" y="899221"/>
                  </a:lnTo>
                  <a:lnTo>
                    <a:pt x="1255542" y="898423"/>
                  </a:lnTo>
                  <a:lnTo>
                    <a:pt x="1256384" y="897861"/>
                  </a:lnTo>
                  <a:lnTo>
                    <a:pt x="1257225" y="897309"/>
                  </a:lnTo>
                  <a:lnTo>
                    <a:pt x="1258066" y="896202"/>
                  </a:lnTo>
                  <a:lnTo>
                    <a:pt x="1258907" y="894494"/>
                  </a:lnTo>
                  <a:lnTo>
                    <a:pt x="1259748" y="891805"/>
                  </a:lnTo>
                  <a:lnTo>
                    <a:pt x="1260590" y="888158"/>
                  </a:lnTo>
                  <a:lnTo>
                    <a:pt x="1261431" y="883451"/>
                  </a:lnTo>
                  <a:lnTo>
                    <a:pt x="1262272" y="876171"/>
                  </a:lnTo>
                  <a:lnTo>
                    <a:pt x="1263113" y="869183"/>
                  </a:lnTo>
                  <a:lnTo>
                    <a:pt x="1263954" y="858449"/>
                  </a:lnTo>
                  <a:lnTo>
                    <a:pt x="1264796" y="851900"/>
                  </a:lnTo>
                  <a:lnTo>
                    <a:pt x="1265637" y="846826"/>
                  </a:lnTo>
                  <a:lnTo>
                    <a:pt x="1266478" y="842500"/>
                  </a:lnTo>
                  <a:lnTo>
                    <a:pt x="1267319" y="840492"/>
                  </a:lnTo>
                  <a:lnTo>
                    <a:pt x="1268160" y="840605"/>
                  </a:lnTo>
                  <a:lnTo>
                    <a:pt x="1269002" y="840446"/>
                  </a:lnTo>
                  <a:lnTo>
                    <a:pt x="1269843" y="840300"/>
                  </a:lnTo>
                  <a:lnTo>
                    <a:pt x="1270684" y="842236"/>
                  </a:lnTo>
                  <a:lnTo>
                    <a:pt x="1271525" y="844973"/>
                  </a:lnTo>
                  <a:lnTo>
                    <a:pt x="1272366" y="845543"/>
                  </a:lnTo>
                  <a:lnTo>
                    <a:pt x="1273208" y="846783"/>
                  </a:lnTo>
                  <a:lnTo>
                    <a:pt x="1274049" y="849546"/>
                  </a:lnTo>
                  <a:lnTo>
                    <a:pt x="1274890" y="852269"/>
                  </a:lnTo>
                  <a:lnTo>
                    <a:pt x="1275731" y="855559"/>
                  </a:lnTo>
                  <a:lnTo>
                    <a:pt x="1276572" y="859088"/>
                  </a:lnTo>
                  <a:lnTo>
                    <a:pt x="1277414" y="862242"/>
                  </a:lnTo>
                  <a:lnTo>
                    <a:pt x="1278255" y="864214"/>
                  </a:lnTo>
                  <a:lnTo>
                    <a:pt x="1279096" y="865119"/>
                  </a:lnTo>
                  <a:lnTo>
                    <a:pt x="1279937" y="864362"/>
                  </a:lnTo>
                  <a:lnTo>
                    <a:pt x="1280778" y="862631"/>
                  </a:lnTo>
                  <a:lnTo>
                    <a:pt x="1281620" y="859691"/>
                  </a:lnTo>
                  <a:lnTo>
                    <a:pt x="1282461" y="855808"/>
                  </a:lnTo>
                  <a:lnTo>
                    <a:pt x="1283302" y="853323"/>
                  </a:lnTo>
                  <a:lnTo>
                    <a:pt x="1284143" y="850024"/>
                  </a:lnTo>
                  <a:lnTo>
                    <a:pt x="1284984" y="846147"/>
                  </a:lnTo>
                  <a:lnTo>
                    <a:pt x="1285826" y="841335"/>
                  </a:lnTo>
                  <a:lnTo>
                    <a:pt x="1286667" y="837878"/>
                  </a:lnTo>
                  <a:lnTo>
                    <a:pt x="1287508" y="834561"/>
                  </a:lnTo>
                  <a:lnTo>
                    <a:pt x="1288349" y="831385"/>
                  </a:lnTo>
                  <a:lnTo>
                    <a:pt x="1289190" y="827787"/>
                  </a:lnTo>
                  <a:lnTo>
                    <a:pt x="1290032" y="824553"/>
                  </a:lnTo>
                  <a:lnTo>
                    <a:pt x="1290873" y="822413"/>
                  </a:lnTo>
                  <a:lnTo>
                    <a:pt x="1291714" y="819746"/>
                  </a:lnTo>
                  <a:lnTo>
                    <a:pt x="1292555" y="817519"/>
                  </a:lnTo>
                  <a:lnTo>
                    <a:pt x="1293396" y="815641"/>
                  </a:lnTo>
                  <a:lnTo>
                    <a:pt x="1294238" y="814871"/>
                  </a:lnTo>
                  <a:lnTo>
                    <a:pt x="1295079" y="816195"/>
                  </a:lnTo>
                  <a:lnTo>
                    <a:pt x="1295920" y="819827"/>
                  </a:lnTo>
                  <a:lnTo>
                    <a:pt x="1296761" y="823311"/>
                  </a:lnTo>
                  <a:lnTo>
                    <a:pt x="1297602" y="826771"/>
                  </a:lnTo>
                  <a:lnTo>
                    <a:pt x="1298444" y="830047"/>
                  </a:lnTo>
                  <a:lnTo>
                    <a:pt x="1299285" y="833499"/>
                  </a:lnTo>
                  <a:lnTo>
                    <a:pt x="1300126" y="836587"/>
                  </a:lnTo>
                  <a:lnTo>
                    <a:pt x="1300967" y="840852"/>
                  </a:lnTo>
                  <a:lnTo>
                    <a:pt x="1301808" y="844700"/>
                  </a:lnTo>
                  <a:lnTo>
                    <a:pt x="1302650" y="848266"/>
                  </a:lnTo>
                  <a:lnTo>
                    <a:pt x="1303491" y="852946"/>
                  </a:lnTo>
                  <a:lnTo>
                    <a:pt x="1304332" y="856472"/>
                  </a:lnTo>
                  <a:lnTo>
                    <a:pt x="1305173" y="861232"/>
                  </a:lnTo>
                  <a:lnTo>
                    <a:pt x="1306014" y="864441"/>
                  </a:lnTo>
                  <a:lnTo>
                    <a:pt x="1306856" y="868337"/>
                  </a:lnTo>
                  <a:lnTo>
                    <a:pt x="1307697" y="871219"/>
                  </a:lnTo>
                  <a:lnTo>
                    <a:pt x="1308538" y="873549"/>
                  </a:lnTo>
                  <a:lnTo>
                    <a:pt x="1309379" y="875904"/>
                  </a:lnTo>
                  <a:lnTo>
                    <a:pt x="1310220" y="878363"/>
                  </a:lnTo>
                  <a:lnTo>
                    <a:pt x="1311062" y="880742"/>
                  </a:lnTo>
                  <a:lnTo>
                    <a:pt x="1311903" y="883817"/>
                  </a:lnTo>
                  <a:lnTo>
                    <a:pt x="1312744" y="887994"/>
                  </a:lnTo>
                  <a:lnTo>
                    <a:pt x="1313585" y="892327"/>
                  </a:lnTo>
                  <a:lnTo>
                    <a:pt x="1314426" y="896688"/>
                  </a:lnTo>
                  <a:lnTo>
                    <a:pt x="1315268" y="902111"/>
                  </a:lnTo>
                  <a:lnTo>
                    <a:pt x="1316109" y="907640"/>
                  </a:lnTo>
                  <a:lnTo>
                    <a:pt x="1316950" y="913777"/>
                  </a:lnTo>
                  <a:lnTo>
                    <a:pt x="1317791" y="920152"/>
                  </a:lnTo>
                  <a:lnTo>
                    <a:pt x="1318632" y="926858"/>
                  </a:lnTo>
                  <a:lnTo>
                    <a:pt x="1319474" y="934353"/>
                  </a:lnTo>
                  <a:lnTo>
                    <a:pt x="1320315" y="941836"/>
                  </a:lnTo>
                  <a:lnTo>
                    <a:pt x="1321156" y="949601"/>
                  </a:lnTo>
                  <a:lnTo>
                    <a:pt x="1321997" y="958479"/>
                  </a:lnTo>
                  <a:lnTo>
                    <a:pt x="1322839" y="967240"/>
                  </a:lnTo>
                  <a:lnTo>
                    <a:pt x="1323680" y="977680"/>
                  </a:lnTo>
                  <a:lnTo>
                    <a:pt x="1324521" y="990541"/>
                  </a:lnTo>
                  <a:lnTo>
                    <a:pt x="1325362" y="1003680"/>
                  </a:lnTo>
                  <a:lnTo>
                    <a:pt x="1326203" y="1017633"/>
                  </a:lnTo>
                  <a:lnTo>
                    <a:pt x="1327045" y="1032549"/>
                  </a:lnTo>
                  <a:lnTo>
                    <a:pt x="1327886" y="1047390"/>
                  </a:lnTo>
                  <a:lnTo>
                    <a:pt x="1328727" y="1063252"/>
                  </a:lnTo>
                  <a:lnTo>
                    <a:pt x="1329568" y="1079567"/>
                  </a:lnTo>
                  <a:lnTo>
                    <a:pt x="1330409" y="1100297"/>
                  </a:lnTo>
                  <a:lnTo>
                    <a:pt x="1331251" y="1119576"/>
                  </a:lnTo>
                  <a:lnTo>
                    <a:pt x="1332092" y="1136888"/>
                  </a:lnTo>
                  <a:lnTo>
                    <a:pt x="1332933" y="1154785"/>
                  </a:lnTo>
                  <a:lnTo>
                    <a:pt x="1333774" y="1166375"/>
                  </a:lnTo>
                  <a:lnTo>
                    <a:pt x="1334615" y="1173705"/>
                  </a:lnTo>
                  <a:lnTo>
                    <a:pt x="1335457" y="1181298"/>
                  </a:lnTo>
                  <a:lnTo>
                    <a:pt x="1336298" y="1187198"/>
                  </a:lnTo>
                  <a:lnTo>
                    <a:pt x="1337139" y="1191638"/>
                  </a:lnTo>
                  <a:lnTo>
                    <a:pt x="1337980" y="1194180"/>
                  </a:lnTo>
                  <a:lnTo>
                    <a:pt x="1338821" y="1195416"/>
                  </a:lnTo>
                  <a:lnTo>
                    <a:pt x="1339663" y="1195266"/>
                  </a:lnTo>
                  <a:lnTo>
                    <a:pt x="1340504" y="1195637"/>
                  </a:lnTo>
                  <a:lnTo>
                    <a:pt x="1341345" y="1194855"/>
                  </a:lnTo>
                  <a:lnTo>
                    <a:pt x="1342186" y="1192783"/>
                  </a:lnTo>
                  <a:lnTo>
                    <a:pt x="1343027" y="1189977"/>
                  </a:lnTo>
                  <a:lnTo>
                    <a:pt x="1343869" y="1185997"/>
                  </a:lnTo>
                  <a:lnTo>
                    <a:pt x="1344710" y="1181876"/>
                  </a:lnTo>
                  <a:lnTo>
                    <a:pt x="1345551" y="1177657"/>
                  </a:lnTo>
                  <a:lnTo>
                    <a:pt x="1346392" y="1172090"/>
                  </a:lnTo>
                  <a:lnTo>
                    <a:pt x="1347233" y="1166313"/>
                  </a:lnTo>
                  <a:lnTo>
                    <a:pt x="1348075" y="1159410"/>
                  </a:lnTo>
                  <a:lnTo>
                    <a:pt x="1348916" y="1150951"/>
                  </a:lnTo>
                  <a:lnTo>
                    <a:pt x="1349757" y="1144836"/>
                  </a:lnTo>
                  <a:lnTo>
                    <a:pt x="1350598" y="1138438"/>
                  </a:lnTo>
                  <a:lnTo>
                    <a:pt x="1351439" y="1131140"/>
                  </a:lnTo>
                  <a:lnTo>
                    <a:pt x="1352281" y="1123101"/>
                  </a:lnTo>
                  <a:lnTo>
                    <a:pt x="1353122" y="1115010"/>
                  </a:lnTo>
                  <a:lnTo>
                    <a:pt x="1353963" y="1109789"/>
                  </a:lnTo>
                  <a:lnTo>
                    <a:pt x="1354804" y="1104342"/>
                  </a:lnTo>
                  <a:lnTo>
                    <a:pt x="1355645" y="1099631"/>
                  </a:lnTo>
                  <a:lnTo>
                    <a:pt x="1356487" y="1095564"/>
                  </a:lnTo>
                  <a:lnTo>
                    <a:pt x="1357328" y="1090736"/>
                  </a:lnTo>
                  <a:lnTo>
                    <a:pt x="1358169" y="1086389"/>
                  </a:lnTo>
                  <a:lnTo>
                    <a:pt x="1359010" y="1082505"/>
                  </a:lnTo>
                  <a:lnTo>
                    <a:pt x="1359851" y="1078116"/>
                  </a:lnTo>
                  <a:lnTo>
                    <a:pt x="1360693" y="1073973"/>
                  </a:lnTo>
                  <a:lnTo>
                    <a:pt x="1361534" y="1069258"/>
                  </a:lnTo>
                  <a:lnTo>
                    <a:pt x="1362375" y="1063078"/>
                  </a:lnTo>
                  <a:lnTo>
                    <a:pt x="1363216" y="1057780"/>
                  </a:lnTo>
                  <a:lnTo>
                    <a:pt x="1364057" y="1053647"/>
                  </a:lnTo>
                  <a:lnTo>
                    <a:pt x="1364899" y="1047831"/>
                  </a:lnTo>
                  <a:lnTo>
                    <a:pt x="1365740" y="1044071"/>
                  </a:lnTo>
                  <a:lnTo>
                    <a:pt x="1366581" y="1038596"/>
                  </a:lnTo>
                  <a:lnTo>
                    <a:pt x="1367422" y="1032285"/>
                  </a:lnTo>
                  <a:lnTo>
                    <a:pt x="1368263" y="1026197"/>
                  </a:lnTo>
                  <a:lnTo>
                    <a:pt x="1369105" y="1018711"/>
                  </a:lnTo>
                  <a:lnTo>
                    <a:pt x="1369946" y="1011894"/>
                  </a:lnTo>
                  <a:lnTo>
                    <a:pt x="1370787" y="1007393"/>
                  </a:lnTo>
                  <a:lnTo>
                    <a:pt x="1371628" y="1003082"/>
                  </a:lnTo>
                  <a:lnTo>
                    <a:pt x="1372469" y="1000851"/>
                  </a:lnTo>
                  <a:lnTo>
                    <a:pt x="1373311" y="1001406"/>
                  </a:lnTo>
                  <a:lnTo>
                    <a:pt x="1374152" y="1005015"/>
                  </a:lnTo>
                  <a:lnTo>
                    <a:pt x="1374993" y="1009281"/>
                  </a:lnTo>
                  <a:lnTo>
                    <a:pt x="1375834" y="1013225"/>
                  </a:lnTo>
                  <a:lnTo>
                    <a:pt x="1376675" y="1016725"/>
                  </a:lnTo>
                  <a:lnTo>
                    <a:pt x="1377517" y="1019878"/>
                  </a:lnTo>
                  <a:lnTo>
                    <a:pt x="1378358" y="1023800"/>
                  </a:lnTo>
                  <a:lnTo>
                    <a:pt x="1379199" y="1027543"/>
                  </a:lnTo>
                  <a:lnTo>
                    <a:pt x="1380040" y="1030970"/>
                  </a:lnTo>
                  <a:lnTo>
                    <a:pt x="1380881" y="1034528"/>
                  </a:lnTo>
                  <a:lnTo>
                    <a:pt x="1381723" y="1039859"/>
                  </a:lnTo>
                  <a:lnTo>
                    <a:pt x="1382564" y="1045448"/>
                  </a:lnTo>
                  <a:lnTo>
                    <a:pt x="1383405" y="1051834"/>
                  </a:lnTo>
                  <a:lnTo>
                    <a:pt x="1384246" y="1058782"/>
                  </a:lnTo>
                  <a:lnTo>
                    <a:pt x="1385087" y="1064641"/>
                  </a:lnTo>
                  <a:lnTo>
                    <a:pt x="1385929" y="1068631"/>
                  </a:lnTo>
                  <a:lnTo>
                    <a:pt x="1386770" y="1072207"/>
                  </a:lnTo>
                  <a:lnTo>
                    <a:pt x="1387611" y="1075065"/>
                  </a:lnTo>
                  <a:lnTo>
                    <a:pt x="1388452" y="1079264"/>
                  </a:lnTo>
                  <a:lnTo>
                    <a:pt x="1389293" y="1084413"/>
                  </a:lnTo>
                  <a:lnTo>
                    <a:pt x="1390135" y="1089677"/>
                  </a:lnTo>
                  <a:lnTo>
                    <a:pt x="1390976" y="1095235"/>
                  </a:lnTo>
                  <a:lnTo>
                    <a:pt x="1391817" y="1101520"/>
                  </a:lnTo>
                  <a:lnTo>
                    <a:pt x="1392658" y="1105351"/>
                  </a:lnTo>
                  <a:lnTo>
                    <a:pt x="1393500" y="1109275"/>
                  </a:lnTo>
                  <a:lnTo>
                    <a:pt x="1394341" y="1111457"/>
                  </a:lnTo>
                  <a:lnTo>
                    <a:pt x="1395182" y="1110267"/>
                  </a:lnTo>
                  <a:lnTo>
                    <a:pt x="1396023" y="1109055"/>
                  </a:lnTo>
                  <a:lnTo>
                    <a:pt x="1396864" y="1106323"/>
                  </a:lnTo>
                  <a:lnTo>
                    <a:pt x="1397706" y="1103610"/>
                  </a:lnTo>
                  <a:lnTo>
                    <a:pt x="1398547" y="1101012"/>
                  </a:lnTo>
                  <a:lnTo>
                    <a:pt x="1399388" y="1097278"/>
                  </a:lnTo>
                  <a:lnTo>
                    <a:pt x="1400229" y="1092167"/>
                  </a:lnTo>
                  <a:lnTo>
                    <a:pt x="1401070" y="1085188"/>
                  </a:lnTo>
                  <a:lnTo>
                    <a:pt x="1401912" y="1077483"/>
                  </a:lnTo>
                  <a:lnTo>
                    <a:pt x="1402753" y="1070389"/>
                  </a:lnTo>
                  <a:lnTo>
                    <a:pt x="1403594" y="1060830"/>
                  </a:lnTo>
                  <a:lnTo>
                    <a:pt x="1404435" y="1053863"/>
                  </a:lnTo>
                  <a:lnTo>
                    <a:pt x="1405276" y="1047463"/>
                  </a:lnTo>
                  <a:lnTo>
                    <a:pt x="1406118" y="1040749"/>
                  </a:lnTo>
                  <a:lnTo>
                    <a:pt x="1406959" y="1035962"/>
                  </a:lnTo>
                  <a:lnTo>
                    <a:pt x="1407800" y="1032465"/>
                  </a:lnTo>
                  <a:lnTo>
                    <a:pt x="1408641" y="1028682"/>
                  </a:lnTo>
                  <a:lnTo>
                    <a:pt x="1409482" y="1025422"/>
                  </a:lnTo>
                  <a:lnTo>
                    <a:pt x="1410324" y="1022189"/>
                  </a:lnTo>
                  <a:lnTo>
                    <a:pt x="1411165" y="1020167"/>
                  </a:lnTo>
                  <a:lnTo>
                    <a:pt x="1412006" y="1018729"/>
                  </a:lnTo>
                  <a:lnTo>
                    <a:pt x="1412847" y="1017600"/>
                  </a:lnTo>
                  <a:lnTo>
                    <a:pt x="1413688" y="1016240"/>
                  </a:lnTo>
                  <a:lnTo>
                    <a:pt x="1414530" y="1012187"/>
                  </a:lnTo>
                  <a:lnTo>
                    <a:pt x="1415371" y="1007604"/>
                  </a:lnTo>
                  <a:lnTo>
                    <a:pt x="1416212" y="1002744"/>
                  </a:lnTo>
                  <a:lnTo>
                    <a:pt x="1417053" y="997566"/>
                  </a:lnTo>
                  <a:lnTo>
                    <a:pt x="1417894" y="992478"/>
                  </a:lnTo>
                  <a:lnTo>
                    <a:pt x="1418736" y="987152"/>
                  </a:lnTo>
                  <a:lnTo>
                    <a:pt x="1419577" y="981155"/>
                  </a:lnTo>
                  <a:lnTo>
                    <a:pt x="1420418" y="975858"/>
                  </a:lnTo>
                  <a:lnTo>
                    <a:pt x="1421259" y="968918"/>
                  </a:lnTo>
                  <a:lnTo>
                    <a:pt x="1422100" y="962675"/>
                  </a:lnTo>
                  <a:lnTo>
                    <a:pt x="1422942" y="953142"/>
                  </a:lnTo>
                  <a:lnTo>
                    <a:pt x="1423783" y="939502"/>
                  </a:lnTo>
                  <a:lnTo>
                    <a:pt x="1424624" y="925844"/>
                  </a:lnTo>
                  <a:lnTo>
                    <a:pt x="1425465" y="912067"/>
                  </a:lnTo>
                  <a:lnTo>
                    <a:pt x="1426306" y="899632"/>
                  </a:lnTo>
                  <a:lnTo>
                    <a:pt x="1427148" y="889125"/>
                  </a:lnTo>
                  <a:lnTo>
                    <a:pt x="1427989" y="880675"/>
                  </a:lnTo>
                  <a:lnTo>
                    <a:pt x="1428830" y="873835"/>
                  </a:lnTo>
                  <a:lnTo>
                    <a:pt x="1429671" y="869064"/>
                  </a:lnTo>
                  <a:lnTo>
                    <a:pt x="1430512" y="867333"/>
                  </a:lnTo>
                  <a:lnTo>
                    <a:pt x="1431354" y="869206"/>
                  </a:lnTo>
                  <a:lnTo>
                    <a:pt x="1432195" y="874064"/>
                  </a:lnTo>
                  <a:lnTo>
                    <a:pt x="1433036" y="879966"/>
                  </a:lnTo>
                  <a:lnTo>
                    <a:pt x="1433877" y="886485"/>
                  </a:lnTo>
                  <a:lnTo>
                    <a:pt x="1434718" y="891991"/>
                  </a:lnTo>
                  <a:lnTo>
                    <a:pt x="1435560" y="896842"/>
                  </a:lnTo>
                  <a:lnTo>
                    <a:pt x="1436401" y="900704"/>
                  </a:lnTo>
                  <a:lnTo>
                    <a:pt x="1437242" y="904578"/>
                  </a:lnTo>
                  <a:lnTo>
                    <a:pt x="1438083" y="908226"/>
                  </a:lnTo>
                  <a:lnTo>
                    <a:pt x="1438924" y="910461"/>
                  </a:lnTo>
                  <a:lnTo>
                    <a:pt x="1439766" y="912053"/>
                  </a:lnTo>
                  <a:lnTo>
                    <a:pt x="1440607" y="913816"/>
                  </a:lnTo>
                  <a:lnTo>
                    <a:pt x="1441448" y="915286"/>
                  </a:lnTo>
                  <a:lnTo>
                    <a:pt x="1442289" y="916229"/>
                  </a:lnTo>
                  <a:lnTo>
                    <a:pt x="1443130" y="915880"/>
                  </a:lnTo>
                  <a:lnTo>
                    <a:pt x="1443972" y="914603"/>
                  </a:lnTo>
                  <a:lnTo>
                    <a:pt x="1444813" y="913553"/>
                  </a:lnTo>
                  <a:lnTo>
                    <a:pt x="1445654" y="912175"/>
                  </a:lnTo>
                  <a:lnTo>
                    <a:pt x="1446495" y="911253"/>
                  </a:lnTo>
                  <a:lnTo>
                    <a:pt x="1447336" y="911079"/>
                  </a:lnTo>
                  <a:lnTo>
                    <a:pt x="1448178" y="911486"/>
                  </a:lnTo>
                  <a:lnTo>
                    <a:pt x="1449019" y="913254"/>
                  </a:lnTo>
                  <a:lnTo>
                    <a:pt x="1449860" y="915688"/>
                  </a:lnTo>
                  <a:lnTo>
                    <a:pt x="1450701" y="920139"/>
                  </a:lnTo>
                  <a:lnTo>
                    <a:pt x="1451542" y="922952"/>
                  </a:lnTo>
                  <a:lnTo>
                    <a:pt x="1452384" y="925908"/>
                  </a:lnTo>
                  <a:lnTo>
                    <a:pt x="1453225" y="930190"/>
                  </a:lnTo>
                  <a:lnTo>
                    <a:pt x="1454066" y="935345"/>
                  </a:lnTo>
                  <a:lnTo>
                    <a:pt x="1454907" y="939390"/>
                  </a:lnTo>
                  <a:lnTo>
                    <a:pt x="1455748" y="943103"/>
                  </a:lnTo>
                  <a:lnTo>
                    <a:pt x="1456590" y="946654"/>
                  </a:lnTo>
                  <a:lnTo>
                    <a:pt x="1457431" y="950014"/>
                  </a:lnTo>
                  <a:lnTo>
                    <a:pt x="1458272" y="953374"/>
                  </a:lnTo>
                  <a:lnTo>
                    <a:pt x="1459113" y="955755"/>
                  </a:lnTo>
                  <a:lnTo>
                    <a:pt x="1459954" y="958512"/>
                  </a:lnTo>
                  <a:lnTo>
                    <a:pt x="1460796" y="960962"/>
                  </a:lnTo>
                  <a:lnTo>
                    <a:pt x="1461637" y="962651"/>
                  </a:lnTo>
                  <a:lnTo>
                    <a:pt x="1462478" y="963793"/>
                  </a:lnTo>
                  <a:lnTo>
                    <a:pt x="1463319" y="964061"/>
                  </a:lnTo>
                  <a:lnTo>
                    <a:pt x="1464160" y="964699"/>
                  </a:lnTo>
                  <a:lnTo>
                    <a:pt x="1465002" y="965128"/>
                  </a:lnTo>
                  <a:lnTo>
                    <a:pt x="1465843" y="965908"/>
                  </a:lnTo>
                  <a:lnTo>
                    <a:pt x="1466684" y="966969"/>
                  </a:lnTo>
                  <a:lnTo>
                    <a:pt x="1467525" y="968265"/>
                  </a:lnTo>
                  <a:lnTo>
                    <a:pt x="1468367" y="969696"/>
                  </a:lnTo>
                  <a:lnTo>
                    <a:pt x="1469208" y="970472"/>
                  </a:lnTo>
                  <a:lnTo>
                    <a:pt x="1470049" y="971665"/>
                  </a:lnTo>
                  <a:lnTo>
                    <a:pt x="1470890" y="971679"/>
                  </a:lnTo>
                  <a:lnTo>
                    <a:pt x="1471731" y="971693"/>
                  </a:lnTo>
                  <a:lnTo>
                    <a:pt x="1472573" y="971221"/>
                  </a:lnTo>
                  <a:lnTo>
                    <a:pt x="1473414" y="970210"/>
                  </a:lnTo>
                  <a:lnTo>
                    <a:pt x="1474255" y="969044"/>
                  </a:lnTo>
                  <a:lnTo>
                    <a:pt x="1475096" y="968785"/>
                  </a:lnTo>
                  <a:lnTo>
                    <a:pt x="1475937" y="968301"/>
                  </a:lnTo>
                  <a:lnTo>
                    <a:pt x="1476779" y="967747"/>
                  </a:lnTo>
                  <a:lnTo>
                    <a:pt x="1477620" y="966993"/>
                  </a:lnTo>
                  <a:lnTo>
                    <a:pt x="1478461" y="964852"/>
                  </a:lnTo>
                  <a:lnTo>
                    <a:pt x="1479302" y="962329"/>
                  </a:lnTo>
                  <a:lnTo>
                    <a:pt x="1480143" y="958989"/>
                  </a:lnTo>
                  <a:lnTo>
                    <a:pt x="1480985" y="954561"/>
                  </a:lnTo>
                  <a:lnTo>
                    <a:pt x="1481826" y="950048"/>
                  </a:lnTo>
                  <a:lnTo>
                    <a:pt x="1482667" y="945505"/>
                  </a:lnTo>
                  <a:lnTo>
                    <a:pt x="1483508" y="940722"/>
                  </a:lnTo>
                  <a:lnTo>
                    <a:pt x="1484349" y="935498"/>
                  </a:lnTo>
                  <a:lnTo>
                    <a:pt x="1485191" y="929483"/>
                  </a:lnTo>
                  <a:lnTo>
                    <a:pt x="1486032" y="924509"/>
                  </a:lnTo>
                  <a:lnTo>
                    <a:pt x="1486873" y="918859"/>
                  </a:lnTo>
                  <a:lnTo>
                    <a:pt x="1487714" y="912790"/>
                  </a:lnTo>
                  <a:lnTo>
                    <a:pt x="1488555" y="906246"/>
                  </a:lnTo>
                  <a:lnTo>
                    <a:pt x="1489397" y="899579"/>
                  </a:lnTo>
                  <a:lnTo>
                    <a:pt x="1490238" y="892932"/>
                  </a:lnTo>
                  <a:lnTo>
                    <a:pt x="1491079" y="886358"/>
                  </a:lnTo>
                  <a:lnTo>
                    <a:pt x="1491920" y="879874"/>
                  </a:lnTo>
                  <a:lnTo>
                    <a:pt x="1492761" y="873431"/>
                  </a:lnTo>
                  <a:lnTo>
                    <a:pt x="1493603" y="866957"/>
                  </a:lnTo>
                  <a:lnTo>
                    <a:pt x="1494444" y="860201"/>
                  </a:lnTo>
                  <a:lnTo>
                    <a:pt x="1495285" y="853790"/>
                  </a:lnTo>
                  <a:lnTo>
                    <a:pt x="1496126" y="847852"/>
                  </a:lnTo>
                  <a:lnTo>
                    <a:pt x="1496967" y="842462"/>
                  </a:lnTo>
                  <a:lnTo>
                    <a:pt x="1497809" y="836072"/>
                  </a:lnTo>
                  <a:lnTo>
                    <a:pt x="1498650" y="830824"/>
                  </a:lnTo>
                  <a:lnTo>
                    <a:pt x="1499491" y="824816"/>
                  </a:lnTo>
                  <a:lnTo>
                    <a:pt x="1500332" y="820881"/>
                  </a:lnTo>
                  <a:lnTo>
                    <a:pt x="1501173" y="817349"/>
                  </a:lnTo>
                  <a:lnTo>
                    <a:pt x="1502015" y="815357"/>
                  </a:lnTo>
                  <a:lnTo>
                    <a:pt x="1502856" y="814035"/>
                  </a:lnTo>
                  <a:lnTo>
                    <a:pt x="1503697" y="813428"/>
                  </a:lnTo>
                  <a:lnTo>
                    <a:pt x="1504538" y="812892"/>
                  </a:lnTo>
                  <a:lnTo>
                    <a:pt x="1505379" y="813286"/>
                  </a:lnTo>
                  <a:lnTo>
                    <a:pt x="1506221" y="814882"/>
                  </a:lnTo>
                  <a:lnTo>
                    <a:pt x="1507062" y="817375"/>
                  </a:lnTo>
                  <a:lnTo>
                    <a:pt x="1507903" y="820366"/>
                  </a:lnTo>
                  <a:lnTo>
                    <a:pt x="1508744" y="823062"/>
                  </a:lnTo>
                  <a:lnTo>
                    <a:pt x="1509585" y="826565"/>
                  </a:lnTo>
                  <a:lnTo>
                    <a:pt x="1510427" y="831523"/>
                  </a:lnTo>
                  <a:lnTo>
                    <a:pt x="1511268" y="837741"/>
                  </a:lnTo>
                  <a:lnTo>
                    <a:pt x="1512109" y="845133"/>
                  </a:lnTo>
                  <a:lnTo>
                    <a:pt x="1512950" y="853474"/>
                  </a:lnTo>
                  <a:lnTo>
                    <a:pt x="1513791" y="862713"/>
                  </a:lnTo>
                  <a:lnTo>
                    <a:pt x="1514633" y="873332"/>
                  </a:lnTo>
                  <a:lnTo>
                    <a:pt x="1515474" y="884424"/>
                  </a:lnTo>
                  <a:lnTo>
                    <a:pt x="1516315" y="896760"/>
                  </a:lnTo>
                  <a:lnTo>
                    <a:pt x="1517156" y="910858"/>
                  </a:lnTo>
                  <a:lnTo>
                    <a:pt x="1517997" y="923508"/>
                  </a:lnTo>
                  <a:lnTo>
                    <a:pt x="1518839" y="937583"/>
                  </a:lnTo>
                  <a:lnTo>
                    <a:pt x="1519680" y="953192"/>
                  </a:lnTo>
                  <a:lnTo>
                    <a:pt x="1520521" y="969918"/>
                  </a:lnTo>
                  <a:lnTo>
                    <a:pt x="1521362" y="986680"/>
                  </a:lnTo>
                  <a:lnTo>
                    <a:pt x="1522203" y="1001604"/>
                  </a:lnTo>
                  <a:lnTo>
                    <a:pt x="1523045" y="1016454"/>
                  </a:lnTo>
                  <a:lnTo>
                    <a:pt x="1523886" y="1029962"/>
                  </a:lnTo>
                  <a:lnTo>
                    <a:pt x="1524727" y="1042215"/>
                  </a:lnTo>
                  <a:lnTo>
                    <a:pt x="1525568" y="1054768"/>
                  </a:lnTo>
                  <a:lnTo>
                    <a:pt x="1526409" y="1066487"/>
                  </a:lnTo>
                  <a:lnTo>
                    <a:pt x="1527251" y="1077818"/>
                  </a:lnTo>
                  <a:lnTo>
                    <a:pt x="1528092" y="1088618"/>
                  </a:lnTo>
                  <a:lnTo>
                    <a:pt x="1528933" y="1099200"/>
                  </a:lnTo>
                  <a:lnTo>
                    <a:pt x="1529774" y="1109504"/>
                  </a:lnTo>
                  <a:lnTo>
                    <a:pt x="1530615" y="1120571"/>
                  </a:lnTo>
                  <a:lnTo>
                    <a:pt x="1531457" y="1130268"/>
                  </a:lnTo>
                  <a:lnTo>
                    <a:pt x="1532298" y="1139907"/>
                  </a:lnTo>
                  <a:lnTo>
                    <a:pt x="1533139" y="1150759"/>
                  </a:lnTo>
                  <a:lnTo>
                    <a:pt x="1533980" y="1160686"/>
                  </a:lnTo>
                  <a:lnTo>
                    <a:pt x="1534821" y="1171578"/>
                  </a:lnTo>
                  <a:lnTo>
                    <a:pt x="1535663" y="1183541"/>
                  </a:lnTo>
                  <a:lnTo>
                    <a:pt x="1536504" y="1195132"/>
                  </a:lnTo>
                  <a:lnTo>
                    <a:pt x="1537345" y="1208162"/>
                  </a:lnTo>
                  <a:lnTo>
                    <a:pt x="1538186" y="1220399"/>
                  </a:lnTo>
                  <a:lnTo>
                    <a:pt x="1539028" y="1232489"/>
                  </a:lnTo>
                  <a:lnTo>
                    <a:pt x="1539869" y="1244927"/>
                  </a:lnTo>
                  <a:lnTo>
                    <a:pt x="1540710" y="1256631"/>
                  </a:lnTo>
                  <a:lnTo>
                    <a:pt x="1541551" y="1267190"/>
                  </a:lnTo>
                  <a:lnTo>
                    <a:pt x="1542392" y="1275324"/>
                  </a:lnTo>
                  <a:lnTo>
                    <a:pt x="1543234" y="1283630"/>
                  </a:lnTo>
                  <a:lnTo>
                    <a:pt x="1544075" y="1292060"/>
                  </a:lnTo>
                  <a:lnTo>
                    <a:pt x="1544916" y="1299552"/>
                  </a:lnTo>
                  <a:lnTo>
                    <a:pt x="1545757" y="1307147"/>
                  </a:lnTo>
                  <a:lnTo>
                    <a:pt x="1546598" y="1314118"/>
                  </a:lnTo>
                  <a:lnTo>
                    <a:pt x="1547440" y="1321488"/>
                  </a:lnTo>
                  <a:lnTo>
                    <a:pt x="1548281" y="1329114"/>
                  </a:lnTo>
                  <a:lnTo>
                    <a:pt x="1549122" y="1337034"/>
                  </a:lnTo>
                  <a:lnTo>
                    <a:pt x="1549963" y="1343956"/>
                  </a:lnTo>
                  <a:lnTo>
                    <a:pt x="1550804" y="1350179"/>
                  </a:lnTo>
                  <a:lnTo>
                    <a:pt x="1551646" y="1355476"/>
                  </a:lnTo>
                  <a:lnTo>
                    <a:pt x="1552487" y="1360310"/>
                  </a:lnTo>
                  <a:lnTo>
                    <a:pt x="1553328" y="1365633"/>
                  </a:lnTo>
                  <a:lnTo>
                    <a:pt x="1554169" y="1371601"/>
                  </a:lnTo>
                  <a:lnTo>
                    <a:pt x="1555010" y="1377869"/>
                  </a:lnTo>
                  <a:lnTo>
                    <a:pt x="1555852" y="1384127"/>
                  </a:lnTo>
                  <a:lnTo>
                    <a:pt x="1556693" y="1388968"/>
                  </a:lnTo>
                  <a:lnTo>
                    <a:pt x="1557534" y="1392858"/>
                  </a:lnTo>
                  <a:lnTo>
                    <a:pt x="1558375" y="1396223"/>
                  </a:lnTo>
                  <a:lnTo>
                    <a:pt x="1559216" y="1399386"/>
                  </a:lnTo>
                  <a:lnTo>
                    <a:pt x="1560058" y="1401753"/>
                  </a:lnTo>
                  <a:lnTo>
                    <a:pt x="1560899" y="1404477"/>
                  </a:lnTo>
                  <a:lnTo>
                    <a:pt x="1561740" y="1407544"/>
                  </a:lnTo>
                  <a:lnTo>
                    <a:pt x="1562581" y="1411024"/>
                  </a:lnTo>
                  <a:lnTo>
                    <a:pt x="1563422" y="1418748"/>
                  </a:lnTo>
                  <a:lnTo>
                    <a:pt x="1564264" y="1427083"/>
                  </a:lnTo>
                  <a:lnTo>
                    <a:pt x="1565105" y="1436195"/>
                  </a:lnTo>
                  <a:lnTo>
                    <a:pt x="1565946" y="1445480"/>
                  </a:lnTo>
                  <a:lnTo>
                    <a:pt x="1566787" y="1454438"/>
                  </a:lnTo>
                  <a:lnTo>
                    <a:pt x="1567628" y="1462940"/>
                  </a:lnTo>
                  <a:lnTo>
                    <a:pt x="1568470" y="1471732"/>
                  </a:lnTo>
                  <a:lnTo>
                    <a:pt x="1569311" y="1481101"/>
                  </a:lnTo>
                  <a:lnTo>
                    <a:pt x="1570152" y="1490709"/>
                  </a:lnTo>
                  <a:lnTo>
                    <a:pt x="1570993" y="1499794"/>
                  </a:lnTo>
                  <a:lnTo>
                    <a:pt x="1571834" y="1509377"/>
                  </a:lnTo>
                  <a:lnTo>
                    <a:pt x="1572676" y="1515660"/>
                  </a:lnTo>
                  <a:lnTo>
                    <a:pt x="1573517" y="1521547"/>
                  </a:lnTo>
                  <a:lnTo>
                    <a:pt x="1574358" y="1527671"/>
                  </a:lnTo>
                  <a:lnTo>
                    <a:pt x="1575199" y="1532748"/>
                  </a:lnTo>
                  <a:lnTo>
                    <a:pt x="1576040" y="1537312"/>
                  </a:lnTo>
                  <a:lnTo>
                    <a:pt x="1576882" y="1542062"/>
                  </a:lnTo>
                  <a:lnTo>
                    <a:pt x="1577723" y="1546237"/>
                  </a:lnTo>
                  <a:lnTo>
                    <a:pt x="1578564" y="1550610"/>
                  </a:lnTo>
                  <a:lnTo>
                    <a:pt x="1579405" y="1554313"/>
                  </a:lnTo>
                  <a:lnTo>
                    <a:pt x="1580246" y="1558080"/>
                  </a:lnTo>
                  <a:lnTo>
                    <a:pt x="1581088" y="1561815"/>
                  </a:lnTo>
                  <a:lnTo>
                    <a:pt x="1581929" y="1566487"/>
                  </a:lnTo>
                  <a:lnTo>
                    <a:pt x="1582770" y="1571244"/>
                  </a:lnTo>
                  <a:lnTo>
                    <a:pt x="1583611" y="1576229"/>
                  </a:lnTo>
                  <a:lnTo>
                    <a:pt x="1584452" y="1581182"/>
                  </a:lnTo>
                  <a:lnTo>
                    <a:pt x="1585294" y="1586260"/>
                  </a:lnTo>
                  <a:lnTo>
                    <a:pt x="1586135" y="1591214"/>
                  </a:lnTo>
                  <a:lnTo>
                    <a:pt x="1586976" y="1597186"/>
                  </a:lnTo>
                  <a:lnTo>
                    <a:pt x="1587817" y="1603712"/>
                  </a:lnTo>
                  <a:lnTo>
                    <a:pt x="1588658" y="1609244"/>
                  </a:lnTo>
                  <a:lnTo>
                    <a:pt x="1589500" y="1616898"/>
                  </a:lnTo>
                  <a:lnTo>
                    <a:pt x="1590341" y="1623518"/>
                  </a:lnTo>
                  <a:lnTo>
                    <a:pt x="1591182" y="1633363"/>
                  </a:lnTo>
                  <a:lnTo>
                    <a:pt x="1592023" y="1647026"/>
                  </a:lnTo>
                  <a:lnTo>
                    <a:pt x="1592864" y="1660586"/>
                  </a:lnTo>
                  <a:lnTo>
                    <a:pt x="1593706" y="1673864"/>
                  </a:lnTo>
                  <a:lnTo>
                    <a:pt x="1594547" y="1685349"/>
                  </a:lnTo>
                  <a:lnTo>
                    <a:pt x="1595388" y="1694567"/>
                  </a:lnTo>
                  <a:lnTo>
                    <a:pt x="1596229" y="1703790"/>
                  </a:lnTo>
                  <a:lnTo>
                    <a:pt x="1597070" y="1712100"/>
                  </a:lnTo>
                  <a:lnTo>
                    <a:pt x="1597912" y="1719327"/>
                  </a:lnTo>
                  <a:lnTo>
                    <a:pt x="1598753" y="1727147"/>
                  </a:lnTo>
                  <a:lnTo>
                    <a:pt x="1599594" y="1731919"/>
                  </a:lnTo>
                  <a:lnTo>
                    <a:pt x="1600435" y="1737905"/>
                  </a:lnTo>
                  <a:lnTo>
                    <a:pt x="1601276" y="1742277"/>
                  </a:lnTo>
                  <a:lnTo>
                    <a:pt x="1602118" y="1745451"/>
                  </a:lnTo>
                  <a:lnTo>
                    <a:pt x="1602959" y="1749068"/>
                  </a:lnTo>
                  <a:lnTo>
                    <a:pt x="1603800" y="1752660"/>
                  </a:lnTo>
                  <a:lnTo>
                    <a:pt x="1604641" y="1756080"/>
                  </a:lnTo>
                  <a:lnTo>
                    <a:pt x="1605482" y="1760154"/>
                  </a:lnTo>
                  <a:lnTo>
                    <a:pt x="1606324" y="1764686"/>
                  </a:lnTo>
                  <a:lnTo>
                    <a:pt x="1607165" y="1768944"/>
                  </a:lnTo>
                  <a:lnTo>
                    <a:pt x="1608006" y="1773304"/>
                  </a:lnTo>
                  <a:lnTo>
                    <a:pt x="1608847" y="1777007"/>
                  </a:lnTo>
                  <a:lnTo>
                    <a:pt x="1609689" y="1780939"/>
                  </a:lnTo>
                  <a:lnTo>
                    <a:pt x="1610530" y="1784595"/>
                  </a:lnTo>
                  <a:lnTo>
                    <a:pt x="1611371" y="1788512"/>
                  </a:lnTo>
                  <a:lnTo>
                    <a:pt x="1612212" y="1791827"/>
                  </a:lnTo>
                  <a:lnTo>
                    <a:pt x="1613053" y="1793660"/>
                  </a:lnTo>
                  <a:lnTo>
                    <a:pt x="1613895" y="1793623"/>
                  </a:lnTo>
                  <a:lnTo>
                    <a:pt x="1614736" y="1792399"/>
                  </a:lnTo>
                  <a:lnTo>
                    <a:pt x="1615577" y="1791196"/>
                  </a:lnTo>
                  <a:lnTo>
                    <a:pt x="1616418" y="1789245"/>
                  </a:lnTo>
                  <a:lnTo>
                    <a:pt x="1617259" y="1787562"/>
                  </a:lnTo>
                  <a:lnTo>
                    <a:pt x="1618101" y="1785844"/>
                  </a:lnTo>
                  <a:lnTo>
                    <a:pt x="1618942" y="1782698"/>
                  </a:lnTo>
                  <a:lnTo>
                    <a:pt x="1619783" y="1779749"/>
                  </a:lnTo>
                  <a:lnTo>
                    <a:pt x="1620624" y="1778816"/>
                  </a:lnTo>
                  <a:lnTo>
                    <a:pt x="1621465" y="1777524"/>
                  </a:lnTo>
                  <a:lnTo>
                    <a:pt x="1622307" y="1775545"/>
                  </a:lnTo>
                  <a:lnTo>
                    <a:pt x="1623148" y="1774092"/>
                  </a:lnTo>
                  <a:lnTo>
                    <a:pt x="1623989" y="1772044"/>
                  </a:lnTo>
                  <a:lnTo>
                    <a:pt x="1624830" y="1770006"/>
                  </a:lnTo>
                  <a:lnTo>
                    <a:pt x="1625671" y="1768249"/>
                  </a:lnTo>
                  <a:lnTo>
                    <a:pt x="1626513" y="1766921"/>
                  </a:lnTo>
                  <a:lnTo>
                    <a:pt x="1627354" y="1766536"/>
                  </a:lnTo>
                  <a:lnTo>
                    <a:pt x="1628195" y="1765111"/>
                  </a:lnTo>
                  <a:lnTo>
                    <a:pt x="1629036" y="1763275"/>
                  </a:lnTo>
                  <a:lnTo>
                    <a:pt x="1629877" y="1761086"/>
                  </a:lnTo>
                  <a:lnTo>
                    <a:pt x="1630719" y="1758945"/>
                  </a:lnTo>
                  <a:lnTo>
                    <a:pt x="1631560" y="1757375"/>
                  </a:lnTo>
                  <a:lnTo>
                    <a:pt x="1632401" y="1755595"/>
                  </a:lnTo>
                  <a:lnTo>
                    <a:pt x="1633242" y="1753792"/>
                  </a:lnTo>
                  <a:lnTo>
                    <a:pt x="1634083" y="1751750"/>
                  </a:lnTo>
                  <a:lnTo>
                    <a:pt x="1634925" y="1747547"/>
                  </a:lnTo>
                  <a:lnTo>
                    <a:pt x="1635766" y="1740376"/>
                  </a:lnTo>
                  <a:lnTo>
                    <a:pt x="1636607" y="1733897"/>
                  </a:lnTo>
                  <a:lnTo>
                    <a:pt x="1637448" y="1727541"/>
                  </a:lnTo>
                  <a:lnTo>
                    <a:pt x="1638289" y="1720800"/>
                  </a:lnTo>
                  <a:lnTo>
                    <a:pt x="1639131" y="1714918"/>
                  </a:lnTo>
                  <a:lnTo>
                    <a:pt x="1639972" y="1708537"/>
                  </a:lnTo>
                  <a:lnTo>
                    <a:pt x="1640813" y="1701425"/>
                  </a:lnTo>
                  <a:lnTo>
                    <a:pt x="1641654" y="1694665"/>
                  </a:lnTo>
                  <a:lnTo>
                    <a:pt x="1642495" y="1688820"/>
                  </a:lnTo>
                  <a:lnTo>
                    <a:pt x="1643337" y="1682009"/>
                  </a:lnTo>
                  <a:lnTo>
                    <a:pt x="1644178" y="1674797"/>
                  </a:lnTo>
                  <a:lnTo>
                    <a:pt x="1645019" y="1669814"/>
                  </a:lnTo>
                  <a:lnTo>
                    <a:pt x="1645860" y="1665059"/>
                  </a:lnTo>
                  <a:lnTo>
                    <a:pt x="1646701" y="1662809"/>
                  </a:lnTo>
                  <a:lnTo>
                    <a:pt x="1647543" y="1660040"/>
                  </a:lnTo>
                  <a:lnTo>
                    <a:pt x="1648384" y="1657512"/>
                  </a:lnTo>
                  <a:lnTo>
                    <a:pt x="1649225" y="1654807"/>
                  </a:lnTo>
                  <a:lnTo>
                    <a:pt x="1650066" y="1651605"/>
                  </a:lnTo>
                  <a:lnTo>
                    <a:pt x="1650907" y="1648092"/>
                  </a:lnTo>
                  <a:lnTo>
                    <a:pt x="1651749" y="1645660"/>
                  </a:lnTo>
                  <a:lnTo>
                    <a:pt x="1652590" y="1643938"/>
                  </a:lnTo>
                  <a:lnTo>
                    <a:pt x="1653431" y="1643687"/>
                  </a:lnTo>
                  <a:lnTo>
                    <a:pt x="1654272" y="1642832"/>
                  </a:lnTo>
                  <a:lnTo>
                    <a:pt x="1655113" y="1643241"/>
                  </a:lnTo>
                  <a:lnTo>
                    <a:pt x="1655955" y="1643974"/>
                  </a:lnTo>
                  <a:lnTo>
                    <a:pt x="1656796" y="1645177"/>
                  </a:lnTo>
                  <a:lnTo>
                    <a:pt x="1657637" y="1646819"/>
                  </a:lnTo>
                  <a:lnTo>
                    <a:pt x="1658478" y="1648211"/>
                  </a:lnTo>
                  <a:lnTo>
                    <a:pt x="1659319" y="1650251"/>
                  </a:lnTo>
                  <a:lnTo>
                    <a:pt x="1660161" y="1652344"/>
                  </a:lnTo>
                  <a:lnTo>
                    <a:pt x="1661002" y="1654151"/>
                  </a:lnTo>
                  <a:lnTo>
                    <a:pt x="1661843" y="1656233"/>
                  </a:lnTo>
                  <a:lnTo>
                    <a:pt x="1662684" y="1658802"/>
                  </a:lnTo>
                  <a:lnTo>
                    <a:pt x="1663525" y="1661046"/>
                  </a:lnTo>
                  <a:lnTo>
                    <a:pt x="1664367" y="1662918"/>
                  </a:lnTo>
                  <a:lnTo>
                    <a:pt x="1665208" y="1664253"/>
                  </a:lnTo>
                  <a:lnTo>
                    <a:pt x="1666049" y="1666685"/>
                  </a:lnTo>
                  <a:lnTo>
                    <a:pt x="1666890" y="1668953"/>
                  </a:lnTo>
                  <a:lnTo>
                    <a:pt x="1667731" y="1672919"/>
                  </a:lnTo>
                  <a:lnTo>
                    <a:pt x="1668573" y="1676829"/>
                  </a:lnTo>
                  <a:lnTo>
                    <a:pt x="1669414" y="1680443"/>
                  </a:lnTo>
                  <a:lnTo>
                    <a:pt x="1670255" y="1683304"/>
                  </a:lnTo>
                  <a:lnTo>
                    <a:pt x="1671096" y="1686208"/>
                  </a:lnTo>
                  <a:lnTo>
                    <a:pt x="1671937" y="1688625"/>
                  </a:lnTo>
                  <a:lnTo>
                    <a:pt x="1672779" y="1690747"/>
                  </a:lnTo>
                  <a:lnTo>
                    <a:pt x="1673620" y="1692170"/>
                  </a:lnTo>
                  <a:lnTo>
                    <a:pt x="1674461" y="1691943"/>
                  </a:lnTo>
                  <a:lnTo>
                    <a:pt x="1675302" y="1688283"/>
                  </a:lnTo>
                  <a:lnTo>
                    <a:pt x="1676143" y="1683173"/>
                  </a:lnTo>
                  <a:lnTo>
                    <a:pt x="1676985" y="1678443"/>
                  </a:lnTo>
                  <a:lnTo>
                    <a:pt x="1677826" y="1674836"/>
                  </a:lnTo>
                  <a:lnTo>
                    <a:pt x="1678667" y="1671979"/>
                  </a:lnTo>
                  <a:lnTo>
                    <a:pt x="1679508" y="1670599"/>
                  </a:lnTo>
                  <a:lnTo>
                    <a:pt x="1680350" y="1668990"/>
                  </a:lnTo>
                  <a:lnTo>
                    <a:pt x="1681191" y="1666184"/>
                  </a:lnTo>
                  <a:lnTo>
                    <a:pt x="1682032" y="1662047"/>
                  </a:lnTo>
                  <a:lnTo>
                    <a:pt x="1682873" y="1657444"/>
                  </a:lnTo>
                  <a:lnTo>
                    <a:pt x="1683714" y="1652044"/>
                  </a:lnTo>
                  <a:lnTo>
                    <a:pt x="1684556" y="1646241"/>
                  </a:lnTo>
                  <a:lnTo>
                    <a:pt x="1685397" y="1640383"/>
                  </a:lnTo>
                  <a:lnTo>
                    <a:pt x="1686238" y="1634439"/>
                  </a:lnTo>
                  <a:lnTo>
                    <a:pt x="1687079" y="1628181"/>
                  </a:lnTo>
                  <a:lnTo>
                    <a:pt x="1687920" y="1621217"/>
                  </a:lnTo>
                  <a:lnTo>
                    <a:pt x="1688762" y="1614131"/>
                  </a:lnTo>
                  <a:lnTo>
                    <a:pt x="1689603" y="1607022"/>
                  </a:lnTo>
                  <a:lnTo>
                    <a:pt x="1690444" y="1599353"/>
                  </a:lnTo>
                  <a:lnTo>
                    <a:pt x="1691285" y="1589353"/>
                  </a:lnTo>
                  <a:lnTo>
                    <a:pt x="1692126" y="1579024"/>
                  </a:lnTo>
                  <a:lnTo>
                    <a:pt x="1692968" y="1568716"/>
                  </a:lnTo>
                  <a:lnTo>
                    <a:pt x="1693809" y="1558257"/>
                  </a:lnTo>
                  <a:lnTo>
                    <a:pt x="1694650" y="1544455"/>
                  </a:lnTo>
                  <a:lnTo>
                    <a:pt x="1695491" y="1531306"/>
                  </a:lnTo>
                  <a:lnTo>
                    <a:pt x="1696332" y="1519820"/>
                  </a:lnTo>
                  <a:lnTo>
                    <a:pt x="1697174" y="1509360"/>
                  </a:lnTo>
                  <a:lnTo>
                    <a:pt x="1698015" y="1499174"/>
                  </a:lnTo>
                  <a:lnTo>
                    <a:pt x="1698856" y="1490165"/>
                  </a:lnTo>
                  <a:lnTo>
                    <a:pt x="1699697" y="1482705"/>
                  </a:lnTo>
                  <a:lnTo>
                    <a:pt x="1700538" y="1476074"/>
                  </a:lnTo>
                  <a:lnTo>
                    <a:pt x="1701380" y="1470187"/>
                  </a:lnTo>
                  <a:lnTo>
                    <a:pt x="1702221" y="1464915"/>
                  </a:lnTo>
                  <a:lnTo>
                    <a:pt x="1703062" y="1460532"/>
                  </a:lnTo>
                  <a:lnTo>
                    <a:pt x="1703903" y="1456362"/>
                  </a:lnTo>
                  <a:lnTo>
                    <a:pt x="1704744" y="1452381"/>
                  </a:lnTo>
                  <a:lnTo>
                    <a:pt x="1705586" y="1448256"/>
                  </a:lnTo>
                  <a:lnTo>
                    <a:pt x="1706427" y="1444261"/>
                  </a:lnTo>
                  <a:lnTo>
                    <a:pt x="1707268" y="1439513"/>
                  </a:lnTo>
                  <a:lnTo>
                    <a:pt x="1708109" y="1434644"/>
                  </a:lnTo>
                  <a:lnTo>
                    <a:pt x="1708950" y="1429479"/>
                  </a:lnTo>
                  <a:lnTo>
                    <a:pt x="1709792" y="1424397"/>
                  </a:lnTo>
                  <a:lnTo>
                    <a:pt x="1710633" y="1419307"/>
                  </a:lnTo>
                  <a:lnTo>
                    <a:pt x="1711474" y="1414210"/>
                  </a:lnTo>
                  <a:lnTo>
                    <a:pt x="1712315" y="1408954"/>
                  </a:lnTo>
                  <a:lnTo>
                    <a:pt x="1713156" y="1404176"/>
                  </a:lnTo>
                  <a:lnTo>
                    <a:pt x="1713998" y="1399390"/>
                  </a:lnTo>
                  <a:lnTo>
                    <a:pt x="1714839" y="1394133"/>
                  </a:lnTo>
                  <a:lnTo>
                    <a:pt x="1715680" y="1387950"/>
                  </a:lnTo>
                  <a:lnTo>
                    <a:pt x="1716521" y="1381174"/>
                  </a:lnTo>
                  <a:lnTo>
                    <a:pt x="1717362" y="1373950"/>
                  </a:lnTo>
                  <a:lnTo>
                    <a:pt x="1718204" y="1366992"/>
                  </a:lnTo>
                  <a:lnTo>
                    <a:pt x="1719045" y="1360634"/>
                  </a:lnTo>
                  <a:lnTo>
                    <a:pt x="1719886" y="1355780"/>
                  </a:lnTo>
                  <a:lnTo>
                    <a:pt x="1720727" y="1350561"/>
                  </a:lnTo>
                  <a:lnTo>
                    <a:pt x="1721568" y="1347147"/>
                  </a:lnTo>
                  <a:lnTo>
                    <a:pt x="1722410" y="1342999"/>
                  </a:lnTo>
                  <a:lnTo>
                    <a:pt x="1723251" y="1337968"/>
                  </a:lnTo>
                  <a:lnTo>
                    <a:pt x="1724092" y="1332256"/>
                  </a:lnTo>
                  <a:lnTo>
                    <a:pt x="1724933" y="1326619"/>
                  </a:lnTo>
                  <a:lnTo>
                    <a:pt x="1725774" y="1321321"/>
                  </a:lnTo>
                  <a:lnTo>
                    <a:pt x="1726616" y="1316042"/>
                  </a:lnTo>
                  <a:lnTo>
                    <a:pt x="1727457" y="1310581"/>
                  </a:lnTo>
                  <a:lnTo>
                    <a:pt x="1728298" y="1305006"/>
                  </a:lnTo>
                  <a:lnTo>
                    <a:pt x="1729139" y="1302451"/>
                  </a:lnTo>
                  <a:lnTo>
                    <a:pt x="1729980" y="1298184"/>
                  </a:lnTo>
                  <a:lnTo>
                    <a:pt x="1730822" y="1296548"/>
                  </a:lnTo>
                  <a:lnTo>
                    <a:pt x="1731663" y="1293902"/>
                  </a:lnTo>
                  <a:lnTo>
                    <a:pt x="1732504" y="1289160"/>
                  </a:lnTo>
                  <a:lnTo>
                    <a:pt x="1733345" y="1283761"/>
                  </a:lnTo>
                  <a:lnTo>
                    <a:pt x="1734186" y="1277063"/>
                  </a:lnTo>
                  <a:lnTo>
                    <a:pt x="1735028" y="1269952"/>
                  </a:lnTo>
                  <a:lnTo>
                    <a:pt x="1735869" y="1262231"/>
                  </a:lnTo>
                  <a:lnTo>
                    <a:pt x="1736710" y="1253968"/>
                  </a:lnTo>
                  <a:lnTo>
                    <a:pt x="1737551" y="1245129"/>
                  </a:lnTo>
                  <a:lnTo>
                    <a:pt x="1738392" y="1236339"/>
                  </a:lnTo>
                  <a:lnTo>
                    <a:pt x="1739234" y="1227729"/>
                  </a:lnTo>
                  <a:lnTo>
                    <a:pt x="1740075" y="1218874"/>
                  </a:lnTo>
                  <a:lnTo>
                    <a:pt x="1740916" y="1210162"/>
                  </a:lnTo>
                  <a:lnTo>
                    <a:pt x="1741757" y="1201767"/>
                  </a:lnTo>
                  <a:lnTo>
                    <a:pt x="1742598" y="1192488"/>
                  </a:lnTo>
                  <a:lnTo>
                    <a:pt x="1743440" y="1180451"/>
                  </a:lnTo>
                  <a:lnTo>
                    <a:pt x="1744281" y="1164230"/>
                  </a:lnTo>
                  <a:lnTo>
                    <a:pt x="1745122" y="1141656"/>
                  </a:lnTo>
                  <a:lnTo>
                    <a:pt x="1745963" y="1125988"/>
                  </a:lnTo>
                  <a:lnTo>
                    <a:pt x="1746804" y="1110380"/>
                  </a:lnTo>
                  <a:lnTo>
                    <a:pt x="1747646" y="1094997"/>
                  </a:lnTo>
                  <a:lnTo>
                    <a:pt x="1748487" y="1079659"/>
                  </a:lnTo>
                  <a:lnTo>
                    <a:pt x="1749328" y="1065481"/>
                  </a:lnTo>
                  <a:lnTo>
                    <a:pt x="1750169" y="1051794"/>
                  </a:lnTo>
                  <a:lnTo>
                    <a:pt x="1751011" y="1038355"/>
                  </a:lnTo>
                  <a:lnTo>
                    <a:pt x="1751852" y="1025870"/>
                  </a:lnTo>
                  <a:lnTo>
                    <a:pt x="1752693" y="1014154"/>
                  </a:lnTo>
                  <a:lnTo>
                    <a:pt x="1753534" y="1003302"/>
                  </a:lnTo>
                  <a:lnTo>
                    <a:pt x="1754375" y="993379"/>
                  </a:lnTo>
                  <a:lnTo>
                    <a:pt x="1755217" y="982999"/>
                  </a:lnTo>
                  <a:lnTo>
                    <a:pt x="1756058" y="972183"/>
                  </a:lnTo>
                  <a:lnTo>
                    <a:pt x="1756899" y="965170"/>
                  </a:lnTo>
                  <a:lnTo>
                    <a:pt x="1757740" y="958439"/>
                  </a:lnTo>
                  <a:lnTo>
                    <a:pt x="1758581" y="953269"/>
                  </a:lnTo>
                  <a:lnTo>
                    <a:pt x="1759423" y="949437"/>
                  </a:lnTo>
                  <a:lnTo>
                    <a:pt x="1760264" y="946385"/>
                  </a:lnTo>
                  <a:lnTo>
                    <a:pt x="1761105" y="943698"/>
                  </a:lnTo>
                  <a:lnTo>
                    <a:pt x="1761946" y="941348"/>
                  </a:lnTo>
                  <a:lnTo>
                    <a:pt x="1762787" y="941430"/>
                  </a:lnTo>
                  <a:lnTo>
                    <a:pt x="1763629" y="941606"/>
                  </a:lnTo>
                  <a:lnTo>
                    <a:pt x="1764470" y="940183"/>
                  </a:lnTo>
                  <a:lnTo>
                    <a:pt x="1765311" y="938289"/>
                  </a:lnTo>
                  <a:lnTo>
                    <a:pt x="1766152" y="936394"/>
                  </a:lnTo>
                  <a:lnTo>
                    <a:pt x="1766993" y="933177"/>
                  </a:lnTo>
                  <a:lnTo>
                    <a:pt x="1767835" y="930105"/>
                  </a:lnTo>
                  <a:lnTo>
                    <a:pt x="1768676" y="927035"/>
                  </a:lnTo>
                  <a:lnTo>
                    <a:pt x="1769517" y="924219"/>
                  </a:lnTo>
                  <a:lnTo>
                    <a:pt x="1770358" y="920822"/>
                  </a:lnTo>
                  <a:lnTo>
                    <a:pt x="1771199" y="915227"/>
                  </a:lnTo>
                  <a:lnTo>
                    <a:pt x="1772041" y="909475"/>
                  </a:lnTo>
                  <a:lnTo>
                    <a:pt x="1772882" y="904327"/>
                  </a:lnTo>
                  <a:lnTo>
                    <a:pt x="1773723" y="899169"/>
                  </a:lnTo>
                  <a:lnTo>
                    <a:pt x="1774564" y="891775"/>
                  </a:lnTo>
                  <a:lnTo>
                    <a:pt x="1775405" y="883344"/>
                  </a:lnTo>
                  <a:lnTo>
                    <a:pt x="1776247" y="874855"/>
                  </a:lnTo>
                  <a:lnTo>
                    <a:pt x="1777088" y="867002"/>
                  </a:lnTo>
                  <a:lnTo>
                    <a:pt x="1777929" y="858433"/>
                  </a:lnTo>
                  <a:lnTo>
                    <a:pt x="1778770" y="849588"/>
                  </a:lnTo>
                  <a:lnTo>
                    <a:pt x="1779611" y="840091"/>
                  </a:lnTo>
                  <a:lnTo>
                    <a:pt x="1780453" y="831069"/>
                  </a:lnTo>
                  <a:lnTo>
                    <a:pt x="1781294" y="822409"/>
                  </a:lnTo>
                  <a:lnTo>
                    <a:pt x="1782135" y="816033"/>
                  </a:lnTo>
                  <a:lnTo>
                    <a:pt x="1782976" y="811178"/>
                  </a:lnTo>
                  <a:lnTo>
                    <a:pt x="1783817" y="806378"/>
                  </a:lnTo>
                  <a:lnTo>
                    <a:pt x="1784659" y="801741"/>
                  </a:lnTo>
                  <a:lnTo>
                    <a:pt x="1785500" y="798842"/>
                  </a:lnTo>
                  <a:lnTo>
                    <a:pt x="1786341" y="795174"/>
                  </a:lnTo>
                  <a:lnTo>
                    <a:pt x="1787182" y="790909"/>
                  </a:lnTo>
                  <a:lnTo>
                    <a:pt x="1788023" y="786104"/>
                  </a:lnTo>
                  <a:lnTo>
                    <a:pt x="1788865" y="779445"/>
                  </a:lnTo>
                  <a:lnTo>
                    <a:pt x="1789706" y="772529"/>
                  </a:lnTo>
                  <a:lnTo>
                    <a:pt x="1790547" y="763587"/>
                  </a:lnTo>
                  <a:lnTo>
                    <a:pt x="1791388" y="753778"/>
                  </a:lnTo>
                  <a:lnTo>
                    <a:pt x="1792229" y="744603"/>
                  </a:lnTo>
                  <a:lnTo>
                    <a:pt x="1793071" y="735331"/>
                  </a:lnTo>
                  <a:lnTo>
                    <a:pt x="1793912" y="726094"/>
                  </a:lnTo>
                  <a:lnTo>
                    <a:pt x="1794753" y="719874"/>
                  </a:lnTo>
                  <a:lnTo>
                    <a:pt x="1795594" y="712669"/>
                  </a:lnTo>
                  <a:lnTo>
                    <a:pt x="1796435" y="706068"/>
                  </a:lnTo>
                  <a:lnTo>
                    <a:pt x="1797277" y="699779"/>
                  </a:lnTo>
                  <a:lnTo>
                    <a:pt x="1798118" y="694231"/>
                  </a:lnTo>
                  <a:lnTo>
                    <a:pt x="1798959" y="688796"/>
                  </a:lnTo>
                  <a:lnTo>
                    <a:pt x="1799800" y="680852"/>
                  </a:lnTo>
                  <a:lnTo>
                    <a:pt x="1800641" y="674304"/>
                  </a:lnTo>
                  <a:lnTo>
                    <a:pt x="1801483" y="668662"/>
                  </a:lnTo>
                  <a:lnTo>
                    <a:pt x="1802324" y="663372"/>
                  </a:lnTo>
                  <a:lnTo>
                    <a:pt x="1803165" y="660079"/>
                  </a:lnTo>
                  <a:lnTo>
                    <a:pt x="1804006" y="659269"/>
                  </a:lnTo>
                  <a:lnTo>
                    <a:pt x="1804847" y="657308"/>
                  </a:lnTo>
                  <a:lnTo>
                    <a:pt x="1805689" y="655003"/>
                  </a:lnTo>
                  <a:lnTo>
                    <a:pt x="1806530" y="652926"/>
                  </a:lnTo>
                  <a:lnTo>
                    <a:pt x="1807371" y="651006"/>
                  </a:lnTo>
                  <a:lnTo>
                    <a:pt x="1808212" y="649742"/>
                  </a:lnTo>
                  <a:lnTo>
                    <a:pt x="1809053" y="649529"/>
                  </a:lnTo>
                  <a:lnTo>
                    <a:pt x="1809895" y="649398"/>
                  </a:lnTo>
                  <a:lnTo>
                    <a:pt x="1810736" y="649148"/>
                  </a:lnTo>
                  <a:lnTo>
                    <a:pt x="1811577" y="648224"/>
                  </a:lnTo>
                  <a:lnTo>
                    <a:pt x="1812418" y="647401"/>
                  </a:lnTo>
                  <a:lnTo>
                    <a:pt x="1813259" y="644248"/>
                  </a:lnTo>
                  <a:lnTo>
                    <a:pt x="1814101" y="640635"/>
                  </a:lnTo>
                  <a:lnTo>
                    <a:pt x="1814942" y="636002"/>
                  </a:lnTo>
                  <a:lnTo>
                    <a:pt x="1815783" y="632208"/>
                  </a:lnTo>
                  <a:lnTo>
                    <a:pt x="1816624" y="628422"/>
                  </a:lnTo>
                  <a:lnTo>
                    <a:pt x="1817465" y="625111"/>
                  </a:lnTo>
                  <a:lnTo>
                    <a:pt x="1818307" y="622260"/>
                  </a:lnTo>
                  <a:lnTo>
                    <a:pt x="1819148" y="619807"/>
                  </a:lnTo>
                  <a:lnTo>
                    <a:pt x="1819989" y="615353"/>
                  </a:lnTo>
                  <a:lnTo>
                    <a:pt x="1820830" y="610730"/>
                  </a:lnTo>
                  <a:lnTo>
                    <a:pt x="1821672" y="604867"/>
                  </a:lnTo>
                  <a:lnTo>
                    <a:pt x="1822513" y="597783"/>
                  </a:lnTo>
                  <a:lnTo>
                    <a:pt x="1823354" y="589928"/>
                  </a:lnTo>
                  <a:lnTo>
                    <a:pt x="1824195" y="582208"/>
                  </a:lnTo>
                  <a:lnTo>
                    <a:pt x="1825036" y="573979"/>
                  </a:lnTo>
                  <a:lnTo>
                    <a:pt x="1825878" y="564646"/>
                  </a:lnTo>
                  <a:lnTo>
                    <a:pt x="1826719" y="555240"/>
                  </a:lnTo>
                  <a:lnTo>
                    <a:pt x="1827560" y="544481"/>
                  </a:lnTo>
                  <a:lnTo>
                    <a:pt x="1828401" y="533219"/>
                  </a:lnTo>
                  <a:lnTo>
                    <a:pt x="1829242" y="522975"/>
                  </a:lnTo>
                  <a:lnTo>
                    <a:pt x="1830084" y="513370"/>
                  </a:lnTo>
                  <a:lnTo>
                    <a:pt x="1830925" y="504450"/>
                  </a:lnTo>
                  <a:lnTo>
                    <a:pt x="1831766" y="496168"/>
                  </a:lnTo>
                  <a:lnTo>
                    <a:pt x="1832607" y="487881"/>
                  </a:lnTo>
                  <a:lnTo>
                    <a:pt x="1833448" y="479188"/>
                  </a:lnTo>
                  <a:lnTo>
                    <a:pt x="1834290" y="470829"/>
                  </a:lnTo>
                  <a:lnTo>
                    <a:pt x="1835131" y="462734"/>
                  </a:lnTo>
                  <a:lnTo>
                    <a:pt x="1835972" y="454891"/>
                  </a:lnTo>
                  <a:lnTo>
                    <a:pt x="1836813" y="443741"/>
                  </a:lnTo>
                  <a:lnTo>
                    <a:pt x="1837654" y="433867"/>
                  </a:lnTo>
                  <a:lnTo>
                    <a:pt x="1838496" y="424801"/>
                  </a:lnTo>
                  <a:lnTo>
                    <a:pt x="1839337" y="416085"/>
                  </a:lnTo>
                  <a:lnTo>
                    <a:pt x="1840178" y="408792"/>
                  </a:lnTo>
                  <a:lnTo>
                    <a:pt x="1841019" y="403076"/>
                  </a:lnTo>
                  <a:lnTo>
                    <a:pt x="1841860" y="398083"/>
                  </a:lnTo>
                  <a:lnTo>
                    <a:pt x="1842702" y="394026"/>
                  </a:lnTo>
                  <a:lnTo>
                    <a:pt x="1843543" y="392802"/>
                  </a:lnTo>
                  <a:lnTo>
                    <a:pt x="1844384" y="392967"/>
                  </a:lnTo>
                  <a:lnTo>
                    <a:pt x="1845225" y="392630"/>
                  </a:lnTo>
                  <a:lnTo>
                    <a:pt x="1846066" y="392173"/>
                  </a:lnTo>
                  <a:lnTo>
                    <a:pt x="1846908" y="391058"/>
                  </a:lnTo>
                  <a:lnTo>
                    <a:pt x="1847749" y="388624"/>
                  </a:lnTo>
                  <a:lnTo>
                    <a:pt x="1848590" y="386374"/>
                  </a:lnTo>
                  <a:lnTo>
                    <a:pt x="1849431" y="385207"/>
                  </a:lnTo>
                  <a:lnTo>
                    <a:pt x="1850272" y="384885"/>
                  </a:lnTo>
                  <a:lnTo>
                    <a:pt x="1851114" y="385303"/>
                  </a:lnTo>
                  <a:lnTo>
                    <a:pt x="1851955" y="388111"/>
                  </a:lnTo>
                  <a:lnTo>
                    <a:pt x="1852796" y="391143"/>
                  </a:lnTo>
                  <a:lnTo>
                    <a:pt x="1853637" y="395425"/>
                  </a:lnTo>
                  <a:lnTo>
                    <a:pt x="1854478" y="399740"/>
                  </a:lnTo>
                  <a:lnTo>
                    <a:pt x="1855320" y="403877"/>
                  </a:lnTo>
                  <a:lnTo>
                    <a:pt x="1856161" y="407802"/>
                  </a:lnTo>
                  <a:lnTo>
                    <a:pt x="1857002" y="411760"/>
                  </a:lnTo>
                  <a:lnTo>
                    <a:pt x="1857843" y="415968"/>
                  </a:lnTo>
                  <a:lnTo>
                    <a:pt x="1858684" y="420859"/>
                  </a:lnTo>
                  <a:lnTo>
                    <a:pt x="1859526" y="428020"/>
                  </a:lnTo>
                  <a:lnTo>
                    <a:pt x="1860367" y="435010"/>
                  </a:lnTo>
                  <a:lnTo>
                    <a:pt x="1861208" y="441785"/>
                  </a:lnTo>
                  <a:lnTo>
                    <a:pt x="1862049" y="448104"/>
                  </a:lnTo>
                  <a:lnTo>
                    <a:pt x="1862890" y="457625"/>
                  </a:lnTo>
                  <a:lnTo>
                    <a:pt x="1863732" y="466784"/>
                  </a:lnTo>
                  <a:lnTo>
                    <a:pt x="1864573" y="475070"/>
                  </a:lnTo>
                  <a:lnTo>
                    <a:pt x="1865414" y="481074"/>
                  </a:lnTo>
                  <a:lnTo>
                    <a:pt x="1866255" y="486637"/>
                  </a:lnTo>
                  <a:lnTo>
                    <a:pt x="1867096" y="490640"/>
                  </a:lnTo>
                  <a:lnTo>
                    <a:pt x="1867938" y="493079"/>
                  </a:lnTo>
                  <a:lnTo>
                    <a:pt x="1868779" y="495060"/>
                  </a:lnTo>
                  <a:lnTo>
                    <a:pt x="1869620" y="496176"/>
                  </a:lnTo>
                  <a:lnTo>
                    <a:pt x="1870461" y="497078"/>
                  </a:lnTo>
                  <a:lnTo>
                    <a:pt x="1871302" y="497186"/>
                  </a:lnTo>
                  <a:lnTo>
                    <a:pt x="1872144" y="497558"/>
                  </a:lnTo>
                  <a:lnTo>
                    <a:pt x="1872985" y="498782"/>
                  </a:lnTo>
                  <a:lnTo>
                    <a:pt x="1873826" y="500107"/>
                  </a:lnTo>
                  <a:lnTo>
                    <a:pt x="1874667" y="500213"/>
                  </a:lnTo>
                  <a:lnTo>
                    <a:pt x="1875508" y="500790"/>
                  </a:lnTo>
                  <a:lnTo>
                    <a:pt x="1876350" y="500714"/>
                  </a:lnTo>
                  <a:lnTo>
                    <a:pt x="1877191" y="500494"/>
                  </a:lnTo>
                  <a:lnTo>
                    <a:pt x="1878032" y="500289"/>
                  </a:lnTo>
                  <a:lnTo>
                    <a:pt x="1878873" y="500494"/>
                  </a:lnTo>
                  <a:lnTo>
                    <a:pt x="1879714" y="501725"/>
                  </a:lnTo>
                  <a:lnTo>
                    <a:pt x="1880556" y="504535"/>
                  </a:lnTo>
                  <a:lnTo>
                    <a:pt x="1881397" y="507672"/>
                  </a:lnTo>
                  <a:lnTo>
                    <a:pt x="1882238" y="511106"/>
                  </a:lnTo>
                  <a:lnTo>
                    <a:pt x="1883079" y="514152"/>
                  </a:lnTo>
                  <a:lnTo>
                    <a:pt x="1883920" y="517396"/>
                  </a:lnTo>
                  <a:lnTo>
                    <a:pt x="1884762" y="520791"/>
                  </a:lnTo>
                  <a:lnTo>
                    <a:pt x="1885603" y="524164"/>
                  </a:lnTo>
                  <a:lnTo>
                    <a:pt x="1886444" y="527932"/>
                  </a:lnTo>
                  <a:lnTo>
                    <a:pt x="1887285" y="531935"/>
                  </a:lnTo>
                  <a:lnTo>
                    <a:pt x="1888126" y="535330"/>
                  </a:lnTo>
                  <a:lnTo>
                    <a:pt x="1888968" y="539326"/>
                  </a:lnTo>
                  <a:lnTo>
                    <a:pt x="1889809" y="540849"/>
                  </a:lnTo>
                  <a:lnTo>
                    <a:pt x="1890650" y="543167"/>
                  </a:lnTo>
                  <a:lnTo>
                    <a:pt x="1891491" y="546018"/>
                  </a:lnTo>
                  <a:lnTo>
                    <a:pt x="1892333" y="549883"/>
                  </a:lnTo>
                  <a:lnTo>
                    <a:pt x="1893174" y="554579"/>
                  </a:lnTo>
                  <a:lnTo>
                    <a:pt x="1894015" y="559967"/>
                  </a:lnTo>
                  <a:lnTo>
                    <a:pt x="1894856" y="566379"/>
                  </a:lnTo>
                  <a:lnTo>
                    <a:pt x="1895697" y="574316"/>
                  </a:lnTo>
                  <a:lnTo>
                    <a:pt x="1896539" y="583142"/>
                  </a:lnTo>
                  <a:lnTo>
                    <a:pt x="1897380" y="590436"/>
                  </a:lnTo>
                  <a:lnTo>
                    <a:pt x="1898221" y="597612"/>
                  </a:lnTo>
                  <a:lnTo>
                    <a:pt x="1899062" y="602017"/>
                  </a:lnTo>
                  <a:lnTo>
                    <a:pt x="1899903" y="604958"/>
                  </a:lnTo>
                  <a:lnTo>
                    <a:pt x="1900745" y="608175"/>
                  </a:lnTo>
                  <a:lnTo>
                    <a:pt x="1901586" y="611950"/>
                  </a:lnTo>
                  <a:lnTo>
                    <a:pt x="1902427" y="616427"/>
                  </a:lnTo>
                  <a:lnTo>
                    <a:pt x="1903268" y="619883"/>
                  </a:lnTo>
                  <a:lnTo>
                    <a:pt x="1904109" y="625492"/>
                  </a:lnTo>
                  <a:lnTo>
                    <a:pt x="1904951" y="630477"/>
                  </a:lnTo>
                  <a:lnTo>
                    <a:pt x="1905792" y="634562"/>
                  </a:lnTo>
                  <a:lnTo>
                    <a:pt x="1906633" y="637849"/>
                  </a:lnTo>
                  <a:lnTo>
                    <a:pt x="1907474" y="640651"/>
                  </a:lnTo>
                  <a:lnTo>
                    <a:pt x="1908315" y="643154"/>
                  </a:lnTo>
                  <a:lnTo>
                    <a:pt x="1909157" y="644985"/>
                  </a:lnTo>
                  <a:lnTo>
                    <a:pt x="1909998" y="645288"/>
                  </a:lnTo>
                  <a:lnTo>
                    <a:pt x="1910839" y="646492"/>
                  </a:lnTo>
                  <a:lnTo>
                    <a:pt x="1911680" y="649352"/>
                  </a:lnTo>
                  <a:lnTo>
                    <a:pt x="1912521" y="659193"/>
                  </a:lnTo>
                  <a:lnTo>
                    <a:pt x="1913363" y="674787"/>
                  </a:lnTo>
                  <a:lnTo>
                    <a:pt x="1914204" y="682842"/>
                  </a:lnTo>
                  <a:lnTo>
                    <a:pt x="1915045" y="690730"/>
                  </a:lnTo>
                  <a:lnTo>
                    <a:pt x="1915886" y="698907"/>
                  </a:lnTo>
                  <a:lnTo>
                    <a:pt x="1916727" y="707745"/>
                  </a:lnTo>
                  <a:lnTo>
                    <a:pt x="1917569" y="715989"/>
                  </a:lnTo>
                  <a:lnTo>
                    <a:pt x="1918410" y="720748"/>
                  </a:lnTo>
                  <a:lnTo>
                    <a:pt x="1919251" y="725231"/>
                  </a:lnTo>
                  <a:lnTo>
                    <a:pt x="1920092" y="728645"/>
                  </a:lnTo>
                  <a:lnTo>
                    <a:pt x="1920933" y="730687"/>
                  </a:lnTo>
                  <a:lnTo>
                    <a:pt x="1921775" y="732125"/>
                  </a:lnTo>
                  <a:lnTo>
                    <a:pt x="1922616" y="733271"/>
                  </a:lnTo>
                  <a:lnTo>
                    <a:pt x="1923457" y="735307"/>
                  </a:lnTo>
                  <a:lnTo>
                    <a:pt x="1924298" y="738725"/>
                  </a:lnTo>
                  <a:lnTo>
                    <a:pt x="1925139" y="739369"/>
                  </a:lnTo>
                  <a:lnTo>
                    <a:pt x="1925981" y="740754"/>
                  </a:lnTo>
                  <a:lnTo>
                    <a:pt x="1926822" y="737521"/>
                  </a:lnTo>
                  <a:lnTo>
                    <a:pt x="1927663" y="732732"/>
                  </a:lnTo>
                  <a:lnTo>
                    <a:pt x="1928504" y="726389"/>
                  </a:lnTo>
                  <a:lnTo>
                    <a:pt x="1929345" y="719141"/>
                  </a:lnTo>
                  <a:lnTo>
                    <a:pt x="1930187" y="711448"/>
                  </a:lnTo>
                  <a:lnTo>
                    <a:pt x="1931028" y="702289"/>
                  </a:lnTo>
                  <a:lnTo>
                    <a:pt x="1931869" y="694536"/>
                  </a:lnTo>
                  <a:lnTo>
                    <a:pt x="1932710" y="688354"/>
                  </a:lnTo>
                  <a:lnTo>
                    <a:pt x="1933551" y="683814"/>
                  </a:lnTo>
                  <a:lnTo>
                    <a:pt x="1934393" y="680305"/>
                  </a:lnTo>
                  <a:lnTo>
                    <a:pt x="1935234" y="677928"/>
                  </a:lnTo>
                  <a:lnTo>
                    <a:pt x="1936075" y="674798"/>
                  </a:lnTo>
                  <a:lnTo>
                    <a:pt x="1936916" y="670647"/>
                  </a:lnTo>
                  <a:lnTo>
                    <a:pt x="1937757" y="666228"/>
                  </a:lnTo>
                  <a:lnTo>
                    <a:pt x="1938599" y="660881"/>
                  </a:lnTo>
                  <a:lnTo>
                    <a:pt x="1939440" y="657580"/>
                  </a:lnTo>
                  <a:lnTo>
                    <a:pt x="1940281" y="654958"/>
                  </a:lnTo>
                  <a:lnTo>
                    <a:pt x="1941122" y="653242"/>
                  </a:lnTo>
                  <a:lnTo>
                    <a:pt x="1941963" y="651910"/>
                  </a:lnTo>
                  <a:lnTo>
                    <a:pt x="1942805" y="652697"/>
                  </a:lnTo>
                  <a:lnTo>
                    <a:pt x="1943646" y="654506"/>
                  </a:lnTo>
                  <a:lnTo>
                    <a:pt x="1944487" y="655736"/>
                  </a:lnTo>
                  <a:lnTo>
                    <a:pt x="1945328" y="654933"/>
                  </a:lnTo>
                  <a:lnTo>
                    <a:pt x="1946169" y="653345"/>
                  </a:lnTo>
                  <a:lnTo>
                    <a:pt x="1947011" y="651142"/>
                  </a:lnTo>
                  <a:lnTo>
                    <a:pt x="1947852" y="648646"/>
                  </a:lnTo>
                  <a:lnTo>
                    <a:pt x="1948693" y="646113"/>
                  </a:lnTo>
                  <a:lnTo>
                    <a:pt x="1949534" y="644129"/>
                  </a:lnTo>
                  <a:lnTo>
                    <a:pt x="1950375" y="641703"/>
                  </a:lnTo>
                  <a:lnTo>
                    <a:pt x="1951217" y="640128"/>
                  </a:lnTo>
                  <a:lnTo>
                    <a:pt x="1952058" y="638344"/>
                  </a:lnTo>
                  <a:lnTo>
                    <a:pt x="1952899" y="636466"/>
                  </a:lnTo>
                  <a:lnTo>
                    <a:pt x="1953740" y="630445"/>
                  </a:lnTo>
                  <a:lnTo>
                    <a:pt x="1954581" y="623940"/>
                  </a:lnTo>
                  <a:lnTo>
                    <a:pt x="1955423" y="618248"/>
                  </a:lnTo>
                  <a:lnTo>
                    <a:pt x="1956264" y="612956"/>
                  </a:lnTo>
                  <a:lnTo>
                    <a:pt x="1957105" y="607967"/>
                  </a:lnTo>
                  <a:lnTo>
                    <a:pt x="1957946" y="604836"/>
                  </a:lnTo>
                  <a:lnTo>
                    <a:pt x="1958787" y="604684"/>
                  </a:lnTo>
                  <a:lnTo>
                    <a:pt x="1959629" y="604242"/>
                  </a:lnTo>
                  <a:lnTo>
                    <a:pt x="1960470" y="603712"/>
                  </a:lnTo>
                  <a:lnTo>
                    <a:pt x="1961311" y="602493"/>
                  </a:lnTo>
                  <a:lnTo>
                    <a:pt x="1962152" y="600867"/>
                  </a:lnTo>
                  <a:lnTo>
                    <a:pt x="1962994" y="594563"/>
                  </a:lnTo>
                  <a:lnTo>
                    <a:pt x="1963835" y="592232"/>
                  </a:lnTo>
                  <a:lnTo>
                    <a:pt x="1964676" y="591307"/>
                  </a:lnTo>
                  <a:lnTo>
                    <a:pt x="1965517" y="593482"/>
                  </a:lnTo>
                  <a:lnTo>
                    <a:pt x="1966358" y="595552"/>
                  </a:lnTo>
                  <a:lnTo>
                    <a:pt x="1967200" y="599389"/>
                  </a:lnTo>
                  <a:lnTo>
                    <a:pt x="1968041" y="605613"/>
                  </a:lnTo>
                  <a:lnTo>
                    <a:pt x="1968882" y="611708"/>
                  </a:lnTo>
                  <a:lnTo>
                    <a:pt x="1969723" y="616142"/>
                  </a:lnTo>
                  <a:lnTo>
                    <a:pt x="1970564" y="619415"/>
                  </a:lnTo>
                  <a:lnTo>
                    <a:pt x="1971406" y="622488"/>
                  </a:lnTo>
                  <a:lnTo>
                    <a:pt x="1972247" y="626001"/>
                  </a:lnTo>
                  <a:lnTo>
                    <a:pt x="1973088" y="629704"/>
                  </a:lnTo>
                  <a:lnTo>
                    <a:pt x="1973929" y="634478"/>
                  </a:lnTo>
                  <a:lnTo>
                    <a:pt x="1974770" y="639014"/>
                  </a:lnTo>
                  <a:lnTo>
                    <a:pt x="1975612" y="643360"/>
                  </a:lnTo>
                  <a:lnTo>
                    <a:pt x="1976453" y="647333"/>
                  </a:lnTo>
                  <a:lnTo>
                    <a:pt x="1977294" y="650256"/>
                  </a:lnTo>
                  <a:lnTo>
                    <a:pt x="1978135" y="652825"/>
                  </a:lnTo>
                  <a:lnTo>
                    <a:pt x="1978976" y="653823"/>
                  </a:lnTo>
                  <a:lnTo>
                    <a:pt x="1979818" y="654384"/>
                  </a:lnTo>
                  <a:lnTo>
                    <a:pt x="1980659" y="655943"/>
                  </a:lnTo>
                  <a:lnTo>
                    <a:pt x="1981500" y="656173"/>
                  </a:lnTo>
                  <a:lnTo>
                    <a:pt x="1982341" y="654225"/>
                  </a:lnTo>
                  <a:lnTo>
                    <a:pt x="1983182" y="653351"/>
                  </a:lnTo>
                  <a:lnTo>
                    <a:pt x="1984024" y="653207"/>
                  </a:lnTo>
                  <a:lnTo>
                    <a:pt x="1984865" y="653616"/>
                  </a:lnTo>
                  <a:lnTo>
                    <a:pt x="1985706" y="654413"/>
                  </a:lnTo>
                  <a:lnTo>
                    <a:pt x="1986547" y="655445"/>
                  </a:lnTo>
                  <a:lnTo>
                    <a:pt x="1987388" y="657481"/>
                  </a:lnTo>
                  <a:lnTo>
                    <a:pt x="1988230" y="660742"/>
                  </a:lnTo>
                  <a:lnTo>
                    <a:pt x="1989071" y="664836"/>
                  </a:lnTo>
                  <a:lnTo>
                    <a:pt x="1989912" y="671229"/>
                  </a:lnTo>
                  <a:lnTo>
                    <a:pt x="1990753" y="679062"/>
                  </a:lnTo>
                  <a:lnTo>
                    <a:pt x="1991594" y="688040"/>
                  </a:lnTo>
                  <a:lnTo>
                    <a:pt x="1992436" y="697031"/>
                  </a:lnTo>
                  <a:lnTo>
                    <a:pt x="1993277" y="706432"/>
                  </a:lnTo>
                  <a:lnTo>
                    <a:pt x="1994118" y="716584"/>
                  </a:lnTo>
                  <a:lnTo>
                    <a:pt x="1994959" y="726527"/>
                  </a:lnTo>
                  <a:lnTo>
                    <a:pt x="1995800" y="736893"/>
                  </a:lnTo>
                  <a:lnTo>
                    <a:pt x="1996642" y="747370"/>
                  </a:lnTo>
                  <a:lnTo>
                    <a:pt x="1997483" y="757318"/>
                  </a:lnTo>
                  <a:lnTo>
                    <a:pt x="1998324" y="766757"/>
                  </a:lnTo>
                  <a:lnTo>
                    <a:pt x="1999165" y="775340"/>
                  </a:lnTo>
                  <a:lnTo>
                    <a:pt x="2000006" y="783627"/>
                  </a:lnTo>
                  <a:lnTo>
                    <a:pt x="2000848" y="791998"/>
                  </a:lnTo>
                  <a:lnTo>
                    <a:pt x="2001689" y="800510"/>
                  </a:lnTo>
                  <a:lnTo>
                    <a:pt x="2002530" y="807177"/>
                  </a:lnTo>
                  <a:lnTo>
                    <a:pt x="2003371" y="813665"/>
                  </a:lnTo>
                  <a:lnTo>
                    <a:pt x="2004212" y="819992"/>
                  </a:lnTo>
                  <a:lnTo>
                    <a:pt x="2005054" y="827284"/>
                  </a:lnTo>
                  <a:lnTo>
                    <a:pt x="2005895" y="832860"/>
                  </a:lnTo>
                  <a:lnTo>
                    <a:pt x="2006736" y="837144"/>
                  </a:lnTo>
                  <a:lnTo>
                    <a:pt x="2007577" y="841056"/>
                  </a:lnTo>
                  <a:lnTo>
                    <a:pt x="2008418" y="843669"/>
                  </a:lnTo>
                  <a:lnTo>
                    <a:pt x="2009260" y="844672"/>
                  </a:lnTo>
                  <a:lnTo>
                    <a:pt x="2010101" y="844725"/>
                  </a:lnTo>
                  <a:lnTo>
                    <a:pt x="2010942" y="844619"/>
                  </a:lnTo>
                  <a:lnTo>
                    <a:pt x="2011783" y="844672"/>
                  </a:lnTo>
                  <a:lnTo>
                    <a:pt x="2012624" y="843965"/>
                  </a:lnTo>
                  <a:lnTo>
                    <a:pt x="2013466" y="841823"/>
                  </a:lnTo>
                  <a:lnTo>
                    <a:pt x="2014307" y="837979"/>
                  </a:lnTo>
                  <a:lnTo>
                    <a:pt x="2015148" y="832115"/>
                  </a:lnTo>
                  <a:lnTo>
                    <a:pt x="2015989" y="824200"/>
                  </a:lnTo>
                  <a:lnTo>
                    <a:pt x="2016830" y="814317"/>
                  </a:lnTo>
                  <a:lnTo>
                    <a:pt x="2017672" y="802741"/>
                  </a:lnTo>
                  <a:lnTo>
                    <a:pt x="2018513" y="790663"/>
                  </a:lnTo>
                  <a:lnTo>
                    <a:pt x="2019354" y="777665"/>
                  </a:lnTo>
                  <a:lnTo>
                    <a:pt x="2020195" y="767746"/>
                  </a:lnTo>
                  <a:lnTo>
                    <a:pt x="2021036" y="757719"/>
                  </a:lnTo>
                  <a:lnTo>
                    <a:pt x="2021878" y="746354"/>
                  </a:lnTo>
                  <a:lnTo>
                    <a:pt x="2022719" y="734255"/>
                  </a:lnTo>
                  <a:lnTo>
                    <a:pt x="2023560" y="721899"/>
                  </a:lnTo>
                  <a:lnTo>
                    <a:pt x="2024401" y="709889"/>
                  </a:lnTo>
                  <a:lnTo>
                    <a:pt x="2025242" y="698063"/>
                  </a:lnTo>
                  <a:lnTo>
                    <a:pt x="2026084" y="687383"/>
                  </a:lnTo>
                  <a:lnTo>
                    <a:pt x="2026925" y="677424"/>
                  </a:lnTo>
                  <a:lnTo>
                    <a:pt x="2027766" y="668254"/>
                  </a:lnTo>
                  <a:lnTo>
                    <a:pt x="2028607" y="660083"/>
                  </a:lnTo>
                  <a:lnTo>
                    <a:pt x="2029448" y="651985"/>
                  </a:lnTo>
                  <a:lnTo>
                    <a:pt x="2030290" y="644970"/>
                  </a:lnTo>
                  <a:lnTo>
                    <a:pt x="2031131" y="638721"/>
                  </a:lnTo>
                  <a:lnTo>
                    <a:pt x="2031972" y="633158"/>
                  </a:lnTo>
                  <a:lnTo>
                    <a:pt x="2032813" y="627668"/>
                  </a:lnTo>
                  <a:lnTo>
                    <a:pt x="2033655" y="624424"/>
                  </a:lnTo>
                  <a:lnTo>
                    <a:pt x="2034496" y="621438"/>
                  </a:lnTo>
                  <a:lnTo>
                    <a:pt x="2035337" y="616873"/>
                  </a:lnTo>
                  <a:lnTo>
                    <a:pt x="2036178" y="612953"/>
                  </a:lnTo>
                  <a:lnTo>
                    <a:pt x="2037019" y="608844"/>
                  </a:lnTo>
                  <a:lnTo>
                    <a:pt x="2037861" y="604356"/>
                  </a:lnTo>
                  <a:lnTo>
                    <a:pt x="2038702" y="598934"/>
                  </a:lnTo>
                  <a:lnTo>
                    <a:pt x="2039543" y="592954"/>
                  </a:lnTo>
                  <a:lnTo>
                    <a:pt x="2040384" y="587341"/>
                  </a:lnTo>
                  <a:lnTo>
                    <a:pt x="2041225" y="582045"/>
                  </a:lnTo>
                  <a:lnTo>
                    <a:pt x="2042067" y="577849"/>
                  </a:lnTo>
                  <a:lnTo>
                    <a:pt x="2042908" y="577609"/>
                  </a:lnTo>
                  <a:lnTo>
                    <a:pt x="2043749" y="577461"/>
                  </a:lnTo>
                  <a:lnTo>
                    <a:pt x="2044590" y="577700"/>
                  </a:lnTo>
                  <a:lnTo>
                    <a:pt x="2045431" y="577321"/>
                  </a:lnTo>
                  <a:lnTo>
                    <a:pt x="2046273" y="575250"/>
                  </a:lnTo>
                  <a:lnTo>
                    <a:pt x="2047114" y="571275"/>
                  </a:lnTo>
                  <a:lnTo>
                    <a:pt x="2047955" y="565914"/>
                  </a:lnTo>
                  <a:lnTo>
                    <a:pt x="2048796" y="559429"/>
                  </a:lnTo>
                  <a:lnTo>
                    <a:pt x="2049637" y="552610"/>
                  </a:lnTo>
                  <a:lnTo>
                    <a:pt x="2050479" y="546095"/>
                  </a:lnTo>
                  <a:lnTo>
                    <a:pt x="2051320" y="540308"/>
                  </a:lnTo>
                  <a:lnTo>
                    <a:pt x="2052161" y="534926"/>
                  </a:lnTo>
                  <a:lnTo>
                    <a:pt x="2053002" y="529407"/>
                  </a:lnTo>
                  <a:lnTo>
                    <a:pt x="2053843" y="523970"/>
                  </a:lnTo>
                  <a:lnTo>
                    <a:pt x="2054685" y="518250"/>
                  </a:lnTo>
                  <a:lnTo>
                    <a:pt x="2055526" y="511834"/>
                  </a:lnTo>
                  <a:lnTo>
                    <a:pt x="2056367" y="505768"/>
                  </a:lnTo>
                  <a:lnTo>
                    <a:pt x="2057208" y="499766"/>
                  </a:lnTo>
                  <a:lnTo>
                    <a:pt x="2058049" y="491365"/>
                  </a:lnTo>
                  <a:lnTo>
                    <a:pt x="2058891" y="487445"/>
                  </a:lnTo>
                  <a:lnTo>
                    <a:pt x="2059732" y="485430"/>
                  </a:lnTo>
                  <a:lnTo>
                    <a:pt x="2060573" y="485450"/>
                  </a:lnTo>
                  <a:lnTo>
                    <a:pt x="2061414" y="484811"/>
                  </a:lnTo>
                  <a:lnTo>
                    <a:pt x="2062255" y="483537"/>
                  </a:lnTo>
                  <a:lnTo>
                    <a:pt x="2063097" y="482054"/>
                  </a:lnTo>
                  <a:lnTo>
                    <a:pt x="2063938" y="479936"/>
                  </a:lnTo>
                  <a:lnTo>
                    <a:pt x="2064779" y="477646"/>
                  </a:lnTo>
                  <a:lnTo>
                    <a:pt x="2065620" y="475046"/>
                  </a:lnTo>
                  <a:lnTo>
                    <a:pt x="2066461" y="472327"/>
                  </a:lnTo>
                  <a:lnTo>
                    <a:pt x="2067303" y="469784"/>
                  </a:lnTo>
                  <a:lnTo>
                    <a:pt x="2068144" y="468514"/>
                  </a:lnTo>
                  <a:lnTo>
                    <a:pt x="2068985" y="467523"/>
                  </a:lnTo>
                  <a:lnTo>
                    <a:pt x="2069826" y="466125"/>
                  </a:lnTo>
                  <a:lnTo>
                    <a:pt x="2070667" y="464956"/>
                  </a:lnTo>
                  <a:lnTo>
                    <a:pt x="2071509" y="465044"/>
                  </a:lnTo>
                  <a:lnTo>
                    <a:pt x="2072350" y="462202"/>
                  </a:lnTo>
                  <a:lnTo>
                    <a:pt x="2073191" y="460736"/>
                  </a:lnTo>
                  <a:lnTo>
                    <a:pt x="2074032" y="457943"/>
                  </a:lnTo>
                  <a:lnTo>
                    <a:pt x="2074873" y="457159"/>
                  </a:lnTo>
                  <a:lnTo>
                    <a:pt x="2075715" y="457361"/>
                  </a:lnTo>
                  <a:lnTo>
                    <a:pt x="2076556" y="458231"/>
                  </a:lnTo>
                  <a:lnTo>
                    <a:pt x="2077397" y="460560"/>
                  </a:lnTo>
                  <a:lnTo>
                    <a:pt x="2078238" y="464519"/>
                  </a:lnTo>
                  <a:lnTo>
                    <a:pt x="2079079" y="469685"/>
                  </a:lnTo>
                  <a:lnTo>
                    <a:pt x="2079921" y="475738"/>
                  </a:lnTo>
                  <a:lnTo>
                    <a:pt x="2080762" y="478731"/>
                  </a:lnTo>
                  <a:lnTo>
                    <a:pt x="2081603" y="482621"/>
                  </a:lnTo>
                  <a:lnTo>
                    <a:pt x="2082444" y="487387"/>
                  </a:lnTo>
                  <a:lnTo>
                    <a:pt x="2083285" y="491649"/>
                  </a:lnTo>
                  <a:lnTo>
                    <a:pt x="2084127" y="495653"/>
                  </a:lnTo>
                  <a:lnTo>
                    <a:pt x="2084968" y="499035"/>
                  </a:lnTo>
                  <a:lnTo>
                    <a:pt x="2085809" y="502037"/>
                  </a:lnTo>
                  <a:lnTo>
                    <a:pt x="2086650" y="508762"/>
                  </a:lnTo>
                  <a:lnTo>
                    <a:pt x="2087491" y="515397"/>
                  </a:lnTo>
                  <a:lnTo>
                    <a:pt x="2088333" y="521786"/>
                  </a:lnTo>
                  <a:lnTo>
                    <a:pt x="2089174" y="528598"/>
                  </a:lnTo>
                  <a:lnTo>
                    <a:pt x="2090015" y="534816"/>
                  </a:lnTo>
                  <a:lnTo>
                    <a:pt x="2090856" y="540850"/>
                  </a:lnTo>
                  <a:lnTo>
                    <a:pt x="2091697" y="546888"/>
                  </a:lnTo>
                  <a:lnTo>
                    <a:pt x="2092539" y="553554"/>
                  </a:lnTo>
                  <a:lnTo>
                    <a:pt x="2093380" y="560641"/>
                  </a:lnTo>
                  <a:lnTo>
                    <a:pt x="2094221" y="567347"/>
                  </a:lnTo>
                  <a:lnTo>
                    <a:pt x="2095062" y="578065"/>
                  </a:lnTo>
                  <a:lnTo>
                    <a:pt x="2095903" y="590204"/>
                  </a:lnTo>
                  <a:lnTo>
                    <a:pt x="2096745" y="603619"/>
                  </a:lnTo>
                  <a:lnTo>
                    <a:pt x="2097586" y="617687"/>
                  </a:lnTo>
                  <a:lnTo>
                    <a:pt x="2098427" y="632112"/>
                  </a:lnTo>
                  <a:lnTo>
                    <a:pt x="2099268" y="646127"/>
                  </a:lnTo>
                  <a:lnTo>
                    <a:pt x="2100109" y="659550"/>
                  </a:lnTo>
                  <a:lnTo>
                    <a:pt x="2100951" y="672053"/>
                  </a:lnTo>
                  <a:lnTo>
                    <a:pt x="2101792" y="683546"/>
                  </a:lnTo>
                  <a:lnTo>
                    <a:pt x="2102633" y="694728"/>
                  </a:lnTo>
                  <a:lnTo>
                    <a:pt x="2103474" y="705370"/>
                  </a:lnTo>
                  <a:lnTo>
                    <a:pt x="2104316" y="716271"/>
                  </a:lnTo>
                  <a:lnTo>
                    <a:pt x="2105157" y="727544"/>
                  </a:lnTo>
                  <a:lnTo>
                    <a:pt x="2105998" y="738665"/>
                  </a:lnTo>
                  <a:lnTo>
                    <a:pt x="2106839" y="750735"/>
                  </a:lnTo>
                  <a:lnTo>
                    <a:pt x="2107680" y="762988"/>
                  </a:lnTo>
                  <a:lnTo>
                    <a:pt x="2108522" y="774420"/>
                  </a:lnTo>
                  <a:lnTo>
                    <a:pt x="2109363" y="784409"/>
                  </a:lnTo>
                  <a:lnTo>
                    <a:pt x="2110204" y="793707"/>
                  </a:lnTo>
                  <a:lnTo>
                    <a:pt x="2111045" y="802891"/>
                  </a:lnTo>
                  <a:lnTo>
                    <a:pt x="2111886" y="811877"/>
                  </a:lnTo>
                  <a:lnTo>
                    <a:pt x="2112728" y="821008"/>
                  </a:lnTo>
                  <a:lnTo>
                    <a:pt x="2113569" y="832090"/>
                  </a:lnTo>
                  <a:lnTo>
                    <a:pt x="2114410" y="844237"/>
                  </a:lnTo>
                  <a:lnTo>
                    <a:pt x="2115251" y="856657"/>
                  </a:lnTo>
                  <a:lnTo>
                    <a:pt x="2116092" y="870336"/>
                  </a:lnTo>
                  <a:lnTo>
                    <a:pt x="2116934" y="884130"/>
                  </a:lnTo>
                  <a:lnTo>
                    <a:pt x="2117775" y="897234"/>
                  </a:lnTo>
                  <a:lnTo>
                    <a:pt x="2118616" y="909689"/>
                  </a:lnTo>
                  <a:lnTo>
                    <a:pt x="2119457" y="920637"/>
                  </a:lnTo>
                  <a:lnTo>
                    <a:pt x="2120298" y="931469"/>
                  </a:lnTo>
                  <a:lnTo>
                    <a:pt x="2121140" y="942444"/>
                  </a:lnTo>
                  <a:lnTo>
                    <a:pt x="2121981" y="954750"/>
                  </a:lnTo>
                  <a:lnTo>
                    <a:pt x="2122822" y="967702"/>
                  </a:lnTo>
                  <a:lnTo>
                    <a:pt x="2123663" y="980630"/>
                  </a:lnTo>
                  <a:lnTo>
                    <a:pt x="2124504" y="993859"/>
                  </a:lnTo>
                  <a:lnTo>
                    <a:pt x="2125346" y="1006860"/>
                  </a:lnTo>
                  <a:lnTo>
                    <a:pt x="2126187" y="1018051"/>
                  </a:lnTo>
                  <a:lnTo>
                    <a:pt x="2127028" y="1028668"/>
                  </a:lnTo>
                  <a:lnTo>
                    <a:pt x="2127869" y="1039485"/>
                  </a:lnTo>
                  <a:lnTo>
                    <a:pt x="2128710" y="1050406"/>
                  </a:lnTo>
                  <a:lnTo>
                    <a:pt x="2129552" y="1062318"/>
                  </a:lnTo>
                  <a:lnTo>
                    <a:pt x="2130393" y="1074889"/>
                  </a:lnTo>
                  <a:lnTo>
                    <a:pt x="2131234" y="1089120"/>
                  </a:lnTo>
                  <a:lnTo>
                    <a:pt x="2132075" y="1098410"/>
                  </a:lnTo>
                  <a:lnTo>
                    <a:pt x="2132916" y="1106888"/>
                  </a:lnTo>
                  <a:lnTo>
                    <a:pt x="2133758" y="1112147"/>
                  </a:lnTo>
                  <a:lnTo>
                    <a:pt x="2134599" y="1116864"/>
                  </a:lnTo>
                  <a:lnTo>
                    <a:pt x="2135440" y="1119857"/>
                  </a:lnTo>
                  <a:lnTo>
                    <a:pt x="2136281" y="1122782"/>
                  </a:lnTo>
                  <a:lnTo>
                    <a:pt x="2137122" y="1123754"/>
                  </a:lnTo>
                  <a:lnTo>
                    <a:pt x="2137964" y="1124645"/>
                  </a:lnTo>
                  <a:lnTo>
                    <a:pt x="2138805" y="1126150"/>
                  </a:lnTo>
                  <a:lnTo>
                    <a:pt x="2139646" y="1126958"/>
                  </a:lnTo>
                  <a:lnTo>
                    <a:pt x="2140487" y="1127157"/>
                  </a:lnTo>
                  <a:lnTo>
                    <a:pt x="2141328" y="1126486"/>
                  </a:lnTo>
                  <a:lnTo>
                    <a:pt x="2142170" y="1124556"/>
                  </a:lnTo>
                  <a:lnTo>
                    <a:pt x="2143011" y="1121658"/>
                  </a:lnTo>
                  <a:lnTo>
                    <a:pt x="2143852" y="1118304"/>
                  </a:lnTo>
                  <a:lnTo>
                    <a:pt x="2144693" y="1114578"/>
                  </a:lnTo>
                  <a:lnTo>
                    <a:pt x="2145534" y="1111101"/>
                  </a:lnTo>
                  <a:lnTo>
                    <a:pt x="2146376" y="1107515"/>
                  </a:lnTo>
                  <a:lnTo>
                    <a:pt x="2147217" y="1105316"/>
                  </a:lnTo>
                  <a:lnTo>
                    <a:pt x="2148058" y="1104585"/>
                  </a:lnTo>
                  <a:lnTo>
                    <a:pt x="2148899" y="1102688"/>
                  </a:lnTo>
                  <a:lnTo>
                    <a:pt x="2149740" y="1101817"/>
                  </a:lnTo>
                  <a:lnTo>
                    <a:pt x="2150582" y="1103925"/>
                  </a:lnTo>
                  <a:lnTo>
                    <a:pt x="2151423" y="1104584"/>
                  </a:lnTo>
                  <a:lnTo>
                    <a:pt x="2152264" y="1104546"/>
                  </a:lnTo>
                  <a:lnTo>
                    <a:pt x="2153105" y="1103534"/>
                  </a:lnTo>
                  <a:lnTo>
                    <a:pt x="2153946" y="1101981"/>
                  </a:lnTo>
                  <a:lnTo>
                    <a:pt x="2154788" y="1102980"/>
                  </a:lnTo>
                  <a:lnTo>
                    <a:pt x="2155629" y="1102960"/>
                  </a:lnTo>
                  <a:lnTo>
                    <a:pt x="2156470" y="1103782"/>
                  </a:lnTo>
                  <a:lnTo>
                    <a:pt x="2157311" y="1105647"/>
                  </a:lnTo>
                  <a:lnTo>
                    <a:pt x="2158152" y="1105063"/>
                  </a:lnTo>
                  <a:lnTo>
                    <a:pt x="2158994" y="1103340"/>
                  </a:lnTo>
                  <a:lnTo>
                    <a:pt x="2159835" y="1100219"/>
                  </a:lnTo>
                  <a:lnTo>
                    <a:pt x="2160676" y="1096366"/>
                  </a:lnTo>
                  <a:lnTo>
                    <a:pt x="2161517" y="1092052"/>
                  </a:lnTo>
                  <a:lnTo>
                    <a:pt x="2162358" y="1087817"/>
                  </a:lnTo>
                  <a:lnTo>
                    <a:pt x="2163200" y="1083848"/>
                  </a:lnTo>
                  <a:lnTo>
                    <a:pt x="2164041" y="1080228"/>
                  </a:lnTo>
                  <a:lnTo>
                    <a:pt x="2164882" y="1076504"/>
                  </a:lnTo>
                  <a:lnTo>
                    <a:pt x="2165723" y="1072679"/>
                  </a:lnTo>
                  <a:lnTo>
                    <a:pt x="2166564" y="1068465"/>
                  </a:lnTo>
                  <a:lnTo>
                    <a:pt x="2167406" y="1064026"/>
                  </a:lnTo>
                  <a:lnTo>
                    <a:pt x="2168247" y="1059467"/>
                  </a:lnTo>
                  <a:lnTo>
                    <a:pt x="2169088" y="1053221"/>
                  </a:lnTo>
                  <a:lnTo>
                    <a:pt x="2169929" y="1044650"/>
                  </a:lnTo>
                  <a:lnTo>
                    <a:pt x="2170770" y="1035568"/>
                  </a:lnTo>
                  <a:lnTo>
                    <a:pt x="2171612" y="1022378"/>
                  </a:lnTo>
                  <a:lnTo>
                    <a:pt x="2172453" y="1010830"/>
                  </a:lnTo>
                  <a:lnTo>
                    <a:pt x="2173294" y="1002816"/>
                  </a:lnTo>
                  <a:lnTo>
                    <a:pt x="2174135" y="996556"/>
                  </a:lnTo>
                  <a:lnTo>
                    <a:pt x="2174977" y="990571"/>
                  </a:lnTo>
                  <a:lnTo>
                    <a:pt x="2175818" y="984494"/>
                  </a:lnTo>
                  <a:lnTo>
                    <a:pt x="2176659" y="978014"/>
                  </a:lnTo>
                  <a:lnTo>
                    <a:pt x="2177500" y="972932"/>
                  </a:lnTo>
                  <a:lnTo>
                    <a:pt x="2178341" y="968815"/>
                  </a:lnTo>
                  <a:lnTo>
                    <a:pt x="2179183" y="966285"/>
                  </a:lnTo>
                  <a:lnTo>
                    <a:pt x="2180024" y="964569"/>
                  </a:lnTo>
                  <a:lnTo>
                    <a:pt x="2180865" y="964462"/>
                  </a:lnTo>
                  <a:lnTo>
                    <a:pt x="2181706" y="966954"/>
                  </a:lnTo>
                  <a:lnTo>
                    <a:pt x="2182547" y="970646"/>
                  </a:lnTo>
                  <a:lnTo>
                    <a:pt x="2183389" y="977586"/>
                  </a:lnTo>
                  <a:lnTo>
                    <a:pt x="2184230" y="985221"/>
                  </a:lnTo>
                  <a:lnTo>
                    <a:pt x="2185071" y="993718"/>
                  </a:lnTo>
                  <a:lnTo>
                    <a:pt x="2185912" y="1004682"/>
                  </a:lnTo>
                  <a:lnTo>
                    <a:pt x="2186753" y="1015083"/>
                  </a:lnTo>
                  <a:lnTo>
                    <a:pt x="2187595" y="1025328"/>
                  </a:lnTo>
                  <a:lnTo>
                    <a:pt x="2188436" y="1032219"/>
                  </a:lnTo>
                  <a:lnTo>
                    <a:pt x="2189277" y="1039459"/>
                  </a:lnTo>
                  <a:lnTo>
                    <a:pt x="2190118" y="1046762"/>
                  </a:lnTo>
                  <a:lnTo>
                    <a:pt x="2190959" y="1054572"/>
                  </a:lnTo>
                  <a:lnTo>
                    <a:pt x="2191801" y="1062303"/>
                  </a:lnTo>
                  <a:lnTo>
                    <a:pt x="2192642" y="1069617"/>
                  </a:lnTo>
                  <a:lnTo>
                    <a:pt x="2193483" y="1076315"/>
                  </a:lnTo>
                  <a:lnTo>
                    <a:pt x="2194324" y="1081641"/>
                  </a:lnTo>
                  <a:lnTo>
                    <a:pt x="2195165" y="1086316"/>
                  </a:lnTo>
                  <a:lnTo>
                    <a:pt x="2196007" y="1090940"/>
                  </a:lnTo>
                  <a:lnTo>
                    <a:pt x="2196848" y="1095134"/>
                  </a:lnTo>
                  <a:lnTo>
                    <a:pt x="2197689" y="1097675"/>
                  </a:lnTo>
                  <a:lnTo>
                    <a:pt x="2198530" y="1096568"/>
                  </a:lnTo>
                  <a:lnTo>
                    <a:pt x="2199371" y="1095378"/>
                  </a:lnTo>
                  <a:lnTo>
                    <a:pt x="2200213" y="1093475"/>
                  </a:lnTo>
                  <a:lnTo>
                    <a:pt x="2201054" y="1090062"/>
                  </a:lnTo>
                  <a:lnTo>
                    <a:pt x="2201895" y="1088164"/>
                  </a:lnTo>
                  <a:lnTo>
                    <a:pt x="2202736" y="1087755"/>
                  </a:lnTo>
                  <a:lnTo>
                    <a:pt x="2203577" y="1088643"/>
                  </a:lnTo>
                  <a:lnTo>
                    <a:pt x="2204419" y="1089942"/>
                  </a:lnTo>
                  <a:lnTo>
                    <a:pt x="2205260" y="1091073"/>
                  </a:lnTo>
                  <a:lnTo>
                    <a:pt x="2206101" y="1092616"/>
                  </a:lnTo>
                  <a:lnTo>
                    <a:pt x="2206942" y="1094183"/>
                  </a:lnTo>
                  <a:lnTo>
                    <a:pt x="2207783" y="1095746"/>
                  </a:lnTo>
                  <a:lnTo>
                    <a:pt x="2208625" y="1096601"/>
                  </a:lnTo>
                  <a:lnTo>
                    <a:pt x="2209466" y="1097169"/>
                  </a:lnTo>
                  <a:lnTo>
                    <a:pt x="2210307" y="1096495"/>
                  </a:lnTo>
                  <a:lnTo>
                    <a:pt x="2211148" y="1093182"/>
                  </a:lnTo>
                  <a:lnTo>
                    <a:pt x="2211989" y="1090079"/>
                  </a:lnTo>
                  <a:lnTo>
                    <a:pt x="2212831" y="1087326"/>
                  </a:lnTo>
                  <a:lnTo>
                    <a:pt x="2213672" y="1085792"/>
                  </a:lnTo>
                  <a:lnTo>
                    <a:pt x="2214513" y="1085371"/>
                  </a:lnTo>
                  <a:lnTo>
                    <a:pt x="2215354" y="1086764"/>
                  </a:lnTo>
                  <a:lnTo>
                    <a:pt x="2216195" y="1088843"/>
                  </a:lnTo>
                  <a:lnTo>
                    <a:pt x="2217037" y="1089163"/>
                  </a:lnTo>
                  <a:lnTo>
                    <a:pt x="2217878" y="1090657"/>
                  </a:lnTo>
                  <a:lnTo>
                    <a:pt x="2218719" y="1091687"/>
                  </a:lnTo>
                  <a:lnTo>
                    <a:pt x="2219560" y="1093141"/>
                  </a:lnTo>
                  <a:lnTo>
                    <a:pt x="2220401" y="1095259"/>
                  </a:lnTo>
                  <a:lnTo>
                    <a:pt x="2221243" y="1098030"/>
                  </a:lnTo>
                  <a:lnTo>
                    <a:pt x="2222084" y="1101333"/>
                  </a:lnTo>
                  <a:lnTo>
                    <a:pt x="2222925" y="1104816"/>
                  </a:lnTo>
                  <a:lnTo>
                    <a:pt x="2223766" y="1107533"/>
                  </a:lnTo>
                  <a:lnTo>
                    <a:pt x="2224607" y="1109905"/>
                  </a:lnTo>
                  <a:lnTo>
                    <a:pt x="2225449" y="1112380"/>
                  </a:lnTo>
                  <a:lnTo>
                    <a:pt x="2226290" y="1118303"/>
                  </a:lnTo>
                  <a:lnTo>
                    <a:pt x="2227131" y="1119684"/>
                  </a:lnTo>
                  <a:lnTo>
                    <a:pt x="2227972" y="1117952"/>
                  </a:lnTo>
                  <a:lnTo>
                    <a:pt x="2228813" y="1114631"/>
                  </a:lnTo>
                  <a:lnTo>
                    <a:pt x="2229655" y="1111825"/>
                  </a:lnTo>
                  <a:lnTo>
                    <a:pt x="2230496" y="1108917"/>
                  </a:lnTo>
                  <a:lnTo>
                    <a:pt x="2231337" y="1104789"/>
                  </a:lnTo>
                  <a:lnTo>
                    <a:pt x="2232178" y="1095862"/>
                  </a:lnTo>
                  <a:lnTo>
                    <a:pt x="2233019" y="1085686"/>
                  </a:lnTo>
                  <a:lnTo>
                    <a:pt x="2233861" y="1074119"/>
                  </a:lnTo>
                  <a:lnTo>
                    <a:pt x="2234702" y="1062861"/>
                  </a:lnTo>
                  <a:lnTo>
                    <a:pt x="2235543" y="1051511"/>
                  </a:lnTo>
                  <a:lnTo>
                    <a:pt x="2236384" y="1039176"/>
                  </a:lnTo>
                  <a:lnTo>
                    <a:pt x="2237225" y="1026213"/>
                  </a:lnTo>
                  <a:lnTo>
                    <a:pt x="2238067" y="1013246"/>
                  </a:lnTo>
                  <a:lnTo>
                    <a:pt x="2238908" y="999793"/>
                  </a:lnTo>
                  <a:lnTo>
                    <a:pt x="2239749" y="985636"/>
                  </a:lnTo>
                  <a:lnTo>
                    <a:pt x="2240590" y="972416"/>
                  </a:lnTo>
                  <a:lnTo>
                    <a:pt x="2241431" y="958346"/>
                  </a:lnTo>
                  <a:lnTo>
                    <a:pt x="2242273" y="946830"/>
                  </a:lnTo>
                  <a:lnTo>
                    <a:pt x="2243114" y="939657"/>
                  </a:lnTo>
                  <a:lnTo>
                    <a:pt x="2243955" y="933580"/>
                  </a:lnTo>
                  <a:lnTo>
                    <a:pt x="2244796" y="927248"/>
                  </a:lnTo>
                  <a:lnTo>
                    <a:pt x="2245638" y="923610"/>
                  </a:lnTo>
                  <a:lnTo>
                    <a:pt x="2246479" y="920522"/>
                  </a:lnTo>
                  <a:lnTo>
                    <a:pt x="2247320" y="918767"/>
                  </a:lnTo>
                  <a:lnTo>
                    <a:pt x="2248161" y="917497"/>
                  </a:lnTo>
                  <a:lnTo>
                    <a:pt x="2249002" y="916771"/>
                  </a:lnTo>
                  <a:lnTo>
                    <a:pt x="2249844" y="916960"/>
                  </a:lnTo>
                  <a:lnTo>
                    <a:pt x="2250685" y="916779"/>
                  </a:lnTo>
                  <a:lnTo>
                    <a:pt x="2251526" y="916900"/>
                  </a:lnTo>
                  <a:lnTo>
                    <a:pt x="2252367" y="916995"/>
                  </a:lnTo>
                  <a:lnTo>
                    <a:pt x="2253208" y="917349"/>
                  </a:lnTo>
                  <a:lnTo>
                    <a:pt x="2254050" y="917896"/>
                  </a:lnTo>
                  <a:lnTo>
                    <a:pt x="2254891" y="917952"/>
                  </a:lnTo>
                  <a:lnTo>
                    <a:pt x="2255732" y="918899"/>
                  </a:lnTo>
                  <a:lnTo>
                    <a:pt x="2256573" y="920164"/>
                  </a:lnTo>
                  <a:lnTo>
                    <a:pt x="2257414" y="922348"/>
                  </a:lnTo>
                  <a:lnTo>
                    <a:pt x="2258256" y="925296"/>
                  </a:lnTo>
                  <a:lnTo>
                    <a:pt x="2259097" y="928084"/>
                  </a:lnTo>
                  <a:lnTo>
                    <a:pt x="2259938" y="929192"/>
                  </a:lnTo>
                  <a:lnTo>
                    <a:pt x="2260779" y="926817"/>
                  </a:lnTo>
                  <a:lnTo>
                    <a:pt x="2261620" y="923264"/>
                  </a:lnTo>
                  <a:lnTo>
                    <a:pt x="2262462" y="919280"/>
                  </a:lnTo>
                  <a:lnTo>
                    <a:pt x="2263303" y="916837"/>
                  </a:lnTo>
                  <a:lnTo>
                    <a:pt x="2264144" y="915182"/>
                  </a:lnTo>
                  <a:lnTo>
                    <a:pt x="2264985" y="913686"/>
                  </a:lnTo>
                  <a:lnTo>
                    <a:pt x="2265826" y="912529"/>
                  </a:lnTo>
                  <a:lnTo>
                    <a:pt x="2266668" y="911357"/>
                  </a:lnTo>
                  <a:lnTo>
                    <a:pt x="2267509" y="910523"/>
                  </a:lnTo>
                  <a:lnTo>
                    <a:pt x="2268350" y="909047"/>
                  </a:lnTo>
                  <a:lnTo>
                    <a:pt x="2269191" y="907326"/>
                  </a:lnTo>
                  <a:lnTo>
                    <a:pt x="2270032" y="904838"/>
                  </a:lnTo>
                  <a:lnTo>
                    <a:pt x="2270874" y="901682"/>
                  </a:lnTo>
                  <a:lnTo>
                    <a:pt x="2271715" y="897855"/>
                  </a:lnTo>
                  <a:lnTo>
                    <a:pt x="2272556" y="893886"/>
                  </a:lnTo>
                  <a:lnTo>
                    <a:pt x="2273397" y="889936"/>
                  </a:lnTo>
                  <a:lnTo>
                    <a:pt x="2274238" y="886262"/>
                  </a:lnTo>
                  <a:lnTo>
                    <a:pt x="2275080" y="882552"/>
                  </a:lnTo>
                  <a:lnTo>
                    <a:pt x="2275921" y="878709"/>
                  </a:lnTo>
                  <a:lnTo>
                    <a:pt x="2276762" y="874469"/>
                  </a:lnTo>
                  <a:lnTo>
                    <a:pt x="2277603" y="870998"/>
                  </a:lnTo>
                  <a:lnTo>
                    <a:pt x="2278444" y="866856"/>
                  </a:lnTo>
                  <a:lnTo>
                    <a:pt x="2279286" y="863413"/>
                  </a:lnTo>
                  <a:lnTo>
                    <a:pt x="2280127" y="859534"/>
                  </a:lnTo>
                  <a:lnTo>
                    <a:pt x="2280968" y="855440"/>
                  </a:lnTo>
                  <a:lnTo>
                    <a:pt x="2281809" y="851510"/>
                  </a:lnTo>
                  <a:lnTo>
                    <a:pt x="2282650" y="848065"/>
                  </a:lnTo>
                  <a:lnTo>
                    <a:pt x="2283492" y="845079"/>
                  </a:lnTo>
                  <a:lnTo>
                    <a:pt x="2284333" y="841722"/>
                  </a:lnTo>
                  <a:lnTo>
                    <a:pt x="2285174" y="838737"/>
                  </a:lnTo>
                  <a:lnTo>
                    <a:pt x="2286015" y="836500"/>
                  </a:lnTo>
                  <a:lnTo>
                    <a:pt x="2286856" y="834495"/>
                  </a:lnTo>
                  <a:lnTo>
                    <a:pt x="2287698" y="833374"/>
                  </a:lnTo>
                  <a:lnTo>
                    <a:pt x="2288539" y="832439"/>
                  </a:lnTo>
                  <a:lnTo>
                    <a:pt x="2289380" y="832234"/>
                  </a:lnTo>
                  <a:lnTo>
                    <a:pt x="2290221" y="832313"/>
                  </a:lnTo>
                  <a:lnTo>
                    <a:pt x="2291062" y="833186"/>
                  </a:lnTo>
                  <a:lnTo>
                    <a:pt x="2291904" y="834389"/>
                  </a:lnTo>
                  <a:lnTo>
                    <a:pt x="2292745" y="835913"/>
                  </a:lnTo>
                  <a:lnTo>
                    <a:pt x="2293586" y="837515"/>
                  </a:lnTo>
                  <a:lnTo>
                    <a:pt x="2294427" y="839116"/>
                  </a:lnTo>
                  <a:lnTo>
                    <a:pt x="2295268" y="840694"/>
                  </a:lnTo>
                  <a:lnTo>
                    <a:pt x="2296110" y="841962"/>
                  </a:lnTo>
                  <a:lnTo>
                    <a:pt x="2296951" y="842874"/>
                  </a:lnTo>
                  <a:lnTo>
                    <a:pt x="2297792" y="843382"/>
                  </a:lnTo>
                  <a:lnTo>
                    <a:pt x="2298633" y="843065"/>
                  </a:lnTo>
                  <a:lnTo>
                    <a:pt x="2299474" y="841503"/>
                  </a:lnTo>
                  <a:lnTo>
                    <a:pt x="2300316" y="841850"/>
                  </a:lnTo>
                  <a:lnTo>
                    <a:pt x="2301157" y="840493"/>
                  </a:lnTo>
                  <a:lnTo>
                    <a:pt x="2301998" y="837219"/>
                  </a:lnTo>
                  <a:lnTo>
                    <a:pt x="2302839" y="834507"/>
                  </a:lnTo>
                  <a:lnTo>
                    <a:pt x="2303680" y="831164"/>
                  </a:lnTo>
                  <a:lnTo>
                    <a:pt x="2304522" y="827495"/>
                  </a:lnTo>
                  <a:lnTo>
                    <a:pt x="2305363" y="824252"/>
                  </a:lnTo>
                  <a:lnTo>
                    <a:pt x="2306204" y="821677"/>
                  </a:lnTo>
                  <a:lnTo>
                    <a:pt x="2307045" y="820218"/>
                  </a:lnTo>
                  <a:lnTo>
                    <a:pt x="2307886" y="820590"/>
                  </a:lnTo>
                  <a:lnTo>
                    <a:pt x="2308728" y="822543"/>
                  </a:lnTo>
                  <a:lnTo>
                    <a:pt x="2309569" y="827412"/>
                  </a:lnTo>
                  <a:lnTo>
                    <a:pt x="2310410" y="833648"/>
                  </a:lnTo>
                  <a:lnTo>
                    <a:pt x="2311251" y="841305"/>
                  </a:lnTo>
                  <a:lnTo>
                    <a:pt x="2312092" y="849502"/>
                  </a:lnTo>
                  <a:lnTo>
                    <a:pt x="2312934" y="857592"/>
                  </a:lnTo>
                  <a:lnTo>
                    <a:pt x="2313775" y="866251"/>
                  </a:lnTo>
                  <a:lnTo>
                    <a:pt x="2314616" y="875192"/>
                  </a:lnTo>
                  <a:lnTo>
                    <a:pt x="2315457" y="883442"/>
                  </a:lnTo>
                  <a:lnTo>
                    <a:pt x="2316298" y="891182"/>
                  </a:lnTo>
                  <a:lnTo>
                    <a:pt x="2317140" y="899371"/>
                  </a:lnTo>
                  <a:lnTo>
                    <a:pt x="2317981" y="908068"/>
                  </a:lnTo>
                  <a:lnTo>
                    <a:pt x="2318822" y="916219"/>
                  </a:lnTo>
                  <a:lnTo>
                    <a:pt x="2319663" y="924074"/>
                  </a:lnTo>
                  <a:lnTo>
                    <a:pt x="2320505" y="931564"/>
                  </a:lnTo>
                  <a:lnTo>
                    <a:pt x="2321346" y="939069"/>
                  </a:lnTo>
                  <a:lnTo>
                    <a:pt x="2322187" y="946369"/>
                  </a:lnTo>
                  <a:lnTo>
                    <a:pt x="2323028" y="950094"/>
                  </a:lnTo>
                  <a:lnTo>
                    <a:pt x="2323869" y="953529"/>
                  </a:lnTo>
                  <a:lnTo>
                    <a:pt x="2324711" y="955016"/>
                  </a:lnTo>
                  <a:lnTo>
                    <a:pt x="2325552" y="954383"/>
                  </a:lnTo>
                  <a:lnTo>
                    <a:pt x="2326393" y="954397"/>
                  </a:lnTo>
                  <a:lnTo>
                    <a:pt x="2327234" y="954782"/>
                  </a:lnTo>
                  <a:lnTo>
                    <a:pt x="2328075" y="955624"/>
                  </a:lnTo>
                  <a:lnTo>
                    <a:pt x="2328917" y="957358"/>
                  </a:lnTo>
                  <a:lnTo>
                    <a:pt x="2329758" y="960214"/>
                  </a:lnTo>
                  <a:lnTo>
                    <a:pt x="2330599" y="963208"/>
                  </a:lnTo>
                  <a:lnTo>
                    <a:pt x="2331440" y="966760"/>
                  </a:lnTo>
                  <a:lnTo>
                    <a:pt x="2332281" y="970581"/>
                  </a:lnTo>
                  <a:lnTo>
                    <a:pt x="2333123" y="974833"/>
                  </a:lnTo>
                  <a:lnTo>
                    <a:pt x="2333964" y="979459"/>
                  </a:lnTo>
                  <a:lnTo>
                    <a:pt x="2334805" y="984395"/>
                  </a:lnTo>
                  <a:lnTo>
                    <a:pt x="2335646" y="990462"/>
                  </a:lnTo>
                  <a:lnTo>
                    <a:pt x="2336487" y="996798"/>
                  </a:lnTo>
                  <a:lnTo>
                    <a:pt x="2337329" y="1005036"/>
                  </a:lnTo>
                  <a:lnTo>
                    <a:pt x="2338170" y="1015928"/>
                  </a:lnTo>
                  <a:lnTo>
                    <a:pt x="2339011" y="1028702"/>
                  </a:lnTo>
                  <a:lnTo>
                    <a:pt x="2339852" y="1045413"/>
                  </a:lnTo>
                  <a:lnTo>
                    <a:pt x="2340693" y="1060773"/>
                  </a:lnTo>
                  <a:lnTo>
                    <a:pt x="2341535" y="1074560"/>
                  </a:lnTo>
                  <a:lnTo>
                    <a:pt x="2342376" y="1086577"/>
                  </a:lnTo>
                  <a:lnTo>
                    <a:pt x="2343217" y="1098086"/>
                  </a:lnTo>
                  <a:lnTo>
                    <a:pt x="2344058" y="1108599"/>
                  </a:lnTo>
                  <a:lnTo>
                    <a:pt x="2344899" y="1118899"/>
                  </a:lnTo>
                  <a:lnTo>
                    <a:pt x="2345741" y="1127756"/>
                  </a:lnTo>
                  <a:lnTo>
                    <a:pt x="2346582" y="1135725"/>
                  </a:lnTo>
                  <a:lnTo>
                    <a:pt x="2347423" y="1141430"/>
                  </a:lnTo>
                  <a:lnTo>
                    <a:pt x="2348264" y="1145045"/>
                  </a:lnTo>
                  <a:lnTo>
                    <a:pt x="2349105" y="1147377"/>
                  </a:lnTo>
                  <a:lnTo>
                    <a:pt x="2349947" y="1148259"/>
                  </a:lnTo>
                  <a:lnTo>
                    <a:pt x="2350788" y="1148722"/>
                  </a:lnTo>
                  <a:lnTo>
                    <a:pt x="2351629" y="1147510"/>
                  </a:lnTo>
                  <a:lnTo>
                    <a:pt x="2352470" y="1146590"/>
                  </a:lnTo>
                  <a:lnTo>
                    <a:pt x="2353311" y="1145476"/>
                  </a:lnTo>
                  <a:lnTo>
                    <a:pt x="2354153" y="1142168"/>
                  </a:lnTo>
                  <a:lnTo>
                    <a:pt x="2354994" y="1142080"/>
                  </a:lnTo>
                  <a:lnTo>
                    <a:pt x="2355835" y="1142787"/>
                  </a:lnTo>
                  <a:lnTo>
                    <a:pt x="2356676" y="1142167"/>
                  </a:lnTo>
                  <a:lnTo>
                    <a:pt x="2357517" y="1141795"/>
                  </a:lnTo>
                  <a:lnTo>
                    <a:pt x="2358359" y="1141647"/>
                  </a:lnTo>
                  <a:lnTo>
                    <a:pt x="2359200" y="1141557"/>
                  </a:lnTo>
                  <a:lnTo>
                    <a:pt x="2360041" y="1142724"/>
                  </a:lnTo>
                  <a:lnTo>
                    <a:pt x="2360882" y="1144862"/>
                  </a:lnTo>
                  <a:lnTo>
                    <a:pt x="2361723" y="1147427"/>
                  </a:lnTo>
                  <a:lnTo>
                    <a:pt x="2362565" y="1149798"/>
                  </a:lnTo>
                  <a:lnTo>
                    <a:pt x="2363406" y="1152068"/>
                  </a:lnTo>
                  <a:lnTo>
                    <a:pt x="2364247" y="1154217"/>
                  </a:lnTo>
                  <a:lnTo>
                    <a:pt x="2365088" y="1156768"/>
                  </a:lnTo>
                  <a:lnTo>
                    <a:pt x="2365929" y="1161798"/>
                  </a:lnTo>
                  <a:lnTo>
                    <a:pt x="2366771" y="1170624"/>
                  </a:lnTo>
                  <a:lnTo>
                    <a:pt x="2367612" y="1179367"/>
                  </a:lnTo>
                  <a:lnTo>
                    <a:pt x="2368453" y="1188710"/>
                  </a:lnTo>
                  <a:lnTo>
                    <a:pt x="2369294" y="1199438"/>
                  </a:lnTo>
                  <a:lnTo>
                    <a:pt x="2370135" y="1206385"/>
                  </a:lnTo>
                  <a:lnTo>
                    <a:pt x="2370977" y="1211350"/>
                  </a:lnTo>
                  <a:lnTo>
                    <a:pt x="2371818" y="1216288"/>
                  </a:lnTo>
                  <a:lnTo>
                    <a:pt x="2372659" y="1219061"/>
                  </a:lnTo>
                  <a:lnTo>
                    <a:pt x="2373500" y="1220847"/>
                  </a:lnTo>
                  <a:lnTo>
                    <a:pt x="2374341" y="1222328"/>
                  </a:lnTo>
                  <a:lnTo>
                    <a:pt x="2375183" y="1224323"/>
                  </a:lnTo>
                  <a:lnTo>
                    <a:pt x="2376024" y="1226467"/>
                  </a:lnTo>
                  <a:lnTo>
                    <a:pt x="2376865" y="1227633"/>
                  </a:lnTo>
                  <a:lnTo>
                    <a:pt x="2377706" y="1227437"/>
                  </a:lnTo>
                  <a:lnTo>
                    <a:pt x="2378547" y="1229708"/>
                  </a:lnTo>
                  <a:lnTo>
                    <a:pt x="2379389" y="1232158"/>
                  </a:lnTo>
                  <a:lnTo>
                    <a:pt x="2380230" y="1234059"/>
                  </a:lnTo>
                  <a:lnTo>
                    <a:pt x="2381071" y="1234302"/>
                  </a:lnTo>
                  <a:lnTo>
                    <a:pt x="2381912" y="1233053"/>
                  </a:lnTo>
                  <a:lnTo>
                    <a:pt x="2382753" y="1231924"/>
                  </a:lnTo>
                  <a:lnTo>
                    <a:pt x="2383595" y="1230597"/>
                  </a:lnTo>
                  <a:lnTo>
                    <a:pt x="2384436" y="1231405"/>
                  </a:lnTo>
                  <a:lnTo>
                    <a:pt x="2385277" y="1234435"/>
                  </a:lnTo>
                  <a:lnTo>
                    <a:pt x="2386118" y="1236491"/>
                  </a:lnTo>
                  <a:lnTo>
                    <a:pt x="2386959" y="1238511"/>
                  </a:lnTo>
                  <a:lnTo>
                    <a:pt x="2387801" y="1240151"/>
                  </a:lnTo>
                  <a:lnTo>
                    <a:pt x="2388642" y="1241126"/>
                  </a:lnTo>
                  <a:lnTo>
                    <a:pt x="2389483" y="1242035"/>
                  </a:lnTo>
                  <a:lnTo>
                    <a:pt x="2390324" y="1242667"/>
                  </a:lnTo>
                  <a:lnTo>
                    <a:pt x="2391166" y="1242445"/>
                  </a:lnTo>
                  <a:lnTo>
                    <a:pt x="2392007" y="1243373"/>
                  </a:lnTo>
                  <a:lnTo>
                    <a:pt x="2392848" y="1242068"/>
                  </a:lnTo>
                  <a:lnTo>
                    <a:pt x="2393689" y="1241175"/>
                  </a:lnTo>
                  <a:lnTo>
                    <a:pt x="2394530" y="1240494"/>
                  </a:lnTo>
                  <a:lnTo>
                    <a:pt x="2395372" y="1240247"/>
                  </a:lnTo>
                  <a:lnTo>
                    <a:pt x="2396213" y="1241470"/>
                  </a:lnTo>
                  <a:lnTo>
                    <a:pt x="2397054" y="1242175"/>
                  </a:lnTo>
                  <a:lnTo>
                    <a:pt x="2397895" y="1242730"/>
                  </a:lnTo>
                  <a:lnTo>
                    <a:pt x="2398736" y="1243568"/>
                  </a:lnTo>
                  <a:lnTo>
                    <a:pt x="2399578" y="1245546"/>
                  </a:lnTo>
                  <a:lnTo>
                    <a:pt x="2400419" y="1254606"/>
                  </a:lnTo>
                  <a:lnTo>
                    <a:pt x="2401260" y="1264945"/>
                  </a:lnTo>
                  <a:lnTo>
                    <a:pt x="2402101" y="1276221"/>
                  </a:lnTo>
                  <a:lnTo>
                    <a:pt x="2402942" y="1287999"/>
                  </a:lnTo>
                  <a:lnTo>
                    <a:pt x="2403784" y="1300988"/>
                  </a:lnTo>
                  <a:lnTo>
                    <a:pt x="2404625" y="1315168"/>
                  </a:lnTo>
                  <a:lnTo>
                    <a:pt x="2405466" y="1330919"/>
                  </a:lnTo>
                  <a:lnTo>
                    <a:pt x="2406307" y="1347637"/>
                  </a:lnTo>
                  <a:lnTo>
                    <a:pt x="2407148" y="1364953"/>
                  </a:lnTo>
                  <a:lnTo>
                    <a:pt x="2407990" y="1382939"/>
                  </a:lnTo>
                  <a:lnTo>
                    <a:pt x="2408831" y="1401967"/>
                  </a:lnTo>
                  <a:lnTo>
                    <a:pt x="2409672" y="1421970"/>
                  </a:lnTo>
                  <a:lnTo>
                    <a:pt x="2410513" y="1442371"/>
                  </a:lnTo>
                  <a:lnTo>
                    <a:pt x="2411354" y="1457531"/>
                  </a:lnTo>
                  <a:lnTo>
                    <a:pt x="2412196" y="1470872"/>
                  </a:lnTo>
                  <a:lnTo>
                    <a:pt x="2413037" y="1484274"/>
                  </a:lnTo>
                  <a:lnTo>
                    <a:pt x="2413878" y="1494881"/>
                  </a:lnTo>
                  <a:lnTo>
                    <a:pt x="2414719" y="1504540"/>
                  </a:lnTo>
                  <a:lnTo>
                    <a:pt x="2415560" y="1512068"/>
                  </a:lnTo>
                  <a:lnTo>
                    <a:pt x="2416402" y="1519278"/>
                  </a:lnTo>
                  <a:lnTo>
                    <a:pt x="2417243" y="1526119"/>
                  </a:lnTo>
                  <a:lnTo>
                    <a:pt x="2418084" y="1531346"/>
                  </a:lnTo>
                  <a:lnTo>
                    <a:pt x="2418925" y="1535606"/>
                  </a:lnTo>
                  <a:lnTo>
                    <a:pt x="2419766" y="1539465"/>
                  </a:lnTo>
                  <a:lnTo>
                    <a:pt x="2420608" y="1542143"/>
                  </a:lnTo>
                  <a:lnTo>
                    <a:pt x="2421449" y="1543803"/>
                  </a:lnTo>
                  <a:lnTo>
                    <a:pt x="2422290" y="1544646"/>
                  </a:lnTo>
                  <a:lnTo>
                    <a:pt x="2423131" y="1544848"/>
                  </a:lnTo>
                  <a:lnTo>
                    <a:pt x="2423972" y="1544144"/>
                  </a:lnTo>
                  <a:lnTo>
                    <a:pt x="2424814" y="1543365"/>
                  </a:lnTo>
                  <a:lnTo>
                    <a:pt x="2425655" y="1541439"/>
                  </a:lnTo>
                  <a:lnTo>
                    <a:pt x="2426496" y="1538947"/>
                  </a:lnTo>
                  <a:lnTo>
                    <a:pt x="2427337" y="1536045"/>
                  </a:lnTo>
                  <a:lnTo>
                    <a:pt x="2428178" y="1534170"/>
                  </a:lnTo>
                  <a:lnTo>
                    <a:pt x="2429020" y="1533621"/>
                  </a:lnTo>
                  <a:lnTo>
                    <a:pt x="2429861" y="1532646"/>
                  </a:lnTo>
                  <a:lnTo>
                    <a:pt x="2430702" y="1531290"/>
                  </a:lnTo>
                  <a:lnTo>
                    <a:pt x="2431543" y="1528795"/>
                  </a:lnTo>
                  <a:lnTo>
                    <a:pt x="2432384" y="1525315"/>
                  </a:lnTo>
                  <a:lnTo>
                    <a:pt x="2433226" y="1522610"/>
                  </a:lnTo>
                  <a:lnTo>
                    <a:pt x="2434067" y="1520402"/>
                  </a:lnTo>
                  <a:lnTo>
                    <a:pt x="2434908" y="1518658"/>
                  </a:lnTo>
                  <a:lnTo>
                    <a:pt x="2435749" y="1517159"/>
                  </a:lnTo>
                  <a:lnTo>
                    <a:pt x="2436590" y="1515900"/>
                  </a:lnTo>
                  <a:lnTo>
                    <a:pt x="2437432" y="1514561"/>
                  </a:lnTo>
                  <a:lnTo>
                    <a:pt x="2438273" y="1513926"/>
                  </a:lnTo>
                  <a:lnTo>
                    <a:pt x="2439114" y="1513323"/>
                  </a:lnTo>
                  <a:lnTo>
                    <a:pt x="2439955" y="1513313"/>
                  </a:lnTo>
                  <a:lnTo>
                    <a:pt x="2440796" y="1512595"/>
                  </a:lnTo>
                  <a:lnTo>
                    <a:pt x="2441638" y="1511288"/>
                  </a:lnTo>
                  <a:lnTo>
                    <a:pt x="2442479" y="1508999"/>
                  </a:lnTo>
                  <a:lnTo>
                    <a:pt x="2443320" y="1506458"/>
                  </a:lnTo>
                  <a:lnTo>
                    <a:pt x="2444161" y="1503313"/>
                  </a:lnTo>
                  <a:lnTo>
                    <a:pt x="2445002" y="1500177"/>
                  </a:lnTo>
                  <a:lnTo>
                    <a:pt x="2445844" y="1498517"/>
                  </a:lnTo>
                  <a:lnTo>
                    <a:pt x="2446685" y="1497193"/>
                  </a:lnTo>
                  <a:lnTo>
                    <a:pt x="2447526" y="1494794"/>
                  </a:lnTo>
                  <a:lnTo>
                    <a:pt x="2448367" y="1492085"/>
                  </a:lnTo>
                  <a:lnTo>
                    <a:pt x="2449208" y="1489342"/>
                  </a:lnTo>
                  <a:lnTo>
                    <a:pt x="2450050" y="1485667"/>
                  </a:lnTo>
                  <a:lnTo>
                    <a:pt x="2450891" y="1481503"/>
                  </a:lnTo>
                  <a:lnTo>
                    <a:pt x="2451732" y="1477481"/>
                  </a:lnTo>
                  <a:lnTo>
                    <a:pt x="2452573" y="1472903"/>
                  </a:lnTo>
                  <a:lnTo>
                    <a:pt x="2453414" y="1468458"/>
                  </a:lnTo>
                  <a:lnTo>
                    <a:pt x="2454256" y="1464094"/>
                  </a:lnTo>
                  <a:lnTo>
                    <a:pt x="2455097" y="1460217"/>
                  </a:lnTo>
                  <a:lnTo>
                    <a:pt x="2455938" y="1455759"/>
                  </a:lnTo>
                  <a:lnTo>
                    <a:pt x="2456779" y="1451631"/>
                  </a:lnTo>
                  <a:lnTo>
                    <a:pt x="2457620" y="1447459"/>
                  </a:lnTo>
                  <a:lnTo>
                    <a:pt x="2458462" y="1443530"/>
                  </a:lnTo>
                  <a:lnTo>
                    <a:pt x="2459303" y="1439642"/>
                  </a:lnTo>
                  <a:lnTo>
                    <a:pt x="2460144" y="1436101"/>
                  </a:lnTo>
                  <a:lnTo>
                    <a:pt x="2460985" y="1430343"/>
                  </a:lnTo>
                  <a:lnTo>
                    <a:pt x="2461827" y="1425485"/>
                  </a:lnTo>
                  <a:lnTo>
                    <a:pt x="2462668" y="1422013"/>
                  </a:lnTo>
                  <a:lnTo>
                    <a:pt x="2463509" y="1418943"/>
                  </a:lnTo>
                  <a:lnTo>
                    <a:pt x="2464350" y="1416291"/>
                  </a:lnTo>
                  <a:lnTo>
                    <a:pt x="2465191" y="1414570"/>
                  </a:lnTo>
                  <a:lnTo>
                    <a:pt x="2466033" y="1413635"/>
                  </a:lnTo>
                  <a:lnTo>
                    <a:pt x="2466874" y="1413778"/>
                  </a:lnTo>
                  <a:lnTo>
                    <a:pt x="2467715" y="1415685"/>
                  </a:lnTo>
                  <a:lnTo>
                    <a:pt x="2468556" y="1417670"/>
                  </a:lnTo>
                  <a:lnTo>
                    <a:pt x="2469397" y="1421626"/>
                  </a:lnTo>
                  <a:lnTo>
                    <a:pt x="2470239" y="1427862"/>
                  </a:lnTo>
                  <a:lnTo>
                    <a:pt x="2471080" y="1433970"/>
                  </a:lnTo>
                  <a:lnTo>
                    <a:pt x="2471921" y="1440905"/>
                  </a:lnTo>
                  <a:lnTo>
                    <a:pt x="2472762" y="1447833"/>
                  </a:lnTo>
                  <a:lnTo>
                    <a:pt x="2473603" y="1454882"/>
                  </a:lnTo>
                  <a:lnTo>
                    <a:pt x="2474445" y="1462608"/>
                  </a:lnTo>
                  <a:lnTo>
                    <a:pt x="2475286" y="1468671"/>
                  </a:lnTo>
                  <a:lnTo>
                    <a:pt x="2476127" y="1473606"/>
                  </a:lnTo>
                  <a:lnTo>
                    <a:pt x="2476968" y="1477054"/>
                  </a:lnTo>
                  <a:lnTo>
                    <a:pt x="2477809" y="1478425"/>
                  </a:lnTo>
                  <a:lnTo>
                    <a:pt x="2478651" y="1478782"/>
                  </a:lnTo>
                  <a:lnTo>
                    <a:pt x="2479492" y="1478627"/>
                  </a:lnTo>
                  <a:lnTo>
                    <a:pt x="2480333" y="1477919"/>
                  </a:lnTo>
                  <a:lnTo>
                    <a:pt x="2481174" y="1477294"/>
                  </a:lnTo>
                  <a:lnTo>
                    <a:pt x="2482015" y="1476310"/>
                  </a:lnTo>
                  <a:lnTo>
                    <a:pt x="2482857" y="1474829"/>
                  </a:lnTo>
                  <a:lnTo>
                    <a:pt x="2483698" y="1474344"/>
                  </a:lnTo>
                  <a:lnTo>
                    <a:pt x="2484539" y="1473627"/>
                  </a:lnTo>
                  <a:lnTo>
                    <a:pt x="2485380" y="1472788"/>
                  </a:lnTo>
                  <a:lnTo>
                    <a:pt x="2486221" y="1471385"/>
                  </a:lnTo>
                  <a:lnTo>
                    <a:pt x="2487063" y="1470297"/>
                  </a:lnTo>
                  <a:lnTo>
                    <a:pt x="2487904" y="1469860"/>
                  </a:lnTo>
                  <a:lnTo>
                    <a:pt x="2488745" y="1468949"/>
                  </a:lnTo>
                  <a:lnTo>
                    <a:pt x="2489586" y="1468987"/>
                  </a:lnTo>
                  <a:lnTo>
                    <a:pt x="2490427" y="1467612"/>
                  </a:lnTo>
                  <a:lnTo>
                    <a:pt x="2491269" y="1467174"/>
                  </a:lnTo>
                  <a:lnTo>
                    <a:pt x="2492110" y="1467234"/>
                  </a:lnTo>
                  <a:lnTo>
                    <a:pt x="2492951" y="1468191"/>
                  </a:lnTo>
                  <a:lnTo>
                    <a:pt x="2493792" y="1469498"/>
                  </a:lnTo>
                  <a:lnTo>
                    <a:pt x="2494633" y="1470430"/>
                  </a:lnTo>
                  <a:lnTo>
                    <a:pt x="2495475" y="1471860"/>
                  </a:lnTo>
                  <a:lnTo>
                    <a:pt x="2496316" y="1473831"/>
                  </a:lnTo>
                  <a:lnTo>
                    <a:pt x="2497157" y="1476661"/>
                  </a:lnTo>
                  <a:lnTo>
                    <a:pt x="2497998" y="1478331"/>
                  </a:lnTo>
                  <a:lnTo>
                    <a:pt x="2498839" y="1480899"/>
                  </a:lnTo>
                  <a:lnTo>
                    <a:pt x="2499681" y="1483237"/>
                  </a:lnTo>
                  <a:lnTo>
                    <a:pt x="2500522" y="1485039"/>
                  </a:lnTo>
                  <a:lnTo>
                    <a:pt x="2501363" y="1486562"/>
                  </a:lnTo>
                  <a:lnTo>
                    <a:pt x="2502204" y="1487658"/>
                  </a:lnTo>
                  <a:lnTo>
                    <a:pt x="2503045" y="1488196"/>
                  </a:lnTo>
                  <a:lnTo>
                    <a:pt x="2503887" y="1487807"/>
                  </a:lnTo>
                  <a:lnTo>
                    <a:pt x="2504728" y="1487112"/>
                  </a:lnTo>
                  <a:lnTo>
                    <a:pt x="2505569" y="1486210"/>
                  </a:lnTo>
                  <a:lnTo>
                    <a:pt x="2506410" y="1485256"/>
                  </a:lnTo>
                  <a:lnTo>
                    <a:pt x="2507251" y="1484732"/>
                  </a:lnTo>
                  <a:lnTo>
                    <a:pt x="2508093" y="1484132"/>
                  </a:lnTo>
                  <a:lnTo>
                    <a:pt x="2508934" y="1483071"/>
                  </a:lnTo>
                  <a:lnTo>
                    <a:pt x="2509775" y="1481698"/>
                  </a:lnTo>
                  <a:lnTo>
                    <a:pt x="2510616" y="1480777"/>
                  </a:lnTo>
                  <a:lnTo>
                    <a:pt x="2511457" y="1480244"/>
                  </a:lnTo>
                  <a:lnTo>
                    <a:pt x="2512299" y="1480106"/>
                  </a:lnTo>
                  <a:lnTo>
                    <a:pt x="2513140" y="1480343"/>
                  </a:lnTo>
                  <a:lnTo>
                    <a:pt x="2513981" y="1481051"/>
                  </a:lnTo>
                  <a:lnTo>
                    <a:pt x="2514822" y="1482190"/>
                  </a:lnTo>
                  <a:lnTo>
                    <a:pt x="2515663" y="1484748"/>
                  </a:lnTo>
                  <a:lnTo>
                    <a:pt x="2516505" y="1488628"/>
                  </a:lnTo>
                  <a:lnTo>
                    <a:pt x="2517346" y="1492586"/>
                  </a:lnTo>
                  <a:lnTo>
                    <a:pt x="2518187" y="1496059"/>
                  </a:lnTo>
                  <a:lnTo>
                    <a:pt x="2519028" y="1499171"/>
                  </a:lnTo>
                  <a:lnTo>
                    <a:pt x="2519869" y="1502493"/>
                  </a:lnTo>
                  <a:lnTo>
                    <a:pt x="2520711" y="1505952"/>
                  </a:lnTo>
                  <a:lnTo>
                    <a:pt x="2521552" y="1509936"/>
                  </a:lnTo>
                  <a:lnTo>
                    <a:pt x="2522393" y="1514854"/>
                  </a:lnTo>
                  <a:lnTo>
                    <a:pt x="2523234" y="1517372"/>
                  </a:lnTo>
                  <a:lnTo>
                    <a:pt x="2524075" y="1519660"/>
                  </a:lnTo>
                  <a:lnTo>
                    <a:pt x="2524917" y="1522857"/>
                  </a:lnTo>
                  <a:lnTo>
                    <a:pt x="2525758" y="1525171"/>
                  </a:lnTo>
                  <a:lnTo>
                    <a:pt x="2526599" y="1527791"/>
                  </a:lnTo>
                  <a:lnTo>
                    <a:pt x="2527440" y="1530306"/>
                  </a:lnTo>
                  <a:lnTo>
                    <a:pt x="2528281" y="1530068"/>
                  </a:lnTo>
                  <a:lnTo>
                    <a:pt x="2529123" y="1529227"/>
                  </a:lnTo>
                  <a:lnTo>
                    <a:pt x="2529964" y="1528762"/>
                  </a:lnTo>
                  <a:lnTo>
                    <a:pt x="2530805" y="1529974"/>
                  </a:lnTo>
                  <a:lnTo>
                    <a:pt x="2531646" y="1532038"/>
                  </a:lnTo>
                  <a:lnTo>
                    <a:pt x="2532488" y="1534344"/>
                  </a:lnTo>
                  <a:lnTo>
                    <a:pt x="2533329" y="1536710"/>
                  </a:lnTo>
                  <a:lnTo>
                    <a:pt x="2534170" y="1537969"/>
                  </a:lnTo>
                  <a:lnTo>
                    <a:pt x="2535011" y="1538936"/>
                  </a:lnTo>
                  <a:lnTo>
                    <a:pt x="2535852" y="1539245"/>
                  </a:lnTo>
                  <a:lnTo>
                    <a:pt x="2536694" y="1539468"/>
                  </a:lnTo>
                  <a:lnTo>
                    <a:pt x="2537535" y="1539786"/>
                  </a:lnTo>
                  <a:lnTo>
                    <a:pt x="2538376" y="1542224"/>
                  </a:lnTo>
                  <a:lnTo>
                    <a:pt x="2539217" y="1545490"/>
                  </a:lnTo>
                  <a:lnTo>
                    <a:pt x="2540058" y="1549866"/>
                  </a:lnTo>
                  <a:lnTo>
                    <a:pt x="2540900" y="1556019"/>
                  </a:lnTo>
                  <a:lnTo>
                    <a:pt x="2541741" y="1563607"/>
                  </a:lnTo>
                  <a:lnTo>
                    <a:pt x="2542582" y="1571682"/>
                  </a:lnTo>
                  <a:lnTo>
                    <a:pt x="2543423" y="1578876"/>
                  </a:lnTo>
                  <a:lnTo>
                    <a:pt x="2544264" y="1586047"/>
                  </a:lnTo>
                  <a:lnTo>
                    <a:pt x="2545106" y="1593339"/>
                  </a:lnTo>
                  <a:lnTo>
                    <a:pt x="2545947" y="1600821"/>
                  </a:lnTo>
                  <a:lnTo>
                    <a:pt x="2546788" y="1605696"/>
                  </a:lnTo>
                  <a:lnTo>
                    <a:pt x="2547629" y="1610490"/>
                  </a:lnTo>
                  <a:lnTo>
                    <a:pt x="2548470" y="1615829"/>
                  </a:lnTo>
                  <a:lnTo>
                    <a:pt x="2549312" y="1622294"/>
                  </a:lnTo>
                  <a:lnTo>
                    <a:pt x="2550153" y="1629185"/>
                  </a:lnTo>
                  <a:lnTo>
                    <a:pt x="2550994" y="1635488"/>
                  </a:lnTo>
                  <a:lnTo>
                    <a:pt x="2551835" y="1640513"/>
                  </a:lnTo>
                  <a:lnTo>
                    <a:pt x="2552676" y="1643616"/>
                  </a:lnTo>
                  <a:lnTo>
                    <a:pt x="2553518" y="1645501"/>
                  </a:lnTo>
                  <a:lnTo>
                    <a:pt x="2554359" y="1646556"/>
                  </a:lnTo>
                  <a:lnTo>
                    <a:pt x="2555200" y="1647113"/>
                  </a:lnTo>
                  <a:lnTo>
                    <a:pt x="2556041" y="1647932"/>
                  </a:lnTo>
                  <a:lnTo>
                    <a:pt x="2556882" y="1649188"/>
                  </a:lnTo>
                  <a:lnTo>
                    <a:pt x="2557724" y="1651009"/>
                  </a:lnTo>
                  <a:lnTo>
                    <a:pt x="2558565" y="1653083"/>
                  </a:lnTo>
                  <a:lnTo>
                    <a:pt x="2559406" y="1655477"/>
                  </a:lnTo>
                  <a:lnTo>
                    <a:pt x="2560247" y="1657431"/>
                  </a:lnTo>
                  <a:lnTo>
                    <a:pt x="2561088" y="1661084"/>
                  </a:lnTo>
                  <a:lnTo>
                    <a:pt x="2561930" y="1663784"/>
                  </a:lnTo>
                  <a:lnTo>
                    <a:pt x="2562771" y="1665787"/>
                  </a:lnTo>
                  <a:lnTo>
                    <a:pt x="2563612" y="1667696"/>
                  </a:lnTo>
                  <a:lnTo>
                    <a:pt x="2564453" y="1670275"/>
                  </a:lnTo>
                  <a:lnTo>
                    <a:pt x="2565294" y="1673490"/>
                  </a:lnTo>
                  <a:lnTo>
                    <a:pt x="2566136" y="1677230"/>
                  </a:lnTo>
                  <a:lnTo>
                    <a:pt x="2566977" y="1679640"/>
                  </a:lnTo>
                  <a:lnTo>
                    <a:pt x="2567818" y="1682263"/>
                  </a:lnTo>
                  <a:lnTo>
                    <a:pt x="2568659" y="1682379"/>
                  </a:lnTo>
                  <a:lnTo>
                    <a:pt x="2569500" y="1682280"/>
                  </a:lnTo>
                  <a:lnTo>
                    <a:pt x="2570342" y="1682656"/>
                  </a:lnTo>
                  <a:lnTo>
                    <a:pt x="2571183" y="1683161"/>
                  </a:lnTo>
                  <a:lnTo>
                    <a:pt x="2572024" y="1683504"/>
                  </a:lnTo>
                  <a:lnTo>
                    <a:pt x="2572865" y="1684524"/>
                  </a:lnTo>
                  <a:lnTo>
                    <a:pt x="2573706" y="1685736"/>
                  </a:lnTo>
                  <a:lnTo>
                    <a:pt x="2574548" y="1686974"/>
                  </a:lnTo>
                  <a:lnTo>
                    <a:pt x="2575389" y="1688315"/>
                  </a:lnTo>
                  <a:lnTo>
                    <a:pt x="2576230" y="1689563"/>
                  </a:lnTo>
                  <a:lnTo>
                    <a:pt x="2577071" y="1690604"/>
                  </a:lnTo>
                  <a:lnTo>
                    <a:pt x="2577912" y="1691248"/>
                  </a:lnTo>
                  <a:lnTo>
                    <a:pt x="2578754" y="1691660"/>
                  </a:lnTo>
                  <a:lnTo>
                    <a:pt x="2579595" y="1692013"/>
                  </a:lnTo>
                  <a:lnTo>
                    <a:pt x="2580436" y="1692893"/>
                  </a:lnTo>
                  <a:lnTo>
                    <a:pt x="2581277" y="1693214"/>
                  </a:lnTo>
                  <a:lnTo>
                    <a:pt x="2582118" y="1691449"/>
                  </a:lnTo>
                  <a:lnTo>
                    <a:pt x="2582960" y="1690065"/>
                  </a:lnTo>
                  <a:lnTo>
                    <a:pt x="2583801" y="1687677"/>
                  </a:lnTo>
                  <a:lnTo>
                    <a:pt x="2584642" y="1684478"/>
                  </a:lnTo>
                  <a:lnTo>
                    <a:pt x="2585483" y="1681032"/>
                  </a:lnTo>
                  <a:lnTo>
                    <a:pt x="2586324" y="1677828"/>
                  </a:lnTo>
                  <a:lnTo>
                    <a:pt x="2587166" y="1675525"/>
                  </a:lnTo>
                  <a:lnTo>
                    <a:pt x="2588007" y="1673387"/>
                  </a:lnTo>
                  <a:lnTo>
                    <a:pt x="2588848" y="1672490"/>
                  </a:lnTo>
                  <a:lnTo>
                    <a:pt x="2589689" y="1672582"/>
                  </a:lnTo>
                  <a:lnTo>
                    <a:pt x="2590530" y="1673370"/>
                  </a:lnTo>
                  <a:lnTo>
                    <a:pt x="2591372" y="1674500"/>
                  </a:lnTo>
                  <a:lnTo>
                    <a:pt x="2592213" y="1675817"/>
                  </a:lnTo>
                  <a:lnTo>
                    <a:pt x="2593054" y="1677298"/>
                  </a:lnTo>
                  <a:lnTo>
                    <a:pt x="2593895" y="1679568"/>
                  </a:lnTo>
                  <a:lnTo>
                    <a:pt x="2594736" y="1682921"/>
                  </a:lnTo>
                  <a:lnTo>
                    <a:pt x="2595578" y="1687112"/>
                  </a:lnTo>
                  <a:lnTo>
                    <a:pt x="2596419" y="1691841"/>
                  </a:lnTo>
                  <a:lnTo>
                    <a:pt x="2597260" y="1697916"/>
                  </a:lnTo>
                  <a:lnTo>
                    <a:pt x="2598101" y="1704000"/>
                  </a:lnTo>
                  <a:lnTo>
                    <a:pt x="2598942" y="1710108"/>
                  </a:lnTo>
                  <a:lnTo>
                    <a:pt x="2599784" y="1715152"/>
                  </a:lnTo>
                  <a:lnTo>
                    <a:pt x="2600625" y="1718919"/>
                  </a:lnTo>
                  <a:lnTo>
                    <a:pt x="2601466" y="1720393"/>
                  </a:lnTo>
                  <a:lnTo>
                    <a:pt x="2602307" y="1720097"/>
                  </a:lnTo>
                  <a:lnTo>
                    <a:pt x="2603149" y="1718836"/>
                  </a:lnTo>
                  <a:lnTo>
                    <a:pt x="2603990" y="1716170"/>
                  </a:lnTo>
                  <a:lnTo>
                    <a:pt x="2604831" y="1713116"/>
                  </a:lnTo>
                  <a:lnTo>
                    <a:pt x="2605672" y="1709766"/>
                  </a:lnTo>
                  <a:lnTo>
                    <a:pt x="2606513" y="1705892"/>
                  </a:lnTo>
                  <a:lnTo>
                    <a:pt x="2607355" y="1701440"/>
                  </a:lnTo>
                  <a:lnTo>
                    <a:pt x="2608196" y="1698688"/>
                  </a:lnTo>
                  <a:lnTo>
                    <a:pt x="2609037" y="1696285"/>
                  </a:lnTo>
                  <a:lnTo>
                    <a:pt x="2609878" y="1695662"/>
                  </a:lnTo>
                  <a:lnTo>
                    <a:pt x="2610719" y="1696578"/>
                  </a:lnTo>
                  <a:lnTo>
                    <a:pt x="2611561" y="1696689"/>
                  </a:lnTo>
                  <a:lnTo>
                    <a:pt x="2612402" y="1697404"/>
                  </a:lnTo>
                  <a:lnTo>
                    <a:pt x="2613243" y="1699131"/>
                  </a:lnTo>
                  <a:lnTo>
                    <a:pt x="2614084" y="1699856"/>
                  </a:lnTo>
                  <a:lnTo>
                    <a:pt x="2614925" y="1701145"/>
                  </a:lnTo>
                  <a:lnTo>
                    <a:pt x="2615767" y="1702585"/>
                  </a:lnTo>
                  <a:lnTo>
                    <a:pt x="2616608" y="1704457"/>
                  </a:lnTo>
                  <a:lnTo>
                    <a:pt x="2617449" y="1706399"/>
                  </a:lnTo>
                  <a:lnTo>
                    <a:pt x="2618290" y="1708530"/>
                  </a:lnTo>
                  <a:lnTo>
                    <a:pt x="2619131" y="1710324"/>
                  </a:lnTo>
                  <a:lnTo>
                    <a:pt x="2619973" y="1712491"/>
                  </a:lnTo>
                  <a:lnTo>
                    <a:pt x="2620814" y="1715062"/>
                  </a:lnTo>
                  <a:lnTo>
                    <a:pt x="2621655" y="1716805"/>
                  </a:lnTo>
                  <a:lnTo>
                    <a:pt x="2622496" y="1717722"/>
                  </a:lnTo>
                  <a:lnTo>
                    <a:pt x="2623337" y="1717766"/>
                  </a:lnTo>
                  <a:lnTo>
                    <a:pt x="2624179" y="1718183"/>
                  </a:lnTo>
                  <a:lnTo>
                    <a:pt x="2625020" y="1717596"/>
                  </a:lnTo>
                  <a:lnTo>
                    <a:pt x="2625861" y="1716154"/>
                  </a:lnTo>
                  <a:lnTo>
                    <a:pt x="2626702" y="1712691"/>
                  </a:lnTo>
                  <a:lnTo>
                    <a:pt x="2627543" y="1707425"/>
                  </a:lnTo>
                  <a:lnTo>
                    <a:pt x="2628385" y="1698364"/>
                  </a:lnTo>
                  <a:lnTo>
                    <a:pt x="2629226" y="1692267"/>
                  </a:lnTo>
                  <a:lnTo>
                    <a:pt x="2630067" y="1685706"/>
                  </a:lnTo>
                  <a:lnTo>
                    <a:pt x="2630908" y="1678778"/>
                  </a:lnTo>
                  <a:lnTo>
                    <a:pt x="2631749" y="1672264"/>
                  </a:lnTo>
                  <a:lnTo>
                    <a:pt x="2632591" y="1666298"/>
                  </a:lnTo>
                  <a:lnTo>
                    <a:pt x="2633432" y="1659689"/>
                  </a:lnTo>
                  <a:lnTo>
                    <a:pt x="2634273" y="1655066"/>
                  </a:lnTo>
                  <a:lnTo>
                    <a:pt x="2635114" y="1651901"/>
                  </a:lnTo>
                  <a:lnTo>
                    <a:pt x="2635955" y="1648838"/>
                  </a:lnTo>
                  <a:lnTo>
                    <a:pt x="2636797" y="1645369"/>
                  </a:lnTo>
                  <a:lnTo>
                    <a:pt x="2637638" y="1642419"/>
                  </a:lnTo>
                  <a:lnTo>
                    <a:pt x="2638479" y="1639698"/>
                  </a:lnTo>
                  <a:lnTo>
                    <a:pt x="2639320" y="1637522"/>
                  </a:lnTo>
                  <a:lnTo>
                    <a:pt x="2640161" y="1635365"/>
                  </a:lnTo>
                  <a:lnTo>
                    <a:pt x="2641003" y="1633391"/>
                  </a:lnTo>
                  <a:lnTo>
                    <a:pt x="2641844" y="1631297"/>
                  </a:lnTo>
                  <a:lnTo>
                    <a:pt x="2642685" y="1628725"/>
                  </a:lnTo>
                  <a:lnTo>
                    <a:pt x="2643526" y="1626752"/>
                  </a:lnTo>
                  <a:lnTo>
                    <a:pt x="2644367" y="1625209"/>
                  </a:lnTo>
                  <a:lnTo>
                    <a:pt x="2645209" y="1624633"/>
                  </a:lnTo>
                  <a:lnTo>
                    <a:pt x="2646050" y="1624973"/>
                  </a:lnTo>
                  <a:lnTo>
                    <a:pt x="2646891" y="1625505"/>
                  </a:lnTo>
                  <a:lnTo>
                    <a:pt x="2647732" y="1624578"/>
                  </a:lnTo>
                  <a:lnTo>
                    <a:pt x="2648573" y="1624970"/>
                  </a:lnTo>
                  <a:lnTo>
                    <a:pt x="2649415" y="1624448"/>
                  </a:lnTo>
                  <a:lnTo>
                    <a:pt x="2650256" y="1624270"/>
                  </a:lnTo>
                  <a:lnTo>
                    <a:pt x="2651097" y="1624611"/>
                  </a:lnTo>
                  <a:lnTo>
                    <a:pt x="2651938" y="1623987"/>
                  </a:lnTo>
                  <a:lnTo>
                    <a:pt x="2652779" y="1623663"/>
                  </a:lnTo>
                  <a:lnTo>
                    <a:pt x="2653621" y="1623909"/>
                  </a:lnTo>
                  <a:lnTo>
                    <a:pt x="2654462" y="1625229"/>
                  </a:lnTo>
                  <a:lnTo>
                    <a:pt x="2655303" y="1626515"/>
                  </a:lnTo>
                  <a:lnTo>
                    <a:pt x="2656144" y="1627954"/>
                  </a:lnTo>
                  <a:lnTo>
                    <a:pt x="2656985" y="1631144"/>
                  </a:lnTo>
                  <a:lnTo>
                    <a:pt x="2657827" y="1633570"/>
                  </a:lnTo>
                  <a:lnTo>
                    <a:pt x="2658668" y="1637567"/>
                  </a:lnTo>
                  <a:lnTo>
                    <a:pt x="2659509" y="1640970"/>
                  </a:lnTo>
                  <a:lnTo>
                    <a:pt x="2660350" y="1643521"/>
                  </a:lnTo>
                  <a:lnTo>
                    <a:pt x="2661191" y="1645193"/>
                  </a:lnTo>
                  <a:lnTo>
                    <a:pt x="2662033" y="1646753"/>
                  </a:lnTo>
                  <a:lnTo>
                    <a:pt x="2662874" y="1648770"/>
                  </a:lnTo>
                  <a:lnTo>
                    <a:pt x="2663715" y="1650003"/>
                  </a:lnTo>
                  <a:lnTo>
                    <a:pt x="2664556" y="1650020"/>
                  </a:lnTo>
                  <a:lnTo>
                    <a:pt x="2665397" y="1647644"/>
                  </a:lnTo>
                  <a:lnTo>
                    <a:pt x="2666239" y="1644698"/>
                  </a:lnTo>
                  <a:lnTo>
                    <a:pt x="2667080" y="1639362"/>
                  </a:lnTo>
                  <a:lnTo>
                    <a:pt x="2667921" y="1632963"/>
                  </a:lnTo>
                  <a:lnTo>
                    <a:pt x="2668762" y="1626182"/>
                  </a:lnTo>
                  <a:lnTo>
                    <a:pt x="2669603" y="1619520"/>
                  </a:lnTo>
                  <a:lnTo>
                    <a:pt x="2670445" y="1612734"/>
                  </a:lnTo>
                  <a:lnTo>
                    <a:pt x="2671286" y="1602611"/>
                  </a:lnTo>
                  <a:lnTo>
                    <a:pt x="2672127" y="1592445"/>
                  </a:lnTo>
                  <a:lnTo>
                    <a:pt x="2672968" y="1582406"/>
                  </a:lnTo>
                  <a:lnTo>
                    <a:pt x="2673810" y="1572010"/>
                  </a:lnTo>
                  <a:lnTo>
                    <a:pt x="2674651" y="1560963"/>
                  </a:lnTo>
                  <a:lnTo>
                    <a:pt x="2675492" y="1548714"/>
                  </a:lnTo>
                  <a:lnTo>
                    <a:pt x="2676333" y="1536787"/>
                  </a:lnTo>
                  <a:lnTo>
                    <a:pt x="2677174" y="1524772"/>
                  </a:lnTo>
                  <a:lnTo>
                    <a:pt x="2678016" y="1514046"/>
                  </a:lnTo>
                  <a:lnTo>
                    <a:pt x="2678857" y="1504111"/>
                  </a:lnTo>
                  <a:lnTo>
                    <a:pt x="2679698" y="1495928"/>
                  </a:lnTo>
                  <a:lnTo>
                    <a:pt x="2680539" y="1489195"/>
                  </a:lnTo>
                  <a:lnTo>
                    <a:pt x="2681380" y="1483580"/>
                  </a:lnTo>
                  <a:lnTo>
                    <a:pt x="2682222" y="1478312"/>
                  </a:lnTo>
                  <a:lnTo>
                    <a:pt x="2683063" y="1473556"/>
                  </a:lnTo>
                  <a:lnTo>
                    <a:pt x="2683904" y="1469434"/>
                  </a:lnTo>
                  <a:lnTo>
                    <a:pt x="2684745" y="1465954"/>
                  </a:lnTo>
                  <a:lnTo>
                    <a:pt x="2685586" y="1463382"/>
                  </a:lnTo>
                  <a:lnTo>
                    <a:pt x="2686428" y="1462074"/>
                  </a:lnTo>
                  <a:lnTo>
                    <a:pt x="2687269" y="1461855"/>
                  </a:lnTo>
                  <a:lnTo>
                    <a:pt x="2688110" y="1462784"/>
                  </a:lnTo>
                  <a:lnTo>
                    <a:pt x="2688951" y="1464740"/>
                  </a:lnTo>
                  <a:lnTo>
                    <a:pt x="2689792" y="1467319"/>
                  </a:lnTo>
                  <a:lnTo>
                    <a:pt x="2690634" y="1468881"/>
                  </a:lnTo>
                  <a:lnTo>
                    <a:pt x="2691475" y="1470545"/>
                  </a:lnTo>
                  <a:lnTo>
                    <a:pt x="2692316" y="1471881"/>
                  </a:lnTo>
                  <a:lnTo>
                    <a:pt x="2693157" y="1472130"/>
                  </a:lnTo>
                  <a:lnTo>
                    <a:pt x="2693998" y="1472744"/>
                  </a:lnTo>
                  <a:lnTo>
                    <a:pt x="2694840" y="1472918"/>
                  </a:lnTo>
                  <a:lnTo>
                    <a:pt x="2695681" y="1473076"/>
                  </a:lnTo>
                  <a:lnTo>
                    <a:pt x="2696522" y="1474912"/>
                  </a:lnTo>
                  <a:lnTo>
                    <a:pt x="2697363" y="1476323"/>
                  </a:lnTo>
                  <a:lnTo>
                    <a:pt x="2698204" y="1476682"/>
                  </a:lnTo>
                  <a:lnTo>
                    <a:pt x="2699046" y="1475163"/>
                  </a:lnTo>
                  <a:lnTo>
                    <a:pt x="2699887" y="1472282"/>
                  </a:lnTo>
                  <a:lnTo>
                    <a:pt x="2700728" y="1468733"/>
                  </a:lnTo>
                  <a:lnTo>
                    <a:pt x="2701569" y="1465024"/>
                  </a:lnTo>
                  <a:lnTo>
                    <a:pt x="2702410" y="1462456"/>
                  </a:lnTo>
                  <a:lnTo>
                    <a:pt x="2703252" y="1460238"/>
                  </a:lnTo>
                  <a:lnTo>
                    <a:pt x="2704093" y="1458878"/>
                  </a:lnTo>
                  <a:lnTo>
                    <a:pt x="2704934" y="1457807"/>
                  </a:lnTo>
                  <a:lnTo>
                    <a:pt x="2705775" y="1456387"/>
                  </a:lnTo>
                  <a:lnTo>
                    <a:pt x="2706616" y="1454191"/>
                  </a:lnTo>
                  <a:lnTo>
                    <a:pt x="2707458" y="1450659"/>
                  </a:lnTo>
                  <a:lnTo>
                    <a:pt x="2708299" y="1446420"/>
                  </a:lnTo>
                  <a:lnTo>
                    <a:pt x="2709140" y="1441658"/>
                  </a:lnTo>
                  <a:lnTo>
                    <a:pt x="2709981" y="1438323"/>
                  </a:lnTo>
                  <a:lnTo>
                    <a:pt x="2710822" y="1435340"/>
                  </a:lnTo>
                  <a:lnTo>
                    <a:pt x="2711664" y="1434382"/>
                  </a:lnTo>
                  <a:lnTo>
                    <a:pt x="2712505" y="1433661"/>
                  </a:lnTo>
                  <a:lnTo>
                    <a:pt x="2713346" y="1432576"/>
                  </a:lnTo>
                  <a:lnTo>
                    <a:pt x="2714187" y="1430698"/>
                  </a:lnTo>
                  <a:lnTo>
                    <a:pt x="2715028" y="1428961"/>
                  </a:lnTo>
                  <a:lnTo>
                    <a:pt x="2715870" y="1426668"/>
                  </a:lnTo>
                  <a:lnTo>
                    <a:pt x="2716711" y="1424092"/>
                  </a:lnTo>
                  <a:lnTo>
                    <a:pt x="2717552" y="1421630"/>
                  </a:lnTo>
                  <a:lnTo>
                    <a:pt x="2718393" y="1419807"/>
                  </a:lnTo>
                  <a:lnTo>
                    <a:pt x="2719234" y="1418516"/>
                  </a:lnTo>
                  <a:lnTo>
                    <a:pt x="2720076" y="1418051"/>
                  </a:lnTo>
                  <a:lnTo>
                    <a:pt x="2720917" y="1417125"/>
                  </a:lnTo>
                  <a:lnTo>
                    <a:pt x="2721758" y="1416208"/>
                  </a:lnTo>
                  <a:lnTo>
                    <a:pt x="2722599" y="1415887"/>
                  </a:lnTo>
                  <a:lnTo>
                    <a:pt x="2723440" y="1415384"/>
                  </a:lnTo>
                  <a:lnTo>
                    <a:pt x="2724282" y="1414949"/>
                  </a:lnTo>
                  <a:lnTo>
                    <a:pt x="2725123" y="1414459"/>
                  </a:lnTo>
                  <a:lnTo>
                    <a:pt x="2725964" y="1413860"/>
                  </a:lnTo>
                  <a:lnTo>
                    <a:pt x="2726805" y="1413257"/>
                  </a:lnTo>
                  <a:lnTo>
                    <a:pt x="2727646" y="1413126"/>
                  </a:lnTo>
                  <a:lnTo>
                    <a:pt x="2728488" y="1413509"/>
                  </a:lnTo>
                  <a:lnTo>
                    <a:pt x="2729329" y="1414272"/>
                  </a:lnTo>
                  <a:lnTo>
                    <a:pt x="2730170" y="1415106"/>
                  </a:lnTo>
                  <a:lnTo>
                    <a:pt x="2731011" y="1415697"/>
                  </a:lnTo>
                  <a:lnTo>
                    <a:pt x="2731852" y="1416045"/>
                  </a:lnTo>
                  <a:lnTo>
                    <a:pt x="2732694" y="1415889"/>
                  </a:lnTo>
                  <a:lnTo>
                    <a:pt x="2733535" y="1415234"/>
                  </a:lnTo>
                  <a:lnTo>
                    <a:pt x="2734376" y="1413833"/>
                  </a:lnTo>
                  <a:lnTo>
                    <a:pt x="2735217" y="1413588"/>
                  </a:lnTo>
                  <a:lnTo>
                    <a:pt x="2736058" y="1412816"/>
                  </a:lnTo>
                  <a:lnTo>
                    <a:pt x="2736900" y="1411208"/>
                  </a:lnTo>
                  <a:lnTo>
                    <a:pt x="2737741" y="1408672"/>
                  </a:lnTo>
                  <a:lnTo>
                    <a:pt x="2738582" y="1406321"/>
                  </a:lnTo>
                  <a:lnTo>
                    <a:pt x="2739423" y="1402795"/>
                  </a:lnTo>
                  <a:lnTo>
                    <a:pt x="2740264" y="1398304"/>
                  </a:lnTo>
                  <a:lnTo>
                    <a:pt x="2741106" y="1392689"/>
                  </a:lnTo>
                  <a:lnTo>
                    <a:pt x="2741947" y="1385725"/>
                  </a:lnTo>
                  <a:lnTo>
                    <a:pt x="2742788" y="1378409"/>
                  </a:lnTo>
                  <a:lnTo>
                    <a:pt x="2743629" y="1370718"/>
                  </a:lnTo>
                  <a:lnTo>
                    <a:pt x="2744471" y="1363067"/>
                  </a:lnTo>
                  <a:lnTo>
                    <a:pt x="2745312" y="1355896"/>
                  </a:lnTo>
                  <a:lnTo>
                    <a:pt x="2746153" y="1349214"/>
                  </a:lnTo>
                  <a:lnTo>
                    <a:pt x="2746994" y="1342670"/>
                  </a:lnTo>
                  <a:lnTo>
                    <a:pt x="2747835" y="1336353"/>
                  </a:lnTo>
                  <a:lnTo>
                    <a:pt x="2748677" y="1330296"/>
                  </a:lnTo>
                  <a:lnTo>
                    <a:pt x="2749518" y="1325022"/>
                  </a:lnTo>
                  <a:lnTo>
                    <a:pt x="2750359" y="1322597"/>
                  </a:lnTo>
                  <a:lnTo>
                    <a:pt x="2751200" y="1320420"/>
                  </a:lnTo>
                  <a:lnTo>
                    <a:pt x="2752041" y="1319316"/>
                  </a:lnTo>
                  <a:lnTo>
                    <a:pt x="2752883" y="1318677"/>
                  </a:lnTo>
                  <a:lnTo>
                    <a:pt x="2753724" y="1318536"/>
                  </a:lnTo>
                  <a:lnTo>
                    <a:pt x="2754565" y="1319077"/>
                  </a:lnTo>
                  <a:lnTo>
                    <a:pt x="2755406" y="1319670"/>
                  </a:lnTo>
                  <a:lnTo>
                    <a:pt x="2756247" y="1319786"/>
                  </a:lnTo>
                  <a:lnTo>
                    <a:pt x="2757089" y="1319953"/>
                  </a:lnTo>
                  <a:lnTo>
                    <a:pt x="2757930" y="1320106"/>
                  </a:lnTo>
                  <a:lnTo>
                    <a:pt x="2758771" y="1320529"/>
                  </a:lnTo>
                  <a:lnTo>
                    <a:pt x="2759612" y="1320708"/>
                  </a:lnTo>
                  <a:lnTo>
                    <a:pt x="2760453" y="1321074"/>
                  </a:lnTo>
                  <a:lnTo>
                    <a:pt x="2761295" y="1320766"/>
                  </a:lnTo>
                  <a:lnTo>
                    <a:pt x="2762136" y="1320035"/>
                  </a:lnTo>
                  <a:lnTo>
                    <a:pt x="2762977" y="1318078"/>
                  </a:lnTo>
                  <a:lnTo>
                    <a:pt x="2763818" y="1315224"/>
                  </a:lnTo>
                  <a:lnTo>
                    <a:pt x="2764659" y="1311678"/>
                  </a:lnTo>
                  <a:lnTo>
                    <a:pt x="2765501" y="1307754"/>
                  </a:lnTo>
                  <a:lnTo>
                    <a:pt x="2766342" y="1304373"/>
                  </a:lnTo>
                  <a:lnTo>
                    <a:pt x="2767183" y="1301249"/>
                  </a:lnTo>
                  <a:lnTo>
                    <a:pt x="2768024" y="1299439"/>
                  </a:lnTo>
                  <a:lnTo>
                    <a:pt x="2768865" y="1298254"/>
                  </a:lnTo>
                  <a:lnTo>
                    <a:pt x="2769707" y="1298736"/>
                  </a:lnTo>
                  <a:lnTo>
                    <a:pt x="2770548" y="1299866"/>
                  </a:lnTo>
                  <a:lnTo>
                    <a:pt x="2771389" y="1301600"/>
                  </a:lnTo>
                  <a:lnTo>
                    <a:pt x="2772230" y="1304435"/>
                  </a:lnTo>
                  <a:lnTo>
                    <a:pt x="2773071" y="1308022"/>
                  </a:lnTo>
                  <a:lnTo>
                    <a:pt x="2773913" y="1312447"/>
                  </a:lnTo>
                  <a:lnTo>
                    <a:pt x="2774754" y="1317441"/>
                  </a:lnTo>
                  <a:lnTo>
                    <a:pt x="2775595" y="1323638"/>
                  </a:lnTo>
                  <a:lnTo>
                    <a:pt x="2776436" y="1327664"/>
                  </a:lnTo>
                  <a:lnTo>
                    <a:pt x="2777277" y="1332336"/>
                  </a:lnTo>
                  <a:lnTo>
                    <a:pt x="2778119" y="1335875"/>
                  </a:lnTo>
                  <a:lnTo>
                    <a:pt x="2778960" y="1338934"/>
                  </a:lnTo>
                  <a:lnTo>
                    <a:pt x="2779801" y="1342888"/>
                  </a:lnTo>
                  <a:lnTo>
                    <a:pt x="2780642" y="1347061"/>
                  </a:lnTo>
                  <a:lnTo>
                    <a:pt x="2781483" y="1350588"/>
                  </a:lnTo>
                  <a:lnTo>
                    <a:pt x="2782325" y="1353259"/>
                  </a:lnTo>
                  <a:lnTo>
                    <a:pt x="2783166" y="1355271"/>
                  </a:lnTo>
                  <a:lnTo>
                    <a:pt x="2784007" y="1357762"/>
                  </a:lnTo>
                  <a:lnTo>
                    <a:pt x="2784848" y="1360298"/>
                  </a:lnTo>
                  <a:lnTo>
                    <a:pt x="2785689" y="1363357"/>
                  </a:lnTo>
                  <a:lnTo>
                    <a:pt x="2786531" y="1366758"/>
                  </a:lnTo>
                  <a:lnTo>
                    <a:pt x="2787372" y="1370505"/>
                  </a:lnTo>
                  <a:lnTo>
                    <a:pt x="2788213" y="1373620"/>
                  </a:lnTo>
                  <a:lnTo>
                    <a:pt x="2789054" y="1377388"/>
                  </a:lnTo>
                  <a:lnTo>
                    <a:pt x="2789895" y="1381932"/>
                  </a:lnTo>
                  <a:lnTo>
                    <a:pt x="2790737" y="1386698"/>
                  </a:lnTo>
                  <a:lnTo>
                    <a:pt x="2791578" y="1392119"/>
                  </a:lnTo>
                  <a:lnTo>
                    <a:pt x="2792419" y="1396753"/>
                  </a:lnTo>
                  <a:lnTo>
                    <a:pt x="2793260" y="1401410"/>
                  </a:lnTo>
                  <a:lnTo>
                    <a:pt x="2794101" y="1405381"/>
                  </a:lnTo>
                  <a:lnTo>
                    <a:pt x="2794943" y="1411230"/>
                  </a:lnTo>
                  <a:lnTo>
                    <a:pt x="2795784" y="1420284"/>
                  </a:lnTo>
                  <a:lnTo>
                    <a:pt x="2796625" y="1431150"/>
                  </a:lnTo>
                  <a:lnTo>
                    <a:pt x="2797466" y="1441066"/>
                  </a:lnTo>
                  <a:lnTo>
                    <a:pt x="2798307" y="1449616"/>
                  </a:lnTo>
                  <a:lnTo>
                    <a:pt x="2799149" y="1457245"/>
                  </a:lnTo>
                  <a:lnTo>
                    <a:pt x="2799990" y="1464268"/>
                  </a:lnTo>
                  <a:lnTo>
                    <a:pt x="2800831" y="1470440"/>
                  </a:lnTo>
                  <a:lnTo>
                    <a:pt x="2801672" y="1476022"/>
                  </a:lnTo>
                  <a:lnTo>
                    <a:pt x="2802513" y="1477947"/>
                  </a:lnTo>
                  <a:lnTo>
                    <a:pt x="2803355" y="1477157"/>
                  </a:lnTo>
                  <a:lnTo>
                    <a:pt x="2804196" y="1475546"/>
                  </a:lnTo>
                  <a:lnTo>
                    <a:pt x="2805037" y="1473158"/>
                  </a:lnTo>
                  <a:lnTo>
                    <a:pt x="2805878" y="1470301"/>
                  </a:lnTo>
                  <a:lnTo>
                    <a:pt x="2806719" y="1467207"/>
                  </a:lnTo>
                  <a:lnTo>
                    <a:pt x="2807561" y="1463940"/>
                  </a:lnTo>
                  <a:lnTo>
                    <a:pt x="2808402" y="1460652"/>
                  </a:lnTo>
                  <a:lnTo>
                    <a:pt x="2809243" y="1457933"/>
                  </a:lnTo>
                  <a:lnTo>
                    <a:pt x="2810084" y="1455726"/>
                  </a:lnTo>
                  <a:lnTo>
                    <a:pt x="2810925" y="1453922"/>
                  </a:lnTo>
                  <a:lnTo>
                    <a:pt x="2811767" y="1452409"/>
                  </a:lnTo>
                  <a:lnTo>
                    <a:pt x="2812608" y="1451007"/>
                  </a:lnTo>
                  <a:lnTo>
                    <a:pt x="2813449" y="1448437"/>
                  </a:lnTo>
                  <a:lnTo>
                    <a:pt x="2814290" y="1446376"/>
                  </a:lnTo>
                  <a:lnTo>
                    <a:pt x="2815132" y="1445492"/>
                  </a:lnTo>
                  <a:lnTo>
                    <a:pt x="2815973" y="1446746"/>
                  </a:lnTo>
                  <a:lnTo>
                    <a:pt x="2816814" y="1448085"/>
                  </a:lnTo>
                  <a:lnTo>
                    <a:pt x="2817655" y="1450743"/>
                  </a:lnTo>
                  <a:lnTo>
                    <a:pt x="2818496" y="1453453"/>
                  </a:lnTo>
                  <a:lnTo>
                    <a:pt x="2819338" y="1455723"/>
                  </a:lnTo>
                  <a:lnTo>
                    <a:pt x="2820179" y="1456748"/>
                  </a:lnTo>
                  <a:lnTo>
                    <a:pt x="2821020" y="1457284"/>
                  </a:lnTo>
                  <a:lnTo>
                    <a:pt x="2821861" y="1457092"/>
                  </a:lnTo>
                  <a:lnTo>
                    <a:pt x="2822702" y="1454084"/>
                  </a:lnTo>
                  <a:lnTo>
                    <a:pt x="2823544" y="1450992"/>
                  </a:lnTo>
                  <a:lnTo>
                    <a:pt x="2824385" y="1448083"/>
                  </a:lnTo>
                  <a:lnTo>
                    <a:pt x="2825226" y="1444848"/>
                  </a:lnTo>
                  <a:lnTo>
                    <a:pt x="2826067" y="1442352"/>
                  </a:lnTo>
                  <a:lnTo>
                    <a:pt x="2826908" y="1439799"/>
                  </a:lnTo>
                  <a:lnTo>
                    <a:pt x="2827750" y="1437001"/>
                  </a:lnTo>
                  <a:lnTo>
                    <a:pt x="2828591" y="1435920"/>
                  </a:lnTo>
                  <a:lnTo>
                    <a:pt x="2829432" y="1434551"/>
                  </a:lnTo>
                  <a:lnTo>
                    <a:pt x="2830273" y="1432587"/>
                  </a:lnTo>
                  <a:lnTo>
                    <a:pt x="2831114" y="1431008"/>
                  </a:lnTo>
                  <a:lnTo>
                    <a:pt x="2831956" y="1430206"/>
                  </a:lnTo>
                  <a:lnTo>
                    <a:pt x="2832797" y="1429581"/>
                  </a:lnTo>
                  <a:lnTo>
                    <a:pt x="2833638" y="1429696"/>
                  </a:lnTo>
                  <a:lnTo>
                    <a:pt x="2834479" y="1430567"/>
                  </a:lnTo>
                  <a:lnTo>
                    <a:pt x="2835320" y="1432369"/>
                  </a:lnTo>
                  <a:lnTo>
                    <a:pt x="2836162" y="1434482"/>
                  </a:lnTo>
                  <a:lnTo>
                    <a:pt x="2837003" y="1436900"/>
                  </a:lnTo>
                  <a:lnTo>
                    <a:pt x="2837844" y="1439061"/>
                  </a:lnTo>
                  <a:lnTo>
                    <a:pt x="2838685" y="1440785"/>
                  </a:lnTo>
                  <a:lnTo>
                    <a:pt x="2839526" y="1445623"/>
                  </a:lnTo>
                  <a:lnTo>
                    <a:pt x="2840368" y="1450494"/>
                  </a:lnTo>
                  <a:lnTo>
                    <a:pt x="2841209" y="1455320"/>
                  </a:lnTo>
                  <a:lnTo>
                    <a:pt x="2842050" y="1460374"/>
                  </a:lnTo>
                  <a:lnTo>
                    <a:pt x="2842891" y="1465750"/>
                  </a:lnTo>
                  <a:lnTo>
                    <a:pt x="2843732" y="1471836"/>
                  </a:lnTo>
                  <a:lnTo>
                    <a:pt x="2844574" y="1479364"/>
                  </a:lnTo>
                  <a:lnTo>
                    <a:pt x="2845415" y="1487120"/>
                  </a:lnTo>
                  <a:lnTo>
                    <a:pt x="2846256" y="1495023"/>
                  </a:lnTo>
                  <a:lnTo>
                    <a:pt x="2847097" y="1502013"/>
                  </a:lnTo>
                  <a:lnTo>
                    <a:pt x="2847938" y="1507493"/>
                  </a:lnTo>
                  <a:lnTo>
                    <a:pt x="2848780" y="1512198"/>
                  </a:lnTo>
                  <a:lnTo>
                    <a:pt x="2849621" y="1515640"/>
                  </a:lnTo>
                  <a:lnTo>
                    <a:pt x="2850462" y="1518336"/>
                  </a:lnTo>
                  <a:lnTo>
                    <a:pt x="2851303" y="1520046"/>
                  </a:lnTo>
                  <a:lnTo>
                    <a:pt x="2852144" y="1520753"/>
                  </a:lnTo>
                  <a:lnTo>
                    <a:pt x="2852986" y="1521066"/>
                  </a:lnTo>
                  <a:lnTo>
                    <a:pt x="2853827" y="1520403"/>
                  </a:lnTo>
                  <a:lnTo>
                    <a:pt x="2854668" y="1519304"/>
                  </a:lnTo>
                  <a:lnTo>
                    <a:pt x="2855509" y="1517809"/>
                  </a:lnTo>
                  <a:lnTo>
                    <a:pt x="2856350" y="1514594"/>
                  </a:lnTo>
                  <a:lnTo>
                    <a:pt x="2857192" y="1510298"/>
                  </a:lnTo>
                  <a:lnTo>
                    <a:pt x="2858033" y="1505613"/>
                  </a:lnTo>
                  <a:lnTo>
                    <a:pt x="2858874" y="1501352"/>
                  </a:lnTo>
                  <a:lnTo>
                    <a:pt x="2859715" y="1497751"/>
                  </a:lnTo>
                  <a:lnTo>
                    <a:pt x="2860556" y="1494785"/>
                  </a:lnTo>
                  <a:lnTo>
                    <a:pt x="2861398" y="1492127"/>
                  </a:lnTo>
                  <a:lnTo>
                    <a:pt x="2862239" y="1489755"/>
                  </a:lnTo>
                  <a:lnTo>
                    <a:pt x="2863080" y="1487417"/>
                  </a:lnTo>
                  <a:lnTo>
                    <a:pt x="2863921" y="1485563"/>
                  </a:lnTo>
                  <a:lnTo>
                    <a:pt x="2864762" y="1483759"/>
                  </a:lnTo>
                  <a:lnTo>
                    <a:pt x="2865604" y="1482353"/>
                  </a:lnTo>
                  <a:lnTo>
                    <a:pt x="2866445" y="1481669"/>
                  </a:lnTo>
                  <a:lnTo>
                    <a:pt x="2867286" y="1481993"/>
                  </a:lnTo>
                  <a:lnTo>
                    <a:pt x="2868127" y="1483015"/>
                  </a:lnTo>
                  <a:lnTo>
                    <a:pt x="2868968" y="1484200"/>
                  </a:lnTo>
                  <a:lnTo>
                    <a:pt x="2869810" y="1484748"/>
                  </a:lnTo>
                  <a:lnTo>
                    <a:pt x="2870651" y="1484759"/>
                  </a:lnTo>
                  <a:lnTo>
                    <a:pt x="2871492" y="1484030"/>
                  </a:lnTo>
                  <a:lnTo>
                    <a:pt x="2872333" y="1481277"/>
                  </a:lnTo>
                  <a:lnTo>
                    <a:pt x="2873174" y="1475723"/>
                  </a:lnTo>
                  <a:lnTo>
                    <a:pt x="2874016" y="1468362"/>
                  </a:lnTo>
                  <a:lnTo>
                    <a:pt x="2874857" y="1461172"/>
                  </a:lnTo>
                  <a:lnTo>
                    <a:pt x="2875698" y="1457279"/>
                  </a:lnTo>
                  <a:lnTo>
                    <a:pt x="2876539" y="1452095"/>
                  </a:lnTo>
                  <a:lnTo>
                    <a:pt x="2877380" y="1447938"/>
                  </a:lnTo>
                  <a:lnTo>
                    <a:pt x="2878222" y="1442473"/>
                  </a:lnTo>
                  <a:lnTo>
                    <a:pt x="2879063" y="1436136"/>
                  </a:lnTo>
                  <a:lnTo>
                    <a:pt x="2879904" y="1427861"/>
                  </a:lnTo>
                  <a:lnTo>
                    <a:pt x="2880745" y="1418693"/>
                  </a:lnTo>
                  <a:lnTo>
                    <a:pt x="2881586" y="1410108"/>
                  </a:lnTo>
                  <a:lnTo>
                    <a:pt x="2882428" y="1402516"/>
                  </a:lnTo>
                  <a:lnTo>
                    <a:pt x="2883269" y="1394619"/>
                  </a:lnTo>
                  <a:lnTo>
                    <a:pt x="2884110" y="1387326"/>
                  </a:lnTo>
                  <a:lnTo>
                    <a:pt x="2884951" y="1382764"/>
                  </a:lnTo>
                  <a:lnTo>
                    <a:pt x="2885793" y="1377108"/>
                  </a:lnTo>
                  <a:lnTo>
                    <a:pt x="2886634" y="1371444"/>
                  </a:lnTo>
                  <a:lnTo>
                    <a:pt x="2887475" y="1366233"/>
                  </a:lnTo>
                  <a:lnTo>
                    <a:pt x="2888316" y="1361242"/>
                  </a:lnTo>
                  <a:lnTo>
                    <a:pt x="2889157" y="1355821"/>
                  </a:lnTo>
                  <a:lnTo>
                    <a:pt x="2889999" y="1350836"/>
                  </a:lnTo>
                  <a:lnTo>
                    <a:pt x="2890840" y="1346371"/>
                  </a:lnTo>
                  <a:lnTo>
                    <a:pt x="2891681" y="1343177"/>
                  </a:lnTo>
                  <a:lnTo>
                    <a:pt x="2892522" y="1340240"/>
                  </a:lnTo>
                  <a:lnTo>
                    <a:pt x="2893363" y="1338108"/>
                  </a:lnTo>
                  <a:lnTo>
                    <a:pt x="2894205" y="1336292"/>
                  </a:lnTo>
                  <a:lnTo>
                    <a:pt x="2895046" y="1335301"/>
                  </a:lnTo>
                  <a:lnTo>
                    <a:pt x="2895887" y="1334993"/>
                  </a:lnTo>
                  <a:lnTo>
                    <a:pt x="2896728" y="1334006"/>
                  </a:lnTo>
                  <a:lnTo>
                    <a:pt x="2897569" y="1333678"/>
                  </a:lnTo>
                  <a:lnTo>
                    <a:pt x="2898411" y="1333904"/>
                  </a:lnTo>
                  <a:lnTo>
                    <a:pt x="2899252" y="1335158"/>
                  </a:lnTo>
                  <a:lnTo>
                    <a:pt x="2900093" y="1335206"/>
                  </a:lnTo>
                  <a:lnTo>
                    <a:pt x="2900934" y="1335391"/>
                  </a:lnTo>
                  <a:lnTo>
                    <a:pt x="2901775" y="1335952"/>
                  </a:lnTo>
                  <a:lnTo>
                    <a:pt x="2902617" y="1336761"/>
                  </a:lnTo>
                  <a:lnTo>
                    <a:pt x="2903458" y="1337439"/>
                  </a:lnTo>
                  <a:lnTo>
                    <a:pt x="2904299" y="1338211"/>
                  </a:lnTo>
                  <a:lnTo>
                    <a:pt x="2905140" y="1339515"/>
                  </a:lnTo>
                  <a:lnTo>
                    <a:pt x="2905981" y="1341238"/>
                  </a:lnTo>
                  <a:lnTo>
                    <a:pt x="2906823" y="1341485"/>
                  </a:lnTo>
                  <a:lnTo>
                    <a:pt x="2907664" y="1341867"/>
                  </a:lnTo>
                  <a:lnTo>
                    <a:pt x="2908505" y="1341959"/>
                  </a:lnTo>
                  <a:lnTo>
                    <a:pt x="2909346" y="1340821"/>
                  </a:lnTo>
                  <a:lnTo>
                    <a:pt x="2910187" y="1341880"/>
                  </a:lnTo>
                  <a:lnTo>
                    <a:pt x="2911029" y="1342049"/>
                  </a:lnTo>
                  <a:lnTo>
                    <a:pt x="2911870" y="1343542"/>
                  </a:lnTo>
                  <a:lnTo>
                    <a:pt x="2912711" y="1346110"/>
                  </a:lnTo>
                  <a:lnTo>
                    <a:pt x="2913552" y="1348616"/>
                  </a:lnTo>
                  <a:lnTo>
                    <a:pt x="2914393" y="1350204"/>
                  </a:lnTo>
                  <a:lnTo>
                    <a:pt x="2915235" y="1351026"/>
                  </a:lnTo>
                  <a:lnTo>
                    <a:pt x="2916076" y="1350976"/>
                  </a:lnTo>
                  <a:lnTo>
                    <a:pt x="2916917" y="1350067"/>
                  </a:lnTo>
                  <a:lnTo>
                    <a:pt x="2917758" y="1348542"/>
                  </a:lnTo>
                  <a:lnTo>
                    <a:pt x="2918599" y="1345540"/>
                  </a:lnTo>
                  <a:lnTo>
                    <a:pt x="2919441" y="1341906"/>
                  </a:lnTo>
                  <a:lnTo>
                    <a:pt x="2920282" y="1337845"/>
                  </a:lnTo>
                  <a:lnTo>
                    <a:pt x="2921123" y="1333978"/>
                  </a:lnTo>
                  <a:lnTo>
                    <a:pt x="2921964" y="1331105"/>
                  </a:lnTo>
                  <a:lnTo>
                    <a:pt x="2922805" y="1327271"/>
                  </a:lnTo>
                  <a:lnTo>
                    <a:pt x="2923647" y="1323614"/>
                  </a:lnTo>
                  <a:lnTo>
                    <a:pt x="2924488" y="1320641"/>
                  </a:lnTo>
                  <a:lnTo>
                    <a:pt x="2925329" y="1317737"/>
                  </a:lnTo>
                  <a:lnTo>
                    <a:pt x="2926170" y="1312937"/>
                  </a:lnTo>
                  <a:lnTo>
                    <a:pt x="2927011" y="1307498"/>
                  </a:lnTo>
                  <a:lnTo>
                    <a:pt x="2927853" y="1303763"/>
                  </a:lnTo>
                  <a:lnTo>
                    <a:pt x="2928694" y="1299631"/>
                  </a:lnTo>
                  <a:lnTo>
                    <a:pt x="2929535" y="1296817"/>
                  </a:lnTo>
                  <a:lnTo>
                    <a:pt x="2930376" y="1293895"/>
                  </a:lnTo>
                  <a:lnTo>
                    <a:pt x="2931217" y="1291436"/>
                  </a:lnTo>
                  <a:lnTo>
                    <a:pt x="2932059" y="1289575"/>
                  </a:lnTo>
                  <a:lnTo>
                    <a:pt x="2932900" y="1287870"/>
                  </a:lnTo>
                  <a:lnTo>
                    <a:pt x="2933741" y="1285814"/>
                  </a:lnTo>
                  <a:lnTo>
                    <a:pt x="2934582" y="1283445"/>
                  </a:lnTo>
                  <a:lnTo>
                    <a:pt x="2935423" y="1280672"/>
                  </a:lnTo>
                  <a:lnTo>
                    <a:pt x="2936265" y="1277342"/>
                  </a:lnTo>
                  <a:lnTo>
                    <a:pt x="2937106" y="1274661"/>
                  </a:lnTo>
                  <a:lnTo>
                    <a:pt x="2937947" y="1270667"/>
                  </a:lnTo>
                  <a:lnTo>
                    <a:pt x="2938788" y="1266958"/>
                  </a:lnTo>
                  <a:lnTo>
                    <a:pt x="2939629" y="1263978"/>
                  </a:lnTo>
                  <a:lnTo>
                    <a:pt x="2940471" y="1260204"/>
                  </a:lnTo>
                  <a:lnTo>
                    <a:pt x="2941312" y="1257309"/>
                  </a:lnTo>
                  <a:lnTo>
                    <a:pt x="2942153" y="1253564"/>
                  </a:lnTo>
                  <a:lnTo>
                    <a:pt x="2942994" y="1250441"/>
                  </a:lnTo>
                  <a:lnTo>
                    <a:pt x="2943835" y="1246812"/>
                  </a:lnTo>
                  <a:lnTo>
                    <a:pt x="2944677" y="1243545"/>
                  </a:lnTo>
                  <a:lnTo>
                    <a:pt x="2945518" y="1240707"/>
                  </a:lnTo>
                  <a:lnTo>
                    <a:pt x="2946359" y="1238730"/>
                  </a:lnTo>
                  <a:lnTo>
                    <a:pt x="2947200" y="1237589"/>
                  </a:lnTo>
                  <a:lnTo>
                    <a:pt x="2948041" y="1236992"/>
                  </a:lnTo>
                  <a:lnTo>
                    <a:pt x="2948883" y="1235355"/>
                  </a:lnTo>
                  <a:lnTo>
                    <a:pt x="2949724" y="1234120"/>
                  </a:lnTo>
                  <a:lnTo>
                    <a:pt x="2950565" y="1231023"/>
                  </a:lnTo>
                  <a:lnTo>
                    <a:pt x="2951406" y="1230004"/>
                  </a:lnTo>
                  <a:lnTo>
                    <a:pt x="2952247" y="1229348"/>
                  </a:lnTo>
                  <a:lnTo>
                    <a:pt x="2953089" y="1227844"/>
                  </a:lnTo>
                  <a:lnTo>
                    <a:pt x="2953930" y="1226325"/>
                  </a:lnTo>
                  <a:lnTo>
                    <a:pt x="2954771" y="1223911"/>
                  </a:lnTo>
                  <a:lnTo>
                    <a:pt x="2955612" y="1221798"/>
                  </a:lnTo>
                  <a:lnTo>
                    <a:pt x="2956454" y="1219273"/>
                  </a:lnTo>
                  <a:lnTo>
                    <a:pt x="2957295" y="1215538"/>
                  </a:lnTo>
                  <a:lnTo>
                    <a:pt x="2958136" y="1211452"/>
                  </a:lnTo>
                  <a:lnTo>
                    <a:pt x="2958977" y="1206672"/>
                  </a:lnTo>
                  <a:lnTo>
                    <a:pt x="2959818" y="1201282"/>
                  </a:lnTo>
                  <a:lnTo>
                    <a:pt x="2960660" y="1195920"/>
                  </a:lnTo>
                  <a:lnTo>
                    <a:pt x="2961501" y="1191200"/>
                  </a:lnTo>
                  <a:lnTo>
                    <a:pt x="2962342" y="1188678"/>
                  </a:lnTo>
                  <a:lnTo>
                    <a:pt x="2963183" y="1186032"/>
                  </a:lnTo>
                  <a:lnTo>
                    <a:pt x="2964024" y="1181808"/>
                  </a:lnTo>
                  <a:lnTo>
                    <a:pt x="2964866" y="1179258"/>
                  </a:lnTo>
                  <a:lnTo>
                    <a:pt x="2965707" y="1175668"/>
                  </a:lnTo>
                  <a:lnTo>
                    <a:pt x="2966548" y="1171734"/>
                  </a:lnTo>
                  <a:lnTo>
                    <a:pt x="2967389" y="1168065"/>
                  </a:lnTo>
                  <a:lnTo>
                    <a:pt x="2968230" y="1163452"/>
                  </a:lnTo>
                  <a:lnTo>
                    <a:pt x="2969072" y="1159557"/>
                  </a:lnTo>
                  <a:lnTo>
                    <a:pt x="2969913" y="1156364"/>
                  </a:lnTo>
                  <a:lnTo>
                    <a:pt x="2970754" y="1152519"/>
                  </a:lnTo>
                  <a:lnTo>
                    <a:pt x="2971595" y="1149631"/>
                  </a:lnTo>
                  <a:lnTo>
                    <a:pt x="2972436" y="1146708"/>
                  </a:lnTo>
                  <a:lnTo>
                    <a:pt x="2973278" y="1146521"/>
                  </a:lnTo>
                  <a:lnTo>
                    <a:pt x="2974119" y="1146451"/>
                  </a:lnTo>
                  <a:lnTo>
                    <a:pt x="2974960" y="1145886"/>
                  </a:lnTo>
                  <a:lnTo>
                    <a:pt x="2975801" y="1145307"/>
                  </a:lnTo>
                  <a:lnTo>
                    <a:pt x="2976642" y="1144369"/>
                  </a:lnTo>
                  <a:lnTo>
                    <a:pt x="2977484" y="1143047"/>
                  </a:lnTo>
                  <a:lnTo>
                    <a:pt x="2978325" y="1142457"/>
                  </a:lnTo>
                  <a:lnTo>
                    <a:pt x="2979166" y="1142150"/>
                  </a:lnTo>
                  <a:lnTo>
                    <a:pt x="2980007" y="1141995"/>
                  </a:lnTo>
                  <a:lnTo>
                    <a:pt x="2980848" y="1141134"/>
                  </a:lnTo>
                  <a:lnTo>
                    <a:pt x="2981690" y="1140848"/>
                  </a:lnTo>
                  <a:lnTo>
                    <a:pt x="2982531" y="1139510"/>
                  </a:lnTo>
                  <a:lnTo>
                    <a:pt x="2983372" y="1136882"/>
                  </a:lnTo>
                  <a:lnTo>
                    <a:pt x="2984213" y="1133657"/>
                  </a:lnTo>
                  <a:lnTo>
                    <a:pt x="2985054" y="1129663"/>
                  </a:lnTo>
                  <a:lnTo>
                    <a:pt x="2985896" y="1125508"/>
                  </a:lnTo>
                  <a:lnTo>
                    <a:pt x="2986737" y="1121360"/>
                  </a:lnTo>
                  <a:lnTo>
                    <a:pt x="2987578" y="1117155"/>
                  </a:lnTo>
                  <a:lnTo>
                    <a:pt x="2988419" y="1114247"/>
                  </a:lnTo>
                  <a:lnTo>
                    <a:pt x="2989260" y="1112146"/>
                  </a:lnTo>
                  <a:lnTo>
                    <a:pt x="2990102" y="1110109"/>
                  </a:lnTo>
                  <a:lnTo>
                    <a:pt x="2990943" y="1109968"/>
                  </a:lnTo>
                  <a:lnTo>
                    <a:pt x="2991784" y="1109741"/>
                  </a:lnTo>
                  <a:lnTo>
                    <a:pt x="2992625" y="1108351"/>
                  </a:lnTo>
                  <a:lnTo>
                    <a:pt x="2993466" y="1105985"/>
                  </a:lnTo>
                  <a:lnTo>
                    <a:pt x="2994308" y="1102162"/>
                  </a:lnTo>
                  <a:lnTo>
                    <a:pt x="2995149" y="1098560"/>
                  </a:lnTo>
                  <a:lnTo>
                    <a:pt x="2995990" y="1095864"/>
                  </a:lnTo>
                  <a:lnTo>
                    <a:pt x="2996831" y="1092215"/>
                  </a:lnTo>
                  <a:lnTo>
                    <a:pt x="2997672" y="1089011"/>
                  </a:lnTo>
                  <a:lnTo>
                    <a:pt x="2998514" y="1086962"/>
                  </a:lnTo>
                  <a:lnTo>
                    <a:pt x="2999355" y="1082807"/>
                  </a:lnTo>
                  <a:lnTo>
                    <a:pt x="3000196" y="1078351"/>
                  </a:lnTo>
                  <a:lnTo>
                    <a:pt x="3001037" y="1075068"/>
                  </a:lnTo>
                  <a:lnTo>
                    <a:pt x="3001878" y="1071451"/>
                  </a:lnTo>
                  <a:lnTo>
                    <a:pt x="3002720" y="1068319"/>
                  </a:lnTo>
                  <a:lnTo>
                    <a:pt x="3003561" y="1063709"/>
                  </a:lnTo>
                  <a:lnTo>
                    <a:pt x="3004402" y="1059904"/>
                  </a:lnTo>
                  <a:lnTo>
                    <a:pt x="3005243" y="1055795"/>
                  </a:lnTo>
                  <a:lnTo>
                    <a:pt x="3006084" y="1052708"/>
                  </a:lnTo>
                  <a:lnTo>
                    <a:pt x="3006926" y="1051806"/>
                  </a:lnTo>
                  <a:lnTo>
                    <a:pt x="3007767" y="1051509"/>
                  </a:lnTo>
                  <a:lnTo>
                    <a:pt x="3008608" y="1050651"/>
                  </a:lnTo>
                  <a:lnTo>
                    <a:pt x="3009449" y="1050477"/>
                  </a:lnTo>
                  <a:lnTo>
                    <a:pt x="3010290" y="1050972"/>
                  </a:lnTo>
                  <a:lnTo>
                    <a:pt x="3011132" y="1051907"/>
                  </a:lnTo>
                  <a:lnTo>
                    <a:pt x="3011973" y="1054253"/>
                  </a:lnTo>
                  <a:lnTo>
                    <a:pt x="3012814" y="1054863"/>
                  </a:lnTo>
                  <a:lnTo>
                    <a:pt x="3013655" y="1054710"/>
                  </a:lnTo>
                  <a:lnTo>
                    <a:pt x="3014496" y="1053352"/>
                  </a:lnTo>
                  <a:lnTo>
                    <a:pt x="3015338" y="1051387"/>
                  </a:lnTo>
                  <a:lnTo>
                    <a:pt x="3016179" y="1049471"/>
                  </a:lnTo>
                  <a:lnTo>
                    <a:pt x="3017020" y="1046895"/>
                  </a:lnTo>
                  <a:lnTo>
                    <a:pt x="3017861" y="1044191"/>
                  </a:lnTo>
                  <a:lnTo>
                    <a:pt x="3018702" y="1041073"/>
                  </a:lnTo>
                  <a:lnTo>
                    <a:pt x="3019544" y="1037811"/>
                  </a:lnTo>
                  <a:lnTo>
                    <a:pt x="3020385" y="1034388"/>
                  </a:lnTo>
                  <a:lnTo>
                    <a:pt x="3021226" y="1030124"/>
                  </a:lnTo>
                  <a:lnTo>
                    <a:pt x="3022067" y="1026096"/>
                  </a:lnTo>
                  <a:lnTo>
                    <a:pt x="3022908" y="1021233"/>
                  </a:lnTo>
                  <a:lnTo>
                    <a:pt x="3023750" y="1013746"/>
                  </a:lnTo>
                  <a:lnTo>
                    <a:pt x="3024591" y="1001701"/>
                  </a:lnTo>
                  <a:lnTo>
                    <a:pt x="3025432" y="989944"/>
                  </a:lnTo>
                  <a:lnTo>
                    <a:pt x="3026273" y="972835"/>
                  </a:lnTo>
                  <a:lnTo>
                    <a:pt x="3027115" y="958151"/>
                  </a:lnTo>
                  <a:lnTo>
                    <a:pt x="3027956" y="943985"/>
                  </a:lnTo>
                  <a:lnTo>
                    <a:pt x="3028797" y="931021"/>
                  </a:lnTo>
                  <a:lnTo>
                    <a:pt x="3029638" y="919497"/>
                  </a:lnTo>
                  <a:lnTo>
                    <a:pt x="3030479" y="909092"/>
                  </a:lnTo>
                  <a:lnTo>
                    <a:pt x="3031321" y="899337"/>
                  </a:lnTo>
                  <a:lnTo>
                    <a:pt x="3032162" y="889660"/>
                  </a:lnTo>
                  <a:lnTo>
                    <a:pt x="3033003" y="880305"/>
                  </a:lnTo>
                  <a:lnTo>
                    <a:pt x="3033844" y="870271"/>
                  </a:lnTo>
                  <a:lnTo>
                    <a:pt x="3034685" y="860480"/>
                  </a:lnTo>
                  <a:lnTo>
                    <a:pt x="3035527" y="850418"/>
                  </a:lnTo>
                  <a:lnTo>
                    <a:pt x="3036368" y="840698"/>
                  </a:lnTo>
                  <a:lnTo>
                    <a:pt x="3037209" y="832296"/>
                  </a:lnTo>
                  <a:lnTo>
                    <a:pt x="3038050" y="824957"/>
                  </a:lnTo>
                  <a:lnTo>
                    <a:pt x="3038891" y="818436"/>
                  </a:lnTo>
                  <a:lnTo>
                    <a:pt x="3039733" y="810832"/>
                  </a:lnTo>
                  <a:lnTo>
                    <a:pt x="3040574" y="803991"/>
                  </a:lnTo>
                  <a:lnTo>
                    <a:pt x="3041415" y="798683"/>
                  </a:lnTo>
                  <a:lnTo>
                    <a:pt x="3042256" y="794862"/>
                  </a:lnTo>
                  <a:lnTo>
                    <a:pt x="3043097" y="791615"/>
                  </a:lnTo>
                  <a:lnTo>
                    <a:pt x="3043939" y="787167"/>
                  </a:lnTo>
                  <a:lnTo>
                    <a:pt x="3044780" y="785833"/>
                  </a:lnTo>
                  <a:lnTo>
                    <a:pt x="3045621" y="785206"/>
                  </a:lnTo>
                  <a:lnTo>
                    <a:pt x="3046462" y="785990"/>
                  </a:lnTo>
                  <a:lnTo>
                    <a:pt x="3047303" y="788413"/>
                  </a:lnTo>
                  <a:lnTo>
                    <a:pt x="3048145" y="792375"/>
                  </a:lnTo>
                  <a:lnTo>
                    <a:pt x="3048986" y="797857"/>
                  </a:lnTo>
                  <a:lnTo>
                    <a:pt x="3049827" y="804117"/>
                  </a:lnTo>
                  <a:lnTo>
                    <a:pt x="3050668" y="810952"/>
                  </a:lnTo>
                  <a:lnTo>
                    <a:pt x="3051509" y="818481"/>
                  </a:lnTo>
                  <a:lnTo>
                    <a:pt x="3052351" y="827330"/>
                  </a:lnTo>
                  <a:lnTo>
                    <a:pt x="3053192" y="834430"/>
                  </a:lnTo>
                  <a:lnTo>
                    <a:pt x="3054033" y="843392"/>
                  </a:lnTo>
                  <a:lnTo>
                    <a:pt x="3054874" y="852010"/>
                  </a:lnTo>
                  <a:lnTo>
                    <a:pt x="3055715" y="859689"/>
                  </a:lnTo>
                  <a:lnTo>
                    <a:pt x="3056557" y="867213"/>
                  </a:lnTo>
                  <a:lnTo>
                    <a:pt x="3057398" y="874903"/>
                  </a:lnTo>
                  <a:lnTo>
                    <a:pt x="3058239" y="882353"/>
                  </a:lnTo>
                  <a:lnTo>
                    <a:pt x="3059080" y="889163"/>
                  </a:lnTo>
                  <a:lnTo>
                    <a:pt x="3059921" y="895129"/>
                  </a:lnTo>
                  <a:lnTo>
                    <a:pt x="3060763" y="900400"/>
                  </a:lnTo>
                  <a:lnTo>
                    <a:pt x="3061604" y="904714"/>
                  </a:lnTo>
                  <a:lnTo>
                    <a:pt x="3062445" y="908227"/>
                  </a:lnTo>
                  <a:lnTo>
                    <a:pt x="3063286" y="910501"/>
                  </a:lnTo>
                  <a:lnTo>
                    <a:pt x="3064127" y="911787"/>
                  </a:lnTo>
                  <a:lnTo>
                    <a:pt x="3064969" y="913512"/>
                  </a:lnTo>
                  <a:lnTo>
                    <a:pt x="3065810" y="914554"/>
                  </a:lnTo>
                  <a:lnTo>
                    <a:pt x="3066651" y="915783"/>
                  </a:lnTo>
                  <a:lnTo>
                    <a:pt x="3067492" y="916538"/>
                  </a:lnTo>
                  <a:lnTo>
                    <a:pt x="3068333" y="918232"/>
                  </a:lnTo>
                  <a:lnTo>
                    <a:pt x="3069175" y="919250"/>
                  </a:lnTo>
                  <a:lnTo>
                    <a:pt x="3070016" y="919881"/>
                  </a:lnTo>
                  <a:lnTo>
                    <a:pt x="3070857" y="919843"/>
                  </a:lnTo>
                  <a:lnTo>
                    <a:pt x="3071698" y="919827"/>
                  </a:lnTo>
                  <a:lnTo>
                    <a:pt x="3072539" y="919683"/>
                  </a:lnTo>
                  <a:lnTo>
                    <a:pt x="3073381" y="918392"/>
                  </a:lnTo>
                  <a:lnTo>
                    <a:pt x="3074222" y="916561"/>
                  </a:lnTo>
                  <a:lnTo>
                    <a:pt x="3075063" y="914799"/>
                  </a:lnTo>
                  <a:lnTo>
                    <a:pt x="3075904" y="916349"/>
                  </a:lnTo>
                  <a:lnTo>
                    <a:pt x="3076745" y="917814"/>
                  </a:lnTo>
                  <a:lnTo>
                    <a:pt x="3077587" y="919838"/>
                  </a:lnTo>
                  <a:lnTo>
                    <a:pt x="3078428" y="919390"/>
                  </a:lnTo>
                  <a:lnTo>
                    <a:pt x="3079269" y="918013"/>
                  </a:lnTo>
                  <a:lnTo>
                    <a:pt x="3080110" y="913771"/>
                  </a:lnTo>
                  <a:lnTo>
                    <a:pt x="3080951" y="910875"/>
                  </a:lnTo>
                  <a:lnTo>
                    <a:pt x="3081793" y="906854"/>
                  </a:lnTo>
                  <a:lnTo>
                    <a:pt x="3082634" y="904719"/>
                  </a:lnTo>
                  <a:lnTo>
                    <a:pt x="3083475" y="902637"/>
                  </a:lnTo>
                  <a:lnTo>
                    <a:pt x="3084316" y="900682"/>
                  </a:lnTo>
                  <a:lnTo>
                    <a:pt x="3085157" y="899200"/>
                  </a:lnTo>
                  <a:lnTo>
                    <a:pt x="3085999" y="899186"/>
                  </a:lnTo>
                  <a:lnTo>
                    <a:pt x="3086840" y="900061"/>
                  </a:lnTo>
                  <a:lnTo>
                    <a:pt x="3087681" y="901421"/>
                  </a:lnTo>
                  <a:lnTo>
                    <a:pt x="3088522" y="903095"/>
                  </a:lnTo>
                  <a:lnTo>
                    <a:pt x="3089363" y="904284"/>
                  </a:lnTo>
                  <a:lnTo>
                    <a:pt x="3090205" y="904025"/>
                  </a:lnTo>
                  <a:lnTo>
                    <a:pt x="3091046" y="904287"/>
                  </a:lnTo>
                  <a:lnTo>
                    <a:pt x="3091887" y="904679"/>
                  </a:lnTo>
                  <a:lnTo>
                    <a:pt x="3092728" y="905914"/>
                  </a:lnTo>
                  <a:lnTo>
                    <a:pt x="3093569" y="907136"/>
                  </a:lnTo>
                  <a:lnTo>
                    <a:pt x="3094411" y="910134"/>
                  </a:lnTo>
                  <a:lnTo>
                    <a:pt x="3095252" y="913116"/>
                  </a:lnTo>
                  <a:lnTo>
                    <a:pt x="3096093" y="914904"/>
                  </a:lnTo>
                  <a:lnTo>
                    <a:pt x="3096934" y="918243"/>
                  </a:lnTo>
                  <a:lnTo>
                    <a:pt x="3097776" y="920787"/>
                  </a:lnTo>
                  <a:lnTo>
                    <a:pt x="3098617" y="923729"/>
                  </a:lnTo>
                  <a:lnTo>
                    <a:pt x="3099458" y="926114"/>
                  </a:lnTo>
                  <a:lnTo>
                    <a:pt x="3100299" y="928452"/>
                  </a:lnTo>
                  <a:lnTo>
                    <a:pt x="3101140" y="930782"/>
                  </a:lnTo>
                  <a:lnTo>
                    <a:pt x="3101982" y="933238"/>
                  </a:lnTo>
                  <a:lnTo>
                    <a:pt x="3102823" y="936347"/>
                  </a:lnTo>
                  <a:lnTo>
                    <a:pt x="3103664" y="939449"/>
                  </a:lnTo>
                  <a:lnTo>
                    <a:pt x="3104505" y="942330"/>
                  </a:lnTo>
                  <a:lnTo>
                    <a:pt x="3105346" y="944517"/>
                  </a:lnTo>
                  <a:lnTo>
                    <a:pt x="3106188" y="947506"/>
                  </a:lnTo>
                  <a:lnTo>
                    <a:pt x="3107029" y="950298"/>
                  </a:lnTo>
                  <a:lnTo>
                    <a:pt x="3107870" y="952710"/>
                  </a:lnTo>
                  <a:lnTo>
                    <a:pt x="3108711" y="956282"/>
                  </a:lnTo>
                  <a:lnTo>
                    <a:pt x="3109552" y="959040"/>
                  </a:lnTo>
                  <a:lnTo>
                    <a:pt x="3110394" y="962420"/>
                  </a:lnTo>
                  <a:lnTo>
                    <a:pt x="3111235" y="964730"/>
                  </a:lnTo>
                  <a:lnTo>
                    <a:pt x="3112076" y="966920"/>
                  </a:lnTo>
                  <a:lnTo>
                    <a:pt x="3112917" y="969246"/>
                  </a:lnTo>
                  <a:lnTo>
                    <a:pt x="3113758" y="970690"/>
                  </a:lnTo>
                  <a:lnTo>
                    <a:pt x="3114600" y="971132"/>
                  </a:lnTo>
                  <a:lnTo>
                    <a:pt x="3115441" y="970016"/>
                  </a:lnTo>
                  <a:lnTo>
                    <a:pt x="3116282" y="968575"/>
                  </a:lnTo>
                  <a:lnTo>
                    <a:pt x="3117123" y="966252"/>
                  </a:lnTo>
                  <a:lnTo>
                    <a:pt x="3117964" y="962591"/>
                  </a:lnTo>
                  <a:lnTo>
                    <a:pt x="3118806" y="960553"/>
                  </a:lnTo>
                  <a:lnTo>
                    <a:pt x="3119647" y="956765"/>
                  </a:lnTo>
                  <a:lnTo>
                    <a:pt x="3120488" y="951875"/>
                  </a:lnTo>
                  <a:lnTo>
                    <a:pt x="3121329" y="947466"/>
                  </a:lnTo>
                  <a:lnTo>
                    <a:pt x="3122170" y="942715"/>
                  </a:lnTo>
                  <a:lnTo>
                    <a:pt x="3123012" y="938451"/>
                  </a:lnTo>
                  <a:lnTo>
                    <a:pt x="3123853" y="934387"/>
                  </a:lnTo>
                  <a:lnTo>
                    <a:pt x="3124694" y="931290"/>
                  </a:lnTo>
                  <a:lnTo>
                    <a:pt x="3125535" y="929226"/>
                  </a:lnTo>
                  <a:lnTo>
                    <a:pt x="3126376" y="927492"/>
                  </a:lnTo>
                  <a:lnTo>
                    <a:pt x="3127218" y="926446"/>
                  </a:lnTo>
                  <a:lnTo>
                    <a:pt x="3128059" y="925770"/>
                  </a:lnTo>
                  <a:lnTo>
                    <a:pt x="3128900" y="923983"/>
                  </a:lnTo>
                  <a:lnTo>
                    <a:pt x="3129741" y="922806"/>
                  </a:lnTo>
                  <a:lnTo>
                    <a:pt x="3130582" y="921125"/>
                  </a:lnTo>
                  <a:lnTo>
                    <a:pt x="3131424" y="918160"/>
                  </a:lnTo>
                  <a:lnTo>
                    <a:pt x="3132265" y="915733"/>
                  </a:lnTo>
                  <a:lnTo>
                    <a:pt x="3133106" y="913712"/>
                  </a:lnTo>
                  <a:lnTo>
                    <a:pt x="3133947" y="909966"/>
                  </a:lnTo>
                  <a:lnTo>
                    <a:pt x="3134788" y="907269"/>
                  </a:lnTo>
                  <a:lnTo>
                    <a:pt x="3135630" y="904510"/>
                  </a:lnTo>
                  <a:lnTo>
                    <a:pt x="3136471" y="902172"/>
                  </a:lnTo>
                  <a:lnTo>
                    <a:pt x="3137312" y="898873"/>
                  </a:lnTo>
                  <a:lnTo>
                    <a:pt x="3138153" y="895314"/>
                  </a:lnTo>
                  <a:lnTo>
                    <a:pt x="3138994" y="893844"/>
                  </a:lnTo>
                  <a:lnTo>
                    <a:pt x="3139836" y="892209"/>
                  </a:lnTo>
                  <a:lnTo>
                    <a:pt x="3140677" y="890531"/>
                  </a:lnTo>
                  <a:lnTo>
                    <a:pt x="3141518" y="889202"/>
                  </a:lnTo>
                  <a:lnTo>
                    <a:pt x="3142359" y="886996"/>
                  </a:lnTo>
                  <a:lnTo>
                    <a:pt x="3143200" y="886945"/>
                  </a:lnTo>
                  <a:lnTo>
                    <a:pt x="3144042" y="887776"/>
                  </a:lnTo>
                  <a:lnTo>
                    <a:pt x="3144883" y="888780"/>
                  </a:lnTo>
                  <a:lnTo>
                    <a:pt x="3145724" y="890027"/>
                  </a:lnTo>
                  <a:lnTo>
                    <a:pt x="3146565" y="890325"/>
                  </a:lnTo>
                  <a:lnTo>
                    <a:pt x="3147406" y="889168"/>
                  </a:lnTo>
                  <a:lnTo>
                    <a:pt x="3148248" y="888122"/>
                  </a:lnTo>
                  <a:lnTo>
                    <a:pt x="3149089" y="887429"/>
                  </a:lnTo>
                  <a:lnTo>
                    <a:pt x="3149930" y="887003"/>
                  </a:lnTo>
                  <a:lnTo>
                    <a:pt x="3150771" y="886554"/>
                  </a:lnTo>
                  <a:lnTo>
                    <a:pt x="3151612" y="886165"/>
                  </a:lnTo>
                  <a:lnTo>
                    <a:pt x="3152454" y="885552"/>
                  </a:lnTo>
                  <a:lnTo>
                    <a:pt x="3153295" y="884958"/>
                  </a:lnTo>
                  <a:lnTo>
                    <a:pt x="3154136" y="884169"/>
                  </a:lnTo>
                  <a:lnTo>
                    <a:pt x="3154977" y="884094"/>
                  </a:lnTo>
                  <a:lnTo>
                    <a:pt x="3155818" y="884319"/>
                  </a:lnTo>
                  <a:lnTo>
                    <a:pt x="3156660" y="884152"/>
                  </a:lnTo>
                  <a:lnTo>
                    <a:pt x="3157501" y="883154"/>
                  </a:lnTo>
                  <a:lnTo>
                    <a:pt x="3158342" y="881970"/>
                  </a:lnTo>
                  <a:lnTo>
                    <a:pt x="3159183" y="881389"/>
                  </a:lnTo>
                  <a:lnTo>
                    <a:pt x="3160024" y="881830"/>
                  </a:lnTo>
                  <a:lnTo>
                    <a:pt x="3160866" y="882777"/>
                  </a:lnTo>
                  <a:lnTo>
                    <a:pt x="3161707" y="883862"/>
                  </a:lnTo>
                  <a:lnTo>
                    <a:pt x="3162548" y="886356"/>
                  </a:lnTo>
                  <a:lnTo>
                    <a:pt x="3163389" y="889600"/>
                  </a:lnTo>
                  <a:lnTo>
                    <a:pt x="3164230" y="893123"/>
                  </a:lnTo>
                  <a:lnTo>
                    <a:pt x="3165072" y="896537"/>
                  </a:lnTo>
                  <a:lnTo>
                    <a:pt x="3165913" y="900120"/>
                  </a:lnTo>
                  <a:lnTo>
                    <a:pt x="3166754" y="903290"/>
                  </a:lnTo>
                  <a:lnTo>
                    <a:pt x="3167595" y="907322"/>
                  </a:lnTo>
                  <a:lnTo>
                    <a:pt x="3168437" y="911610"/>
                  </a:lnTo>
                  <a:lnTo>
                    <a:pt x="3169278" y="915262"/>
                  </a:lnTo>
                  <a:lnTo>
                    <a:pt x="3170119" y="919867"/>
                  </a:lnTo>
                  <a:lnTo>
                    <a:pt x="3170960" y="924329"/>
                  </a:lnTo>
                  <a:lnTo>
                    <a:pt x="3171801" y="930772"/>
                  </a:lnTo>
                  <a:lnTo>
                    <a:pt x="3172643" y="936820"/>
                  </a:lnTo>
                  <a:lnTo>
                    <a:pt x="3173484" y="943934"/>
                  </a:lnTo>
                  <a:lnTo>
                    <a:pt x="3174325" y="950535"/>
                  </a:lnTo>
                  <a:lnTo>
                    <a:pt x="3175166" y="955346"/>
                  </a:lnTo>
                  <a:lnTo>
                    <a:pt x="3176007" y="960047"/>
                  </a:lnTo>
                  <a:lnTo>
                    <a:pt x="3176849" y="964197"/>
                  </a:lnTo>
                  <a:lnTo>
                    <a:pt x="3177690" y="967759"/>
                  </a:lnTo>
                  <a:lnTo>
                    <a:pt x="3178531" y="970777"/>
                  </a:lnTo>
                  <a:lnTo>
                    <a:pt x="3179372" y="974002"/>
                  </a:lnTo>
                  <a:lnTo>
                    <a:pt x="3180213" y="975799"/>
                  </a:lnTo>
                  <a:lnTo>
                    <a:pt x="3181055" y="977829"/>
                  </a:lnTo>
                  <a:lnTo>
                    <a:pt x="3181896" y="981451"/>
                  </a:lnTo>
                  <a:lnTo>
                    <a:pt x="3182737" y="984908"/>
                  </a:lnTo>
                  <a:lnTo>
                    <a:pt x="3183578" y="989315"/>
                  </a:lnTo>
                  <a:lnTo>
                    <a:pt x="3184419" y="992996"/>
                  </a:lnTo>
                  <a:lnTo>
                    <a:pt x="3185261" y="996749"/>
                  </a:lnTo>
                  <a:lnTo>
                    <a:pt x="3186102" y="1000712"/>
                  </a:lnTo>
                  <a:lnTo>
                    <a:pt x="3186943" y="1005188"/>
                  </a:lnTo>
                  <a:lnTo>
                    <a:pt x="3187784" y="1009850"/>
                  </a:lnTo>
                  <a:lnTo>
                    <a:pt x="3188625" y="1014244"/>
                  </a:lnTo>
                  <a:lnTo>
                    <a:pt x="3189467" y="1018713"/>
                  </a:lnTo>
                  <a:lnTo>
                    <a:pt x="3190308" y="1023665"/>
                  </a:lnTo>
                  <a:lnTo>
                    <a:pt x="3191149" y="1029200"/>
                  </a:lnTo>
                  <a:lnTo>
                    <a:pt x="3191990" y="1036871"/>
                  </a:lnTo>
                  <a:lnTo>
                    <a:pt x="3192831" y="1049637"/>
                  </a:lnTo>
                  <a:lnTo>
                    <a:pt x="3193673" y="1061898"/>
                  </a:lnTo>
                  <a:lnTo>
                    <a:pt x="3194514" y="1079200"/>
                  </a:lnTo>
                  <a:lnTo>
                    <a:pt x="3195355" y="1094426"/>
                  </a:lnTo>
                  <a:lnTo>
                    <a:pt x="3196196" y="1107750"/>
                  </a:lnTo>
                  <a:lnTo>
                    <a:pt x="3197037" y="1120648"/>
                  </a:lnTo>
                  <a:lnTo>
                    <a:pt x="3197879" y="1131878"/>
                  </a:lnTo>
                  <a:lnTo>
                    <a:pt x="3198720" y="1142712"/>
                  </a:lnTo>
                  <a:lnTo>
                    <a:pt x="3199561" y="1153471"/>
                  </a:lnTo>
                  <a:lnTo>
                    <a:pt x="3200402" y="1163146"/>
                  </a:lnTo>
                  <a:lnTo>
                    <a:pt x="3201243" y="1173904"/>
                  </a:lnTo>
                  <a:lnTo>
                    <a:pt x="3202085" y="1184453"/>
                  </a:lnTo>
                  <a:lnTo>
                    <a:pt x="3202926" y="1195160"/>
                  </a:lnTo>
                  <a:lnTo>
                    <a:pt x="3203767" y="1206082"/>
                  </a:lnTo>
                  <a:lnTo>
                    <a:pt x="3204608" y="1217276"/>
                  </a:lnTo>
                  <a:lnTo>
                    <a:pt x="3205449" y="1225891"/>
                  </a:lnTo>
                  <a:lnTo>
                    <a:pt x="3206291" y="1234596"/>
                  </a:lnTo>
                  <a:lnTo>
                    <a:pt x="3207132" y="1242982"/>
                  </a:lnTo>
                  <a:lnTo>
                    <a:pt x="3207973" y="1252477"/>
                  </a:lnTo>
                  <a:lnTo>
                    <a:pt x="3208814" y="1262147"/>
                  </a:lnTo>
                  <a:lnTo>
                    <a:pt x="3209655" y="1272296"/>
                  </a:lnTo>
                  <a:lnTo>
                    <a:pt x="3210497" y="1282414"/>
                  </a:lnTo>
                  <a:lnTo>
                    <a:pt x="3211338" y="1291362"/>
                  </a:lnTo>
                  <a:lnTo>
                    <a:pt x="3212179" y="1298548"/>
                  </a:lnTo>
                  <a:lnTo>
                    <a:pt x="3213020" y="1303251"/>
                  </a:lnTo>
                  <a:lnTo>
                    <a:pt x="3213861" y="1308171"/>
                  </a:lnTo>
                  <a:lnTo>
                    <a:pt x="3214703" y="1310683"/>
                  </a:lnTo>
                  <a:lnTo>
                    <a:pt x="3215544" y="1311541"/>
                  </a:lnTo>
                  <a:lnTo>
                    <a:pt x="3216385" y="1311264"/>
                  </a:lnTo>
                  <a:lnTo>
                    <a:pt x="3217226" y="1309835"/>
                  </a:lnTo>
                  <a:lnTo>
                    <a:pt x="3218067" y="1307454"/>
                  </a:lnTo>
                  <a:lnTo>
                    <a:pt x="3218909" y="1303929"/>
                  </a:lnTo>
                  <a:lnTo>
                    <a:pt x="3219750" y="1299142"/>
                  </a:lnTo>
                  <a:lnTo>
                    <a:pt x="3220591" y="1292054"/>
                  </a:lnTo>
                  <a:lnTo>
                    <a:pt x="3221432" y="1283766"/>
                  </a:lnTo>
                  <a:lnTo>
                    <a:pt x="3222273" y="1274266"/>
                  </a:lnTo>
                  <a:lnTo>
                    <a:pt x="3223115" y="1264450"/>
                  </a:lnTo>
                  <a:lnTo>
                    <a:pt x="3223956" y="1255548"/>
                  </a:lnTo>
                  <a:lnTo>
                    <a:pt x="3224797" y="1246962"/>
                  </a:lnTo>
                  <a:lnTo>
                    <a:pt x="3225638" y="1239654"/>
                  </a:lnTo>
                  <a:lnTo>
                    <a:pt x="3226479" y="1232988"/>
                  </a:lnTo>
                  <a:lnTo>
                    <a:pt x="3227321" y="1227044"/>
                  </a:lnTo>
                  <a:lnTo>
                    <a:pt x="3228162" y="1220832"/>
                  </a:lnTo>
                  <a:lnTo>
                    <a:pt x="3229003" y="1211428"/>
                  </a:lnTo>
                  <a:lnTo>
                    <a:pt x="3229844" y="1201416"/>
                  </a:lnTo>
                  <a:lnTo>
                    <a:pt x="3230685" y="1191169"/>
                  </a:lnTo>
                  <a:lnTo>
                    <a:pt x="3231527" y="1181020"/>
                  </a:lnTo>
                  <a:lnTo>
                    <a:pt x="3232368" y="1171829"/>
                  </a:lnTo>
                  <a:lnTo>
                    <a:pt x="3233209" y="1164050"/>
                  </a:lnTo>
                  <a:lnTo>
                    <a:pt x="3234050" y="1156348"/>
                  </a:lnTo>
                  <a:lnTo>
                    <a:pt x="3234891" y="1148106"/>
                  </a:lnTo>
                  <a:lnTo>
                    <a:pt x="3235733" y="1139082"/>
                  </a:lnTo>
                  <a:lnTo>
                    <a:pt x="3236574" y="1129602"/>
                  </a:lnTo>
                  <a:lnTo>
                    <a:pt x="3237415" y="1120251"/>
                  </a:lnTo>
                  <a:lnTo>
                    <a:pt x="3238256" y="1110353"/>
                  </a:lnTo>
                  <a:lnTo>
                    <a:pt x="3239097" y="1101298"/>
                  </a:lnTo>
                  <a:lnTo>
                    <a:pt x="3239939" y="1092319"/>
                  </a:lnTo>
                  <a:lnTo>
                    <a:pt x="3240780" y="1082741"/>
                  </a:lnTo>
                  <a:lnTo>
                    <a:pt x="3241621" y="1074088"/>
                  </a:lnTo>
                  <a:lnTo>
                    <a:pt x="3242462" y="1070627"/>
                  </a:lnTo>
                  <a:lnTo>
                    <a:pt x="3243304" y="1068621"/>
                  </a:lnTo>
                  <a:lnTo>
                    <a:pt x="3244145" y="1064399"/>
                  </a:lnTo>
                  <a:lnTo>
                    <a:pt x="3244986" y="1060528"/>
                  </a:lnTo>
                  <a:lnTo>
                    <a:pt x="3245827" y="1056533"/>
                  </a:lnTo>
                  <a:lnTo>
                    <a:pt x="3246668" y="1055808"/>
                  </a:lnTo>
                  <a:lnTo>
                    <a:pt x="3247510" y="1056760"/>
                  </a:lnTo>
                  <a:lnTo>
                    <a:pt x="3248351" y="1058646"/>
                  </a:lnTo>
                  <a:lnTo>
                    <a:pt x="3249192" y="1057671"/>
                  </a:lnTo>
                  <a:lnTo>
                    <a:pt x="3250033" y="1059177"/>
                  </a:lnTo>
                  <a:lnTo>
                    <a:pt x="3250874" y="1058765"/>
                  </a:lnTo>
                  <a:lnTo>
                    <a:pt x="3251716" y="1057290"/>
                  </a:lnTo>
                  <a:lnTo>
                    <a:pt x="3252557" y="1056679"/>
                  </a:lnTo>
                  <a:lnTo>
                    <a:pt x="3253398" y="1056261"/>
                  </a:lnTo>
                  <a:lnTo>
                    <a:pt x="3254239" y="1055578"/>
                  </a:lnTo>
                  <a:lnTo>
                    <a:pt x="3255080" y="1054945"/>
                  </a:lnTo>
                  <a:lnTo>
                    <a:pt x="3255922" y="1053780"/>
                  </a:lnTo>
                  <a:lnTo>
                    <a:pt x="3256763" y="1051499"/>
                  </a:lnTo>
                  <a:lnTo>
                    <a:pt x="3257604" y="1049875"/>
                  </a:lnTo>
                  <a:lnTo>
                    <a:pt x="3258445" y="1048918"/>
                  </a:lnTo>
                  <a:lnTo>
                    <a:pt x="3259286" y="1047990"/>
                  </a:lnTo>
                  <a:lnTo>
                    <a:pt x="3260128" y="1047164"/>
                  </a:lnTo>
                  <a:lnTo>
                    <a:pt x="3260969" y="1045810"/>
                  </a:lnTo>
                  <a:lnTo>
                    <a:pt x="3261810" y="1045026"/>
                  </a:lnTo>
                  <a:lnTo>
                    <a:pt x="3262651" y="1044958"/>
                  </a:lnTo>
                  <a:lnTo>
                    <a:pt x="3263492" y="1044962"/>
                  </a:lnTo>
                  <a:lnTo>
                    <a:pt x="3264334" y="1045914"/>
                  </a:lnTo>
                  <a:lnTo>
                    <a:pt x="3265175" y="1046288"/>
                  </a:lnTo>
                  <a:lnTo>
                    <a:pt x="3266016" y="1045762"/>
                  </a:lnTo>
                  <a:lnTo>
                    <a:pt x="3266857" y="1043187"/>
                  </a:lnTo>
                  <a:lnTo>
                    <a:pt x="3267698" y="1040739"/>
                  </a:lnTo>
                  <a:lnTo>
                    <a:pt x="3268540" y="1035864"/>
                  </a:lnTo>
                  <a:lnTo>
                    <a:pt x="3269381" y="1032148"/>
                  </a:lnTo>
                  <a:lnTo>
                    <a:pt x="3270222" y="1028678"/>
                  </a:lnTo>
                  <a:lnTo>
                    <a:pt x="3271063" y="1024856"/>
                  </a:lnTo>
                  <a:lnTo>
                    <a:pt x="3271904" y="1021657"/>
                  </a:lnTo>
                  <a:lnTo>
                    <a:pt x="3272746" y="1020329"/>
                  </a:lnTo>
                  <a:lnTo>
                    <a:pt x="3273587" y="1018908"/>
                  </a:lnTo>
                  <a:lnTo>
                    <a:pt x="3274428" y="1018238"/>
                  </a:lnTo>
                  <a:lnTo>
                    <a:pt x="3275269" y="1016795"/>
                  </a:lnTo>
                  <a:lnTo>
                    <a:pt x="3276110" y="1015825"/>
                  </a:lnTo>
                  <a:lnTo>
                    <a:pt x="3276952" y="1013615"/>
                  </a:lnTo>
                  <a:lnTo>
                    <a:pt x="3277793" y="1011560"/>
                  </a:lnTo>
                  <a:lnTo>
                    <a:pt x="3278634" y="1009836"/>
                  </a:lnTo>
                  <a:lnTo>
                    <a:pt x="3279475" y="1008378"/>
                  </a:lnTo>
                  <a:lnTo>
                    <a:pt x="3280316" y="1007390"/>
                  </a:lnTo>
                  <a:lnTo>
                    <a:pt x="3281158" y="1006200"/>
                  </a:lnTo>
                  <a:lnTo>
                    <a:pt x="3281999" y="1005035"/>
                  </a:lnTo>
                  <a:lnTo>
                    <a:pt x="3282840" y="1003681"/>
                  </a:lnTo>
                  <a:lnTo>
                    <a:pt x="3283681" y="1002667"/>
                  </a:lnTo>
                  <a:lnTo>
                    <a:pt x="3284522" y="1002016"/>
                  </a:lnTo>
                  <a:lnTo>
                    <a:pt x="3285364" y="1002672"/>
                  </a:lnTo>
                  <a:lnTo>
                    <a:pt x="3286205" y="1003915"/>
                  </a:lnTo>
                  <a:lnTo>
                    <a:pt x="3287046" y="1004407"/>
                  </a:lnTo>
                  <a:lnTo>
                    <a:pt x="3287887" y="1005158"/>
                  </a:lnTo>
                  <a:lnTo>
                    <a:pt x="3288728" y="1005586"/>
                  </a:lnTo>
                  <a:lnTo>
                    <a:pt x="3289570" y="1005972"/>
                  </a:lnTo>
                  <a:lnTo>
                    <a:pt x="3290411" y="1006852"/>
                  </a:lnTo>
                  <a:lnTo>
                    <a:pt x="3291252" y="1006339"/>
                  </a:lnTo>
                  <a:lnTo>
                    <a:pt x="3292093" y="1001756"/>
                  </a:lnTo>
                  <a:lnTo>
                    <a:pt x="3292934" y="996618"/>
                  </a:lnTo>
                  <a:lnTo>
                    <a:pt x="3293776" y="990251"/>
                  </a:lnTo>
                  <a:lnTo>
                    <a:pt x="3294617" y="987353"/>
                  </a:lnTo>
                  <a:lnTo>
                    <a:pt x="3295458" y="984631"/>
                  </a:lnTo>
                  <a:lnTo>
                    <a:pt x="3296299" y="982045"/>
                  </a:lnTo>
                  <a:lnTo>
                    <a:pt x="3297140" y="981292"/>
                  </a:lnTo>
                  <a:lnTo>
                    <a:pt x="3297982" y="980011"/>
                  </a:lnTo>
                  <a:lnTo>
                    <a:pt x="3298823" y="978656"/>
                  </a:lnTo>
                  <a:lnTo>
                    <a:pt x="3299664" y="980795"/>
                  </a:lnTo>
                  <a:lnTo>
                    <a:pt x="3300505" y="982211"/>
                  </a:lnTo>
                  <a:lnTo>
                    <a:pt x="3301346" y="982627"/>
                  </a:lnTo>
                  <a:lnTo>
                    <a:pt x="3302188" y="985492"/>
                  </a:lnTo>
                  <a:lnTo>
                    <a:pt x="3303029" y="988566"/>
                  </a:lnTo>
                  <a:lnTo>
                    <a:pt x="3303870" y="991832"/>
                  </a:lnTo>
                  <a:lnTo>
                    <a:pt x="3304711" y="996027"/>
                  </a:lnTo>
                  <a:lnTo>
                    <a:pt x="3305552" y="1000745"/>
                  </a:lnTo>
                  <a:lnTo>
                    <a:pt x="3306394" y="1006124"/>
                  </a:lnTo>
                  <a:lnTo>
                    <a:pt x="3307235" y="1011465"/>
                  </a:lnTo>
                  <a:lnTo>
                    <a:pt x="3308076" y="1016778"/>
                  </a:lnTo>
                  <a:lnTo>
                    <a:pt x="3308917" y="1020389"/>
                  </a:lnTo>
                  <a:lnTo>
                    <a:pt x="3309758" y="1022213"/>
                  </a:lnTo>
                  <a:lnTo>
                    <a:pt x="3310600" y="1025603"/>
                  </a:lnTo>
                  <a:lnTo>
                    <a:pt x="3311441" y="1025737"/>
                  </a:lnTo>
                  <a:lnTo>
                    <a:pt x="3312282" y="1025134"/>
                  </a:lnTo>
                  <a:lnTo>
                    <a:pt x="3313123" y="1022697"/>
                  </a:lnTo>
                  <a:lnTo>
                    <a:pt x="3313965" y="1021639"/>
                  </a:lnTo>
                  <a:lnTo>
                    <a:pt x="3314806" y="1020876"/>
                  </a:lnTo>
                  <a:lnTo>
                    <a:pt x="3315647" y="1019462"/>
                  </a:lnTo>
                  <a:lnTo>
                    <a:pt x="3316488" y="1017250"/>
                  </a:lnTo>
                  <a:lnTo>
                    <a:pt x="3317329" y="1016553"/>
                  </a:lnTo>
                  <a:lnTo>
                    <a:pt x="3318171" y="1015706"/>
                  </a:lnTo>
                  <a:lnTo>
                    <a:pt x="3319012" y="1013955"/>
                  </a:lnTo>
                  <a:lnTo>
                    <a:pt x="3319853" y="1013493"/>
                  </a:lnTo>
                  <a:lnTo>
                    <a:pt x="3320694" y="1014277"/>
                  </a:lnTo>
                  <a:lnTo>
                    <a:pt x="3321535" y="1016485"/>
                  </a:lnTo>
                  <a:lnTo>
                    <a:pt x="3322377" y="1018960"/>
                  </a:lnTo>
                  <a:lnTo>
                    <a:pt x="3323218" y="1020729"/>
                  </a:lnTo>
                  <a:lnTo>
                    <a:pt x="3324059" y="1022036"/>
                  </a:lnTo>
                  <a:lnTo>
                    <a:pt x="3324900" y="1023833"/>
                  </a:lnTo>
                  <a:lnTo>
                    <a:pt x="3325741" y="1026533"/>
                  </a:lnTo>
                  <a:lnTo>
                    <a:pt x="3326583" y="1029959"/>
                  </a:lnTo>
                  <a:lnTo>
                    <a:pt x="3327424" y="1032860"/>
                  </a:lnTo>
                  <a:lnTo>
                    <a:pt x="3328265" y="1035323"/>
                  </a:lnTo>
                  <a:lnTo>
                    <a:pt x="3329106" y="1037719"/>
                  </a:lnTo>
                  <a:lnTo>
                    <a:pt x="3329947" y="1040581"/>
                  </a:lnTo>
                  <a:lnTo>
                    <a:pt x="3330789" y="1042937"/>
                  </a:lnTo>
                  <a:lnTo>
                    <a:pt x="3331630" y="1044752"/>
                  </a:lnTo>
                  <a:lnTo>
                    <a:pt x="3332471" y="1045855"/>
                  </a:lnTo>
                  <a:lnTo>
                    <a:pt x="3333312" y="1047081"/>
                  </a:lnTo>
                  <a:lnTo>
                    <a:pt x="3334153" y="1048287"/>
                  </a:lnTo>
                  <a:lnTo>
                    <a:pt x="3334995" y="1049043"/>
                  </a:lnTo>
                  <a:lnTo>
                    <a:pt x="3335836" y="1050173"/>
                  </a:lnTo>
                  <a:lnTo>
                    <a:pt x="3336677" y="1050825"/>
                  </a:lnTo>
                  <a:lnTo>
                    <a:pt x="3337518" y="1051580"/>
                  </a:lnTo>
                  <a:lnTo>
                    <a:pt x="3338359" y="1052330"/>
                  </a:lnTo>
                  <a:lnTo>
                    <a:pt x="3339201" y="1052386"/>
                  </a:lnTo>
                  <a:lnTo>
                    <a:pt x="3340042" y="1052661"/>
                  </a:lnTo>
                  <a:lnTo>
                    <a:pt x="3340883" y="1052130"/>
                  </a:lnTo>
                  <a:lnTo>
                    <a:pt x="3341724" y="1050207"/>
                  </a:lnTo>
                  <a:lnTo>
                    <a:pt x="3342565" y="1048300"/>
                  </a:lnTo>
                  <a:lnTo>
                    <a:pt x="3343407" y="1047403"/>
                  </a:lnTo>
                  <a:lnTo>
                    <a:pt x="3344248" y="1047709"/>
                  </a:lnTo>
                  <a:lnTo>
                    <a:pt x="3345089" y="1049752"/>
                  </a:lnTo>
                  <a:lnTo>
                    <a:pt x="3345930" y="1052220"/>
                  </a:lnTo>
                  <a:lnTo>
                    <a:pt x="3346771" y="1054795"/>
                  </a:lnTo>
                  <a:lnTo>
                    <a:pt x="3347613" y="1056920"/>
                  </a:lnTo>
                  <a:lnTo>
                    <a:pt x="3348454" y="1059071"/>
                  </a:lnTo>
                  <a:lnTo>
                    <a:pt x="3349295" y="1060975"/>
                  </a:lnTo>
                  <a:lnTo>
                    <a:pt x="3350136" y="1061672"/>
                  </a:lnTo>
                  <a:lnTo>
                    <a:pt x="3350977" y="1062348"/>
                  </a:lnTo>
                  <a:lnTo>
                    <a:pt x="3351819" y="1062641"/>
                  </a:lnTo>
                  <a:lnTo>
                    <a:pt x="3352660" y="1063478"/>
                  </a:lnTo>
                  <a:lnTo>
                    <a:pt x="3353501" y="1064543"/>
                  </a:lnTo>
                  <a:lnTo>
                    <a:pt x="3354342" y="1065813"/>
                  </a:lnTo>
                  <a:lnTo>
                    <a:pt x="3355183" y="1067143"/>
                  </a:lnTo>
                  <a:lnTo>
                    <a:pt x="3356025" y="1068399"/>
                  </a:lnTo>
                  <a:lnTo>
                    <a:pt x="3356866" y="1070109"/>
                  </a:lnTo>
                  <a:lnTo>
                    <a:pt x="3357707" y="1072364"/>
                  </a:lnTo>
                  <a:lnTo>
                    <a:pt x="3358548" y="1073966"/>
                  </a:lnTo>
                  <a:lnTo>
                    <a:pt x="3359389" y="1075520"/>
                  </a:lnTo>
                  <a:lnTo>
                    <a:pt x="3360231" y="1077317"/>
                  </a:lnTo>
                  <a:lnTo>
                    <a:pt x="3361072" y="1077967"/>
                  </a:lnTo>
                  <a:lnTo>
                    <a:pt x="3361913" y="1078725"/>
                  </a:lnTo>
                  <a:lnTo>
                    <a:pt x="3362754" y="1078678"/>
                  </a:lnTo>
                  <a:lnTo>
                    <a:pt x="3363595" y="1077897"/>
                  </a:lnTo>
                  <a:lnTo>
                    <a:pt x="3364437" y="1077339"/>
                  </a:lnTo>
                  <a:lnTo>
                    <a:pt x="3365278" y="1074510"/>
                  </a:lnTo>
                  <a:lnTo>
                    <a:pt x="3366119" y="1072064"/>
                  </a:lnTo>
                  <a:lnTo>
                    <a:pt x="3366960" y="1067034"/>
                  </a:lnTo>
                  <a:lnTo>
                    <a:pt x="3367801" y="1062725"/>
                  </a:lnTo>
                  <a:lnTo>
                    <a:pt x="3368643" y="1060148"/>
                  </a:lnTo>
                  <a:lnTo>
                    <a:pt x="3369484" y="1056970"/>
                  </a:lnTo>
                  <a:lnTo>
                    <a:pt x="3370325" y="1054313"/>
                  </a:lnTo>
                  <a:lnTo>
                    <a:pt x="3371166" y="1051100"/>
                  </a:lnTo>
                  <a:lnTo>
                    <a:pt x="3372007" y="1047490"/>
                  </a:lnTo>
                  <a:lnTo>
                    <a:pt x="3372849" y="1042943"/>
                  </a:lnTo>
                  <a:lnTo>
                    <a:pt x="3373690" y="1039303"/>
                  </a:lnTo>
                  <a:lnTo>
                    <a:pt x="3374531" y="1035043"/>
                  </a:lnTo>
                  <a:lnTo>
                    <a:pt x="3375372" y="1030659"/>
                  </a:lnTo>
                  <a:lnTo>
                    <a:pt x="3376213" y="1024324"/>
                  </a:lnTo>
                  <a:lnTo>
                    <a:pt x="3377055" y="1019242"/>
                  </a:lnTo>
                  <a:lnTo>
                    <a:pt x="3377896" y="1014343"/>
                  </a:lnTo>
                  <a:lnTo>
                    <a:pt x="3378737" y="1011998"/>
                  </a:lnTo>
                  <a:lnTo>
                    <a:pt x="3379578" y="1009927"/>
                  </a:lnTo>
                  <a:lnTo>
                    <a:pt x="3380419" y="1007605"/>
                  </a:lnTo>
                  <a:lnTo>
                    <a:pt x="3381261" y="1005712"/>
                  </a:lnTo>
                  <a:lnTo>
                    <a:pt x="3382102" y="1001475"/>
                  </a:lnTo>
                  <a:lnTo>
                    <a:pt x="3382943" y="997491"/>
                  </a:lnTo>
                  <a:lnTo>
                    <a:pt x="3383784" y="993574"/>
                  </a:lnTo>
                  <a:lnTo>
                    <a:pt x="3384626" y="990188"/>
                  </a:lnTo>
                  <a:lnTo>
                    <a:pt x="3385467" y="987360"/>
                  </a:lnTo>
                  <a:lnTo>
                    <a:pt x="3386308" y="984892"/>
                  </a:lnTo>
                  <a:lnTo>
                    <a:pt x="3387149" y="982391"/>
                  </a:lnTo>
                  <a:lnTo>
                    <a:pt x="3387990" y="979696"/>
                  </a:lnTo>
                  <a:lnTo>
                    <a:pt x="3388832" y="977001"/>
                  </a:lnTo>
                  <a:lnTo>
                    <a:pt x="3389673" y="973858"/>
                  </a:lnTo>
                  <a:lnTo>
                    <a:pt x="3390514" y="970361"/>
                  </a:lnTo>
                  <a:lnTo>
                    <a:pt x="3391355" y="966908"/>
                  </a:lnTo>
                  <a:lnTo>
                    <a:pt x="3392196" y="962394"/>
                  </a:lnTo>
                  <a:lnTo>
                    <a:pt x="3393038" y="952217"/>
                  </a:lnTo>
                  <a:lnTo>
                    <a:pt x="3393879" y="940200"/>
                  </a:lnTo>
                  <a:lnTo>
                    <a:pt x="3394720" y="927739"/>
                  </a:lnTo>
                  <a:lnTo>
                    <a:pt x="3395561" y="914365"/>
                  </a:lnTo>
                  <a:lnTo>
                    <a:pt x="3396402" y="900842"/>
                  </a:lnTo>
                  <a:lnTo>
                    <a:pt x="3397244" y="890504"/>
                  </a:lnTo>
                  <a:lnTo>
                    <a:pt x="3398085" y="881525"/>
                  </a:lnTo>
                  <a:lnTo>
                    <a:pt x="3398926" y="873975"/>
                  </a:lnTo>
                  <a:lnTo>
                    <a:pt x="3399767" y="867419"/>
                  </a:lnTo>
                  <a:lnTo>
                    <a:pt x="3400608" y="860537"/>
                  </a:lnTo>
                  <a:lnTo>
                    <a:pt x="3401450" y="857867"/>
                  </a:lnTo>
                  <a:lnTo>
                    <a:pt x="3402291" y="855213"/>
                  </a:lnTo>
                  <a:lnTo>
                    <a:pt x="3403132" y="852582"/>
                  </a:lnTo>
                  <a:lnTo>
                    <a:pt x="3403973" y="850806"/>
                  </a:lnTo>
                  <a:lnTo>
                    <a:pt x="3404814" y="850310"/>
                  </a:lnTo>
                  <a:lnTo>
                    <a:pt x="3405656" y="850662"/>
                  </a:lnTo>
                  <a:lnTo>
                    <a:pt x="3406497" y="851893"/>
                  </a:lnTo>
                  <a:lnTo>
                    <a:pt x="3407338" y="853016"/>
                  </a:lnTo>
                  <a:lnTo>
                    <a:pt x="3408179" y="854533"/>
                  </a:lnTo>
                  <a:lnTo>
                    <a:pt x="3409020" y="857206"/>
                  </a:lnTo>
                  <a:lnTo>
                    <a:pt x="3409862" y="860478"/>
                  </a:lnTo>
                  <a:lnTo>
                    <a:pt x="3410703" y="859218"/>
                  </a:lnTo>
                  <a:lnTo>
                    <a:pt x="3411544" y="857240"/>
                  </a:lnTo>
                  <a:lnTo>
                    <a:pt x="3412385" y="854972"/>
                  </a:lnTo>
                  <a:lnTo>
                    <a:pt x="3413226" y="853804"/>
                  </a:lnTo>
                  <a:lnTo>
                    <a:pt x="3414068" y="854285"/>
                  </a:lnTo>
                  <a:lnTo>
                    <a:pt x="3414909" y="849155"/>
                  </a:lnTo>
                  <a:lnTo>
                    <a:pt x="3415750" y="844802"/>
                  </a:lnTo>
                  <a:lnTo>
                    <a:pt x="3416591" y="841437"/>
                  </a:lnTo>
                  <a:lnTo>
                    <a:pt x="3417432" y="838078"/>
                  </a:lnTo>
                  <a:lnTo>
                    <a:pt x="3418274" y="832922"/>
                  </a:lnTo>
                  <a:lnTo>
                    <a:pt x="3419115" y="828014"/>
                  </a:lnTo>
                  <a:lnTo>
                    <a:pt x="3419956" y="824486"/>
                  </a:lnTo>
                  <a:lnTo>
                    <a:pt x="3420797" y="820559"/>
                  </a:lnTo>
                  <a:lnTo>
                    <a:pt x="3421638" y="816534"/>
                  </a:lnTo>
                  <a:lnTo>
                    <a:pt x="3422480" y="811405"/>
                  </a:lnTo>
                  <a:lnTo>
                    <a:pt x="3423321" y="805779"/>
                  </a:lnTo>
                  <a:lnTo>
                    <a:pt x="3424162" y="804607"/>
                  </a:lnTo>
                  <a:lnTo>
                    <a:pt x="3425003" y="803926"/>
                  </a:lnTo>
                  <a:lnTo>
                    <a:pt x="3425844" y="801952"/>
                  </a:lnTo>
                  <a:lnTo>
                    <a:pt x="3426686" y="798899"/>
                  </a:lnTo>
                  <a:lnTo>
                    <a:pt x="3427527" y="794997"/>
                  </a:lnTo>
                  <a:lnTo>
                    <a:pt x="3428368" y="790134"/>
                  </a:lnTo>
                  <a:lnTo>
                    <a:pt x="3429209" y="784892"/>
                  </a:lnTo>
                  <a:lnTo>
                    <a:pt x="3430050" y="778965"/>
                  </a:lnTo>
                  <a:lnTo>
                    <a:pt x="3430892" y="772580"/>
                  </a:lnTo>
                  <a:lnTo>
                    <a:pt x="3431733" y="767470"/>
                  </a:lnTo>
                  <a:lnTo>
                    <a:pt x="3432574" y="761569"/>
                  </a:lnTo>
                  <a:lnTo>
                    <a:pt x="3433415" y="755613"/>
                  </a:lnTo>
                  <a:lnTo>
                    <a:pt x="3434256" y="751454"/>
                  </a:lnTo>
                  <a:lnTo>
                    <a:pt x="3435098" y="749694"/>
                  </a:lnTo>
                  <a:lnTo>
                    <a:pt x="3435939" y="748695"/>
                  </a:lnTo>
                  <a:lnTo>
                    <a:pt x="3436780" y="750024"/>
                  </a:lnTo>
                  <a:lnTo>
                    <a:pt x="3437621" y="751336"/>
                  </a:lnTo>
                  <a:lnTo>
                    <a:pt x="3438462" y="753595"/>
                  </a:lnTo>
                  <a:lnTo>
                    <a:pt x="3439304" y="756091"/>
                  </a:lnTo>
                  <a:lnTo>
                    <a:pt x="3440145" y="758938"/>
                  </a:lnTo>
                  <a:lnTo>
                    <a:pt x="3440986" y="760562"/>
                  </a:lnTo>
                  <a:lnTo>
                    <a:pt x="3441827" y="762830"/>
                  </a:lnTo>
                  <a:lnTo>
                    <a:pt x="3442668" y="764870"/>
                  </a:lnTo>
                  <a:lnTo>
                    <a:pt x="3443510" y="767573"/>
                  </a:lnTo>
                  <a:lnTo>
                    <a:pt x="3444351" y="767893"/>
                  </a:lnTo>
                  <a:lnTo>
                    <a:pt x="3445192" y="769506"/>
                  </a:lnTo>
                  <a:lnTo>
                    <a:pt x="3446033" y="770573"/>
                  </a:lnTo>
                  <a:lnTo>
                    <a:pt x="3446874" y="770189"/>
                  </a:lnTo>
                  <a:lnTo>
                    <a:pt x="3447716" y="769015"/>
                  </a:lnTo>
                  <a:lnTo>
                    <a:pt x="3448557" y="768788"/>
                  </a:lnTo>
                  <a:lnTo>
                    <a:pt x="3449398" y="767769"/>
                  </a:lnTo>
                  <a:lnTo>
                    <a:pt x="3450239" y="766149"/>
                  </a:lnTo>
                  <a:lnTo>
                    <a:pt x="3451080" y="763680"/>
                  </a:lnTo>
                  <a:lnTo>
                    <a:pt x="3451922" y="760700"/>
                  </a:lnTo>
                  <a:lnTo>
                    <a:pt x="3452763" y="756711"/>
                  </a:lnTo>
                  <a:lnTo>
                    <a:pt x="3453604" y="754771"/>
                  </a:lnTo>
                  <a:lnTo>
                    <a:pt x="3454445" y="752933"/>
                  </a:lnTo>
                  <a:lnTo>
                    <a:pt x="3455287" y="751203"/>
                  </a:lnTo>
                  <a:lnTo>
                    <a:pt x="3456128" y="751578"/>
                  </a:lnTo>
                  <a:lnTo>
                    <a:pt x="3456969" y="752772"/>
                  </a:lnTo>
                  <a:lnTo>
                    <a:pt x="3457810" y="754015"/>
                  </a:lnTo>
                  <a:lnTo>
                    <a:pt x="3458651" y="755204"/>
                  </a:lnTo>
                  <a:lnTo>
                    <a:pt x="3459493" y="758783"/>
                  </a:lnTo>
                  <a:lnTo>
                    <a:pt x="3460334" y="765652"/>
                  </a:lnTo>
                  <a:lnTo>
                    <a:pt x="3461175" y="772427"/>
                  </a:lnTo>
                  <a:lnTo>
                    <a:pt x="3462016" y="780173"/>
                  </a:lnTo>
                  <a:lnTo>
                    <a:pt x="3462857" y="783665"/>
                  </a:lnTo>
                  <a:lnTo>
                    <a:pt x="3463699" y="787406"/>
                  </a:lnTo>
                  <a:lnTo>
                    <a:pt x="3464540" y="791300"/>
                  </a:lnTo>
                  <a:lnTo>
                    <a:pt x="3465381" y="795051"/>
                  </a:lnTo>
                  <a:lnTo>
                    <a:pt x="3466222" y="798599"/>
                  </a:lnTo>
                  <a:lnTo>
                    <a:pt x="3467063" y="801269"/>
                  </a:lnTo>
                  <a:lnTo>
                    <a:pt x="3467905" y="802201"/>
                  </a:lnTo>
                  <a:lnTo>
                    <a:pt x="3468746" y="801585"/>
                  </a:lnTo>
                  <a:lnTo>
                    <a:pt x="3469587" y="802325"/>
                  </a:lnTo>
                  <a:lnTo>
                    <a:pt x="3470428" y="803731"/>
                  </a:lnTo>
                  <a:lnTo>
                    <a:pt x="3471269" y="803627"/>
                  </a:lnTo>
                  <a:lnTo>
                    <a:pt x="3472111" y="801327"/>
                  </a:lnTo>
                  <a:lnTo>
                    <a:pt x="3472952" y="798925"/>
                  </a:lnTo>
                  <a:lnTo>
                    <a:pt x="3473793" y="793561"/>
                  </a:lnTo>
                  <a:lnTo>
                    <a:pt x="3474634" y="787559"/>
                  </a:lnTo>
                  <a:lnTo>
                    <a:pt x="3475475" y="781291"/>
                  </a:lnTo>
                  <a:lnTo>
                    <a:pt x="3476317" y="774634"/>
                  </a:lnTo>
                  <a:lnTo>
                    <a:pt x="3477158" y="769739"/>
                  </a:lnTo>
                  <a:lnTo>
                    <a:pt x="3477999" y="763400"/>
                  </a:lnTo>
                  <a:lnTo>
                    <a:pt x="3478840" y="756206"/>
                  </a:lnTo>
                  <a:lnTo>
                    <a:pt x="3479681" y="750803"/>
                  </a:lnTo>
                  <a:lnTo>
                    <a:pt x="3480523" y="745385"/>
                  </a:lnTo>
                  <a:lnTo>
                    <a:pt x="3481364" y="742552"/>
                  </a:lnTo>
                  <a:lnTo>
                    <a:pt x="3482205" y="737394"/>
                  </a:lnTo>
                  <a:lnTo>
                    <a:pt x="3483046" y="731188"/>
                  </a:lnTo>
                  <a:lnTo>
                    <a:pt x="3483887" y="725787"/>
                  </a:lnTo>
                  <a:lnTo>
                    <a:pt x="3484729" y="720606"/>
                  </a:lnTo>
                  <a:lnTo>
                    <a:pt x="3485570" y="714661"/>
                  </a:lnTo>
                  <a:lnTo>
                    <a:pt x="3486411" y="709225"/>
                  </a:lnTo>
                  <a:lnTo>
                    <a:pt x="3487252" y="704478"/>
                  </a:lnTo>
                  <a:lnTo>
                    <a:pt x="3488093" y="698851"/>
                  </a:lnTo>
                  <a:lnTo>
                    <a:pt x="3488935" y="692935"/>
                  </a:lnTo>
                  <a:lnTo>
                    <a:pt x="3489776" y="685566"/>
                  </a:lnTo>
                  <a:lnTo>
                    <a:pt x="3490617" y="679140"/>
                  </a:lnTo>
                  <a:lnTo>
                    <a:pt x="3491458" y="673558"/>
                  </a:lnTo>
                  <a:lnTo>
                    <a:pt x="3492299" y="669343"/>
                  </a:lnTo>
                  <a:lnTo>
                    <a:pt x="3493141" y="665130"/>
                  </a:lnTo>
                  <a:lnTo>
                    <a:pt x="3493982" y="660161"/>
                  </a:lnTo>
                  <a:lnTo>
                    <a:pt x="3494823" y="655744"/>
                  </a:lnTo>
                  <a:lnTo>
                    <a:pt x="3495664" y="651179"/>
                  </a:lnTo>
                  <a:lnTo>
                    <a:pt x="3496505" y="646346"/>
                  </a:lnTo>
                  <a:lnTo>
                    <a:pt x="3497347" y="641065"/>
                  </a:lnTo>
                  <a:lnTo>
                    <a:pt x="3498188" y="634690"/>
                  </a:lnTo>
                  <a:lnTo>
                    <a:pt x="3499029" y="628710"/>
                  </a:lnTo>
                  <a:lnTo>
                    <a:pt x="3499870" y="623508"/>
                  </a:lnTo>
                  <a:lnTo>
                    <a:pt x="3500711" y="618547"/>
                  </a:lnTo>
                  <a:lnTo>
                    <a:pt x="3501553" y="612889"/>
                  </a:lnTo>
                  <a:lnTo>
                    <a:pt x="3502394" y="606725"/>
                  </a:lnTo>
                  <a:lnTo>
                    <a:pt x="3503235" y="599501"/>
                  </a:lnTo>
                  <a:lnTo>
                    <a:pt x="3504076" y="591297"/>
                  </a:lnTo>
                  <a:lnTo>
                    <a:pt x="3504917" y="581880"/>
                  </a:lnTo>
                  <a:lnTo>
                    <a:pt x="3505759" y="570773"/>
                  </a:lnTo>
                  <a:lnTo>
                    <a:pt x="3506600" y="562376"/>
                  </a:lnTo>
                  <a:lnTo>
                    <a:pt x="3507441" y="554456"/>
                  </a:lnTo>
                  <a:lnTo>
                    <a:pt x="3508282" y="547099"/>
                  </a:lnTo>
                  <a:lnTo>
                    <a:pt x="3509123" y="543457"/>
                  </a:lnTo>
                  <a:lnTo>
                    <a:pt x="3509965" y="541861"/>
                  </a:lnTo>
                  <a:lnTo>
                    <a:pt x="3510806" y="540368"/>
                  </a:lnTo>
                  <a:lnTo>
                    <a:pt x="3511647" y="538930"/>
                  </a:lnTo>
                  <a:lnTo>
                    <a:pt x="3512488" y="536648"/>
                  </a:lnTo>
                  <a:lnTo>
                    <a:pt x="3513329" y="533906"/>
                  </a:lnTo>
                  <a:lnTo>
                    <a:pt x="3514171" y="530289"/>
                  </a:lnTo>
                  <a:lnTo>
                    <a:pt x="3515012" y="526468"/>
                  </a:lnTo>
                  <a:lnTo>
                    <a:pt x="3515853" y="523355"/>
                  </a:lnTo>
                  <a:lnTo>
                    <a:pt x="3516694" y="520400"/>
                  </a:lnTo>
                  <a:lnTo>
                    <a:pt x="3517535" y="517486"/>
                  </a:lnTo>
                  <a:lnTo>
                    <a:pt x="3518377" y="515279"/>
                  </a:lnTo>
                  <a:lnTo>
                    <a:pt x="3519218" y="513573"/>
                  </a:lnTo>
                  <a:lnTo>
                    <a:pt x="3520059" y="511741"/>
                  </a:lnTo>
                  <a:lnTo>
                    <a:pt x="3520900" y="510220"/>
                  </a:lnTo>
                  <a:lnTo>
                    <a:pt x="3521741" y="509123"/>
                  </a:lnTo>
                  <a:lnTo>
                    <a:pt x="3522583" y="507707"/>
                  </a:lnTo>
                  <a:lnTo>
                    <a:pt x="3523424" y="505405"/>
                  </a:lnTo>
                  <a:lnTo>
                    <a:pt x="3524265" y="503355"/>
                  </a:lnTo>
                  <a:lnTo>
                    <a:pt x="3525106" y="501580"/>
                  </a:lnTo>
                  <a:lnTo>
                    <a:pt x="3525948" y="499932"/>
                  </a:lnTo>
                  <a:lnTo>
                    <a:pt x="3526789" y="498949"/>
                  </a:lnTo>
                  <a:lnTo>
                    <a:pt x="3527630" y="498391"/>
                  </a:lnTo>
                  <a:lnTo>
                    <a:pt x="3528471" y="497836"/>
                  </a:lnTo>
                  <a:lnTo>
                    <a:pt x="3529312" y="498600"/>
                  </a:lnTo>
                  <a:lnTo>
                    <a:pt x="3530154" y="499883"/>
                  </a:lnTo>
                  <a:lnTo>
                    <a:pt x="3530995" y="502380"/>
                  </a:lnTo>
                  <a:lnTo>
                    <a:pt x="3531836" y="505946"/>
                  </a:lnTo>
                  <a:lnTo>
                    <a:pt x="3532677" y="510127"/>
                  </a:lnTo>
                  <a:lnTo>
                    <a:pt x="3533518" y="515721"/>
                  </a:lnTo>
                  <a:lnTo>
                    <a:pt x="3534360" y="520510"/>
                  </a:lnTo>
                  <a:lnTo>
                    <a:pt x="3535201" y="527661"/>
                  </a:lnTo>
                  <a:lnTo>
                    <a:pt x="3536042" y="533936"/>
                  </a:lnTo>
                  <a:lnTo>
                    <a:pt x="3536883" y="538671"/>
                  </a:lnTo>
                  <a:lnTo>
                    <a:pt x="3537724" y="542602"/>
                  </a:lnTo>
                  <a:lnTo>
                    <a:pt x="3538566" y="546529"/>
                  </a:lnTo>
                  <a:lnTo>
                    <a:pt x="3539407" y="549223"/>
                  </a:lnTo>
                  <a:lnTo>
                    <a:pt x="3540248" y="551181"/>
                  </a:lnTo>
                  <a:lnTo>
                    <a:pt x="3541089" y="551316"/>
                  </a:lnTo>
                  <a:lnTo>
                    <a:pt x="3541930" y="551274"/>
                  </a:lnTo>
                  <a:lnTo>
                    <a:pt x="3542772" y="550886"/>
                  </a:lnTo>
                  <a:lnTo>
                    <a:pt x="3543613" y="549848"/>
                  </a:lnTo>
                  <a:lnTo>
                    <a:pt x="3544454" y="550883"/>
                  </a:lnTo>
                  <a:lnTo>
                    <a:pt x="3545295" y="551147"/>
                  </a:lnTo>
                  <a:lnTo>
                    <a:pt x="3546136" y="551509"/>
                  </a:lnTo>
                  <a:lnTo>
                    <a:pt x="3546978" y="550592"/>
                  </a:lnTo>
                  <a:lnTo>
                    <a:pt x="3547819" y="549450"/>
                  </a:lnTo>
                  <a:lnTo>
                    <a:pt x="3548660" y="548489"/>
                  </a:lnTo>
                  <a:lnTo>
                    <a:pt x="3549501" y="548495"/>
                  </a:lnTo>
                  <a:lnTo>
                    <a:pt x="3550342" y="547951"/>
                  </a:lnTo>
                  <a:lnTo>
                    <a:pt x="3551184" y="547992"/>
                  </a:lnTo>
                  <a:lnTo>
                    <a:pt x="3552025" y="548503"/>
                  </a:lnTo>
                  <a:lnTo>
                    <a:pt x="3552866" y="548679"/>
                  </a:lnTo>
                  <a:lnTo>
                    <a:pt x="3553707" y="549086"/>
                  </a:lnTo>
                  <a:lnTo>
                    <a:pt x="3554548" y="549673"/>
                  </a:lnTo>
                  <a:lnTo>
                    <a:pt x="3555390" y="550492"/>
                  </a:lnTo>
                  <a:lnTo>
                    <a:pt x="3556231" y="552272"/>
                  </a:lnTo>
                  <a:lnTo>
                    <a:pt x="3557072" y="554516"/>
                  </a:lnTo>
                  <a:lnTo>
                    <a:pt x="3557913" y="558751"/>
                  </a:lnTo>
                  <a:lnTo>
                    <a:pt x="3558754" y="562766"/>
                  </a:lnTo>
                  <a:lnTo>
                    <a:pt x="3559596" y="567493"/>
                  </a:lnTo>
                  <a:lnTo>
                    <a:pt x="3560437" y="573205"/>
                  </a:lnTo>
                  <a:lnTo>
                    <a:pt x="3561278" y="585171"/>
                  </a:lnTo>
                  <a:lnTo>
                    <a:pt x="3562119" y="598245"/>
                  </a:lnTo>
                  <a:lnTo>
                    <a:pt x="3562960" y="612145"/>
                  </a:lnTo>
                  <a:lnTo>
                    <a:pt x="3563802" y="626700"/>
                  </a:lnTo>
                  <a:lnTo>
                    <a:pt x="3564643" y="642045"/>
                  </a:lnTo>
                  <a:lnTo>
                    <a:pt x="3565484" y="658064"/>
                  </a:lnTo>
                  <a:lnTo>
                    <a:pt x="3566325" y="672199"/>
                  </a:lnTo>
                  <a:lnTo>
                    <a:pt x="3567166" y="685607"/>
                  </a:lnTo>
                  <a:lnTo>
                    <a:pt x="3568008" y="698804"/>
                  </a:lnTo>
                  <a:lnTo>
                    <a:pt x="3568849" y="711749"/>
                  </a:lnTo>
                  <a:lnTo>
                    <a:pt x="3569690" y="719282"/>
                  </a:lnTo>
                  <a:lnTo>
                    <a:pt x="3570531" y="726990"/>
                  </a:lnTo>
                  <a:lnTo>
                    <a:pt x="3571372" y="734577"/>
                  </a:lnTo>
                  <a:lnTo>
                    <a:pt x="3572214" y="739950"/>
                  </a:lnTo>
                  <a:lnTo>
                    <a:pt x="3573055" y="745373"/>
                  </a:lnTo>
                  <a:lnTo>
                    <a:pt x="3573896" y="750686"/>
                  </a:lnTo>
                  <a:lnTo>
                    <a:pt x="3574737" y="755345"/>
                  </a:lnTo>
                  <a:lnTo>
                    <a:pt x="3575578" y="759617"/>
                  </a:lnTo>
                  <a:lnTo>
                    <a:pt x="3576420" y="763917"/>
                  </a:lnTo>
                  <a:lnTo>
                    <a:pt x="3577261" y="768047"/>
                  </a:lnTo>
                  <a:lnTo>
                    <a:pt x="3578102" y="772322"/>
                  </a:lnTo>
                  <a:lnTo>
                    <a:pt x="3578943" y="777722"/>
                  </a:lnTo>
                  <a:lnTo>
                    <a:pt x="3579784" y="783866"/>
                  </a:lnTo>
                  <a:lnTo>
                    <a:pt x="3580626" y="787598"/>
                  </a:lnTo>
                  <a:lnTo>
                    <a:pt x="3581467" y="791043"/>
                  </a:lnTo>
                  <a:lnTo>
                    <a:pt x="3582308" y="794759"/>
                  </a:lnTo>
                  <a:lnTo>
                    <a:pt x="3583149" y="802362"/>
                  </a:lnTo>
                  <a:lnTo>
                    <a:pt x="3583990" y="809716"/>
                  </a:lnTo>
                  <a:lnTo>
                    <a:pt x="3584832" y="817775"/>
                  </a:lnTo>
                  <a:lnTo>
                    <a:pt x="3585673" y="827027"/>
                  </a:lnTo>
                  <a:lnTo>
                    <a:pt x="3586514" y="836675"/>
                  </a:lnTo>
                  <a:lnTo>
                    <a:pt x="3587355" y="847309"/>
                  </a:lnTo>
                  <a:lnTo>
                    <a:pt x="3588196" y="857936"/>
                  </a:lnTo>
                  <a:lnTo>
                    <a:pt x="3589038" y="868229"/>
                  </a:lnTo>
                  <a:lnTo>
                    <a:pt x="3589879" y="878841"/>
                  </a:lnTo>
                  <a:lnTo>
                    <a:pt x="3590720" y="889772"/>
                  </a:lnTo>
                  <a:lnTo>
                    <a:pt x="3591561" y="900407"/>
                  </a:lnTo>
                  <a:lnTo>
                    <a:pt x="3592402" y="906893"/>
                  </a:lnTo>
                  <a:lnTo>
                    <a:pt x="3593244" y="914215"/>
                  </a:lnTo>
                  <a:lnTo>
                    <a:pt x="3594085" y="922788"/>
                  </a:lnTo>
                  <a:lnTo>
                    <a:pt x="3594926" y="932270"/>
                  </a:lnTo>
                  <a:lnTo>
                    <a:pt x="3595767" y="943003"/>
                  </a:lnTo>
                  <a:lnTo>
                    <a:pt x="3596609" y="954592"/>
                  </a:lnTo>
                  <a:lnTo>
                    <a:pt x="3597450" y="966489"/>
                  </a:lnTo>
                  <a:lnTo>
                    <a:pt x="3598291" y="977969"/>
                  </a:lnTo>
                  <a:lnTo>
                    <a:pt x="3599132" y="988925"/>
                  </a:lnTo>
                  <a:lnTo>
                    <a:pt x="3599973" y="998253"/>
                  </a:lnTo>
                  <a:lnTo>
                    <a:pt x="3600815" y="1006356"/>
                  </a:lnTo>
                  <a:lnTo>
                    <a:pt x="3601656" y="1013456"/>
                  </a:lnTo>
                  <a:lnTo>
                    <a:pt x="3602497" y="1019175"/>
                  </a:lnTo>
                  <a:lnTo>
                    <a:pt x="3603338" y="1024238"/>
                  </a:lnTo>
                  <a:lnTo>
                    <a:pt x="3604179" y="1028270"/>
                  </a:lnTo>
                  <a:lnTo>
                    <a:pt x="3605021" y="1032174"/>
                  </a:lnTo>
                  <a:lnTo>
                    <a:pt x="3605862" y="1034919"/>
                  </a:lnTo>
                  <a:lnTo>
                    <a:pt x="3606703" y="1036647"/>
                  </a:lnTo>
                  <a:lnTo>
                    <a:pt x="3607544" y="1038239"/>
                  </a:lnTo>
                  <a:lnTo>
                    <a:pt x="3608385" y="1039068"/>
                  </a:lnTo>
                  <a:lnTo>
                    <a:pt x="3609227" y="1039026"/>
                  </a:lnTo>
                  <a:lnTo>
                    <a:pt x="3610068" y="1038476"/>
                  </a:lnTo>
                  <a:lnTo>
                    <a:pt x="3610909" y="1037674"/>
                  </a:lnTo>
                  <a:lnTo>
                    <a:pt x="3611750" y="1037431"/>
                  </a:lnTo>
                  <a:lnTo>
                    <a:pt x="3612591" y="1039528"/>
                  </a:lnTo>
                  <a:lnTo>
                    <a:pt x="3613433" y="1042696"/>
                  </a:lnTo>
                  <a:lnTo>
                    <a:pt x="3614274" y="1046653"/>
                  </a:lnTo>
                  <a:lnTo>
                    <a:pt x="3615115" y="1051332"/>
                  </a:lnTo>
                  <a:lnTo>
                    <a:pt x="3615956" y="1055556"/>
                  </a:lnTo>
                  <a:lnTo>
                    <a:pt x="3616797" y="1058356"/>
                  </a:lnTo>
                  <a:lnTo>
                    <a:pt x="3617639" y="1061340"/>
                  </a:lnTo>
                  <a:lnTo>
                    <a:pt x="3618480" y="1065788"/>
                  </a:lnTo>
                  <a:lnTo>
                    <a:pt x="3619321" y="1072620"/>
                  </a:lnTo>
                  <a:lnTo>
                    <a:pt x="3620162" y="1080226"/>
                  </a:lnTo>
                  <a:lnTo>
                    <a:pt x="3621003" y="1088341"/>
                  </a:lnTo>
                  <a:lnTo>
                    <a:pt x="3621845" y="1094598"/>
                  </a:lnTo>
                  <a:lnTo>
                    <a:pt x="3622686" y="1100677"/>
                  </a:lnTo>
                  <a:lnTo>
                    <a:pt x="3623527" y="1106905"/>
                  </a:lnTo>
                  <a:lnTo>
                    <a:pt x="3624368" y="1110725"/>
                  </a:lnTo>
                  <a:lnTo>
                    <a:pt x="3625209" y="1114188"/>
                  </a:lnTo>
                  <a:lnTo>
                    <a:pt x="3626051" y="1117756"/>
                  </a:lnTo>
                  <a:lnTo>
                    <a:pt x="3626892" y="1120972"/>
                  </a:lnTo>
                  <a:lnTo>
                    <a:pt x="3627733" y="1123651"/>
                  </a:lnTo>
                  <a:lnTo>
                    <a:pt x="3628574" y="1126700"/>
                  </a:lnTo>
                  <a:lnTo>
                    <a:pt x="3629415" y="1129789"/>
                  </a:lnTo>
                  <a:lnTo>
                    <a:pt x="3630257" y="1132986"/>
                  </a:lnTo>
                  <a:lnTo>
                    <a:pt x="3631098" y="1136402"/>
                  </a:lnTo>
                  <a:lnTo>
                    <a:pt x="3631939" y="1138430"/>
                  </a:lnTo>
                  <a:lnTo>
                    <a:pt x="3632780" y="1139753"/>
                  </a:lnTo>
                  <a:lnTo>
                    <a:pt x="3633621" y="1139903"/>
                  </a:lnTo>
                  <a:lnTo>
                    <a:pt x="3634463" y="1139341"/>
                  </a:lnTo>
                  <a:lnTo>
                    <a:pt x="3635304" y="1140146"/>
                  </a:lnTo>
                  <a:lnTo>
                    <a:pt x="3636145" y="1140752"/>
                  </a:lnTo>
                  <a:lnTo>
                    <a:pt x="3636986" y="1142610"/>
                  </a:lnTo>
                  <a:lnTo>
                    <a:pt x="3637827" y="1143055"/>
                  </a:lnTo>
                  <a:lnTo>
                    <a:pt x="3638669" y="1142821"/>
                  </a:lnTo>
                  <a:lnTo>
                    <a:pt x="3639510" y="1143743"/>
                  </a:lnTo>
                  <a:lnTo>
                    <a:pt x="3640351" y="1146292"/>
                  </a:lnTo>
                  <a:lnTo>
                    <a:pt x="3641192" y="1147246"/>
                  </a:lnTo>
                  <a:lnTo>
                    <a:pt x="3642033" y="1152233"/>
                  </a:lnTo>
                  <a:lnTo>
                    <a:pt x="3642875" y="1156321"/>
                  </a:lnTo>
                  <a:lnTo>
                    <a:pt x="3643716" y="1160439"/>
                  </a:lnTo>
                  <a:lnTo>
                    <a:pt x="3644557" y="1164513"/>
                  </a:lnTo>
                  <a:lnTo>
                    <a:pt x="3645398" y="1166431"/>
                  </a:lnTo>
                  <a:lnTo>
                    <a:pt x="3646239" y="1169899"/>
                  </a:lnTo>
                  <a:lnTo>
                    <a:pt x="3647081" y="1173812"/>
                  </a:lnTo>
                  <a:lnTo>
                    <a:pt x="3647922" y="1178050"/>
                  </a:lnTo>
                  <a:lnTo>
                    <a:pt x="3648763" y="1182509"/>
                  </a:lnTo>
                  <a:lnTo>
                    <a:pt x="3649604" y="1183656"/>
                  </a:lnTo>
                  <a:lnTo>
                    <a:pt x="3650445" y="1185840"/>
                  </a:lnTo>
                  <a:lnTo>
                    <a:pt x="3651287" y="1188830"/>
                  </a:lnTo>
                  <a:lnTo>
                    <a:pt x="3652128" y="1192056"/>
                  </a:lnTo>
                  <a:lnTo>
                    <a:pt x="3652969" y="1195405"/>
                  </a:lnTo>
                  <a:lnTo>
                    <a:pt x="3653810" y="1198287"/>
                  </a:lnTo>
                  <a:lnTo>
                    <a:pt x="3654651" y="1201210"/>
                  </a:lnTo>
                  <a:lnTo>
                    <a:pt x="3655493" y="1204801"/>
                  </a:lnTo>
                  <a:lnTo>
                    <a:pt x="3656334" y="1208727"/>
                  </a:lnTo>
                  <a:lnTo>
                    <a:pt x="3657175" y="1212894"/>
                  </a:lnTo>
                  <a:lnTo>
                    <a:pt x="3658016" y="1217697"/>
                  </a:lnTo>
                  <a:lnTo>
                    <a:pt x="3658857" y="1220975"/>
                  </a:lnTo>
                  <a:lnTo>
                    <a:pt x="3659699" y="1222397"/>
                  </a:lnTo>
                  <a:lnTo>
                    <a:pt x="3660540" y="1224703"/>
                  </a:lnTo>
                  <a:lnTo>
                    <a:pt x="3661381" y="1226735"/>
                  </a:lnTo>
                  <a:lnTo>
                    <a:pt x="3662222" y="1230425"/>
                  </a:lnTo>
                  <a:lnTo>
                    <a:pt x="3663063" y="1233336"/>
                  </a:lnTo>
                  <a:lnTo>
                    <a:pt x="3663905" y="1236456"/>
                  </a:lnTo>
                  <a:lnTo>
                    <a:pt x="3664746" y="1239054"/>
                  </a:lnTo>
                  <a:lnTo>
                    <a:pt x="3665587" y="1242772"/>
                  </a:lnTo>
                  <a:lnTo>
                    <a:pt x="3666428" y="1247488"/>
                  </a:lnTo>
                  <a:lnTo>
                    <a:pt x="3667270" y="1252697"/>
                  </a:lnTo>
                  <a:lnTo>
                    <a:pt x="3668111" y="1257547"/>
                  </a:lnTo>
                  <a:lnTo>
                    <a:pt x="3668952" y="1262751"/>
                  </a:lnTo>
                  <a:lnTo>
                    <a:pt x="3669793" y="1268437"/>
                  </a:lnTo>
                  <a:lnTo>
                    <a:pt x="3670634" y="1274328"/>
                  </a:lnTo>
                  <a:lnTo>
                    <a:pt x="3671476" y="1281406"/>
                  </a:lnTo>
                  <a:lnTo>
                    <a:pt x="3672317" y="1289408"/>
                  </a:lnTo>
                  <a:lnTo>
                    <a:pt x="3673158" y="1298471"/>
                  </a:lnTo>
                  <a:lnTo>
                    <a:pt x="3673999" y="1308947"/>
                  </a:lnTo>
                  <a:lnTo>
                    <a:pt x="3674840" y="1316497"/>
                  </a:lnTo>
                  <a:lnTo>
                    <a:pt x="3675682" y="1324197"/>
                  </a:lnTo>
                  <a:lnTo>
                    <a:pt x="3676523" y="1331005"/>
                  </a:lnTo>
                  <a:lnTo>
                    <a:pt x="3677364" y="1335063"/>
                  </a:lnTo>
                  <a:lnTo>
                    <a:pt x="3678205" y="1338105"/>
                  </a:lnTo>
                  <a:lnTo>
                    <a:pt x="3679046" y="1340786"/>
                  </a:lnTo>
                  <a:lnTo>
                    <a:pt x="3679888" y="1342182"/>
                  </a:lnTo>
                  <a:lnTo>
                    <a:pt x="3680729" y="1342934"/>
                  </a:lnTo>
                  <a:lnTo>
                    <a:pt x="3681570" y="1343397"/>
                  </a:lnTo>
                  <a:lnTo>
                    <a:pt x="3682411" y="1343886"/>
                  </a:lnTo>
                  <a:lnTo>
                    <a:pt x="3683252" y="1343778"/>
                  </a:lnTo>
                  <a:lnTo>
                    <a:pt x="3684094" y="1341436"/>
                  </a:lnTo>
                  <a:lnTo>
                    <a:pt x="3684935" y="1338210"/>
                  </a:lnTo>
                  <a:lnTo>
                    <a:pt x="3685776" y="1334201"/>
                  </a:lnTo>
                  <a:lnTo>
                    <a:pt x="3686617" y="1330335"/>
                  </a:lnTo>
                  <a:lnTo>
                    <a:pt x="3687458" y="1325167"/>
                  </a:lnTo>
                  <a:lnTo>
                    <a:pt x="3688300" y="1320071"/>
                  </a:lnTo>
                  <a:lnTo>
                    <a:pt x="3689141" y="1314434"/>
                  </a:lnTo>
                  <a:lnTo>
                    <a:pt x="3689982" y="1309976"/>
                  </a:lnTo>
                  <a:lnTo>
                    <a:pt x="3690823" y="1307120"/>
                  </a:lnTo>
                  <a:lnTo>
                    <a:pt x="3691664" y="1305588"/>
                  </a:lnTo>
                  <a:lnTo>
                    <a:pt x="3692506" y="1305601"/>
                  </a:lnTo>
                  <a:lnTo>
                    <a:pt x="3693347" y="1305591"/>
                  </a:lnTo>
                  <a:lnTo>
                    <a:pt x="3694188" y="1305479"/>
                  </a:lnTo>
                  <a:lnTo>
                    <a:pt x="3695029" y="1304791"/>
                  </a:lnTo>
                  <a:lnTo>
                    <a:pt x="3695870" y="1304384"/>
                  </a:lnTo>
                  <a:lnTo>
                    <a:pt x="3696712" y="1304063"/>
                  </a:lnTo>
                  <a:lnTo>
                    <a:pt x="3697553" y="1303571"/>
                  </a:lnTo>
                  <a:lnTo>
                    <a:pt x="3698394" y="1303125"/>
                  </a:lnTo>
                  <a:lnTo>
                    <a:pt x="3699235" y="1303167"/>
                  </a:lnTo>
                  <a:lnTo>
                    <a:pt x="3700076" y="1302813"/>
                  </a:lnTo>
                  <a:lnTo>
                    <a:pt x="3700918" y="1302263"/>
                  </a:lnTo>
                  <a:lnTo>
                    <a:pt x="3701759" y="1301685"/>
                  </a:lnTo>
                  <a:lnTo>
                    <a:pt x="3702600" y="1301426"/>
                  </a:lnTo>
                  <a:lnTo>
                    <a:pt x="3703441" y="1299979"/>
                  </a:lnTo>
                  <a:lnTo>
                    <a:pt x="3704282" y="1297850"/>
                  </a:lnTo>
                  <a:lnTo>
                    <a:pt x="3705124" y="1295785"/>
                  </a:lnTo>
                  <a:lnTo>
                    <a:pt x="3705965" y="1294206"/>
                  </a:lnTo>
                  <a:lnTo>
                    <a:pt x="3706806" y="1293561"/>
                  </a:lnTo>
                  <a:lnTo>
                    <a:pt x="3707647" y="1293870"/>
                  </a:lnTo>
                  <a:lnTo>
                    <a:pt x="3708488" y="1294549"/>
                  </a:lnTo>
                  <a:lnTo>
                    <a:pt x="3709330" y="1297343"/>
                  </a:lnTo>
                  <a:lnTo>
                    <a:pt x="3710171" y="1299773"/>
                  </a:lnTo>
                  <a:lnTo>
                    <a:pt x="3711012" y="1301738"/>
                  </a:lnTo>
                  <a:lnTo>
                    <a:pt x="3711853" y="1303579"/>
                  </a:lnTo>
                  <a:lnTo>
                    <a:pt x="3712694" y="1305435"/>
                  </a:lnTo>
                  <a:lnTo>
                    <a:pt x="3713536" y="1307248"/>
                  </a:lnTo>
                  <a:lnTo>
                    <a:pt x="3714377" y="1309505"/>
                  </a:lnTo>
                  <a:lnTo>
                    <a:pt x="3715218" y="1311144"/>
                  </a:lnTo>
                  <a:lnTo>
                    <a:pt x="3716059" y="1314612"/>
                  </a:lnTo>
                  <a:lnTo>
                    <a:pt x="3716900" y="1318307"/>
                  </a:lnTo>
                  <a:lnTo>
                    <a:pt x="3717742" y="1322192"/>
                  </a:lnTo>
                  <a:lnTo>
                    <a:pt x="3718583" y="1326721"/>
                  </a:lnTo>
                  <a:lnTo>
                    <a:pt x="3719424" y="1330591"/>
                  </a:lnTo>
                  <a:lnTo>
                    <a:pt x="3720265" y="1334275"/>
                  </a:lnTo>
                  <a:lnTo>
                    <a:pt x="3721106" y="1336875"/>
                  </a:lnTo>
                  <a:lnTo>
                    <a:pt x="3721948" y="1339266"/>
                  </a:lnTo>
                  <a:lnTo>
                    <a:pt x="3722789" y="1340003"/>
                  </a:lnTo>
                  <a:lnTo>
                    <a:pt x="3723630" y="1342059"/>
                  </a:lnTo>
                  <a:lnTo>
                    <a:pt x="3724471" y="1345041"/>
                  </a:lnTo>
                  <a:lnTo>
                    <a:pt x="3725312" y="1349093"/>
                  </a:lnTo>
                  <a:lnTo>
                    <a:pt x="3726154" y="1352309"/>
                  </a:lnTo>
                  <a:lnTo>
                    <a:pt x="3726995" y="1356801"/>
                  </a:lnTo>
                  <a:lnTo>
                    <a:pt x="3727836" y="1361120"/>
                  </a:lnTo>
                  <a:lnTo>
                    <a:pt x="3728677" y="1364966"/>
                  </a:lnTo>
                  <a:lnTo>
                    <a:pt x="3729518" y="1367660"/>
                  </a:lnTo>
                  <a:lnTo>
                    <a:pt x="3730360" y="1369467"/>
                  </a:lnTo>
                  <a:lnTo>
                    <a:pt x="3731201" y="1370934"/>
                  </a:lnTo>
                  <a:lnTo>
                    <a:pt x="3732042" y="1373099"/>
                  </a:lnTo>
                  <a:lnTo>
                    <a:pt x="3732883" y="1375111"/>
                  </a:lnTo>
                  <a:lnTo>
                    <a:pt x="3733724" y="1375842"/>
                  </a:lnTo>
                  <a:lnTo>
                    <a:pt x="3734566" y="1377089"/>
                  </a:lnTo>
                  <a:lnTo>
                    <a:pt x="3735407" y="1377385"/>
                  </a:lnTo>
                  <a:lnTo>
                    <a:pt x="3736248" y="1376904"/>
                  </a:lnTo>
                  <a:lnTo>
                    <a:pt x="3737089" y="1375535"/>
                  </a:lnTo>
                  <a:lnTo>
                    <a:pt x="3737931" y="1375202"/>
                  </a:lnTo>
                  <a:lnTo>
                    <a:pt x="3738772" y="1373514"/>
                  </a:lnTo>
                  <a:lnTo>
                    <a:pt x="3739613" y="1371382"/>
                  </a:lnTo>
                  <a:lnTo>
                    <a:pt x="3740454" y="1372535"/>
                  </a:lnTo>
                  <a:lnTo>
                    <a:pt x="3741295" y="1372430"/>
                  </a:lnTo>
                  <a:lnTo>
                    <a:pt x="3742137" y="1373183"/>
                  </a:lnTo>
                  <a:lnTo>
                    <a:pt x="3742978" y="1374075"/>
                  </a:lnTo>
                  <a:lnTo>
                    <a:pt x="3743819" y="1374625"/>
                  </a:lnTo>
                  <a:lnTo>
                    <a:pt x="3744660" y="1375381"/>
                  </a:lnTo>
                  <a:lnTo>
                    <a:pt x="3745501" y="1375698"/>
                  </a:lnTo>
                  <a:lnTo>
                    <a:pt x="3746343" y="1375331"/>
                  </a:lnTo>
                  <a:lnTo>
                    <a:pt x="3747184" y="1374079"/>
                  </a:lnTo>
                  <a:lnTo>
                    <a:pt x="3748025" y="1372356"/>
                  </a:lnTo>
                  <a:lnTo>
                    <a:pt x="3748866" y="1373043"/>
                  </a:lnTo>
                  <a:lnTo>
                    <a:pt x="3749707" y="1373563"/>
                  </a:lnTo>
                  <a:lnTo>
                    <a:pt x="3750549" y="1373151"/>
                  </a:lnTo>
                  <a:lnTo>
                    <a:pt x="3751390" y="1371909"/>
                  </a:lnTo>
                  <a:lnTo>
                    <a:pt x="3752231" y="1368675"/>
                  </a:lnTo>
                  <a:lnTo>
                    <a:pt x="3753072" y="1364953"/>
                  </a:lnTo>
                  <a:lnTo>
                    <a:pt x="3753913" y="1358231"/>
                  </a:lnTo>
                  <a:lnTo>
                    <a:pt x="3754755" y="1350628"/>
                  </a:lnTo>
                  <a:lnTo>
                    <a:pt x="3755596" y="1337833"/>
                  </a:lnTo>
                  <a:lnTo>
                    <a:pt x="3756437" y="1324984"/>
                  </a:lnTo>
                  <a:lnTo>
                    <a:pt x="3757278" y="1313248"/>
                  </a:lnTo>
                  <a:lnTo>
                    <a:pt x="3758119" y="1302049"/>
                  </a:lnTo>
                  <a:lnTo>
                    <a:pt x="3758961" y="1287578"/>
                  </a:lnTo>
                  <a:lnTo>
                    <a:pt x="3759802" y="1274034"/>
                  </a:lnTo>
                  <a:lnTo>
                    <a:pt x="3760643" y="1261120"/>
                  </a:lnTo>
                  <a:lnTo>
                    <a:pt x="3761484" y="1252032"/>
                  </a:lnTo>
                  <a:lnTo>
                    <a:pt x="3762325" y="1243123"/>
                  </a:lnTo>
                  <a:lnTo>
                    <a:pt x="3763167" y="1234513"/>
                  </a:lnTo>
                  <a:lnTo>
                    <a:pt x="3764008" y="1226785"/>
                  </a:lnTo>
                  <a:lnTo>
                    <a:pt x="3764849" y="1219350"/>
                  </a:lnTo>
                  <a:lnTo>
                    <a:pt x="3765690" y="1211946"/>
                  </a:lnTo>
                  <a:lnTo>
                    <a:pt x="3766531" y="1205772"/>
                  </a:lnTo>
                  <a:lnTo>
                    <a:pt x="3767373" y="1201213"/>
                  </a:lnTo>
                  <a:lnTo>
                    <a:pt x="3768214" y="1198304"/>
                  </a:lnTo>
                  <a:lnTo>
                    <a:pt x="3769055" y="1197378"/>
                  </a:lnTo>
                  <a:lnTo>
                    <a:pt x="3769896" y="1196968"/>
                  </a:lnTo>
                  <a:lnTo>
                    <a:pt x="3770737" y="1196224"/>
                  </a:lnTo>
                  <a:lnTo>
                    <a:pt x="3771579" y="1195367"/>
                  </a:lnTo>
                  <a:lnTo>
                    <a:pt x="3772420" y="1194910"/>
                  </a:lnTo>
                  <a:lnTo>
                    <a:pt x="3773261" y="1194669"/>
                  </a:lnTo>
                  <a:lnTo>
                    <a:pt x="3774102" y="1194965"/>
                  </a:lnTo>
                  <a:lnTo>
                    <a:pt x="3774943" y="1195466"/>
                  </a:lnTo>
                  <a:lnTo>
                    <a:pt x="3775785" y="1196178"/>
                  </a:lnTo>
                  <a:lnTo>
                    <a:pt x="3776626" y="1195289"/>
                  </a:lnTo>
                  <a:lnTo>
                    <a:pt x="3777467" y="1194788"/>
                  </a:lnTo>
                  <a:lnTo>
                    <a:pt x="3778308" y="1194773"/>
                  </a:lnTo>
                  <a:lnTo>
                    <a:pt x="3779149" y="1193899"/>
                  </a:lnTo>
                  <a:lnTo>
                    <a:pt x="3779991" y="1192722"/>
                  </a:lnTo>
                  <a:lnTo>
                    <a:pt x="3780832" y="1192397"/>
                  </a:lnTo>
                  <a:lnTo>
                    <a:pt x="3781673" y="1190083"/>
                  </a:lnTo>
                  <a:lnTo>
                    <a:pt x="3782514" y="1188745"/>
                  </a:lnTo>
                  <a:lnTo>
                    <a:pt x="3783355" y="1187776"/>
                  </a:lnTo>
                  <a:lnTo>
                    <a:pt x="3784197" y="1188284"/>
                  </a:lnTo>
                  <a:lnTo>
                    <a:pt x="3785038" y="1188815"/>
                  </a:lnTo>
                  <a:lnTo>
                    <a:pt x="3785879" y="1189790"/>
                  </a:lnTo>
                  <a:lnTo>
                    <a:pt x="3786720" y="1190004"/>
                  </a:lnTo>
                  <a:lnTo>
                    <a:pt x="3787561" y="1188472"/>
                  </a:lnTo>
                  <a:lnTo>
                    <a:pt x="3788403" y="1186698"/>
                  </a:lnTo>
                  <a:lnTo>
                    <a:pt x="3789244" y="1185078"/>
                  </a:lnTo>
                  <a:lnTo>
                    <a:pt x="3790085" y="1183656"/>
                  </a:lnTo>
                  <a:lnTo>
                    <a:pt x="3790926" y="1182626"/>
                  </a:lnTo>
                  <a:lnTo>
                    <a:pt x="3791767" y="1182446"/>
                  </a:lnTo>
                  <a:lnTo>
                    <a:pt x="3792609" y="1182313"/>
                  </a:lnTo>
                  <a:lnTo>
                    <a:pt x="3793450" y="1182696"/>
                  </a:lnTo>
                  <a:lnTo>
                    <a:pt x="3794291" y="1183583"/>
                  </a:lnTo>
                  <a:lnTo>
                    <a:pt x="3795132" y="1184471"/>
                  </a:lnTo>
                  <a:lnTo>
                    <a:pt x="3795973" y="1184344"/>
                  </a:lnTo>
                  <a:lnTo>
                    <a:pt x="3796815" y="1184623"/>
                  </a:lnTo>
                  <a:lnTo>
                    <a:pt x="3797656" y="1184517"/>
                  </a:lnTo>
                  <a:lnTo>
                    <a:pt x="3798497" y="1184716"/>
                  </a:lnTo>
                  <a:lnTo>
                    <a:pt x="3799338" y="1185211"/>
                  </a:lnTo>
                  <a:lnTo>
                    <a:pt x="3800179" y="1187744"/>
                  </a:lnTo>
                  <a:lnTo>
                    <a:pt x="3801021" y="1191531"/>
                  </a:lnTo>
                  <a:lnTo>
                    <a:pt x="3801862" y="1196437"/>
                  </a:lnTo>
                  <a:lnTo>
                    <a:pt x="3802703" y="1202055"/>
                  </a:lnTo>
                  <a:lnTo>
                    <a:pt x="3803544" y="1207491"/>
                  </a:lnTo>
                  <a:lnTo>
                    <a:pt x="3804385" y="1212760"/>
                  </a:lnTo>
                  <a:lnTo>
                    <a:pt x="3805227" y="1218682"/>
                  </a:lnTo>
                  <a:lnTo>
                    <a:pt x="3806068" y="1223584"/>
                  </a:lnTo>
                  <a:lnTo>
                    <a:pt x="3806909" y="1228320"/>
                  </a:lnTo>
                  <a:lnTo>
                    <a:pt x="3807750" y="1232905"/>
                  </a:lnTo>
                  <a:lnTo>
                    <a:pt x="3808592" y="1237093"/>
                  </a:lnTo>
                  <a:lnTo>
                    <a:pt x="3809433" y="1241579"/>
                  </a:lnTo>
                  <a:lnTo>
                    <a:pt x="3810274" y="1245246"/>
                  </a:lnTo>
                  <a:lnTo>
                    <a:pt x="3811115" y="1249347"/>
                  </a:lnTo>
                  <a:lnTo>
                    <a:pt x="3811956" y="1254780"/>
                  </a:lnTo>
                  <a:lnTo>
                    <a:pt x="3812798" y="1261166"/>
                  </a:lnTo>
                  <a:lnTo>
                    <a:pt x="3813639" y="1268890"/>
                  </a:lnTo>
                  <a:lnTo>
                    <a:pt x="3814480" y="1275165"/>
                  </a:lnTo>
                  <a:lnTo>
                    <a:pt x="3815321" y="1280722"/>
                  </a:lnTo>
                  <a:lnTo>
                    <a:pt x="3816162" y="1285029"/>
                  </a:lnTo>
                  <a:lnTo>
                    <a:pt x="3817004" y="1288356"/>
                  </a:lnTo>
                  <a:lnTo>
                    <a:pt x="3817845" y="1293963"/>
                  </a:lnTo>
                  <a:lnTo>
                    <a:pt x="3818686" y="1299593"/>
                  </a:lnTo>
                  <a:lnTo>
                    <a:pt x="3819527" y="1304834"/>
                  </a:lnTo>
                  <a:lnTo>
                    <a:pt x="3820368" y="1309896"/>
                  </a:lnTo>
                  <a:lnTo>
                    <a:pt x="3821210" y="1314876"/>
                  </a:lnTo>
                  <a:lnTo>
                    <a:pt x="3822051" y="1319284"/>
                  </a:lnTo>
                  <a:lnTo>
                    <a:pt x="3822892" y="1323204"/>
                  </a:lnTo>
                  <a:lnTo>
                    <a:pt x="3823733" y="1325934"/>
                  </a:lnTo>
                  <a:lnTo>
                    <a:pt x="3824574" y="1328161"/>
                  </a:lnTo>
                  <a:lnTo>
                    <a:pt x="3825416" y="1327231"/>
                  </a:lnTo>
                  <a:lnTo>
                    <a:pt x="3826257" y="1322953"/>
                  </a:lnTo>
                  <a:lnTo>
                    <a:pt x="3827098" y="1318648"/>
                  </a:lnTo>
                  <a:lnTo>
                    <a:pt x="3827939" y="1310563"/>
                  </a:lnTo>
                  <a:lnTo>
                    <a:pt x="3828780" y="1299757"/>
                  </a:lnTo>
                  <a:lnTo>
                    <a:pt x="3829622" y="1288550"/>
                  </a:lnTo>
                  <a:lnTo>
                    <a:pt x="3830463" y="1275212"/>
                  </a:lnTo>
                  <a:lnTo>
                    <a:pt x="3831304" y="1261393"/>
                  </a:lnTo>
                  <a:lnTo>
                    <a:pt x="3832145" y="1247706"/>
                  </a:lnTo>
                  <a:lnTo>
                    <a:pt x="3832986" y="1238823"/>
                  </a:lnTo>
                  <a:lnTo>
                    <a:pt x="3833828" y="1229727"/>
                  </a:lnTo>
                  <a:lnTo>
                    <a:pt x="3834669" y="1223562"/>
                  </a:lnTo>
                  <a:lnTo>
                    <a:pt x="3835510" y="1218732"/>
                  </a:lnTo>
                  <a:lnTo>
                    <a:pt x="3836351" y="1214067"/>
                  </a:lnTo>
                  <a:lnTo>
                    <a:pt x="3837192" y="1209442"/>
                  </a:lnTo>
                  <a:lnTo>
                    <a:pt x="3838034" y="1204992"/>
                  </a:lnTo>
                  <a:lnTo>
                    <a:pt x="3838875" y="1200986"/>
                  </a:lnTo>
                  <a:lnTo>
                    <a:pt x="3839716" y="1197969"/>
                  </a:lnTo>
                  <a:lnTo>
                    <a:pt x="3840557" y="1195052"/>
                  </a:lnTo>
                  <a:lnTo>
                    <a:pt x="3841398" y="1192434"/>
                  </a:lnTo>
                  <a:lnTo>
                    <a:pt x="3842240" y="1190176"/>
                  </a:lnTo>
                  <a:lnTo>
                    <a:pt x="3843081" y="1188552"/>
                  </a:lnTo>
                  <a:lnTo>
                    <a:pt x="3843922" y="1187062"/>
                  </a:lnTo>
                  <a:lnTo>
                    <a:pt x="3844763" y="1185763"/>
                  </a:lnTo>
                  <a:lnTo>
                    <a:pt x="3845604" y="1184736"/>
                  </a:lnTo>
                  <a:lnTo>
                    <a:pt x="3846446" y="1183713"/>
                  </a:lnTo>
                  <a:lnTo>
                    <a:pt x="3847287" y="1182742"/>
                  </a:lnTo>
                  <a:lnTo>
                    <a:pt x="3848128" y="1182699"/>
                  </a:lnTo>
                  <a:lnTo>
                    <a:pt x="3848969" y="1182131"/>
                  </a:lnTo>
                  <a:lnTo>
                    <a:pt x="3849810" y="1182315"/>
                  </a:lnTo>
                  <a:lnTo>
                    <a:pt x="3850652" y="1182550"/>
                  </a:lnTo>
                  <a:lnTo>
                    <a:pt x="3851493" y="1182841"/>
                  </a:lnTo>
                  <a:lnTo>
                    <a:pt x="3852334" y="1184931"/>
                  </a:lnTo>
                  <a:lnTo>
                    <a:pt x="3853175" y="1188995"/>
                  </a:lnTo>
                  <a:lnTo>
                    <a:pt x="3854016" y="1194010"/>
                  </a:lnTo>
                  <a:lnTo>
                    <a:pt x="3854858" y="1198347"/>
                  </a:lnTo>
                  <a:lnTo>
                    <a:pt x="3855699" y="1203080"/>
                  </a:lnTo>
                  <a:lnTo>
                    <a:pt x="3856540" y="1207810"/>
                  </a:lnTo>
                  <a:lnTo>
                    <a:pt x="3857381" y="1213072"/>
                  </a:lnTo>
                  <a:lnTo>
                    <a:pt x="3858222" y="1216354"/>
                  </a:lnTo>
                  <a:lnTo>
                    <a:pt x="3859064" y="1218472"/>
                  </a:lnTo>
                  <a:lnTo>
                    <a:pt x="3859905" y="1219733"/>
                  </a:lnTo>
                  <a:lnTo>
                    <a:pt x="3860746" y="1219640"/>
                  </a:lnTo>
                  <a:lnTo>
                    <a:pt x="3861587" y="1218763"/>
                  </a:lnTo>
                  <a:lnTo>
                    <a:pt x="3862428" y="1217305"/>
                  </a:lnTo>
                  <a:lnTo>
                    <a:pt x="3863270" y="1216521"/>
                  </a:lnTo>
                  <a:lnTo>
                    <a:pt x="3864111" y="1216084"/>
                  </a:lnTo>
                  <a:lnTo>
                    <a:pt x="3864952" y="1215648"/>
                  </a:lnTo>
                  <a:lnTo>
                    <a:pt x="3865793" y="1215290"/>
                  </a:lnTo>
                  <a:lnTo>
                    <a:pt x="3866634" y="1214979"/>
                  </a:lnTo>
                  <a:lnTo>
                    <a:pt x="3867476" y="1214509"/>
                  </a:lnTo>
                  <a:lnTo>
                    <a:pt x="3868317" y="1214433"/>
                  </a:lnTo>
                  <a:lnTo>
                    <a:pt x="3869158" y="1214597"/>
                  </a:lnTo>
                  <a:lnTo>
                    <a:pt x="3869999" y="1214628"/>
                  </a:lnTo>
                  <a:lnTo>
                    <a:pt x="3870840" y="1214645"/>
                  </a:lnTo>
                  <a:lnTo>
                    <a:pt x="3871682" y="1215234"/>
                  </a:lnTo>
                  <a:lnTo>
                    <a:pt x="3872523" y="1215956"/>
                  </a:lnTo>
                  <a:lnTo>
                    <a:pt x="3873364" y="1217269"/>
                  </a:lnTo>
                  <a:lnTo>
                    <a:pt x="3874205" y="1218527"/>
                  </a:lnTo>
                  <a:lnTo>
                    <a:pt x="3875046" y="1219402"/>
                  </a:lnTo>
                  <a:lnTo>
                    <a:pt x="3875888" y="1220386"/>
                  </a:lnTo>
                  <a:lnTo>
                    <a:pt x="3876729" y="1221364"/>
                  </a:lnTo>
                  <a:lnTo>
                    <a:pt x="3877570" y="1221755"/>
                  </a:lnTo>
                  <a:lnTo>
                    <a:pt x="3878411" y="1222224"/>
                  </a:lnTo>
                  <a:lnTo>
                    <a:pt x="3879253" y="1223238"/>
                  </a:lnTo>
                  <a:lnTo>
                    <a:pt x="3880094" y="1224137"/>
                  </a:lnTo>
                  <a:lnTo>
                    <a:pt x="3880935" y="1224911"/>
                  </a:lnTo>
                  <a:lnTo>
                    <a:pt x="3881776" y="1225674"/>
                  </a:lnTo>
                  <a:lnTo>
                    <a:pt x="3882617" y="1225020"/>
                  </a:lnTo>
                  <a:lnTo>
                    <a:pt x="3883459" y="1223710"/>
                  </a:lnTo>
                  <a:lnTo>
                    <a:pt x="3884300" y="1221002"/>
                  </a:lnTo>
                  <a:lnTo>
                    <a:pt x="3885141" y="1219527"/>
                  </a:lnTo>
                  <a:lnTo>
                    <a:pt x="3885982" y="1217760"/>
                  </a:lnTo>
                  <a:lnTo>
                    <a:pt x="3886823" y="1215635"/>
                  </a:lnTo>
                  <a:lnTo>
                    <a:pt x="3887665" y="1213741"/>
                  </a:lnTo>
                  <a:lnTo>
                    <a:pt x="3888506" y="1211545"/>
                  </a:lnTo>
                  <a:lnTo>
                    <a:pt x="3889347" y="1210322"/>
                  </a:lnTo>
                  <a:lnTo>
                    <a:pt x="3890188" y="1209481"/>
                  </a:lnTo>
                  <a:lnTo>
                    <a:pt x="3891029" y="1210761"/>
                  </a:lnTo>
                  <a:lnTo>
                    <a:pt x="3891871" y="1211126"/>
                  </a:lnTo>
                  <a:lnTo>
                    <a:pt x="3892712" y="1211289"/>
                  </a:lnTo>
                  <a:lnTo>
                    <a:pt x="3893553" y="1210786"/>
                  </a:lnTo>
                  <a:lnTo>
                    <a:pt x="3894394" y="1210240"/>
                  </a:lnTo>
                  <a:lnTo>
                    <a:pt x="3895235" y="1210130"/>
                  </a:lnTo>
                  <a:lnTo>
                    <a:pt x="3896077" y="1209977"/>
                  </a:lnTo>
                  <a:lnTo>
                    <a:pt x="3896918" y="1210257"/>
                  </a:lnTo>
                  <a:lnTo>
                    <a:pt x="3897759" y="1210885"/>
                  </a:lnTo>
                  <a:lnTo>
                    <a:pt x="3898600" y="1211554"/>
                  </a:lnTo>
                  <a:lnTo>
                    <a:pt x="3899441" y="1212196"/>
                  </a:lnTo>
                  <a:lnTo>
                    <a:pt x="3900283" y="1211111"/>
                  </a:lnTo>
                  <a:lnTo>
                    <a:pt x="3901124" y="1210506"/>
                  </a:lnTo>
                  <a:lnTo>
                    <a:pt x="3901965" y="1210634"/>
                  </a:lnTo>
                  <a:lnTo>
                    <a:pt x="3902806" y="1211098"/>
                  </a:lnTo>
                  <a:lnTo>
                    <a:pt x="3903647" y="1212367"/>
                  </a:lnTo>
                  <a:lnTo>
                    <a:pt x="3904489" y="1213939"/>
                  </a:lnTo>
                  <a:lnTo>
                    <a:pt x="3905330" y="1216359"/>
                  </a:lnTo>
                  <a:lnTo>
                    <a:pt x="3906171" y="1217327"/>
                  </a:lnTo>
                  <a:lnTo>
                    <a:pt x="3907012" y="1219040"/>
                  </a:lnTo>
                  <a:lnTo>
                    <a:pt x="3907853" y="1221591"/>
                  </a:lnTo>
                  <a:lnTo>
                    <a:pt x="3908695" y="1222859"/>
                  </a:lnTo>
                  <a:lnTo>
                    <a:pt x="3909536" y="1224562"/>
                  </a:lnTo>
                  <a:lnTo>
                    <a:pt x="3910377" y="1225197"/>
                  </a:lnTo>
                  <a:lnTo>
                    <a:pt x="3911218" y="1226311"/>
                  </a:lnTo>
                  <a:lnTo>
                    <a:pt x="3912059" y="1228152"/>
                  </a:lnTo>
                  <a:lnTo>
                    <a:pt x="3912901" y="1230526"/>
                  </a:lnTo>
                  <a:lnTo>
                    <a:pt x="3913742" y="1233459"/>
                  </a:lnTo>
                  <a:lnTo>
                    <a:pt x="3914583" y="1236537"/>
                  </a:lnTo>
                  <a:lnTo>
                    <a:pt x="3915424" y="1240072"/>
                  </a:lnTo>
                  <a:lnTo>
                    <a:pt x="3916265" y="1244449"/>
                  </a:lnTo>
                  <a:lnTo>
                    <a:pt x="3917107" y="1248842"/>
                  </a:lnTo>
                  <a:lnTo>
                    <a:pt x="3917948" y="1252899"/>
                  </a:lnTo>
                  <a:lnTo>
                    <a:pt x="3918789" y="1257704"/>
                  </a:lnTo>
                  <a:lnTo>
                    <a:pt x="3919630" y="1262647"/>
                  </a:lnTo>
                  <a:lnTo>
                    <a:pt x="3920471" y="1269743"/>
                  </a:lnTo>
                  <a:lnTo>
                    <a:pt x="3921313" y="1275828"/>
                  </a:lnTo>
                  <a:lnTo>
                    <a:pt x="3922154" y="1284889"/>
                  </a:lnTo>
                  <a:lnTo>
                    <a:pt x="3922995" y="1294946"/>
                  </a:lnTo>
                  <a:lnTo>
                    <a:pt x="3923836" y="1310377"/>
                  </a:lnTo>
                  <a:lnTo>
                    <a:pt x="3924677" y="1326439"/>
                  </a:lnTo>
                  <a:lnTo>
                    <a:pt x="3925519" y="1341699"/>
                  </a:lnTo>
                  <a:lnTo>
                    <a:pt x="3926360" y="1356393"/>
                  </a:lnTo>
                  <a:lnTo>
                    <a:pt x="3927201" y="1375186"/>
                  </a:lnTo>
                  <a:lnTo>
                    <a:pt x="3928042" y="1393486"/>
                  </a:lnTo>
                  <a:lnTo>
                    <a:pt x="3928883" y="1411101"/>
                  </a:lnTo>
                  <a:lnTo>
                    <a:pt x="3929725" y="1424549"/>
                  </a:lnTo>
                  <a:lnTo>
                    <a:pt x="3930566" y="1437629"/>
                  </a:lnTo>
                  <a:lnTo>
                    <a:pt x="3931407" y="1450143"/>
                  </a:lnTo>
                  <a:lnTo>
                    <a:pt x="3932248" y="1461267"/>
                  </a:lnTo>
                  <a:lnTo>
                    <a:pt x="3933089" y="1471794"/>
                  </a:lnTo>
                  <a:lnTo>
                    <a:pt x="3933931" y="1482198"/>
                  </a:lnTo>
                  <a:lnTo>
                    <a:pt x="3934772" y="1491563"/>
                  </a:lnTo>
                  <a:lnTo>
                    <a:pt x="3935613" y="1499533"/>
                  </a:lnTo>
                  <a:lnTo>
                    <a:pt x="3936454" y="1506262"/>
                  </a:lnTo>
                  <a:lnTo>
                    <a:pt x="3937295" y="1511784"/>
                  </a:lnTo>
                  <a:lnTo>
                    <a:pt x="3938137" y="1517101"/>
                  </a:lnTo>
                  <a:lnTo>
                    <a:pt x="3938978" y="1523117"/>
                  </a:lnTo>
                  <a:lnTo>
                    <a:pt x="3939819" y="1529033"/>
                  </a:lnTo>
                  <a:lnTo>
                    <a:pt x="3940660" y="1534868"/>
                  </a:lnTo>
                  <a:lnTo>
                    <a:pt x="3941501" y="1540312"/>
                  </a:lnTo>
                  <a:lnTo>
                    <a:pt x="3942343" y="1544756"/>
                  </a:lnTo>
                  <a:lnTo>
                    <a:pt x="3943184" y="1548213"/>
                  </a:lnTo>
                  <a:lnTo>
                    <a:pt x="3944025" y="1551132"/>
                  </a:lnTo>
                  <a:lnTo>
                    <a:pt x="3944866" y="1555667"/>
                  </a:lnTo>
                  <a:lnTo>
                    <a:pt x="3945707" y="1559883"/>
                  </a:lnTo>
                  <a:lnTo>
                    <a:pt x="3946549" y="1563727"/>
                  </a:lnTo>
                  <a:lnTo>
                    <a:pt x="3947390" y="1568246"/>
                  </a:lnTo>
                  <a:lnTo>
                    <a:pt x="3948231" y="1573162"/>
                  </a:lnTo>
                  <a:lnTo>
                    <a:pt x="3949072" y="1576214"/>
                  </a:lnTo>
                  <a:lnTo>
                    <a:pt x="3949914" y="1579207"/>
                  </a:lnTo>
                  <a:lnTo>
                    <a:pt x="3950755" y="1580102"/>
                  </a:lnTo>
                  <a:lnTo>
                    <a:pt x="3951596" y="1580652"/>
                  </a:lnTo>
                  <a:lnTo>
                    <a:pt x="3952437" y="1581018"/>
                  </a:lnTo>
                  <a:lnTo>
                    <a:pt x="3953278" y="1580719"/>
                  </a:lnTo>
                  <a:lnTo>
                    <a:pt x="3954120" y="1580798"/>
                  </a:lnTo>
                  <a:lnTo>
                    <a:pt x="3954961" y="1580644"/>
                  </a:lnTo>
                  <a:lnTo>
                    <a:pt x="3955802" y="1581414"/>
                  </a:lnTo>
                  <a:lnTo>
                    <a:pt x="3956643" y="1581969"/>
                  </a:lnTo>
                  <a:lnTo>
                    <a:pt x="3957484" y="1583033"/>
                  </a:lnTo>
                  <a:lnTo>
                    <a:pt x="3958326" y="1584163"/>
                  </a:lnTo>
                  <a:lnTo>
                    <a:pt x="3959167" y="1584763"/>
                  </a:lnTo>
                  <a:lnTo>
                    <a:pt x="3960008" y="1584319"/>
                  </a:lnTo>
                  <a:lnTo>
                    <a:pt x="3960849" y="1583477"/>
                  </a:lnTo>
                  <a:lnTo>
                    <a:pt x="3961690" y="1582134"/>
                  </a:lnTo>
                  <a:lnTo>
                    <a:pt x="3962532" y="1580676"/>
                  </a:lnTo>
                  <a:lnTo>
                    <a:pt x="3963373" y="1579407"/>
                  </a:lnTo>
                  <a:lnTo>
                    <a:pt x="3964214" y="1579175"/>
                  </a:lnTo>
                  <a:lnTo>
                    <a:pt x="3965055" y="1578857"/>
                  </a:lnTo>
                  <a:lnTo>
                    <a:pt x="3965896" y="1579177"/>
                  </a:lnTo>
                  <a:lnTo>
                    <a:pt x="3966738" y="1579267"/>
                  </a:lnTo>
                  <a:lnTo>
                    <a:pt x="3967579" y="1579585"/>
                  </a:lnTo>
                  <a:lnTo>
                    <a:pt x="3968420" y="1578381"/>
                  </a:lnTo>
                  <a:lnTo>
                    <a:pt x="3969261" y="1576771"/>
                  </a:lnTo>
                  <a:lnTo>
                    <a:pt x="3970102" y="1574131"/>
                  </a:lnTo>
                  <a:lnTo>
                    <a:pt x="3970944" y="1571237"/>
                  </a:lnTo>
                  <a:lnTo>
                    <a:pt x="3971785" y="1568274"/>
                  </a:lnTo>
                  <a:lnTo>
                    <a:pt x="3972626" y="1565949"/>
                  </a:lnTo>
                  <a:lnTo>
                    <a:pt x="3973467" y="1563604"/>
                  </a:lnTo>
                  <a:lnTo>
                    <a:pt x="3974308" y="1563028"/>
                  </a:lnTo>
                  <a:lnTo>
                    <a:pt x="3975150" y="1562963"/>
                  </a:lnTo>
                  <a:lnTo>
                    <a:pt x="3975991" y="1563791"/>
                  </a:lnTo>
                  <a:lnTo>
                    <a:pt x="3976832" y="1565166"/>
                  </a:lnTo>
                  <a:lnTo>
                    <a:pt x="3977673" y="1567151"/>
                  </a:lnTo>
                  <a:lnTo>
                    <a:pt x="3978514" y="1568520"/>
                  </a:lnTo>
                  <a:lnTo>
                    <a:pt x="3979356" y="1569932"/>
                  </a:lnTo>
                  <a:lnTo>
                    <a:pt x="3980197" y="1569694"/>
                  </a:lnTo>
                  <a:lnTo>
                    <a:pt x="3981038" y="1568975"/>
                  </a:lnTo>
                  <a:lnTo>
                    <a:pt x="3981879" y="1568678"/>
                  </a:lnTo>
                  <a:lnTo>
                    <a:pt x="3982720" y="1569229"/>
                  </a:lnTo>
                  <a:lnTo>
                    <a:pt x="3983562" y="1569516"/>
                  </a:lnTo>
                  <a:lnTo>
                    <a:pt x="3984403" y="1569949"/>
                  </a:lnTo>
                  <a:lnTo>
                    <a:pt x="3985244" y="1570356"/>
                  </a:lnTo>
                  <a:lnTo>
                    <a:pt x="3986085" y="1570650"/>
                  </a:lnTo>
                  <a:lnTo>
                    <a:pt x="3986926" y="1570155"/>
                  </a:lnTo>
                  <a:lnTo>
                    <a:pt x="3987768" y="1569656"/>
                  </a:lnTo>
                  <a:lnTo>
                    <a:pt x="3988609" y="1569115"/>
                  </a:lnTo>
                  <a:lnTo>
                    <a:pt x="3989450" y="1567986"/>
                  </a:lnTo>
                  <a:lnTo>
                    <a:pt x="3990291" y="1566929"/>
                  </a:lnTo>
                  <a:lnTo>
                    <a:pt x="3991132" y="1565025"/>
                  </a:lnTo>
                  <a:lnTo>
                    <a:pt x="3991974" y="1564303"/>
                  </a:lnTo>
                  <a:lnTo>
                    <a:pt x="3992815" y="1563286"/>
                  </a:lnTo>
                  <a:lnTo>
                    <a:pt x="3993656" y="1564596"/>
                  </a:lnTo>
                  <a:lnTo>
                    <a:pt x="3994497" y="1567864"/>
                  </a:lnTo>
                  <a:lnTo>
                    <a:pt x="3995338" y="1571535"/>
                  </a:lnTo>
                  <a:lnTo>
                    <a:pt x="3996180" y="1579558"/>
                  </a:lnTo>
                  <a:lnTo>
                    <a:pt x="3997021" y="1589917"/>
                  </a:lnTo>
                  <a:lnTo>
                    <a:pt x="3997862" y="1601779"/>
                  </a:lnTo>
                  <a:lnTo>
                    <a:pt x="3998703" y="1615041"/>
                  </a:lnTo>
                  <a:lnTo>
                    <a:pt x="3999544" y="1629176"/>
                  </a:lnTo>
                  <a:lnTo>
                    <a:pt x="4000386" y="1643000"/>
                  </a:lnTo>
                  <a:lnTo>
                    <a:pt x="4001227" y="1652626"/>
                  </a:lnTo>
                  <a:lnTo>
                    <a:pt x="4002068" y="1662641"/>
                  </a:lnTo>
                  <a:lnTo>
                    <a:pt x="4002909" y="1669318"/>
                  </a:lnTo>
                  <a:lnTo>
                    <a:pt x="4003750" y="1674114"/>
                  </a:lnTo>
                  <a:lnTo>
                    <a:pt x="4004592" y="1678179"/>
                  </a:lnTo>
                  <a:lnTo>
                    <a:pt x="4005433" y="1681751"/>
                  </a:lnTo>
                  <a:lnTo>
                    <a:pt x="4006274" y="1684585"/>
                  </a:lnTo>
                  <a:lnTo>
                    <a:pt x="4007115" y="1687134"/>
                  </a:lnTo>
                  <a:lnTo>
                    <a:pt x="4007956" y="1688853"/>
                  </a:lnTo>
                  <a:lnTo>
                    <a:pt x="4008798" y="1690020"/>
                  </a:lnTo>
                  <a:lnTo>
                    <a:pt x="4009639" y="1690744"/>
                  </a:lnTo>
                  <a:lnTo>
                    <a:pt x="4010480" y="1691024"/>
                  </a:lnTo>
                  <a:lnTo>
                    <a:pt x="4011321" y="1690715"/>
                  </a:lnTo>
                  <a:lnTo>
                    <a:pt x="4012162" y="1690442"/>
                  </a:lnTo>
                  <a:lnTo>
                    <a:pt x="4013004" y="1689579"/>
                  </a:lnTo>
                  <a:lnTo>
                    <a:pt x="4013845" y="1688730"/>
                  </a:lnTo>
                  <a:lnTo>
                    <a:pt x="4014686" y="1685425"/>
                  </a:lnTo>
                  <a:lnTo>
                    <a:pt x="4015527" y="1682868"/>
                  </a:lnTo>
                  <a:lnTo>
                    <a:pt x="4016368" y="1677763"/>
                  </a:lnTo>
                  <a:lnTo>
                    <a:pt x="4017210" y="1673349"/>
                  </a:lnTo>
                  <a:lnTo>
                    <a:pt x="4018051" y="1668282"/>
                  </a:lnTo>
                  <a:lnTo>
                    <a:pt x="4018892" y="1663823"/>
                  </a:lnTo>
                  <a:lnTo>
                    <a:pt x="4019733" y="1662140"/>
                  </a:lnTo>
                  <a:lnTo>
                    <a:pt x="4020575" y="1661448"/>
                  </a:lnTo>
                  <a:lnTo>
                    <a:pt x="4021416" y="1659600"/>
                  </a:lnTo>
                  <a:lnTo>
                    <a:pt x="4022257" y="1657997"/>
                  </a:lnTo>
                  <a:lnTo>
                    <a:pt x="4023098" y="1656150"/>
                  </a:lnTo>
                  <a:lnTo>
                    <a:pt x="4023939" y="1654232"/>
                  </a:lnTo>
                  <a:lnTo>
                    <a:pt x="4024781" y="1650894"/>
                  </a:lnTo>
                  <a:lnTo>
                    <a:pt x="4025622" y="1647069"/>
                  </a:lnTo>
                  <a:lnTo>
                    <a:pt x="4026463" y="1644622"/>
                  </a:lnTo>
                  <a:lnTo>
                    <a:pt x="4027304" y="1642179"/>
                  </a:lnTo>
                  <a:lnTo>
                    <a:pt x="4028145" y="1641125"/>
                  </a:lnTo>
                  <a:lnTo>
                    <a:pt x="4028987" y="1639575"/>
                  </a:lnTo>
                  <a:lnTo>
                    <a:pt x="4029828" y="1638897"/>
                  </a:lnTo>
                  <a:lnTo>
                    <a:pt x="4030669" y="1637747"/>
                  </a:lnTo>
                  <a:lnTo>
                    <a:pt x="4031510" y="1635987"/>
                  </a:lnTo>
                  <a:lnTo>
                    <a:pt x="4032351" y="1633079"/>
                  </a:lnTo>
                  <a:lnTo>
                    <a:pt x="4033193" y="1630144"/>
                  </a:lnTo>
                  <a:lnTo>
                    <a:pt x="4034034" y="1627045"/>
                  </a:lnTo>
                  <a:lnTo>
                    <a:pt x="4034875" y="1624728"/>
                  </a:lnTo>
                  <a:lnTo>
                    <a:pt x="4035716" y="1622211"/>
                  </a:lnTo>
                  <a:lnTo>
                    <a:pt x="4036557" y="1620226"/>
                  </a:lnTo>
                  <a:lnTo>
                    <a:pt x="4037399" y="1617938"/>
                  </a:lnTo>
                  <a:lnTo>
                    <a:pt x="4038240" y="1615545"/>
                  </a:lnTo>
                  <a:lnTo>
                    <a:pt x="4039081" y="1613189"/>
                  </a:lnTo>
                  <a:lnTo>
                    <a:pt x="4039922" y="1610235"/>
                  </a:lnTo>
                  <a:lnTo>
                    <a:pt x="4040763" y="1606843"/>
                  </a:lnTo>
                  <a:lnTo>
                    <a:pt x="4041605" y="1603212"/>
                  </a:lnTo>
                  <a:lnTo>
                    <a:pt x="4042446" y="1598645"/>
                  </a:lnTo>
                  <a:lnTo>
                    <a:pt x="4043287" y="1594227"/>
                  </a:lnTo>
                  <a:lnTo>
                    <a:pt x="4044128" y="1591554"/>
                  </a:lnTo>
                  <a:lnTo>
                    <a:pt x="4044969" y="1590123"/>
                  </a:lnTo>
                  <a:lnTo>
                    <a:pt x="4045811" y="1589081"/>
                  </a:lnTo>
                  <a:lnTo>
                    <a:pt x="4046652" y="1590146"/>
                  </a:lnTo>
                  <a:lnTo>
                    <a:pt x="4047493" y="1591126"/>
                  </a:lnTo>
                  <a:lnTo>
                    <a:pt x="4048334" y="1592207"/>
                  </a:lnTo>
                  <a:lnTo>
                    <a:pt x="4049175" y="1593240"/>
                  </a:lnTo>
                  <a:lnTo>
                    <a:pt x="4050017" y="1594959"/>
                  </a:lnTo>
                  <a:lnTo>
                    <a:pt x="4050858" y="1597614"/>
                  </a:lnTo>
                  <a:lnTo>
                    <a:pt x="4051699" y="1600492"/>
                  </a:lnTo>
                  <a:lnTo>
                    <a:pt x="4052540" y="1603632"/>
                  </a:lnTo>
                  <a:lnTo>
                    <a:pt x="4053381" y="1606514"/>
                  </a:lnTo>
                  <a:lnTo>
                    <a:pt x="4054223" y="1609069"/>
                  </a:lnTo>
                  <a:lnTo>
                    <a:pt x="4055064" y="1612454"/>
                  </a:lnTo>
                  <a:lnTo>
                    <a:pt x="4055905" y="1616167"/>
                  </a:lnTo>
                  <a:lnTo>
                    <a:pt x="4056746" y="1619637"/>
                  </a:lnTo>
                  <a:lnTo>
                    <a:pt x="4057587" y="1623019"/>
                  </a:lnTo>
                  <a:lnTo>
                    <a:pt x="4058429" y="1625736"/>
                  </a:lnTo>
                  <a:lnTo>
                    <a:pt x="4059270" y="1627807"/>
                  </a:lnTo>
                  <a:lnTo>
                    <a:pt x="4060111" y="1629845"/>
                  </a:lnTo>
                  <a:lnTo>
                    <a:pt x="4060952" y="1631388"/>
                  </a:lnTo>
                  <a:lnTo>
                    <a:pt x="4061793" y="1632987"/>
                  </a:lnTo>
                  <a:lnTo>
                    <a:pt x="4062635" y="1633721"/>
                  </a:lnTo>
                  <a:lnTo>
                    <a:pt x="4063476" y="1633947"/>
                  </a:lnTo>
                  <a:lnTo>
                    <a:pt x="4064317" y="1634176"/>
                  </a:lnTo>
                  <a:lnTo>
                    <a:pt x="4065158" y="1634268"/>
                  </a:lnTo>
                  <a:lnTo>
                    <a:pt x="4065999" y="1634509"/>
                  </a:lnTo>
                  <a:lnTo>
                    <a:pt x="4066841" y="1635288"/>
                  </a:lnTo>
                  <a:lnTo>
                    <a:pt x="4067682" y="1635439"/>
                  </a:lnTo>
                  <a:lnTo>
                    <a:pt x="4068523" y="1635375"/>
                  </a:lnTo>
                  <a:lnTo>
                    <a:pt x="4069364" y="1634426"/>
                  </a:lnTo>
                  <a:lnTo>
                    <a:pt x="4070205" y="1632864"/>
                  </a:lnTo>
                  <a:lnTo>
                    <a:pt x="4071047" y="1631712"/>
                  </a:lnTo>
                  <a:lnTo>
                    <a:pt x="4071888" y="1630663"/>
                  </a:lnTo>
                  <a:lnTo>
                    <a:pt x="4072729" y="1628673"/>
                  </a:lnTo>
                  <a:lnTo>
                    <a:pt x="4073570" y="1625707"/>
                  </a:lnTo>
                  <a:lnTo>
                    <a:pt x="4074411" y="1622713"/>
                  </a:lnTo>
                  <a:lnTo>
                    <a:pt x="4075253" y="1620235"/>
                  </a:lnTo>
                  <a:lnTo>
                    <a:pt x="4076094" y="1617607"/>
                  </a:lnTo>
                  <a:lnTo>
                    <a:pt x="4076935" y="1613989"/>
                  </a:lnTo>
                  <a:lnTo>
                    <a:pt x="4077776" y="1610784"/>
                  </a:lnTo>
                  <a:lnTo>
                    <a:pt x="4078617" y="1607526"/>
                  </a:lnTo>
                  <a:lnTo>
                    <a:pt x="4079459" y="1604238"/>
                  </a:lnTo>
                  <a:lnTo>
                    <a:pt x="4080300" y="1600619"/>
                  </a:lnTo>
                  <a:lnTo>
                    <a:pt x="4081141" y="1596861"/>
                  </a:lnTo>
                  <a:lnTo>
                    <a:pt x="4081982" y="1591625"/>
                  </a:lnTo>
                  <a:lnTo>
                    <a:pt x="4082823" y="1585420"/>
                  </a:lnTo>
                  <a:lnTo>
                    <a:pt x="4083665" y="1579356"/>
                  </a:lnTo>
                  <a:lnTo>
                    <a:pt x="4084506" y="1572073"/>
                  </a:lnTo>
                  <a:lnTo>
                    <a:pt x="4085347" y="1562181"/>
                  </a:lnTo>
                  <a:lnTo>
                    <a:pt x="4086188" y="1556419"/>
                  </a:lnTo>
                  <a:lnTo>
                    <a:pt x="4087029" y="1549880"/>
                  </a:lnTo>
                  <a:lnTo>
                    <a:pt x="4087871" y="1543378"/>
                  </a:lnTo>
                  <a:lnTo>
                    <a:pt x="4088712" y="1535651"/>
                  </a:lnTo>
                  <a:lnTo>
                    <a:pt x="4089553" y="1530391"/>
                  </a:lnTo>
                  <a:lnTo>
                    <a:pt x="4090394" y="1524119"/>
                  </a:lnTo>
                  <a:lnTo>
                    <a:pt x="4091236" y="1516867"/>
                  </a:lnTo>
                  <a:lnTo>
                    <a:pt x="4092077" y="1508120"/>
                  </a:lnTo>
                  <a:lnTo>
                    <a:pt x="4092918" y="1498277"/>
                  </a:lnTo>
                  <a:lnTo>
                    <a:pt x="4093759" y="1488317"/>
                  </a:lnTo>
                  <a:lnTo>
                    <a:pt x="4094600" y="1477531"/>
                  </a:lnTo>
                  <a:lnTo>
                    <a:pt x="4095442" y="1465625"/>
                  </a:lnTo>
                  <a:lnTo>
                    <a:pt x="4096283" y="1453320"/>
                  </a:lnTo>
                  <a:lnTo>
                    <a:pt x="4097124" y="1441329"/>
                  </a:lnTo>
                  <a:lnTo>
                    <a:pt x="4097965" y="1429598"/>
                  </a:lnTo>
                  <a:lnTo>
                    <a:pt x="4098806" y="1418206"/>
                  </a:lnTo>
                  <a:lnTo>
                    <a:pt x="4099648" y="1406855"/>
                  </a:lnTo>
                  <a:lnTo>
                    <a:pt x="4100489" y="1395563"/>
                  </a:lnTo>
                  <a:lnTo>
                    <a:pt x="4101330" y="1382412"/>
                  </a:lnTo>
                  <a:lnTo>
                    <a:pt x="4102171" y="1369652"/>
                  </a:lnTo>
                  <a:lnTo>
                    <a:pt x="4103012" y="1352537"/>
                  </a:lnTo>
                  <a:lnTo>
                    <a:pt x="4103854" y="1334783"/>
                  </a:lnTo>
                  <a:lnTo>
                    <a:pt x="4104695" y="1312746"/>
                  </a:lnTo>
                  <a:lnTo>
                    <a:pt x="4105536" y="1291370"/>
                  </a:lnTo>
                  <a:lnTo>
                    <a:pt x="4106377" y="1269394"/>
                  </a:lnTo>
                  <a:lnTo>
                    <a:pt x="4107218" y="1248163"/>
                  </a:lnTo>
                  <a:lnTo>
                    <a:pt x="4108060" y="1227942"/>
                  </a:lnTo>
                  <a:lnTo>
                    <a:pt x="4108901" y="1207538"/>
                  </a:lnTo>
                  <a:lnTo>
                    <a:pt x="4109742" y="1184993"/>
                  </a:lnTo>
                  <a:lnTo>
                    <a:pt x="4110583" y="1162143"/>
                  </a:lnTo>
                  <a:lnTo>
                    <a:pt x="4111424" y="1139241"/>
                  </a:lnTo>
                  <a:lnTo>
                    <a:pt x="4112266" y="1121770"/>
                  </a:lnTo>
                  <a:lnTo>
                    <a:pt x="4113107" y="1104530"/>
                  </a:lnTo>
                  <a:lnTo>
                    <a:pt x="4113948" y="1087277"/>
                  </a:lnTo>
                  <a:lnTo>
                    <a:pt x="4114789" y="1069924"/>
                  </a:lnTo>
                  <a:lnTo>
                    <a:pt x="4115630" y="1053047"/>
                  </a:lnTo>
                  <a:lnTo>
                    <a:pt x="4116472" y="1036123"/>
                  </a:lnTo>
                  <a:lnTo>
                    <a:pt x="4117313" y="1019693"/>
                  </a:lnTo>
                  <a:lnTo>
                    <a:pt x="4118154" y="1003751"/>
                  </a:lnTo>
                  <a:lnTo>
                    <a:pt x="4118995" y="988644"/>
                  </a:lnTo>
                  <a:lnTo>
                    <a:pt x="4119836" y="973023"/>
                  </a:lnTo>
                  <a:lnTo>
                    <a:pt x="4120678" y="956617"/>
                  </a:lnTo>
                  <a:lnTo>
                    <a:pt x="4121519" y="941658"/>
                  </a:lnTo>
                  <a:lnTo>
                    <a:pt x="4122360" y="930748"/>
                  </a:lnTo>
                  <a:lnTo>
                    <a:pt x="4123201" y="920799"/>
                  </a:lnTo>
                  <a:lnTo>
                    <a:pt x="4124042" y="910773"/>
                  </a:lnTo>
                  <a:lnTo>
                    <a:pt x="4124884" y="901658"/>
                  </a:lnTo>
                  <a:lnTo>
                    <a:pt x="4125725" y="892105"/>
                  </a:lnTo>
                  <a:lnTo>
                    <a:pt x="4126566" y="878561"/>
                  </a:lnTo>
                  <a:lnTo>
                    <a:pt x="4127407" y="865569"/>
                  </a:lnTo>
                  <a:lnTo>
                    <a:pt x="4128248" y="853263"/>
                  </a:lnTo>
                  <a:lnTo>
                    <a:pt x="4129090" y="841696"/>
                  </a:lnTo>
                  <a:lnTo>
                    <a:pt x="4129931" y="830903"/>
                  </a:lnTo>
                  <a:lnTo>
                    <a:pt x="4130772" y="820732"/>
                  </a:lnTo>
                  <a:lnTo>
                    <a:pt x="4131613" y="810717"/>
                  </a:lnTo>
                  <a:lnTo>
                    <a:pt x="4132454" y="800995"/>
                  </a:lnTo>
                  <a:lnTo>
                    <a:pt x="4133296" y="790684"/>
                  </a:lnTo>
                  <a:lnTo>
                    <a:pt x="4134137" y="779753"/>
                  </a:lnTo>
                  <a:lnTo>
                    <a:pt x="4134978" y="767405"/>
                  </a:lnTo>
                  <a:lnTo>
                    <a:pt x="4135819" y="754632"/>
                  </a:lnTo>
                  <a:lnTo>
                    <a:pt x="4136660" y="742812"/>
                  </a:lnTo>
                  <a:lnTo>
                    <a:pt x="4137502" y="730354"/>
                  </a:lnTo>
                  <a:lnTo>
                    <a:pt x="4138343" y="720032"/>
                  </a:lnTo>
                  <a:lnTo>
                    <a:pt x="4139184" y="710596"/>
                  </a:lnTo>
                  <a:lnTo>
                    <a:pt x="4140025" y="701036"/>
                  </a:lnTo>
                  <a:lnTo>
                    <a:pt x="4140866" y="690453"/>
                  </a:lnTo>
                  <a:lnTo>
                    <a:pt x="4141708" y="679231"/>
                  </a:lnTo>
                  <a:lnTo>
                    <a:pt x="4142549" y="666872"/>
                  </a:lnTo>
                  <a:lnTo>
                    <a:pt x="4143390" y="653520"/>
                  </a:lnTo>
                  <a:lnTo>
                    <a:pt x="4144231" y="639931"/>
                  </a:lnTo>
                  <a:lnTo>
                    <a:pt x="4145072" y="626815"/>
                  </a:lnTo>
                  <a:lnTo>
                    <a:pt x="4145914" y="614687"/>
                  </a:lnTo>
                  <a:lnTo>
                    <a:pt x="4146755" y="603283"/>
                  </a:lnTo>
                  <a:lnTo>
                    <a:pt x="4147596" y="592901"/>
                  </a:lnTo>
                  <a:lnTo>
                    <a:pt x="4148437" y="582859"/>
                  </a:lnTo>
                  <a:lnTo>
                    <a:pt x="4149278" y="572624"/>
                  </a:lnTo>
                  <a:lnTo>
                    <a:pt x="4150120" y="562872"/>
                  </a:lnTo>
                  <a:lnTo>
                    <a:pt x="4150961" y="547527"/>
                  </a:lnTo>
                  <a:lnTo>
                    <a:pt x="4151802" y="532461"/>
                  </a:lnTo>
                  <a:lnTo>
                    <a:pt x="4152643" y="518606"/>
                  </a:lnTo>
                  <a:lnTo>
                    <a:pt x="4153484" y="506433"/>
                  </a:lnTo>
                  <a:lnTo>
                    <a:pt x="4154326" y="495313"/>
                  </a:lnTo>
                  <a:lnTo>
                    <a:pt x="4155167" y="485099"/>
                  </a:lnTo>
                  <a:lnTo>
                    <a:pt x="4156008" y="475704"/>
                  </a:lnTo>
                  <a:lnTo>
                    <a:pt x="4156849" y="466354"/>
                  </a:lnTo>
                  <a:lnTo>
                    <a:pt x="4157690" y="458272"/>
                  </a:lnTo>
                  <a:lnTo>
                    <a:pt x="4158532" y="454291"/>
                  </a:lnTo>
                  <a:lnTo>
                    <a:pt x="4159373" y="450989"/>
                  </a:lnTo>
                  <a:lnTo>
                    <a:pt x="4160214" y="449355"/>
                  </a:lnTo>
                  <a:lnTo>
                    <a:pt x="4161055" y="446956"/>
                  </a:lnTo>
                  <a:lnTo>
                    <a:pt x="4161896" y="443889"/>
                  </a:lnTo>
                  <a:lnTo>
                    <a:pt x="4162738" y="441149"/>
                  </a:lnTo>
                  <a:lnTo>
                    <a:pt x="4163579" y="438787"/>
                  </a:lnTo>
                  <a:lnTo>
                    <a:pt x="4164420" y="436680"/>
                  </a:lnTo>
                  <a:lnTo>
                    <a:pt x="4165261" y="432624"/>
                  </a:lnTo>
                  <a:lnTo>
                    <a:pt x="4166103" y="427429"/>
                  </a:lnTo>
                  <a:lnTo>
                    <a:pt x="4166944" y="423643"/>
                  </a:lnTo>
                  <a:lnTo>
                    <a:pt x="4167785" y="419007"/>
                  </a:lnTo>
                  <a:lnTo>
                    <a:pt x="4168626" y="415352"/>
                  </a:lnTo>
                  <a:lnTo>
                    <a:pt x="4169467" y="411462"/>
                  </a:lnTo>
                  <a:lnTo>
                    <a:pt x="4170309" y="406877"/>
                  </a:lnTo>
                  <a:lnTo>
                    <a:pt x="4171150" y="401630"/>
                  </a:lnTo>
                  <a:lnTo>
                    <a:pt x="4171991" y="396571"/>
                  </a:lnTo>
                  <a:lnTo>
                    <a:pt x="4172832" y="389813"/>
                  </a:lnTo>
                  <a:lnTo>
                    <a:pt x="4173673" y="383974"/>
                  </a:lnTo>
                  <a:lnTo>
                    <a:pt x="4174515" y="380998"/>
                  </a:lnTo>
                  <a:lnTo>
                    <a:pt x="4175356" y="377852"/>
                  </a:lnTo>
                  <a:lnTo>
                    <a:pt x="4176197" y="374130"/>
                  </a:lnTo>
                  <a:lnTo>
                    <a:pt x="4177038" y="370347"/>
                  </a:lnTo>
                  <a:lnTo>
                    <a:pt x="4177879" y="367340"/>
                  </a:lnTo>
                  <a:lnTo>
                    <a:pt x="4178721" y="365038"/>
                  </a:lnTo>
                  <a:lnTo>
                    <a:pt x="4179562" y="363242"/>
                  </a:lnTo>
                  <a:lnTo>
                    <a:pt x="4180403" y="360202"/>
                  </a:lnTo>
                  <a:lnTo>
                    <a:pt x="4181244" y="357838"/>
                  </a:lnTo>
                  <a:lnTo>
                    <a:pt x="4182085" y="352745"/>
                  </a:lnTo>
                  <a:lnTo>
                    <a:pt x="4182927" y="349358"/>
                  </a:lnTo>
                  <a:lnTo>
                    <a:pt x="4183768" y="344231"/>
                  </a:lnTo>
                  <a:lnTo>
                    <a:pt x="4184609" y="340625"/>
                  </a:lnTo>
                  <a:lnTo>
                    <a:pt x="4185450" y="336963"/>
                  </a:lnTo>
                  <a:lnTo>
                    <a:pt x="4186291" y="333267"/>
                  </a:lnTo>
                  <a:lnTo>
                    <a:pt x="4187133" y="328610"/>
                  </a:lnTo>
                  <a:lnTo>
                    <a:pt x="4187974" y="321733"/>
                  </a:lnTo>
                  <a:lnTo>
                    <a:pt x="4188815" y="313669"/>
                  </a:lnTo>
                  <a:lnTo>
                    <a:pt x="4189656" y="301169"/>
                  </a:lnTo>
                  <a:lnTo>
                    <a:pt x="4190497" y="291130"/>
                  </a:lnTo>
                  <a:lnTo>
                    <a:pt x="4191339" y="280555"/>
                  </a:lnTo>
                  <a:lnTo>
                    <a:pt x="4192180" y="270094"/>
                  </a:lnTo>
                  <a:lnTo>
                    <a:pt x="4193021" y="260907"/>
                  </a:lnTo>
                  <a:lnTo>
                    <a:pt x="4193862" y="252410"/>
                  </a:lnTo>
                  <a:lnTo>
                    <a:pt x="4194703" y="243780"/>
                  </a:lnTo>
                  <a:lnTo>
                    <a:pt x="4195545" y="235386"/>
                  </a:lnTo>
                  <a:lnTo>
                    <a:pt x="4196386" y="226879"/>
                  </a:lnTo>
                  <a:lnTo>
                    <a:pt x="4197227" y="219125"/>
                  </a:lnTo>
                  <a:lnTo>
                    <a:pt x="4198068" y="211275"/>
                  </a:lnTo>
                  <a:lnTo>
                    <a:pt x="4198909" y="204186"/>
                  </a:lnTo>
                  <a:lnTo>
                    <a:pt x="4199751" y="197241"/>
                  </a:lnTo>
                  <a:lnTo>
                    <a:pt x="4200592" y="194244"/>
                  </a:lnTo>
                  <a:lnTo>
                    <a:pt x="4201433" y="193176"/>
                  </a:lnTo>
                  <a:lnTo>
                    <a:pt x="4202274" y="191629"/>
                  </a:lnTo>
                  <a:lnTo>
                    <a:pt x="4203115" y="189907"/>
                  </a:lnTo>
                  <a:lnTo>
                    <a:pt x="4203957" y="188362"/>
                  </a:lnTo>
                  <a:lnTo>
                    <a:pt x="4204798" y="186133"/>
                  </a:lnTo>
                  <a:lnTo>
                    <a:pt x="4205639" y="182021"/>
                  </a:lnTo>
                  <a:lnTo>
                    <a:pt x="4206480" y="177415"/>
                  </a:lnTo>
                  <a:lnTo>
                    <a:pt x="4207321" y="174381"/>
                  </a:lnTo>
                  <a:lnTo>
                    <a:pt x="4208163" y="171428"/>
                  </a:lnTo>
                  <a:lnTo>
                    <a:pt x="4209004" y="168345"/>
                  </a:lnTo>
                  <a:lnTo>
                    <a:pt x="4209845" y="164961"/>
                  </a:lnTo>
                  <a:lnTo>
                    <a:pt x="4210686" y="162404"/>
                  </a:lnTo>
                  <a:lnTo>
                    <a:pt x="4211527" y="160091"/>
                  </a:lnTo>
                  <a:lnTo>
                    <a:pt x="4212369" y="156754"/>
                  </a:lnTo>
                  <a:lnTo>
                    <a:pt x="4213210" y="151053"/>
                  </a:lnTo>
                  <a:lnTo>
                    <a:pt x="4214051" y="145295"/>
                  </a:lnTo>
                  <a:lnTo>
                    <a:pt x="4214892" y="135863"/>
                  </a:lnTo>
                  <a:lnTo>
                    <a:pt x="4215733" y="126937"/>
                  </a:lnTo>
                  <a:lnTo>
                    <a:pt x="4216575" y="118835"/>
                  </a:lnTo>
                  <a:lnTo>
                    <a:pt x="4217416" y="110500"/>
                  </a:lnTo>
                  <a:lnTo>
                    <a:pt x="4218257" y="101461"/>
                  </a:lnTo>
                  <a:lnTo>
                    <a:pt x="4219098" y="92794"/>
                  </a:lnTo>
                  <a:lnTo>
                    <a:pt x="4219939" y="84421"/>
                  </a:lnTo>
                  <a:lnTo>
                    <a:pt x="4220781" y="72212"/>
                  </a:lnTo>
                  <a:lnTo>
                    <a:pt x="4221622" y="61330"/>
                  </a:lnTo>
                  <a:lnTo>
                    <a:pt x="4222463" y="51980"/>
                  </a:lnTo>
                  <a:lnTo>
                    <a:pt x="4223304" y="43568"/>
                  </a:lnTo>
                  <a:lnTo>
                    <a:pt x="4224145" y="35147"/>
                  </a:lnTo>
                  <a:lnTo>
                    <a:pt x="4224987" y="27534"/>
                  </a:lnTo>
                  <a:lnTo>
                    <a:pt x="4225828" y="20634"/>
                  </a:lnTo>
                  <a:lnTo>
                    <a:pt x="4226669" y="14336"/>
                  </a:lnTo>
                  <a:lnTo>
                    <a:pt x="4227510" y="9011"/>
                  </a:lnTo>
                  <a:lnTo>
                    <a:pt x="4228351" y="4776"/>
                  </a:lnTo>
                  <a:lnTo>
                    <a:pt x="4229193" y="1346"/>
                  </a:lnTo>
                  <a:lnTo>
                    <a:pt x="4230034" y="0"/>
                  </a:lnTo>
                  <a:lnTo>
                    <a:pt x="4230875" y="944"/>
                  </a:lnTo>
                  <a:lnTo>
                    <a:pt x="4231716" y="2840"/>
                  </a:lnTo>
                  <a:lnTo>
                    <a:pt x="4232557" y="5552"/>
                  </a:lnTo>
                  <a:lnTo>
                    <a:pt x="4233399" y="8789"/>
                  </a:lnTo>
                  <a:lnTo>
                    <a:pt x="4234240" y="12341"/>
                  </a:lnTo>
                  <a:lnTo>
                    <a:pt x="4235081" y="16035"/>
                  </a:lnTo>
                  <a:lnTo>
                    <a:pt x="4235922" y="20066"/>
                  </a:lnTo>
                  <a:lnTo>
                    <a:pt x="4236764" y="24990"/>
                  </a:lnTo>
                  <a:lnTo>
                    <a:pt x="4237605" y="30404"/>
                  </a:lnTo>
                  <a:lnTo>
                    <a:pt x="4238446" y="36631"/>
                  </a:lnTo>
                  <a:lnTo>
                    <a:pt x="4239287" y="43182"/>
                  </a:lnTo>
                  <a:lnTo>
                    <a:pt x="4240128" y="49434"/>
                  </a:lnTo>
                  <a:lnTo>
                    <a:pt x="4240970" y="56552"/>
                  </a:lnTo>
                  <a:lnTo>
                    <a:pt x="4241811" y="64641"/>
                  </a:lnTo>
                  <a:lnTo>
                    <a:pt x="4242652" y="73259"/>
                  </a:lnTo>
                  <a:lnTo>
                    <a:pt x="4243493" y="81703"/>
                  </a:lnTo>
                  <a:lnTo>
                    <a:pt x="4244334" y="90128"/>
                  </a:lnTo>
                  <a:lnTo>
                    <a:pt x="4245176" y="99382"/>
                  </a:lnTo>
                  <a:lnTo>
                    <a:pt x="4246017" y="108504"/>
                  </a:lnTo>
                  <a:lnTo>
                    <a:pt x="4246858" y="117289"/>
                  </a:lnTo>
                  <a:lnTo>
                    <a:pt x="4247699" y="125602"/>
                  </a:lnTo>
                  <a:lnTo>
                    <a:pt x="4248540" y="133877"/>
                  </a:lnTo>
                  <a:lnTo>
                    <a:pt x="4249382" y="141595"/>
                  </a:lnTo>
                  <a:lnTo>
                    <a:pt x="4250223" y="150124"/>
                  </a:lnTo>
                  <a:lnTo>
                    <a:pt x="4251064" y="159228"/>
                  </a:lnTo>
                  <a:lnTo>
                    <a:pt x="4251905" y="168311"/>
                  </a:lnTo>
                  <a:lnTo>
                    <a:pt x="4252746" y="177979"/>
                  </a:lnTo>
                  <a:lnTo>
                    <a:pt x="4253588" y="189987"/>
                  </a:lnTo>
                  <a:lnTo>
                    <a:pt x="4254429" y="196853"/>
                  </a:lnTo>
                  <a:lnTo>
                    <a:pt x="4255270" y="203072"/>
                  </a:lnTo>
                  <a:lnTo>
                    <a:pt x="4256111" y="209019"/>
                  </a:lnTo>
                  <a:lnTo>
                    <a:pt x="4256952" y="214772"/>
                  </a:lnTo>
                  <a:lnTo>
                    <a:pt x="4257794" y="218243"/>
                  </a:lnTo>
                  <a:lnTo>
                    <a:pt x="4258635" y="221888"/>
                  </a:lnTo>
                  <a:lnTo>
                    <a:pt x="4259476" y="225951"/>
                  </a:lnTo>
                  <a:lnTo>
                    <a:pt x="4260317" y="230532"/>
                  </a:lnTo>
                  <a:lnTo>
                    <a:pt x="4261158" y="235647"/>
                  </a:lnTo>
                  <a:lnTo>
                    <a:pt x="4262000" y="240621"/>
                  </a:lnTo>
                  <a:lnTo>
                    <a:pt x="4262841" y="246542"/>
                  </a:lnTo>
                  <a:lnTo>
                    <a:pt x="4263682" y="253162"/>
                  </a:lnTo>
                  <a:lnTo>
                    <a:pt x="4264523" y="259427"/>
                  </a:lnTo>
                  <a:lnTo>
                    <a:pt x="4265364" y="264591"/>
                  </a:lnTo>
                  <a:lnTo>
                    <a:pt x="4266206" y="270635"/>
                  </a:lnTo>
                  <a:lnTo>
                    <a:pt x="4267047" y="276550"/>
                  </a:lnTo>
                  <a:lnTo>
                    <a:pt x="4267888" y="283472"/>
                  </a:lnTo>
                  <a:lnTo>
                    <a:pt x="4268729" y="290289"/>
                  </a:lnTo>
                  <a:lnTo>
                    <a:pt x="4269570" y="299757"/>
                  </a:lnTo>
                  <a:lnTo>
                    <a:pt x="4270412" y="309113"/>
                  </a:lnTo>
                  <a:lnTo>
                    <a:pt x="4271253" y="323008"/>
                  </a:lnTo>
                  <a:lnTo>
                    <a:pt x="4272094" y="338081"/>
                  </a:lnTo>
                  <a:lnTo>
                    <a:pt x="4272935" y="357930"/>
                  </a:lnTo>
                  <a:lnTo>
                    <a:pt x="4273776" y="377239"/>
                  </a:lnTo>
                  <a:lnTo>
                    <a:pt x="4274618" y="397073"/>
                  </a:lnTo>
                  <a:lnTo>
                    <a:pt x="4275459" y="415220"/>
                  </a:lnTo>
                  <a:lnTo>
                    <a:pt x="4276300" y="431347"/>
                  </a:lnTo>
                  <a:lnTo>
                    <a:pt x="4277141" y="447011"/>
                  </a:lnTo>
                  <a:lnTo>
                    <a:pt x="4277982" y="464535"/>
                  </a:lnTo>
                  <a:lnTo>
                    <a:pt x="4278824" y="481923"/>
                  </a:lnTo>
                  <a:lnTo>
                    <a:pt x="4279665" y="498710"/>
                  </a:lnTo>
                  <a:lnTo>
                    <a:pt x="4280506" y="509731"/>
                  </a:lnTo>
                  <a:lnTo>
                    <a:pt x="4281347" y="522172"/>
                  </a:lnTo>
                  <a:lnTo>
                    <a:pt x="4282188" y="534083"/>
                  </a:lnTo>
                  <a:lnTo>
                    <a:pt x="4283030" y="545588"/>
                  </a:lnTo>
                  <a:lnTo>
                    <a:pt x="4283871" y="557981"/>
                  </a:lnTo>
                  <a:lnTo>
                    <a:pt x="4284712" y="570701"/>
                  </a:lnTo>
                  <a:lnTo>
                    <a:pt x="4285553" y="582742"/>
                  </a:lnTo>
                  <a:lnTo>
                    <a:pt x="4286394" y="595024"/>
                  </a:lnTo>
                  <a:lnTo>
                    <a:pt x="4287236" y="606531"/>
                  </a:lnTo>
                  <a:lnTo>
                    <a:pt x="4288077" y="618637"/>
                  </a:lnTo>
                  <a:lnTo>
                    <a:pt x="4288918" y="631818"/>
                  </a:lnTo>
                  <a:lnTo>
                    <a:pt x="4289759" y="644734"/>
                  </a:lnTo>
                  <a:lnTo>
                    <a:pt x="4290600" y="652920"/>
                  </a:lnTo>
                  <a:lnTo>
                    <a:pt x="4291442" y="660565"/>
                  </a:lnTo>
                  <a:lnTo>
                    <a:pt x="4292283" y="668080"/>
                  </a:lnTo>
                  <a:lnTo>
                    <a:pt x="4293124" y="675455"/>
                  </a:lnTo>
                  <a:lnTo>
                    <a:pt x="4293965" y="682586"/>
                  </a:lnTo>
                  <a:lnTo>
                    <a:pt x="4294806" y="693566"/>
                  </a:lnTo>
                  <a:lnTo>
                    <a:pt x="4295648" y="704041"/>
                  </a:lnTo>
                  <a:lnTo>
                    <a:pt x="4296489" y="713764"/>
                  </a:lnTo>
                  <a:lnTo>
                    <a:pt x="4297330" y="723362"/>
                  </a:lnTo>
                  <a:lnTo>
                    <a:pt x="4298171" y="730908"/>
                  </a:lnTo>
                  <a:lnTo>
                    <a:pt x="4299012" y="735888"/>
                  </a:lnTo>
                  <a:lnTo>
                    <a:pt x="4299854" y="741002"/>
                  </a:lnTo>
                  <a:lnTo>
                    <a:pt x="4300695" y="746032"/>
                  </a:lnTo>
                  <a:lnTo>
                    <a:pt x="4301536" y="750315"/>
                  </a:lnTo>
                  <a:lnTo>
                    <a:pt x="4302377" y="754675"/>
                  </a:lnTo>
                  <a:lnTo>
                    <a:pt x="4303218" y="760561"/>
                  </a:lnTo>
                  <a:lnTo>
                    <a:pt x="4304060" y="767197"/>
                  </a:lnTo>
                  <a:lnTo>
                    <a:pt x="4304901" y="773496"/>
                  </a:lnTo>
                  <a:lnTo>
                    <a:pt x="4305742" y="780098"/>
                  </a:lnTo>
                  <a:lnTo>
                    <a:pt x="4306583" y="786268"/>
                  </a:lnTo>
                  <a:lnTo>
                    <a:pt x="4307425" y="791567"/>
                  </a:lnTo>
                  <a:lnTo>
                    <a:pt x="4308266" y="798716"/>
                  </a:lnTo>
                  <a:lnTo>
                    <a:pt x="4309107" y="806770"/>
                  </a:lnTo>
                  <a:lnTo>
                    <a:pt x="4309948" y="817907"/>
                  </a:lnTo>
                  <a:lnTo>
                    <a:pt x="4310789" y="829539"/>
                  </a:lnTo>
                  <a:lnTo>
                    <a:pt x="4311631" y="841992"/>
                  </a:lnTo>
                  <a:lnTo>
                    <a:pt x="4312472" y="855049"/>
                  </a:lnTo>
                  <a:lnTo>
                    <a:pt x="4313313" y="867802"/>
                  </a:lnTo>
                  <a:lnTo>
                    <a:pt x="4314154" y="880151"/>
                  </a:lnTo>
                  <a:lnTo>
                    <a:pt x="4314995" y="891674"/>
                  </a:lnTo>
                  <a:lnTo>
                    <a:pt x="4315837" y="902307"/>
                  </a:lnTo>
                  <a:lnTo>
                    <a:pt x="4316678" y="912639"/>
                  </a:lnTo>
                  <a:lnTo>
                    <a:pt x="4317519" y="923185"/>
                  </a:lnTo>
                  <a:lnTo>
                    <a:pt x="4318360" y="933553"/>
                  </a:lnTo>
                  <a:lnTo>
                    <a:pt x="4319201" y="949414"/>
                  </a:lnTo>
                  <a:lnTo>
                    <a:pt x="4320043" y="965352"/>
                  </a:lnTo>
                  <a:lnTo>
                    <a:pt x="4320884" y="980270"/>
                  </a:lnTo>
                  <a:lnTo>
                    <a:pt x="4321725" y="994060"/>
                  </a:lnTo>
                  <a:lnTo>
                    <a:pt x="4322566" y="1006891"/>
                  </a:lnTo>
                  <a:lnTo>
                    <a:pt x="4323407" y="1018939"/>
                  </a:lnTo>
                  <a:lnTo>
                    <a:pt x="4324249" y="1031035"/>
                  </a:lnTo>
                  <a:lnTo>
                    <a:pt x="4325090" y="1042881"/>
                  </a:lnTo>
                  <a:lnTo>
                    <a:pt x="4325931" y="1053590"/>
                  </a:lnTo>
                  <a:lnTo>
                    <a:pt x="4326772" y="1059348"/>
                  </a:lnTo>
                  <a:lnTo>
                    <a:pt x="4327613" y="1064410"/>
                  </a:lnTo>
                  <a:lnTo>
                    <a:pt x="4328455" y="1068050"/>
                  </a:lnTo>
                  <a:lnTo>
                    <a:pt x="4329296" y="1072156"/>
                  </a:lnTo>
                  <a:lnTo>
                    <a:pt x="4330137" y="1076644"/>
                  </a:lnTo>
                  <a:lnTo>
                    <a:pt x="4330978" y="1081079"/>
                  </a:lnTo>
                  <a:lnTo>
                    <a:pt x="4331819" y="1084942"/>
                  </a:lnTo>
                  <a:lnTo>
                    <a:pt x="4332661" y="1089139"/>
                  </a:lnTo>
                  <a:lnTo>
                    <a:pt x="4333502" y="1094300"/>
                  </a:lnTo>
                  <a:lnTo>
                    <a:pt x="4334343" y="1100107"/>
                  </a:lnTo>
                  <a:lnTo>
                    <a:pt x="4335184" y="1103176"/>
                  </a:lnTo>
                  <a:lnTo>
                    <a:pt x="4336025" y="1107004"/>
                  </a:lnTo>
                  <a:lnTo>
                    <a:pt x="4336867" y="1109551"/>
                  </a:lnTo>
                  <a:lnTo>
                    <a:pt x="4337708" y="1110451"/>
                  </a:lnTo>
                  <a:lnTo>
                    <a:pt x="4338549" y="1111310"/>
                  </a:lnTo>
                  <a:lnTo>
                    <a:pt x="4339390" y="1112422"/>
                  </a:lnTo>
                  <a:lnTo>
                    <a:pt x="4340231" y="1109702"/>
                  </a:lnTo>
                  <a:lnTo>
                    <a:pt x="4341073" y="1108806"/>
                  </a:lnTo>
                  <a:lnTo>
                    <a:pt x="4341914" y="1107291"/>
                  </a:lnTo>
                  <a:lnTo>
                    <a:pt x="4342755" y="1098730"/>
                  </a:lnTo>
                  <a:lnTo>
                    <a:pt x="4343596" y="1089457"/>
                  </a:lnTo>
                  <a:lnTo>
                    <a:pt x="4344437" y="1080122"/>
                  </a:lnTo>
                  <a:lnTo>
                    <a:pt x="4345279" y="1070520"/>
                  </a:lnTo>
                  <a:lnTo>
                    <a:pt x="4346120" y="1064344"/>
                  </a:lnTo>
                  <a:lnTo>
                    <a:pt x="4346961" y="1057395"/>
                  </a:lnTo>
                  <a:lnTo>
                    <a:pt x="4347802" y="1049912"/>
                  </a:lnTo>
                  <a:lnTo>
                    <a:pt x="4348643" y="1043123"/>
                  </a:lnTo>
                  <a:lnTo>
                    <a:pt x="4349485" y="1036003"/>
                  </a:lnTo>
                  <a:lnTo>
                    <a:pt x="4350326" y="1031355"/>
                  </a:lnTo>
                  <a:lnTo>
                    <a:pt x="4351167" y="1027205"/>
                  </a:lnTo>
                  <a:lnTo>
                    <a:pt x="4352008" y="1027654"/>
                  </a:lnTo>
                  <a:lnTo>
                    <a:pt x="4352849" y="1028527"/>
                  </a:lnTo>
                  <a:lnTo>
                    <a:pt x="4353691" y="1028565"/>
                  </a:lnTo>
                  <a:lnTo>
                    <a:pt x="4354532" y="1027946"/>
                  </a:lnTo>
                  <a:lnTo>
                    <a:pt x="4355373" y="1027624"/>
                  </a:lnTo>
                  <a:lnTo>
                    <a:pt x="4356214" y="1027904"/>
                  </a:lnTo>
                  <a:lnTo>
                    <a:pt x="4357055" y="1028534"/>
                  </a:lnTo>
                  <a:lnTo>
                    <a:pt x="4357897" y="1034105"/>
                  </a:lnTo>
                  <a:lnTo>
                    <a:pt x="4358738" y="1037461"/>
                  </a:lnTo>
                  <a:lnTo>
                    <a:pt x="4359579" y="1042185"/>
                  </a:lnTo>
                  <a:lnTo>
                    <a:pt x="4360420" y="1044024"/>
                  </a:lnTo>
                  <a:lnTo>
                    <a:pt x="4361261" y="1046691"/>
                  </a:lnTo>
                  <a:lnTo>
                    <a:pt x="4362103" y="1049126"/>
                  </a:lnTo>
                  <a:lnTo>
                    <a:pt x="4362944" y="1051190"/>
                  </a:lnTo>
                  <a:lnTo>
                    <a:pt x="4363785" y="1053709"/>
                  </a:lnTo>
                  <a:lnTo>
                    <a:pt x="4364626" y="1056024"/>
                  </a:lnTo>
                  <a:lnTo>
                    <a:pt x="4365467" y="1058181"/>
                  </a:lnTo>
                  <a:lnTo>
                    <a:pt x="4366309" y="1056207"/>
                  </a:lnTo>
                  <a:lnTo>
                    <a:pt x="4367150" y="1054827"/>
                  </a:lnTo>
                  <a:lnTo>
                    <a:pt x="4367991" y="1054389"/>
                  </a:lnTo>
                  <a:lnTo>
                    <a:pt x="4368832" y="1054629"/>
                  </a:lnTo>
                  <a:lnTo>
                    <a:pt x="4369673" y="1053131"/>
                  </a:lnTo>
                  <a:lnTo>
                    <a:pt x="4370515" y="1052481"/>
                  </a:lnTo>
                  <a:lnTo>
                    <a:pt x="4371356" y="1051191"/>
                  </a:lnTo>
                  <a:lnTo>
                    <a:pt x="4372197" y="1049248"/>
                  </a:lnTo>
                  <a:lnTo>
                    <a:pt x="4373038" y="1047405"/>
                  </a:lnTo>
                  <a:lnTo>
                    <a:pt x="4373879" y="1050077"/>
                  </a:lnTo>
                  <a:lnTo>
                    <a:pt x="4374721" y="1053575"/>
                  </a:lnTo>
                  <a:lnTo>
                    <a:pt x="4375562" y="1055792"/>
                  </a:lnTo>
                  <a:lnTo>
                    <a:pt x="4376403" y="1058643"/>
                  </a:lnTo>
                  <a:lnTo>
                    <a:pt x="4377244" y="1062254"/>
                  </a:lnTo>
                  <a:lnTo>
                    <a:pt x="4378086" y="1066430"/>
                  </a:lnTo>
                  <a:lnTo>
                    <a:pt x="4378927" y="1070900"/>
                  </a:lnTo>
                  <a:lnTo>
                    <a:pt x="4379768" y="1075569"/>
                  </a:lnTo>
                  <a:lnTo>
                    <a:pt x="4380609" y="1080207"/>
                  </a:lnTo>
                  <a:lnTo>
                    <a:pt x="4381450" y="1087010"/>
                  </a:lnTo>
                  <a:lnTo>
                    <a:pt x="4382292" y="1094614"/>
                  </a:lnTo>
                  <a:lnTo>
                    <a:pt x="4383133" y="1104781"/>
                  </a:lnTo>
                  <a:lnTo>
                    <a:pt x="4383974" y="1113884"/>
                  </a:lnTo>
                  <a:lnTo>
                    <a:pt x="4384815" y="1123668"/>
                  </a:lnTo>
                  <a:lnTo>
                    <a:pt x="4385656" y="1134425"/>
                  </a:lnTo>
                  <a:lnTo>
                    <a:pt x="4386498" y="1145788"/>
                  </a:lnTo>
                  <a:lnTo>
                    <a:pt x="4387339" y="1157073"/>
                  </a:lnTo>
                  <a:lnTo>
                    <a:pt x="4388180" y="1168361"/>
                  </a:lnTo>
                  <a:lnTo>
                    <a:pt x="4389021" y="1182875"/>
                  </a:lnTo>
                  <a:lnTo>
                    <a:pt x="4389862" y="1193274"/>
                  </a:lnTo>
                  <a:lnTo>
                    <a:pt x="4390704" y="1204017"/>
                  </a:lnTo>
                  <a:lnTo>
                    <a:pt x="4391545" y="1213839"/>
                  </a:lnTo>
                  <a:lnTo>
                    <a:pt x="4392386" y="1222833"/>
                  </a:lnTo>
                  <a:lnTo>
                    <a:pt x="4393227" y="1232263"/>
                  </a:lnTo>
                  <a:lnTo>
                    <a:pt x="4394068" y="1240430"/>
                  </a:lnTo>
                  <a:lnTo>
                    <a:pt x="4394910" y="1247508"/>
                  </a:lnTo>
                  <a:lnTo>
                    <a:pt x="4395751" y="1254025"/>
                  </a:lnTo>
                  <a:lnTo>
                    <a:pt x="4396592" y="1258716"/>
                  </a:lnTo>
                  <a:lnTo>
                    <a:pt x="4397433" y="1261419"/>
                  </a:lnTo>
                  <a:lnTo>
                    <a:pt x="4398274" y="1261189"/>
                  </a:lnTo>
                  <a:lnTo>
                    <a:pt x="4399116" y="1258547"/>
                  </a:lnTo>
                  <a:lnTo>
                    <a:pt x="4399957" y="1255093"/>
                  </a:lnTo>
                  <a:lnTo>
                    <a:pt x="4400798" y="1250193"/>
                  </a:lnTo>
                  <a:lnTo>
                    <a:pt x="4401639" y="1245052"/>
                  </a:lnTo>
                  <a:lnTo>
                    <a:pt x="4402480" y="1238965"/>
                  </a:lnTo>
                  <a:lnTo>
                    <a:pt x="4403322" y="1231382"/>
                  </a:lnTo>
                  <a:lnTo>
                    <a:pt x="4404163" y="1223648"/>
                  </a:lnTo>
                  <a:lnTo>
                    <a:pt x="4405004" y="1214882"/>
                  </a:lnTo>
                  <a:lnTo>
                    <a:pt x="4405845" y="1205732"/>
                  </a:lnTo>
                  <a:lnTo>
                    <a:pt x="4406686" y="1195988"/>
                  </a:lnTo>
                  <a:lnTo>
                    <a:pt x="4407528" y="1185863"/>
                  </a:lnTo>
                  <a:lnTo>
                    <a:pt x="4408369" y="1176056"/>
                  </a:lnTo>
                  <a:lnTo>
                    <a:pt x="4409210" y="1166712"/>
                  </a:lnTo>
                  <a:lnTo>
                    <a:pt x="4410051" y="1157070"/>
                  </a:lnTo>
                  <a:lnTo>
                    <a:pt x="4410892" y="1147421"/>
                  </a:lnTo>
                  <a:lnTo>
                    <a:pt x="4411734" y="1137943"/>
                  </a:lnTo>
                  <a:lnTo>
                    <a:pt x="4412575" y="1126092"/>
                  </a:lnTo>
                  <a:lnTo>
                    <a:pt x="4413416" y="1114094"/>
                  </a:lnTo>
                  <a:lnTo>
                    <a:pt x="4414257" y="1102405"/>
                  </a:lnTo>
                  <a:lnTo>
                    <a:pt x="4415098" y="1091464"/>
                  </a:lnTo>
                  <a:lnTo>
                    <a:pt x="4415940" y="1082794"/>
                  </a:lnTo>
                  <a:lnTo>
                    <a:pt x="4416781" y="1075413"/>
                  </a:lnTo>
                  <a:lnTo>
                    <a:pt x="4417622" y="1068034"/>
                  </a:lnTo>
                  <a:lnTo>
                    <a:pt x="4418463" y="1061389"/>
                  </a:lnTo>
                  <a:lnTo>
                    <a:pt x="4419304" y="1056799"/>
                  </a:lnTo>
                  <a:lnTo>
                    <a:pt x="4420146" y="1051617"/>
                  </a:lnTo>
                  <a:lnTo>
                    <a:pt x="4420987" y="1046302"/>
                  </a:lnTo>
                  <a:lnTo>
                    <a:pt x="4421828" y="1041274"/>
                  </a:lnTo>
                  <a:lnTo>
                    <a:pt x="4422669" y="1037415"/>
                  </a:lnTo>
                  <a:lnTo>
                    <a:pt x="4423510" y="1034393"/>
                  </a:lnTo>
                  <a:lnTo>
                    <a:pt x="4424352" y="1032003"/>
                  </a:lnTo>
                  <a:lnTo>
                    <a:pt x="4425193" y="1030518"/>
                  </a:lnTo>
                  <a:lnTo>
                    <a:pt x="4426034" y="1029654"/>
                  </a:lnTo>
                  <a:lnTo>
                    <a:pt x="4426875" y="1029270"/>
                  </a:lnTo>
                  <a:lnTo>
                    <a:pt x="4427716" y="1029399"/>
                  </a:lnTo>
                  <a:lnTo>
                    <a:pt x="4428558" y="1028389"/>
                  </a:lnTo>
                  <a:lnTo>
                    <a:pt x="4429399" y="1027443"/>
                  </a:lnTo>
                  <a:lnTo>
                    <a:pt x="4430240" y="1026297"/>
                  </a:lnTo>
                  <a:lnTo>
                    <a:pt x="4431081" y="1024869"/>
                  </a:lnTo>
                  <a:lnTo>
                    <a:pt x="4431922" y="1023282"/>
                  </a:lnTo>
                  <a:lnTo>
                    <a:pt x="4432764" y="1022647"/>
                  </a:lnTo>
                  <a:lnTo>
                    <a:pt x="4433605" y="1021602"/>
                  </a:lnTo>
                  <a:lnTo>
                    <a:pt x="4434446" y="1018840"/>
                  </a:lnTo>
                  <a:lnTo>
                    <a:pt x="4435287" y="1013918"/>
                  </a:lnTo>
                  <a:lnTo>
                    <a:pt x="4436128" y="1009802"/>
                  </a:lnTo>
                  <a:lnTo>
                    <a:pt x="4436970" y="1005847"/>
                  </a:lnTo>
                  <a:lnTo>
                    <a:pt x="4437811" y="1002219"/>
                  </a:lnTo>
                  <a:lnTo>
                    <a:pt x="4438652" y="998109"/>
                  </a:lnTo>
                  <a:lnTo>
                    <a:pt x="4439493" y="993544"/>
                  </a:lnTo>
                  <a:lnTo>
                    <a:pt x="4440334" y="988713"/>
                  </a:lnTo>
                  <a:lnTo>
                    <a:pt x="4441176" y="983022"/>
                  </a:lnTo>
                  <a:lnTo>
                    <a:pt x="4442017" y="976986"/>
                  </a:lnTo>
                  <a:lnTo>
                    <a:pt x="4442858" y="970854"/>
                  </a:lnTo>
                  <a:lnTo>
                    <a:pt x="4443699" y="964637"/>
                  </a:lnTo>
                  <a:lnTo>
                    <a:pt x="4444540" y="959007"/>
                  </a:lnTo>
                  <a:lnTo>
                    <a:pt x="4445382" y="953520"/>
                  </a:lnTo>
                  <a:lnTo>
                    <a:pt x="4446223" y="947637"/>
                  </a:lnTo>
                  <a:lnTo>
                    <a:pt x="4447064" y="942474"/>
                  </a:lnTo>
                  <a:lnTo>
                    <a:pt x="4447905" y="938325"/>
                  </a:lnTo>
                  <a:lnTo>
                    <a:pt x="4448747" y="934547"/>
                  </a:lnTo>
                  <a:lnTo>
                    <a:pt x="4449588" y="926060"/>
                  </a:lnTo>
                  <a:lnTo>
                    <a:pt x="4450429" y="921527"/>
                  </a:lnTo>
                  <a:lnTo>
                    <a:pt x="4451270" y="918285"/>
                  </a:lnTo>
                  <a:lnTo>
                    <a:pt x="4452111" y="914324"/>
                  </a:lnTo>
                  <a:lnTo>
                    <a:pt x="4452953" y="909132"/>
                  </a:lnTo>
                  <a:lnTo>
                    <a:pt x="4453794" y="905255"/>
                  </a:lnTo>
                  <a:lnTo>
                    <a:pt x="4454635" y="901363"/>
                  </a:lnTo>
                  <a:lnTo>
                    <a:pt x="4455476" y="898343"/>
                  </a:lnTo>
                  <a:lnTo>
                    <a:pt x="4456317" y="895212"/>
                  </a:lnTo>
                  <a:lnTo>
                    <a:pt x="4457159" y="892346"/>
                  </a:lnTo>
                  <a:lnTo>
                    <a:pt x="4458000" y="889017"/>
                  </a:lnTo>
                  <a:lnTo>
                    <a:pt x="4458841" y="886186"/>
                  </a:lnTo>
                  <a:lnTo>
                    <a:pt x="4459682" y="883301"/>
                  </a:lnTo>
                  <a:lnTo>
                    <a:pt x="4460523" y="880428"/>
                  </a:lnTo>
                  <a:lnTo>
                    <a:pt x="4461365" y="878386"/>
                  </a:lnTo>
                  <a:lnTo>
                    <a:pt x="4462206" y="877036"/>
                  </a:lnTo>
                  <a:lnTo>
                    <a:pt x="4463047" y="875019"/>
                  </a:lnTo>
                  <a:lnTo>
                    <a:pt x="4463888" y="873462"/>
                  </a:lnTo>
                  <a:lnTo>
                    <a:pt x="4464729" y="872475"/>
                  </a:lnTo>
                  <a:lnTo>
                    <a:pt x="4465571" y="871398"/>
                  </a:lnTo>
                  <a:lnTo>
                    <a:pt x="4466412" y="871751"/>
                  </a:lnTo>
                  <a:lnTo>
                    <a:pt x="4467253" y="874154"/>
                  </a:lnTo>
                  <a:lnTo>
                    <a:pt x="4468094" y="876509"/>
                  </a:lnTo>
                  <a:lnTo>
                    <a:pt x="4468935" y="879035"/>
                  </a:lnTo>
                  <a:lnTo>
                    <a:pt x="4469777" y="883144"/>
                  </a:lnTo>
                  <a:lnTo>
                    <a:pt x="4470618" y="888241"/>
                  </a:lnTo>
                  <a:lnTo>
                    <a:pt x="4471459" y="893427"/>
                  </a:lnTo>
                  <a:lnTo>
                    <a:pt x="4472300" y="897931"/>
                  </a:lnTo>
                  <a:lnTo>
                    <a:pt x="4473141" y="902681"/>
                  </a:lnTo>
                  <a:lnTo>
                    <a:pt x="4473983" y="907635"/>
                  </a:lnTo>
                  <a:lnTo>
                    <a:pt x="4474824" y="911354"/>
                  </a:lnTo>
                  <a:lnTo>
                    <a:pt x="4475665" y="915556"/>
                  </a:lnTo>
                  <a:lnTo>
                    <a:pt x="4476506" y="918495"/>
                  </a:lnTo>
                  <a:lnTo>
                    <a:pt x="4477347" y="921467"/>
                  </a:lnTo>
                  <a:lnTo>
                    <a:pt x="4478189" y="921798"/>
                  </a:lnTo>
                  <a:lnTo>
                    <a:pt x="4479030" y="923351"/>
                  </a:lnTo>
                  <a:lnTo>
                    <a:pt x="4479871" y="924631"/>
                  </a:lnTo>
                  <a:lnTo>
                    <a:pt x="4480712" y="924367"/>
                  </a:lnTo>
                  <a:lnTo>
                    <a:pt x="4481553" y="924213"/>
                  </a:lnTo>
                  <a:lnTo>
                    <a:pt x="4482395" y="922311"/>
                  </a:lnTo>
                  <a:lnTo>
                    <a:pt x="4483236" y="921148"/>
                  </a:lnTo>
                  <a:lnTo>
                    <a:pt x="4484077" y="919500"/>
                  </a:lnTo>
                  <a:lnTo>
                    <a:pt x="4484918" y="917803"/>
                  </a:lnTo>
                  <a:lnTo>
                    <a:pt x="4485759" y="915765"/>
                  </a:lnTo>
                  <a:lnTo>
                    <a:pt x="4486601" y="913385"/>
                  </a:lnTo>
                  <a:lnTo>
                    <a:pt x="4487442" y="910574"/>
                  </a:lnTo>
                  <a:lnTo>
                    <a:pt x="4488283" y="907534"/>
                  </a:lnTo>
                  <a:lnTo>
                    <a:pt x="4489124" y="904535"/>
                  </a:lnTo>
                  <a:lnTo>
                    <a:pt x="4489965" y="901326"/>
                  </a:lnTo>
                  <a:lnTo>
                    <a:pt x="4490807" y="897938"/>
                  </a:lnTo>
                  <a:lnTo>
                    <a:pt x="4491648" y="894655"/>
                  </a:lnTo>
                  <a:lnTo>
                    <a:pt x="4492489" y="890589"/>
                  </a:lnTo>
                  <a:lnTo>
                    <a:pt x="4493330" y="887387"/>
                  </a:lnTo>
                  <a:lnTo>
                    <a:pt x="4494171" y="884913"/>
                  </a:lnTo>
                  <a:lnTo>
                    <a:pt x="4495013" y="883589"/>
                  </a:lnTo>
                  <a:lnTo>
                    <a:pt x="4495854" y="883536"/>
                  </a:lnTo>
                  <a:lnTo>
                    <a:pt x="4496695" y="883292"/>
                  </a:lnTo>
                  <a:lnTo>
                    <a:pt x="4497536" y="882997"/>
                  </a:lnTo>
                  <a:lnTo>
                    <a:pt x="4498377" y="884694"/>
                  </a:lnTo>
                  <a:lnTo>
                    <a:pt x="4499219" y="886469"/>
                  </a:lnTo>
                  <a:lnTo>
                    <a:pt x="4500060" y="889419"/>
                  </a:lnTo>
                  <a:lnTo>
                    <a:pt x="4500901" y="892253"/>
                  </a:lnTo>
                  <a:lnTo>
                    <a:pt x="4501742" y="894590"/>
                  </a:lnTo>
                  <a:lnTo>
                    <a:pt x="4502583" y="896591"/>
                  </a:lnTo>
                  <a:lnTo>
                    <a:pt x="4503425" y="898951"/>
                  </a:lnTo>
                  <a:lnTo>
                    <a:pt x="4504266" y="901082"/>
                  </a:lnTo>
                  <a:lnTo>
                    <a:pt x="4505107" y="903373"/>
                  </a:lnTo>
                  <a:lnTo>
                    <a:pt x="4505948" y="906828"/>
                  </a:lnTo>
                  <a:lnTo>
                    <a:pt x="4506789" y="909695"/>
                  </a:lnTo>
                  <a:lnTo>
                    <a:pt x="4507631" y="912738"/>
                  </a:lnTo>
                  <a:lnTo>
                    <a:pt x="4508472" y="918516"/>
                  </a:lnTo>
                  <a:lnTo>
                    <a:pt x="4509313" y="923774"/>
                  </a:lnTo>
                  <a:lnTo>
                    <a:pt x="4510154" y="928728"/>
                  </a:lnTo>
                  <a:lnTo>
                    <a:pt x="4510995" y="938646"/>
                  </a:lnTo>
                  <a:lnTo>
                    <a:pt x="4511837" y="950166"/>
                  </a:lnTo>
                  <a:lnTo>
                    <a:pt x="4512678" y="962260"/>
                  </a:lnTo>
                  <a:lnTo>
                    <a:pt x="4513519" y="974447"/>
                  </a:lnTo>
                  <a:lnTo>
                    <a:pt x="4514360" y="982239"/>
                  </a:lnTo>
                  <a:lnTo>
                    <a:pt x="4515201" y="989974"/>
                  </a:lnTo>
                  <a:lnTo>
                    <a:pt x="4516043" y="998389"/>
                  </a:lnTo>
                  <a:lnTo>
                    <a:pt x="4516884" y="1007896"/>
                  </a:lnTo>
                  <a:lnTo>
                    <a:pt x="4517725" y="1018381"/>
                  </a:lnTo>
                  <a:lnTo>
                    <a:pt x="4518566" y="1028465"/>
                  </a:lnTo>
                  <a:lnTo>
                    <a:pt x="4519408" y="1038784"/>
                  </a:lnTo>
                  <a:lnTo>
                    <a:pt x="4520249" y="1045280"/>
                  </a:lnTo>
                  <a:lnTo>
                    <a:pt x="4521090" y="1052373"/>
                  </a:lnTo>
                  <a:lnTo>
                    <a:pt x="4521931" y="1060477"/>
                  </a:lnTo>
                  <a:lnTo>
                    <a:pt x="4522772" y="1069685"/>
                  </a:lnTo>
                  <a:lnTo>
                    <a:pt x="4523614" y="1078787"/>
                  </a:lnTo>
                  <a:lnTo>
                    <a:pt x="4524455" y="1087315"/>
                  </a:lnTo>
                  <a:lnTo>
                    <a:pt x="4525296" y="1095176"/>
                  </a:lnTo>
                  <a:lnTo>
                    <a:pt x="4526137" y="1102957"/>
                  </a:lnTo>
                  <a:lnTo>
                    <a:pt x="4526978" y="1110375"/>
                  </a:lnTo>
                  <a:lnTo>
                    <a:pt x="4527820" y="1117350"/>
                  </a:lnTo>
                  <a:lnTo>
                    <a:pt x="4528661" y="1127321"/>
                  </a:lnTo>
                  <a:lnTo>
                    <a:pt x="4529502" y="1136778"/>
                  </a:lnTo>
                  <a:lnTo>
                    <a:pt x="4530343" y="1145767"/>
                  </a:lnTo>
                  <a:lnTo>
                    <a:pt x="4531184" y="1154575"/>
                  </a:lnTo>
                  <a:lnTo>
                    <a:pt x="4532026" y="1162963"/>
                  </a:lnTo>
                  <a:lnTo>
                    <a:pt x="4532867" y="1171153"/>
                  </a:lnTo>
                  <a:lnTo>
                    <a:pt x="4533708" y="1178746"/>
                  </a:lnTo>
                  <a:lnTo>
                    <a:pt x="4534549" y="1189978"/>
                  </a:lnTo>
                  <a:lnTo>
                    <a:pt x="4535390" y="1200784"/>
                  </a:lnTo>
                  <a:lnTo>
                    <a:pt x="4536232" y="1210644"/>
                  </a:lnTo>
                  <a:lnTo>
                    <a:pt x="4537073" y="1216678"/>
                  </a:lnTo>
                  <a:lnTo>
                    <a:pt x="4537914" y="1222855"/>
                  </a:lnTo>
                  <a:lnTo>
                    <a:pt x="4538755" y="1228751"/>
                  </a:lnTo>
                  <a:lnTo>
                    <a:pt x="4539596" y="1234700"/>
                  </a:lnTo>
                  <a:lnTo>
                    <a:pt x="4540438" y="1241414"/>
                  </a:lnTo>
                  <a:lnTo>
                    <a:pt x="4541279" y="1248017"/>
                  </a:lnTo>
                  <a:lnTo>
                    <a:pt x="4542120" y="1251724"/>
                  </a:lnTo>
                  <a:lnTo>
                    <a:pt x="4542961" y="1255379"/>
                  </a:lnTo>
                  <a:lnTo>
                    <a:pt x="4543802" y="1258999"/>
                  </a:lnTo>
                  <a:lnTo>
                    <a:pt x="4544644" y="1262832"/>
                  </a:lnTo>
                  <a:lnTo>
                    <a:pt x="4545485" y="1266298"/>
                  </a:lnTo>
                  <a:lnTo>
                    <a:pt x="4546326" y="1269759"/>
                  </a:lnTo>
                  <a:lnTo>
                    <a:pt x="4547167" y="1272818"/>
                  </a:lnTo>
                  <a:lnTo>
                    <a:pt x="4548008" y="1275609"/>
                  </a:lnTo>
                  <a:lnTo>
                    <a:pt x="4548850" y="1277503"/>
                  </a:lnTo>
                  <a:lnTo>
                    <a:pt x="4549691" y="1278642"/>
                  </a:lnTo>
                  <a:lnTo>
                    <a:pt x="4550532" y="1279233"/>
                  </a:lnTo>
                  <a:lnTo>
                    <a:pt x="4551373" y="1279405"/>
                  </a:lnTo>
                  <a:lnTo>
                    <a:pt x="4552214" y="1280049"/>
                  </a:lnTo>
                  <a:lnTo>
                    <a:pt x="4553056" y="1278749"/>
                  </a:lnTo>
                  <a:lnTo>
                    <a:pt x="4553897" y="1276795"/>
                  </a:lnTo>
                  <a:lnTo>
                    <a:pt x="4554738" y="1274072"/>
                  </a:lnTo>
                  <a:lnTo>
                    <a:pt x="4555579" y="1270804"/>
                  </a:lnTo>
                  <a:lnTo>
                    <a:pt x="4556420" y="1266570"/>
                  </a:lnTo>
                  <a:lnTo>
                    <a:pt x="4557262" y="1262828"/>
                  </a:lnTo>
                  <a:lnTo>
                    <a:pt x="4558103" y="1261360"/>
                  </a:lnTo>
                  <a:lnTo>
                    <a:pt x="4558944" y="1257533"/>
                  </a:lnTo>
                  <a:lnTo>
                    <a:pt x="4559785" y="1253838"/>
                  </a:lnTo>
                  <a:lnTo>
                    <a:pt x="4560626" y="1250299"/>
                  </a:lnTo>
                  <a:lnTo>
                    <a:pt x="4561468" y="1246244"/>
                  </a:lnTo>
                  <a:lnTo>
                    <a:pt x="4562309" y="1241693"/>
                  </a:lnTo>
                  <a:lnTo>
                    <a:pt x="4563150" y="1237815"/>
                  </a:lnTo>
                  <a:lnTo>
                    <a:pt x="4563991" y="1233533"/>
                  </a:lnTo>
                  <a:lnTo>
                    <a:pt x="4564832" y="1229775"/>
                  </a:lnTo>
                  <a:lnTo>
                    <a:pt x="4565674" y="1227532"/>
                  </a:lnTo>
                  <a:lnTo>
                    <a:pt x="4566515" y="1226491"/>
                  </a:lnTo>
                  <a:lnTo>
                    <a:pt x="4567356" y="1227371"/>
                  </a:lnTo>
                  <a:lnTo>
                    <a:pt x="4568197" y="1228491"/>
                  </a:lnTo>
                  <a:lnTo>
                    <a:pt x="4569038" y="1230697"/>
                  </a:lnTo>
                  <a:lnTo>
                    <a:pt x="4569880" y="1232230"/>
                  </a:lnTo>
                  <a:lnTo>
                    <a:pt x="4570721" y="1234013"/>
                  </a:lnTo>
                  <a:lnTo>
                    <a:pt x="4571562" y="1237471"/>
                  </a:lnTo>
                  <a:lnTo>
                    <a:pt x="4572403" y="1240978"/>
                  </a:lnTo>
                  <a:lnTo>
                    <a:pt x="4573244" y="1244743"/>
                  </a:lnTo>
                  <a:lnTo>
                    <a:pt x="4574086" y="1248600"/>
                  </a:lnTo>
                  <a:lnTo>
                    <a:pt x="4574927" y="1252741"/>
                  </a:lnTo>
                  <a:lnTo>
                    <a:pt x="4575768" y="1256756"/>
                  </a:lnTo>
                  <a:lnTo>
                    <a:pt x="4576609" y="1260492"/>
                  </a:lnTo>
                  <a:lnTo>
                    <a:pt x="4577450" y="1263172"/>
                  </a:lnTo>
                  <a:lnTo>
                    <a:pt x="4578292" y="1266188"/>
                  </a:lnTo>
                  <a:lnTo>
                    <a:pt x="4579133" y="1268691"/>
                  </a:lnTo>
                  <a:lnTo>
                    <a:pt x="4579974" y="1270748"/>
                  </a:lnTo>
                  <a:lnTo>
                    <a:pt x="4580815" y="1275199"/>
                  </a:lnTo>
                  <a:lnTo>
                    <a:pt x="4581656" y="1278678"/>
                  </a:lnTo>
                  <a:lnTo>
                    <a:pt x="4582498" y="1281673"/>
                  </a:lnTo>
                  <a:lnTo>
                    <a:pt x="4583339" y="1281787"/>
                  </a:lnTo>
                  <a:lnTo>
                    <a:pt x="4584180" y="1280711"/>
                  </a:lnTo>
                  <a:lnTo>
                    <a:pt x="4585021" y="1278822"/>
                  </a:lnTo>
                  <a:lnTo>
                    <a:pt x="4585862" y="1276593"/>
                  </a:lnTo>
                  <a:lnTo>
                    <a:pt x="4586704" y="1274246"/>
                  </a:lnTo>
                  <a:lnTo>
                    <a:pt x="4587545" y="1270855"/>
                  </a:lnTo>
                  <a:lnTo>
                    <a:pt x="4588386" y="1268153"/>
                  </a:lnTo>
                  <a:lnTo>
                    <a:pt x="4589227" y="1266025"/>
                  </a:lnTo>
                  <a:lnTo>
                    <a:pt x="4590069" y="1264423"/>
                  </a:lnTo>
                  <a:lnTo>
                    <a:pt x="4590910" y="1263707"/>
                  </a:lnTo>
                  <a:lnTo>
                    <a:pt x="4591751" y="1263468"/>
                  </a:lnTo>
                  <a:lnTo>
                    <a:pt x="4592592" y="1263087"/>
                  </a:lnTo>
                  <a:lnTo>
                    <a:pt x="4593433" y="1262050"/>
                  </a:lnTo>
                  <a:lnTo>
                    <a:pt x="4594275" y="1258497"/>
                  </a:lnTo>
                  <a:lnTo>
                    <a:pt x="4595116" y="1254208"/>
                  </a:lnTo>
                  <a:lnTo>
                    <a:pt x="4595957" y="1249538"/>
                  </a:lnTo>
                  <a:lnTo>
                    <a:pt x="4596798" y="1245849"/>
                  </a:lnTo>
                  <a:lnTo>
                    <a:pt x="4597639" y="1242245"/>
                  </a:lnTo>
                  <a:lnTo>
                    <a:pt x="4598481" y="1240545"/>
                  </a:lnTo>
                  <a:lnTo>
                    <a:pt x="4599322" y="1240110"/>
                  </a:lnTo>
                  <a:lnTo>
                    <a:pt x="4600163" y="1237464"/>
                  </a:lnTo>
                  <a:lnTo>
                    <a:pt x="4601004" y="1235084"/>
                  </a:lnTo>
                  <a:lnTo>
                    <a:pt x="4601845" y="1234122"/>
                  </a:lnTo>
                  <a:lnTo>
                    <a:pt x="4602687" y="1233935"/>
                  </a:lnTo>
                  <a:lnTo>
                    <a:pt x="4603528" y="1235568"/>
                  </a:lnTo>
                  <a:lnTo>
                    <a:pt x="4604369" y="1235369"/>
                  </a:lnTo>
                  <a:lnTo>
                    <a:pt x="4605210" y="1235708"/>
                  </a:lnTo>
                  <a:lnTo>
                    <a:pt x="4606051" y="1235318"/>
                  </a:lnTo>
                  <a:lnTo>
                    <a:pt x="4606893" y="1235972"/>
                  </a:lnTo>
                  <a:lnTo>
                    <a:pt x="4607734" y="1238288"/>
                  </a:lnTo>
                  <a:lnTo>
                    <a:pt x="4608575" y="1241410"/>
                  </a:lnTo>
                  <a:lnTo>
                    <a:pt x="4609416" y="1245938"/>
                  </a:lnTo>
                  <a:lnTo>
                    <a:pt x="4610257" y="1251542"/>
                  </a:lnTo>
                  <a:lnTo>
                    <a:pt x="4611099" y="1257537"/>
                  </a:lnTo>
                  <a:lnTo>
                    <a:pt x="4611940" y="1264491"/>
                  </a:lnTo>
                  <a:lnTo>
                    <a:pt x="4612781" y="1271655"/>
                  </a:lnTo>
                  <a:lnTo>
                    <a:pt x="4613622" y="1279018"/>
                  </a:lnTo>
                  <a:lnTo>
                    <a:pt x="4614463" y="1287127"/>
                  </a:lnTo>
                  <a:lnTo>
                    <a:pt x="4615305" y="1295344"/>
                  </a:lnTo>
                  <a:lnTo>
                    <a:pt x="4616146" y="1304058"/>
                  </a:lnTo>
                  <a:lnTo>
                    <a:pt x="4616987" y="1313245"/>
                  </a:lnTo>
                  <a:lnTo>
                    <a:pt x="4617828" y="1325179"/>
                  </a:lnTo>
                  <a:lnTo>
                    <a:pt x="4618669" y="1333702"/>
                  </a:lnTo>
                  <a:lnTo>
                    <a:pt x="4619511" y="1341076"/>
                  </a:lnTo>
                  <a:lnTo>
                    <a:pt x="4620352" y="1347264"/>
                  </a:lnTo>
                  <a:lnTo>
                    <a:pt x="4621193" y="1353515"/>
                  </a:lnTo>
                  <a:lnTo>
                    <a:pt x="4622034" y="1357959"/>
                  </a:lnTo>
                  <a:lnTo>
                    <a:pt x="4622875" y="1361118"/>
                  </a:lnTo>
                  <a:lnTo>
                    <a:pt x="4623717" y="1362613"/>
                  </a:lnTo>
                  <a:lnTo>
                    <a:pt x="4624558" y="1363525"/>
                  </a:lnTo>
                  <a:lnTo>
                    <a:pt x="4625399" y="1363879"/>
                  </a:lnTo>
                  <a:lnTo>
                    <a:pt x="4626240" y="1363498"/>
                  </a:lnTo>
                  <a:lnTo>
                    <a:pt x="4627081" y="1362135"/>
                  </a:lnTo>
                  <a:lnTo>
                    <a:pt x="4627923" y="1360282"/>
                  </a:lnTo>
                  <a:lnTo>
                    <a:pt x="4628764" y="1356865"/>
                  </a:lnTo>
                  <a:lnTo>
                    <a:pt x="4629605" y="1351176"/>
                  </a:lnTo>
                  <a:lnTo>
                    <a:pt x="4630446" y="1344675"/>
                  </a:lnTo>
                  <a:lnTo>
                    <a:pt x="4631287" y="1338294"/>
                  </a:lnTo>
                  <a:lnTo>
                    <a:pt x="4632129" y="1330544"/>
                  </a:lnTo>
                  <a:lnTo>
                    <a:pt x="4632970" y="1322281"/>
                  </a:lnTo>
                  <a:lnTo>
                    <a:pt x="4633811" y="1313275"/>
                  </a:lnTo>
                  <a:lnTo>
                    <a:pt x="4634652" y="1304057"/>
                  </a:lnTo>
                  <a:lnTo>
                    <a:pt x="4635493" y="1293607"/>
                  </a:lnTo>
                  <a:lnTo>
                    <a:pt x="4636335" y="1282706"/>
                  </a:lnTo>
                  <a:lnTo>
                    <a:pt x="4637176" y="1271670"/>
                  </a:lnTo>
                  <a:lnTo>
                    <a:pt x="4638017" y="1259970"/>
                  </a:lnTo>
                  <a:lnTo>
                    <a:pt x="4638858" y="1248407"/>
                  </a:lnTo>
                  <a:lnTo>
                    <a:pt x="4639699" y="1236513"/>
                  </a:lnTo>
                  <a:lnTo>
                    <a:pt x="4640541" y="1228917"/>
                  </a:lnTo>
                  <a:lnTo>
                    <a:pt x="4641382" y="1221679"/>
                  </a:lnTo>
                  <a:lnTo>
                    <a:pt x="4642223" y="1216832"/>
                  </a:lnTo>
                  <a:lnTo>
                    <a:pt x="4643064" y="1211715"/>
                  </a:lnTo>
                  <a:lnTo>
                    <a:pt x="4643905" y="1205575"/>
                  </a:lnTo>
                  <a:lnTo>
                    <a:pt x="4644747" y="1200762"/>
                  </a:lnTo>
                  <a:lnTo>
                    <a:pt x="4645588" y="1195361"/>
                  </a:lnTo>
                  <a:lnTo>
                    <a:pt x="4646429" y="1189986"/>
                  </a:lnTo>
                  <a:lnTo>
                    <a:pt x="4647270" y="1185061"/>
                  </a:lnTo>
                  <a:lnTo>
                    <a:pt x="4648111" y="1180589"/>
                  </a:lnTo>
                  <a:lnTo>
                    <a:pt x="4648953" y="1176246"/>
                  </a:lnTo>
                  <a:lnTo>
                    <a:pt x="4649794" y="1171029"/>
                  </a:lnTo>
                  <a:lnTo>
                    <a:pt x="4650635" y="1166714"/>
                  </a:lnTo>
                  <a:lnTo>
                    <a:pt x="4651476" y="1161173"/>
                  </a:lnTo>
                  <a:lnTo>
                    <a:pt x="4652317" y="1156276"/>
                  </a:lnTo>
                  <a:lnTo>
                    <a:pt x="4653159" y="1151579"/>
                  </a:lnTo>
                  <a:lnTo>
                    <a:pt x="4654000" y="1145550"/>
                  </a:lnTo>
                  <a:lnTo>
                    <a:pt x="4654841" y="1140000"/>
                  </a:lnTo>
                  <a:lnTo>
                    <a:pt x="4655682" y="1134329"/>
                  </a:lnTo>
                  <a:lnTo>
                    <a:pt x="4656523" y="1128629"/>
                  </a:lnTo>
                  <a:lnTo>
                    <a:pt x="4657365" y="1120549"/>
                  </a:lnTo>
                  <a:lnTo>
                    <a:pt x="4658206" y="1111940"/>
                  </a:lnTo>
                  <a:lnTo>
                    <a:pt x="4659047" y="1103413"/>
                  </a:lnTo>
                  <a:lnTo>
                    <a:pt x="4659888" y="1093745"/>
                  </a:lnTo>
                  <a:lnTo>
                    <a:pt x="4660730" y="1080476"/>
                  </a:lnTo>
                  <a:lnTo>
                    <a:pt x="4661571" y="1067884"/>
                  </a:lnTo>
                  <a:lnTo>
                    <a:pt x="4662412" y="1059409"/>
                  </a:lnTo>
                  <a:lnTo>
                    <a:pt x="4663253" y="1051186"/>
                  </a:lnTo>
                  <a:lnTo>
                    <a:pt x="4664094" y="1045538"/>
                  </a:lnTo>
                  <a:lnTo>
                    <a:pt x="4664936" y="1038509"/>
                  </a:lnTo>
                  <a:lnTo>
                    <a:pt x="4665777" y="1032973"/>
                  </a:lnTo>
                  <a:lnTo>
                    <a:pt x="4666618" y="1025822"/>
                  </a:lnTo>
                  <a:lnTo>
                    <a:pt x="4667459" y="1019152"/>
                  </a:lnTo>
                  <a:lnTo>
                    <a:pt x="4668300" y="1010458"/>
                  </a:lnTo>
                  <a:lnTo>
                    <a:pt x="4669142" y="1002030"/>
                  </a:lnTo>
                  <a:lnTo>
                    <a:pt x="4669983" y="994213"/>
                  </a:lnTo>
                  <a:lnTo>
                    <a:pt x="4670824" y="986995"/>
                  </a:lnTo>
                  <a:lnTo>
                    <a:pt x="4671665" y="980868"/>
                  </a:lnTo>
                  <a:lnTo>
                    <a:pt x="4672506" y="975110"/>
                  </a:lnTo>
                  <a:lnTo>
                    <a:pt x="4673348" y="970649"/>
                  </a:lnTo>
                  <a:lnTo>
                    <a:pt x="4674189" y="966707"/>
                  </a:lnTo>
                  <a:lnTo>
                    <a:pt x="4675030" y="963702"/>
                  </a:lnTo>
                  <a:lnTo>
                    <a:pt x="4675871" y="959875"/>
                  </a:lnTo>
                  <a:lnTo>
                    <a:pt x="4676712" y="955068"/>
                  </a:lnTo>
                  <a:lnTo>
                    <a:pt x="4677554" y="951554"/>
                  </a:lnTo>
                  <a:lnTo>
                    <a:pt x="4678395" y="945184"/>
                  </a:lnTo>
                  <a:lnTo>
                    <a:pt x="4679236" y="939440"/>
                  </a:lnTo>
                  <a:lnTo>
                    <a:pt x="4680077" y="933927"/>
                  </a:lnTo>
                  <a:lnTo>
                    <a:pt x="4680918" y="929322"/>
                  </a:lnTo>
                  <a:lnTo>
                    <a:pt x="4681760" y="925786"/>
                  </a:lnTo>
                  <a:lnTo>
                    <a:pt x="4682601" y="923193"/>
                  </a:lnTo>
                  <a:lnTo>
                    <a:pt x="4683442" y="920501"/>
                  </a:lnTo>
                  <a:lnTo>
                    <a:pt x="4684283" y="919006"/>
                  </a:lnTo>
                  <a:lnTo>
                    <a:pt x="4685124" y="916472"/>
                  </a:lnTo>
                  <a:lnTo>
                    <a:pt x="4685966" y="913272"/>
                  </a:lnTo>
                  <a:lnTo>
                    <a:pt x="4686807" y="912275"/>
                  </a:lnTo>
                  <a:lnTo>
                    <a:pt x="4687648" y="912611"/>
                  </a:lnTo>
                  <a:lnTo>
                    <a:pt x="4688489" y="913232"/>
                  </a:lnTo>
                  <a:lnTo>
                    <a:pt x="4689330" y="913835"/>
                  </a:lnTo>
                  <a:lnTo>
                    <a:pt x="4690172" y="914509"/>
                  </a:lnTo>
                  <a:lnTo>
                    <a:pt x="4691013" y="914904"/>
                  </a:lnTo>
                  <a:lnTo>
                    <a:pt x="4691854" y="915629"/>
                  </a:lnTo>
                  <a:lnTo>
                    <a:pt x="4692695" y="916217"/>
                  </a:lnTo>
                  <a:lnTo>
                    <a:pt x="4693536" y="917484"/>
                  </a:lnTo>
                  <a:lnTo>
                    <a:pt x="4694378" y="918356"/>
                  </a:lnTo>
                  <a:lnTo>
                    <a:pt x="4695219" y="919077"/>
                  </a:lnTo>
                  <a:lnTo>
                    <a:pt x="4696060" y="919886"/>
                  </a:lnTo>
                  <a:lnTo>
                    <a:pt x="4696901" y="921126"/>
                  </a:lnTo>
                  <a:lnTo>
                    <a:pt x="4697742" y="922335"/>
                  </a:lnTo>
                  <a:lnTo>
                    <a:pt x="4698584" y="923828"/>
                  </a:lnTo>
                  <a:lnTo>
                    <a:pt x="4699425" y="924908"/>
                  </a:lnTo>
                  <a:lnTo>
                    <a:pt x="4700266" y="925023"/>
                  </a:lnTo>
                  <a:lnTo>
                    <a:pt x="4701107" y="924648"/>
                  </a:lnTo>
                  <a:lnTo>
                    <a:pt x="4701948" y="923148"/>
                  </a:lnTo>
                  <a:lnTo>
                    <a:pt x="4702790" y="922494"/>
                  </a:lnTo>
                  <a:lnTo>
                    <a:pt x="4703631" y="921874"/>
                  </a:lnTo>
                  <a:lnTo>
                    <a:pt x="4704472" y="921400"/>
                  </a:lnTo>
                  <a:lnTo>
                    <a:pt x="4705313" y="921044"/>
                  </a:lnTo>
                  <a:lnTo>
                    <a:pt x="4706154" y="920914"/>
                  </a:lnTo>
                  <a:lnTo>
                    <a:pt x="4706996" y="921236"/>
                  </a:lnTo>
                  <a:lnTo>
                    <a:pt x="4707837" y="921342"/>
                  </a:lnTo>
                  <a:lnTo>
                    <a:pt x="4708678" y="921496"/>
                  </a:lnTo>
                  <a:lnTo>
                    <a:pt x="4709519" y="922490"/>
                  </a:lnTo>
                  <a:lnTo>
                    <a:pt x="4710360" y="923947"/>
                  </a:lnTo>
                  <a:lnTo>
                    <a:pt x="4711202" y="925303"/>
                  </a:lnTo>
                  <a:lnTo>
                    <a:pt x="4712043" y="926189"/>
                  </a:lnTo>
                  <a:lnTo>
                    <a:pt x="4712884" y="927236"/>
                  </a:lnTo>
                  <a:lnTo>
                    <a:pt x="4713725" y="928380"/>
                  </a:lnTo>
                  <a:lnTo>
                    <a:pt x="4714566" y="929339"/>
                  </a:lnTo>
                  <a:lnTo>
                    <a:pt x="4715408" y="929729"/>
                  </a:lnTo>
                  <a:lnTo>
                    <a:pt x="4716249" y="929553"/>
                  </a:lnTo>
                  <a:lnTo>
                    <a:pt x="4717090" y="929807"/>
                  </a:lnTo>
                  <a:lnTo>
                    <a:pt x="4717931" y="930089"/>
                  </a:lnTo>
                  <a:lnTo>
                    <a:pt x="4718772" y="929696"/>
                  </a:lnTo>
                  <a:lnTo>
                    <a:pt x="4719614" y="928978"/>
                  </a:lnTo>
                  <a:lnTo>
                    <a:pt x="4720455" y="928282"/>
                  </a:lnTo>
                  <a:lnTo>
                    <a:pt x="4721296" y="926635"/>
                  </a:lnTo>
                  <a:lnTo>
                    <a:pt x="4722137" y="924478"/>
                  </a:lnTo>
                  <a:lnTo>
                    <a:pt x="4722978" y="920824"/>
                  </a:lnTo>
                  <a:lnTo>
                    <a:pt x="4723820" y="917577"/>
                  </a:lnTo>
                  <a:lnTo>
                    <a:pt x="4724661" y="915108"/>
                  </a:lnTo>
                  <a:lnTo>
                    <a:pt x="4725502" y="910465"/>
                  </a:lnTo>
                  <a:lnTo>
                    <a:pt x="4726343" y="906475"/>
                  </a:lnTo>
                  <a:lnTo>
                    <a:pt x="4727184" y="903504"/>
                  </a:lnTo>
                  <a:lnTo>
                    <a:pt x="4728026" y="901413"/>
                  </a:lnTo>
                  <a:lnTo>
                    <a:pt x="4728867" y="899912"/>
                  </a:lnTo>
                  <a:lnTo>
                    <a:pt x="4729708" y="898617"/>
                  </a:lnTo>
                  <a:lnTo>
                    <a:pt x="4730549" y="899373"/>
                  </a:lnTo>
                  <a:lnTo>
                    <a:pt x="4731391" y="902121"/>
                  </a:lnTo>
                  <a:lnTo>
                    <a:pt x="4732232" y="905004"/>
                  </a:lnTo>
                  <a:lnTo>
                    <a:pt x="4733073" y="908290"/>
                  </a:lnTo>
                  <a:lnTo>
                    <a:pt x="4733914" y="909413"/>
                  </a:lnTo>
                  <a:lnTo>
                    <a:pt x="4734755" y="910576"/>
                  </a:lnTo>
                  <a:lnTo>
                    <a:pt x="4735597" y="910518"/>
                  </a:lnTo>
                  <a:lnTo>
                    <a:pt x="4736438" y="910438"/>
                  </a:lnTo>
                  <a:lnTo>
                    <a:pt x="4737279" y="909723"/>
                  </a:lnTo>
                  <a:lnTo>
                    <a:pt x="4738120" y="908925"/>
                  </a:lnTo>
                  <a:lnTo>
                    <a:pt x="4738961" y="908226"/>
                  </a:lnTo>
                  <a:lnTo>
                    <a:pt x="4739803" y="907155"/>
                  </a:lnTo>
                  <a:lnTo>
                    <a:pt x="4740644" y="905888"/>
                  </a:lnTo>
                  <a:lnTo>
                    <a:pt x="4741485" y="905176"/>
                  </a:lnTo>
                  <a:lnTo>
                    <a:pt x="4742326" y="904360"/>
                  </a:lnTo>
                  <a:lnTo>
                    <a:pt x="4743167" y="903621"/>
                  </a:lnTo>
                  <a:lnTo>
                    <a:pt x="4744009" y="902831"/>
                  </a:lnTo>
                  <a:lnTo>
                    <a:pt x="4744850" y="901490"/>
                  </a:lnTo>
                  <a:lnTo>
                    <a:pt x="4745691" y="900472"/>
                  </a:lnTo>
                  <a:lnTo>
                    <a:pt x="4746532" y="898895"/>
                  </a:lnTo>
                  <a:lnTo>
                    <a:pt x="4747373" y="897319"/>
                  </a:lnTo>
                  <a:lnTo>
                    <a:pt x="4748215" y="896029"/>
                  </a:lnTo>
                  <a:lnTo>
                    <a:pt x="4749056" y="894392"/>
                  </a:lnTo>
                  <a:lnTo>
                    <a:pt x="4749897" y="893673"/>
                  </a:lnTo>
                  <a:lnTo>
                    <a:pt x="4750738" y="889438"/>
                  </a:lnTo>
                  <a:lnTo>
                    <a:pt x="4751579" y="886796"/>
                  </a:lnTo>
                  <a:lnTo>
                    <a:pt x="4752421" y="883280"/>
                  </a:lnTo>
                  <a:lnTo>
                    <a:pt x="4753262" y="879963"/>
                  </a:lnTo>
                  <a:lnTo>
                    <a:pt x="4754103" y="877675"/>
                  </a:lnTo>
                  <a:lnTo>
                    <a:pt x="4754944" y="874801"/>
                  </a:lnTo>
                  <a:lnTo>
                    <a:pt x="4755785" y="871206"/>
                  </a:lnTo>
                  <a:lnTo>
                    <a:pt x="4756627" y="867321"/>
                  </a:lnTo>
                  <a:lnTo>
                    <a:pt x="4757468" y="863805"/>
                  </a:lnTo>
                  <a:lnTo>
                    <a:pt x="4758309" y="859745"/>
                  </a:lnTo>
                  <a:lnTo>
                    <a:pt x="4759150" y="854483"/>
                  </a:lnTo>
                  <a:lnTo>
                    <a:pt x="4759991" y="848049"/>
                  </a:lnTo>
                  <a:lnTo>
                    <a:pt x="4760833" y="840276"/>
                  </a:lnTo>
                  <a:lnTo>
                    <a:pt x="4761674" y="832228"/>
                  </a:lnTo>
                  <a:lnTo>
                    <a:pt x="4762515" y="830481"/>
                  </a:lnTo>
                  <a:lnTo>
                    <a:pt x="4763356" y="829123"/>
                  </a:lnTo>
                  <a:lnTo>
                    <a:pt x="4764197" y="827642"/>
                  </a:lnTo>
                  <a:lnTo>
                    <a:pt x="4765039" y="825890"/>
                  </a:lnTo>
                  <a:lnTo>
                    <a:pt x="4765880" y="825618"/>
                  </a:lnTo>
                  <a:lnTo>
                    <a:pt x="4766721" y="823425"/>
                  </a:lnTo>
                  <a:lnTo>
                    <a:pt x="4767562" y="819333"/>
                  </a:lnTo>
                  <a:lnTo>
                    <a:pt x="4768403" y="818504"/>
                  </a:lnTo>
                  <a:lnTo>
                    <a:pt x="4769245" y="816786"/>
                  </a:lnTo>
                  <a:lnTo>
                    <a:pt x="4770086" y="814616"/>
                  </a:lnTo>
                  <a:lnTo>
                    <a:pt x="4770927" y="811976"/>
                  </a:lnTo>
                  <a:lnTo>
                    <a:pt x="4771768" y="809673"/>
                  </a:lnTo>
                  <a:lnTo>
                    <a:pt x="4772609" y="807805"/>
                  </a:lnTo>
                  <a:lnTo>
                    <a:pt x="4773451" y="806108"/>
                  </a:lnTo>
                  <a:lnTo>
                    <a:pt x="4774292" y="804523"/>
                  </a:lnTo>
                  <a:lnTo>
                    <a:pt x="4775133" y="802295"/>
                  </a:lnTo>
                  <a:lnTo>
                    <a:pt x="4775974" y="799071"/>
                  </a:lnTo>
                  <a:lnTo>
                    <a:pt x="4776815" y="793791"/>
                  </a:lnTo>
                  <a:lnTo>
                    <a:pt x="4777657" y="788038"/>
                  </a:lnTo>
                  <a:lnTo>
                    <a:pt x="4778498" y="782342"/>
                  </a:lnTo>
                  <a:lnTo>
                    <a:pt x="4779339" y="776549"/>
                  </a:lnTo>
                  <a:lnTo>
                    <a:pt x="4780180" y="769124"/>
                  </a:lnTo>
                  <a:lnTo>
                    <a:pt x="4781021" y="758504"/>
                  </a:lnTo>
                  <a:lnTo>
                    <a:pt x="4781863" y="748173"/>
                  </a:lnTo>
                  <a:lnTo>
                    <a:pt x="4782704" y="737143"/>
                  </a:lnTo>
                  <a:lnTo>
                    <a:pt x="4783545" y="726106"/>
                  </a:lnTo>
                  <a:lnTo>
                    <a:pt x="4784386" y="714446"/>
                  </a:lnTo>
                  <a:lnTo>
                    <a:pt x="4785227" y="701943"/>
                  </a:lnTo>
                  <a:lnTo>
                    <a:pt x="4786069" y="689158"/>
                  </a:lnTo>
                  <a:lnTo>
                    <a:pt x="4786910" y="675515"/>
                  </a:lnTo>
                  <a:lnTo>
                    <a:pt x="4787751" y="666094"/>
                  </a:lnTo>
                  <a:lnTo>
                    <a:pt x="4788592" y="657660"/>
                  </a:lnTo>
                  <a:lnTo>
                    <a:pt x="4789433" y="649013"/>
                  </a:lnTo>
                  <a:lnTo>
                    <a:pt x="4790275" y="641269"/>
                  </a:lnTo>
                  <a:lnTo>
                    <a:pt x="4791116" y="633760"/>
                  </a:lnTo>
                  <a:lnTo>
                    <a:pt x="4791957" y="627325"/>
                  </a:lnTo>
                  <a:lnTo>
                    <a:pt x="4792798" y="621444"/>
                  </a:lnTo>
                  <a:lnTo>
                    <a:pt x="4793639" y="615339"/>
                  </a:lnTo>
                  <a:lnTo>
                    <a:pt x="4794481" y="609792"/>
                  </a:lnTo>
                  <a:lnTo>
                    <a:pt x="4795322" y="605531"/>
                  </a:lnTo>
                  <a:lnTo>
                    <a:pt x="4796163" y="602596"/>
                  </a:lnTo>
                  <a:lnTo>
                    <a:pt x="4797004" y="601416"/>
                  </a:lnTo>
                  <a:lnTo>
                    <a:pt x="4797845" y="601033"/>
                  </a:lnTo>
                  <a:lnTo>
                    <a:pt x="4798687" y="600573"/>
                  </a:lnTo>
                  <a:lnTo>
                    <a:pt x="4799528" y="603071"/>
                  </a:lnTo>
                  <a:lnTo>
                    <a:pt x="4800369" y="607179"/>
                  </a:lnTo>
                  <a:lnTo>
                    <a:pt x="4801210" y="608565"/>
                  </a:lnTo>
                  <a:lnTo>
                    <a:pt x="4802052" y="613191"/>
                  </a:lnTo>
                  <a:lnTo>
                    <a:pt x="4802893" y="614410"/>
                  </a:lnTo>
                  <a:lnTo>
                    <a:pt x="4803734" y="617183"/>
                  </a:lnTo>
                  <a:lnTo>
                    <a:pt x="4804575" y="620240"/>
                  </a:lnTo>
                  <a:lnTo>
                    <a:pt x="4805416" y="623792"/>
                  </a:lnTo>
                  <a:lnTo>
                    <a:pt x="4806258" y="628251"/>
                  </a:lnTo>
                  <a:lnTo>
                    <a:pt x="4807099" y="632741"/>
                  </a:lnTo>
                  <a:lnTo>
                    <a:pt x="4807940" y="637175"/>
                  </a:lnTo>
                  <a:lnTo>
                    <a:pt x="4808781" y="636775"/>
                  </a:lnTo>
                  <a:lnTo>
                    <a:pt x="4809622" y="635500"/>
                  </a:lnTo>
                  <a:lnTo>
                    <a:pt x="4810464" y="631878"/>
                  </a:lnTo>
                  <a:lnTo>
                    <a:pt x="4811305" y="629026"/>
                  </a:lnTo>
                  <a:lnTo>
                    <a:pt x="4812146" y="627589"/>
                  </a:lnTo>
                  <a:lnTo>
                    <a:pt x="4812987" y="624543"/>
                  </a:lnTo>
                  <a:lnTo>
                    <a:pt x="4813828" y="621609"/>
                  </a:lnTo>
                  <a:lnTo>
                    <a:pt x="4814670" y="615873"/>
                  </a:lnTo>
                  <a:lnTo>
                    <a:pt x="4815511" y="610529"/>
                  </a:lnTo>
                  <a:lnTo>
                    <a:pt x="4816352" y="605736"/>
                  </a:lnTo>
                  <a:lnTo>
                    <a:pt x="4817193" y="601341"/>
                  </a:lnTo>
                  <a:lnTo>
                    <a:pt x="4818034" y="597162"/>
                  </a:lnTo>
                  <a:lnTo>
                    <a:pt x="4818876" y="592635"/>
                  </a:lnTo>
                  <a:lnTo>
                    <a:pt x="4819717" y="592274"/>
                  </a:lnTo>
                  <a:lnTo>
                    <a:pt x="4820558" y="592414"/>
                  </a:lnTo>
                  <a:lnTo>
                    <a:pt x="4821399" y="592726"/>
                  </a:lnTo>
                  <a:lnTo>
                    <a:pt x="4822240" y="596073"/>
                  </a:lnTo>
                  <a:lnTo>
                    <a:pt x="4823082" y="599233"/>
                  </a:lnTo>
                  <a:lnTo>
                    <a:pt x="4823923" y="602588"/>
                  </a:lnTo>
                  <a:lnTo>
                    <a:pt x="4824764" y="607741"/>
                  </a:lnTo>
                  <a:lnTo>
                    <a:pt x="4825605" y="614743"/>
                  </a:lnTo>
                  <a:lnTo>
                    <a:pt x="4826446" y="622723"/>
                  </a:lnTo>
                  <a:lnTo>
                    <a:pt x="4827288" y="630432"/>
                  </a:lnTo>
                  <a:lnTo>
                    <a:pt x="4828129" y="639364"/>
                  </a:lnTo>
                  <a:lnTo>
                    <a:pt x="4828970" y="651193"/>
                  </a:lnTo>
                  <a:lnTo>
                    <a:pt x="4829811" y="661379"/>
                  </a:lnTo>
                  <a:lnTo>
                    <a:pt x="4830652" y="667691"/>
                  </a:lnTo>
                  <a:lnTo>
                    <a:pt x="4831494" y="673504"/>
                  </a:lnTo>
                  <a:lnTo>
                    <a:pt x="4832335" y="676900"/>
                  </a:lnTo>
                  <a:lnTo>
                    <a:pt x="4833176" y="680864"/>
                  </a:lnTo>
                  <a:lnTo>
                    <a:pt x="4834017" y="683899"/>
                  </a:lnTo>
                  <a:lnTo>
                    <a:pt x="4834858" y="687260"/>
                  </a:lnTo>
                  <a:lnTo>
                    <a:pt x="4835700" y="690039"/>
                  </a:lnTo>
                  <a:lnTo>
                    <a:pt x="4836541" y="694600"/>
                  </a:lnTo>
                  <a:lnTo>
                    <a:pt x="4837382" y="699089"/>
                  </a:lnTo>
                  <a:lnTo>
                    <a:pt x="4838223" y="703649"/>
                  </a:lnTo>
                  <a:lnTo>
                    <a:pt x="4839064" y="707556"/>
                  </a:lnTo>
                  <a:lnTo>
                    <a:pt x="4839906" y="711280"/>
                  </a:lnTo>
                  <a:lnTo>
                    <a:pt x="4840747" y="715580"/>
                  </a:lnTo>
                  <a:lnTo>
                    <a:pt x="4841588" y="719069"/>
                  </a:lnTo>
                  <a:lnTo>
                    <a:pt x="4842429" y="723050"/>
                  </a:lnTo>
                  <a:lnTo>
                    <a:pt x="4843270" y="726749"/>
                  </a:lnTo>
                  <a:lnTo>
                    <a:pt x="4844112" y="731430"/>
                  </a:lnTo>
                  <a:lnTo>
                    <a:pt x="4844953" y="738043"/>
                  </a:lnTo>
                  <a:lnTo>
                    <a:pt x="4845794" y="743768"/>
                  </a:lnTo>
                  <a:lnTo>
                    <a:pt x="4846635" y="752353"/>
                  </a:lnTo>
                  <a:lnTo>
                    <a:pt x="4847476" y="760434"/>
                  </a:lnTo>
                  <a:lnTo>
                    <a:pt x="4848318" y="767834"/>
                  </a:lnTo>
                  <a:lnTo>
                    <a:pt x="4849159" y="774791"/>
                  </a:lnTo>
                  <a:lnTo>
                    <a:pt x="4850000" y="781744"/>
                  </a:lnTo>
                  <a:lnTo>
                    <a:pt x="4850841" y="788371"/>
                  </a:lnTo>
                  <a:lnTo>
                    <a:pt x="4851682" y="795349"/>
                  </a:lnTo>
                  <a:lnTo>
                    <a:pt x="4852524" y="800311"/>
                  </a:lnTo>
                  <a:lnTo>
                    <a:pt x="4853365" y="804847"/>
                  </a:lnTo>
                  <a:lnTo>
                    <a:pt x="4854206" y="808216"/>
                  </a:lnTo>
                  <a:lnTo>
                    <a:pt x="4855047" y="809152"/>
                  </a:lnTo>
                  <a:lnTo>
                    <a:pt x="4855888" y="808374"/>
                  </a:lnTo>
                  <a:lnTo>
                    <a:pt x="4856730" y="806234"/>
                  </a:lnTo>
                  <a:lnTo>
                    <a:pt x="4857571" y="802887"/>
                  </a:lnTo>
                  <a:lnTo>
                    <a:pt x="4858412" y="799640"/>
                  </a:lnTo>
                  <a:lnTo>
                    <a:pt x="4859253" y="795254"/>
                  </a:lnTo>
                  <a:lnTo>
                    <a:pt x="4860094" y="790765"/>
                  </a:lnTo>
                  <a:lnTo>
                    <a:pt x="4860936" y="785474"/>
                  </a:lnTo>
                  <a:lnTo>
                    <a:pt x="4861777" y="780105"/>
                  </a:lnTo>
                  <a:lnTo>
                    <a:pt x="4862618" y="775271"/>
                  </a:lnTo>
                  <a:lnTo>
                    <a:pt x="4863459" y="770418"/>
                  </a:lnTo>
                  <a:lnTo>
                    <a:pt x="4864300" y="766035"/>
                  </a:lnTo>
                  <a:lnTo>
                    <a:pt x="4865142" y="761452"/>
                  </a:lnTo>
                  <a:lnTo>
                    <a:pt x="4865983" y="756955"/>
                  </a:lnTo>
                  <a:lnTo>
                    <a:pt x="4866824" y="753733"/>
                  </a:lnTo>
                  <a:lnTo>
                    <a:pt x="4867665" y="751631"/>
                  </a:lnTo>
                  <a:lnTo>
                    <a:pt x="4868506" y="750361"/>
                  </a:lnTo>
                  <a:lnTo>
                    <a:pt x="4869348" y="749621"/>
                  </a:lnTo>
                  <a:lnTo>
                    <a:pt x="4870189" y="750601"/>
                  </a:lnTo>
                  <a:lnTo>
                    <a:pt x="4871030" y="750285"/>
                  </a:lnTo>
                  <a:lnTo>
                    <a:pt x="4871871" y="750238"/>
                  </a:lnTo>
                  <a:lnTo>
                    <a:pt x="4872713" y="750203"/>
                  </a:lnTo>
                  <a:lnTo>
                    <a:pt x="4873554" y="749764"/>
                  </a:lnTo>
                  <a:lnTo>
                    <a:pt x="4874395" y="748524"/>
                  </a:lnTo>
                  <a:lnTo>
                    <a:pt x="4875236" y="746733"/>
                  </a:lnTo>
                  <a:lnTo>
                    <a:pt x="4876077" y="745243"/>
                  </a:lnTo>
                  <a:lnTo>
                    <a:pt x="4876919" y="743823"/>
                  </a:lnTo>
                  <a:lnTo>
                    <a:pt x="4877760" y="742389"/>
                  </a:lnTo>
                  <a:lnTo>
                    <a:pt x="4878601" y="740864"/>
                  </a:lnTo>
                  <a:lnTo>
                    <a:pt x="4879442" y="739055"/>
                  </a:lnTo>
                  <a:lnTo>
                    <a:pt x="4880283" y="736743"/>
                  </a:lnTo>
                  <a:lnTo>
                    <a:pt x="4881125" y="732467"/>
                  </a:lnTo>
                  <a:lnTo>
                    <a:pt x="4881966" y="725982"/>
                  </a:lnTo>
                  <a:lnTo>
                    <a:pt x="4882807" y="720139"/>
                  </a:lnTo>
                  <a:lnTo>
                    <a:pt x="4883648" y="715146"/>
                  </a:lnTo>
                  <a:lnTo>
                    <a:pt x="4884489" y="710214"/>
                  </a:lnTo>
                  <a:lnTo>
                    <a:pt x="4885331" y="705987"/>
                  </a:lnTo>
                  <a:lnTo>
                    <a:pt x="4886172" y="702879"/>
                  </a:lnTo>
                  <a:lnTo>
                    <a:pt x="4887013" y="700681"/>
                  </a:lnTo>
                  <a:lnTo>
                    <a:pt x="4887854" y="698449"/>
                  </a:lnTo>
                  <a:lnTo>
                    <a:pt x="4888695" y="694955"/>
                  </a:lnTo>
                  <a:lnTo>
                    <a:pt x="4889537" y="692619"/>
                  </a:lnTo>
                  <a:lnTo>
                    <a:pt x="4890378" y="689448"/>
                  </a:lnTo>
                  <a:lnTo>
                    <a:pt x="4891219" y="686967"/>
                  </a:lnTo>
                  <a:lnTo>
                    <a:pt x="4892060" y="686882"/>
                  </a:lnTo>
                  <a:lnTo>
                    <a:pt x="4892901" y="688437"/>
                  </a:lnTo>
                  <a:lnTo>
                    <a:pt x="4893743" y="691801"/>
                  </a:lnTo>
                  <a:lnTo>
                    <a:pt x="4894584" y="695417"/>
                  </a:lnTo>
                  <a:lnTo>
                    <a:pt x="4895425" y="697960"/>
                  </a:lnTo>
                  <a:lnTo>
                    <a:pt x="4896266" y="700072"/>
                  </a:lnTo>
                  <a:lnTo>
                    <a:pt x="4897107" y="701628"/>
                  </a:lnTo>
                  <a:lnTo>
                    <a:pt x="4897949" y="702415"/>
                  </a:lnTo>
                  <a:lnTo>
                    <a:pt x="4898790" y="702255"/>
                  </a:lnTo>
                  <a:lnTo>
                    <a:pt x="4899631" y="700202"/>
                  </a:lnTo>
                  <a:lnTo>
                    <a:pt x="4900472" y="698290"/>
                  </a:lnTo>
                  <a:lnTo>
                    <a:pt x="4901313" y="696806"/>
                  </a:lnTo>
                  <a:lnTo>
                    <a:pt x="4902155" y="697499"/>
                  </a:lnTo>
                  <a:lnTo>
                    <a:pt x="4902996" y="698479"/>
                  </a:lnTo>
                  <a:lnTo>
                    <a:pt x="4903837" y="700352"/>
                  </a:lnTo>
                  <a:lnTo>
                    <a:pt x="4904678" y="702452"/>
                  </a:lnTo>
                  <a:lnTo>
                    <a:pt x="4905519" y="705084"/>
                  </a:lnTo>
                  <a:lnTo>
                    <a:pt x="4906361" y="708816"/>
                  </a:lnTo>
                  <a:lnTo>
                    <a:pt x="4907202" y="712214"/>
                  </a:lnTo>
                  <a:lnTo>
                    <a:pt x="4908043" y="715000"/>
                  </a:lnTo>
                  <a:lnTo>
                    <a:pt x="4908884" y="718652"/>
                  </a:lnTo>
                  <a:lnTo>
                    <a:pt x="4909725" y="722399"/>
                  </a:lnTo>
                  <a:lnTo>
                    <a:pt x="4910567" y="727222"/>
                  </a:lnTo>
                  <a:lnTo>
                    <a:pt x="4911408" y="732548"/>
                  </a:lnTo>
                  <a:lnTo>
                    <a:pt x="4912249" y="738566"/>
                  </a:lnTo>
                  <a:lnTo>
                    <a:pt x="4913090" y="745651"/>
                  </a:lnTo>
                  <a:lnTo>
                    <a:pt x="4913931" y="753226"/>
                  </a:lnTo>
                  <a:lnTo>
                    <a:pt x="4914773" y="760996"/>
                  </a:lnTo>
                  <a:lnTo>
                    <a:pt x="4915614" y="769111"/>
                  </a:lnTo>
                  <a:lnTo>
                    <a:pt x="4916455" y="777078"/>
                  </a:lnTo>
                  <a:lnTo>
                    <a:pt x="4917296" y="785354"/>
                  </a:lnTo>
                  <a:lnTo>
                    <a:pt x="4918137" y="793910"/>
                  </a:lnTo>
                  <a:lnTo>
                    <a:pt x="4918979" y="806086"/>
                  </a:lnTo>
                  <a:lnTo>
                    <a:pt x="4919820" y="819433"/>
                  </a:lnTo>
                  <a:lnTo>
                    <a:pt x="4920661" y="833213"/>
                  </a:lnTo>
                  <a:lnTo>
                    <a:pt x="4921502" y="847068"/>
                  </a:lnTo>
                  <a:lnTo>
                    <a:pt x="4922343" y="860248"/>
                  </a:lnTo>
                  <a:lnTo>
                    <a:pt x="4923185" y="873883"/>
                  </a:lnTo>
                  <a:lnTo>
                    <a:pt x="4924026" y="887761"/>
                  </a:lnTo>
                  <a:lnTo>
                    <a:pt x="4924867" y="901229"/>
                  </a:lnTo>
                  <a:lnTo>
                    <a:pt x="4925708" y="913976"/>
                  </a:lnTo>
                  <a:lnTo>
                    <a:pt x="4926549" y="926813"/>
                  </a:lnTo>
                  <a:lnTo>
                    <a:pt x="4927391" y="940091"/>
                  </a:lnTo>
                  <a:lnTo>
                    <a:pt x="4928232" y="953954"/>
                  </a:lnTo>
                  <a:lnTo>
                    <a:pt x="4929073" y="969010"/>
                  </a:lnTo>
                  <a:lnTo>
                    <a:pt x="4929914" y="984332"/>
                  </a:lnTo>
                  <a:lnTo>
                    <a:pt x="4930755" y="995253"/>
                  </a:lnTo>
                  <a:lnTo>
                    <a:pt x="4931597" y="1006168"/>
                  </a:lnTo>
                  <a:lnTo>
                    <a:pt x="4932438" y="1016968"/>
                  </a:lnTo>
                  <a:lnTo>
                    <a:pt x="4933279" y="1027273"/>
                  </a:lnTo>
                  <a:lnTo>
                    <a:pt x="4934120" y="1034734"/>
                  </a:lnTo>
                  <a:lnTo>
                    <a:pt x="4934961" y="1041105"/>
                  </a:lnTo>
                  <a:lnTo>
                    <a:pt x="4935803" y="1047550"/>
                  </a:lnTo>
                  <a:lnTo>
                    <a:pt x="4936644" y="1051919"/>
                  </a:lnTo>
                  <a:lnTo>
                    <a:pt x="4937485" y="1055369"/>
                  </a:lnTo>
                  <a:lnTo>
                    <a:pt x="4938326" y="1058504"/>
                  </a:lnTo>
                  <a:lnTo>
                    <a:pt x="4939167" y="1061151"/>
                  </a:lnTo>
                  <a:lnTo>
                    <a:pt x="4940009" y="1061723"/>
                  </a:lnTo>
                  <a:lnTo>
                    <a:pt x="4940850" y="1060066"/>
                  </a:lnTo>
                  <a:lnTo>
                    <a:pt x="4941691" y="1055519"/>
                  </a:lnTo>
                  <a:lnTo>
                    <a:pt x="4942532" y="1048801"/>
                  </a:lnTo>
                  <a:lnTo>
                    <a:pt x="4943374" y="1040067"/>
                  </a:lnTo>
                  <a:lnTo>
                    <a:pt x="4944215" y="1030454"/>
                  </a:lnTo>
                  <a:lnTo>
                    <a:pt x="4945056" y="1021719"/>
                  </a:lnTo>
                  <a:lnTo>
                    <a:pt x="4945897" y="1012234"/>
                  </a:lnTo>
                  <a:lnTo>
                    <a:pt x="4946738" y="1002670"/>
                  </a:lnTo>
                  <a:lnTo>
                    <a:pt x="4947580" y="994455"/>
                  </a:lnTo>
                  <a:lnTo>
                    <a:pt x="4948421" y="988906"/>
                  </a:lnTo>
                  <a:lnTo>
                    <a:pt x="4949262" y="987645"/>
                  </a:lnTo>
                  <a:lnTo>
                    <a:pt x="4950103" y="987440"/>
                  </a:lnTo>
                  <a:lnTo>
                    <a:pt x="4950944" y="987706"/>
                  </a:lnTo>
                  <a:lnTo>
                    <a:pt x="4951786" y="987402"/>
                  </a:lnTo>
                  <a:lnTo>
                    <a:pt x="4952627" y="988435"/>
                  </a:lnTo>
                  <a:lnTo>
                    <a:pt x="4953468" y="991534"/>
                  </a:lnTo>
                  <a:lnTo>
                    <a:pt x="4954309" y="997019"/>
                  </a:lnTo>
                  <a:lnTo>
                    <a:pt x="4955150" y="1004911"/>
                  </a:lnTo>
                  <a:lnTo>
                    <a:pt x="4955992" y="1010717"/>
                  </a:lnTo>
                  <a:lnTo>
                    <a:pt x="4956833" y="1016712"/>
                  </a:lnTo>
                  <a:lnTo>
                    <a:pt x="4957674" y="1023581"/>
                  </a:lnTo>
                  <a:lnTo>
                    <a:pt x="4958515" y="1031752"/>
                  </a:lnTo>
                  <a:lnTo>
                    <a:pt x="4959356" y="1040992"/>
                  </a:lnTo>
                  <a:lnTo>
                    <a:pt x="4960198" y="1050268"/>
                  </a:lnTo>
                  <a:lnTo>
                    <a:pt x="4961039" y="1059742"/>
                  </a:lnTo>
                  <a:lnTo>
                    <a:pt x="4961880" y="1069629"/>
                  </a:lnTo>
                  <a:lnTo>
                    <a:pt x="4962721" y="1080061"/>
                  </a:lnTo>
                  <a:lnTo>
                    <a:pt x="4963562" y="1090567"/>
                  </a:lnTo>
                  <a:lnTo>
                    <a:pt x="4964404" y="1101485"/>
                  </a:lnTo>
                  <a:lnTo>
                    <a:pt x="4965245" y="1112981"/>
                  </a:lnTo>
                  <a:lnTo>
                    <a:pt x="4966086" y="1125222"/>
                  </a:lnTo>
                  <a:lnTo>
                    <a:pt x="4966927" y="1138238"/>
                  </a:lnTo>
                  <a:lnTo>
                    <a:pt x="4967768" y="1149360"/>
                  </a:lnTo>
                  <a:lnTo>
                    <a:pt x="4968610" y="1160331"/>
                  </a:lnTo>
                  <a:lnTo>
                    <a:pt x="4969451" y="1174730"/>
                  </a:lnTo>
                  <a:lnTo>
                    <a:pt x="4970292" y="1186740"/>
                  </a:lnTo>
                  <a:lnTo>
                    <a:pt x="4971133" y="1202475"/>
                  </a:lnTo>
                  <a:lnTo>
                    <a:pt x="4971974" y="1218100"/>
                  </a:lnTo>
                  <a:lnTo>
                    <a:pt x="4972816" y="1233821"/>
                  </a:lnTo>
                  <a:lnTo>
                    <a:pt x="4973657" y="1248774"/>
                  </a:lnTo>
                  <a:lnTo>
                    <a:pt x="4974498" y="1262864"/>
                  </a:lnTo>
                  <a:lnTo>
                    <a:pt x="4975339" y="1276529"/>
                  </a:lnTo>
                  <a:lnTo>
                    <a:pt x="4976180" y="1290136"/>
                  </a:lnTo>
                  <a:lnTo>
                    <a:pt x="4977022" y="1304391"/>
                  </a:lnTo>
                  <a:lnTo>
                    <a:pt x="4977863" y="1318761"/>
                  </a:lnTo>
                  <a:lnTo>
                    <a:pt x="4978704" y="1332713"/>
                  </a:lnTo>
                  <a:lnTo>
                    <a:pt x="4979545" y="1346245"/>
                  </a:lnTo>
                  <a:lnTo>
                    <a:pt x="4980386" y="1358878"/>
                  </a:lnTo>
                  <a:lnTo>
                    <a:pt x="4981228" y="1371208"/>
                  </a:lnTo>
                  <a:lnTo>
                    <a:pt x="4982069" y="1383583"/>
                  </a:lnTo>
                  <a:lnTo>
                    <a:pt x="4982910" y="1398821"/>
                  </a:lnTo>
                  <a:lnTo>
                    <a:pt x="4983751" y="1411993"/>
                  </a:lnTo>
                  <a:lnTo>
                    <a:pt x="4984592" y="1424231"/>
                  </a:lnTo>
                  <a:lnTo>
                    <a:pt x="4985434" y="1436126"/>
                  </a:lnTo>
                  <a:lnTo>
                    <a:pt x="4986275" y="1448326"/>
                  </a:lnTo>
                  <a:lnTo>
                    <a:pt x="4987116" y="1461581"/>
                  </a:lnTo>
                  <a:lnTo>
                    <a:pt x="4987957" y="1471433"/>
                  </a:lnTo>
                  <a:lnTo>
                    <a:pt x="4988798" y="1480633"/>
                  </a:lnTo>
                  <a:lnTo>
                    <a:pt x="4989640" y="1489470"/>
                  </a:lnTo>
                  <a:lnTo>
                    <a:pt x="4990481" y="1496671"/>
                  </a:lnTo>
                  <a:lnTo>
                    <a:pt x="4991322" y="1503384"/>
                  </a:lnTo>
                  <a:lnTo>
                    <a:pt x="4992163" y="1510258"/>
                  </a:lnTo>
                  <a:lnTo>
                    <a:pt x="4993004" y="1515590"/>
                  </a:lnTo>
                  <a:lnTo>
                    <a:pt x="4993846" y="1521226"/>
                  </a:lnTo>
                  <a:lnTo>
                    <a:pt x="4994687" y="1526451"/>
                  </a:lnTo>
                  <a:lnTo>
                    <a:pt x="4995528" y="1532222"/>
                  </a:lnTo>
                  <a:lnTo>
                    <a:pt x="4996369" y="1538449"/>
                  </a:lnTo>
                  <a:lnTo>
                    <a:pt x="4997210" y="1545580"/>
                  </a:lnTo>
                  <a:lnTo>
                    <a:pt x="4998052" y="1553668"/>
                  </a:lnTo>
                  <a:lnTo>
                    <a:pt x="4998893" y="1561505"/>
                  </a:lnTo>
                  <a:lnTo>
                    <a:pt x="4999734" y="1569476"/>
                  </a:lnTo>
                  <a:lnTo>
                    <a:pt x="5000575" y="1576794"/>
                  </a:lnTo>
                  <a:lnTo>
                    <a:pt x="5001416" y="1584554"/>
                  </a:lnTo>
                  <a:lnTo>
                    <a:pt x="5002258" y="1592485"/>
                  </a:lnTo>
                  <a:lnTo>
                    <a:pt x="5003099" y="1600201"/>
                  </a:lnTo>
                  <a:lnTo>
                    <a:pt x="5003940" y="1608907"/>
                  </a:lnTo>
                  <a:lnTo>
                    <a:pt x="5004781" y="1617335"/>
                  </a:lnTo>
                  <a:lnTo>
                    <a:pt x="5005622" y="1625387"/>
                  </a:lnTo>
                  <a:lnTo>
                    <a:pt x="5006464" y="1632512"/>
                  </a:lnTo>
                  <a:lnTo>
                    <a:pt x="5007305" y="1639078"/>
                  </a:lnTo>
                  <a:lnTo>
                    <a:pt x="5008146" y="1644677"/>
                  </a:lnTo>
                  <a:lnTo>
                    <a:pt x="5008987" y="1648704"/>
                  </a:lnTo>
                  <a:lnTo>
                    <a:pt x="5009828" y="1652644"/>
                  </a:lnTo>
                  <a:lnTo>
                    <a:pt x="5010670" y="1655241"/>
                  </a:lnTo>
                  <a:lnTo>
                    <a:pt x="5011511" y="1657639"/>
                  </a:lnTo>
                  <a:lnTo>
                    <a:pt x="5012352" y="1660016"/>
                  </a:lnTo>
                  <a:lnTo>
                    <a:pt x="5013193" y="1661934"/>
                  </a:lnTo>
                  <a:lnTo>
                    <a:pt x="5014034" y="1663883"/>
                  </a:lnTo>
                  <a:lnTo>
                    <a:pt x="5014876" y="1665900"/>
                  </a:lnTo>
                  <a:lnTo>
                    <a:pt x="5015717" y="1667522"/>
                  </a:lnTo>
                  <a:lnTo>
                    <a:pt x="5016558" y="1668694"/>
                  </a:lnTo>
                  <a:lnTo>
                    <a:pt x="5017399" y="1668905"/>
                  </a:lnTo>
                  <a:lnTo>
                    <a:pt x="5018241" y="1668608"/>
                  </a:lnTo>
                  <a:lnTo>
                    <a:pt x="5019082" y="1668209"/>
                  </a:lnTo>
                  <a:lnTo>
                    <a:pt x="5019923" y="1668276"/>
                  </a:lnTo>
                  <a:lnTo>
                    <a:pt x="5020764" y="1668389"/>
                  </a:lnTo>
                  <a:lnTo>
                    <a:pt x="5021605" y="1669798"/>
                  </a:lnTo>
                  <a:lnTo>
                    <a:pt x="5022447" y="1671253"/>
                  </a:lnTo>
                  <a:lnTo>
                    <a:pt x="5023288" y="1672725"/>
                  </a:lnTo>
                  <a:lnTo>
                    <a:pt x="5024129" y="1674872"/>
                  </a:lnTo>
                  <a:lnTo>
                    <a:pt x="5024970" y="1678623"/>
                  </a:lnTo>
                  <a:lnTo>
                    <a:pt x="5025811" y="1683434"/>
                  </a:lnTo>
                  <a:lnTo>
                    <a:pt x="5026653" y="1688113"/>
                  </a:lnTo>
                  <a:lnTo>
                    <a:pt x="5027494" y="1693820"/>
                  </a:lnTo>
                  <a:lnTo>
                    <a:pt x="5028335" y="1699715"/>
                  </a:lnTo>
                  <a:lnTo>
                    <a:pt x="5029176" y="1707062"/>
                  </a:lnTo>
                  <a:lnTo>
                    <a:pt x="5030017" y="1714851"/>
                  </a:lnTo>
                  <a:lnTo>
                    <a:pt x="5030859" y="1722751"/>
                  </a:lnTo>
                  <a:lnTo>
                    <a:pt x="5031700" y="1731220"/>
                  </a:lnTo>
                  <a:lnTo>
                    <a:pt x="5032541" y="1740007"/>
                  </a:lnTo>
                  <a:lnTo>
                    <a:pt x="5033382" y="1749304"/>
                  </a:lnTo>
                  <a:lnTo>
                    <a:pt x="5034223" y="1758774"/>
                  </a:lnTo>
                  <a:lnTo>
                    <a:pt x="5035065" y="1767329"/>
                  </a:lnTo>
                  <a:lnTo>
                    <a:pt x="5035906" y="1775014"/>
                  </a:lnTo>
                  <a:lnTo>
                    <a:pt x="5036747" y="1782325"/>
                  </a:lnTo>
                  <a:lnTo>
                    <a:pt x="5037588" y="1789252"/>
                  </a:lnTo>
                  <a:lnTo>
                    <a:pt x="5038429" y="1795893"/>
                  </a:lnTo>
                  <a:lnTo>
                    <a:pt x="5039271" y="1803080"/>
                  </a:lnTo>
                  <a:lnTo>
                    <a:pt x="5040112" y="1809957"/>
                  </a:lnTo>
                  <a:lnTo>
                    <a:pt x="5040953" y="1816716"/>
                  </a:lnTo>
                  <a:lnTo>
                    <a:pt x="5041794" y="1823367"/>
                  </a:lnTo>
                  <a:lnTo>
                    <a:pt x="5042635" y="1830449"/>
                  </a:lnTo>
                  <a:lnTo>
                    <a:pt x="5043477" y="1837641"/>
                  </a:lnTo>
                  <a:lnTo>
                    <a:pt x="5044318" y="1844696"/>
                  </a:lnTo>
                  <a:lnTo>
                    <a:pt x="5045159" y="1851272"/>
                  </a:lnTo>
                  <a:lnTo>
                    <a:pt x="5046000" y="1857132"/>
                  </a:lnTo>
                  <a:lnTo>
                    <a:pt x="5046841" y="1863093"/>
                  </a:lnTo>
                  <a:lnTo>
                    <a:pt x="5047683" y="1869264"/>
                  </a:lnTo>
                  <a:lnTo>
                    <a:pt x="5048524" y="1876540"/>
                  </a:lnTo>
                  <a:lnTo>
                    <a:pt x="5049365" y="1885480"/>
                  </a:lnTo>
                  <a:lnTo>
                    <a:pt x="5050206" y="1896701"/>
                  </a:lnTo>
                  <a:lnTo>
                    <a:pt x="5051047" y="1907292"/>
                  </a:lnTo>
                  <a:lnTo>
                    <a:pt x="5051889" y="1917633"/>
                  </a:lnTo>
                  <a:lnTo>
                    <a:pt x="5052730" y="1927986"/>
                  </a:lnTo>
                  <a:lnTo>
                    <a:pt x="5053571" y="1937776"/>
                  </a:lnTo>
                  <a:lnTo>
                    <a:pt x="5054412" y="1946364"/>
                  </a:lnTo>
                  <a:lnTo>
                    <a:pt x="5055253" y="1954277"/>
                  </a:lnTo>
                  <a:lnTo>
                    <a:pt x="5056095" y="1962183"/>
                  </a:lnTo>
                  <a:lnTo>
                    <a:pt x="5056936" y="1970853"/>
                  </a:lnTo>
                  <a:lnTo>
                    <a:pt x="5057777" y="1979457"/>
                  </a:lnTo>
                  <a:lnTo>
                    <a:pt x="5058618" y="1989122"/>
                  </a:lnTo>
                  <a:lnTo>
                    <a:pt x="5059459" y="1999615"/>
                  </a:lnTo>
                  <a:lnTo>
                    <a:pt x="5060301" y="2007138"/>
                  </a:lnTo>
                  <a:lnTo>
                    <a:pt x="5061142" y="2012904"/>
                  </a:lnTo>
                  <a:lnTo>
                    <a:pt x="5061983" y="2018651"/>
                  </a:lnTo>
                  <a:lnTo>
                    <a:pt x="5062824" y="2021488"/>
                  </a:lnTo>
                  <a:lnTo>
                    <a:pt x="5063665" y="2024441"/>
                  </a:lnTo>
                  <a:lnTo>
                    <a:pt x="5064507" y="2026239"/>
                  </a:lnTo>
                  <a:lnTo>
                    <a:pt x="5065348" y="2027589"/>
                  </a:lnTo>
                  <a:lnTo>
                    <a:pt x="5066189" y="2028586"/>
                  </a:lnTo>
                  <a:lnTo>
                    <a:pt x="5067030" y="2029235"/>
                  </a:lnTo>
                  <a:lnTo>
                    <a:pt x="5067871" y="2029503"/>
                  </a:lnTo>
                  <a:lnTo>
                    <a:pt x="5068713" y="2029846"/>
                  </a:lnTo>
                  <a:lnTo>
                    <a:pt x="5069554" y="2030133"/>
                  </a:lnTo>
                  <a:lnTo>
                    <a:pt x="5070395" y="2030531"/>
                  </a:lnTo>
                  <a:lnTo>
                    <a:pt x="5071236" y="2030479"/>
                  </a:lnTo>
                  <a:lnTo>
                    <a:pt x="5072077" y="2029865"/>
                  </a:lnTo>
                  <a:lnTo>
                    <a:pt x="5072919" y="2028613"/>
                  </a:lnTo>
                  <a:lnTo>
                    <a:pt x="5073760" y="2026541"/>
                  </a:lnTo>
                  <a:lnTo>
                    <a:pt x="5074601" y="2023486"/>
                  </a:lnTo>
                  <a:lnTo>
                    <a:pt x="5075442" y="2021179"/>
                  </a:lnTo>
                  <a:lnTo>
                    <a:pt x="5076283" y="2019366"/>
                  </a:lnTo>
                  <a:lnTo>
                    <a:pt x="5077125" y="2017295"/>
                  </a:lnTo>
                  <a:lnTo>
                    <a:pt x="5077966" y="2015548"/>
                  </a:lnTo>
                  <a:lnTo>
                    <a:pt x="5078807" y="2012836"/>
                  </a:lnTo>
                  <a:lnTo>
                    <a:pt x="5079648" y="2009790"/>
                  </a:lnTo>
                  <a:lnTo>
                    <a:pt x="5080489" y="2006190"/>
                  </a:lnTo>
                  <a:lnTo>
                    <a:pt x="5081331" y="2002088"/>
                  </a:lnTo>
                  <a:lnTo>
                    <a:pt x="5082172" y="1997895"/>
                  </a:lnTo>
                  <a:lnTo>
                    <a:pt x="5083013" y="1993595"/>
                  </a:lnTo>
                  <a:lnTo>
                    <a:pt x="5083854" y="1989113"/>
                  </a:lnTo>
                  <a:lnTo>
                    <a:pt x="5084695" y="1984434"/>
                  </a:lnTo>
                  <a:lnTo>
                    <a:pt x="5085537" y="1979314"/>
                  </a:lnTo>
                  <a:lnTo>
                    <a:pt x="5086378" y="1976084"/>
                  </a:lnTo>
                  <a:lnTo>
                    <a:pt x="5087219" y="1972849"/>
                  </a:lnTo>
                  <a:lnTo>
                    <a:pt x="5088060" y="1969238"/>
                  </a:lnTo>
                  <a:lnTo>
                    <a:pt x="5088902" y="1965674"/>
                  </a:lnTo>
                  <a:lnTo>
                    <a:pt x="5089743" y="1961652"/>
                  </a:lnTo>
                  <a:lnTo>
                    <a:pt x="5090584" y="1957496"/>
                  </a:lnTo>
                  <a:lnTo>
                    <a:pt x="5091425" y="1953441"/>
                  </a:lnTo>
                  <a:lnTo>
                    <a:pt x="5092266" y="1950470"/>
                  </a:lnTo>
                  <a:lnTo>
                    <a:pt x="5093108" y="1947301"/>
                  </a:lnTo>
                  <a:lnTo>
                    <a:pt x="5093949" y="1943262"/>
                  </a:lnTo>
                  <a:lnTo>
                    <a:pt x="5094790" y="1938238"/>
                  </a:lnTo>
                  <a:lnTo>
                    <a:pt x="5095631" y="1933717"/>
                  </a:lnTo>
                  <a:lnTo>
                    <a:pt x="5096472" y="1929658"/>
                  </a:lnTo>
                  <a:lnTo>
                    <a:pt x="5097314" y="1925954"/>
                  </a:lnTo>
                  <a:lnTo>
                    <a:pt x="5098155" y="1922374"/>
                  </a:lnTo>
                  <a:lnTo>
                    <a:pt x="5098996" y="1918655"/>
                  </a:lnTo>
                  <a:lnTo>
                    <a:pt x="5099837" y="1914709"/>
                  </a:lnTo>
                  <a:lnTo>
                    <a:pt x="5100678" y="1910641"/>
                  </a:lnTo>
                  <a:lnTo>
                    <a:pt x="5101520" y="1907244"/>
                  </a:lnTo>
                  <a:lnTo>
                    <a:pt x="5102361" y="1904898"/>
                  </a:lnTo>
                  <a:lnTo>
                    <a:pt x="5103202" y="1903804"/>
                  </a:lnTo>
                  <a:lnTo>
                    <a:pt x="5104043" y="1903100"/>
                  </a:lnTo>
                  <a:lnTo>
                    <a:pt x="5104884" y="1902754"/>
                  </a:lnTo>
                  <a:lnTo>
                    <a:pt x="5105726" y="1903246"/>
                  </a:lnTo>
                  <a:lnTo>
                    <a:pt x="5106567" y="1903837"/>
                  </a:lnTo>
                  <a:lnTo>
                    <a:pt x="5107408" y="1905079"/>
                  </a:lnTo>
                  <a:lnTo>
                    <a:pt x="5108249" y="1908499"/>
                  </a:lnTo>
                  <a:lnTo>
                    <a:pt x="5109090" y="1913797"/>
                  </a:lnTo>
                  <a:lnTo>
                    <a:pt x="5109932" y="1920222"/>
                  </a:lnTo>
                  <a:lnTo>
                    <a:pt x="5110773" y="1928574"/>
                  </a:lnTo>
                  <a:lnTo>
                    <a:pt x="5111614" y="1938683"/>
                  </a:lnTo>
                  <a:lnTo>
                    <a:pt x="5112455" y="1948240"/>
                  </a:lnTo>
                  <a:lnTo>
                    <a:pt x="5113296" y="1957767"/>
                  </a:lnTo>
                  <a:lnTo>
                    <a:pt x="5114138" y="1967143"/>
                  </a:lnTo>
                  <a:lnTo>
                    <a:pt x="5114979" y="1976107"/>
                  </a:lnTo>
                  <a:lnTo>
                    <a:pt x="5115820" y="1983529"/>
                  </a:lnTo>
                  <a:lnTo>
                    <a:pt x="5116661" y="1990606"/>
                  </a:lnTo>
                  <a:lnTo>
                    <a:pt x="5117502" y="1996593"/>
                  </a:lnTo>
                  <a:lnTo>
                    <a:pt x="5118344" y="2002542"/>
                  </a:lnTo>
                  <a:lnTo>
                    <a:pt x="5119185" y="2007381"/>
                  </a:lnTo>
                  <a:lnTo>
                    <a:pt x="5120026" y="2013070"/>
                  </a:lnTo>
                  <a:lnTo>
                    <a:pt x="5120867" y="2017718"/>
                  </a:lnTo>
                  <a:lnTo>
                    <a:pt x="5121708" y="2021166"/>
                  </a:lnTo>
                  <a:lnTo>
                    <a:pt x="5122550" y="2022516"/>
                  </a:lnTo>
                  <a:lnTo>
                    <a:pt x="5123391" y="2021811"/>
                  </a:lnTo>
                  <a:lnTo>
                    <a:pt x="5124232" y="2019192"/>
                  </a:lnTo>
                  <a:lnTo>
                    <a:pt x="5125073" y="2017038"/>
                  </a:lnTo>
                  <a:lnTo>
                    <a:pt x="5125914" y="2014670"/>
                  </a:lnTo>
                  <a:lnTo>
                    <a:pt x="5126756" y="2011931"/>
                  </a:lnTo>
                  <a:lnTo>
                    <a:pt x="5127597" y="2009055"/>
                  </a:lnTo>
                  <a:lnTo>
                    <a:pt x="5128438" y="2006266"/>
                  </a:lnTo>
                  <a:lnTo>
                    <a:pt x="5129279" y="2003355"/>
                  </a:lnTo>
                  <a:lnTo>
                    <a:pt x="5130120" y="2000758"/>
                  </a:lnTo>
                  <a:lnTo>
                    <a:pt x="5130962" y="1998162"/>
                  </a:lnTo>
                  <a:lnTo>
                    <a:pt x="5131803" y="1995143"/>
                  </a:lnTo>
                  <a:lnTo>
                    <a:pt x="5132644" y="1991097"/>
                  </a:lnTo>
                  <a:lnTo>
                    <a:pt x="5133485" y="1985946"/>
                  </a:lnTo>
                  <a:lnTo>
                    <a:pt x="5134326" y="1980578"/>
                  </a:lnTo>
                  <a:lnTo>
                    <a:pt x="5135168" y="1974950"/>
                  </a:lnTo>
                  <a:lnTo>
                    <a:pt x="5136009" y="1969377"/>
                  </a:lnTo>
                  <a:lnTo>
                    <a:pt x="5136850" y="1963942"/>
                  </a:lnTo>
                  <a:lnTo>
                    <a:pt x="5137691" y="1958583"/>
                  </a:lnTo>
                  <a:lnTo>
                    <a:pt x="5138532" y="1953744"/>
                  </a:lnTo>
                  <a:lnTo>
                    <a:pt x="5139374" y="1949500"/>
                  </a:lnTo>
                  <a:lnTo>
                    <a:pt x="5140215" y="1945199"/>
                  </a:lnTo>
                  <a:lnTo>
                    <a:pt x="5141056" y="1941172"/>
                  </a:lnTo>
                  <a:lnTo>
                    <a:pt x="5141897" y="1937091"/>
                  </a:lnTo>
                  <a:lnTo>
                    <a:pt x="5142738" y="1933153"/>
                  </a:lnTo>
                  <a:lnTo>
                    <a:pt x="5143580" y="1929084"/>
                  </a:lnTo>
                  <a:lnTo>
                    <a:pt x="5144421" y="1925149"/>
                  </a:lnTo>
                  <a:lnTo>
                    <a:pt x="5145262" y="1921643"/>
                  </a:lnTo>
                  <a:lnTo>
                    <a:pt x="5146103" y="1918393"/>
                  </a:lnTo>
                  <a:lnTo>
                    <a:pt x="5146944" y="1915239"/>
                  </a:lnTo>
                  <a:lnTo>
                    <a:pt x="5147786" y="1912714"/>
                  </a:lnTo>
                  <a:lnTo>
                    <a:pt x="5148627" y="1911078"/>
                  </a:lnTo>
                  <a:lnTo>
                    <a:pt x="5149468" y="1909595"/>
                  </a:lnTo>
                  <a:lnTo>
                    <a:pt x="5150309" y="1908214"/>
                  </a:lnTo>
                  <a:lnTo>
                    <a:pt x="5151150" y="1907055"/>
                  </a:lnTo>
                  <a:lnTo>
                    <a:pt x="5151992" y="1906574"/>
                  </a:lnTo>
                  <a:lnTo>
                    <a:pt x="5152833" y="1906013"/>
                  </a:lnTo>
                  <a:lnTo>
                    <a:pt x="5153674" y="1906119"/>
                  </a:lnTo>
                  <a:lnTo>
                    <a:pt x="5154515" y="1906829"/>
                  </a:lnTo>
                  <a:lnTo>
                    <a:pt x="5155356" y="1907287"/>
                  </a:lnTo>
                  <a:lnTo>
                    <a:pt x="5156198" y="1908037"/>
                  </a:lnTo>
                  <a:lnTo>
                    <a:pt x="5157039" y="1909108"/>
                  </a:lnTo>
                  <a:lnTo>
                    <a:pt x="5157880" y="1910218"/>
                  </a:lnTo>
                  <a:lnTo>
                    <a:pt x="5158721" y="1911303"/>
                  </a:lnTo>
                  <a:lnTo>
                    <a:pt x="5159563" y="1912719"/>
                  </a:lnTo>
                  <a:lnTo>
                    <a:pt x="5160404" y="1913944"/>
                  </a:lnTo>
                  <a:lnTo>
                    <a:pt x="5161245" y="1915089"/>
                  </a:lnTo>
                  <a:lnTo>
                    <a:pt x="5162086" y="1916063"/>
                  </a:lnTo>
                  <a:lnTo>
                    <a:pt x="5162927" y="1916871"/>
                  </a:lnTo>
                  <a:lnTo>
                    <a:pt x="5163769" y="1917397"/>
                  </a:lnTo>
                  <a:lnTo>
                    <a:pt x="5164610" y="1917252"/>
                  </a:lnTo>
                  <a:lnTo>
                    <a:pt x="5165451" y="1916862"/>
                  </a:lnTo>
                  <a:lnTo>
                    <a:pt x="5166292" y="1915876"/>
                  </a:lnTo>
                  <a:lnTo>
                    <a:pt x="5167133" y="1914508"/>
                  </a:lnTo>
                  <a:lnTo>
                    <a:pt x="5167975" y="1913554"/>
                  </a:lnTo>
                  <a:lnTo>
                    <a:pt x="5168816" y="1912775"/>
                  </a:lnTo>
                  <a:lnTo>
                    <a:pt x="5169657" y="1911454"/>
                  </a:lnTo>
                  <a:lnTo>
                    <a:pt x="5170498" y="1909964"/>
                  </a:lnTo>
                  <a:lnTo>
                    <a:pt x="5171339" y="1908497"/>
                  </a:lnTo>
                  <a:lnTo>
                    <a:pt x="5172181" y="1906281"/>
                  </a:lnTo>
                  <a:lnTo>
                    <a:pt x="5173022" y="1903865"/>
                  </a:lnTo>
                  <a:lnTo>
                    <a:pt x="5173863" y="1901464"/>
                  </a:lnTo>
                  <a:lnTo>
                    <a:pt x="5174704" y="1899418"/>
                  </a:lnTo>
                  <a:lnTo>
                    <a:pt x="5175545" y="1897881"/>
                  </a:lnTo>
                  <a:lnTo>
                    <a:pt x="5176387" y="1896764"/>
                  </a:lnTo>
                  <a:lnTo>
                    <a:pt x="5177228" y="1896283"/>
                  </a:lnTo>
                  <a:lnTo>
                    <a:pt x="5178069" y="1895698"/>
                  </a:lnTo>
                  <a:lnTo>
                    <a:pt x="5178910" y="1895707"/>
                  </a:lnTo>
                  <a:lnTo>
                    <a:pt x="5179751" y="1895839"/>
                  </a:lnTo>
                  <a:lnTo>
                    <a:pt x="5180593" y="1895938"/>
                  </a:lnTo>
                  <a:lnTo>
                    <a:pt x="5181434" y="1895578"/>
                  </a:lnTo>
                  <a:lnTo>
                    <a:pt x="5182275" y="1895294"/>
                  </a:lnTo>
                  <a:lnTo>
                    <a:pt x="5183116" y="1895134"/>
                  </a:lnTo>
                  <a:lnTo>
                    <a:pt x="5183957" y="1894186"/>
                  </a:lnTo>
                  <a:lnTo>
                    <a:pt x="5184799" y="1893114"/>
                  </a:lnTo>
                  <a:lnTo>
                    <a:pt x="5185640" y="1891471"/>
                  </a:lnTo>
                  <a:lnTo>
                    <a:pt x="5186481" y="1890150"/>
                  </a:lnTo>
                  <a:lnTo>
                    <a:pt x="5187322" y="1888825"/>
                  </a:lnTo>
                  <a:lnTo>
                    <a:pt x="5188163" y="1887310"/>
                  </a:lnTo>
                  <a:lnTo>
                    <a:pt x="5189005" y="1885737"/>
                  </a:lnTo>
                  <a:lnTo>
                    <a:pt x="5189846" y="1883549"/>
                  </a:lnTo>
                  <a:lnTo>
                    <a:pt x="5190687" y="1882223"/>
                  </a:lnTo>
                  <a:lnTo>
                    <a:pt x="5191528" y="1881943"/>
                  </a:lnTo>
                  <a:lnTo>
                    <a:pt x="5192369" y="1881641"/>
                  </a:lnTo>
                  <a:lnTo>
                    <a:pt x="5193211" y="1881041"/>
                  </a:lnTo>
                  <a:lnTo>
                    <a:pt x="5194052" y="1879723"/>
                  </a:lnTo>
                  <a:lnTo>
                    <a:pt x="5194893" y="1878171"/>
                  </a:lnTo>
                  <a:lnTo>
                    <a:pt x="5195734" y="1876287"/>
                  </a:lnTo>
                  <a:lnTo>
                    <a:pt x="5196575" y="1874281"/>
                  </a:lnTo>
                  <a:lnTo>
                    <a:pt x="5197417" y="1871426"/>
                  </a:lnTo>
                  <a:lnTo>
                    <a:pt x="5198258" y="1867909"/>
                  </a:lnTo>
                  <a:lnTo>
                    <a:pt x="5199099" y="1863566"/>
                  </a:lnTo>
                  <a:lnTo>
                    <a:pt x="5199940" y="1857722"/>
                  </a:lnTo>
                  <a:lnTo>
                    <a:pt x="5200781" y="1851872"/>
                  </a:lnTo>
                  <a:lnTo>
                    <a:pt x="5201623" y="1844677"/>
                  </a:lnTo>
                  <a:lnTo>
                    <a:pt x="5202464" y="1836637"/>
                  </a:lnTo>
                  <a:lnTo>
                    <a:pt x="5203305" y="1828283"/>
                  </a:lnTo>
                  <a:lnTo>
                    <a:pt x="5204146" y="1820253"/>
                  </a:lnTo>
                  <a:lnTo>
                    <a:pt x="5204987" y="1813432"/>
                  </a:lnTo>
                  <a:lnTo>
                    <a:pt x="5205829" y="1806540"/>
                  </a:lnTo>
                  <a:lnTo>
                    <a:pt x="5206670" y="1799282"/>
                  </a:lnTo>
                  <a:lnTo>
                    <a:pt x="5207511" y="1791998"/>
                  </a:lnTo>
                  <a:lnTo>
                    <a:pt x="5208352" y="1784646"/>
                  </a:lnTo>
                  <a:lnTo>
                    <a:pt x="5209193" y="1776882"/>
                  </a:lnTo>
                  <a:lnTo>
                    <a:pt x="5210035" y="1768603"/>
                  </a:lnTo>
                  <a:lnTo>
                    <a:pt x="5210876" y="1760067"/>
                  </a:lnTo>
                  <a:lnTo>
                    <a:pt x="5211717" y="1751254"/>
                  </a:lnTo>
                  <a:lnTo>
                    <a:pt x="5212558" y="1741904"/>
                  </a:lnTo>
                  <a:lnTo>
                    <a:pt x="5213399" y="1732139"/>
                  </a:lnTo>
                  <a:lnTo>
                    <a:pt x="5214241" y="1722456"/>
                  </a:lnTo>
                  <a:lnTo>
                    <a:pt x="5215082" y="1711382"/>
                  </a:lnTo>
                  <a:lnTo>
                    <a:pt x="5215923" y="1701025"/>
                  </a:lnTo>
                  <a:lnTo>
                    <a:pt x="5216764" y="1689425"/>
                  </a:lnTo>
                  <a:lnTo>
                    <a:pt x="5217605" y="1674209"/>
                  </a:lnTo>
                  <a:lnTo>
                    <a:pt x="5218447" y="1659448"/>
                  </a:lnTo>
                  <a:lnTo>
                    <a:pt x="5219288" y="1645255"/>
                  </a:lnTo>
                  <a:lnTo>
                    <a:pt x="5220129" y="1630851"/>
                  </a:lnTo>
                  <a:lnTo>
                    <a:pt x="5220970" y="1616590"/>
                  </a:lnTo>
                  <a:lnTo>
                    <a:pt x="5221811" y="1603249"/>
                  </a:lnTo>
                  <a:lnTo>
                    <a:pt x="5222653" y="1590350"/>
                  </a:lnTo>
                  <a:lnTo>
                    <a:pt x="5223494" y="1577999"/>
                  </a:lnTo>
                  <a:lnTo>
                    <a:pt x="5224335" y="1566500"/>
                  </a:lnTo>
                  <a:lnTo>
                    <a:pt x="5225176" y="1555959"/>
                  </a:lnTo>
                  <a:lnTo>
                    <a:pt x="5226017" y="1546208"/>
                  </a:lnTo>
                  <a:lnTo>
                    <a:pt x="5226859" y="1536420"/>
                  </a:lnTo>
                  <a:lnTo>
                    <a:pt x="5227700" y="1526453"/>
                  </a:lnTo>
                  <a:lnTo>
                    <a:pt x="5228541" y="1516487"/>
                  </a:lnTo>
                  <a:lnTo>
                    <a:pt x="5229382" y="1506831"/>
                  </a:lnTo>
                  <a:lnTo>
                    <a:pt x="5230224" y="1500200"/>
                  </a:lnTo>
                  <a:lnTo>
                    <a:pt x="5231065" y="1495996"/>
                  </a:lnTo>
                  <a:lnTo>
                    <a:pt x="5231906" y="1492409"/>
                  </a:lnTo>
                  <a:lnTo>
                    <a:pt x="5232747" y="1489154"/>
                  </a:lnTo>
                  <a:lnTo>
                    <a:pt x="5233588" y="1486064"/>
                  </a:lnTo>
                  <a:lnTo>
                    <a:pt x="5234430" y="1482717"/>
                  </a:lnTo>
                  <a:lnTo>
                    <a:pt x="5235271" y="1479549"/>
                  </a:lnTo>
                  <a:lnTo>
                    <a:pt x="5236112" y="1476342"/>
                  </a:lnTo>
                  <a:lnTo>
                    <a:pt x="5236953" y="1472787"/>
                  </a:lnTo>
                  <a:lnTo>
                    <a:pt x="5237794" y="1468825"/>
                  </a:lnTo>
                  <a:lnTo>
                    <a:pt x="5238636" y="1464352"/>
                  </a:lnTo>
                  <a:lnTo>
                    <a:pt x="5239477" y="1459521"/>
                  </a:lnTo>
                  <a:lnTo>
                    <a:pt x="5240318" y="1454404"/>
                  </a:lnTo>
                  <a:lnTo>
                    <a:pt x="5241159" y="1449302"/>
                  </a:lnTo>
                  <a:lnTo>
                    <a:pt x="5242000" y="1444828"/>
                  </a:lnTo>
                  <a:lnTo>
                    <a:pt x="5242842" y="1441255"/>
                  </a:lnTo>
                  <a:lnTo>
                    <a:pt x="5243683" y="1434668"/>
                  </a:lnTo>
                  <a:lnTo>
                    <a:pt x="5244524" y="1427593"/>
                  </a:lnTo>
                  <a:lnTo>
                    <a:pt x="5245365" y="1419783"/>
                  </a:lnTo>
                  <a:lnTo>
                    <a:pt x="5246206" y="1407325"/>
                  </a:lnTo>
                  <a:lnTo>
                    <a:pt x="5247048" y="1396006"/>
                  </a:lnTo>
                  <a:lnTo>
                    <a:pt x="5247889" y="1384680"/>
                  </a:lnTo>
                  <a:lnTo>
                    <a:pt x="5248730" y="1373590"/>
                  </a:lnTo>
                  <a:lnTo>
                    <a:pt x="5249571" y="1366525"/>
                  </a:lnTo>
                  <a:lnTo>
                    <a:pt x="5250412" y="1359757"/>
                  </a:lnTo>
                  <a:lnTo>
                    <a:pt x="5251254" y="1352968"/>
                  </a:lnTo>
                  <a:lnTo>
                    <a:pt x="5252095" y="1346467"/>
                  </a:lnTo>
                  <a:lnTo>
                    <a:pt x="5252936" y="1340461"/>
                  </a:lnTo>
                  <a:lnTo>
                    <a:pt x="5253777" y="1334982"/>
                  </a:lnTo>
                  <a:lnTo>
                    <a:pt x="5254618" y="1327293"/>
                  </a:lnTo>
                  <a:lnTo>
                    <a:pt x="5255460" y="1319730"/>
                  </a:lnTo>
                  <a:lnTo>
                    <a:pt x="5256301" y="1312320"/>
                  </a:lnTo>
                  <a:lnTo>
                    <a:pt x="5257142" y="1305121"/>
                  </a:lnTo>
                  <a:lnTo>
                    <a:pt x="5257983" y="1298719"/>
                  </a:lnTo>
                  <a:lnTo>
                    <a:pt x="5258824" y="1292682"/>
                  </a:lnTo>
                  <a:lnTo>
                    <a:pt x="5259666" y="1285991"/>
                  </a:lnTo>
                  <a:lnTo>
                    <a:pt x="5260507" y="1278475"/>
                  </a:lnTo>
                  <a:lnTo>
                    <a:pt x="5261348" y="1271434"/>
                  </a:lnTo>
                  <a:lnTo>
                    <a:pt x="5262189" y="1265692"/>
                  </a:lnTo>
                  <a:lnTo>
                    <a:pt x="5263030" y="1260985"/>
                  </a:lnTo>
                  <a:lnTo>
                    <a:pt x="5263872" y="1255621"/>
                  </a:lnTo>
                  <a:lnTo>
                    <a:pt x="5264713" y="1249533"/>
                  </a:lnTo>
                  <a:lnTo>
                    <a:pt x="5265554" y="1244922"/>
                  </a:lnTo>
                  <a:lnTo>
                    <a:pt x="5266395" y="1241772"/>
                  </a:lnTo>
                  <a:lnTo>
                    <a:pt x="5267236" y="1239418"/>
                  </a:lnTo>
                  <a:lnTo>
                    <a:pt x="5268078" y="1236546"/>
                  </a:lnTo>
                  <a:lnTo>
                    <a:pt x="5268919" y="1234126"/>
                  </a:lnTo>
                  <a:lnTo>
                    <a:pt x="5269760" y="1231266"/>
                  </a:lnTo>
                  <a:lnTo>
                    <a:pt x="5270601" y="1228079"/>
                  </a:lnTo>
                  <a:lnTo>
                    <a:pt x="5271442" y="1225179"/>
                  </a:lnTo>
                  <a:lnTo>
                    <a:pt x="5272284" y="1222774"/>
                  </a:lnTo>
                  <a:lnTo>
                    <a:pt x="5273125" y="1221134"/>
                  </a:lnTo>
                  <a:lnTo>
                    <a:pt x="5273966" y="1219716"/>
                  </a:lnTo>
                  <a:lnTo>
                    <a:pt x="5274807" y="1218322"/>
                  </a:lnTo>
                  <a:lnTo>
                    <a:pt x="5275648" y="1216959"/>
                  </a:lnTo>
                  <a:lnTo>
                    <a:pt x="5276490" y="1215342"/>
                  </a:lnTo>
                  <a:lnTo>
                    <a:pt x="5277331" y="1213976"/>
                  </a:lnTo>
                  <a:lnTo>
                    <a:pt x="5278172" y="1213690"/>
                  </a:lnTo>
                  <a:lnTo>
                    <a:pt x="5279013" y="1213374"/>
                  </a:lnTo>
                  <a:lnTo>
                    <a:pt x="5279854" y="1212638"/>
                  </a:lnTo>
                  <a:lnTo>
                    <a:pt x="5280696" y="1214009"/>
                  </a:lnTo>
                  <a:lnTo>
                    <a:pt x="5281537" y="1214873"/>
                  </a:lnTo>
                  <a:lnTo>
                    <a:pt x="5282378" y="1214391"/>
                  </a:lnTo>
                  <a:lnTo>
                    <a:pt x="5283219" y="1214672"/>
                  </a:lnTo>
                  <a:lnTo>
                    <a:pt x="5284060" y="1214809"/>
                  </a:lnTo>
                  <a:lnTo>
                    <a:pt x="5284902" y="1214485"/>
                  </a:lnTo>
                  <a:lnTo>
                    <a:pt x="5285743" y="1214643"/>
                  </a:lnTo>
                  <a:lnTo>
                    <a:pt x="5286584" y="1214428"/>
                  </a:lnTo>
                  <a:lnTo>
                    <a:pt x="5287425" y="1216085"/>
                  </a:lnTo>
                  <a:lnTo>
                    <a:pt x="5288266" y="1217703"/>
                  </a:lnTo>
                  <a:lnTo>
                    <a:pt x="5289108" y="1220271"/>
                  </a:lnTo>
                  <a:lnTo>
                    <a:pt x="5289949" y="1223348"/>
                  </a:lnTo>
                  <a:lnTo>
                    <a:pt x="5290790" y="1226625"/>
                  </a:lnTo>
                  <a:lnTo>
                    <a:pt x="5291631" y="1229889"/>
                  </a:lnTo>
                  <a:lnTo>
                    <a:pt x="5292472" y="1233017"/>
                  </a:lnTo>
                  <a:lnTo>
                    <a:pt x="5293314" y="1234534"/>
                  </a:lnTo>
                  <a:lnTo>
                    <a:pt x="5294155" y="1235306"/>
                  </a:lnTo>
                  <a:lnTo>
                    <a:pt x="5294996" y="1236904"/>
                  </a:lnTo>
                  <a:lnTo>
                    <a:pt x="5295837" y="1238525"/>
                  </a:lnTo>
                  <a:lnTo>
                    <a:pt x="5296678" y="1240143"/>
                  </a:lnTo>
                  <a:lnTo>
                    <a:pt x="5297520" y="1241845"/>
                  </a:lnTo>
                  <a:lnTo>
                    <a:pt x="5298361" y="1242761"/>
                  </a:lnTo>
                  <a:lnTo>
                    <a:pt x="5299202" y="1243221"/>
                  </a:lnTo>
                  <a:lnTo>
                    <a:pt x="5300043" y="1243039"/>
                  </a:lnTo>
                  <a:lnTo>
                    <a:pt x="5300885" y="1242291"/>
                  </a:lnTo>
                  <a:lnTo>
                    <a:pt x="5301726" y="1241424"/>
                  </a:lnTo>
                  <a:lnTo>
                    <a:pt x="5302567" y="1240129"/>
                  </a:lnTo>
                  <a:lnTo>
                    <a:pt x="5303408" y="1238519"/>
                  </a:lnTo>
                  <a:lnTo>
                    <a:pt x="5304249" y="1235725"/>
                  </a:lnTo>
                  <a:lnTo>
                    <a:pt x="5305091" y="1234840"/>
                  </a:lnTo>
                  <a:lnTo>
                    <a:pt x="5305932" y="1233275"/>
                  </a:lnTo>
                  <a:lnTo>
                    <a:pt x="5306773" y="1230581"/>
                  </a:lnTo>
                  <a:lnTo>
                    <a:pt x="5307614" y="1224125"/>
                  </a:lnTo>
                  <a:lnTo>
                    <a:pt x="5308455" y="1216991"/>
                  </a:lnTo>
                  <a:lnTo>
                    <a:pt x="5309297" y="1209691"/>
                  </a:lnTo>
                  <a:lnTo>
                    <a:pt x="5310138" y="1202891"/>
                  </a:lnTo>
                  <a:lnTo>
                    <a:pt x="5310979" y="1195550"/>
                  </a:lnTo>
                  <a:lnTo>
                    <a:pt x="5311820" y="1187376"/>
                  </a:lnTo>
                  <a:lnTo>
                    <a:pt x="5312661" y="1178993"/>
                  </a:lnTo>
                  <a:lnTo>
                    <a:pt x="5313503" y="1170319"/>
                  </a:lnTo>
                  <a:lnTo>
                    <a:pt x="5314344" y="1161269"/>
                  </a:lnTo>
                  <a:lnTo>
                    <a:pt x="5315185" y="1151993"/>
                  </a:lnTo>
                  <a:lnTo>
                    <a:pt x="5316026" y="1142458"/>
                  </a:lnTo>
                  <a:lnTo>
                    <a:pt x="5316867" y="1133373"/>
                  </a:lnTo>
                  <a:lnTo>
                    <a:pt x="5317709" y="1123940"/>
                  </a:lnTo>
                  <a:lnTo>
                    <a:pt x="5318550" y="1115136"/>
                  </a:lnTo>
                  <a:lnTo>
                    <a:pt x="5319391" y="1106074"/>
                  </a:lnTo>
                  <a:lnTo>
                    <a:pt x="5320232" y="1097412"/>
                  </a:lnTo>
                  <a:lnTo>
                    <a:pt x="5321073" y="1089096"/>
                  </a:lnTo>
                  <a:lnTo>
                    <a:pt x="5321915" y="1080725"/>
                  </a:lnTo>
                  <a:lnTo>
                    <a:pt x="5322756" y="1072200"/>
                  </a:lnTo>
                  <a:lnTo>
                    <a:pt x="5323597" y="1063882"/>
                  </a:lnTo>
                  <a:lnTo>
                    <a:pt x="5324438" y="1055560"/>
                  </a:lnTo>
                  <a:lnTo>
                    <a:pt x="5325279" y="1047274"/>
                  </a:lnTo>
                  <a:lnTo>
                    <a:pt x="5326121" y="1039241"/>
                  </a:lnTo>
                  <a:lnTo>
                    <a:pt x="5326962" y="1031551"/>
                  </a:lnTo>
                  <a:lnTo>
                    <a:pt x="5327803" y="1024561"/>
                  </a:lnTo>
                  <a:lnTo>
                    <a:pt x="5328644" y="1018065"/>
                  </a:lnTo>
                  <a:lnTo>
                    <a:pt x="5329485" y="1011346"/>
                  </a:lnTo>
                  <a:lnTo>
                    <a:pt x="5330327" y="1004724"/>
                  </a:lnTo>
                  <a:lnTo>
                    <a:pt x="5331168" y="997858"/>
                  </a:lnTo>
                  <a:lnTo>
                    <a:pt x="5332009" y="991956"/>
                  </a:lnTo>
                  <a:lnTo>
                    <a:pt x="5332850" y="986830"/>
                  </a:lnTo>
                  <a:lnTo>
                    <a:pt x="5333691" y="982654"/>
                  </a:lnTo>
                  <a:lnTo>
                    <a:pt x="5334533" y="978612"/>
                  </a:lnTo>
                  <a:lnTo>
                    <a:pt x="5335374" y="974310"/>
                  </a:lnTo>
                  <a:lnTo>
                    <a:pt x="5336215" y="969403"/>
                  </a:lnTo>
                  <a:lnTo>
                    <a:pt x="5337056" y="964692"/>
                  </a:lnTo>
                  <a:lnTo>
                    <a:pt x="5337897" y="960387"/>
                  </a:lnTo>
                  <a:lnTo>
                    <a:pt x="5338739" y="953065"/>
                  </a:lnTo>
                  <a:lnTo>
                    <a:pt x="5339580" y="944977"/>
                  </a:lnTo>
                  <a:lnTo>
                    <a:pt x="5340421" y="936246"/>
                  </a:lnTo>
                  <a:lnTo>
                    <a:pt x="5341262" y="926243"/>
                  </a:lnTo>
                  <a:lnTo>
                    <a:pt x="5342103" y="915328"/>
                  </a:lnTo>
                  <a:lnTo>
                    <a:pt x="5342945" y="903731"/>
                  </a:lnTo>
                  <a:lnTo>
                    <a:pt x="5343786" y="892323"/>
                  </a:lnTo>
                  <a:lnTo>
                    <a:pt x="5344627" y="880694"/>
                  </a:lnTo>
                  <a:lnTo>
                    <a:pt x="5345468" y="868892"/>
                  </a:lnTo>
                  <a:lnTo>
                    <a:pt x="5346309" y="856377"/>
                  </a:lnTo>
                  <a:lnTo>
                    <a:pt x="5347151" y="844002"/>
                  </a:lnTo>
                  <a:lnTo>
                    <a:pt x="5347992" y="831636"/>
                  </a:lnTo>
                  <a:lnTo>
                    <a:pt x="5348833" y="819216"/>
                  </a:lnTo>
                  <a:lnTo>
                    <a:pt x="5349674" y="806277"/>
                  </a:lnTo>
                  <a:lnTo>
                    <a:pt x="5350515" y="792116"/>
                  </a:lnTo>
                  <a:lnTo>
                    <a:pt x="5351357" y="778028"/>
                  </a:lnTo>
                  <a:lnTo>
                    <a:pt x="5352198" y="765335"/>
                  </a:lnTo>
                  <a:lnTo>
                    <a:pt x="5353039" y="753347"/>
                  </a:lnTo>
                  <a:lnTo>
                    <a:pt x="5353880" y="743082"/>
                  </a:lnTo>
                  <a:lnTo>
                    <a:pt x="5354721" y="736736"/>
                  </a:lnTo>
                  <a:lnTo>
                    <a:pt x="5355563" y="730153"/>
                  </a:lnTo>
                  <a:lnTo>
                    <a:pt x="5356404" y="722930"/>
                  </a:lnTo>
                  <a:lnTo>
                    <a:pt x="5357245" y="715377"/>
                  </a:lnTo>
                  <a:lnTo>
                    <a:pt x="5358086" y="706905"/>
                  </a:lnTo>
                  <a:lnTo>
                    <a:pt x="5358927" y="697986"/>
                  </a:lnTo>
                  <a:lnTo>
                    <a:pt x="5359769" y="687843"/>
                  </a:lnTo>
                  <a:lnTo>
                    <a:pt x="5360610" y="679919"/>
                  </a:lnTo>
                  <a:lnTo>
                    <a:pt x="5361451" y="672583"/>
                  </a:lnTo>
                  <a:lnTo>
                    <a:pt x="5362292" y="665477"/>
                  </a:lnTo>
                  <a:lnTo>
                    <a:pt x="5363133" y="660454"/>
                  </a:lnTo>
                  <a:lnTo>
                    <a:pt x="5363975" y="655481"/>
                  </a:lnTo>
                  <a:lnTo>
                    <a:pt x="5364816" y="650928"/>
                  </a:lnTo>
                  <a:lnTo>
                    <a:pt x="5365657" y="646271"/>
                  </a:lnTo>
                  <a:lnTo>
                    <a:pt x="5366498" y="641345"/>
                  </a:lnTo>
                  <a:lnTo>
                    <a:pt x="5367339" y="637082"/>
                  </a:lnTo>
                  <a:lnTo>
                    <a:pt x="5368181" y="632762"/>
                  </a:lnTo>
                  <a:lnTo>
                    <a:pt x="5369022" y="627702"/>
                  </a:lnTo>
                  <a:lnTo>
                    <a:pt x="5369863" y="624156"/>
                  </a:lnTo>
                  <a:lnTo>
                    <a:pt x="5370704" y="621200"/>
                  </a:lnTo>
                  <a:lnTo>
                    <a:pt x="5371546" y="620205"/>
                  </a:lnTo>
                  <a:lnTo>
                    <a:pt x="5372387" y="620512"/>
                  </a:lnTo>
                  <a:lnTo>
                    <a:pt x="5373228" y="619814"/>
                  </a:lnTo>
                  <a:lnTo>
                    <a:pt x="5374069" y="619326"/>
                  </a:lnTo>
                  <a:lnTo>
                    <a:pt x="5374910" y="620218"/>
                  </a:lnTo>
                  <a:lnTo>
                    <a:pt x="5375752" y="621969"/>
                  </a:lnTo>
                  <a:lnTo>
                    <a:pt x="5376593" y="623945"/>
                  </a:lnTo>
                  <a:lnTo>
                    <a:pt x="5377434" y="626577"/>
                  </a:lnTo>
                  <a:lnTo>
                    <a:pt x="5378275" y="629862"/>
                  </a:lnTo>
                  <a:lnTo>
                    <a:pt x="5379116" y="633299"/>
                  </a:lnTo>
                  <a:lnTo>
                    <a:pt x="5379958" y="636946"/>
                  </a:lnTo>
                  <a:lnTo>
                    <a:pt x="5380799" y="640992"/>
                  </a:lnTo>
                  <a:lnTo>
                    <a:pt x="5381640" y="645532"/>
                  </a:lnTo>
                  <a:lnTo>
                    <a:pt x="5382481" y="649824"/>
                  </a:lnTo>
                  <a:lnTo>
                    <a:pt x="5383322" y="655539"/>
                  </a:lnTo>
                  <a:lnTo>
                    <a:pt x="5384164" y="660883"/>
                  </a:lnTo>
                  <a:lnTo>
                    <a:pt x="5385005" y="666500"/>
                  </a:lnTo>
                  <a:lnTo>
                    <a:pt x="5385846" y="674772"/>
                  </a:lnTo>
                  <a:lnTo>
                    <a:pt x="5386687" y="682599"/>
                  </a:lnTo>
                  <a:lnTo>
                    <a:pt x="5387528" y="689499"/>
                  </a:lnTo>
                  <a:lnTo>
                    <a:pt x="5388370" y="695015"/>
                  </a:lnTo>
                  <a:lnTo>
                    <a:pt x="5389211" y="700105"/>
                  </a:lnTo>
                  <a:lnTo>
                    <a:pt x="5390052" y="703104"/>
                  </a:lnTo>
                  <a:lnTo>
                    <a:pt x="5390893" y="705977"/>
                  </a:lnTo>
                  <a:lnTo>
                    <a:pt x="5391734" y="706543"/>
                  </a:lnTo>
                  <a:lnTo>
                    <a:pt x="5392576" y="706422"/>
                  </a:lnTo>
                  <a:lnTo>
                    <a:pt x="5393417" y="706462"/>
                  </a:lnTo>
                  <a:lnTo>
                    <a:pt x="5394258" y="706235"/>
                  </a:lnTo>
                  <a:lnTo>
                    <a:pt x="5395099" y="706420"/>
                  </a:lnTo>
                  <a:lnTo>
                    <a:pt x="5395940" y="707143"/>
                  </a:lnTo>
                  <a:lnTo>
                    <a:pt x="5396782" y="708109"/>
                  </a:lnTo>
                  <a:lnTo>
                    <a:pt x="5397623" y="708960"/>
                  </a:lnTo>
                  <a:lnTo>
                    <a:pt x="5398464" y="707223"/>
                  </a:lnTo>
                  <a:lnTo>
                    <a:pt x="5399305" y="704958"/>
                  </a:lnTo>
                  <a:lnTo>
                    <a:pt x="5400146" y="702183"/>
                  </a:lnTo>
                  <a:lnTo>
                    <a:pt x="5400988" y="699882"/>
                  </a:lnTo>
                  <a:lnTo>
                    <a:pt x="5401829" y="700127"/>
                  </a:lnTo>
                  <a:lnTo>
                    <a:pt x="5402670" y="701359"/>
                  </a:lnTo>
                  <a:lnTo>
                    <a:pt x="5403511" y="702435"/>
                  </a:lnTo>
                  <a:lnTo>
                    <a:pt x="5404352" y="705096"/>
                  </a:lnTo>
                  <a:lnTo>
                    <a:pt x="5405194" y="708581"/>
                  </a:lnTo>
                  <a:lnTo>
                    <a:pt x="5406035" y="712234"/>
                  </a:lnTo>
                  <a:lnTo>
                    <a:pt x="5406876" y="715677"/>
                  </a:lnTo>
                  <a:lnTo>
                    <a:pt x="5407717" y="719128"/>
                  </a:lnTo>
                  <a:lnTo>
                    <a:pt x="5408558" y="722908"/>
                  </a:lnTo>
                  <a:lnTo>
                    <a:pt x="5409400" y="726845"/>
                  </a:lnTo>
                  <a:lnTo>
                    <a:pt x="5410241" y="730959"/>
                  </a:lnTo>
                  <a:lnTo>
                    <a:pt x="5411082" y="734054"/>
                  </a:lnTo>
                  <a:lnTo>
                    <a:pt x="5411923" y="740157"/>
                  </a:lnTo>
                  <a:lnTo>
                    <a:pt x="5412764" y="746257"/>
                  </a:lnTo>
                  <a:lnTo>
                    <a:pt x="5413606" y="752534"/>
                  </a:lnTo>
                  <a:lnTo>
                    <a:pt x="5414447" y="763842"/>
                  </a:lnTo>
                  <a:lnTo>
                    <a:pt x="5415288" y="773821"/>
                  </a:lnTo>
                  <a:lnTo>
                    <a:pt x="5416129" y="784270"/>
                  </a:lnTo>
                  <a:lnTo>
                    <a:pt x="5416970" y="794538"/>
                  </a:lnTo>
                  <a:lnTo>
                    <a:pt x="5417812" y="800058"/>
                  </a:lnTo>
                  <a:lnTo>
                    <a:pt x="5418653" y="803028"/>
                  </a:lnTo>
                  <a:lnTo>
                    <a:pt x="5419494" y="803657"/>
                  </a:lnTo>
                  <a:lnTo>
                    <a:pt x="5420335" y="805304"/>
                  </a:lnTo>
                  <a:lnTo>
                    <a:pt x="5421176" y="807102"/>
                  </a:lnTo>
                  <a:lnTo>
                    <a:pt x="5422018" y="808889"/>
                  </a:lnTo>
                  <a:lnTo>
                    <a:pt x="5422859" y="811141"/>
                  </a:lnTo>
                  <a:lnTo>
                    <a:pt x="5423700" y="814297"/>
                  </a:lnTo>
                  <a:lnTo>
                    <a:pt x="5424541" y="818193"/>
                  </a:lnTo>
                  <a:lnTo>
                    <a:pt x="5425382" y="822643"/>
                  </a:lnTo>
                  <a:lnTo>
                    <a:pt x="5426224" y="828031"/>
                  </a:lnTo>
                  <a:lnTo>
                    <a:pt x="5427065" y="833538"/>
                  </a:lnTo>
                  <a:lnTo>
                    <a:pt x="5427906" y="840067"/>
                  </a:lnTo>
                  <a:lnTo>
                    <a:pt x="5428747" y="846787"/>
                  </a:lnTo>
                  <a:lnTo>
                    <a:pt x="5429588" y="854049"/>
                  </a:lnTo>
                  <a:lnTo>
                    <a:pt x="5430430" y="861399"/>
                  </a:lnTo>
                  <a:lnTo>
                    <a:pt x="5431271" y="869832"/>
                  </a:lnTo>
                  <a:lnTo>
                    <a:pt x="5432112" y="879458"/>
                  </a:lnTo>
                  <a:lnTo>
                    <a:pt x="5432953" y="889621"/>
                  </a:lnTo>
                  <a:lnTo>
                    <a:pt x="5433794" y="898026"/>
                  </a:lnTo>
                  <a:lnTo>
                    <a:pt x="5434636" y="905007"/>
                  </a:lnTo>
                  <a:lnTo>
                    <a:pt x="5435477" y="910997"/>
                  </a:lnTo>
                  <a:lnTo>
                    <a:pt x="5436318" y="917488"/>
                  </a:lnTo>
                  <a:lnTo>
                    <a:pt x="5437159" y="923589"/>
                  </a:lnTo>
                  <a:lnTo>
                    <a:pt x="5438000" y="930385"/>
                  </a:lnTo>
                  <a:lnTo>
                    <a:pt x="5438842" y="937400"/>
                  </a:lnTo>
                  <a:lnTo>
                    <a:pt x="5439683" y="944136"/>
                  </a:lnTo>
                  <a:lnTo>
                    <a:pt x="5440524" y="950602"/>
                  </a:lnTo>
                  <a:lnTo>
                    <a:pt x="5441365" y="956569"/>
                  </a:lnTo>
                  <a:lnTo>
                    <a:pt x="5442207" y="962257"/>
                  </a:lnTo>
                  <a:lnTo>
                    <a:pt x="5443048" y="968355"/>
                  </a:lnTo>
                  <a:lnTo>
                    <a:pt x="5443889" y="974523"/>
                  </a:lnTo>
                  <a:lnTo>
                    <a:pt x="5444730" y="980634"/>
                  </a:lnTo>
                  <a:lnTo>
                    <a:pt x="5445571" y="986494"/>
                  </a:lnTo>
                  <a:lnTo>
                    <a:pt x="5446413" y="992259"/>
                  </a:lnTo>
                  <a:lnTo>
                    <a:pt x="5447254" y="997972"/>
                  </a:lnTo>
                  <a:lnTo>
                    <a:pt x="5448095" y="1004650"/>
                  </a:lnTo>
                  <a:lnTo>
                    <a:pt x="5448936" y="1010539"/>
                  </a:lnTo>
                  <a:lnTo>
                    <a:pt x="5449777" y="1017309"/>
                  </a:lnTo>
                  <a:lnTo>
                    <a:pt x="5450619" y="1025969"/>
                  </a:lnTo>
                  <a:lnTo>
                    <a:pt x="5451460" y="1033740"/>
                  </a:lnTo>
                  <a:lnTo>
                    <a:pt x="5452301" y="1041929"/>
                  </a:lnTo>
                  <a:lnTo>
                    <a:pt x="5453142" y="1050155"/>
                  </a:lnTo>
                  <a:lnTo>
                    <a:pt x="5453983" y="1058572"/>
                  </a:lnTo>
                  <a:lnTo>
                    <a:pt x="5454825" y="1066692"/>
                  </a:lnTo>
                  <a:lnTo>
                    <a:pt x="5455666" y="1074289"/>
                  </a:lnTo>
                  <a:lnTo>
                    <a:pt x="5456507" y="1081604"/>
                  </a:lnTo>
                  <a:lnTo>
                    <a:pt x="5457348" y="1087802"/>
                  </a:lnTo>
                  <a:lnTo>
                    <a:pt x="5458189" y="1092869"/>
                  </a:lnTo>
                  <a:lnTo>
                    <a:pt x="5459031" y="1097898"/>
                  </a:lnTo>
                  <a:lnTo>
                    <a:pt x="5459872" y="1103352"/>
                  </a:lnTo>
                  <a:lnTo>
                    <a:pt x="5460713" y="1109041"/>
                  </a:lnTo>
                  <a:lnTo>
                    <a:pt x="5461554" y="1114640"/>
                  </a:lnTo>
                  <a:lnTo>
                    <a:pt x="5462395" y="1120056"/>
                  </a:lnTo>
                  <a:lnTo>
                    <a:pt x="5463237" y="1123089"/>
                  </a:lnTo>
                  <a:lnTo>
                    <a:pt x="5464078" y="1125536"/>
                  </a:lnTo>
                  <a:lnTo>
                    <a:pt x="5464919" y="1128075"/>
                  </a:lnTo>
                  <a:lnTo>
                    <a:pt x="5465760" y="1130385"/>
                  </a:lnTo>
                  <a:lnTo>
                    <a:pt x="5466601" y="1132203"/>
                  </a:lnTo>
                  <a:lnTo>
                    <a:pt x="5467443" y="1133595"/>
                  </a:lnTo>
                  <a:lnTo>
                    <a:pt x="5468284" y="1134388"/>
                  </a:lnTo>
                  <a:lnTo>
                    <a:pt x="5469125" y="1135124"/>
                  </a:lnTo>
                  <a:lnTo>
                    <a:pt x="5469966" y="1137624"/>
                  </a:lnTo>
                  <a:lnTo>
                    <a:pt x="5470807" y="1139749"/>
                  </a:lnTo>
                  <a:lnTo>
                    <a:pt x="5471649" y="1141907"/>
                  </a:lnTo>
                  <a:lnTo>
                    <a:pt x="5472490" y="1144597"/>
                  </a:lnTo>
                  <a:lnTo>
                    <a:pt x="5473331" y="1144814"/>
                  </a:lnTo>
                  <a:lnTo>
                    <a:pt x="5474172" y="1145738"/>
                  </a:lnTo>
                  <a:lnTo>
                    <a:pt x="5475013" y="1147668"/>
                  </a:lnTo>
                  <a:lnTo>
                    <a:pt x="5475855" y="1153091"/>
                  </a:lnTo>
                  <a:lnTo>
                    <a:pt x="5476696" y="1158823"/>
                  </a:lnTo>
                  <a:lnTo>
                    <a:pt x="5477537" y="1163322"/>
                  </a:lnTo>
                  <a:lnTo>
                    <a:pt x="5478378" y="1167024"/>
                  </a:lnTo>
                  <a:lnTo>
                    <a:pt x="5479219" y="1171678"/>
                  </a:lnTo>
                  <a:lnTo>
                    <a:pt x="5480061" y="1177289"/>
                  </a:lnTo>
                  <a:lnTo>
                    <a:pt x="5480902" y="1183382"/>
                  </a:lnTo>
                  <a:lnTo>
                    <a:pt x="5481743" y="1189684"/>
                  </a:lnTo>
                  <a:lnTo>
                    <a:pt x="5482584" y="1196046"/>
                  </a:lnTo>
                  <a:lnTo>
                    <a:pt x="5483425" y="1203108"/>
                  </a:lnTo>
                  <a:lnTo>
                    <a:pt x="5484267" y="1210076"/>
                  </a:lnTo>
                  <a:lnTo>
                    <a:pt x="5485108" y="1215503"/>
                  </a:lnTo>
                  <a:lnTo>
                    <a:pt x="5485949" y="1220437"/>
                  </a:lnTo>
                  <a:lnTo>
                    <a:pt x="5486790" y="1224427"/>
                  </a:lnTo>
                  <a:lnTo>
                    <a:pt x="5487631" y="1228317"/>
                  </a:lnTo>
                  <a:lnTo>
                    <a:pt x="5488473" y="1231654"/>
                  </a:lnTo>
                  <a:lnTo>
                    <a:pt x="5489314" y="1234825"/>
                  </a:lnTo>
                  <a:lnTo>
                    <a:pt x="5490155" y="1238234"/>
                  </a:lnTo>
                  <a:lnTo>
                    <a:pt x="5490996" y="1241083"/>
                  </a:lnTo>
                  <a:lnTo>
                    <a:pt x="5491837" y="1243252"/>
                  </a:lnTo>
                  <a:lnTo>
                    <a:pt x="5492679" y="1244831"/>
                  </a:lnTo>
                  <a:lnTo>
                    <a:pt x="5493520" y="1245746"/>
                  </a:lnTo>
                  <a:lnTo>
                    <a:pt x="5494361" y="1245868"/>
                  </a:lnTo>
                  <a:lnTo>
                    <a:pt x="5495202" y="1246056"/>
                  </a:lnTo>
                  <a:lnTo>
                    <a:pt x="5496043" y="1245624"/>
                  </a:lnTo>
                  <a:lnTo>
                    <a:pt x="5496885" y="1244991"/>
                  </a:lnTo>
                  <a:lnTo>
                    <a:pt x="5497726" y="1242491"/>
                  </a:lnTo>
                  <a:lnTo>
                    <a:pt x="5498567" y="1241128"/>
                  </a:lnTo>
                  <a:lnTo>
                    <a:pt x="5499408" y="1240212"/>
                  </a:lnTo>
                  <a:lnTo>
                    <a:pt x="5500249" y="1238264"/>
                  </a:lnTo>
                  <a:lnTo>
                    <a:pt x="5501091" y="1235090"/>
                  </a:lnTo>
                  <a:lnTo>
                    <a:pt x="5501932" y="1231011"/>
                  </a:lnTo>
                  <a:lnTo>
                    <a:pt x="5502773" y="1228915"/>
                  </a:lnTo>
                  <a:lnTo>
                    <a:pt x="5503614" y="1227684"/>
                  </a:lnTo>
                  <a:lnTo>
                    <a:pt x="5504455" y="1228282"/>
                  </a:lnTo>
                  <a:lnTo>
                    <a:pt x="5505297" y="1228250"/>
                  </a:lnTo>
                  <a:lnTo>
                    <a:pt x="5506138" y="1229423"/>
                  </a:lnTo>
                  <a:lnTo>
                    <a:pt x="5506979" y="1233509"/>
                  </a:lnTo>
                  <a:lnTo>
                    <a:pt x="5507820" y="1239462"/>
                  </a:lnTo>
                  <a:lnTo>
                    <a:pt x="5508661" y="1245848"/>
                  </a:lnTo>
                  <a:lnTo>
                    <a:pt x="5509503" y="1253753"/>
                  </a:lnTo>
                  <a:lnTo>
                    <a:pt x="5510344" y="1262803"/>
                  </a:lnTo>
                  <a:lnTo>
                    <a:pt x="5511185" y="1272208"/>
                  </a:lnTo>
                  <a:lnTo>
                    <a:pt x="5512026" y="1281926"/>
                  </a:lnTo>
                  <a:lnTo>
                    <a:pt x="5512868" y="1291718"/>
                  </a:lnTo>
                  <a:lnTo>
                    <a:pt x="5513709" y="1301644"/>
                  </a:lnTo>
                  <a:lnTo>
                    <a:pt x="5514550" y="1312528"/>
                  </a:lnTo>
                  <a:lnTo>
                    <a:pt x="5515391" y="1323707"/>
                  </a:lnTo>
                  <a:lnTo>
                    <a:pt x="5516232" y="1335012"/>
                  </a:lnTo>
                  <a:lnTo>
                    <a:pt x="5517074" y="1346199"/>
                  </a:lnTo>
                  <a:lnTo>
                    <a:pt x="5517915" y="1358499"/>
                  </a:lnTo>
                  <a:lnTo>
                    <a:pt x="5518756" y="1372065"/>
                  </a:lnTo>
                  <a:lnTo>
                    <a:pt x="5519597" y="1384973"/>
                  </a:lnTo>
                  <a:lnTo>
                    <a:pt x="5520438" y="1397204"/>
                  </a:lnTo>
                  <a:lnTo>
                    <a:pt x="5521280" y="1409095"/>
                  </a:lnTo>
                  <a:lnTo>
                    <a:pt x="5522121" y="1418948"/>
                  </a:lnTo>
                  <a:lnTo>
                    <a:pt x="5522962" y="1424253"/>
                  </a:lnTo>
                  <a:lnTo>
                    <a:pt x="5523803" y="1430885"/>
                  </a:lnTo>
                  <a:lnTo>
                    <a:pt x="5524644" y="1436740"/>
                  </a:lnTo>
                  <a:lnTo>
                    <a:pt x="5525486" y="1443943"/>
                  </a:lnTo>
                  <a:lnTo>
                    <a:pt x="5526327" y="1452483"/>
                  </a:lnTo>
                  <a:lnTo>
                    <a:pt x="5527168" y="1461189"/>
                  </a:lnTo>
                  <a:lnTo>
                    <a:pt x="5528009" y="1470674"/>
                  </a:lnTo>
                  <a:lnTo>
                    <a:pt x="5528850" y="1476180"/>
                  </a:lnTo>
                  <a:lnTo>
                    <a:pt x="5529692" y="1481343"/>
                  </a:lnTo>
                  <a:lnTo>
                    <a:pt x="5530533" y="1487116"/>
                  </a:lnTo>
                  <a:lnTo>
                    <a:pt x="5531374" y="1491390"/>
                  </a:lnTo>
                  <a:lnTo>
                    <a:pt x="5532215" y="1496150"/>
                  </a:lnTo>
                  <a:lnTo>
                    <a:pt x="5533056" y="1500726"/>
                  </a:lnTo>
                  <a:lnTo>
                    <a:pt x="5533898" y="1505702"/>
                  </a:lnTo>
                  <a:lnTo>
                    <a:pt x="5534739" y="1510901"/>
                  </a:lnTo>
                  <a:lnTo>
                    <a:pt x="5535580" y="1515382"/>
                  </a:lnTo>
                  <a:lnTo>
                    <a:pt x="5536421" y="1520222"/>
                  </a:lnTo>
                  <a:lnTo>
                    <a:pt x="5537262" y="1524880"/>
                  </a:lnTo>
                  <a:lnTo>
                    <a:pt x="5538104" y="1529179"/>
                  </a:lnTo>
                  <a:lnTo>
                    <a:pt x="5538945" y="1533710"/>
                  </a:lnTo>
                  <a:lnTo>
                    <a:pt x="5539786" y="1537088"/>
                  </a:lnTo>
                  <a:lnTo>
                    <a:pt x="5540627" y="1539266"/>
                  </a:lnTo>
                  <a:lnTo>
                    <a:pt x="5541468" y="1541552"/>
                  </a:lnTo>
                  <a:lnTo>
                    <a:pt x="5542310" y="1544101"/>
                  </a:lnTo>
                  <a:lnTo>
                    <a:pt x="5543151" y="1546502"/>
                  </a:lnTo>
                  <a:lnTo>
                    <a:pt x="5543992" y="1548783"/>
                  </a:lnTo>
                  <a:lnTo>
                    <a:pt x="5544833" y="1551386"/>
                  </a:lnTo>
                  <a:lnTo>
                    <a:pt x="5545674" y="1554209"/>
                  </a:lnTo>
                  <a:lnTo>
                    <a:pt x="5546516" y="1556855"/>
                  </a:lnTo>
                  <a:lnTo>
                    <a:pt x="5547357" y="1559069"/>
                  </a:lnTo>
                  <a:lnTo>
                    <a:pt x="5548198" y="1561165"/>
                  </a:lnTo>
                  <a:lnTo>
                    <a:pt x="5549039" y="1563370"/>
                  </a:lnTo>
                  <a:lnTo>
                    <a:pt x="5549880" y="1565230"/>
                  </a:lnTo>
                  <a:lnTo>
                    <a:pt x="5550722" y="1567013"/>
                  </a:lnTo>
                  <a:lnTo>
                    <a:pt x="5551563" y="1568026"/>
                  </a:lnTo>
                  <a:lnTo>
                    <a:pt x="5552404" y="1567897"/>
                  </a:lnTo>
                  <a:lnTo>
                    <a:pt x="5553245" y="1567294"/>
                  </a:lnTo>
                  <a:lnTo>
                    <a:pt x="5554086" y="1566472"/>
                  </a:lnTo>
                  <a:lnTo>
                    <a:pt x="5554928" y="1565724"/>
                  </a:lnTo>
                  <a:lnTo>
                    <a:pt x="5555769" y="1564629"/>
                  </a:lnTo>
                  <a:lnTo>
                    <a:pt x="5556610" y="1564042"/>
                  </a:lnTo>
                  <a:lnTo>
                    <a:pt x="5557451" y="1563140"/>
                  </a:lnTo>
                  <a:lnTo>
                    <a:pt x="5558292" y="1562493"/>
                  </a:lnTo>
                  <a:lnTo>
                    <a:pt x="5559134" y="1561347"/>
                  </a:lnTo>
                  <a:lnTo>
                    <a:pt x="5559975" y="1565310"/>
                  </a:lnTo>
                  <a:lnTo>
                    <a:pt x="5560816" y="1570133"/>
                  </a:lnTo>
                  <a:lnTo>
                    <a:pt x="5561657" y="1574527"/>
                  </a:lnTo>
                  <a:lnTo>
                    <a:pt x="5562498" y="1578556"/>
                  </a:lnTo>
                  <a:lnTo>
                    <a:pt x="5563340" y="1582078"/>
                  </a:lnTo>
                  <a:lnTo>
                    <a:pt x="5564181" y="1585428"/>
                  </a:lnTo>
                  <a:lnTo>
                    <a:pt x="5565022" y="1588851"/>
                  </a:lnTo>
                  <a:lnTo>
                    <a:pt x="5565863" y="1592371"/>
                  </a:lnTo>
                  <a:lnTo>
                    <a:pt x="5566704" y="1596692"/>
                  </a:lnTo>
                  <a:lnTo>
                    <a:pt x="5567546" y="1601113"/>
                  </a:lnTo>
                  <a:lnTo>
                    <a:pt x="5568387" y="1606134"/>
                  </a:lnTo>
                  <a:lnTo>
                    <a:pt x="5569228" y="1611322"/>
                  </a:lnTo>
                  <a:lnTo>
                    <a:pt x="5570069" y="1615763"/>
                  </a:lnTo>
                  <a:lnTo>
                    <a:pt x="5570910" y="1619821"/>
                  </a:lnTo>
                  <a:lnTo>
                    <a:pt x="5571752" y="1623770"/>
                  </a:lnTo>
                  <a:lnTo>
                    <a:pt x="5572593" y="1626281"/>
                  </a:lnTo>
                  <a:lnTo>
                    <a:pt x="5573434" y="1627838"/>
                  </a:lnTo>
                  <a:lnTo>
                    <a:pt x="5574275" y="1629103"/>
                  </a:lnTo>
                  <a:lnTo>
                    <a:pt x="5575116" y="1630200"/>
                  </a:lnTo>
                  <a:lnTo>
                    <a:pt x="5575958" y="1632161"/>
                  </a:lnTo>
                  <a:lnTo>
                    <a:pt x="5576799" y="1635512"/>
                  </a:lnTo>
                  <a:lnTo>
                    <a:pt x="5577640" y="1638858"/>
                  </a:lnTo>
                  <a:lnTo>
                    <a:pt x="5578481" y="1641882"/>
                  </a:lnTo>
                  <a:lnTo>
                    <a:pt x="5579322" y="1644678"/>
                  </a:lnTo>
                  <a:lnTo>
                    <a:pt x="5580164" y="1647184"/>
                  </a:lnTo>
                  <a:lnTo>
                    <a:pt x="5581005" y="1650488"/>
                  </a:lnTo>
                  <a:lnTo>
                    <a:pt x="5581846" y="1653417"/>
                  </a:lnTo>
                  <a:lnTo>
                    <a:pt x="5582687" y="1655551"/>
                  </a:lnTo>
                  <a:lnTo>
                    <a:pt x="5583529" y="1658128"/>
                  </a:lnTo>
                  <a:lnTo>
                    <a:pt x="5584370" y="1660226"/>
                  </a:lnTo>
                  <a:lnTo>
                    <a:pt x="5585211" y="1662303"/>
                  </a:lnTo>
                  <a:lnTo>
                    <a:pt x="5586052" y="1665107"/>
                  </a:lnTo>
                  <a:lnTo>
                    <a:pt x="5586893" y="1670004"/>
                  </a:lnTo>
                  <a:lnTo>
                    <a:pt x="5587735" y="1677805"/>
                  </a:lnTo>
                  <a:lnTo>
                    <a:pt x="5588576" y="1684444"/>
                  </a:lnTo>
                  <a:lnTo>
                    <a:pt x="5589417" y="1690700"/>
                  </a:lnTo>
                  <a:lnTo>
                    <a:pt x="5590258" y="1697044"/>
                  </a:lnTo>
                  <a:lnTo>
                    <a:pt x="5591099" y="1702395"/>
                  </a:lnTo>
                  <a:lnTo>
                    <a:pt x="5591941" y="1707542"/>
                  </a:lnTo>
                  <a:lnTo>
                    <a:pt x="5592782" y="1712632"/>
                  </a:lnTo>
                  <a:lnTo>
                    <a:pt x="5593623" y="1714930"/>
                  </a:lnTo>
                  <a:lnTo>
                    <a:pt x="5594464" y="1715210"/>
                  </a:lnTo>
                  <a:lnTo>
                    <a:pt x="5595305" y="1715972"/>
                  </a:lnTo>
                  <a:lnTo>
                    <a:pt x="5596147" y="1716659"/>
                  </a:lnTo>
                  <a:lnTo>
                    <a:pt x="5596988" y="1717786"/>
                  </a:lnTo>
                  <a:lnTo>
                    <a:pt x="5597829" y="1717945"/>
                  </a:lnTo>
                  <a:lnTo>
                    <a:pt x="5598670" y="1717028"/>
                  </a:lnTo>
                  <a:lnTo>
                    <a:pt x="5599511" y="1714549"/>
                  </a:lnTo>
                  <a:lnTo>
                    <a:pt x="5600353" y="1710701"/>
                  </a:lnTo>
                  <a:lnTo>
                    <a:pt x="5601194" y="1706242"/>
                  </a:lnTo>
                  <a:lnTo>
                    <a:pt x="5602035" y="1701806"/>
                  </a:lnTo>
                  <a:lnTo>
                    <a:pt x="5602876" y="1697515"/>
                  </a:lnTo>
                  <a:lnTo>
                    <a:pt x="5603717" y="1693979"/>
                  </a:lnTo>
                  <a:lnTo>
                    <a:pt x="5604559" y="1690501"/>
                  </a:lnTo>
                  <a:lnTo>
                    <a:pt x="5605400" y="1687086"/>
                  </a:lnTo>
                  <a:lnTo>
                    <a:pt x="5606241" y="1683524"/>
                  </a:lnTo>
                  <a:lnTo>
                    <a:pt x="5607082" y="1680131"/>
                  </a:lnTo>
                  <a:lnTo>
                    <a:pt x="5607923" y="1677015"/>
                  </a:lnTo>
                  <a:lnTo>
                    <a:pt x="5608765" y="1672208"/>
                  </a:lnTo>
                  <a:lnTo>
                    <a:pt x="5609606" y="1667836"/>
                  </a:lnTo>
                  <a:lnTo>
                    <a:pt x="5610447" y="1661509"/>
                  </a:lnTo>
                  <a:lnTo>
                    <a:pt x="5611288" y="1655629"/>
                  </a:lnTo>
                  <a:lnTo>
                    <a:pt x="5612129" y="1649886"/>
                  </a:lnTo>
                  <a:lnTo>
                    <a:pt x="5612971" y="1643908"/>
                  </a:lnTo>
                  <a:lnTo>
                    <a:pt x="5613812" y="1637565"/>
                  </a:lnTo>
                  <a:lnTo>
                    <a:pt x="5614653" y="1630774"/>
                  </a:lnTo>
                  <a:lnTo>
                    <a:pt x="5615494" y="1623467"/>
                  </a:lnTo>
                  <a:lnTo>
                    <a:pt x="5616335" y="1615316"/>
                  </a:lnTo>
                  <a:lnTo>
                    <a:pt x="5617177" y="1607279"/>
                  </a:lnTo>
                  <a:lnTo>
                    <a:pt x="5618018" y="1599174"/>
                  </a:lnTo>
                  <a:lnTo>
                    <a:pt x="5618859" y="1591471"/>
                  </a:lnTo>
                  <a:lnTo>
                    <a:pt x="5619700" y="1583959"/>
                  </a:lnTo>
                  <a:lnTo>
                    <a:pt x="5620541" y="1576590"/>
                  </a:lnTo>
                  <a:lnTo>
                    <a:pt x="5621383" y="1569594"/>
                  </a:lnTo>
                  <a:lnTo>
                    <a:pt x="5622224" y="1562925"/>
                  </a:lnTo>
                  <a:lnTo>
                    <a:pt x="5623065" y="1556422"/>
                  </a:lnTo>
                  <a:lnTo>
                    <a:pt x="5623906" y="1550095"/>
                  </a:lnTo>
                  <a:lnTo>
                    <a:pt x="5624747" y="1544648"/>
                  </a:lnTo>
                  <a:lnTo>
                    <a:pt x="5625589" y="1540258"/>
                  </a:lnTo>
                  <a:lnTo>
                    <a:pt x="5626430" y="1537120"/>
                  </a:lnTo>
                  <a:lnTo>
                    <a:pt x="5627271" y="1534705"/>
                  </a:lnTo>
                  <a:lnTo>
                    <a:pt x="5628112" y="1532730"/>
                  </a:lnTo>
                  <a:lnTo>
                    <a:pt x="5628953" y="1530793"/>
                  </a:lnTo>
                  <a:lnTo>
                    <a:pt x="5629795" y="1529015"/>
                  </a:lnTo>
                  <a:lnTo>
                    <a:pt x="5630636" y="1527564"/>
                  </a:lnTo>
                  <a:lnTo>
                    <a:pt x="5631477" y="1526258"/>
                  </a:lnTo>
                  <a:lnTo>
                    <a:pt x="5632318" y="1525255"/>
                  </a:lnTo>
                  <a:lnTo>
                    <a:pt x="5633159" y="1523941"/>
                  </a:lnTo>
                  <a:lnTo>
                    <a:pt x="5634001" y="1522642"/>
                  </a:lnTo>
                  <a:lnTo>
                    <a:pt x="5634842" y="1523212"/>
                  </a:lnTo>
                  <a:lnTo>
                    <a:pt x="5635683" y="1523821"/>
                  </a:lnTo>
                  <a:lnTo>
                    <a:pt x="5636524" y="1525098"/>
                  </a:lnTo>
                  <a:lnTo>
                    <a:pt x="5637365" y="1526149"/>
                  </a:lnTo>
                  <a:lnTo>
                    <a:pt x="5638207" y="1525231"/>
                  </a:lnTo>
                  <a:lnTo>
                    <a:pt x="5639048" y="1524932"/>
                  </a:lnTo>
                  <a:lnTo>
                    <a:pt x="5639889" y="1524816"/>
                  </a:lnTo>
                  <a:lnTo>
                    <a:pt x="5640730" y="1524584"/>
                  </a:lnTo>
                  <a:lnTo>
                    <a:pt x="5641571" y="1525065"/>
                  </a:lnTo>
                  <a:lnTo>
                    <a:pt x="5642413" y="1525569"/>
                  </a:lnTo>
                  <a:lnTo>
                    <a:pt x="5643254" y="1525884"/>
                  </a:lnTo>
                  <a:lnTo>
                    <a:pt x="5644095" y="1526437"/>
                  </a:lnTo>
                  <a:lnTo>
                    <a:pt x="5644936" y="1527450"/>
                  </a:lnTo>
                  <a:lnTo>
                    <a:pt x="5645777" y="1529708"/>
                  </a:lnTo>
                  <a:lnTo>
                    <a:pt x="5646619" y="1532619"/>
                  </a:lnTo>
                  <a:lnTo>
                    <a:pt x="5647460" y="1535332"/>
                  </a:lnTo>
                  <a:lnTo>
                    <a:pt x="5648301" y="1538763"/>
                  </a:lnTo>
                  <a:lnTo>
                    <a:pt x="5649142" y="1541478"/>
                  </a:lnTo>
                  <a:lnTo>
                    <a:pt x="5649983" y="1544628"/>
                  </a:lnTo>
                  <a:lnTo>
                    <a:pt x="5650825" y="1548183"/>
                  </a:lnTo>
                  <a:lnTo>
                    <a:pt x="5651666" y="1551324"/>
                  </a:lnTo>
                  <a:lnTo>
                    <a:pt x="5652507" y="1554411"/>
                  </a:lnTo>
                  <a:lnTo>
                    <a:pt x="5653348" y="1558428"/>
                  </a:lnTo>
                  <a:lnTo>
                    <a:pt x="5654190" y="1563149"/>
                  </a:lnTo>
                  <a:lnTo>
                    <a:pt x="5655031" y="1568387"/>
                  </a:lnTo>
                  <a:lnTo>
                    <a:pt x="5655872" y="1574126"/>
                  </a:lnTo>
                  <a:lnTo>
                    <a:pt x="5656713" y="1579371"/>
                  </a:lnTo>
                  <a:lnTo>
                    <a:pt x="5657554" y="1584157"/>
                  </a:lnTo>
                  <a:lnTo>
                    <a:pt x="5658396" y="1587942"/>
                  </a:lnTo>
                  <a:lnTo>
                    <a:pt x="5659237" y="1591738"/>
                  </a:lnTo>
                  <a:lnTo>
                    <a:pt x="5660078" y="1595902"/>
                  </a:lnTo>
                  <a:lnTo>
                    <a:pt x="5660919" y="1600223"/>
                  </a:lnTo>
                  <a:lnTo>
                    <a:pt x="5661760" y="1604899"/>
                  </a:lnTo>
                  <a:lnTo>
                    <a:pt x="5662602" y="1610416"/>
                  </a:lnTo>
                  <a:lnTo>
                    <a:pt x="5663443" y="1615807"/>
                  </a:lnTo>
                  <a:lnTo>
                    <a:pt x="5664284" y="1621061"/>
                  </a:lnTo>
                  <a:lnTo>
                    <a:pt x="5665125" y="1626113"/>
                  </a:lnTo>
                  <a:lnTo>
                    <a:pt x="5665966" y="1632889"/>
                  </a:lnTo>
                  <a:lnTo>
                    <a:pt x="5666808" y="1638328"/>
                  </a:lnTo>
                  <a:lnTo>
                    <a:pt x="5667649" y="1643516"/>
                  </a:lnTo>
                  <a:lnTo>
                    <a:pt x="5668490" y="1648355"/>
                  </a:lnTo>
                  <a:lnTo>
                    <a:pt x="5669331" y="1653574"/>
                  </a:lnTo>
                  <a:lnTo>
                    <a:pt x="5670172" y="1658846"/>
                  </a:lnTo>
                  <a:lnTo>
                    <a:pt x="5671014" y="1661921"/>
                  </a:lnTo>
                  <a:lnTo>
                    <a:pt x="5671855" y="1663467"/>
                  </a:lnTo>
                  <a:lnTo>
                    <a:pt x="5672696" y="1662781"/>
                  </a:lnTo>
                  <a:lnTo>
                    <a:pt x="5673537" y="1661786"/>
                  </a:lnTo>
                  <a:lnTo>
                    <a:pt x="5674378" y="1658726"/>
                  </a:lnTo>
                  <a:lnTo>
                    <a:pt x="5675220" y="1654708"/>
                  </a:lnTo>
                  <a:lnTo>
                    <a:pt x="5676061" y="1647897"/>
                  </a:lnTo>
                  <a:lnTo>
                    <a:pt x="5676902" y="1640804"/>
                  </a:lnTo>
                  <a:lnTo>
                    <a:pt x="5677743" y="1633339"/>
                  </a:lnTo>
                  <a:lnTo>
                    <a:pt x="5678584" y="1629032"/>
                  </a:lnTo>
                  <a:lnTo>
                    <a:pt x="5679426" y="1625259"/>
                  </a:lnTo>
                  <a:lnTo>
                    <a:pt x="5680267" y="1620776"/>
                  </a:lnTo>
                  <a:lnTo>
                    <a:pt x="5681108" y="1616306"/>
                  </a:lnTo>
                  <a:lnTo>
                    <a:pt x="5681949" y="1611681"/>
                  </a:lnTo>
                  <a:lnTo>
                    <a:pt x="5682790" y="1606313"/>
                  </a:lnTo>
                  <a:lnTo>
                    <a:pt x="5683632" y="1600988"/>
                  </a:lnTo>
                  <a:lnTo>
                    <a:pt x="5684473" y="1596187"/>
                  </a:lnTo>
                  <a:lnTo>
                    <a:pt x="5685314" y="1592158"/>
                  </a:lnTo>
                  <a:lnTo>
                    <a:pt x="5686155" y="1588133"/>
                  </a:lnTo>
                  <a:lnTo>
                    <a:pt x="5686996" y="1584176"/>
                  </a:lnTo>
                  <a:lnTo>
                    <a:pt x="5687838" y="1581350"/>
                  </a:lnTo>
                  <a:lnTo>
                    <a:pt x="5688679" y="1579890"/>
                  </a:lnTo>
                  <a:lnTo>
                    <a:pt x="5689520" y="1578984"/>
                  </a:lnTo>
                  <a:lnTo>
                    <a:pt x="5690361" y="1579238"/>
                  </a:lnTo>
                  <a:lnTo>
                    <a:pt x="5691202" y="1579708"/>
                  </a:lnTo>
                  <a:lnTo>
                    <a:pt x="5692044" y="1579246"/>
                  </a:lnTo>
                  <a:lnTo>
                    <a:pt x="5692885" y="1578428"/>
                  </a:lnTo>
                  <a:lnTo>
                    <a:pt x="5693726" y="1576863"/>
                  </a:lnTo>
                  <a:lnTo>
                    <a:pt x="5694567" y="1574998"/>
                  </a:lnTo>
                  <a:lnTo>
                    <a:pt x="5695408" y="1573937"/>
                  </a:lnTo>
                  <a:lnTo>
                    <a:pt x="5696250" y="1572285"/>
                  </a:lnTo>
                  <a:lnTo>
                    <a:pt x="5697091" y="1571966"/>
                  </a:lnTo>
                  <a:lnTo>
                    <a:pt x="5697932" y="1571054"/>
                  </a:lnTo>
                  <a:lnTo>
                    <a:pt x="5698773" y="1570226"/>
                  </a:lnTo>
                  <a:lnTo>
                    <a:pt x="5699614" y="1569580"/>
                  </a:lnTo>
                  <a:lnTo>
                    <a:pt x="5700456" y="1568433"/>
                  </a:lnTo>
                  <a:lnTo>
                    <a:pt x="5701297" y="1566048"/>
                  </a:lnTo>
                  <a:lnTo>
                    <a:pt x="5702138" y="1563131"/>
                  </a:lnTo>
                  <a:lnTo>
                    <a:pt x="5702979" y="1559227"/>
                  </a:lnTo>
                  <a:lnTo>
                    <a:pt x="5703820" y="1554775"/>
                  </a:lnTo>
                  <a:lnTo>
                    <a:pt x="5704662" y="1549268"/>
                  </a:lnTo>
                  <a:lnTo>
                    <a:pt x="5705503" y="1542811"/>
                  </a:lnTo>
                  <a:lnTo>
                    <a:pt x="5706344" y="1535648"/>
                  </a:lnTo>
                  <a:lnTo>
                    <a:pt x="5707185" y="1527482"/>
                  </a:lnTo>
                  <a:lnTo>
                    <a:pt x="5708026" y="1517660"/>
                  </a:lnTo>
                  <a:lnTo>
                    <a:pt x="5708868" y="1506410"/>
                  </a:lnTo>
                  <a:lnTo>
                    <a:pt x="5709709" y="1494507"/>
                  </a:lnTo>
                  <a:lnTo>
                    <a:pt x="5710550" y="1481882"/>
                  </a:lnTo>
                  <a:lnTo>
                    <a:pt x="5711391" y="1466971"/>
                  </a:lnTo>
                  <a:lnTo>
                    <a:pt x="5712232" y="1449310"/>
                  </a:lnTo>
                  <a:lnTo>
                    <a:pt x="5713074" y="1434719"/>
                  </a:lnTo>
                  <a:lnTo>
                    <a:pt x="5713915" y="1419882"/>
                  </a:lnTo>
                  <a:lnTo>
                    <a:pt x="5714756" y="1405020"/>
                  </a:lnTo>
                  <a:lnTo>
                    <a:pt x="5715597" y="1389923"/>
                  </a:lnTo>
                  <a:lnTo>
                    <a:pt x="5716438" y="1374643"/>
                  </a:lnTo>
                  <a:lnTo>
                    <a:pt x="5717280" y="1359786"/>
                  </a:lnTo>
                  <a:lnTo>
                    <a:pt x="5718121" y="1345018"/>
                  </a:lnTo>
                  <a:lnTo>
                    <a:pt x="5718962" y="1329885"/>
                  </a:lnTo>
                  <a:lnTo>
                    <a:pt x="5719803" y="1315001"/>
                  </a:lnTo>
                  <a:lnTo>
                    <a:pt x="5720644" y="1300218"/>
                  </a:lnTo>
                  <a:lnTo>
                    <a:pt x="5721486" y="1289886"/>
                  </a:lnTo>
                  <a:lnTo>
                    <a:pt x="5722327" y="1283364"/>
                  </a:lnTo>
                  <a:lnTo>
                    <a:pt x="5723168" y="1277299"/>
                  </a:lnTo>
                  <a:lnTo>
                    <a:pt x="5724009" y="1272716"/>
                  </a:lnTo>
                  <a:lnTo>
                    <a:pt x="5724851" y="1270444"/>
                  </a:lnTo>
                  <a:lnTo>
                    <a:pt x="5725692" y="1269033"/>
                  </a:lnTo>
                  <a:lnTo>
                    <a:pt x="5726533" y="1268386"/>
                  </a:lnTo>
                  <a:lnTo>
                    <a:pt x="5727374" y="1268058"/>
                  </a:lnTo>
                  <a:lnTo>
                    <a:pt x="5728215" y="1264863"/>
                  </a:lnTo>
                  <a:lnTo>
                    <a:pt x="5729057" y="1261997"/>
                  </a:lnTo>
                  <a:lnTo>
                    <a:pt x="5729898" y="1259538"/>
                  </a:lnTo>
                  <a:lnTo>
                    <a:pt x="5730739" y="1257448"/>
                  </a:lnTo>
                  <a:lnTo>
                    <a:pt x="5731580" y="1256144"/>
                  </a:lnTo>
                  <a:lnTo>
                    <a:pt x="5732421" y="1256122"/>
                  </a:lnTo>
                  <a:lnTo>
                    <a:pt x="5733263" y="1256549"/>
                  </a:lnTo>
                  <a:lnTo>
                    <a:pt x="5734104" y="1257218"/>
                  </a:lnTo>
                  <a:lnTo>
                    <a:pt x="5734945" y="1256538"/>
                  </a:lnTo>
                  <a:lnTo>
                    <a:pt x="5735786" y="1256187"/>
                  </a:lnTo>
                  <a:lnTo>
                    <a:pt x="5736627" y="1255359"/>
                  </a:lnTo>
                  <a:lnTo>
                    <a:pt x="5737469" y="1253477"/>
                  </a:lnTo>
                  <a:lnTo>
                    <a:pt x="5738310" y="1251327"/>
                  </a:lnTo>
                  <a:lnTo>
                    <a:pt x="5739151" y="1249888"/>
                  </a:lnTo>
                  <a:lnTo>
                    <a:pt x="5739992" y="1249475"/>
                  </a:lnTo>
                  <a:lnTo>
                    <a:pt x="5740833" y="1249040"/>
                  </a:lnTo>
                  <a:lnTo>
                    <a:pt x="5741675" y="1248937"/>
                  </a:lnTo>
                  <a:lnTo>
                    <a:pt x="5742516" y="1249557"/>
                  </a:lnTo>
                  <a:lnTo>
                    <a:pt x="5743357" y="1249976"/>
                  </a:lnTo>
                  <a:lnTo>
                    <a:pt x="5744198" y="1249950"/>
                  </a:lnTo>
                  <a:lnTo>
                    <a:pt x="5745039" y="1248559"/>
                  </a:lnTo>
                  <a:lnTo>
                    <a:pt x="5745881" y="1246001"/>
                  </a:lnTo>
                  <a:lnTo>
                    <a:pt x="5746722" y="1244143"/>
                  </a:lnTo>
                  <a:lnTo>
                    <a:pt x="5747563" y="1243287"/>
                  </a:lnTo>
                  <a:lnTo>
                    <a:pt x="5748404" y="1243017"/>
                  </a:lnTo>
                  <a:lnTo>
                    <a:pt x="5749245" y="1243005"/>
                  </a:lnTo>
                  <a:lnTo>
                    <a:pt x="5750087" y="1243641"/>
                  </a:lnTo>
                  <a:lnTo>
                    <a:pt x="5750928" y="1244175"/>
                  </a:lnTo>
                  <a:lnTo>
                    <a:pt x="5751769" y="1244989"/>
                  </a:lnTo>
                  <a:lnTo>
                    <a:pt x="5752610" y="1245890"/>
                  </a:lnTo>
                  <a:lnTo>
                    <a:pt x="5753451" y="1246711"/>
                  </a:lnTo>
                  <a:lnTo>
                    <a:pt x="5754293" y="1247436"/>
                  </a:lnTo>
                  <a:lnTo>
                    <a:pt x="5755134" y="1247807"/>
                  </a:lnTo>
                  <a:lnTo>
                    <a:pt x="5755975" y="1247537"/>
                  </a:lnTo>
                  <a:lnTo>
                    <a:pt x="5756816" y="1247379"/>
                  </a:lnTo>
                  <a:lnTo>
                    <a:pt x="5757657" y="1247163"/>
                  </a:lnTo>
                  <a:lnTo>
                    <a:pt x="5758499" y="1246627"/>
                  </a:lnTo>
                  <a:lnTo>
                    <a:pt x="5759340" y="1246822"/>
                  </a:lnTo>
                  <a:lnTo>
                    <a:pt x="5760181" y="1246222"/>
                  </a:lnTo>
                  <a:lnTo>
                    <a:pt x="5761022" y="1244614"/>
                  </a:lnTo>
                  <a:lnTo>
                    <a:pt x="5761863" y="1244749"/>
                  </a:lnTo>
                  <a:lnTo>
                    <a:pt x="5762705" y="1245794"/>
                  </a:lnTo>
                  <a:lnTo>
                    <a:pt x="5763546" y="1246141"/>
                  </a:lnTo>
                  <a:lnTo>
                    <a:pt x="5764387" y="1246558"/>
                  </a:lnTo>
                  <a:lnTo>
                    <a:pt x="5765228" y="1245204"/>
                  </a:lnTo>
                  <a:lnTo>
                    <a:pt x="5766069" y="1243490"/>
                  </a:lnTo>
                  <a:lnTo>
                    <a:pt x="5766911" y="1242206"/>
                  </a:lnTo>
                  <a:lnTo>
                    <a:pt x="5767752" y="1239398"/>
                  </a:lnTo>
                  <a:lnTo>
                    <a:pt x="5768593" y="1236751"/>
                  </a:lnTo>
                  <a:lnTo>
                    <a:pt x="5769434" y="1233194"/>
                  </a:lnTo>
                  <a:lnTo>
                    <a:pt x="5770275" y="1228908"/>
                  </a:lnTo>
                  <a:lnTo>
                    <a:pt x="5771117" y="1224826"/>
                  </a:lnTo>
                  <a:lnTo>
                    <a:pt x="5771958" y="1220726"/>
                  </a:lnTo>
                  <a:lnTo>
                    <a:pt x="5772799" y="1216833"/>
                  </a:lnTo>
                  <a:lnTo>
                    <a:pt x="5773640" y="1213879"/>
                  </a:lnTo>
                  <a:lnTo>
                    <a:pt x="5774481" y="1211488"/>
                  </a:lnTo>
                  <a:lnTo>
                    <a:pt x="5775323" y="1208926"/>
                  </a:lnTo>
                  <a:lnTo>
                    <a:pt x="5776164" y="1206033"/>
                  </a:lnTo>
                  <a:lnTo>
                    <a:pt x="5777005" y="1204555"/>
                  </a:lnTo>
                  <a:lnTo>
                    <a:pt x="5777846" y="1202531"/>
                  </a:lnTo>
                  <a:lnTo>
                    <a:pt x="5778687" y="1202218"/>
                  </a:lnTo>
                  <a:lnTo>
                    <a:pt x="5779529" y="1201325"/>
                  </a:lnTo>
                  <a:lnTo>
                    <a:pt x="5780370" y="1200209"/>
                  </a:lnTo>
                  <a:lnTo>
                    <a:pt x="5781211" y="1197072"/>
                  </a:lnTo>
                  <a:lnTo>
                    <a:pt x="5782052" y="1196229"/>
                  </a:lnTo>
                  <a:lnTo>
                    <a:pt x="5782893" y="1197482"/>
                  </a:lnTo>
                  <a:lnTo>
                    <a:pt x="5783735" y="1199791"/>
                  </a:lnTo>
                  <a:lnTo>
                    <a:pt x="5784576" y="1202230"/>
                  </a:lnTo>
                  <a:lnTo>
                    <a:pt x="5785417" y="1203726"/>
                  </a:lnTo>
                  <a:lnTo>
                    <a:pt x="5786258" y="1204638"/>
                  </a:lnTo>
                  <a:lnTo>
                    <a:pt x="5787099" y="1204683"/>
                  </a:lnTo>
                  <a:lnTo>
                    <a:pt x="5787941" y="1204721"/>
                  </a:lnTo>
                  <a:lnTo>
                    <a:pt x="5788782" y="1204858"/>
                  </a:lnTo>
                  <a:lnTo>
                    <a:pt x="5789623" y="1204858"/>
                  </a:lnTo>
                  <a:lnTo>
                    <a:pt x="5790464" y="1205192"/>
                  </a:lnTo>
                  <a:lnTo>
                    <a:pt x="5791305" y="1205572"/>
                  </a:lnTo>
                  <a:lnTo>
                    <a:pt x="5792147" y="1205564"/>
                  </a:lnTo>
                  <a:lnTo>
                    <a:pt x="5792988" y="1203962"/>
                  </a:lnTo>
                  <a:lnTo>
                    <a:pt x="5793829" y="1200376"/>
                  </a:lnTo>
                  <a:lnTo>
                    <a:pt x="5794670" y="1195256"/>
                  </a:lnTo>
                  <a:lnTo>
                    <a:pt x="5795512" y="1188769"/>
                  </a:lnTo>
                  <a:lnTo>
                    <a:pt x="5796353" y="1181165"/>
                  </a:lnTo>
                  <a:lnTo>
                    <a:pt x="5797194" y="1173835"/>
                  </a:lnTo>
                  <a:lnTo>
                    <a:pt x="5798035" y="1167872"/>
                  </a:lnTo>
                  <a:lnTo>
                    <a:pt x="5798876" y="1162031"/>
                  </a:lnTo>
                  <a:lnTo>
                    <a:pt x="5799718" y="1156022"/>
                  </a:lnTo>
                  <a:lnTo>
                    <a:pt x="5800559" y="1148980"/>
                  </a:lnTo>
                  <a:lnTo>
                    <a:pt x="5801400" y="1141262"/>
                  </a:lnTo>
                  <a:lnTo>
                    <a:pt x="5802241" y="1136911"/>
                  </a:lnTo>
                  <a:lnTo>
                    <a:pt x="5803082" y="1131499"/>
                  </a:lnTo>
                  <a:lnTo>
                    <a:pt x="5803924" y="1126924"/>
                  </a:lnTo>
                  <a:lnTo>
                    <a:pt x="5804765" y="1123349"/>
                  </a:lnTo>
                  <a:lnTo>
                    <a:pt x="5805606" y="1121014"/>
                  </a:lnTo>
                  <a:lnTo>
                    <a:pt x="5806447" y="1121571"/>
                  </a:lnTo>
                  <a:lnTo>
                    <a:pt x="5807288" y="1122784"/>
                  </a:lnTo>
                  <a:lnTo>
                    <a:pt x="5808130" y="1123941"/>
                  </a:lnTo>
                  <a:lnTo>
                    <a:pt x="5808971" y="1125575"/>
                  </a:lnTo>
                  <a:lnTo>
                    <a:pt x="5809812" y="1126688"/>
                  </a:lnTo>
                  <a:lnTo>
                    <a:pt x="5810653" y="1127408"/>
                  </a:lnTo>
                  <a:lnTo>
                    <a:pt x="5811494" y="1127845"/>
                  </a:lnTo>
                  <a:lnTo>
                    <a:pt x="5812336" y="1127759"/>
                  </a:lnTo>
                  <a:lnTo>
                    <a:pt x="5813177" y="1127355"/>
                  </a:lnTo>
                  <a:lnTo>
                    <a:pt x="5814018" y="1127170"/>
                  </a:lnTo>
                  <a:lnTo>
                    <a:pt x="5814859" y="1125939"/>
                  </a:lnTo>
                  <a:lnTo>
                    <a:pt x="5815700" y="1124186"/>
                  </a:lnTo>
                  <a:lnTo>
                    <a:pt x="5816542" y="1121241"/>
                  </a:lnTo>
                  <a:lnTo>
                    <a:pt x="5817383" y="1118110"/>
                  </a:lnTo>
                  <a:lnTo>
                    <a:pt x="5818224" y="1114312"/>
                  </a:lnTo>
                  <a:lnTo>
                    <a:pt x="5819065" y="1109810"/>
                  </a:lnTo>
                  <a:lnTo>
                    <a:pt x="5819906" y="1105901"/>
                  </a:lnTo>
                  <a:lnTo>
                    <a:pt x="5820748" y="1100995"/>
                  </a:lnTo>
                  <a:lnTo>
                    <a:pt x="5821589" y="1096646"/>
                  </a:lnTo>
                  <a:lnTo>
                    <a:pt x="5822430" y="1090221"/>
                  </a:lnTo>
                  <a:lnTo>
                    <a:pt x="5823271" y="1083433"/>
                  </a:lnTo>
                  <a:lnTo>
                    <a:pt x="5824112" y="1076438"/>
                  </a:lnTo>
                  <a:lnTo>
                    <a:pt x="5824954" y="1070264"/>
                  </a:lnTo>
                  <a:lnTo>
                    <a:pt x="5825795" y="1065162"/>
                  </a:lnTo>
                  <a:lnTo>
                    <a:pt x="5826636" y="1060722"/>
                  </a:lnTo>
                  <a:lnTo>
                    <a:pt x="5827477" y="1056951"/>
                  </a:lnTo>
                  <a:lnTo>
                    <a:pt x="5828318" y="1054021"/>
                  </a:lnTo>
                  <a:lnTo>
                    <a:pt x="5829160" y="1051353"/>
                  </a:lnTo>
                  <a:lnTo>
                    <a:pt x="5830001" y="1047843"/>
                  </a:lnTo>
                  <a:lnTo>
                    <a:pt x="5830842" y="1044167"/>
                  </a:lnTo>
                  <a:lnTo>
                    <a:pt x="5831683" y="1039920"/>
                  </a:lnTo>
                  <a:lnTo>
                    <a:pt x="5832524" y="1037797"/>
                  </a:lnTo>
                  <a:lnTo>
                    <a:pt x="5833366" y="1035519"/>
                  </a:lnTo>
                  <a:lnTo>
                    <a:pt x="5834207" y="1032821"/>
                  </a:lnTo>
                  <a:lnTo>
                    <a:pt x="5835048" y="1030787"/>
                  </a:lnTo>
                  <a:lnTo>
                    <a:pt x="5835889" y="1029286"/>
                  </a:lnTo>
                  <a:lnTo>
                    <a:pt x="5836730" y="1028869"/>
                  </a:lnTo>
                  <a:lnTo>
                    <a:pt x="5837572" y="1029145"/>
                  </a:lnTo>
                  <a:lnTo>
                    <a:pt x="5838413" y="1029784"/>
                  </a:lnTo>
                  <a:lnTo>
                    <a:pt x="5839254" y="1030549"/>
                  </a:lnTo>
                  <a:lnTo>
                    <a:pt x="5840095" y="1032197"/>
                  </a:lnTo>
                  <a:lnTo>
                    <a:pt x="5840936" y="1034554"/>
                  </a:lnTo>
                  <a:lnTo>
                    <a:pt x="5841778" y="1037425"/>
                  </a:lnTo>
                  <a:lnTo>
                    <a:pt x="5842619" y="1040469"/>
                  </a:lnTo>
                  <a:lnTo>
                    <a:pt x="5843460" y="1044502"/>
                  </a:lnTo>
                  <a:lnTo>
                    <a:pt x="5844301" y="1050203"/>
                  </a:lnTo>
                  <a:lnTo>
                    <a:pt x="5845142" y="1056600"/>
                  </a:lnTo>
                  <a:lnTo>
                    <a:pt x="5845984" y="1063262"/>
                  </a:lnTo>
                  <a:lnTo>
                    <a:pt x="5846825" y="1067276"/>
                  </a:lnTo>
                  <a:lnTo>
                    <a:pt x="5847666" y="1071032"/>
                  </a:lnTo>
                  <a:lnTo>
                    <a:pt x="5848507" y="1075198"/>
                  </a:lnTo>
                  <a:lnTo>
                    <a:pt x="5849348" y="1079249"/>
                  </a:lnTo>
                  <a:lnTo>
                    <a:pt x="5850190" y="1083116"/>
                  </a:lnTo>
                  <a:lnTo>
                    <a:pt x="5851031" y="1085948"/>
                  </a:lnTo>
                  <a:lnTo>
                    <a:pt x="5851872" y="1089203"/>
                  </a:lnTo>
                  <a:lnTo>
                    <a:pt x="5852713" y="1092262"/>
                  </a:lnTo>
                  <a:lnTo>
                    <a:pt x="5853554" y="1094766"/>
                  </a:lnTo>
                  <a:lnTo>
                    <a:pt x="5854396" y="1097879"/>
                  </a:lnTo>
                  <a:lnTo>
                    <a:pt x="5855237" y="1101608"/>
                  </a:lnTo>
                  <a:lnTo>
                    <a:pt x="5856078" y="1104486"/>
                  </a:lnTo>
                  <a:lnTo>
                    <a:pt x="5856919" y="1105784"/>
                  </a:lnTo>
                  <a:lnTo>
                    <a:pt x="5857760" y="1106574"/>
                  </a:lnTo>
                  <a:lnTo>
                    <a:pt x="5858602" y="1107474"/>
                  </a:lnTo>
                  <a:lnTo>
                    <a:pt x="5859443" y="1108711"/>
                  </a:lnTo>
                  <a:lnTo>
                    <a:pt x="5860284" y="1110221"/>
                  </a:lnTo>
                  <a:lnTo>
                    <a:pt x="5861125" y="1112979"/>
                  </a:lnTo>
                  <a:lnTo>
                    <a:pt x="5861966" y="1115508"/>
                  </a:lnTo>
                  <a:lnTo>
                    <a:pt x="5862808" y="1117726"/>
                  </a:lnTo>
                  <a:lnTo>
                    <a:pt x="5863649" y="1118676"/>
                  </a:lnTo>
                  <a:lnTo>
                    <a:pt x="5864490" y="1118987"/>
                  </a:lnTo>
                  <a:lnTo>
                    <a:pt x="5865331" y="1118828"/>
                  </a:lnTo>
                  <a:lnTo>
                    <a:pt x="5866173" y="1118683"/>
                  </a:lnTo>
                  <a:lnTo>
                    <a:pt x="5867014" y="1117415"/>
                  </a:lnTo>
                  <a:lnTo>
                    <a:pt x="5867855" y="1115166"/>
                  </a:lnTo>
                  <a:lnTo>
                    <a:pt x="5868696" y="1113412"/>
                  </a:lnTo>
                  <a:lnTo>
                    <a:pt x="5869537" y="1113001"/>
                  </a:lnTo>
                  <a:lnTo>
                    <a:pt x="5870379" y="1112401"/>
                  </a:lnTo>
                  <a:lnTo>
                    <a:pt x="5871220" y="1112591"/>
                  </a:lnTo>
                  <a:lnTo>
                    <a:pt x="5872061" y="1113465"/>
                  </a:lnTo>
                  <a:lnTo>
                    <a:pt x="5872902" y="1115531"/>
                  </a:lnTo>
                  <a:lnTo>
                    <a:pt x="5873743" y="1119116"/>
                  </a:lnTo>
                  <a:lnTo>
                    <a:pt x="5874585" y="1125486"/>
                  </a:lnTo>
                  <a:lnTo>
                    <a:pt x="5875426" y="1132322"/>
                  </a:lnTo>
                  <a:lnTo>
                    <a:pt x="5876267" y="1140214"/>
                  </a:lnTo>
                  <a:lnTo>
                    <a:pt x="5877108" y="1149458"/>
                  </a:lnTo>
                  <a:lnTo>
                    <a:pt x="5877949" y="1159381"/>
                  </a:lnTo>
                  <a:lnTo>
                    <a:pt x="5878791" y="1169782"/>
                  </a:lnTo>
                  <a:lnTo>
                    <a:pt x="5879632" y="1182090"/>
                  </a:lnTo>
                  <a:lnTo>
                    <a:pt x="5880473" y="1196797"/>
                  </a:lnTo>
                  <a:lnTo>
                    <a:pt x="5881314" y="1208125"/>
                  </a:lnTo>
                  <a:lnTo>
                    <a:pt x="5882155" y="1219287"/>
                  </a:lnTo>
                  <a:lnTo>
                    <a:pt x="5882997" y="1231019"/>
                  </a:lnTo>
                  <a:lnTo>
                    <a:pt x="5883838" y="1243530"/>
                  </a:lnTo>
                  <a:lnTo>
                    <a:pt x="5884679" y="1256518"/>
                  </a:lnTo>
                  <a:lnTo>
                    <a:pt x="5885520" y="1269306"/>
                  </a:lnTo>
                  <a:lnTo>
                    <a:pt x="5886361" y="1282581"/>
                  </a:lnTo>
                  <a:lnTo>
                    <a:pt x="5887203" y="1297170"/>
                  </a:lnTo>
                  <a:lnTo>
                    <a:pt x="5888044" y="1312858"/>
                  </a:lnTo>
                  <a:lnTo>
                    <a:pt x="5888885" y="1329754"/>
                  </a:lnTo>
                  <a:lnTo>
                    <a:pt x="5889726" y="1342441"/>
                  </a:lnTo>
                  <a:lnTo>
                    <a:pt x="5890567" y="1352586"/>
                  </a:lnTo>
                  <a:lnTo>
                    <a:pt x="5891409" y="1362708"/>
                  </a:lnTo>
                  <a:lnTo>
                    <a:pt x="5892250" y="1372061"/>
                  </a:lnTo>
                  <a:lnTo>
                    <a:pt x="5893091" y="1380205"/>
                  </a:lnTo>
                  <a:lnTo>
                    <a:pt x="5893932" y="1387860"/>
                  </a:lnTo>
                  <a:lnTo>
                    <a:pt x="5894773" y="1395708"/>
                  </a:lnTo>
                  <a:lnTo>
                    <a:pt x="5895615" y="1403473"/>
                  </a:lnTo>
                  <a:lnTo>
                    <a:pt x="5896456" y="1410939"/>
                  </a:lnTo>
                  <a:lnTo>
                    <a:pt x="5897297" y="1417619"/>
                  </a:lnTo>
                  <a:lnTo>
                    <a:pt x="5898138" y="1423849"/>
                  </a:lnTo>
                  <a:lnTo>
                    <a:pt x="5898979" y="1429779"/>
                  </a:lnTo>
                  <a:lnTo>
                    <a:pt x="5899821" y="1435116"/>
                  </a:lnTo>
                  <a:lnTo>
                    <a:pt x="5900662" y="1439145"/>
                  </a:lnTo>
                  <a:lnTo>
                    <a:pt x="5901503" y="1442587"/>
                  </a:lnTo>
                  <a:lnTo>
                    <a:pt x="5902344" y="1446086"/>
                  </a:lnTo>
                  <a:lnTo>
                    <a:pt x="5903185" y="1450365"/>
                  </a:lnTo>
                  <a:lnTo>
                    <a:pt x="5904027" y="1454367"/>
                  </a:lnTo>
                  <a:lnTo>
                    <a:pt x="5904868" y="1458775"/>
                  </a:lnTo>
                  <a:lnTo>
                    <a:pt x="5905709" y="1464102"/>
                  </a:lnTo>
                  <a:lnTo>
                    <a:pt x="5906550" y="1469016"/>
                  </a:lnTo>
                  <a:lnTo>
                    <a:pt x="5907391" y="1473778"/>
                  </a:lnTo>
                  <a:lnTo>
                    <a:pt x="5908233" y="1478418"/>
                  </a:lnTo>
                  <a:lnTo>
                    <a:pt x="5909074" y="1483490"/>
                  </a:lnTo>
                  <a:lnTo>
                    <a:pt x="5909915" y="1488562"/>
                  </a:lnTo>
                  <a:lnTo>
                    <a:pt x="5910756" y="1493085"/>
                  </a:lnTo>
                  <a:lnTo>
                    <a:pt x="5911597" y="1498493"/>
                  </a:lnTo>
                  <a:lnTo>
                    <a:pt x="5912439" y="1503849"/>
                  </a:lnTo>
                  <a:lnTo>
                    <a:pt x="5913280" y="1509228"/>
                  </a:lnTo>
                  <a:lnTo>
                    <a:pt x="5914121" y="1515696"/>
                  </a:lnTo>
                  <a:lnTo>
                    <a:pt x="5914962" y="1521202"/>
                  </a:lnTo>
                  <a:lnTo>
                    <a:pt x="5915803" y="1526402"/>
                  </a:lnTo>
                  <a:lnTo>
                    <a:pt x="5916645" y="1530932"/>
                  </a:lnTo>
                  <a:lnTo>
                    <a:pt x="5917486" y="1535049"/>
                  </a:lnTo>
                  <a:lnTo>
                    <a:pt x="5918327" y="1539004"/>
                  </a:lnTo>
                  <a:lnTo>
                    <a:pt x="5919168" y="1543183"/>
                  </a:lnTo>
                  <a:lnTo>
                    <a:pt x="5920009" y="1546813"/>
                  </a:lnTo>
                  <a:lnTo>
                    <a:pt x="5920851" y="1550183"/>
                  </a:lnTo>
                  <a:lnTo>
                    <a:pt x="5921692" y="1553227"/>
                  </a:lnTo>
                  <a:lnTo>
                    <a:pt x="5922533" y="1555832"/>
                  </a:lnTo>
                  <a:lnTo>
                    <a:pt x="5923374" y="1558410"/>
                  </a:lnTo>
                  <a:lnTo>
                    <a:pt x="5924215" y="1561095"/>
                  </a:lnTo>
                  <a:lnTo>
                    <a:pt x="5925057" y="1563601"/>
                  </a:lnTo>
                  <a:lnTo>
                    <a:pt x="5925898" y="1565856"/>
                  </a:lnTo>
                  <a:lnTo>
                    <a:pt x="5926739" y="1568100"/>
                  </a:lnTo>
                  <a:lnTo>
                    <a:pt x="5927580" y="1570629"/>
                  </a:lnTo>
                  <a:lnTo>
                    <a:pt x="5928421" y="1573177"/>
                  </a:lnTo>
                  <a:lnTo>
                    <a:pt x="5929263" y="1575961"/>
                  </a:lnTo>
                  <a:lnTo>
                    <a:pt x="5930104" y="1578746"/>
                  </a:lnTo>
                  <a:lnTo>
                    <a:pt x="5930945" y="1580810"/>
                  </a:lnTo>
                  <a:lnTo>
                    <a:pt x="5931786" y="1582572"/>
                  </a:lnTo>
                  <a:lnTo>
                    <a:pt x="5932627" y="1584165"/>
                  </a:lnTo>
                  <a:lnTo>
                    <a:pt x="5933469" y="1586915"/>
                  </a:lnTo>
                  <a:lnTo>
                    <a:pt x="5934310" y="1590740"/>
                  </a:lnTo>
                  <a:lnTo>
                    <a:pt x="5935151" y="1595053"/>
                  </a:lnTo>
                  <a:lnTo>
                    <a:pt x="5935992" y="1601571"/>
                  </a:lnTo>
                  <a:lnTo>
                    <a:pt x="5936833" y="1608035"/>
                  </a:lnTo>
                  <a:lnTo>
                    <a:pt x="5937675" y="1615542"/>
                  </a:lnTo>
                  <a:lnTo>
                    <a:pt x="5938516" y="1623869"/>
                  </a:lnTo>
                  <a:lnTo>
                    <a:pt x="5939357" y="1632113"/>
                  </a:lnTo>
                  <a:lnTo>
                    <a:pt x="5940198" y="1640015"/>
                  </a:lnTo>
                  <a:lnTo>
                    <a:pt x="5941040" y="1647727"/>
                  </a:lnTo>
                  <a:lnTo>
                    <a:pt x="5941881" y="1654788"/>
                  </a:lnTo>
                  <a:lnTo>
                    <a:pt x="5942722" y="1661349"/>
                  </a:lnTo>
                  <a:lnTo>
                    <a:pt x="5943563" y="1668398"/>
                  </a:lnTo>
                  <a:lnTo>
                    <a:pt x="5944404" y="1675866"/>
                  </a:lnTo>
                  <a:lnTo>
                    <a:pt x="5945246" y="1683183"/>
                  </a:lnTo>
                  <a:lnTo>
                    <a:pt x="5946087" y="1690339"/>
                  </a:lnTo>
                  <a:lnTo>
                    <a:pt x="5946928" y="1697694"/>
                  </a:lnTo>
                  <a:lnTo>
                    <a:pt x="5947769" y="1705624"/>
                  </a:lnTo>
                  <a:lnTo>
                    <a:pt x="5948610" y="1713173"/>
                  </a:lnTo>
                  <a:lnTo>
                    <a:pt x="5949452" y="1722664"/>
                  </a:lnTo>
                  <a:lnTo>
                    <a:pt x="5950293" y="1730012"/>
                  </a:lnTo>
                  <a:lnTo>
                    <a:pt x="5951134" y="1735682"/>
                  </a:lnTo>
                  <a:lnTo>
                    <a:pt x="5951975" y="1740639"/>
                  </a:lnTo>
                  <a:lnTo>
                    <a:pt x="5952816" y="1745851"/>
                  </a:lnTo>
                  <a:lnTo>
                    <a:pt x="5953658" y="1751792"/>
                  </a:lnTo>
                  <a:lnTo>
                    <a:pt x="5954499" y="1758183"/>
                  </a:lnTo>
                  <a:lnTo>
                    <a:pt x="5955340" y="1764952"/>
                  </a:lnTo>
                  <a:lnTo>
                    <a:pt x="5956181" y="1771058"/>
                  </a:lnTo>
                  <a:lnTo>
                    <a:pt x="5957022" y="1777084"/>
                  </a:lnTo>
                  <a:lnTo>
                    <a:pt x="5957864" y="1782803"/>
                  </a:lnTo>
                  <a:lnTo>
                    <a:pt x="5958705" y="1787782"/>
                  </a:lnTo>
                  <a:lnTo>
                    <a:pt x="5959546" y="1792339"/>
                  </a:lnTo>
                  <a:lnTo>
                    <a:pt x="5960387" y="1797145"/>
                  </a:lnTo>
                  <a:lnTo>
                    <a:pt x="5961228" y="1802970"/>
                  </a:lnTo>
                  <a:lnTo>
                    <a:pt x="5962070" y="1810214"/>
                  </a:lnTo>
                  <a:lnTo>
                    <a:pt x="5962911" y="1818005"/>
                  </a:lnTo>
                  <a:lnTo>
                    <a:pt x="5963752" y="1826620"/>
                  </a:lnTo>
                  <a:lnTo>
                    <a:pt x="5964593" y="1835946"/>
                  </a:lnTo>
                  <a:lnTo>
                    <a:pt x="5965434" y="1844951"/>
                  </a:lnTo>
                  <a:lnTo>
                    <a:pt x="5966276" y="1853029"/>
                  </a:lnTo>
                  <a:lnTo>
                    <a:pt x="5967117" y="1861389"/>
                  </a:lnTo>
                  <a:lnTo>
                    <a:pt x="5967958" y="1870512"/>
                  </a:lnTo>
                  <a:lnTo>
                    <a:pt x="5968799" y="1881171"/>
                  </a:lnTo>
                  <a:lnTo>
                    <a:pt x="5969640" y="1893018"/>
                  </a:lnTo>
                  <a:lnTo>
                    <a:pt x="5970482" y="1902148"/>
                  </a:lnTo>
                  <a:lnTo>
                    <a:pt x="5971323" y="1911264"/>
                  </a:lnTo>
                  <a:lnTo>
                    <a:pt x="5972164" y="1919924"/>
                  </a:lnTo>
                  <a:lnTo>
                    <a:pt x="5973005" y="1928208"/>
                  </a:lnTo>
                  <a:lnTo>
                    <a:pt x="5973846" y="1936169"/>
                  </a:lnTo>
                  <a:lnTo>
                    <a:pt x="5974688" y="1941855"/>
                  </a:lnTo>
                  <a:lnTo>
                    <a:pt x="5975529" y="1946922"/>
                  </a:lnTo>
                  <a:lnTo>
                    <a:pt x="5976370" y="1951965"/>
                  </a:lnTo>
                  <a:lnTo>
                    <a:pt x="5977211" y="1956939"/>
                  </a:lnTo>
                  <a:lnTo>
                    <a:pt x="5978052" y="1962284"/>
                  </a:lnTo>
                  <a:lnTo>
                    <a:pt x="5978894" y="1967507"/>
                  </a:lnTo>
                  <a:lnTo>
                    <a:pt x="5979735" y="1972594"/>
                  </a:lnTo>
                  <a:lnTo>
                    <a:pt x="5980576" y="1977563"/>
                  </a:lnTo>
                  <a:lnTo>
                    <a:pt x="5981417" y="1982057"/>
                  </a:lnTo>
                  <a:lnTo>
                    <a:pt x="5982258" y="1985590"/>
                  </a:lnTo>
                  <a:lnTo>
                    <a:pt x="5983100" y="1989554"/>
                  </a:lnTo>
                  <a:lnTo>
                    <a:pt x="5983941" y="1993047"/>
                  </a:lnTo>
                  <a:lnTo>
                    <a:pt x="5984782" y="1996610"/>
                  </a:lnTo>
                  <a:lnTo>
                    <a:pt x="5985623" y="2000243"/>
                  </a:lnTo>
                  <a:lnTo>
                    <a:pt x="5986464" y="2003350"/>
                  </a:lnTo>
                  <a:lnTo>
                    <a:pt x="5987306" y="2006598"/>
                  </a:lnTo>
                  <a:lnTo>
                    <a:pt x="5988147" y="2009049"/>
                  </a:lnTo>
                  <a:lnTo>
                    <a:pt x="5988988" y="2012512"/>
                  </a:lnTo>
                  <a:lnTo>
                    <a:pt x="5989829" y="2014741"/>
                  </a:lnTo>
                  <a:lnTo>
                    <a:pt x="5990670" y="2020012"/>
                  </a:lnTo>
                  <a:lnTo>
                    <a:pt x="5991512" y="2025112"/>
                  </a:lnTo>
                  <a:lnTo>
                    <a:pt x="5992353" y="2030066"/>
                  </a:lnTo>
                  <a:lnTo>
                    <a:pt x="5993194" y="2034344"/>
                  </a:lnTo>
                  <a:lnTo>
                    <a:pt x="5994035" y="2038333"/>
                  </a:lnTo>
                  <a:lnTo>
                    <a:pt x="5994876" y="2042469"/>
                  </a:lnTo>
                  <a:lnTo>
                    <a:pt x="5995718" y="2046434"/>
                  </a:lnTo>
                  <a:lnTo>
                    <a:pt x="5996559" y="2050225"/>
                  </a:lnTo>
                  <a:lnTo>
                    <a:pt x="5997400" y="2054011"/>
                  </a:lnTo>
                  <a:lnTo>
                    <a:pt x="5998241" y="2058921"/>
                  </a:lnTo>
                  <a:lnTo>
                    <a:pt x="5999082" y="2064180"/>
                  </a:lnTo>
                  <a:lnTo>
                    <a:pt x="5999924" y="2070124"/>
                  </a:lnTo>
                  <a:lnTo>
                    <a:pt x="6000765" y="2074320"/>
                  </a:lnTo>
                  <a:lnTo>
                    <a:pt x="6001606" y="2078935"/>
                  </a:lnTo>
                  <a:lnTo>
                    <a:pt x="6002447" y="2084479"/>
                  </a:lnTo>
                  <a:lnTo>
                    <a:pt x="6003288" y="2090078"/>
                  </a:lnTo>
                  <a:lnTo>
                    <a:pt x="6004130" y="2095654"/>
                  </a:lnTo>
                  <a:lnTo>
                    <a:pt x="6004971" y="2100812"/>
                  </a:lnTo>
                  <a:lnTo>
                    <a:pt x="6005812" y="2105744"/>
                  </a:lnTo>
                  <a:lnTo>
                    <a:pt x="6006653" y="2110099"/>
                  </a:lnTo>
                  <a:lnTo>
                    <a:pt x="6007494" y="2114393"/>
                  </a:lnTo>
                  <a:lnTo>
                    <a:pt x="6008336" y="2118853"/>
                  </a:lnTo>
                  <a:lnTo>
                    <a:pt x="6009177" y="2123025"/>
                  </a:lnTo>
                  <a:lnTo>
                    <a:pt x="6010018" y="2126915"/>
                  </a:lnTo>
                  <a:lnTo>
                    <a:pt x="6010859" y="2131320"/>
                  </a:lnTo>
                  <a:lnTo>
                    <a:pt x="6011701" y="2135348"/>
                  </a:lnTo>
                  <a:lnTo>
                    <a:pt x="6012542" y="2138907"/>
                  </a:lnTo>
                  <a:lnTo>
                    <a:pt x="6013383" y="2141524"/>
                  </a:lnTo>
                  <a:lnTo>
                    <a:pt x="6014224" y="2142943"/>
                  </a:lnTo>
                  <a:lnTo>
                    <a:pt x="6015065" y="2143158"/>
                  </a:lnTo>
                  <a:lnTo>
                    <a:pt x="6015907" y="2144258"/>
                  </a:lnTo>
                  <a:lnTo>
                    <a:pt x="6016748" y="2145138"/>
                  </a:lnTo>
                  <a:lnTo>
                    <a:pt x="6017589" y="2144866"/>
                  </a:lnTo>
                  <a:lnTo>
                    <a:pt x="6018430" y="2146208"/>
                  </a:lnTo>
                  <a:lnTo>
                    <a:pt x="6019271" y="2147543"/>
                  </a:lnTo>
                  <a:lnTo>
                    <a:pt x="6020113" y="2147880"/>
                  </a:lnTo>
                  <a:lnTo>
                    <a:pt x="6020954" y="2147172"/>
                  </a:lnTo>
                  <a:lnTo>
                    <a:pt x="6021795" y="2146217"/>
                  </a:lnTo>
                  <a:lnTo>
                    <a:pt x="6022636" y="2144527"/>
                  </a:lnTo>
                  <a:lnTo>
                    <a:pt x="6023477" y="2141589"/>
                  </a:lnTo>
                  <a:lnTo>
                    <a:pt x="6024319" y="2138285"/>
                  </a:lnTo>
                  <a:lnTo>
                    <a:pt x="6025160" y="2134835"/>
                  </a:lnTo>
                  <a:lnTo>
                    <a:pt x="6026001" y="2131045"/>
                  </a:lnTo>
                  <a:lnTo>
                    <a:pt x="6026842" y="2127196"/>
                  </a:lnTo>
                  <a:lnTo>
                    <a:pt x="6027683" y="2122981"/>
                  </a:lnTo>
                  <a:lnTo>
                    <a:pt x="6028525" y="2117589"/>
                  </a:lnTo>
                  <a:lnTo>
                    <a:pt x="6029366" y="2111757"/>
                  </a:lnTo>
                  <a:lnTo>
                    <a:pt x="6030207" y="2105758"/>
                  </a:lnTo>
                  <a:lnTo>
                    <a:pt x="6031048" y="2096058"/>
                  </a:lnTo>
                  <a:lnTo>
                    <a:pt x="6031889" y="2086722"/>
                  </a:lnTo>
                  <a:lnTo>
                    <a:pt x="6032731" y="2078746"/>
                  </a:lnTo>
                  <a:lnTo>
                    <a:pt x="6033572" y="2071803"/>
                  </a:lnTo>
                  <a:lnTo>
                    <a:pt x="6034413" y="2064769"/>
                  </a:lnTo>
                  <a:lnTo>
                    <a:pt x="6035254" y="2057948"/>
                  </a:lnTo>
                  <a:lnTo>
                    <a:pt x="6036095" y="2052235"/>
                  </a:lnTo>
                  <a:lnTo>
                    <a:pt x="6036937" y="2046804"/>
                  </a:lnTo>
                  <a:lnTo>
                    <a:pt x="6037778" y="2041433"/>
                  </a:lnTo>
                  <a:lnTo>
                    <a:pt x="6038619" y="2037795"/>
                  </a:lnTo>
                  <a:lnTo>
                    <a:pt x="6039460" y="2034756"/>
                  </a:lnTo>
                  <a:lnTo>
                    <a:pt x="6040301" y="2032363"/>
                  </a:lnTo>
                  <a:lnTo>
                    <a:pt x="6041143" y="2031285"/>
                  </a:lnTo>
                  <a:lnTo>
                    <a:pt x="6041984" y="2030632"/>
                  </a:lnTo>
                  <a:lnTo>
                    <a:pt x="6042825" y="2028318"/>
                  </a:lnTo>
                  <a:lnTo>
                    <a:pt x="6043666" y="2026997"/>
                  </a:lnTo>
                  <a:lnTo>
                    <a:pt x="6044507" y="2026587"/>
                  </a:lnTo>
                  <a:lnTo>
                    <a:pt x="6045349" y="2026444"/>
                  </a:lnTo>
                  <a:lnTo>
                    <a:pt x="6046190" y="2026578"/>
                  </a:lnTo>
                  <a:lnTo>
                    <a:pt x="6047031" y="2027693"/>
                  </a:lnTo>
                  <a:lnTo>
                    <a:pt x="6047872" y="2029529"/>
                  </a:lnTo>
                  <a:lnTo>
                    <a:pt x="6048713" y="2031390"/>
                  </a:lnTo>
                  <a:lnTo>
                    <a:pt x="6049555" y="2033846"/>
                  </a:lnTo>
                  <a:lnTo>
                    <a:pt x="6050396" y="2036876"/>
                  </a:lnTo>
                  <a:lnTo>
                    <a:pt x="6051237" y="2040912"/>
                  </a:lnTo>
                  <a:lnTo>
                    <a:pt x="6052078" y="2045329"/>
                  </a:lnTo>
                  <a:lnTo>
                    <a:pt x="6052919" y="2049872"/>
                  </a:lnTo>
                  <a:lnTo>
                    <a:pt x="6053761" y="2054160"/>
                  </a:lnTo>
                  <a:lnTo>
                    <a:pt x="6054602" y="2057834"/>
                  </a:lnTo>
                  <a:lnTo>
                    <a:pt x="6055443" y="2060593"/>
                  </a:lnTo>
                  <a:lnTo>
                    <a:pt x="6056284" y="2062795"/>
                  </a:lnTo>
                  <a:lnTo>
                    <a:pt x="6057125" y="2064464"/>
                  </a:lnTo>
                  <a:lnTo>
                    <a:pt x="6057967" y="2066575"/>
                  </a:lnTo>
                  <a:lnTo>
                    <a:pt x="6058808" y="2067821"/>
                  </a:lnTo>
                  <a:lnTo>
                    <a:pt x="6059649" y="2068181"/>
                  </a:lnTo>
                  <a:lnTo>
                    <a:pt x="6060490" y="2068058"/>
                  </a:lnTo>
                  <a:lnTo>
                    <a:pt x="6061331" y="2067478"/>
                  </a:lnTo>
                  <a:lnTo>
                    <a:pt x="6062173" y="2066707"/>
                  </a:lnTo>
                  <a:lnTo>
                    <a:pt x="6063014" y="2065588"/>
                  </a:lnTo>
                  <a:lnTo>
                    <a:pt x="6063855" y="2064085"/>
                  </a:lnTo>
                  <a:lnTo>
                    <a:pt x="6064696" y="2061920"/>
                  </a:lnTo>
                  <a:lnTo>
                    <a:pt x="6065537" y="2056831"/>
                  </a:lnTo>
                  <a:lnTo>
                    <a:pt x="6066379" y="2051734"/>
                  </a:lnTo>
                  <a:lnTo>
                    <a:pt x="6067220" y="2047640"/>
                  </a:lnTo>
                  <a:lnTo>
                    <a:pt x="6068061" y="2043940"/>
                  </a:lnTo>
                  <a:lnTo>
                    <a:pt x="6068902" y="2039785"/>
                  </a:lnTo>
                  <a:lnTo>
                    <a:pt x="6069743" y="2035402"/>
                  </a:lnTo>
                  <a:lnTo>
                    <a:pt x="6070585" y="2030556"/>
                  </a:lnTo>
                  <a:lnTo>
                    <a:pt x="6071426" y="2026097"/>
                  </a:lnTo>
                  <a:lnTo>
                    <a:pt x="6072267" y="2021828"/>
                  </a:lnTo>
                  <a:lnTo>
                    <a:pt x="6073108" y="2016966"/>
                  </a:lnTo>
                  <a:lnTo>
                    <a:pt x="6073949" y="2011398"/>
                  </a:lnTo>
                  <a:lnTo>
                    <a:pt x="6074791" y="2005670"/>
                  </a:lnTo>
                  <a:lnTo>
                    <a:pt x="6075632" y="1999867"/>
                  </a:lnTo>
                  <a:lnTo>
                    <a:pt x="6076473" y="1994162"/>
                  </a:lnTo>
                  <a:lnTo>
                    <a:pt x="6077314" y="1989088"/>
                  </a:lnTo>
                  <a:lnTo>
                    <a:pt x="6078155" y="1983816"/>
                  </a:lnTo>
                  <a:lnTo>
                    <a:pt x="6078997" y="1978089"/>
                  </a:lnTo>
                  <a:lnTo>
                    <a:pt x="6079838" y="1971237"/>
                  </a:lnTo>
                  <a:lnTo>
                    <a:pt x="6080679" y="1963443"/>
                  </a:lnTo>
                  <a:lnTo>
                    <a:pt x="6081520" y="1955133"/>
                  </a:lnTo>
                  <a:lnTo>
                    <a:pt x="6082362" y="1946511"/>
                  </a:lnTo>
                  <a:lnTo>
                    <a:pt x="6083203" y="1938003"/>
                  </a:lnTo>
                  <a:lnTo>
                    <a:pt x="6084044" y="1929146"/>
                  </a:lnTo>
                  <a:lnTo>
                    <a:pt x="6084885" y="1920562"/>
                  </a:lnTo>
                  <a:lnTo>
                    <a:pt x="6085726" y="1912404"/>
                  </a:lnTo>
                  <a:lnTo>
                    <a:pt x="6086568" y="1904284"/>
                  </a:lnTo>
                  <a:lnTo>
                    <a:pt x="6087409" y="1896118"/>
                  </a:lnTo>
                  <a:lnTo>
                    <a:pt x="6088250" y="1888096"/>
                  </a:lnTo>
                  <a:lnTo>
                    <a:pt x="6089091" y="1879938"/>
                  </a:lnTo>
                  <a:lnTo>
                    <a:pt x="6089932" y="1872372"/>
                  </a:lnTo>
                  <a:lnTo>
                    <a:pt x="6090774" y="1866211"/>
                  </a:lnTo>
                  <a:lnTo>
                    <a:pt x="6091615" y="1861016"/>
                  </a:lnTo>
                  <a:lnTo>
                    <a:pt x="6092456" y="1856792"/>
                  </a:lnTo>
                  <a:lnTo>
                    <a:pt x="6093297" y="1853738"/>
                  </a:lnTo>
                  <a:lnTo>
                    <a:pt x="6094138" y="1853012"/>
                  </a:lnTo>
                  <a:lnTo>
                    <a:pt x="6094980" y="1852913"/>
                  </a:lnTo>
                  <a:lnTo>
                    <a:pt x="6095821" y="1853028"/>
                  </a:lnTo>
                  <a:lnTo>
                    <a:pt x="6096662" y="1853533"/>
                  </a:lnTo>
                  <a:lnTo>
                    <a:pt x="6097503" y="1854326"/>
                  </a:lnTo>
                  <a:lnTo>
                    <a:pt x="6098344" y="1855332"/>
                  </a:lnTo>
                  <a:lnTo>
                    <a:pt x="6099186" y="1857291"/>
                  </a:lnTo>
                  <a:lnTo>
                    <a:pt x="6100027" y="1859665"/>
                  </a:lnTo>
                  <a:lnTo>
                    <a:pt x="6100868" y="1862099"/>
                  </a:lnTo>
                  <a:lnTo>
                    <a:pt x="6101709" y="1864688"/>
                  </a:lnTo>
                  <a:lnTo>
                    <a:pt x="6102550" y="1867051"/>
                  </a:lnTo>
                  <a:lnTo>
                    <a:pt x="6103392" y="1869081"/>
                  </a:lnTo>
                  <a:lnTo>
                    <a:pt x="6104233" y="1870948"/>
                  </a:lnTo>
                  <a:lnTo>
                    <a:pt x="6105074" y="1872873"/>
                  </a:lnTo>
                  <a:lnTo>
                    <a:pt x="6105915" y="1874680"/>
                  </a:lnTo>
                  <a:lnTo>
                    <a:pt x="6106756" y="1876000"/>
                  </a:lnTo>
                  <a:lnTo>
                    <a:pt x="6107598" y="1877121"/>
                  </a:lnTo>
                  <a:lnTo>
                    <a:pt x="6108439" y="1878252"/>
                  </a:lnTo>
                  <a:lnTo>
                    <a:pt x="6109280" y="1879493"/>
                  </a:lnTo>
                  <a:lnTo>
                    <a:pt x="6110121" y="1880078"/>
                  </a:lnTo>
                  <a:lnTo>
                    <a:pt x="6110962" y="1880739"/>
                  </a:lnTo>
                  <a:lnTo>
                    <a:pt x="6111804" y="1881035"/>
                  </a:lnTo>
                  <a:lnTo>
                    <a:pt x="6112645" y="1880838"/>
                  </a:lnTo>
                  <a:lnTo>
                    <a:pt x="6113486" y="1880815"/>
                  </a:lnTo>
                  <a:lnTo>
                    <a:pt x="6114327" y="1881225"/>
                  </a:lnTo>
                  <a:lnTo>
                    <a:pt x="6115168" y="1881795"/>
                  </a:lnTo>
                  <a:lnTo>
                    <a:pt x="6116010" y="1881669"/>
                  </a:lnTo>
                  <a:lnTo>
                    <a:pt x="6116851" y="1881755"/>
                  </a:lnTo>
                  <a:lnTo>
                    <a:pt x="6117692" y="1881865"/>
                  </a:lnTo>
                  <a:lnTo>
                    <a:pt x="6118533" y="1882151"/>
                  </a:lnTo>
                  <a:lnTo>
                    <a:pt x="6119374" y="1882307"/>
                  </a:lnTo>
                  <a:lnTo>
                    <a:pt x="6120216" y="1881939"/>
                  </a:lnTo>
                  <a:lnTo>
                    <a:pt x="6121057" y="1880798"/>
                  </a:lnTo>
                  <a:lnTo>
                    <a:pt x="6121898" y="1878936"/>
                  </a:lnTo>
                  <a:lnTo>
                    <a:pt x="6122739" y="1876853"/>
                  </a:lnTo>
                  <a:lnTo>
                    <a:pt x="6123580" y="1874246"/>
                  </a:lnTo>
                  <a:lnTo>
                    <a:pt x="6124422" y="1871748"/>
                  </a:lnTo>
                  <a:lnTo>
                    <a:pt x="6125263" y="1869065"/>
                  </a:lnTo>
                  <a:lnTo>
                    <a:pt x="6126104" y="1866239"/>
                  </a:lnTo>
                  <a:lnTo>
                    <a:pt x="6126945" y="1862803"/>
                  </a:lnTo>
                  <a:lnTo>
                    <a:pt x="6127786" y="1859180"/>
                  </a:lnTo>
                  <a:lnTo>
                    <a:pt x="6128628" y="1855354"/>
                  </a:lnTo>
                  <a:lnTo>
                    <a:pt x="6129469" y="1852559"/>
                  </a:lnTo>
                  <a:lnTo>
                    <a:pt x="6130310" y="1849526"/>
                  </a:lnTo>
                  <a:lnTo>
                    <a:pt x="6131151" y="1846411"/>
                  </a:lnTo>
                  <a:lnTo>
                    <a:pt x="6131992" y="1843119"/>
                  </a:lnTo>
                  <a:lnTo>
                    <a:pt x="6132834" y="1839804"/>
                  </a:lnTo>
                  <a:lnTo>
                    <a:pt x="6133675" y="1836993"/>
                  </a:lnTo>
                  <a:lnTo>
                    <a:pt x="6134516" y="1834337"/>
                  </a:lnTo>
                  <a:lnTo>
                    <a:pt x="6135357" y="1831586"/>
                  </a:lnTo>
                  <a:lnTo>
                    <a:pt x="6136198" y="1828980"/>
                  </a:lnTo>
                  <a:lnTo>
                    <a:pt x="6137040" y="1826269"/>
                  </a:lnTo>
                  <a:lnTo>
                    <a:pt x="6137881" y="1823396"/>
                  </a:lnTo>
                  <a:lnTo>
                    <a:pt x="6138722" y="1820353"/>
                  </a:lnTo>
                  <a:lnTo>
                    <a:pt x="6139563" y="1817577"/>
                  </a:lnTo>
                  <a:lnTo>
                    <a:pt x="6140404" y="1815275"/>
                  </a:lnTo>
                  <a:lnTo>
                    <a:pt x="6141246" y="1812918"/>
                  </a:lnTo>
                  <a:lnTo>
                    <a:pt x="6142087" y="1810471"/>
                  </a:lnTo>
                  <a:lnTo>
                    <a:pt x="6142928" y="1808242"/>
                  </a:lnTo>
                  <a:lnTo>
                    <a:pt x="6143769" y="1805424"/>
                  </a:lnTo>
                  <a:lnTo>
                    <a:pt x="6144610" y="1803274"/>
                  </a:lnTo>
                  <a:lnTo>
                    <a:pt x="6145452" y="1801649"/>
                  </a:lnTo>
                  <a:lnTo>
                    <a:pt x="6146293" y="1800107"/>
                  </a:lnTo>
                  <a:lnTo>
                    <a:pt x="6147134" y="1799294"/>
                  </a:lnTo>
                  <a:lnTo>
                    <a:pt x="6147975" y="1798937"/>
                  </a:lnTo>
                  <a:lnTo>
                    <a:pt x="6148816" y="1799165"/>
                  </a:lnTo>
                  <a:lnTo>
                    <a:pt x="6149658" y="1800053"/>
                  </a:lnTo>
                  <a:lnTo>
                    <a:pt x="6150499" y="1801428"/>
                  </a:lnTo>
                  <a:lnTo>
                    <a:pt x="6151340" y="1803062"/>
                  </a:lnTo>
                  <a:lnTo>
                    <a:pt x="6152181" y="1805226"/>
                  </a:lnTo>
                  <a:lnTo>
                    <a:pt x="6153023" y="1807657"/>
                  </a:lnTo>
                  <a:lnTo>
                    <a:pt x="6153864" y="1810536"/>
                  </a:lnTo>
                  <a:lnTo>
                    <a:pt x="6154705" y="1813803"/>
                  </a:lnTo>
                  <a:lnTo>
                    <a:pt x="6155546" y="1817183"/>
                  </a:lnTo>
                  <a:lnTo>
                    <a:pt x="6156387" y="1820867"/>
                  </a:lnTo>
                  <a:lnTo>
                    <a:pt x="6157229" y="1824665"/>
                  </a:lnTo>
                  <a:lnTo>
                    <a:pt x="6158070" y="1828762"/>
                  </a:lnTo>
                  <a:lnTo>
                    <a:pt x="6158911" y="1831711"/>
                  </a:lnTo>
                  <a:lnTo>
                    <a:pt x="6159752" y="1834668"/>
                  </a:lnTo>
                  <a:lnTo>
                    <a:pt x="6160593" y="1837328"/>
                  </a:lnTo>
                  <a:lnTo>
                    <a:pt x="6161435" y="1839879"/>
                  </a:lnTo>
                  <a:lnTo>
                    <a:pt x="6162276" y="1841606"/>
                  </a:lnTo>
                  <a:lnTo>
                    <a:pt x="6163117" y="1842801"/>
                  </a:lnTo>
                  <a:lnTo>
                    <a:pt x="6163958" y="1843520"/>
                  </a:lnTo>
                  <a:lnTo>
                    <a:pt x="6164799" y="1843592"/>
                  </a:lnTo>
                  <a:lnTo>
                    <a:pt x="6165641" y="1843382"/>
                  </a:lnTo>
                  <a:lnTo>
                    <a:pt x="6166482" y="1842707"/>
                  </a:lnTo>
                  <a:lnTo>
                    <a:pt x="6167323" y="1841196"/>
                  </a:lnTo>
                  <a:lnTo>
                    <a:pt x="6168164" y="1839115"/>
                  </a:lnTo>
                  <a:lnTo>
                    <a:pt x="6169005" y="1836598"/>
                  </a:lnTo>
                  <a:lnTo>
                    <a:pt x="6169847" y="1833720"/>
                  </a:lnTo>
                  <a:lnTo>
                    <a:pt x="6170688" y="1830931"/>
                  </a:lnTo>
                  <a:lnTo>
                    <a:pt x="6171529" y="1827360"/>
                  </a:lnTo>
                  <a:lnTo>
                    <a:pt x="6172370" y="1823077"/>
                  </a:lnTo>
                  <a:lnTo>
                    <a:pt x="6173211" y="1818740"/>
                  </a:lnTo>
                  <a:lnTo>
                    <a:pt x="6174053" y="1814304"/>
                  </a:lnTo>
                  <a:lnTo>
                    <a:pt x="6174894" y="1810591"/>
                  </a:lnTo>
                  <a:lnTo>
                    <a:pt x="6175735" y="1806967"/>
                  </a:lnTo>
                  <a:lnTo>
                    <a:pt x="6176576" y="1803187"/>
                  </a:lnTo>
                  <a:lnTo>
                    <a:pt x="6177417" y="1799546"/>
                  </a:lnTo>
                  <a:lnTo>
                    <a:pt x="6178259" y="1795739"/>
                  </a:lnTo>
                  <a:lnTo>
                    <a:pt x="6179100" y="1792153"/>
                  </a:lnTo>
                  <a:lnTo>
                    <a:pt x="6179941" y="1789320"/>
                  </a:lnTo>
                  <a:lnTo>
                    <a:pt x="6180782" y="1786996"/>
                  </a:lnTo>
                  <a:lnTo>
                    <a:pt x="6181623" y="1785662"/>
                  </a:lnTo>
                  <a:lnTo>
                    <a:pt x="6182465" y="1785208"/>
                  </a:lnTo>
                  <a:lnTo>
                    <a:pt x="6183306" y="1786141"/>
                  </a:lnTo>
                  <a:lnTo>
                    <a:pt x="6184147" y="1786549"/>
                  </a:lnTo>
                  <a:lnTo>
                    <a:pt x="6184988" y="1787405"/>
                  </a:lnTo>
                  <a:lnTo>
                    <a:pt x="6185829" y="1790226"/>
                  </a:lnTo>
                  <a:lnTo>
                    <a:pt x="6186671" y="1791914"/>
                  </a:lnTo>
                  <a:lnTo>
                    <a:pt x="6187512" y="1794515"/>
                  </a:lnTo>
                  <a:lnTo>
                    <a:pt x="6188353" y="1797769"/>
                  </a:lnTo>
                  <a:lnTo>
                    <a:pt x="6189194" y="1801991"/>
                  </a:lnTo>
                  <a:lnTo>
                    <a:pt x="6190035" y="1806855"/>
                  </a:lnTo>
                  <a:lnTo>
                    <a:pt x="6190877" y="1812339"/>
                  </a:lnTo>
                  <a:lnTo>
                    <a:pt x="6191718" y="1818094"/>
                  </a:lnTo>
                  <a:lnTo>
                    <a:pt x="6192559" y="1824419"/>
                  </a:lnTo>
                  <a:lnTo>
                    <a:pt x="6193400" y="1831280"/>
                  </a:lnTo>
                  <a:lnTo>
                    <a:pt x="6194241" y="1838546"/>
                  </a:lnTo>
                  <a:lnTo>
                    <a:pt x="6195083" y="1846055"/>
                  </a:lnTo>
                  <a:lnTo>
                    <a:pt x="6195924" y="1853924"/>
                  </a:lnTo>
                  <a:lnTo>
                    <a:pt x="6196765" y="1862804"/>
                  </a:lnTo>
                  <a:lnTo>
                    <a:pt x="6197606" y="1872015"/>
                  </a:lnTo>
                  <a:lnTo>
                    <a:pt x="6198447" y="1881349"/>
                  </a:lnTo>
                  <a:lnTo>
                    <a:pt x="6199289" y="1894696"/>
                  </a:lnTo>
                  <a:lnTo>
                    <a:pt x="6200130" y="1908521"/>
                  </a:lnTo>
                  <a:lnTo>
                    <a:pt x="6200971" y="1922240"/>
                  </a:lnTo>
                  <a:lnTo>
                    <a:pt x="6201812" y="1935647"/>
                  </a:lnTo>
                  <a:lnTo>
                    <a:pt x="6202653" y="1949465"/>
                  </a:lnTo>
                  <a:lnTo>
                    <a:pt x="6203495" y="1963890"/>
                  </a:lnTo>
                  <a:lnTo>
                    <a:pt x="6204336" y="1977890"/>
                  </a:lnTo>
                  <a:lnTo>
                    <a:pt x="6205177" y="1991419"/>
                  </a:lnTo>
                  <a:lnTo>
                    <a:pt x="6206018" y="2004621"/>
                  </a:lnTo>
                  <a:lnTo>
                    <a:pt x="6206859" y="2016593"/>
                  </a:lnTo>
                  <a:lnTo>
                    <a:pt x="6207701" y="2028146"/>
                  </a:lnTo>
                  <a:lnTo>
                    <a:pt x="6208542" y="2039131"/>
                  </a:lnTo>
                  <a:lnTo>
                    <a:pt x="6209383" y="2048793"/>
                  </a:lnTo>
                  <a:lnTo>
                    <a:pt x="6210224" y="2057255"/>
                  </a:lnTo>
                  <a:lnTo>
                    <a:pt x="6211065" y="2065254"/>
                  </a:lnTo>
                  <a:lnTo>
                    <a:pt x="6211907" y="2071809"/>
                  </a:lnTo>
                  <a:lnTo>
                    <a:pt x="6212748" y="2077294"/>
                  </a:lnTo>
                  <a:lnTo>
                    <a:pt x="6213589" y="2082125"/>
                  </a:lnTo>
                  <a:lnTo>
                    <a:pt x="6214430" y="2086174"/>
                  </a:lnTo>
                  <a:lnTo>
                    <a:pt x="6215271" y="2088764"/>
                  </a:lnTo>
                  <a:lnTo>
                    <a:pt x="6216113" y="2089661"/>
                  </a:lnTo>
                  <a:lnTo>
                    <a:pt x="6216954" y="2090177"/>
                  </a:lnTo>
                  <a:lnTo>
                    <a:pt x="6217795" y="2090040"/>
                  </a:lnTo>
                  <a:lnTo>
                    <a:pt x="6218636" y="2089387"/>
                  </a:lnTo>
                  <a:lnTo>
                    <a:pt x="6219477" y="2087464"/>
                  </a:lnTo>
                  <a:lnTo>
                    <a:pt x="6220319" y="2084660"/>
                  </a:lnTo>
                  <a:lnTo>
                    <a:pt x="6221160" y="2081460"/>
                  </a:lnTo>
                  <a:lnTo>
                    <a:pt x="6222001" y="2078238"/>
                  </a:lnTo>
                  <a:lnTo>
                    <a:pt x="6222842" y="2075160"/>
                  </a:lnTo>
                  <a:lnTo>
                    <a:pt x="6223684" y="2071745"/>
                  </a:lnTo>
                  <a:lnTo>
                    <a:pt x="6224525" y="2068800"/>
                  </a:lnTo>
                  <a:lnTo>
                    <a:pt x="6225366" y="2065907"/>
                  </a:lnTo>
                  <a:lnTo>
                    <a:pt x="6226207" y="2063462"/>
                  </a:lnTo>
                  <a:lnTo>
                    <a:pt x="6227048" y="2062003"/>
                  </a:lnTo>
                  <a:lnTo>
                    <a:pt x="6227890" y="2061286"/>
                  </a:lnTo>
                  <a:lnTo>
                    <a:pt x="6228731" y="2061530"/>
                  </a:lnTo>
                  <a:lnTo>
                    <a:pt x="6229572" y="2062505"/>
                  </a:lnTo>
                  <a:lnTo>
                    <a:pt x="6230413" y="2063914"/>
                  </a:lnTo>
                  <a:lnTo>
                    <a:pt x="6231254" y="2065755"/>
                  </a:lnTo>
                  <a:lnTo>
                    <a:pt x="6232096" y="2068329"/>
                  </a:lnTo>
                  <a:lnTo>
                    <a:pt x="6232937" y="2072203"/>
                  </a:lnTo>
                  <a:lnTo>
                    <a:pt x="6233778" y="2079412"/>
                  </a:lnTo>
                  <a:lnTo>
                    <a:pt x="6234619" y="2086970"/>
                  </a:lnTo>
                  <a:lnTo>
                    <a:pt x="6235460" y="2094262"/>
                  </a:lnTo>
                  <a:lnTo>
                    <a:pt x="6236302" y="2102010"/>
                  </a:lnTo>
                  <a:lnTo>
                    <a:pt x="6237143" y="2110328"/>
                  </a:lnTo>
                  <a:lnTo>
                    <a:pt x="6237984" y="2119079"/>
                  </a:lnTo>
                  <a:lnTo>
                    <a:pt x="6238825" y="2127883"/>
                  </a:lnTo>
                  <a:lnTo>
                    <a:pt x="6239666" y="2136026"/>
                  </a:lnTo>
                  <a:lnTo>
                    <a:pt x="6240508" y="2143995"/>
                  </a:lnTo>
                  <a:lnTo>
                    <a:pt x="6241349" y="2152487"/>
                  </a:lnTo>
                  <a:lnTo>
                    <a:pt x="6242190" y="2161466"/>
                  </a:lnTo>
                  <a:lnTo>
                    <a:pt x="6243031" y="2170262"/>
                  </a:lnTo>
                  <a:lnTo>
                    <a:pt x="6243872" y="2178801"/>
                  </a:lnTo>
                  <a:lnTo>
                    <a:pt x="6244714" y="2186784"/>
                  </a:lnTo>
                  <a:lnTo>
                    <a:pt x="6245555" y="2193834"/>
                  </a:lnTo>
                  <a:lnTo>
                    <a:pt x="6246396" y="2200822"/>
                  </a:lnTo>
                  <a:lnTo>
                    <a:pt x="6247237" y="2207750"/>
                  </a:lnTo>
                  <a:lnTo>
                    <a:pt x="6248078" y="2215278"/>
                  </a:lnTo>
                  <a:lnTo>
                    <a:pt x="6248920" y="2222942"/>
                  </a:lnTo>
                  <a:lnTo>
                    <a:pt x="6249761" y="2230592"/>
                  </a:lnTo>
                  <a:lnTo>
                    <a:pt x="6250602" y="2238325"/>
                  </a:lnTo>
                  <a:lnTo>
                    <a:pt x="6251443" y="2246042"/>
                  </a:lnTo>
                  <a:lnTo>
                    <a:pt x="6252284" y="2254056"/>
                  </a:lnTo>
                  <a:lnTo>
                    <a:pt x="6253126" y="2261880"/>
                  </a:lnTo>
                  <a:lnTo>
                    <a:pt x="6253967" y="2269279"/>
                  </a:lnTo>
                  <a:lnTo>
                    <a:pt x="6254808" y="2276610"/>
                  </a:lnTo>
                  <a:lnTo>
                    <a:pt x="6255649" y="2283834"/>
                  </a:lnTo>
                  <a:lnTo>
                    <a:pt x="6256490" y="2290776"/>
                  </a:lnTo>
                  <a:lnTo>
                    <a:pt x="6257332" y="2297605"/>
                  </a:lnTo>
                  <a:lnTo>
                    <a:pt x="6258173" y="2303850"/>
                  </a:lnTo>
                  <a:lnTo>
                    <a:pt x="6259014" y="2309023"/>
                  </a:lnTo>
                  <a:lnTo>
                    <a:pt x="6259855" y="2313375"/>
                  </a:lnTo>
                  <a:lnTo>
                    <a:pt x="6260696" y="2316596"/>
                  </a:lnTo>
                  <a:lnTo>
                    <a:pt x="6261538" y="2319285"/>
                  </a:lnTo>
                  <a:lnTo>
                    <a:pt x="6262379" y="2320110"/>
                  </a:lnTo>
                  <a:lnTo>
                    <a:pt x="6263220" y="2320514"/>
                  </a:lnTo>
                  <a:lnTo>
                    <a:pt x="6264061" y="2320558"/>
                  </a:lnTo>
                  <a:lnTo>
                    <a:pt x="6264902" y="2320136"/>
                  </a:lnTo>
                  <a:lnTo>
                    <a:pt x="6265744" y="2320010"/>
                  </a:lnTo>
                  <a:lnTo>
                    <a:pt x="6266585" y="2319220"/>
                  </a:lnTo>
                  <a:lnTo>
                    <a:pt x="6267426" y="2317123"/>
                  </a:lnTo>
                  <a:lnTo>
                    <a:pt x="6268267" y="2315048"/>
                  </a:lnTo>
                  <a:lnTo>
                    <a:pt x="6269108" y="2312496"/>
                  </a:lnTo>
                  <a:lnTo>
                    <a:pt x="6269950" y="2309264"/>
                  </a:lnTo>
                  <a:lnTo>
                    <a:pt x="6270791" y="2305678"/>
                  </a:lnTo>
                  <a:lnTo>
                    <a:pt x="6271632" y="2301792"/>
                  </a:lnTo>
                  <a:lnTo>
                    <a:pt x="6272473" y="2297848"/>
                  </a:lnTo>
                  <a:lnTo>
                    <a:pt x="6273314" y="2294105"/>
                  </a:lnTo>
                  <a:lnTo>
                    <a:pt x="6274156" y="2290101"/>
                  </a:lnTo>
                  <a:lnTo>
                    <a:pt x="6274997" y="2285726"/>
                  </a:lnTo>
                  <a:lnTo>
                    <a:pt x="6275838" y="2281913"/>
                  </a:lnTo>
                  <a:lnTo>
                    <a:pt x="6276679" y="2277812"/>
                  </a:lnTo>
                  <a:lnTo>
                    <a:pt x="6277520" y="2273155"/>
                  </a:lnTo>
                  <a:lnTo>
                    <a:pt x="6278362" y="2268867"/>
                  </a:lnTo>
                  <a:lnTo>
                    <a:pt x="6279203" y="2264390"/>
                  </a:lnTo>
                  <a:lnTo>
                    <a:pt x="6280044" y="2260181"/>
                  </a:lnTo>
                  <a:lnTo>
                    <a:pt x="6280885" y="2256822"/>
                  </a:lnTo>
                  <a:lnTo>
                    <a:pt x="6281726" y="2253948"/>
                  </a:lnTo>
                  <a:lnTo>
                    <a:pt x="6282568" y="2250510"/>
                  </a:lnTo>
                  <a:lnTo>
                    <a:pt x="6283409" y="2247408"/>
                  </a:lnTo>
                  <a:lnTo>
                    <a:pt x="6284250" y="2244745"/>
                  </a:lnTo>
                  <a:lnTo>
                    <a:pt x="6285091" y="2242480"/>
                  </a:lnTo>
                  <a:lnTo>
                    <a:pt x="6285932" y="2240617"/>
                  </a:lnTo>
                  <a:lnTo>
                    <a:pt x="6286774" y="2239118"/>
                  </a:lnTo>
                  <a:lnTo>
                    <a:pt x="6287615" y="2238358"/>
                  </a:lnTo>
                  <a:lnTo>
                    <a:pt x="6288456" y="2238626"/>
                  </a:lnTo>
                  <a:lnTo>
                    <a:pt x="6289297" y="2239895"/>
                  </a:lnTo>
                  <a:lnTo>
                    <a:pt x="6290138" y="2241758"/>
                  </a:lnTo>
                  <a:lnTo>
                    <a:pt x="6290980" y="2244081"/>
                  </a:lnTo>
                  <a:lnTo>
                    <a:pt x="6291821" y="2247089"/>
                  </a:lnTo>
                  <a:lnTo>
                    <a:pt x="6292662" y="2250460"/>
                  </a:lnTo>
                  <a:lnTo>
                    <a:pt x="6293503" y="2253065"/>
                  </a:lnTo>
                  <a:lnTo>
                    <a:pt x="6294345" y="2255701"/>
                  </a:lnTo>
                  <a:lnTo>
                    <a:pt x="6295186" y="2258838"/>
                  </a:lnTo>
                  <a:lnTo>
                    <a:pt x="6296027" y="2262955"/>
                  </a:lnTo>
                  <a:lnTo>
                    <a:pt x="6296868" y="2266977"/>
                  </a:lnTo>
                  <a:lnTo>
                    <a:pt x="6297709" y="2269837"/>
                  </a:lnTo>
                  <a:lnTo>
                    <a:pt x="6298551" y="2272671"/>
                  </a:lnTo>
                  <a:lnTo>
                    <a:pt x="6299392" y="2275233"/>
                  </a:lnTo>
                  <a:lnTo>
                    <a:pt x="6300233" y="2277380"/>
                  </a:lnTo>
                  <a:lnTo>
                    <a:pt x="6301074" y="2279051"/>
                  </a:lnTo>
                  <a:lnTo>
                    <a:pt x="6301915" y="2279815"/>
                  </a:lnTo>
                  <a:lnTo>
                    <a:pt x="6302757" y="2280291"/>
                  </a:lnTo>
                  <a:lnTo>
                    <a:pt x="6303598" y="2281287"/>
                  </a:lnTo>
                  <a:lnTo>
                    <a:pt x="6304439" y="2282438"/>
                  </a:lnTo>
                  <a:lnTo>
                    <a:pt x="6305280" y="2283489"/>
                  </a:lnTo>
                  <a:lnTo>
                    <a:pt x="6306121" y="2284424"/>
                  </a:lnTo>
                  <a:lnTo>
                    <a:pt x="6306963" y="2285321"/>
                  </a:lnTo>
                  <a:lnTo>
                    <a:pt x="6307804" y="2285819"/>
                  </a:lnTo>
                  <a:lnTo>
                    <a:pt x="6308645" y="2285717"/>
                  </a:lnTo>
                  <a:lnTo>
                    <a:pt x="6309486" y="2285579"/>
                  </a:lnTo>
                  <a:lnTo>
                    <a:pt x="6310327" y="2283970"/>
                  </a:lnTo>
                  <a:lnTo>
                    <a:pt x="6311169" y="2281899"/>
                  </a:lnTo>
                  <a:lnTo>
                    <a:pt x="6312010" y="2281116"/>
                  </a:lnTo>
                  <a:lnTo>
                    <a:pt x="6312851" y="2280456"/>
                  </a:lnTo>
                  <a:lnTo>
                    <a:pt x="6313692" y="2279719"/>
                  </a:lnTo>
                  <a:lnTo>
                    <a:pt x="6314533" y="2279149"/>
                  </a:lnTo>
                  <a:lnTo>
                    <a:pt x="6315375" y="2278336"/>
                  </a:lnTo>
                  <a:lnTo>
                    <a:pt x="6316216" y="2277045"/>
                  </a:lnTo>
                  <a:lnTo>
                    <a:pt x="6317057" y="2275138"/>
                  </a:lnTo>
                  <a:lnTo>
                    <a:pt x="6317898" y="2273133"/>
                  </a:lnTo>
                  <a:lnTo>
                    <a:pt x="6318739" y="2271158"/>
                  </a:lnTo>
                  <a:lnTo>
                    <a:pt x="6319581" y="2269304"/>
                  </a:lnTo>
                  <a:lnTo>
                    <a:pt x="6320422" y="2267952"/>
                  </a:lnTo>
                  <a:lnTo>
                    <a:pt x="6321263" y="2267170"/>
                  </a:lnTo>
                  <a:lnTo>
                    <a:pt x="6322104" y="2266570"/>
                  </a:lnTo>
                  <a:lnTo>
                    <a:pt x="6322945" y="2266015"/>
                  </a:lnTo>
                  <a:lnTo>
                    <a:pt x="6323787" y="2265597"/>
                  </a:lnTo>
                  <a:lnTo>
                    <a:pt x="6324628" y="2264975"/>
                  </a:lnTo>
                  <a:lnTo>
                    <a:pt x="6325469" y="2264200"/>
                  </a:lnTo>
                  <a:lnTo>
                    <a:pt x="6326310" y="2263582"/>
                  </a:lnTo>
                  <a:lnTo>
                    <a:pt x="6327151" y="2263002"/>
                  </a:lnTo>
                  <a:lnTo>
                    <a:pt x="6327993" y="2262592"/>
                  </a:lnTo>
                  <a:lnTo>
                    <a:pt x="6328834" y="2262641"/>
                  </a:lnTo>
                  <a:lnTo>
                    <a:pt x="6329675" y="2263073"/>
                  </a:lnTo>
                  <a:lnTo>
                    <a:pt x="6330516" y="2263932"/>
                  </a:lnTo>
                  <a:lnTo>
                    <a:pt x="6331357" y="2264659"/>
                  </a:lnTo>
                  <a:lnTo>
                    <a:pt x="6332199" y="2265432"/>
                  </a:lnTo>
                  <a:lnTo>
                    <a:pt x="6333040" y="2266361"/>
                  </a:lnTo>
                  <a:lnTo>
                    <a:pt x="6333881" y="2267398"/>
                  </a:lnTo>
                  <a:lnTo>
                    <a:pt x="6334722" y="2268412"/>
                  </a:lnTo>
                  <a:lnTo>
                    <a:pt x="6335563" y="2269449"/>
                  </a:lnTo>
                  <a:lnTo>
                    <a:pt x="6336405" y="2270690"/>
                  </a:lnTo>
                  <a:lnTo>
                    <a:pt x="6337246" y="2271591"/>
                  </a:lnTo>
                  <a:lnTo>
                    <a:pt x="6338087" y="2272253"/>
                  </a:lnTo>
                  <a:lnTo>
                    <a:pt x="6338928" y="2271923"/>
                  </a:lnTo>
                  <a:lnTo>
                    <a:pt x="6339769" y="2272073"/>
                  </a:lnTo>
                  <a:lnTo>
                    <a:pt x="6340611" y="2272646"/>
                  </a:lnTo>
                  <a:lnTo>
                    <a:pt x="6341452" y="2272972"/>
                  </a:lnTo>
                  <a:lnTo>
                    <a:pt x="6342293" y="2273027"/>
                  </a:lnTo>
                  <a:lnTo>
                    <a:pt x="6343134" y="2272362"/>
                  </a:lnTo>
                  <a:lnTo>
                    <a:pt x="6343975" y="2272029"/>
                  </a:lnTo>
                  <a:lnTo>
                    <a:pt x="6344817" y="2271531"/>
                  </a:lnTo>
                  <a:lnTo>
                    <a:pt x="6345658" y="2270314"/>
                  </a:lnTo>
                  <a:lnTo>
                    <a:pt x="6346499" y="2269350"/>
                  </a:lnTo>
                  <a:lnTo>
                    <a:pt x="6347340" y="2268472"/>
                  </a:lnTo>
                  <a:lnTo>
                    <a:pt x="6348181" y="2267400"/>
                  </a:lnTo>
                  <a:lnTo>
                    <a:pt x="6349023" y="2266336"/>
                  </a:lnTo>
                  <a:lnTo>
                    <a:pt x="6349864" y="2265910"/>
                  </a:lnTo>
                  <a:lnTo>
                    <a:pt x="6350705" y="2266228"/>
                  </a:lnTo>
                  <a:lnTo>
                    <a:pt x="6351546" y="2266442"/>
                  </a:lnTo>
                  <a:lnTo>
                    <a:pt x="6352387" y="2266667"/>
                  </a:lnTo>
                  <a:lnTo>
                    <a:pt x="6353229" y="2266644"/>
                  </a:lnTo>
                  <a:lnTo>
                    <a:pt x="6354070" y="2266230"/>
                  </a:lnTo>
                  <a:lnTo>
                    <a:pt x="6354911" y="2265798"/>
                  </a:lnTo>
                  <a:lnTo>
                    <a:pt x="6355752" y="2266375"/>
                  </a:lnTo>
                  <a:lnTo>
                    <a:pt x="6356593" y="2266779"/>
                  </a:lnTo>
                  <a:lnTo>
                    <a:pt x="6357435" y="2267390"/>
                  </a:lnTo>
                  <a:lnTo>
                    <a:pt x="6358276" y="2268198"/>
                  </a:lnTo>
                  <a:lnTo>
                    <a:pt x="6359117" y="2268301"/>
                  </a:lnTo>
                  <a:lnTo>
                    <a:pt x="6359958" y="2268249"/>
                  </a:lnTo>
                  <a:lnTo>
                    <a:pt x="6360799" y="2268168"/>
                  </a:lnTo>
                  <a:lnTo>
                    <a:pt x="6361641" y="2267962"/>
                  </a:lnTo>
                  <a:lnTo>
                    <a:pt x="6362482" y="2267631"/>
                  </a:lnTo>
                  <a:lnTo>
                    <a:pt x="6363323" y="2267720"/>
                  </a:lnTo>
                  <a:lnTo>
                    <a:pt x="6364164" y="2267549"/>
                  </a:lnTo>
                  <a:lnTo>
                    <a:pt x="6365006" y="2267142"/>
                  </a:lnTo>
                  <a:lnTo>
                    <a:pt x="6365847" y="2266910"/>
                  </a:lnTo>
                  <a:lnTo>
                    <a:pt x="6366688" y="2266349"/>
                  </a:lnTo>
                  <a:lnTo>
                    <a:pt x="6367529" y="2265509"/>
                  </a:lnTo>
                  <a:lnTo>
                    <a:pt x="6368370" y="2264534"/>
                  </a:lnTo>
                  <a:lnTo>
                    <a:pt x="6369212" y="2263230"/>
                  </a:lnTo>
                  <a:lnTo>
                    <a:pt x="6370053" y="2261301"/>
                  </a:lnTo>
                  <a:lnTo>
                    <a:pt x="6370894" y="2259032"/>
                  </a:lnTo>
                  <a:lnTo>
                    <a:pt x="6371735" y="2256563"/>
                  </a:lnTo>
                  <a:lnTo>
                    <a:pt x="6372576" y="2254151"/>
                  </a:lnTo>
                  <a:lnTo>
                    <a:pt x="6373418" y="2251887"/>
                  </a:lnTo>
                  <a:lnTo>
                    <a:pt x="6374259" y="2249723"/>
                  </a:lnTo>
                  <a:lnTo>
                    <a:pt x="6375100" y="2247867"/>
                  </a:lnTo>
                  <a:lnTo>
                    <a:pt x="6375941" y="2246070"/>
                  </a:lnTo>
                  <a:lnTo>
                    <a:pt x="6376782" y="2244671"/>
                  </a:lnTo>
                  <a:lnTo>
                    <a:pt x="6377624" y="2243627"/>
                  </a:lnTo>
                  <a:lnTo>
                    <a:pt x="6378465" y="2243148"/>
                  </a:lnTo>
                  <a:lnTo>
                    <a:pt x="6379306" y="2243216"/>
                  </a:lnTo>
                  <a:lnTo>
                    <a:pt x="6380147" y="2244304"/>
                  </a:lnTo>
                  <a:lnTo>
                    <a:pt x="6380988" y="2245518"/>
                  </a:lnTo>
                  <a:lnTo>
                    <a:pt x="6381830" y="2247083"/>
                  </a:lnTo>
                  <a:lnTo>
                    <a:pt x="6382671" y="2249516"/>
                  </a:lnTo>
                  <a:lnTo>
                    <a:pt x="6383512" y="2252776"/>
                  </a:lnTo>
                  <a:lnTo>
                    <a:pt x="6384353" y="2256840"/>
                  </a:lnTo>
                  <a:lnTo>
                    <a:pt x="6385194" y="2261003"/>
                  </a:lnTo>
                  <a:lnTo>
                    <a:pt x="6386036" y="2265173"/>
                  </a:lnTo>
                  <a:lnTo>
                    <a:pt x="6386877" y="2269237"/>
                  </a:lnTo>
                  <a:lnTo>
                    <a:pt x="6387718" y="2273028"/>
                  </a:lnTo>
                  <a:lnTo>
                    <a:pt x="6388559" y="2277267"/>
                  </a:lnTo>
                  <a:lnTo>
                    <a:pt x="6389400" y="2281741"/>
                  </a:lnTo>
                  <a:lnTo>
                    <a:pt x="6390242" y="2286299"/>
                  </a:lnTo>
                  <a:lnTo>
                    <a:pt x="6391083" y="2291016"/>
                  </a:lnTo>
                  <a:lnTo>
                    <a:pt x="6391924" y="2296280"/>
                  </a:lnTo>
                  <a:lnTo>
                    <a:pt x="6392765" y="2300997"/>
                  </a:lnTo>
                  <a:lnTo>
                    <a:pt x="6393606" y="2305456"/>
                  </a:lnTo>
                  <a:lnTo>
                    <a:pt x="6394448" y="2309399"/>
                  </a:lnTo>
                  <a:lnTo>
                    <a:pt x="6395289" y="2312528"/>
                  </a:lnTo>
                  <a:lnTo>
                    <a:pt x="6396130" y="2314989"/>
                  </a:lnTo>
                  <a:lnTo>
                    <a:pt x="6396971" y="2316524"/>
                  </a:lnTo>
                  <a:lnTo>
                    <a:pt x="6397812" y="2317481"/>
                  </a:lnTo>
                  <a:lnTo>
                    <a:pt x="6398654" y="2318157"/>
                  </a:lnTo>
                  <a:lnTo>
                    <a:pt x="6399495" y="2318613"/>
                  </a:lnTo>
                  <a:lnTo>
                    <a:pt x="6400336" y="2318833"/>
                  </a:lnTo>
                  <a:lnTo>
                    <a:pt x="6401177" y="2317739"/>
                  </a:lnTo>
                  <a:lnTo>
                    <a:pt x="6402018" y="2315567"/>
                  </a:lnTo>
                  <a:lnTo>
                    <a:pt x="6402860" y="2312650"/>
                  </a:lnTo>
                  <a:lnTo>
                    <a:pt x="6403701" y="2308669"/>
                  </a:lnTo>
                  <a:lnTo>
                    <a:pt x="6404542" y="2303466"/>
                  </a:lnTo>
                  <a:lnTo>
                    <a:pt x="6405383" y="2297108"/>
                  </a:lnTo>
                  <a:lnTo>
                    <a:pt x="6406224" y="2289937"/>
                  </a:lnTo>
                  <a:lnTo>
                    <a:pt x="6407066" y="2282743"/>
                  </a:lnTo>
                  <a:lnTo>
                    <a:pt x="6407907" y="2275702"/>
                  </a:lnTo>
                  <a:lnTo>
                    <a:pt x="6408748" y="2270403"/>
                  </a:lnTo>
                  <a:lnTo>
                    <a:pt x="6409589" y="2265381"/>
                  </a:lnTo>
                  <a:lnTo>
                    <a:pt x="6410430" y="2260211"/>
                  </a:lnTo>
                  <a:lnTo>
                    <a:pt x="6411272" y="2254916"/>
                  </a:lnTo>
                  <a:lnTo>
                    <a:pt x="6412113" y="2249561"/>
                  </a:lnTo>
                  <a:lnTo>
                    <a:pt x="6412954" y="2245520"/>
                  </a:lnTo>
                  <a:lnTo>
                    <a:pt x="6413795" y="2241775"/>
                  </a:lnTo>
                  <a:lnTo>
                    <a:pt x="6414636" y="2238273"/>
                  </a:lnTo>
                  <a:lnTo>
                    <a:pt x="6415478" y="2235313"/>
                  </a:lnTo>
                  <a:lnTo>
                    <a:pt x="6416319" y="2232870"/>
                  </a:lnTo>
                  <a:lnTo>
                    <a:pt x="6417160" y="2231123"/>
                  </a:lnTo>
                  <a:lnTo>
                    <a:pt x="6418001" y="2230133"/>
                  </a:lnTo>
                  <a:lnTo>
                    <a:pt x="6418842" y="2229732"/>
                  </a:lnTo>
                  <a:lnTo>
                    <a:pt x="6419684" y="2229609"/>
                  </a:lnTo>
                  <a:lnTo>
                    <a:pt x="6420525" y="2229608"/>
                  </a:lnTo>
                  <a:lnTo>
                    <a:pt x="6421366" y="2229905"/>
                  </a:lnTo>
                  <a:lnTo>
                    <a:pt x="6422207" y="2230329"/>
                  </a:lnTo>
                  <a:lnTo>
                    <a:pt x="6423048" y="2230965"/>
                  </a:lnTo>
                  <a:lnTo>
                    <a:pt x="6423890" y="2231780"/>
                  </a:lnTo>
                  <a:lnTo>
                    <a:pt x="6424731" y="2232685"/>
                  </a:lnTo>
                  <a:lnTo>
                    <a:pt x="6425572" y="2233601"/>
                  </a:lnTo>
                  <a:lnTo>
                    <a:pt x="6426413" y="2234872"/>
                  </a:lnTo>
                  <a:lnTo>
                    <a:pt x="6427254" y="2235973"/>
                  </a:lnTo>
                  <a:lnTo>
                    <a:pt x="6428096" y="2237166"/>
                  </a:lnTo>
                  <a:lnTo>
                    <a:pt x="6428937" y="2238632"/>
                  </a:lnTo>
                  <a:lnTo>
                    <a:pt x="6429778" y="2239506"/>
                  </a:lnTo>
                  <a:lnTo>
                    <a:pt x="6430619" y="2239961"/>
                  </a:lnTo>
                  <a:lnTo>
                    <a:pt x="6431460" y="2240258"/>
                  </a:lnTo>
                  <a:lnTo>
                    <a:pt x="6432302" y="2240045"/>
                  </a:lnTo>
                  <a:lnTo>
                    <a:pt x="6433143" y="2239156"/>
                  </a:lnTo>
                  <a:lnTo>
                    <a:pt x="6433984" y="2238322"/>
                  </a:lnTo>
                  <a:lnTo>
                    <a:pt x="6434825" y="2238705"/>
                  </a:lnTo>
                  <a:lnTo>
                    <a:pt x="6435667" y="2239244"/>
                  </a:lnTo>
                  <a:lnTo>
                    <a:pt x="6436508" y="2239825"/>
                  </a:lnTo>
                  <a:lnTo>
                    <a:pt x="6437349" y="2240606"/>
                  </a:lnTo>
                  <a:lnTo>
                    <a:pt x="6438190" y="2241748"/>
                  </a:lnTo>
                  <a:lnTo>
                    <a:pt x="6439031" y="2242987"/>
                  </a:lnTo>
                  <a:lnTo>
                    <a:pt x="6439873" y="2244453"/>
                  </a:lnTo>
                  <a:lnTo>
                    <a:pt x="6440714" y="2245904"/>
                  </a:lnTo>
                  <a:lnTo>
                    <a:pt x="6441555" y="2247103"/>
                  </a:lnTo>
                  <a:lnTo>
                    <a:pt x="6442396" y="2248340"/>
                  </a:lnTo>
                  <a:lnTo>
                    <a:pt x="6443237" y="2250012"/>
                  </a:lnTo>
                  <a:lnTo>
                    <a:pt x="6444079" y="2250913"/>
                  </a:lnTo>
                  <a:lnTo>
                    <a:pt x="6444920" y="2251935"/>
                  </a:lnTo>
                  <a:lnTo>
                    <a:pt x="6445761" y="2253360"/>
                  </a:lnTo>
                  <a:lnTo>
                    <a:pt x="6446602" y="2254849"/>
                  </a:lnTo>
                  <a:lnTo>
                    <a:pt x="6447443" y="2256321"/>
                  </a:lnTo>
                  <a:lnTo>
                    <a:pt x="6448285" y="2257808"/>
                  </a:lnTo>
                  <a:lnTo>
                    <a:pt x="6449126" y="2258372"/>
                  </a:lnTo>
                  <a:lnTo>
                    <a:pt x="6449967" y="2258715"/>
                  </a:lnTo>
                  <a:lnTo>
                    <a:pt x="6450808" y="2259280"/>
                  </a:lnTo>
                  <a:lnTo>
                    <a:pt x="6451649" y="2259645"/>
                  </a:lnTo>
                  <a:lnTo>
                    <a:pt x="6452491" y="2259570"/>
                  </a:lnTo>
                  <a:lnTo>
                    <a:pt x="6453332" y="2259018"/>
                  </a:lnTo>
                  <a:lnTo>
                    <a:pt x="6454173" y="2258205"/>
                  </a:lnTo>
                  <a:lnTo>
                    <a:pt x="6455014" y="2257143"/>
                  </a:lnTo>
                  <a:lnTo>
                    <a:pt x="6455855" y="2255267"/>
                  </a:lnTo>
                  <a:lnTo>
                    <a:pt x="6456697" y="2252954"/>
                  </a:lnTo>
                  <a:lnTo>
                    <a:pt x="6457538" y="2250808"/>
                  </a:lnTo>
                  <a:lnTo>
                    <a:pt x="6458379" y="2248249"/>
                  </a:lnTo>
                  <a:lnTo>
                    <a:pt x="6459220" y="2245375"/>
                  </a:lnTo>
                  <a:lnTo>
                    <a:pt x="6460061" y="2242073"/>
                  </a:lnTo>
                  <a:lnTo>
                    <a:pt x="6460903" y="2237878"/>
                  </a:lnTo>
                  <a:lnTo>
                    <a:pt x="6461744" y="2234359"/>
                  </a:lnTo>
                  <a:lnTo>
                    <a:pt x="6462585" y="2230639"/>
                  </a:lnTo>
                  <a:lnTo>
                    <a:pt x="6463426" y="2227079"/>
                  </a:lnTo>
                  <a:lnTo>
                    <a:pt x="6464267" y="2222141"/>
                  </a:lnTo>
                  <a:lnTo>
                    <a:pt x="6465109" y="2217658"/>
                  </a:lnTo>
                  <a:lnTo>
                    <a:pt x="6465950" y="2213004"/>
                  </a:lnTo>
                  <a:lnTo>
                    <a:pt x="6466791" y="2208430"/>
                  </a:lnTo>
                  <a:lnTo>
                    <a:pt x="6467632" y="2204925"/>
                  </a:lnTo>
                  <a:lnTo>
                    <a:pt x="6468473" y="2202422"/>
                  </a:lnTo>
                  <a:lnTo>
                    <a:pt x="6469315" y="2200275"/>
                  </a:lnTo>
                  <a:lnTo>
                    <a:pt x="6470156" y="2198539"/>
                  </a:lnTo>
                  <a:lnTo>
                    <a:pt x="6470997" y="2196829"/>
                  </a:lnTo>
                  <a:lnTo>
                    <a:pt x="6471838" y="2194982"/>
                  </a:lnTo>
                  <a:lnTo>
                    <a:pt x="6472679" y="2193021"/>
                  </a:lnTo>
                  <a:lnTo>
                    <a:pt x="6473521" y="2191322"/>
                  </a:lnTo>
                  <a:lnTo>
                    <a:pt x="6474362" y="2189937"/>
                  </a:lnTo>
                  <a:lnTo>
                    <a:pt x="6475203" y="2188650"/>
                  </a:lnTo>
                  <a:lnTo>
                    <a:pt x="6476044" y="2187714"/>
                  </a:lnTo>
                  <a:lnTo>
                    <a:pt x="6476885" y="2187581"/>
                  </a:lnTo>
                  <a:lnTo>
                    <a:pt x="6477727" y="2187249"/>
                  </a:lnTo>
                  <a:lnTo>
                    <a:pt x="6478568" y="2187925"/>
                  </a:lnTo>
                  <a:lnTo>
                    <a:pt x="6479409" y="2188886"/>
                  </a:lnTo>
                  <a:lnTo>
                    <a:pt x="6480250" y="2188601"/>
                  </a:lnTo>
                  <a:lnTo>
                    <a:pt x="6481091" y="2186524"/>
                  </a:lnTo>
                  <a:lnTo>
                    <a:pt x="6481933" y="2183009"/>
                  </a:lnTo>
                  <a:lnTo>
                    <a:pt x="6482774" y="2179801"/>
                  </a:lnTo>
                  <a:lnTo>
                    <a:pt x="6483615" y="2176072"/>
                  </a:lnTo>
                  <a:lnTo>
                    <a:pt x="6484456" y="2172942"/>
                  </a:lnTo>
                  <a:lnTo>
                    <a:pt x="6485297" y="2169524"/>
                  </a:lnTo>
                  <a:lnTo>
                    <a:pt x="6486139" y="2165847"/>
                  </a:lnTo>
                  <a:lnTo>
                    <a:pt x="6486980" y="2161935"/>
                  </a:lnTo>
                  <a:lnTo>
                    <a:pt x="6487821" y="2157081"/>
                  </a:lnTo>
                  <a:lnTo>
                    <a:pt x="6488662" y="2151126"/>
                  </a:lnTo>
                  <a:lnTo>
                    <a:pt x="6489503" y="2146139"/>
                  </a:lnTo>
                  <a:lnTo>
                    <a:pt x="6490345" y="2140733"/>
                  </a:lnTo>
                  <a:lnTo>
                    <a:pt x="6491186" y="2135076"/>
                  </a:lnTo>
                  <a:lnTo>
                    <a:pt x="6492027" y="2129183"/>
                  </a:lnTo>
                  <a:lnTo>
                    <a:pt x="6492868" y="2124333"/>
                  </a:lnTo>
                  <a:lnTo>
                    <a:pt x="6493709" y="2119731"/>
                  </a:lnTo>
                  <a:lnTo>
                    <a:pt x="6494551" y="2114548"/>
                  </a:lnTo>
                  <a:lnTo>
                    <a:pt x="6495392" y="2108977"/>
                  </a:lnTo>
                  <a:lnTo>
                    <a:pt x="6496233" y="2104553"/>
                  </a:lnTo>
                  <a:lnTo>
                    <a:pt x="6497074" y="2099696"/>
                  </a:lnTo>
                  <a:lnTo>
                    <a:pt x="6497915" y="2094833"/>
                  </a:lnTo>
                  <a:lnTo>
                    <a:pt x="6498757" y="2089760"/>
                  </a:lnTo>
                  <a:lnTo>
                    <a:pt x="6499598" y="2084641"/>
                  </a:lnTo>
                  <a:lnTo>
                    <a:pt x="6500439" y="2079876"/>
                  </a:lnTo>
                  <a:lnTo>
                    <a:pt x="6501280" y="2075304"/>
                  </a:lnTo>
                  <a:lnTo>
                    <a:pt x="6502121" y="2071175"/>
                  </a:lnTo>
                  <a:lnTo>
                    <a:pt x="6502963" y="2067510"/>
                  </a:lnTo>
                  <a:lnTo>
                    <a:pt x="6503804" y="2063430"/>
                  </a:lnTo>
                  <a:lnTo>
                    <a:pt x="6504645" y="2059632"/>
                  </a:lnTo>
                  <a:lnTo>
                    <a:pt x="6505486" y="2056335"/>
                  </a:lnTo>
                  <a:lnTo>
                    <a:pt x="6506328" y="2053935"/>
                  </a:lnTo>
                  <a:lnTo>
                    <a:pt x="6507169" y="2052761"/>
                  </a:lnTo>
                  <a:lnTo>
                    <a:pt x="6508010" y="2052020"/>
                  </a:lnTo>
                  <a:lnTo>
                    <a:pt x="6508851" y="2051414"/>
                  </a:lnTo>
                  <a:lnTo>
                    <a:pt x="6509692" y="2051140"/>
                  </a:lnTo>
                  <a:lnTo>
                    <a:pt x="6510534" y="2051244"/>
                  </a:lnTo>
                  <a:lnTo>
                    <a:pt x="6511375" y="2051985"/>
                  </a:lnTo>
                  <a:lnTo>
                    <a:pt x="6512216" y="2051476"/>
                  </a:lnTo>
                  <a:lnTo>
                    <a:pt x="6513057" y="2051749"/>
                  </a:lnTo>
                  <a:lnTo>
                    <a:pt x="6513898" y="2052767"/>
                  </a:lnTo>
                  <a:lnTo>
                    <a:pt x="6514740" y="2053511"/>
                  </a:lnTo>
                  <a:lnTo>
                    <a:pt x="6515581" y="2053967"/>
                  </a:lnTo>
                  <a:lnTo>
                    <a:pt x="6516422" y="2054195"/>
                  </a:lnTo>
                  <a:lnTo>
                    <a:pt x="6517263" y="2054355"/>
                  </a:lnTo>
                  <a:lnTo>
                    <a:pt x="6518104" y="2053276"/>
                  </a:lnTo>
                  <a:lnTo>
                    <a:pt x="6518946" y="2051316"/>
                  </a:lnTo>
                  <a:lnTo>
                    <a:pt x="6519787" y="2048627"/>
                  </a:lnTo>
                  <a:lnTo>
                    <a:pt x="6520628" y="2045034"/>
                  </a:lnTo>
                  <a:lnTo>
                    <a:pt x="6521469" y="2041130"/>
                  </a:lnTo>
                  <a:lnTo>
                    <a:pt x="6522310" y="2036921"/>
                  </a:lnTo>
                  <a:lnTo>
                    <a:pt x="6523152" y="2032759"/>
                  </a:lnTo>
                  <a:lnTo>
                    <a:pt x="6523993" y="2028353"/>
                  </a:lnTo>
                  <a:lnTo>
                    <a:pt x="6524834" y="2023856"/>
                  </a:lnTo>
                  <a:lnTo>
                    <a:pt x="6525675" y="2018812"/>
                  </a:lnTo>
                  <a:lnTo>
                    <a:pt x="6526516" y="2013092"/>
                  </a:lnTo>
                  <a:lnTo>
                    <a:pt x="6527358" y="2007965"/>
                  </a:lnTo>
                  <a:lnTo>
                    <a:pt x="6528199" y="2002564"/>
                  </a:lnTo>
                  <a:lnTo>
                    <a:pt x="6529040" y="1996859"/>
                  </a:lnTo>
                  <a:lnTo>
                    <a:pt x="6529881" y="1991329"/>
                  </a:lnTo>
                  <a:lnTo>
                    <a:pt x="6530722" y="1986642"/>
                  </a:lnTo>
                  <a:lnTo>
                    <a:pt x="6531564" y="1981616"/>
                  </a:lnTo>
                  <a:lnTo>
                    <a:pt x="6532405" y="1976531"/>
                  </a:lnTo>
                  <a:lnTo>
                    <a:pt x="6533246" y="1971795"/>
                  </a:lnTo>
                  <a:lnTo>
                    <a:pt x="6534087" y="1967423"/>
                  </a:lnTo>
                  <a:lnTo>
                    <a:pt x="6534928" y="1963632"/>
                  </a:lnTo>
                  <a:lnTo>
                    <a:pt x="6535770" y="1959952"/>
                  </a:lnTo>
                  <a:lnTo>
                    <a:pt x="6536611" y="1955762"/>
                  </a:lnTo>
                  <a:lnTo>
                    <a:pt x="6537452" y="1951460"/>
                  </a:lnTo>
                  <a:lnTo>
                    <a:pt x="6538293" y="1947577"/>
                  </a:lnTo>
                  <a:lnTo>
                    <a:pt x="6539134" y="1944681"/>
                  </a:lnTo>
                  <a:lnTo>
                    <a:pt x="6539976" y="1941673"/>
                  </a:lnTo>
                  <a:lnTo>
                    <a:pt x="6540817" y="1938433"/>
                  </a:lnTo>
                  <a:lnTo>
                    <a:pt x="6541658" y="1936981"/>
                  </a:lnTo>
                  <a:lnTo>
                    <a:pt x="6542499" y="1935553"/>
                  </a:lnTo>
                  <a:lnTo>
                    <a:pt x="6543340" y="1933932"/>
                  </a:lnTo>
                  <a:lnTo>
                    <a:pt x="6544182" y="1932109"/>
                  </a:lnTo>
                  <a:lnTo>
                    <a:pt x="6545023" y="1930206"/>
                  </a:lnTo>
                  <a:lnTo>
                    <a:pt x="6545864" y="1928495"/>
                  </a:lnTo>
                  <a:lnTo>
                    <a:pt x="6546705" y="1926597"/>
                  </a:lnTo>
                  <a:lnTo>
                    <a:pt x="6547546" y="1924532"/>
                  </a:lnTo>
                  <a:lnTo>
                    <a:pt x="6548388" y="1922406"/>
                  </a:lnTo>
                  <a:lnTo>
                    <a:pt x="6549229" y="1920566"/>
                  </a:lnTo>
                  <a:lnTo>
                    <a:pt x="6550070" y="1918457"/>
                  </a:lnTo>
                  <a:lnTo>
                    <a:pt x="6550911" y="1915870"/>
                  </a:lnTo>
                  <a:lnTo>
                    <a:pt x="6551752" y="1912783"/>
                  </a:lnTo>
                  <a:lnTo>
                    <a:pt x="6552594" y="1909561"/>
                  </a:lnTo>
                  <a:lnTo>
                    <a:pt x="6553435" y="1906790"/>
                  </a:lnTo>
                  <a:lnTo>
                    <a:pt x="6554276" y="1904091"/>
                  </a:lnTo>
                  <a:lnTo>
                    <a:pt x="6555117" y="1900589"/>
                  </a:lnTo>
                  <a:lnTo>
                    <a:pt x="6555958" y="1897307"/>
                  </a:lnTo>
                  <a:lnTo>
                    <a:pt x="6556800" y="1894132"/>
                  </a:lnTo>
                  <a:lnTo>
                    <a:pt x="6557641" y="1890888"/>
                  </a:lnTo>
                  <a:lnTo>
                    <a:pt x="6558482" y="1887447"/>
                  </a:lnTo>
                  <a:lnTo>
                    <a:pt x="6559323" y="1883976"/>
                  </a:lnTo>
                  <a:lnTo>
                    <a:pt x="6560164" y="1880785"/>
                  </a:lnTo>
                  <a:lnTo>
                    <a:pt x="6561006" y="1877770"/>
                  </a:lnTo>
                  <a:lnTo>
                    <a:pt x="6561847" y="1875096"/>
                  </a:lnTo>
                  <a:lnTo>
                    <a:pt x="6562688" y="1873356"/>
                  </a:lnTo>
                  <a:lnTo>
                    <a:pt x="6563529" y="1871799"/>
                  </a:lnTo>
                  <a:lnTo>
                    <a:pt x="6564370" y="1870310"/>
                  </a:lnTo>
                  <a:lnTo>
                    <a:pt x="6565212" y="1869080"/>
                  </a:lnTo>
                  <a:lnTo>
                    <a:pt x="6566053" y="1867902"/>
                  </a:lnTo>
                  <a:lnTo>
                    <a:pt x="6566894" y="1866861"/>
                  </a:lnTo>
                  <a:lnTo>
                    <a:pt x="6567735" y="1865540"/>
                  </a:lnTo>
                  <a:lnTo>
                    <a:pt x="6568576" y="1863861"/>
                  </a:lnTo>
                  <a:lnTo>
                    <a:pt x="6569418" y="1862797"/>
                  </a:lnTo>
                  <a:lnTo>
                    <a:pt x="6570259" y="1862197"/>
                  </a:lnTo>
                  <a:lnTo>
                    <a:pt x="6571100" y="1861886"/>
                  </a:lnTo>
                  <a:lnTo>
                    <a:pt x="6571941" y="1862463"/>
                  </a:lnTo>
                  <a:lnTo>
                    <a:pt x="6572782" y="1863436"/>
                  </a:lnTo>
                  <a:lnTo>
                    <a:pt x="6573624" y="1865319"/>
                  </a:lnTo>
                  <a:lnTo>
                    <a:pt x="6574465" y="1867697"/>
                  </a:lnTo>
                  <a:lnTo>
                    <a:pt x="6575306" y="1869839"/>
                  </a:lnTo>
                  <a:lnTo>
                    <a:pt x="6576147" y="1872095"/>
                  </a:lnTo>
                  <a:lnTo>
                    <a:pt x="6576989" y="1872981"/>
                  </a:lnTo>
                  <a:lnTo>
                    <a:pt x="6577830" y="1874144"/>
                  </a:lnTo>
                  <a:lnTo>
                    <a:pt x="6578671" y="1875895"/>
                  </a:lnTo>
                  <a:lnTo>
                    <a:pt x="6579512" y="1877992"/>
                  </a:lnTo>
                  <a:lnTo>
                    <a:pt x="6580353" y="1880484"/>
                  </a:lnTo>
                  <a:lnTo>
                    <a:pt x="6581195" y="1882056"/>
                  </a:lnTo>
                  <a:lnTo>
                    <a:pt x="6582036" y="1883491"/>
                  </a:lnTo>
                  <a:lnTo>
                    <a:pt x="6582877" y="1884889"/>
                  </a:lnTo>
                  <a:lnTo>
                    <a:pt x="6583718" y="1886315"/>
                  </a:lnTo>
                  <a:lnTo>
                    <a:pt x="6584559" y="1887680"/>
                  </a:lnTo>
                  <a:lnTo>
                    <a:pt x="6585401" y="1889017"/>
                  </a:lnTo>
                  <a:lnTo>
                    <a:pt x="6586242" y="1889945"/>
                  </a:lnTo>
                  <a:lnTo>
                    <a:pt x="6587083" y="1890559"/>
                  </a:lnTo>
                  <a:lnTo>
                    <a:pt x="6587924" y="1891001"/>
                  </a:lnTo>
                  <a:lnTo>
                    <a:pt x="6588765" y="1891032"/>
                  </a:lnTo>
                  <a:lnTo>
                    <a:pt x="6589607" y="1890150"/>
                  </a:lnTo>
                  <a:lnTo>
                    <a:pt x="6590448" y="1888747"/>
                  </a:lnTo>
                  <a:lnTo>
                    <a:pt x="6591289" y="1886911"/>
                  </a:lnTo>
                  <a:lnTo>
                    <a:pt x="6592130" y="1884835"/>
                  </a:lnTo>
                  <a:lnTo>
                    <a:pt x="6592971" y="1882813"/>
                  </a:lnTo>
                  <a:lnTo>
                    <a:pt x="6593813" y="1881100"/>
                  </a:lnTo>
                  <a:lnTo>
                    <a:pt x="6594654" y="1879357"/>
                  </a:lnTo>
                  <a:lnTo>
                    <a:pt x="6595495" y="1878096"/>
                  </a:lnTo>
                  <a:lnTo>
                    <a:pt x="6596336" y="1876843"/>
                  </a:lnTo>
                  <a:lnTo>
                    <a:pt x="6597177" y="1875005"/>
                  </a:lnTo>
                  <a:lnTo>
                    <a:pt x="6598019" y="1872969"/>
                  </a:lnTo>
                  <a:lnTo>
                    <a:pt x="6598860" y="1870872"/>
                  </a:lnTo>
                  <a:lnTo>
                    <a:pt x="6599701" y="1868928"/>
                  </a:lnTo>
                  <a:lnTo>
                    <a:pt x="6600542" y="1867454"/>
                  </a:lnTo>
                  <a:lnTo>
                    <a:pt x="6601383" y="1866938"/>
                  </a:lnTo>
                  <a:lnTo>
                    <a:pt x="6602225" y="1866247"/>
                  </a:lnTo>
                  <a:lnTo>
                    <a:pt x="6603066" y="1864743"/>
                  </a:lnTo>
                  <a:lnTo>
                    <a:pt x="6603907" y="1863317"/>
                  </a:lnTo>
                  <a:lnTo>
                    <a:pt x="6604748" y="1861351"/>
                  </a:lnTo>
                  <a:lnTo>
                    <a:pt x="6605589" y="1858986"/>
                  </a:lnTo>
                  <a:lnTo>
                    <a:pt x="6606431" y="1856194"/>
                  </a:lnTo>
                  <a:lnTo>
                    <a:pt x="6607272" y="1853450"/>
                  </a:lnTo>
                  <a:lnTo>
                    <a:pt x="6608113" y="1852185"/>
                  </a:lnTo>
                  <a:lnTo>
                    <a:pt x="6608954" y="1851117"/>
                  </a:lnTo>
                  <a:lnTo>
                    <a:pt x="6609795" y="1850458"/>
                  </a:lnTo>
                  <a:lnTo>
                    <a:pt x="6610637" y="1850346"/>
                  </a:lnTo>
                  <a:lnTo>
                    <a:pt x="6611478" y="1850589"/>
                  </a:lnTo>
                  <a:lnTo>
                    <a:pt x="6612319" y="1850916"/>
                  </a:lnTo>
                  <a:lnTo>
                    <a:pt x="6613160" y="1851624"/>
                  </a:lnTo>
                  <a:lnTo>
                    <a:pt x="6614001" y="1852382"/>
                  </a:lnTo>
                  <a:lnTo>
                    <a:pt x="6614843" y="1853213"/>
                  </a:lnTo>
                  <a:lnTo>
                    <a:pt x="6615684" y="1854044"/>
                  </a:lnTo>
                  <a:lnTo>
                    <a:pt x="6616525" y="1854936"/>
                  </a:lnTo>
                  <a:lnTo>
                    <a:pt x="6617366" y="1856439"/>
                  </a:lnTo>
                  <a:lnTo>
                    <a:pt x="6618207" y="1858011"/>
                  </a:lnTo>
                  <a:lnTo>
                    <a:pt x="6619049" y="1860267"/>
                  </a:lnTo>
                  <a:lnTo>
                    <a:pt x="6619890" y="1862561"/>
                  </a:lnTo>
                  <a:lnTo>
                    <a:pt x="6620731" y="1864899"/>
                  </a:lnTo>
                  <a:lnTo>
                    <a:pt x="6621572" y="1867472"/>
                  </a:lnTo>
                  <a:lnTo>
                    <a:pt x="6622413" y="1870390"/>
                  </a:lnTo>
                  <a:lnTo>
                    <a:pt x="6623255" y="1873301"/>
                  </a:lnTo>
                  <a:lnTo>
                    <a:pt x="6624096" y="1875618"/>
                  </a:lnTo>
                  <a:lnTo>
                    <a:pt x="6624937" y="1877739"/>
                  </a:lnTo>
                  <a:lnTo>
                    <a:pt x="6625778" y="1879482"/>
                  </a:lnTo>
                  <a:lnTo>
                    <a:pt x="6626619" y="1882077"/>
                  </a:lnTo>
                  <a:lnTo>
                    <a:pt x="6627461" y="1884724"/>
                  </a:lnTo>
                  <a:lnTo>
                    <a:pt x="6628302" y="1888088"/>
                  </a:lnTo>
                  <a:lnTo>
                    <a:pt x="6629143" y="1892056"/>
                  </a:lnTo>
                  <a:lnTo>
                    <a:pt x="6629984" y="1895758"/>
                  </a:lnTo>
                  <a:lnTo>
                    <a:pt x="6630825" y="1899782"/>
                  </a:lnTo>
                  <a:lnTo>
                    <a:pt x="6631667" y="1903114"/>
                  </a:lnTo>
                  <a:lnTo>
                    <a:pt x="6632508" y="1906571"/>
                  </a:lnTo>
                  <a:lnTo>
                    <a:pt x="6633349" y="1909569"/>
                  </a:lnTo>
                  <a:lnTo>
                    <a:pt x="6634190" y="1912093"/>
                  </a:lnTo>
                  <a:lnTo>
                    <a:pt x="6635031" y="1914423"/>
                  </a:lnTo>
                  <a:lnTo>
                    <a:pt x="6635873" y="1915863"/>
                  </a:lnTo>
                  <a:lnTo>
                    <a:pt x="6636714" y="1916510"/>
                  </a:lnTo>
                  <a:lnTo>
                    <a:pt x="6637555" y="1917226"/>
                  </a:lnTo>
                  <a:lnTo>
                    <a:pt x="6638396" y="1917642"/>
                  </a:lnTo>
                  <a:lnTo>
                    <a:pt x="6639237" y="1917889"/>
                  </a:lnTo>
                  <a:lnTo>
                    <a:pt x="6640079" y="1917848"/>
                  </a:lnTo>
                  <a:lnTo>
                    <a:pt x="6640920" y="1917725"/>
                  </a:lnTo>
                  <a:lnTo>
                    <a:pt x="6641761" y="1917656"/>
                  </a:lnTo>
                  <a:lnTo>
                    <a:pt x="6642602" y="1917556"/>
                  </a:lnTo>
                  <a:lnTo>
                    <a:pt x="6643443" y="1917518"/>
                  </a:lnTo>
                  <a:lnTo>
                    <a:pt x="6644285" y="1917598"/>
                  </a:lnTo>
                  <a:lnTo>
                    <a:pt x="6645126" y="1917665"/>
                  </a:lnTo>
                  <a:lnTo>
                    <a:pt x="6645967" y="1917963"/>
                  </a:lnTo>
                  <a:lnTo>
                    <a:pt x="6646808" y="1918966"/>
                  </a:lnTo>
                  <a:lnTo>
                    <a:pt x="6647650" y="1919905"/>
                  </a:lnTo>
                  <a:lnTo>
                    <a:pt x="6648491" y="1921625"/>
                  </a:lnTo>
                  <a:lnTo>
                    <a:pt x="6649332" y="1924971"/>
                  </a:lnTo>
                  <a:lnTo>
                    <a:pt x="6650173" y="1929694"/>
                  </a:lnTo>
                  <a:lnTo>
                    <a:pt x="6651014" y="1933965"/>
                  </a:lnTo>
                  <a:lnTo>
                    <a:pt x="6651856" y="1938811"/>
                  </a:lnTo>
                  <a:lnTo>
                    <a:pt x="6652697" y="1943300"/>
                  </a:lnTo>
                  <a:lnTo>
                    <a:pt x="6653538" y="1948238"/>
                  </a:lnTo>
                  <a:lnTo>
                    <a:pt x="6654379" y="1953282"/>
                  </a:lnTo>
                  <a:lnTo>
                    <a:pt x="6655220" y="1958409"/>
                  </a:lnTo>
                  <a:lnTo>
                    <a:pt x="6656062" y="1964365"/>
                  </a:lnTo>
                  <a:lnTo>
                    <a:pt x="6656903" y="1971072"/>
                  </a:lnTo>
                  <a:lnTo>
                    <a:pt x="6657744" y="1976043"/>
                  </a:lnTo>
                  <a:lnTo>
                    <a:pt x="6658585" y="1981305"/>
                  </a:lnTo>
                  <a:lnTo>
                    <a:pt x="6659426" y="1986719"/>
                  </a:lnTo>
                  <a:lnTo>
                    <a:pt x="6660268" y="1992148"/>
                  </a:lnTo>
                  <a:lnTo>
                    <a:pt x="6661109" y="1996657"/>
                  </a:lnTo>
                  <a:lnTo>
                    <a:pt x="6661950" y="2000932"/>
                  </a:lnTo>
                  <a:lnTo>
                    <a:pt x="6662791" y="2005477"/>
                  </a:lnTo>
                  <a:lnTo>
                    <a:pt x="6663632" y="2010471"/>
                  </a:lnTo>
                  <a:lnTo>
                    <a:pt x="6664474" y="2014029"/>
                  </a:lnTo>
                  <a:lnTo>
                    <a:pt x="6665315" y="2017595"/>
                  </a:lnTo>
                  <a:lnTo>
                    <a:pt x="6666156" y="2020596"/>
                  </a:lnTo>
                  <a:lnTo>
                    <a:pt x="6666997" y="2023899"/>
                  </a:lnTo>
                  <a:lnTo>
                    <a:pt x="6667838" y="2027720"/>
                  </a:lnTo>
                  <a:lnTo>
                    <a:pt x="6668680" y="2031422"/>
                  </a:lnTo>
                  <a:lnTo>
                    <a:pt x="6669521" y="2035119"/>
                  </a:lnTo>
                  <a:lnTo>
                    <a:pt x="6670362" y="2038740"/>
                  </a:lnTo>
                  <a:lnTo>
                    <a:pt x="6671203" y="2042336"/>
                  </a:lnTo>
                  <a:lnTo>
                    <a:pt x="6672044" y="2047085"/>
                  </a:lnTo>
                  <a:lnTo>
                    <a:pt x="6672886" y="2051946"/>
                  </a:lnTo>
                  <a:lnTo>
                    <a:pt x="6673727" y="2056725"/>
                  </a:lnTo>
                  <a:lnTo>
                    <a:pt x="6674568" y="2060605"/>
                  </a:lnTo>
                  <a:lnTo>
                    <a:pt x="6675409" y="2063892"/>
                  </a:lnTo>
                  <a:lnTo>
                    <a:pt x="6676250" y="2066524"/>
                  </a:lnTo>
                  <a:lnTo>
                    <a:pt x="6677092" y="2069363"/>
                  </a:lnTo>
                  <a:lnTo>
                    <a:pt x="6677933" y="2072607"/>
                  </a:lnTo>
                  <a:lnTo>
                    <a:pt x="6678774" y="2076241"/>
                  </a:lnTo>
                  <a:lnTo>
                    <a:pt x="6679615" y="2079686"/>
                  </a:lnTo>
                  <a:lnTo>
                    <a:pt x="6680456" y="2084198"/>
                  </a:lnTo>
                  <a:lnTo>
                    <a:pt x="6681298" y="2088072"/>
                  </a:lnTo>
                  <a:lnTo>
                    <a:pt x="6682139" y="2091672"/>
                  </a:lnTo>
                  <a:lnTo>
                    <a:pt x="6682980" y="2096310"/>
                  </a:lnTo>
                  <a:lnTo>
                    <a:pt x="6683821" y="2100899"/>
                  </a:lnTo>
                  <a:lnTo>
                    <a:pt x="6684662" y="2105451"/>
                  </a:lnTo>
                  <a:lnTo>
                    <a:pt x="6685504" y="2109830"/>
                  </a:lnTo>
                  <a:lnTo>
                    <a:pt x="6686345" y="2114777"/>
                  </a:lnTo>
                  <a:lnTo>
                    <a:pt x="6687186" y="2120304"/>
                  </a:lnTo>
                  <a:lnTo>
                    <a:pt x="6688027" y="2125952"/>
                  </a:lnTo>
                  <a:lnTo>
                    <a:pt x="6688868" y="2132461"/>
                  </a:lnTo>
                  <a:lnTo>
                    <a:pt x="6689710" y="2139218"/>
                  </a:lnTo>
                  <a:lnTo>
                    <a:pt x="6690551" y="2145878"/>
                  </a:lnTo>
                  <a:lnTo>
                    <a:pt x="6691392" y="2152136"/>
                  </a:lnTo>
                  <a:lnTo>
                    <a:pt x="6692233" y="2158184"/>
                  </a:lnTo>
                  <a:lnTo>
                    <a:pt x="6693074" y="2163942"/>
                  </a:lnTo>
                  <a:lnTo>
                    <a:pt x="6693916" y="2169598"/>
                  </a:lnTo>
                  <a:lnTo>
                    <a:pt x="6694757" y="2175490"/>
                  </a:lnTo>
                  <a:lnTo>
                    <a:pt x="6695598" y="2180893"/>
                  </a:lnTo>
                  <a:lnTo>
                    <a:pt x="6696439" y="2186089"/>
                  </a:lnTo>
                  <a:lnTo>
                    <a:pt x="6697280" y="2191049"/>
                  </a:lnTo>
                  <a:lnTo>
                    <a:pt x="6698122" y="2195394"/>
                  </a:lnTo>
                  <a:lnTo>
                    <a:pt x="6698963" y="2198570"/>
                  </a:lnTo>
                  <a:lnTo>
                    <a:pt x="6699804" y="2201221"/>
                  </a:lnTo>
                  <a:lnTo>
                    <a:pt x="6700645" y="2203872"/>
                  </a:lnTo>
                  <a:lnTo>
                    <a:pt x="6701486" y="2206189"/>
                  </a:lnTo>
                  <a:lnTo>
                    <a:pt x="6702328" y="2208429"/>
                  </a:lnTo>
                  <a:lnTo>
                    <a:pt x="6703169" y="2210686"/>
                  </a:lnTo>
                  <a:lnTo>
                    <a:pt x="6704010" y="2212987"/>
                  </a:lnTo>
                  <a:lnTo>
                    <a:pt x="6704851" y="2215433"/>
                  </a:lnTo>
                  <a:lnTo>
                    <a:pt x="6705692" y="2218267"/>
                  </a:lnTo>
                  <a:lnTo>
                    <a:pt x="6706534" y="2221115"/>
                  </a:lnTo>
                  <a:lnTo>
                    <a:pt x="6707375" y="2223348"/>
                  </a:lnTo>
                  <a:lnTo>
                    <a:pt x="6708216" y="2225840"/>
                  </a:lnTo>
                  <a:lnTo>
                    <a:pt x="6709057" y="2228347"/>
                  </a:lnTo>
                  <a:lnTo>
                    <a:pt x="6709898" y="2229268"/>
                  </a:lnTo>
                  <a:lnTo>
                    <a:pt x="6710740" y="2230300"/>
                  </a:lnTo>
                  <a:lnTo>
                    <a:pt x="6711581" y="2231810"/>
                  </a:lnTo>
                  <a:lnTo>
                    <a:pt x="6712422" y="2233789"/>
                  </a:lnTo>
                  <a:lnTo>
                    <a:pt x="6713263" y="2235799"/>
                  </a:lnTo>
                  <a:lnTo>
                    <a:pt x="6714104" y="2237513"/>
                  </a:lnTo>
                  <a:lnTo>
                    <a:pt x="6714946" y="2239200"/>
                  </a:lnTo>
                  <a:lnTo>
                    <a:pt x="6715787" y="2240710"/>
                  </a:lnTo>
                  <a:lnTo>
                    <a:pt x="6716628" y="2242356"/>
                  </a:lnTo>
                  <a:lnTo>
                    <a:pt x="6717469" y="2244054"/>
                  </a:lnTo>
                  <a:lnTo>
                    <a:pt x="6718311" y="2245767"/>
                  </a:lnTo>
                  <a:lnTo>
                    <a:pt x="6719152" y="2247828"/>
                  </a:lnTo>
                  <a:lnTo>
                    <a:pt x="6719993" y="2249940"/>
                  </a:lnTo>
                  <a:lnTo>
                    <a:pt x="6720834" y="2251970"/>
                  </a:lnTo>
                  <a:lnTo>
                    <a:pt x="6721675" y="2253670"/>
                  </a:lnTo>
                  <a:lnTo>
                    <a:pt x="6722517" y="2255458"/>
                  </a:lnTo>
                  <a:lnTo>
                    <a:pt x="6723358" y="2258322"/>
                  </a:lnTo>
                  <a:lnTo>
                    <a:pt x="6724199" y="2261147"/>
                  </a:lnTo>
                  <a:lnTo>
                    <a:pt x="6725040" y="2263654"/>
                  </a:lnTo>
                  <a:lnTo>
                    <a:pt x="6725881" y="2265941"/>
                  </a:lnTo>
                  <a:lnTo>
                    <a:pt x="6726723" y="2268417"/>
                  </a:lnTo>
                  <a:lnTo>
                    <a:pt x="6727564" y="2270825"/>
                  </a:lnTo>
                  <a:lnTo>
                    <a:pt x="6728405" y="2272952"/>
                  </a:lnTo>
                  <a:lnTo>
                    <a:pt x="6729246" y="2274927"/>
                  </a:lnTo>
                  <a:lnTo>
                    <a:pt x="6730087" y="2276925"/>
                  </a:lnTo>
                  <a:lnTo>
                    <a:pt x="6730929" y="2278588"/>
                  </a:lnTo>
                  <a:lnTo>
                    <a:pt x="6731770" y="2280373"/>
                  </a:lnTo>
                  <a:lnTo>
                    <a:pt x="6732611" y="2282500"/>
                  </a:lnTo>
                  <a:lnTo>
                    <a:pt x="6733452" y="2284794"/>
                  </a:lnTo>
                  <a:lnTo>
                    <a:pt x="6734293" y="2287385"/>
                  </a:lnTo>
                  <a:lnTo>
                    <a:pt x="6735135" y="2290112"/>
                  </a:lnTo>
                  <a:lnTo>
                    <a:pt x="6735976" y="2293257"/>
                  </a:lnTo>
                  <a:lnTo>
                    <a:pt x="6736817" y="2296713"/>
                  </a:lnTo>
                  <a:lnTo>
                    <a:pt x="6737658" y="2300336"/>
                  </a:lnTo>
                  <a:lnTo>
                    <a:pt x="6738499" y="2304347"/>
                  </a:lnTo>
                  <a:lnTo>
                    <a:pt x="6739341" y="2308464"/>
                  </a:lnTo>
                  <a:lnTo>
                    <a:pt x="6740182" y="2312331"/>
                  </a:lnTo>
                  <a:lnTo>
                    <a:pt x="6741023" y="2316281"/>
                  </a:lnTo>
                  <a:lnTo>
                    <a:pt x="6741864" y="2320246"/>
                  </a:lnTo>
                  <a:lnTo>
                    <a:pt x="6742705" y="2324280"/>
                  </a:lnTo>
                  <a:lnTo>
                    <a:pt x="6743547" y="2328556"/>
                  </a:lnTo>
                  <a:lnTo>
                    <a:pt x="6744388" y="2332643"/>
                  </a:lnTo>
                  <a:lnTo>
                    <a:pt x="6745229" y="2336206"/>
                  </a:lnTo>
                  <a:lnTo>
                    <a:pt x="6746070" y="2338826"/>
                  </a:lnTo>
                  <a:lnTo>
                    <a:pt x="6746911" y="2340786"/>
                  </a:lnTo>
                  <a:lnTo>
                    <a:pt x="6747753" y="2342374"/>
                  </a:lnTo>
                  <a:lnTo>
                    <a:pt x="6748594" y="2343415"/>
                  </a:lnTo>
                  <a:lnTo>
                    <a:pt x="6749435" y="2344159"/>
                  </a:lnTo>
                  <a:lnTo>
                    <a:pt x="6750276" y="2344660"/>
                  </a:lnTo>
                  <a:lnTo>
                    <a:pt x="6751117" y="2344668"/>
                  </a:lnTo>
                  <a:lnTo>
                    <a:pt x="6751959" y="2344083"/>
                  </a:lnTo>
                  <a:lnTo>
                    <a:pt x="6752800" y="2343103"/>
                  </a:lnTo>
                  <a:lnTo>
                    <a:pt x="6753641" y="2341948"/>
                  </a:lnTo>
                  <a:lnTo>
                    <a:pt x="6754482" y="2340566"/>
                  </a:lnTo>
                  <a:lnTo>
                    <a:pt x="6755323" y="2338918"/>
                  </a:lnTo>
                  <a:lnTo>
                    <a:pt x="6756165" y="2337882"/>
                  </a:lnTo>
                  <a:lnTo>
                    <a:pt x="6757006" y="2336916"/>
                  </a:lnTo>
                  <a:lnTo>
                    <a:pt x="6757847" y="2336415"/>
                  </a:lnTo>
                  <a:lnTo>
                    <a:pt x="6758688" y="2336370"/>
                  </a:lnTo>
                  <a:lnTo>
                    <a:pt x="6759529" y="2336559"/>
                  </a:lnTo>
                  <a:lnTo>
                    <a:pt x="6760371" y="2336699"/>
                  </a:lnTo>
                  <a:lnTo>
                    <a:pt x="6761212" y="2336872"/>
                  </a:lnTo>
                  <a:lnTo>
                    <a:pt x="6762053" y="2336755"/>
                  </a:lnTo>
                  <a:lnTo>
                    <a:pt x="6762894" y="2336479"/>
                  </a:lnTo>
                  <a:lnTo>
                    <a:pt x="6763735" y="2336182"/>
                  </a:lnTo>
                  <a:lnTo>
                    <a:pt x="6764577" y="2335809"/>
                  </a:lnTo>
                  <a:lnTo>
                    <a:pt x="6765418" y="2335948"/>
                  </a:lnTo>
                  <a:lnTo>
                    <a:pt x="6766259" y="2336292"/>
                  </a:lnTo>
                  <a:lnTo>
                    <a:pt x="6767100" y="2336805"/>
                  </a:lnTo>
                  <a:lnTo>
                    <a:pt x="6767941" y="2337308"/>
                  </a:lnTo>
                  <a:lnTo>
                    <a:pt x="6768783" y="2337907"/>
                  </a:lnTo>
                  <a:lnTo>
                    <a:pt x="6769624" y="2338645"/>
                  </a:lnTo>
                  <a:lnTo>
                    <a:pt x="6770465" y="2338098"/>
                  </a:lnTo>
                  <a:lnTo>
                    <a:pt x="6771306" y="2337597"/>
                  </a:lnTo>
                  <a:lnTo>
                    <a:pt x="6772147" y="2337574"/>
                  </a:lnTo>
                  <a:lnTo>
                    <a:pt x="6772989" y="2338151"/>
                  </a:lnTo>
                  <a:lnTo>
                    <a:pt x="6773830" y="2339397"/>
                  </a:lnTo>
                  <a:lnTo>
                    <a:pt x="6774671" y="2341539"/>
                  </a:lnTo>
                  <a:lnTo>
                    <a:pt x="6775512" y="2344099"/>
                  </a:lnTo>
                  <a:lnTo>
                    <a:pt x="6776353" y="2345261"/>
                  </a:lnTo>
                  <a:lnTo>
                    <a:pt x="6777195" y="2346613"/>
                  </a:lnTo>
                  <a:lnTo>
                    <a:pt x="6778036" y="2348126"/>
                  </a:lnTo>
                  <a:lnTo>
                    <a:pt x="6778877" y="2349723"/>
                  </a:lnTo>
                  <a:lnTo>
                    <a:pt x="6779718" y="2351416"/>
                  </a:lnTo>
                  <a:lnTo>
                    <a:pt x="6780559" y="2353337"/>
                  </a:lnTo>
                  <a:lnTo>
                    <a:pt x="6781401" y="2355070"/>
                  </a:lnTo>
                  <a:lnTo>
                    <a:pt x="6782242" y="2356683"/>
                  </a:lnTo>
                  <a:lnTo>
                    <a:pt x="6783083" y="2358013"/>
                  </a:lnTo>
                  <a:lnTo>
                    <a:pt x="6783924" y="2359367"/>
                  </a:lnTo>
                  <a:lnTo>
                    <a:pt x="6784765" y="2360277"/>
                  </a:lnTo>
                  <a:lnTo>
                    <a:pt x="6785607" y="2360963"/>
                  </a:lnTo>
                  <a:lnTo>
                    <a:pt x="6786448" y="2361466"/>
                  </a:lnTo>
                  <a:lnTo>
                    <a:pt x="6787289" y="2361489"/>
                  </a:lnTo>
                  <a:lnTo>
                    <a:pt x="6788130" y="2361234"/>
                  </a:lnTo>
                  <a:lnTo>
                    <a:pt x="6788972" y="2360722"/>
                  </a:lnTo>
                  <a:lnTo>
                    <a:pt x="6789813" y="2359736"/>
                  </a:lnTo>
                  <a:lnTo>
                    <a:pt x="6790654" y="2358377"/>
                  </a:lnTo>
                  <a:lnTo>
                    <a:pt x="6791495" y="2356766"/>
                  </a:lnTo>
                  <a:lnTo>
                    <a:pt x="6792336" y="2355862"/>
                  </a:lnTo>
                  <a:lnTo>
                    <a:pt x="6793178" y="2355095"/>
                  </a:lnTo>
                  <a:lnTo>
                    <a:pt x="6794019" y="2354145"/>
                  </a:lnTo>
                  <a:lnTo>
                    <a:pt x="6794860" y="2352383"/>
                  </a:lnTo>
                  <a:lnTo>
                    <a:pt x="6795701" y="2350393"/>
                  </a:lnTo>
                  <a:lnTo>
                    <a:pt x="6796542" y="2347817"/>
                  </a:lnTo>
                  <a:lnTo>
                    <a:pt x="6797384" y="2345334"/>
                  </a:lnTo>
                  <a:lnTo>
                    <a:pt x="6798225" y="2342804"/>
                  </a:lnTo>
                  <a:lnTo>
                    <a:pt x="6799066" y="2340069"/>
                  </a:lnTo>
                  <a:lnTo>
                    <a:pt x="6799907" y="2337851"/>
                  </a:lnTo>
                  <a:lnTo>
                    <a:pt x="6800748" y="2336150"/>
                  </a:lnTo>
                  <a:lnTo>
                    <a:pt x="6801590" y="2335132"/>
                  </a:lnTo>
                  <a:lnTo>
                    <a:pt x="6802431" y="2335420"/>
                  </a:lnTo>
                  <a:lnTo>
                    <a:pt x="6803272" y="2336059"/>
                  </a:lnTo>
                  <a:lnTo>
                    <a:pt x="6804113" y="2337175"/>
                  </a:lnTo>
                  <a:lnTo>
                    <a:pt x="6804954" y="2338900"/>
                  </a:lnTo>
                  <a:lnTo>
                    <a:pt x="6805796" y="2340875"/>
                  </a:lnTo>
                  <a:lnTo>
                    <a:pt x="6806637" y="2343184"/>
                  </a:lnTo>
                  <a:lnTo>
                    <a:pt x="6807478" y="2346306"/>
                  </a:lnTo>
                  <a:lnTo>
                    <a:pt x="6808319" y="2350119"/>
                  </a:lnTo>
                  <a:lnTo>
                    <a:pt x="6809160" y="2354138"/>
                  </a:lnTo>
                  <a:lnTo>
                    <a:pt x="6810002" y="2357639"/>
                  </a:lnTo>
                  <a:lnTo>
                    <a:pt x="6810843" y="2361050"/>
                  </a:lnTo>
                  <a:lnTo>
                    <a:pt x="6811684" y="2364035"/>
                  </a:lnTo>
                  <a:lnTo>
                    <a:pt x="6812525" y="2366580"/>
                  </a:lnTo>
                  <a:lnTo>
                    <a:pt x="6813366" y="2368768"/>
                  </a:lnTo>
                  <a:lnTo>
                    <a:pt x="6814208" y="2370690"/>
                  </a:lnTo>
                  <a:lnTo>
                    <a:pt x="6815049" y="2372049"/>
                  </a:lnTo>
                  <a:lnTo>
                    <a:pt x="6815890" y="2372847"/>
                  </a:lnTo>
                  <a:lnTo>
                    <a:pt x="6816731" y="2373090"/>
                  </a:lnTo>
                  <a:lnTo>
                    <a:pt x="6817572" y="2372505"/>
                  </a:lnTo>
                  <a:lnTo>
                    <a:pt x="6818414" y="2371145"/>
                  </a:lnTo>
                  <a:lnTo>
                    <a:pt x="6819255" y="2369398"/>
                  </a:lnTo>
                  <a:lnTo>
                    <a:pt x="6820096" y="2367188"/>
                  </a:lnTo>
                  <a:lnTo>
                    <a:pt x="6820937" y="2364803"/>
                  </a:lnTo>
                  <a:lnTo>
                    <a:pt x="6821778" y="2362334"/>
                  </a:lnTo>
                  <a:lnTo>
                    <a:pt x="6822620" y="2360359"/>
                  </a:lnTo>
                  <a:lnTo>
                    <a:pt x="6823461" y="2358536"/>
                  </a:lnTo>
                  <a:lnTo>
                    <a:pt x="6824302" y="2356925"/>
                  </a:lnTo>
                  <a:lnTo>
                    <a:pt x="6825143" y="2355285"/>
                  </a:lnTo>
                  <a:lnTo>
                    <a:pt x="6825984" y="2353423"/>
                  </a:lnTo>
                  <a:lnTo>
                    <a:pt x="6826826" y="2351266"/>
                  </a:lnTo>
                  <a:lnTo>
                    <a:pt x="6827667" y="2348972"/>
                  </a:lnTo>
                  <a:lnTo>
                    <a:pt x="6828508" y="2347240"/>
                  </a:lnTo>
                  <a:lnTo>
                    <a:pt x="6829349" y="2345820"/>
                  </a:lnTo>
                  <a:lnTo>
                    <a:pt x="6830190" y="2344794"/>
                  </a:lnTo>
                  <a:lnTo>
                    <a:pt x="6831032" y="2343951"/>
                  </a:lnTo>
                  <a:lnTo>
                    <a:pt x="6831873" y="2343093"/>
                  </a:lnTo>
                  <a:lnTo>
                    <a:pt x="6832714" y="2342568"/>
                  </a:lnTo>
                  <a:lnTo>
                    <a:pt x="6833555" y="2341961"/>
                  </a:lnTo>
                  <a:lnTo>
                    <a:pt x="6834396" y="2341042"/>
                  </a:lnTo>
                  <a:lnTo>
                    <a:pt x="6835238" y="2339652"/>
                  </a:lnTo>
                  <a:lnTo>
                    <a:pt x="6836079" y="2338110"/>
                  </a:lnTo>
                  <a:lnTo>
                    <a:pt x="6836920" y="2336476"/>
                  </a:lnTo>
                  <a:lnTo>
                    <a:pt x="6837761" y="2334737"/>
                  </a:lnTo>
                  <a:lnTo>
                    <a:pt x="6838602" y="2333225"/>
                  </a:lnTo>
                  <a:lnTo>
                    <a:pt x="6839444" y="2331957"/>
                  </a:lnTo>
                  <a:lnTo>
                    <a:pt x="6840285" y="2330217"/>
                  </a:lnTo>
                  <a:lnTo>
                    <a:pt x="6841126" y="2327520"/>
                  </a:lnTo>
                  <a:lnTo>
                    <a:pt x="6841967" y="2324520"/>
                  </a:lnTo>
                  <a:lnTo>
                    <a:pt x="6842808" y="2321474"/>
                  </a:lnTo>
                  <a:lnTo>
                    <a:pt x="6843650" y="2318701"/>
                  </a:lnTo>
                  <a:lnTo>
                    <a:pt x="6844491" y="2316400"/>
                  </a:lnTo>
                  <a:lnTo>
                    <a:pt x="6845332" y="2313969"/>
                  </a:lnTo>
                  <a:lnTo>
                    <a:pt x="6846173" y="2311546"/>
                  </a:lnTo>
                  <a:lnTo>
                    <a:pt x="6847014" y="2309419"/>
                  </a:lnTo>
                  <a:lnTo>
                    <a:pt x="6847856" y="2307299"/>
                  </a:lnTo>
                  <a:lnTo>
                    <a:pt x="6848697" y="2304534"/>
                  </a:lnTo>
                  <a:lnTo>
                    <a:pt x="6849538" y="2301594"/>
                  </a:lnTo>
                  <a:lnTo>
                    <a:pt x="6850379" y="2298822"/>
                  </a:lnTo>
                  <a:lnTo>
                    <a:pt x="6851220" y="2295536"/>
                  </a:lnTo>
                  <a:lnTo>
                    <a:pt x="6852062" y="2292406"/>
                  </a:lnTo>
                  <a:lnTo>
                    <a:pt x="6852903" y="2289662"/>
                  </a:lnTo>
                  <a:lnTo>
                    <a:pt x="6853744" y="2287668"/>
                  </a:lnTo>
                  <a:lnTo>
                    <a:pt x="6854585" y="2286117"/>
                  </a:lnTo>
                  <a:lnTo>
                    <a:pt x="6855426" y="2284616"/>
                  </a:lnTo>
                  <a:lnTo>
                    <a:pt x="6856268" y="2282842"/>
                  </a:lnTo>
                  <a:lnTo>
                    <a:pt x="6857109" y="2280746"/>
                  </a:lnTo>
                  <a:lnTo>
                    <a:pt x="6857950" y="2278782"/>
                  </a:lnTo>
                  <a:lnTo>
                    <a:pt x="6858791" y="2276954"/>
                  </a:lnTo>
                  <a:lnTo>
                    <a:pt x="6859632" y="2275595"/>
                  </a:lnTo>
                  <a:lnTo>
                    <a:pt x="6860474" y="2274743"/>
                  </a:lnTo>
                  <a:lnTo>
                    <a:pt x="6861315" y="2274781"/>
                  </a:lnTo>
                  <a:lnTo>
                    <a:pt x="6862156" y="2275262"/>
                  </a:lnTo>
                  <a:lnTo>
                    <a:pt x="6862997" y="2275797"/>
                  </a:lnTo>
                  <a:lnTo>
                    <a:pt x="6863839" y="2276478"/>
                  </a:lnTo>
                  <a:lnTo>
                    <a:pt x="6864680" y="2277967"/>
                  </a:lnTo>
                  <a:lnTo>
                    <a:pt x="6865521" y="2280124"/>
                  </a:lnTo>
                  <a:lnTo>
                    <a:pt x="6866362" y="2282669"/>
                  </a:lnTo>
                  <a:lnTo>
                    <a:pt x="6867203" y="2285282"/>
                  </a:lnTo>
                  <a:lnTo>
                    <a:pt x="6868045" y="2288093"/>
                  </a:lnTo>
                  <a:lnTo>
                    <a:pt x="6868886" y="2290843"/>
                  </a:lnTo>
                  <a:lnTo>
                    <a:pt x="6869727" y="2293729"/>
                  </a:lnTo>
                  <a:lnTo>
                    <a:pt x="6870568" y="2296578"/>
                  </a:lnTo>
                  <a:lnTo>
                    <a:pt x="6871409" y="2299411"/>
                  </a:lnTo>
                  <a:lnTo>
                    <a:pt x="6872251" y="2302245"/>
                  </a:lnTo>
                  <a:lnTo>
                    <a:pt x="6873092" y="2305131"/>
                  </a:lnTo>
                  <a:lnTo>
                    <a:pt x="6873933" y="2307722"/>
                  </a:lnTo>
                  <a:lnTo>
                    <a:pt x="6874774" y="2310198"/>
                  </a:lnTo>
                  <a:lnTo>
                    <a:pt x="6875615" y="2312424"/>
                  </a:lnTo>
                  <a:lnTo>
                    <a:pt x="6876457" y="2314102"/>
                  </a:lnTo>
                  <a:lnTo>
                    <a:pt x="6877298" y="2315675"/>
                  </a:lnTo>
                  <a:lnTo>
                    <a:pt x="6878139" y="2316974"/>
                  </a:lnTo>
                  <a:lnTo>
                    <a:pt x="6878980" y="2318197"/>
                  </a:lnTo>
                  <a:lnTo>
                    <a:pt x="6879821" y="2319207"/>
                  </a:lnTo>
                  <a:lnTo>
                    <a:pt x="6880663" y="2319746"/>
                  </a:lnTo>
                  <a:lnTo>
                    <a:pt x="6881504" y="2320096"/>
                  </a:lnTo>
                  <a:lnTo>
                    <a:pt x="6882345" y="2320119"/>
                  </a:lnTo>
                  <a:lnTo>
                    <a:pt x="6883186" y="2319974"/>
                  </a:lnTo>
                  <a:lnTo>
                    <a:pt x="6884027" y="2319602"/>
                  </a:lnTo>
                  <a:lnTo>
                    <a:pt x="6884869" y="2318804"/>
                  </a:lnTo>
                  <a:lnTo>
                    <a:pt x="6885710" y="2317794"/>
                  </a:lnTo>
                  <a:lnTo>
                    <a:pt x="6886551" y="2316898"/>
                  </a:lnTo>
                  <a:lnTo>
                    <a:pt x="6887392" y="2315895"/>
                  </a:lnTo>
                  <a:lnTo>
                    <a:pt x="6888233" y="2314718"/>
                  </a:lnTo>
                  <a:lnTo>
                    <a:pt x="6889075" y="2313206"/>
                  </a:lnTo>
                  <a:lnTo>
                    <a:pt x="6889916" y="2310912"/>
                  </a:lnTo>
                  <a:lnTo>
                    <a:pt x="6890757" y="2307797"/>
                  </a:lnTo>
                  <a:lnTo>
                    <a:pt x="6891598" y="2304015"/>
                  </a:lnTo>
                  <a:lnTo>
                    <a:pt x="6892439" y="2301240"/>
                  </a:lnTo>
                  <a:lnTo>
                    <a:pt x="6893281" y="2298660"/>
                  </a:lnTo>
                  <a:lnTo>
                    <a:pt x="6894122" y="2296361"/>
                  </a:lnTo>
                  <a:lnTo>
                    <a:pt x="6894963" y="2294231"/>
                  </a:lnTo>
                  <a:lnTo>
                    <a:pt x="6895804" y="2291973"/>
                  </a:lnTo>
                  <a:lnTo>
                    <a:pt x="6896645" y="2290143"/>
                  </a:lnTo>
                  <a:lnTo>
                    <a:pt x="6897487" y="2288847"/>
                  </a:lnTo>
                  <a:lnTo>
                    <a:pt x="6898328" y="2287208"/>
                  </a:lnTo>
                  <a:lnTo>
                    <a:pt x="6899169" y="2285396"/>
                  </a:lnTo>
                  <a:lnTo>
                    <a:pt x="6900010" y="2283753"/>
                  </a:lnTo>
                  <a:lnTo>
                    <a:pt x="6900851" y="2282179"/>
                  </a:lnTo>
                  <a:lnTo>
                    <a:pt x="6901693" y="2280813"/>
                  </a:lnTo>
                  <a:lnTo>
                    <a:pt x="6902534" y="2279739"/>
                  </a:lnTo>
                  <a:lnTo>
                    <a:pt x="6903375" y="2278872"/>
                  </a:lnTo>
                  <a:lnTo>
                    <a:pt x="6904216" y="2278130"/>
                  </a:lnTo>
                  <a:lnTo>
                    <a:pt x="6905057" y="2277647"/>
                  </a:lnTo>
                  <a:lnTo>
                    <a:pt x="6905899" y="2277252"/>
                  </a:lnTo>
                  <a:lnTo>
                    <a:pt x="6906740" y="2276324"/>
                  </a:lnTo>
                  <a:lnTo>
                    <a:pt x="6907581" y="2275223"/>
                  </a:lnTo>
                  <a:lnTo>
                    <a:pt x="6908422" y="2274183"/>
                  </a:lnTo>
                  <a:lnTo>
                    <a:pt x="6909263" y="2273110"/>
                  </a:lnTo>
                  <a:lnTo>
                    <a:pt x="6910105" y="2272158"/>
                  </a:lnTo>
                  <a:lnTo>
                    <a:pt x="6910946" y="2270874"/>
                  </a:lnTo>
                  <a:lnTo>
                    <a:pt x="6911787" y="2269826"/>
                  </a:lnTo>
                  <a:lnTo>
                    <a:pt x="6912628" y="2268861"/>
                  </a:lnTo>
                  <a:lnTo>
                    <a:pt x="6913469" y="2268307"/>
                  </a:lnTo>
                  <a:lnTo>
                    <a:pt x="6914311" y="2268314"/>
                  </a:lnTo>
                  <a:lnTo>
                    <a:pt x="6915152" y="2268466"/>
                  </a:lnTo>
                  <a:lnTo>
                    <a:pt x="6915993" y="2268542"/>
                  </a:lnTo>
                  <a:lnTo>
                    <a:pt x="6916834" y="2268611"/>
                  </a:lnTo>
                  <a:lnTo>
                    <a:pt x="6917675" y="2268368"/>
                  </a:lnTo>
                  <a:lnTo>
                    <a:pt x="6918517" y="2268079"/>
                  </a:lnTo>
                  <a:lnTo>
                    <a:pt x="6919358" y="2268261"/>
                  </a:lnTo>
                  <a:lnTo>
                    <a:pt x="6920199" y="2269294"/>
                  </a:lnTo>
                  <a:lnTo>
                    <a:pt x="6921040" y="2270753"/>
                  </a:lnTo>
                  <a:lnTo>
                    <a:pt x="6921881" y="2272211"/>
                  </a:lnTo>
                  <a:lnTo>
                    <a:pt x="6922723" y="2273723"/>
                  </a:lnTo>
                  <a:lnTo>
                    <a:pt x="6923564" y="2275577"/>
                  </a:lnTo>
                  <a:lnTo>
                    <a:pt x="6924405" y="2276495"/>
                  </a:lnTo>
                  <a:lnTo>
                    <a:pt x="6925246" y="2277436"/>
                  </a:lnTo>
                  <a:lnTo>
                    <a:pt x="6926087" y="2277934"/>
                  </a:lnTo>
                  <a:lnTo>
                    <a:pt x="6926929" y="2278183"/>
                  </a:lnTo>
                  <a:lnTo>
                    <a:pt x="6927770" y="2278432"/>
                  </a:lnTo>
                  <a:lnTo>
                    <a:pt x="6928611" y="2279123"/>
                  </a:lnTo>
                  <a:lnTo>
                    <a:pt x="6929452" y="2280070"/>
                  </a:lnTo>
                  <a:lnTo>
                    <a:pt x="6930293" y="2281392"/>
                  </a:lnTo>
                  <a:lnTo>
                    <a:pt x="6931135" y="2282964"/>
                  </a:lnTo>
                  <a:lnTo>
                    <a:pt x="6931976" y="2284458"/>
                  </a:lnTo>
                  <a:lnTo>
                    <a:pt x="6932817" y="2286096"/>
                  </a:lnTo>
                  <a:lnTo>
                    <a:pt x="6933658" y="2287889"/>
                  </a:lnTo>
                  <a:lnTo>
                    <a:pt x="6934500" y="2290273"/>
                  </a:lnTo>
                  <a:lnTo>
                    <a:pt x="6935341" y="2292820"/>
                  </a:lnTo>
                  <a:lnTo>
                    <a:pt x="6936182" y="2295498"/>
                  </a:lnTo>
                  <a:lnTo>
                    <a:pt x="6937023" y="2297987"/>
                  </a:lnTo>
                  <a:lnTo>
                    <a:pt x="6937864" y="2299674"/>
                  </a:lnTo>
                  <a:lnTo>
                    <a:pt x="6938706" y="2302537"/>
                  </a:lnTo>
                  <a:lnTo>
                    <a:pt x="6939547" y="2305315"/>
                  </a:lnTo>
                  <a:lnTo>
                    <a:pt x="6940388" y="2307975"/>
                  </a:lnTo>
                  <a:lnTo>
                    <a:pt x="6941229" y="2310316"/>
                  </a:lnTo>
                  <a:lnTo>
                    <a:pt x="6942070" y="2312520"/>
                  </a:lnTo>
                  <a:lnTo>
                    <a:pt x="6942912" y="2314367"/>
                  </a:lnTo>
                  <a:lnTo>
                    <a:pt x="6943753" y="2315821"/>
                  </a:lnTo>
                  <a:lnTo>
                    <a:pt x="6944594" y="2317123"/>
                  </a:lnTo>
                  <a:lnTo>
                    <a:pt x="6945435" y="2317845"/>
                  </a:lnTo>
                  <a:lnTo>
                    <a:pt x="6946276" y="2317989"/>
                  </a:lnTo>
                  <a:lnTo>
                    <a:pt x="6947118" y="2317854"/>
                  </a:lnTo>
                  <a:lnTo>
                    <a:pt x="6947959" y="2316811"/>
                  </a:lnTo>
                  <a:lnTo>
                    <a:pt x="6948800" y="2315071"/>
                  </a:lnTo>
                  <a:lnTo>
                    <a:pt x="6949641" y="2313955"/>
                  </a:lnTo>
                  <a:lnTo>
                    <a:pt x="6950482" y="2313339"/>
                  </a:lnTo>
                  <a:lnTo>
                    <a:pt x="6951324" y="2313188"/>
                  </a:lnTo>
                  <a:lnTo>
                    <a:pt x="6952165" y="2313484"/>
                  </a:lnTo>
                  <a:lnTo>
                    <a:pt x="6953006" y="2314031"/>
                  </a:lnTo>
                  <a:lnTo>
                    <a:pt x="6953847" y="2314266"/>
                  </a:lnTo>
                  <a:lnTo>
                    <a:pt x="6954688" y="2314183"/>
                  </a:lnTo>
                  <a:lnTo>
                    <a:pt x="6955530" y="2314228"/>
                  </a:lnTo>
                  <a:lnTo>
                    <a:pt x="6956371" y="2314608"/>
                  </a:lnTo>
                  <a:lnTo>
                    <a:pt x="6957212" y="2315451"/>
                  </a:lnTo>
                  <a:lnTo>
                    <a:pt x="6958053" y="2316712"/>
                  </a:lnTo>
                  <a:lnTo>
                    <a:pt x="6958894" y="2317973"/>
                  </a:lnTo>
                  <a:lnTo>
                    <a:pt x="6959736" y="2319059"/>
                  </a:lnTo>
                  <a:lnTo>
                    <a:pt x="6960577" y="2319629"/>
                  </a:lnTo>
                  <a:lnTo>
                    <a:pt x="6961418" y="2319971"/>
                  </a:lnTo>
                  <a:lnTo>
                    <a:pt x="6962259" y="2320313"/>
                  </a:lnTo>
                  <a:lnTo>
                    <a:pt x="6963100" y="2321666"/>
                  </a:lnTo>
                  <a:lnTo>
                    <a:pt x="6963942" y="2322719"/>
                  </a:lnTo>
                  <a:lnTo>
                    <a:pt x="6964783" y="2324102"/>
                  </a:lnTo>
                  <a:lnTo>
                    <a:pt x="6965624" y="2325499"/>
                  </a:lnTo>
                  <a:lnTo>
                    <a:pt x="6966465" y="2326833"/>
                  </a:lnTo>
                  <a:lnTo>
                    <a:pt x="6967306" y="2328525"/>
                  </a:lnTo>
                  <a:lnTo>
                    <a:pt x="6968148" y="2329999"/>
                  </a:lnTo>
                  <a:lnTo>
                    <a:pt x="6968989" y="2331345"/>
                  </a:lnTo>
                  <a:lnTo>
                    <a:pt x="6969830" y="2332222"/>
                  </a:lnTo>
                  <a:lnTo>
                    <a:pt x="6970671" y="2332492"/>
                  </a:lnTo>
                  <a:lnTo>
                    <a:pt x="6971512" y="2332343"/>
                  </a:lnTo>
                  <a:lnTo>
                    <a:pt x="6972354" y="2331904"/>
                  </a:lnTo>
                  <a:lnTo>
                    <a:pt x="6973195" y="2331402"/>
                  </a:lnTo>
                  <a:lnTo>
                    <a:pt x="6974036" y="2330707"/>
                  </a:lnTo>
                  <a:lnTo>
                    <a:pt x="6974877" y="2329918"/>
                  </a:lnTo>
                  <a:lnTo>
                    <a:pt x="6975718" y="2328465"/>
                  </a:lnTo>
                  <a:lnTo>
                    <a:pt x="6976560" y="2326787"/>
                  </a:lnTo>
                  <a:lnTo>
                    <a:pt x="6977401" y="2324751"/>
                  </a:lnTo>
                  <a:lnTo>
                    <a:pt x="6978242" y="2322330"/>
                  </a:lnTo>
                  <a:lnTo>
                    <a:pt x="6979083" y="2320125"/>
                  </a:lnTo>
                  <a:lnTo>
                    <a:pt x="6979924" y="2318346"/>
                  </a:lnTo>
                  <a:lnTo>
                    <a:pt x="6980766" y="2315726"/>
                  </a:lnTo>
                  <a:lnTo>
                    <a:pt x="6981607" y="2313226"/>
                  </a:lnTo>
                  <a:lnTo>
                    <a:pt x="6982448" y="2310910"/>
                  </a:lnTo>
                  <a:lnTo>
                    <a:pt x="6983289" y="2308608"/>
                  </a:lnTo>
                  <a:lnTo>
                    <a:pt x="6984130" y="2307127"/>
                  </a:lnTo>
                  <a:lnTo>
                    <a:pt x="6984972" y="2306359"/>
                  </a:lnTo>
                  <a:lnTo>
                    <a:pt x="6985813" y="2306071"/>
                  </a:lnTo>
                  <a:lnTo>
                    <a:pt x="6986654" y="2306473"/>
                  </a:lnTo>
                  <a:lnTo>
                    <a:pt x="6987495" y="2307309"/>
                  </a:lnTo>
                  <a:lnTo>
                    <a:pt x="6988336" y="2308593"/>
                  </a:lnTo>
                  <a:lnTo>
                    <a:pt x="6989178" y="2309671"/>
                  </a:lnTo>
                  <a:lnTo>
                    <a:pt x="6990019" y="2310317"/>
                  </a:lnTo>
                  <a:lnTo>
                    <a:pt x="6990860" y="2310834"/>
                  </a:lnTo>
                  <a:lnTo>
                    <a:pt x="6991701" y="2311411"/>
                  </a:lnTo>
                  <a:lnTo>
                    <a:pt x="6992542" y="2311874"/>
                  </a:lnTo>
                  <a:lnTo>
                    <a:pt x="6993384" y="2312581"/>
                  </a:lnTo>
                  <a:lnTo>
                    <a:pt x="6994225" y="2313910"/>
                  </a:lnTo>
                  <a:lnTo>
                    <a:pt x="6995066" y="2315688"/>
                  </a:lnTo>
                  <a:lnTo>
                    <a:pt x="6995907" y="2318035"/>
                  </a:lnTo>
                  <a:lnTo>
                    <a:pt x="6996748" y="2320534"/>
                  </a:lnTo>
                  <a:lnTo>
                    <a:pt x="6997590" y="2322699"/>
                  </a:lnTo>
                  <a:lnTo>
                    <a:pt x="6998431" y="2324241"/>
                  </a:lnTo>
                  <a:lnTo>
                    <a:pt x="6999272" y="2325365"/>
                  </a:lnTo>
                  <a:lnTo>
                    <a:pt x="7000113" y="2326125"/>
                  </a:lnTo>
                  <a:lnTo>
                    <a:pt x="7000954" y="2327118"/>
                  </a:lnTo>
                  <a:lnTo>
                    <a:pt x="7001796" y="2328470"/>
                  </a:lnTo>
                  <a:lnTo>
                    <a:pt x="7002637" y="2330740"/>
                  </a:lnTo>
                  <a:lnTo>
                    <a:pt x="7003478" y="2333505"/>
                  </a:lnTo>
                  <a:lnTo>
                    <a:pt x="7004319" y="2336173"/>
                  </a:lnTo>
                  <a:lnTo>
                    <a:pt x="7005161" y="2338693"/>
                  </a:lnTo>
                  <a:lnTo>
                    <a:pt x="7006002" y="2340848"/>
                  </a:lnTo>
                  <a:lnTo>
                    <a:pt x="7006843" y="2342126"/>
                  </a:lnTo>
                  <a:lnTo>
                    <a:pt x="7007684" y="2342659"/>
                  </a:lnTo>
                  <a:lnTo>
                    <a:pt x="7008525" y="2343606"/>
                  </a:lnTo>
                  <a:lnTo>
                    <a:pt x="7009367" y="2345164"/>
                  </a:lnTo>
                  <a:lnTo>
                    <a:pt x="7010208" y="2347187"/>
                  </a:lnTo>
                  <a:lnTo>
                    <a:pt x="7011049" y="2349658"/>
                  </a:lnTo>
                  <a:lnTo>
                    <a:pt x="7011890" y="2352110"/>
                  </a:lnTo>
                  <a:lnTo>
                    <a:pt x="7012731" y="2354637"/>
                  </a:lnTo>
                  <a:lnTo>
                    <a:pt x="7013573" y="2357213"/>
                  </a:lnTo>
                  <a:lnTo>
                    <a:pt x="7014414" y="2359618"/>
                  </a:lnTo>
                  <a:lnTo>
                    <a:pt x="7015255" y="2361316"/>
                  </a:lnTo>
                  <a:lnTo>
                    <a:pt x="7016096" y="2362316"/>
                  </a:lnTo>
                  <a:lnTo>
                    <a:pt x="7016937" y="2364167"/>
                  </a:lnTo>
                  <a:lnTo>
                    <a:pt x="7017779" y="2366606"/>
                  </a:lnTo>
                  <a:lnTo>
                    <a:pt x="7018620" y="2369402"/>
                  </a:lnTo>
                  <a:lnTo>
                    <a:pt x="7019461" y="2372514"/>
                  </a:lnTo>
                  <a:lnTo>
                    <a:pt x="7020302" y="2375998"/>
                  </a:lnTo>
                  <a:lnTo>
                    <a:pt x="7021143" y="2379714"/>
                  </a:lnTo>
                  <a:lnTo>
                    <a:pt x="7021985" y="2382991"/>
                  </a:lnTo>
                  <a:lnTo>
                    <a:pt x="7022826" y="2385881"/>
                  </a:lnTo>
                  <a:lnTo>
                    <a:pt x="7023667" y="2388418"/>
                  </a:lnTo>
                  <a:lnTo>
                    <a:pt x="7024508" y="2391145"/>
                  </a:lnTo>
                  <a:lnTo>
                    <a:pt x="7025349" y="2393918"/>
                  </a:lnTo>
                  <a:lnTo>
                    <a:pt x="7026191" y="2396227"/>
                  </a:lnTo>
                  <a:lnTo>
                    <a:pt x="7027032" y="2398012"/>
                  </a:lnTo>
                  <a:lnTo>
                    <a:pt x="7027873" y="2399296"/>
                  </a:lnTo>
                  <a:lnTo>
                    <a:pt x="7028714" y="2399896"/>
                  </a:lnTo>
                  <a:lnTo>
                    <a:pt x="7029555" y="2399691"/>
                  </a:lnTo>
                  <a:lnTo>
                    <a:pt x="7030397" y="2399136"/>
                  </a:lnTo>
                  <a:lnTo>
                    <a:pt x="7031238" y="2398529"/>
                  </a:lnTo>
                  <a:lnTo>
                    <a:pt x="7032079" y="2397921"/>
                  </a:lnTo>
                  <a:lnTo>
                    <a:pt x="7032920" y="2397139"/>
                  </a:lnTo>
                  <a:lnTo>
                    <a:pt x="7033761" y="2395923"/>
                  </a:lnTo>
                  <a:lnTo>
                    <a:pt x="7034603" y="2394252"/>
                  </a:lnTo>
                  <a:lnTo>
                    <a:pt x="7035444" y="2392421"/>
                  </a:lnTo>
                  <a:lnTo>
                    <a:pt x="7036285" y="2390507"/>
                  </a:lnTo>
                  <a:lnTo>
                    <a:pt x="7037126" y="2388464"/>
                  </a:lnTo>
                  <a:lnTo>
                    <a:pt x="7037967" y="2386185"/>
                  </a:lnTo>
                  <a:lnTo>
                    <a:pt x="7038809" y="2384331"/>
                  </a:lnTo>
                  <a:lnTo>
                    <a:pt x="7039650" y="2383002"/>
                  </a:lnTo>
                  <a:lnTo>
                    <a:pt x="7040491" y="2382068"/>
                  </a:lnTo>
                  <a:lnTo>
                    <a:pt x="7041332" y="2381673"/>
                  </a:lnTo>
                  <a:lnTo>
                    <a:pt x="7042173" y="2381187"/>
                  </a:lnTo>
                  <a:lnTo>
                    <a:pt x="7043015" y="2380153"/>
                  </a:lnTo>
                  <a:lnTo>
                    <a:pt x="7043856" y="2378839"/>
                  </a:lnTo>
                  <a:lnTo>
                    <a:pt x="7044697" y="2377594"/>
                  </a:lnTo>
                  <a:lnTo>
                    <a:pt x="7045538" y="2376500"/>
                  </a:lnTo>
                  <a:lnTo>
                    <a:pt x="7046379" y="2375208"/>
                  </a:lnTo>
                  <a:lnTo>
                    <a:pt x="7047221" y="2373879"/>
                  </a:lnTo>
                  <a:lnTo>
                    <a:pt x="7048062" y="2372276"/>
                  </a:lnTo>
                  <a:lnTo>
                    <a:pt x="7048903" y="2370210"/>
                  </a:lnTo>
                  <a:lnTo>
                    <a:pt x="7049744" y="2368319"/>
                  </a:lnTo>
                  <a:lnTo>
                    <a:pt x="7050585" y="2366116"/>
                  </a:lnTo>
                  <a:lnTo>
                    <a:pt x="7051427" y="2363837"/>
                  </a:lnTo>
                  <a:lnTo>
                    <a:pt x="7052268" y="2361353"/>
                  </a:lnTo>
                  <a:lnTo>
                    <a:pt x="7053109" y="2358626"/>
                  </a:lnTo>
                  <a:lnTo>
                    <a:pt x="7053950" y="2355207"/>
                  </a:lnTo>
                  <a:lnTo>
                    <a:pt x="7054791" y="2351569"/>
                  </a:lnTo>
                  <a:lnTo>
                    <a:pt x="7055633" y="2347862"/>
                  </a:lnTo>
                  <a:lnTo>
                    <a:pt x="7056474" y="2343768"/>
                  </a:lnTo>
                  <a:lnTo>
                    <a:pt x="7057315" y="2339818"/>
                  </a:lnTo>
                  <a:lnTo>
                    <a:pt x="7058156" y="2337863"/>
                  </a:lnTo>
                  <a:lnTo>
                    <a:pt x="7058997" y="2337340"/>
                  </a:lnTo>
                  <a:lnTo>
                    <a:pt x="7059839" y="2337110"/>
                  </a:lnTo>
                  <a:lnTo>
                    <a:pt x="7060680" y="2336283"/>
                  </a:lnTo>
                  <a:lnTo>
                    <a:pt x="7061521" y="2335899"/>
                  </a:lnTo>
                  <a:lnTo>
                    <a:pt x="7062362" y="2335799"/>
                  </a:lnTo>
                  <a:lnTo>
                    <a:pt x="7063203" y="2335602"/>
                  </a:lnTo>
                  <a:lnTo>
                    <a:pt x="7064045" y="2336059"/>
                  </a:lnTo>
                  <a:lnTo>
                    <a:pt x="7064886" y="2335904"/>
                  </a:lnTo>
                  <a:lnTo>
                    <a:pt x="7065727" y="2335225"/>
                  </a:lnTo>
                  <a:lnTo>
                    <a:pt x="7066568" y="2334802"/>
                  </a:lnTo>
                  <a:lnTo>
                    <a:pt x="7067409" y="2334297"/>
                  </a:lnTo>
                  <a:lnTo>
                    <a:pt x="7068251" y="2333717"/>
                  </a:lnTo>
                  <a:lnTo>
                    <a:pt x="7069092" y="2332990"/>
                  </a:lnTo>
                  <a:lnTo>
                    <a:pt x="7069933" y="2331913"/>
                  </a:lnTo>
                  <a:lnTo>
                    <a:pt x="7070774" y="2330478"/>
                  </a:lnTo>
                  <a:lnTo>
                    <a:pt x="7071615" y="2328867"/>
                  </a:lnTo>
                  <a:lnTo>
                    <a:pt x="7072457" y="2327051"/>
                  </a:lnTo>
                  <a:lnTo>
                    <a:pt x="7073298" y="2324923"/>
                  </a:lnTo>
                  <a:lnTo>
                    <a:pt x="7074139" y="2322750"/>
                  </a:lnTo>
                  <a:lnTo>
                    <a:pt x="7074980" y="2320571"/>
                  </a:lnTo>
                  <a:lnTo>
                    <a:pt x="7075822" y="2318715"/>
                  </a:lnTo>
                  <a:lnTo>
                    <a:pt x="7076663" y="2316983"/>
                  </a:lnTo>
                  <a:lnTo>
                    <a:pt x="7077504" y="2315183"/>
                  </a:lnTo>
                  <a:lnTo>
                    <a:pt x="7078345" y="2313320"/>
                  </a:lnTo>
                  <a:lnTo>
                    <a:pt x="7079186" y="2312002"/>
                  </a:lnTo>
                  <a:lnTo>
                    <a:pt x="7080028" y="2310572"/>
                  </a:lnTo>
                  <a:lnTo>
                    <a:pt x="7080869" y="2309186"/>
                  </a:lnTo>
                  <a:lnTo>
                    <a:pt x="7081710" y="2307659"/>
                  </a:lnTo>
                  <a:lnTo>
                    <a:pt x="7082551" y="2306199"/>
                  </a:lnTo>
                  <a:lnTo>
                    <a:pt x="7083392" y="2304644"/>
                  </a:lnTo>
                  <a:lnTo>
                    <a:pt x="7084234" y="2303289"/>
                  </a:lnTo>
                  <a:lnTo>
                    <a:pt x="7085075" y="2302049"/>
                  </a:lnTo>
                  <a:lnTo>
                    <a:pt x="7085916" y="2301178"/>
                  </a:lnTo>
                  <a:lnTo>
                    <a:pt x="7086757" y="2300431"/>
                  </a:lnTo>
                  <a:lnTo>
                    <a:pt x="7087598" y="2299792"/>
                  </a:lnTo>
                  <a:lnTo>
                    <a:pt x="7088440" y="2298578"/>
                  </a:lnTo>
                  <a:lnTo>
                    <a:pt x="7089281" y="2296856"/>
                  </a:lnTo>
                  <a:lnTo>
                    <a:pt x="7090122" y="2295466"/>
                  </a:lnTo>
                  <a:lnTo>
                    <a:pt x="7090963" y="2294270"/>
                  </a:lnTo>
                  <a:lnTo>
                    <a:pt x="7091804" y="2292510"/>
                  </a:lnTo>
                  <a:lnTo>
                    <a:pt x="7092646" y="2290449"/>
                  </a:lnTo>
                  <a:lnTo>
                    <a:pt x="7093487" y="2286924"/>
                  </a:lnTo>
                  <a:lnTo>
                    <a:pt x="7094328" y="2282365"/>
                  </a:lnTo>
                  <a:lnTo>
                    <a:pt x="7095169" y="2277603"/>
                  </a:lnTo>
                  <a:lnTo>
                    <a:pt x="7096010" y="2274361"/>
                  </a:lnTo>
                  <a:lnTo>
                    <a:pt x="7096852" y="2271272"/>
                  </a:lnTo>
                  <a:lnTo>
                    <a:pt x="7097693" y="2268235"/>
                  </a:lnTo>
                  <a:lnTo>
                    <a:pt x="7098534" y="2266263"/>
                  </a:lnTo>
                  <a:lnTo>
                    <a:pt x="7099375" y="2264279"/>
                  </a:lnTo>
                  <a:lnTo>
                    <a:pt x="7100216" y="2261926"/>
                  </a:lnTo>
                  <a:lnTo>
                    <a:pt x="7101058" y="2259388"/>
                  </a:lnTo>
                  <a:lnTo>
                    <a:pt x="7101899" y="2256857"/>
                  </a:lnTo>
                  <a:lnTo>
                    <a:pt x="7102740" y="2254365"/>
                  </a:lnTo>
                  <a:lnTo>
                    <a:pt x="7103581" y="2251828"/>
                  </a:lnTo>
                  <a:lnTo>
                    <a:pt x="7104422" y="2249189"/>
                  </a:lnTo>
                  <a:lnTo>
                    <a:pt x="7105264" y="2246708"/>
                  </a:lnTo>
                  <a:lnTo>
                    <a:pt x="7106105" y="2244697"/>
                  </a:lnTo>
                  <a:lnTo>
                    <a:pt x="7106946" y="2242309"/>
                  </a:lnTo>
                  <a:lnTo>
                    <a:pt x="7107787" y="2239600"/>
                  </a:lnTo>
                  <a:lnTo>
                    <a:pt x="7108628" y="2236884"/>
                  </a:lnTo>
                  <a:lnTo>
                    <a:pt x="7109470" y="2233105"/>
                  </a:lnTo>
                  <a:lnTo>
                    <a:pt x="7110311" y="2228909"/>
                  </a:lnTo>
                  <a:lnTo>
                    <a:pt x="7111152" y="2224452"/>
                  </a:lnTo>
                  <a:lnTo>
                    <a:pt x="7111993" y="2218601"/>
                  </a:lnTo>
                  <a:lnTo>
                    <a:pt x="7112834" y="2213309"/>
                  </a:lnTo>
                  <a:lnTo>
                    <a:pt x="7113676" y="2208515"/>
                  </a:lnTo>
                  <a:lnTo>
                    <a:pt x="7114517" y="2203842"/>
                  </a:lnTo>
                  <a:lnTo>
                    <a:pt x="7115358" y="2198530"/>
                  </a:lnTo>
                  <a:lnTo>
                    <a:pt x="7116199" y="2193538"/>
                  </a:lnTo>
                  <a:lnTo>
                    <a:pt x="7117040" y="2188841"/>
                  </a:lnTo>
                  <a:lnTo>
                    <a:pt x="7117882" y="2183050"/>
                  </a:lnTo>
                  <a:lnTo>
                    <a:pt x="7118723" y="2176636"/>
                  </a:lnTo>
                  <a:lnTo>
                    <a:pt x="7119564" y="2170046"/>
                  </a:lnTo>
                  <a:lnTo>
                    <a:pt x="7120405" y="2162906"/>
                  </a:lnTo>
                  <a:lnTo>
                    <a:pt x="7121246" y="2155700"/>
                  </a:lnTo>
                  <a:lnTo>
                    <a:pt x="7122088" y="2148896"/>
                  </a:lnTo>
                  <a:lnTo>
                    <a:pt x="7122929" y="2142772"/>
                  </a:lnTo>
                  <a:lnTo>
                    <a:pt x="7123770" y="2136693"/>
                  </a:lnTo>
                  <a:lnTo>
                    <a:pt x="7124611" y="2130531"/>
                  </a:lnTo>
                  <a:lnTo>
                    <a:pt x="7125452" y="2123664"/>
                  </a:lnTo>
                  <a:lnTo>
                    <a:pt x="7126294" y="2116647"/>
                  </a:lnTo>
                  <a:lnTo>
                    <a:pt x="7127135" y="2109457"/>
                  </a:lnTo>
                  <a:lnTo>
                    <a:pt x="7127976" y="2102689"/>
                  </a:lnTo>
                  <a:lnTo>
                    <a:pt x="7128817" y="2096574"/>
                  </a:lnTo>
                  <a:lnTo>
                    <a:pt x="7129658" y="2088256"/>
                  </a:lnTo>
                  <a:lnTo>
                    <a:pt x="7130500" y="2080341"/>
                  </a:lnTo>
                  <a:lnTo>
                    <a:pt x="7131341" y="2072326"/>
                  </a:lnTo>
                  <a:lnTo>
                    <a:pt x="7132182" y="2064474"/>
                  </a:lnTo>
                  <a:lnTo>
                    <a:pt x="7133023" y="2059236"/>
                  </a:lnTo>
                  <a:lnTo>
                    <a:pt x="7133864" y="2054489"/>
                  </a:lnTo>
                  <a:lnTo>
                    <a:pt x="7134706" y="2049866"/>
                  </a:lnTo>
                  <a:lnTo>
                    <a:pt x="7135547" y="2045256"/>
                  </a:lnTo>
                  <a:lnTo>
                    <a:pt x="7136388" y="2040723"/>
                  </a:lnTo>
                  <a:lnTo>
                    <a:pt x="7137229" y="2036272"/>
                  </a:lnTo>
                  <a:lnTo>
                    <a:pt x="7138070" y="2032337"/>
                  </a:lnTo>
                  <a:lnTo>
                    <a:pt x="7138912" y="2028950"/>
                  </a:lnTo>
                  <a:lnTo>
                    <a:pt x="7139753" y="2026162"/>
                  </a:lnTo>
                  <a:lnTo>
                    <a:pt x="7140594" y="2023925"/>
                  </a:lnTo>
                  <a:lnTo>
                    <a:pt x="7141435" y="2021796"/>
                  </a:lnTo>
                  <a:lnTo>
                    <a:pt x="7142276" y="2020038"/>
                  </a:lnTo>
                  <a:lnTo>
                    <a:pt x="7143118" y="2018650"/>
                  </a:lnTo>
                  <a:lnTo>
                    <a:pt x="7143959" y="2017430"/>
                  </a:lnTo>
                  <a:lnTo>
                    <a:pt x="7144800" y="2016391"/>
                  </a:lnTo>
                  <a:lnTo>
                    <a:pt x="7145641" y="2015837"/>
                  </a:lnTo>
                  <a:lnTo>
                    <a:pt x="7146483" y="2015847"/>
                  </a:lnTo>
                  <a:lnTo>
                    <a:pt x="7147324" y="2015291"/>
                  </a:lnTo>
                  <a:lnTo>
                    <a:pt x="7148165" y="2013013"/>
                  </a:lnTo>
                  <a:lnTo>
                    <a:pt x="7149006" y="2012336"/>
                  </a:lnTo>
                  <a:lnTo>
                    <a:pt x="7149847" y="2012017"/>
                  </a:lnTo>
                  <a:lnTo>
                    <a:pt x="7150689" y="2011433"/>
                  </a:lnTo>
                  <a:lnTo>
                    <a:pt x="7151530" y="2010832"/>
                  </a:lnTo>
                  <a:lnTo>
                    <a:pt x="7152371" y="2009594"/>
                  </a:lnTo>
                  <a:lnTo>
                    <a:pt x="7153212" y="2008029"/>
                  </a:lnTo>
                  <a:lnTo>
                    <a:pt x="7154053" y="2006343"/>
                  </a:lnTo>
                  <a:lnTo>
                    <a:pt x="7154895" y="2004376"/>
                  </a:lnTo>
                  <a:lnTo>
                    <a:pt x="7155736" y="2002385"/>
                  </a:lnTo>
                  <a:lnTo>
                    <a:pt x="7156577" y="2000357"/>
                  </a:lnTo>
                  <a:lnTo>
                    <a:pt x="7157418" y="1998329"/>
                  </a:lnTo>
                  <a:lnTo>
                    <a:pt x="7158259" y="1996134"/>
                  </a:lnTo>
                  <a:lnTo>
                    <a:pt x="7159101" y="1993278"/>
                  </a:lnTo>
                  <a:lnTo>
                    <a:pt x="7159942" y="1990300"/>
                  </a:lnTo>
                  <a:lnTo>
                    <a:pt x="7160783" y="1987094"/>
                  </a:lnTo>
                  <a:lnTo>
                    <a:pt x="7161624" y="1983266"/>
                  </a:lnTo>
                  <a:lnTo>
                    <a:pt x="7162465" y="1978518"/>
                  </a:lnTo>
                  <a:lnTo>
                    <a:pt x="7163307" y="1973641"/>
                  </a:lnTo>
                  <a:lnTo>
                    <a:pt x="7164148" y="1968134"/>
                  </a:lnTo>
                  <a:lnTo>
                    <a:pt x="7164989" y="1961472"/>
                  </a:lnTo>
                  <a:lnTo>
                    <a:pt x="7165830" y="1953952"/>
                  </a:lnTo>
                  <a:lnTo>
                    <a:pt x="7166671" y="1946394"/>
                  </a:lnTo>
                  <a:lnTo>
                    <a:pt x="7167513" y="1938873"/>
                  </a:lnTo>
                  <a:lnTo>
                    <a:pt x="7168354" y="1931087"/>
                  </a:lnTo>
                  <a:lnTo>
                    <a:pt x="7169195" y="1922027"/>
                  </a:lnTo>
                  <a:lnTo>
                    <a:pt x="7170036" y="1912980"/>
                  </a:lnTo>
                  <a:lnTo>
                    <a:pt x="7170877" y="1904010"/>
                  </a:lnTo>
                  <a:lnTo>
                    <a:pt x="7171719" y="1894621"/>
                  </a:lnTo>
                  <a:lnTo>
                    <a:pt x="7172560" y="1885208"/>
                  </a:lnTo>
                  <a:lnTo>
                    <a:pt x="7173401" y="1875737"/>
                  </a:lnTo>
                  <a:lnTo>
                    <a:pt x="7174242" y="1866267"/>
                  </a:lnTo>
                  <a:lnTo>
                    <a:pt x="7175083" y="1856763"/>
                  </a:lnTo>
                  <a:lnTo>
                    <a:pt x="7175925" y="1847061"/>
                  </a:lnTo>
                  <a:lnTo>
                    <a:pt x="7176766" y="1837104"/>
                  </a:lnTo>
                  <a:lnTo>
                    <a:pt x="7177607" y="1827836"/>
                  </a:lnTo>
                  <a:lnTo>
                    <a:pt x="7178448" y="1818764"/>
                  </a:lnTo>
                  <a:lnTo>
                    <a:pt x="7179289" y="1809266"/>
                  </a:lnTo>
                  <a:lnTo>
                    <a:pt x="7180131" y="1798155"/>
                  </a:lnTo>
                  <a:lnTo>
                    <a:pt x="7180972" y="1786201"/>
                  </a:lnTo>
                  <a:lnTo>
                    <a:pt x="7181813" y="1777344"/>
                  </a:lnTo>
                  <a:lnTo>
                    <a:pt x="7182654" y="1768115"/>
                  </a:lnTo>
                  <a:lnTo>
                    <a:pt x="7183495" y="1758359"/>
                  </a:lnTo>
                  <a:lnTo>
                    <a:pt x="7184337" y="1748913"/>
                  </a:lnTo>
                  <a:lnTo>
                    <a:pt x="7185178" y="1739334"/>
                  </a:lnTo>
                  <a:lnTo>
                    <a:pt x="7186019" y="1729573"/>
                  </a:lnTo>
                  <a:lnTo>
                    <a:pt x="7186860" y="1719513"/>
                  </a:lnTo>
                  <a:lnTo>
                    <a:pt x="7187701" y="1709137"/>
                  </a:lnTo>
                  <a:lnTo>
                    <a:pt x="7188543" y="1699011"/>
                  </a:lnTo>
                  <a:lnTo>
                    <a:pt x="7189384" y="1688156"/>
                  </a:lnTo>
                  <a:lnTo>
                    <a:pt x="7190225" y="1676431"/>
                  </a:lnTo>
                  <a:lnTo>
                    <a:pt x="7191066" y="1664247"/>
                  </a:lnTo>
                  <a:lnTo>
                    <a:pt x="7191907" y="1651612"/>
                  </a:lnTo>
                  <a:lnTo>
                    <a:pt x="7192749" y="1639204"/>
                  </a:lnTo>
                  <a:lnTo>
                    <a:pt x="7193590" y="1627034"/>
                  </a:lnTo>
                  <a:lnTo>
                    <a:pt x="7194431" y="1614973"/>
                  </a:lnTo>
                  <a:lnTo>
                    <a:pt x="7195272" y="1602773"/>
                  </a:lnTo>
                  <a:lnTo>
                    <a:pt x="7196113" y="1586183"/>
                  </a:lnTo>
                  <a:lnTo>
                    <a:pt x="7196955" y="1570504"/>
                  </a:lnTo>
                  <a:lnTo>
                    <a:pt x="7197796" y="1555084"/>
                  </a:lnTo>
                  <a:lnTo>
                    <a:pt x="7198637" y="1539382"/>
                  </a:lnTo>
                  <a:lnTo>
                    <a:pt x="7199478" y="1523651"/>
                  </a:lnTo>
                  <a:lnTo>
                    <a:pt x="7200319" y="1507281"/>
                  </a:lnTo>
                  <a:lnTo>
                    <a:pt x="7201161" y="1489589"/>
                  </a:lnTo>
                  <a:lnTo>
                    <a:pt x="7202002" y="1471130"/>
                  </a:lnTo>
                  <a:lnTo>
                    <a:pt x="7202843" y="1453955"/>
                  </a:lnTo>
                  <a:lnTo>
                    <a:pt x="7203684" y="1437783"/>
                  </a:lnTo>
                  <a:lnTo>
                    <a:pt x="7204525" y="1422431"/>
                  </a:lnTo>
                  <a:lnTo>
                    <a:pt x="7205367" y="1408241"/>
                  </a:lnTo>
                  <a:lnTo>
                    <a:pt x="7206208" y="1394348"/>
                  </a:lnTo>
                  <a:lnTo>
                    <a:pt x="7207049" y="1381275"/>
                  </a:lnTo>
                  <a:lnTo>
                    <a:pt x="7207890" y="1368331"/>
                  </a:lnTo>
                  <a:lnTo>
                    <a:pt x="7208731" y="1354270"/>
                  </a:lnTo>
                  <a:lnTo>
                    <a:pt x="7209573" y="1339146"/>
                  </a:lnTo>
                  <a:lnTo>
                    <a:pt x="7210414" y="1323429"/>
                  </a:lnTo>
                  <a:lnTo>
                    <a:pt x="7211255" y="1308009"/>
                  </a:lnTo>
                  <a:lnTo>
                    <a:pt x="7212096" y="1296843"/>
                  </a:lnTo>
                  <a:lnTo>
                    <a:pt x="7212937" y="1286760"/>
                  </a:lnTo>
                  <a:lnTo>
                    <a:pt x="7213779" y="1277068"/>
                  </a:lnTo>
                  <a:lnTo>
                    <a:pt x="7214620" y="1268727"/>
                  </a:lnTo>
                  <a:lnTo>
                    <a:pt x="7215461" y="1262344"/>
                  </a:lnTo>
                  <a:lnTo>
                    <a:pt x="7216302" y="1256028"/>
                  </a:lnTo>
                  <a:lnTo>
                    <a:pt x="7217144" y="1249301"/>
                  </a:lnTo>
                  <a:lnTo>
                    <a:pt x="7217985" y="1241557"/>
                  </a:lnTo>
                  <a:lnTo>
                    <a:pt x="7218826" y="1233884"/>
                  </a:lnTo>
                  <a:lnTo>
                    <a:pt x="7219667" y="1225507"/>
                  </a:lnTo>
                  <a:lnTo>
                    <a:pt x="7220508" y="1216948"/>
                  </a:lnTo>
                  <a:lnTo>
                    <a:pt x="7221350" y="1208945"/>
                  </a:lnTo>
                  <a:lnTo>
                    <a:pt x="7222191" y="1201773"/>
                  </a:lnTo>
                  <a:lnTo>
                    <a:pt x="7223032" y="1195105"/>
                  </a:lnTo>
                  <a:lnTo>
                    <a:pt x="7223873" y="1188577"/>
                  </a:lnTo>
                  <a:lnTo>
                    <a:pt x="7224714" y="1183118"/>
                  </a:lnTo>
                  <a:lnTo>
                    <a:pt x="7225556" y="1177475"/>
                  </a:lnTo>
                  <a:lnTo>
                    <a:pt x="7226397" y="1169526"/>
                  </a:lnTo>
                  <a:lnTo>
                    <a:pt x="7227238" y="1157066"/>
                  </a:lnTo>
                  <a:lnTo>
                    <a:pt x="7228079" y="1148007"/>
                  </a:lnTo>
                  <a:lnTo>
                    <a:pt x="7228920" y="1138156"/>
                  </a:lnTo>
                  <a:lnTo>
                    <a:pt x="7229762" y="1128041"/>
                  </a:lnTo>
                  <a:lnTo>
                    <a:pt x="7230603" y="1117913"/>
                  </a:lnTo>
                  <a:lnTo>
                    <a:pt x="7231444" y="1108394"/>
                  </a:lnTo>
                  <a:lnTo>
                    <a:pt x="7232285" y="1098694"/>
                  </a:lnTo>
                  <a:lnTo>
                    <a:pt x="7233126" y="1089671"/>
                  </a:lnTo>
                  <a:lnTo>
                    <a:pt x="7233968" y="1081001"/>
                  </a:lnTo>
                  <a:lnTo>
                    <a:pt x="7234809" y="1071807"/>
                  </a:lnTo>
                  <a:lnTo>
                    <a:pt x="7235650" y="1061841"/>
                  </a:lnTo>
                  <a:lnTo>
                    <a:pt x="7236491" y="1051727"/>
                  </a:lnTo>
                  <a:lnTo>
                    <a:pt x="7237332" y="1041486"/>
                  </a:lnTo>
                  <a:lnTo>
                    <a:pt x="7238174" y="1031677"/>
                  </a:lnTo>
                  <a:lnTo>
                    <a:pt x="7239015" y="1024275"/>
                  </a:lnTo>
                  <a:lnTo>
                    <a:pt x="7239856" y="1016818"/>
                  </a:lnTo>
                  <a:lnTo>
                    <a:pt x="7240697" y="1008199"/>
                  </a:lnTo>
                  <a:lnTo>
                    <a:pt x="7241538" y="1000278"/>
                  </a:lnTo>
                  <a:lnTo>
                    <a:pt x="7242380" y="992552"/>
                  </a:lnTo>
                  <a:lnTo>
                    <a:pt x="7243221" y="985098"/>
                  </a:lnTo>
                  <a:lnTo>
                    <a:pt x="7244062" y="977178"/>
                  </a:lnTo>
                  <a:lnTo>
                    <a:pt x="7244903" y="969468"/>
                  </a:lnTo>
                  <a:lnTo>
                    <a:pt x="7245744" y="962369"/>
                  </a:lnTo>
                  <a:lnTo>
                    <a:pt x="7246586" y="955708"/>
                  </a:lnTo>
                  <a:lnTo>
                    <a:pt x="7247427" y="949508"/>
                  </a:lnTo>
                  <a:lnTo>
                    <a:pt x="7248268" y="943954"/>
                  </a:lnTo>
                  <a:lnTo>
                    <a:pt x="7249109" y="938518"/>
                  </a:lnTo>
                  <a:lnTo>
                    <a:pt x="7249950" y="933302"/>
                  </a:lnTo>
                  <a:lnTo>
                    <a:pt x="7250792" y="929214"/>
                  </a:lnTo>
                  <a:lnTo>
                    <a:pt x="7251633" y="925134"/>
                  </a:lnTo>
                  <a:lnTo>
                    <a:pt x="7252474" y="920731"/>
                  </a:lnTo>
                  <a:lnTo>
                    <a:pt x="7253315" y="916306"/>
                  </a:lnTo>
                  <a:lnTo>
                    <a:pt x="7254156" y="911911"/>
                  </a:lnTo>
                  <a:lnTo>
                    <a:pt x="7254998" y="906285"/>
                  </a:lnTo>
                  <a:lnTo>
                    <a:pt x="7255839" y="900540"/>
                  </a:lnTo>
                  <a:lnTo>
                    <a:pt x="7256680" y="894846"/>
                  </a:lnTo>
                  <a:lnTo>
                    <a:pt x="7257521" y="889515"/>
                  </a:lnTo>
                  <a:lnTo>
                    <a:pt x="7258362" y="883152"/>
                  </a:lnTo>
                  <a:lnTo>
                    <a:pt x="7259204" y="875874"/>
                  </a:lnTo>
                  <a:lnTo>
                    <a:pt x="7260045" y="870128"/>
                  </a:lnTo>
                  <a:lnTo>
                    <a:pt x="7260886" y="865462"/>
                  </a:lnTo>
                  <a:lnTo>
                    <a:pt x="7261727" y="862831"/>
                  </a:lnTo>
                  <a:lnTo>
                    <a:pt x="7262568" y="861706"/>
                  </a:lnTo>
                  <a:lnTo>
                    <a:pt x="7263410" y="861675"/>
                  </a:lnTo>
                  <a:lnTo>
                    <a:pt x="7264251" y="860074"/>
                  </a:lnTo>
                  <a:lnTo>
                    <a:pt x="7265092" y="858576"/>
                  </a:lnTo>
                  <a:lnTo>
                    <a:pt x="7265933" y="856560"/>
                  </a:lnTo>
                  <a:lnTo>
                    <a:pt x="7266774" y="853103"/>
                  </a:lnTo>
                  <a:lnTo>
                    <a:pt x="7267616" y="849641"/>
                  </a:lnTo>
                  <a:lnTo>
                    <a:pt x="7268457" y="846764"/>
                  </a:lnTo>
                  <a:lnTo>
                    <a:pt x="7269298" y="844339"/>
                  </a:lnTo>
                  <a:lnTo>
                    <a:pt x="7270139" y="841748"/>
                  </a:lnTo>
                  <a:lnTo>
                    <a:pt x="7270980" y="839064"/>
                  </a:lnTo>
                  <a:lnTo>
                    <a:pt x="7271822" y="836984"/>
                  </a:lnTo>
                  <a:lnTo>
                    <a:pt x="7272663" y="835113"/>
                  </a:lnTo>
                  <a:lnTo>
                    <a:pt x="7273504" y="833190"/>
                  </a:lnTo>
                  <a:lnTo>
                    <a:pt x="7274345" y="831807"/>
                  </a:lnTo>
                  <a:lnTo>
                    <a:pt x="7275186" y="830254"/>
                  </a:lnTo>
                  <a:lnTo>
                    <a:pt x="7276028" y="828835"/>
                  </a:lnTo>
                  <a:lnTo>
                    <a:pt x="7276869" y="827293"/>
                  </a:lnTo>
                  <a:lnTo>
                    <a:pt x="7277710" y="827643"/>
                  </a:lnTo>
                  <a:lnTo>
                    <a:pt x="7278551" y="828300"/>
                  </a:lnTo>
                  <a:lnTo>
                    <a:pt x="7279392" y="830090"/>
                  </a:lnTo>
                  <a:lnTo>
                    <a:pt x="7280234" y="833826"/>
                  </a:lnTo>
                  <a:lnTo>
                    <a:pt x="7281075" y="835818"/>
                  </a:lnTo>
                  <a:lnTo>
                    <a:pt x="7281916" y="836866"/>
                  </a:lnTo>
                  <a:lnTo>
                    <a:pt x="7282757" y="838273"/>
                  </a:lnTo>
                  <a:lnTo>
                    <a:pt x="7283598" y="840470"/>
                  </a:lnTo>
                  <a:lnTo>
                    <a:pt x="7284440" y="842821"/>
                  </a:lnTo>
                  <a:lnTo>
                    <a:pt x="7285281" y="845178"/>
                  </a:lnTo>
                  <a:lnTo>
                    <a:pt x="7286122" y="847885"/>
                  </a:lnTo>
                  <a:lnTo>
                    <a:pt x="7286963" y="850296"/>
                  </a:lnTo>
                  <a:lnTo>
                    <a:pt x="7287805" y="851948"/>
                  </a:lnTo>
                  <a:lnTo>
                    <a:pt x="7288646" y="853209"/>
                  </a:lnTo>
                  <a:lnTo>
                    <a:pt x="7289487" y="855793"/>
                  </a:lnTo>
                  <a:lnTo>
                    <a:pt x="7290328" y="857709"/>
                  </a:lnTo>
                  <a:lnTo>
                    <a:pt x="7291169" y="858351"/>
                  </a:lnTo>
                  <a:lnTo>
                    <a:pt x="7292011" y="860168"/>
                  </a:lnTo>
                  <a:lnTo>
                    <a:pt x="7292852" y="861362"/>
                  </a:lnTo>
                  <a:lnTo>
                    <a:pt x="7293693" y="862718"/>
                  </a:lnTo>
                  <a:lnTo>
                    <a:pt x="7294534" y="864039"/>
                  </a:lnTo>
                  <a:lnTo>
                    <a:pt x="7295375" y="865242"/>
                  </a:lnTo>
                  <a:lnTo>
                    <a:pt x="7296217" y="865541"/>
                  </a:lnTo>
                  <a:lnTo>
                    <a:pt x="7297058" y="864953"/>
                  </a:lnTo>
                  <a:lnTo>
                    <a:pt x="7297899" y="866409"/>
                  </a:lnTo>
                  <a:lnTo>
                    <a:pt x="7298740" y="867497"/>
                  </a:lnTo>
                  <a:lnTo>
                    <a:pt x="7299581" y="867962"/>
                  </a:lnTo>
                  <a:lnTo>
                    <a:pt x="7300423" y="870443"/>
                  </a:lnTo>
                  <a:lnTo>
                    <a:pt x="7301264" y="869949"/>
                  </a:lnTo>
                  <a:lnTo>
                    <a:pt x="7302105" y="868636"/>
                  </a:lnTo>
                  <a:lnTo>
                    <a:pt x="7302946" y="867093"/>
                  </a:lnTo>
                  <a:lnTo>
                    <a:pt x="7303787" y="865042"/>
                  </a:lnTo>
                  <a:lnTo>
                    <a:pt x="7304629" y="863683"/>
                  </a:lnTo>
                  <a:lnTo>
                    <a:pt x="7305470" y="862119"/>
                  </a:lnTo>
                  <a:lnTo>
                    <a:pt x="7306311" y="860128"/>
                  </a:lnTo>
                  <a:lnTo>
                    <a:pt x="7307152" y="856145"/>
                  </a:lnTo>
                  <a:lnTo>
                    <a:pt x="7307993" y="852176"/>
                  </a:lnTo>
                  <a:lnTo>
                    <a:pt x="7308835" y="848301"/>
                  </a:lnTo>
                  <a:lnTo>
                    <a:pt x="7309676" y="844518"/>
                  </a:lnTo>
                  <a:lnTo>
                    <a:pt x="7310517" y="840198"/>
                  </a:lnTo>
                  <a:lnTo>
                    <a:pt x="7311358" y="835297"/>
                  </a:lnTo>
                  <a:lnTo>
                    <a:pt x="7312199" y="830587"/>
                  </a:lnTo>
                  <a:lnTo>
                    <a:pt x="7313041" y="825559"/>
                  </a:lnTo>
                  <a:lnTo>
                    <a:pt x="7313882" y="818818"/>
                  </a:lnTo>
                  <a:lnTo>
                    <a:pt x="7314723" y="812381"/>
                  </a:lnTo>
                  <a:lnTo>
                    <a:pt x="7315564" y="804666"/>
                  </a:lnTo>
                  <a:lnTo>
                    <a:pt x="7316405" y="798828"/>
                  </a:lnTo>
                  <a:lnTo>
                    <a:pt x="7317247" y="790061"/>
                  </a:lnTo>
                  <a:lnTo>
                    <a:pt x="7318088" y="780984"/>
                  </a:lnTo>
                  <a:lnTo>
                    <a:pt x="7318929" y="771975"/>
                  </a:lnTo>
                  <a:lnTo>
                    <a:pt x="7319770" y="763490"/>
                  </a:lnTo>
                  <a:lnTo>
                    <a:pt x="7320611" y="755058"/>
                  </a:lnTo>
                  <a:lnTo>
                    <a:pt x="7321453" y="749338"/>
                  </a:lnTo>
                  <a:lnTo>
                    <a:pt x="7322294" y="744116"/>
                  </a:lnTo>
                  <a:lnTo>
                    <a:pt x="7323135" y="739661"/>
                  </a:lnTo>
                  <a:lnTo>
                    <a:pt x="7323976" y="735555"/>
                  </a:lnTo>
                  <a:lnTo>
                    <a:pt x="7324817" y="731426"/>
                  </a:lnTo>
                  <a:lnTo>
                    <a:pt x="7325659" y="727052"/>
                  </a:lnTo>
                  <a:lnTo>
                    <a:pt x="7326500" y="722351"/>
                  </a:lnTo>
                  <a:lnTo>
                    <a:pt x="7327341" y="721161"/>
                  </a:lnTo>
                  <a:lnTo>
                    <a:pt x="7328182" y="720132"/>
                  </a:lnTo>
                  <a:lnTo>
                    <a:pt x="7329023" y="718783"/>
                  </a:lnTo>
                  <a:lnTo>
                    <a:pt x="7329865" y="718858"/>
                  </a:lnTo>
                  <a:lnTo>
                    <a:pt x="7330706" y="719694"/>
                  </a:lnTo>
                  <a:lnTo>
                    <a:pt x="7331547" y="720266"/>
                  </a:lnTo>
                  <a:lnTo>
                    <a:pt x="7332388" y="721086"/>
                  </a:lnTo>
                  <a:lnTo>
                    <a:pt x="7333229" y="722622"/>
                  </a:lnTo>
                  <a:lnTo>
                    <a:pt x="7334071" y="725340"/>
                  </a:lnTo>
                  <a:lnTo>
                    <a:pt x="7334912" y="728608"/>
                  </a:lnTo>
                  <a:lnTo>
                    <a:pt x="7335753" y="732166"/>
                  </a:lnTo>
                  <a:lnTo>
                    <a:pt x="7336594" y="735893"/>
                  </a:lnTo>
                  <a:lnTo>
                    <a:pt x="7337435" y="740512"/>
                  </a:lnTo>
                  <a:lnTo>
                    <a:pt x="7338277" y="745235"/>
                  </a:lnTo>
                  <a:lnTo>
                    <a:pt x="7339118" y="749969"/>
                  </a:lnTo>
                  <a:lnTo>
                    <a:pt x="7339959" y="754060"/>
                  </a:lnTo>
                  <a:lnTo>
                    <a:pt x="7340800" y="757387"/>
                  </a:lnTo>
                  <a:lnTo>
                    <a:pt x="7341641" y="761406"/>
                  </a:lnTo>
                  <a:lnTo>
                    <a:pt x="7342483" y="763559"/>
                  </a:lnTo>
                  <a:lnTo>
                    <a:pt x="7343324" y="765968"/>
                  </a:lnTo>
                  <a:lnTo>
                    <a:pt x="7344165" y="767298"/>
                  </a:lnTo>
                  <a:lnTo>
                    <a:pt x="7345006" y="770291"/>
                  </a:lnTo>
                  <a:lnTo>
                    <a:pt x="7345847" y="773253"/>
                  </a:lnTo>
                  <a:lnTo>
                    <a:pt x="7346689" y="775881"/>
                  </a:lnTo>
                  <a:lnTo>
                    <a:pt x="7347530" y="778996"/>
                  </a:lnTo>
                  <a:lnTo>
                    <a:pt x="7348371" y="783607"/>
                  </a:lnTo>
                  <a:lnTo>
                    <a:pt x="7349212" y="789236"/>
                  </a:lnTo>
                  <a:lnTo>
                    <a:pt x="7350053" y="792289"/>
                  </a:lnTo>
                  <a:lnTo>
                    <a:pt x="7350895" y="796469"/>
                  </a:lnTo>
                  <a:lnTo>
                    <a:pt x="7351736" y="802082"/>
                  </a:lnTo>
                  <a:lnTo>
                    <a:pt x="7352577" y="808613"/>
                  </a:lnTo>
                  <a:lnTo>
                    <a:pt x="7353418" y="815968"/>
                  </a:lnTo>
                  <a:lnTo>
                    <a:pt x="7354259" y="823982"/>
                  </a:lnTo>
                  <a:lnTo>
                    <a:pt x="7355101" y="832469"/>
                  </a:lnTo>
                  <a:lnTo>
                    <a:pt x="7355942" y="841001"/>
                  </a:lnTo>
                  <a:lnTo>
                    <a:pt x="7356783" y="848441"/>
                  </a:lnTo>
                  <a:lnTo>
                    <a:pt x="7357624" y="856058"/>
                  </a:lnTo>
                  <a:lnTo>
                    <a:pt x="7358466" y="864043"/>
                  </a:lnTo>
                  <a:lnTo>
                    <a:pt x="7359307" y="872471"/>
                  </a:lnTo>
                  <a:lnTo>
                    <a:pt x="7360148" y="880883"/>
                  </a:lnTo>
                  <a:lnTo>
                    <a:pt x="7360989" y="890124"/>
                  </a:lnTo>
                  <a:lnTo>
                    <a:pt x="7361830" y="898902"/>
                  </a:lnTo>
                  <a:lnTo>
                    <a:pt x="7362672" y="907790"/>
                  </a:lnTo>
                  <a:lnTo>
                    <a:pt x="7363513" y="917554"/>
                  </a:lnTo>
                  <a:lnTo>
                    <a:pt x="7364354" y="932072"/>
                  </a:lnTo>
                  <a:lnTo>
                    <a:pt x="7365195" y="946049"/>
                  </a:lnTo>
                  <a:lnTo>
                    <a:pt x="7366036" y="959744"/>
                  </a:lnTo>
                  <a:lnTo>
                    <a:pt x="7366878" y="974030"/>
                  </a:lnTo>
                  <a:lnTo>
                    <a:pt x="7367719" y="988512"/>
                  </a:lnTo>
                  <a:lnTo>
                    <a:pt x="7368560" y="1003671"/>
                  </a:lnTo>
                  <a:lnTo>
                    <a:pt x="7369401" y="1020592"/>
                  </a:lnTo>
                  <a:lnTo>
                    <a:pt x="7370242" y="1038625"/>
                  </a:lnTo>
                  <a:lnTo>
                    <a:pt x="7371084" y="1056184"/>
                  </a:lnTo>
                  <a:lnTo>
                    <a:pt x="7371925" y="1072848"/>
                  </a:lnTo>
                  <a:lnTo>
                    <a:pt x="7372766" y="1088808"/>
                  </a:lnTo>
                  <a:lnTo>
                    <a:pt x="7373607" y="1103624"/>
                  </a:lnTo>
                  <a:lnTo>
                    <a:pt x="7374448" y="1118928"/>
                  </a:lnTo>
                  <a:lnTo>
                    <a:pt x="7375290" y="1132261"/>
                  </a:lnTo>
                  <a:lnTo>
                    <a:pt x="7376131" y="1144715"/>
                  </a:lnTo>
                  <a:lnTo>
                    <a:pt x="7376972" y="1157969"/>
                  </a:lnTo>
                  <a:lnTo>
                    <a:pt x="7377813" y="1171901"/>
                  </a:lnTo>
                  <a:lnTo>
                    <a:pt x="7378654" y="1187014"/>
                  </a:lnTo>
                  <a:lnTo>
                    <a:pt x="7379496" y="1202180"/>
                  </a:lnTo>
                  <a:lnTo>
                    <a:pt x="7380337" y="1213642"/>
                  </a:lnTo>
                  <a:lnTo>
                    <a:pt x="7381178" y="1224054"/>
                  </a:lnTo>
                  <a:lnTo>
                    <a:pt x="7382019" y="1233774"/>
                  </a:lnTo>
                  <a:lnTo>
                    <a:pt x="7382860" y="1242164"/>
                  </a:lnTo>
                  <a:lnTo>
                    <a:pt x="7383702" y="1248044"/>
                  </a:lnTo>
                  <a:lnTo>
                    <a:pt x="7384543" y="1253806"/>
                  </a:lnTo>
                  <a:lnTo>
                    <a:pt x="7385384" y="1260847"/>
                  </a:lnTo>
                  <a:lnTo>
                    <a:pt x="7386225" y="1268688"/>
                  </a:lnTo>
                  <a:lnTo>
                    <a:pt x="7387066" y="1277292"/>
                  </a:lnTo>
                  <a:lnTo>
                    <a:pt x="7387908" y="1286847"/>
                  </a:lnTo>
                  <a:lnTo>
                    <a:pt x="7388749" y="1296706"/>
                  </a:lnTo>
                  <a:lnTo>
                    <a:pt x="7389590" y="1306637"/>
                  </a:lnTo>
                  <a:lnTo>
                    <a:pt x="7390431" y="1316422"/>
                  </a:lnTo>
                  <a:lnTo>
                    <a:pt x="7391272" y="1325426"/>
                  </a:lnTo>
                  <a:lnTo>
                    <a:pt x="7392114" y="1333969"/>
                  </a:lnTo>
                  <a:lnTo>
                    <a:pt x="7392955" y="1341461"/>
                  </a:lnTo>
                  <a:lnTo>
                    <a:pt x="7393796" y="1349301"/>
                  </a:lnTo>
                  <a:lnTo>
                    <a:pt x="7394637" y="1358018"/>
                  </a:lnTo>
                  <a:lnTo>
                    <a:pt x="7395478" y="1370521"/>
                  </a:lnTo>
                  <a:lnTo>
                    <a:pt x="7396320" y="1379670"/>
                  </a:lnTo>
                  <a:lnTo>
                    <a:pt x="7397161" y="1389077"/>
                  </a:lnTo>
                  <a:lnTo>
                    <a:pt x="7398002" y="1398438"/>
                  </a:lnTo>
                  <a:lnTo>
                    <a:pt x="7398843" y="1407291"/>
                  </a:lnTo>
                  <a:lnTo>
                    <a:pt x="7399684" y="1415438"/>
                  </a:lnTo>
                  <a:lnTo>
                    <a:pt x="7400526" y="1422798"/>
                  </a:lnTo>
                  <a:lnTo>
                    <a:pt x="7401367" y="1429479"/>
                  </a:lnTo>
                  <a:lnTo>
                    <a:pt x="7402208" y="1435199"/>
                  </a:lnTo>
                  <a:lnTo>
                    <a:pt x="7403049" y="1441683"/>
                  </a:lnTo>
                  <a:lnTo>
                    <a:pt x="7403890" y="1449512"/>
                  </a:lnTo>
                  <a:lnTo>
                    <a:pt x="7404732" y="1457998"/>
                  </a:lnTo>
                  <a:lnTo>
                    <a:pt x="7405573" y="1466528"/>
                  </a:lnTo>
                  <a:lnTo>
                    <a:pt x="7406414" y="1474698"/>
                  </a:lnTo>
                  <a:lnTo>
                    <a:pt x="7407255" y="1480434"/>
                  </a:lnTo>
                  <a:lnTo>
                    <a:pt x="7408096" y="1486524"/>
                  </a:lnTo>
                  <a:lnTo>
                    <a:pt x="7408938" y="1493570"/>
                  </a:lnTo>
                  <a:lnTo>
                    <a:pt x="7409779" y="1500165"/>
                  </a:lnTo>
                  <a:lnTo>
                    <a:pt x="7410620" y="1506094"/>
                  </a:lnTo>
                  <a:lnTo>
                    <a:pt x="7411461" y="1511782"/>
                  </a:lnTo>
                  <a:lnTo>
                    <a:pt x="7412302" y="1517736"/>
                  </a:lnTo>
                  <a:lnTo>
                    <a:pt x="7413144" y="1523669"/>
                  </a:lnTo>
                  <a:lnTo>
                    <a:pt x="7413985" y="1528998"/>
                  </a:lnTo>
                  <a:lnTo>
                    <a:pt x="7414826" y="1533853"/>
                  </a:lnTo>
                  <a:lnTo>
                    <a:pt x="7415667" y="1538302"/>
                  </a:lnTo>
                  <a:lnTo>
                    <a:pt x="7416508" y="1541480"/>
                  </a:lnTo>
                  <a:lnTo>
                    <a:pt x="7417350" y="1544387"/>
                  </a:lnTo>
                  <a:lnTo>
                    <a:pt x="7418191" y="1547043"/>
                  </a:lnTo>
                  <a:lnTo>
                    <a:pt x="7419032" y="1548126"/>
                  </a:lnTo>
                  <a:lnTo>
                    <a:pt x="7419873" y="1549081"/>
                  </a:lnTo>
                  <a:lnTo>
                    <a:pt x="7420714" y="1550419"/>
                  </a:lnTo>
                  <a:lnTo>
                    <a:pt x="7421556" y="1551956"/>
                  </a:lnTo>
                  <a:lnTo>
                    <a:pt x="7422397" y="1553316"/>
                  </a:lnTo>
                  <a:lnTo>
                    <a:pt x="7423238" y="1556272"/>
                  </a:lnTo>
                  <a:lnTo>
                    <a:pt x="7424079" y="1559488"/>
                  </a:lnTo>
                  <a:lnTo>
                    <a:pt x="7424920" y="1562627"/>
                  </a:lnTo>
                  <a:lnTo>
                    <a:pt x="7425762" y="1565820"/>
                  </a:lnTo>
                  <a:lnTo>
                    <a:pt x="7426603" y="1569817"/>
                  </a:lnTo>
                  <a:lnTo>
                    <a:pt x="7427444" y="1574666"/>
                  </a:lnTo>
                  <a:lnTo>
                    <a:pt x="7428285" y="1577720"/>
                  </a:lnTo>
                  <a:lnTo>
                    <a:pt x="7429127" y="1580498"/>
                  </a:lnTo>
                  <a:lnTo>
                    <a:pt x="7429968" y="1582563"/>
                  </a:lnTo>
                  <a:lnTo>
                    <a:pt x="7430809" y="1584241"/>
                  </a:lnTo>
                  <a:lnTo>
                    <a:pt x="7431650" y="1585471"/>
                  </a:lnTo>
                  <a:lnTo>
                    <a:pt x="7432491" y="1587313"/>
                  </a:lnTo>
                  <a:lnTo>
                    <a:pt x="7433333" y="1588692"/>
                  </a:lnTo>
                  <a:lnTo>
                    <a:pt x="7434174" y="1590061"/>
                  </a:lnTo>
                  <a:lnTo>
                    <a:pt x="7435015" y="1591400"/>
                  </a:lnTo>
                  <a:lnTo>
                    <a:pt x="7435856" y="1592514"/>
                  </a:lnTo>
                  <a:lnTo>
                    <a:pt x="7436697" y="1593137"/>
                  </a:lnTo>
                  <a:lnTo>
                    <a:pt x="7437539" y="1593580"/>
                  </a:lnTo>
                  <a:lnTo>
                    <a:pt x="7438380" y="1594130"/>
                  </a:lnTo>
                  <a:lnTo>
                    <a:pt x="7439221" y="1594549"/>
                  </a:lnTo>
                  <a:lnTo>
                    <a:pt x="7440062" y="1593835"/>
                  </a:lnTo>
                  <a:lnTo>
                    <a:pt x="7440903" y="1592918"/>
                  </a:lnTo>
                  <a:lnTo>
                    <a:pt x="7441745" y="1591847"/>
                  </a:lnTo>
                  <a:lnTo>
                    <a:pt x="7442586" y="1590124"/>
                  </a:lnTo>
                  <a:lnTo>
                    <a:pt x="7443427" y="1588338"/>
                  </a:lnTo>
                  <a:lnTo>
                    <a:pt x="7444268" y="1586541"/>
                  </a:lnTo>
                  <a:lnTo>
                    <a:pt x="7445109" y="1584734"/>
                  </a:lnTo>
                  <a:lnTo>
                    <a:pt x="7445951" y="1582024"/>
                  </a:lnTo>
                  <a:lnTo>
                    <a:pt x="7446792" y="1579318"/>
                  </a:lnTo>
                  <a:lnTo>
                    <a:pt x="7447633" y="1575911"/>
                  </a:lnTo>
                  <a:lnTo>
                    <a:pt x="7448474" y="1572138"/>
                  </a:lnTo>
                  <a:lnTo>
                    <a:pt x="7449315" y="1570157"/>
                  </a:lnTo>
                  <a:lnTo>
                    <a:pt x="7450157" y="1569043"/>
                  </a:lnTo>
                  <a:lnTo>
                    <a:pt x="7450998" y="1566951"/>
                  </a:lnTo>
                  <a:lnTo>
                    <a:pt x="7451839" y="1564892"/>
                  </a:lnTo>
                  <a:lnTo>
                    <a:pt x="7452680" y="1563136"/>
                  </a:lnTo>
                  <a:lnTo>
                    <a:pt x="7453521" y="1561769"/>
                  </a:lnTo>
                  <a:lnTo>
                    <a:pt x="7454363" y="1560618"/>
                  </a:lnTo>
                  <a:lnTo>
                    <a:pt x="7455204" y="1559682"/>
                  </a:lnTo>
                  <a:lnTo>
                    <a:pt x="7456045" y="1559610"/>
                  </a:lnTo>
                  <a:lnTo>
                    <a:pt x="7456886" y="1559684"/>
                  </a:lnTo>
                  <a:lnTo>
                    <a:pt x="7457727" y="1558326"/>
                  </a:lnTo>
                  <a:lnTo>
                    <a:pt x="7458569" y="1557525"/>
                  </a:lnTo>
                  <a:lnTo>
                    <a:pt x="7459410" y="1557069"/>
                  </a:lnTo>
                  <a:lnTo>
                    <a:pt x="7460251" y="1553762"/>
                  </a:lnTo>
                  <a:lnTo>
                    <a:pt x="7461092" y="1550979"/>
                  </a:lnTo>
                  <a:lnTo>
                    <a:pt x="7461933" y="1546818"/>
                  </a:lnTo>
                  <a:lnTo>
                    <a:pt x="7462775" y="1542843"/>
                  </a:lnTo>
                  <a:lnTo>
                    <a:pt x="7463616" y="1539043"/>
                  </a:lnTo>
                  <a:lnTo>
                    <a:pt x="7464457" y="1537482"/>
                  </a:lnTo>
                  <a:lnTo>
                    <a:pt x="7465298" y="1536693"/>
                  </a:lnTo>
                  <a:lnTo>
                    <a:pt x="7466139" y="1536152"/>
                  </a:lnTo>
                  <a:lnTo>
                    <a:pt x="7466981" y="1537656"/>
                  </a:lnTo>
                  <a:lnTo>
                    <a:pt x="7467822" y="1539076"/>
                  </a:lnTo>
                  <a:lnTo>
                    <a:pt x="7468663" y="1539553"/>
                  </a:lnTo>
                  <a:lnTo>
                    <a:pt x="7469504" y="1540293"/>
                  </a:lnTo>
                  <a:lnTo>
                    <a:pt x="7470345" y="1541220"/>
                  </a:lnTo>
                  <a:lnTo>
                    <a:pt x="7471187" y="1542523"/>
                  </a:lnTo>
                  <a:lnTo>
                    <a:pt x="7472028" y="1544012"/>
                  </a:lnTo>
                  <a:lnTo>
                    <a:pt x="7472869" y="1544389"/>
                  </a:lnTo>
                  <a:lnTo>
                    <a:pt x="7473710" y="1545330"/>
                  </a:lnTo>
                  <a:lnTo>
                    <a:pt x="7474551" y="1546040"/>
                  </a:lnTo>
                  <a:lnTo>
                    <a:pt x="7475393" y="1548120"/>
                  </a:lnTo>
                  <a:lnTo>
                    <a:pt x="7476234" y="1549124"/>
                  </a:lnTo>
                  <a:lnTo>
                    <a:pt x="7477075" y="1550453"/>
                  </a:lnTo>
                  <a:lnTo>
                    <a:pt x="7477916" y="1551605"/>
                  </a:lnTo>
                  <a:lnTo>
                    <a:pt x="7478757" y="1552938"/>
                  </a:lnTo>
                  <a:lnTo>
                    <a:pt x="7479599" y="1554491"/>
                  </a:lnTo>
                  <a:lnTo>
                    <a:pt x="7480440" y="1555914"/>
                  </a:lnTo>
                  <a:lnTo>
                    <a:pt x="7481281" y="1557168"/>
                  </a:lnTo>
                  <a:lnTo>
                    <a:pt x="7482122" y="1559549"/>
                  </a:lnTo>
                  <a:lnTo>
                    <a:pt x="7482963" y="1562435"/>
                  </a:lnTo>
                  <a:lnTo>
                    <a:pt x="7483805" y="1566990"/>
                  </a:lnTo>
                  <a:lnTo>
                    <a:pt x="7484646" y="1571157"/>
                  </a:lnTo>
                  <a:lnTo>
                    <a:pt x="7485487" y="1577568"/>
                  </a:lnTo>
                  <a:lnTo>
                    <a:pt x="7486328" y="1583913"/>
                  </a:lnTo>
                  <a:lnTo>
                    <a:pt x="7487169" y="1590406"/>
                  </a:lnTo>
                  <a:lnTo>
                    <a:pt x="7488011" y="1596464"/>
                  </a:lnTo>
                  <a:lnTo>
                    <a:pt x="7488852" y="1602839"/>
                  </a:lnTo>
                  <a:lnTo>
                    <a:pt x="7489693" y="1605966"/>
                  </a:lnTo>
                  <a:lnTo>
                    <a:pt x="7490534" y="1609005"/>
                  </a:lnTo>
                  <a:lnTo>
                    <a:pt x="7491375" y="1610861"/>
                  </a:lnTo>
                  <a:lnTo>
                    <a:pt x="7492217" y="1611702"/>
                  </a:lnTo>
                  <a:lnTo>
                    <a:pt x="7493058" y="1611845"/>
                  </a:lnTo>
                  <a:lnTo>
                    <a:pt x="7493899" y="1612549"/>
                  </a:lnTo>
                  <a:lnTo>
                    <a:pt x="7494740" y="1613697"/>
                  </a:lnTo>
                  <a:lnTo>
                    <a:pt x="7495581" y="1611244"/>
                  </a:lnTo>
                  <a:lnTo>
                    <a:pt x="7496423" y="1606787"/>
                  </a:lnTo>
                  <a:lnTo>
                    <a:pt x="7497264" y="1602213"/>
                  </a:lnTo>
                  <a:lnTo>
                    <a:pt x="7498105" y="1598601"/>
                  </a:lnTo>
                  <a:lnTo>
                    <a:pt x="7498946" y="1594928"/>
                  </a:lnTo>
                  <a:lnTo>
                    <a:pt x="7499788" y="1591641"/>
                  </a:lnTo>
                  <a:lnTo>
                    <a:pt x="7500629" y="1588714"/>
                  </a:lnTo>
                  <a:lnTo>
                    <a:pt x="7501470" y="1583548"/>
                  </a:lnTo>
                  <a:lnTo>
                    <a:pt x="7502311" y="1579249"/>
                  </a:lnTo>
                  <a:lnTo>
                    <a:pt x="7503152" y="1573814"/>
                  </a:lnTo>
                  <a:lnTo>
                    <a:pt x="7503994" y="1567948"/>
                  </a:lnTo>
                  <a:lnTo>
                    <a:pt x="7504835" y="1563007"/>
                  </a:lnTo>
                  <a:lnTo>
                    <a:pt x="7505676" y="1558635"/>
                  </a:lnTo>
                  <a:lnTo>
                    <a:pt x="7506517" y="1553791"/>
                  </a:lnTo>
                  <a:lnTo>
                    <a:pt x="7507358" y="1548460"/>
                  </a:lnTo>
                  <a:lnTo>
                    <a:pt x="7508200" y="1544767"/>
                  </a:lnTo>
                  <a:lnTo>
                    <a:pt x="7509041" y="1541818"/>
                  </a:lnTo>
                  <a:lnTo>
                    <a:pt x="7509882" y="1539265"/>
                  </a:lnTo>
                  <a:lnTo>
                    <a:pt x="7510723" y="1539267"/>
                  </a:lnTo>
                  <a:lnTo>
                    <a:pt x="7511564" y="1540076"/>
                  </a:lnTo>
                  <a:lnTo>
                    <a:pt x="7512406" y="1543397"/>
                  </a:lnTo>
                  <a:lnTo>
                    <a:pt x="7513247" y="1546106"/>
                  </a:lnTo>
                  <a:lnTo>
                    <a:pt x="7514088" y="1548262"/>
                  </a:lnTo>
                  <a:lnTo>
                    <a:pt x="7514929" y="1551444"/>
                  </a:lnTo>
                  <a:lnTo>
                    <a:pt x="7515770" y="1554879"/>
                  </a:lnTo>
                  <a:lnTo>
                    <a:pt x="7516612" y="1558273"/>
                  </a:lnTo>
                  <a:lnTo>
                    <a:pt x="7517453" y="1561425"/>
                  </a:lnTo>
                  <a:lnTo>
                    <a:pt x="7518294" y="1564401"/>
                  </a:lnTo>
                  <a:lnTo>
                    <a:pt x="7519135" y="1566486"/>
                  </a:lnTo>
                  <a:lnTo>
                    <a:pt x="7519976" y="1567628"/>
                  </a:lnTo>
                  <a:lnTo>
                    <a:pt x="7520818" y="1568104"/>
                  </a:lnTo>
                  <a:lnTo>
                    <a:pt x="7521659" y="1567807"/>
                  </a:lnTo>
                  <a:lnTo>
                    <a:pt x="7522500" y="1566908"/>
                  </a:lnTo>
                  <a:lnTo>
                    <a:pt x="7523341" y="1565887"/>
                  </a:lnTo>
                  <a:lnTo>
                    <a:pt x="7524182" y="1564554"/>
                  </a:lnTo>
                  <a:lnTo>
                    <a:pt x="7525024" y="1563611"/>
                  </a:lnTo>
                  <a:lnTo>
                    <a:pt x="7525865" y="1562825"/>
                  </a:lnTo>
                  <a:lnTo>
                    <a:pt x="7526706" y="1562045"/>
                  </a:lnTo>
                  <a:lnTo>
                    <a:pt x="7527547" y="1560497"/>
                  </a:lnTo>
                  <a:lnTo>
                    <a:pt x="7528388" y="1559642"/>
                  </a:lnTo>
                  <a:lnTo>
                    <a:pt x="7529230" y="1557701"/>
                  </a:lnTo>
                  <a:lnTo>
                    <a:pt x="7530071" y="1555851"/>
                  </a:lnTo>
                  <a:lnTo>
                    <a:pt x="7530912" y="1553989"/>
                  </a:lnTo>
                  <a:lnTo>
                    <a:pt x="7531753" y="1551636"/>
                  </a:lnTo>
                  <a:lnTo>
                    <a:pt x="7532594" y="1549321"/>
                  </a:lnTo>
                  <a:lnTo>
                    <a:pt x="7533436" y="1546752"/>
                  </a:lnTo>
                  <a:lnTo>
                    <a:pt x="7534277" y="1544041"/>
                  </a:lnTo>
                  <a:lnTo>
                    <a:pt x="7535118" y="1540406"/>
                  </a:lnTo>
                  <a:lnTo>
                    <a:pt x="7535959" y="1536917"/>
                  </a:lnTo>
                  <a:lnTo>
                    <a:pt x="7536800" y="1532779"/>
                  </a:lnTo>
                  <a:lnTo>
                    <a:pt x="7537642" y="1527627"/>
                  </a:lnTo>
                  <a:lnTo>
                    <a:pt x="7538483" y="1521876"/>
                  </a:lnTo>
                  <a:lnTo>
                    <a:pt x="7539324" y="1515712"/>
                  </a:lnTo>
                  <a:lnTo>
                    <a:pt x="7540165" y="1510298"/>
                  </a:lnTo>
                  <a:lnTo>
                    <a:pt x="7541006" y="1504606"/>
                  </a:lnTo>
                  <a:lnTo>
                    <a:pt x="7541848" y="1499473"/>
                  </a:lnTo>
                  <a:lnTo>
                    <a:pt x="7542689" y="1493301"/>
                  </a:lnTo>
                  <a:lnTo>
                    <a:pt x="7543530" y="1487581"/>
                  </a:lnTo>
                  <a:lnTo>
                    <a:pt x="7544371" y="1482016"/>
                  </a:lnTo>
                  <a:lnTo>
                    <a:pt x="7545212" y="1477095"/>
                  </a:lnTo>
                  <a:lnTo>
                    <a:pt x="7546054" y="1471839"/>
                  </a:lnTo>
                  <a:lnTo>
                    <a:pt x="7546895" y="1466759"/>
                  </a:lnTo>
                  <a:lnTo>
                    <a:pt x="7547736" y="1462618"/>
                  </a:lnTo>
                  <a:lnTo>
                    <a:pt x="7548577" y="1458561"/>
                  </a:lnTo>
                  <a:lnTo>
                    <a:pt x="7549418" y="1454716"/>
                  </a:lnTo>
                  <a:lnTo>
                    <a:pt x="7550260" y="1451568"/>
                  </a:lnTo>
                  <a:lnTo>
                    <a:pt x="7551101" y="1447756"/>
                  </a:lnTo>
                  <a:lnTo>
                    <a:pt x="7551942" y="1444626"/>
                  </a:lnTo>
                  <a:lnTo>
                    <a:pt x="7552783" y="1440161"/>
                  </a:lnTo>
                  <a:lnTo>
                    <a:pt x="7553624" y="1435011"/>
                  </a:lnTo>
                  <a:lnTo>
                    <a:pt x="7554466" y="1427289"/>
                  </a:lnTo>
                  <a:lnTo>
                    <a:pt x="7555307" y="1419481"/>
                  </a:lnTo>
                  <a:lnTo>
                    <a:pt x="7556148" y="1411325"/>
                  </a:lnTo>
                  <a:lnTo>
                    <a:pt x="7556989" y="1405836"/>
                  </a:lnTo>
                  <a:lnTo>
                    <a:pt x="7557830" y="1400160"/>
                  </a:lnTo>
                  <a:lnTo>
                    <a:pt x="7558672" y="1396305"/>
                  </a:lnTo>
                  <a:lnTo>
                    <a:pt x="7559513" y="1392433"/>
                  </a:lnTo>
                  <a:lnTo>
                    <a:pt x="7560354" y="1389141"/>
                  </a:lnTo>
                  <a:lnTo>
                    <a:pt x="7561195" y="1385957"/>
                  </a:lnTo>
                  <a:lnTo>
                    <a:pt x="7562036" y="1382131"/>
                  </a:lnTo>
                  <a:lnTo>
                    <a:pt x="7562878" y="1379182"/>
                  </a:lnTo>
                  <a:lnTo>
                    <a:pt x="7563719" y="1376362"/>
                  </a:lnTo>
                  <a:lnTo>
                    <a:pt x="7564560" y="1373391"/>
                  </a:lnTo>
                  <a:lnTo>
                    <a:pt x="7565401" y="1370845"/>
                  </a:lnTo>
                  <a:lnTo>
                    <a:pt x="7566242" y="1368372"/>
                  </a:lnTo>
                  <a:lnTo>
                    <a:pt x="7567084" y="1365723"/>
                  </a:lnTo>
                  <a:lnTo>
                    <a:pt x="7567925" y="1363754"/>
                  </a:lnTo>
                  <a:lnTo>
                    <a:pt x="7568766" y="1362411"/>
                  </a:lnTo>
                  <a:lnTo>
                    <a:pt x="7569607" y="1361803"/>
                  </a:lnTo>
                  <a:lnTo>
                    <a:pt x="7570449" y="1361522"/>
                  </a:lnTo>
                  <a:lnTo>
                    <a:pt x="7571290" y="1361486"/>
                  </a:lnTo>
                  <a:lnTo>
                    <a:pt x="7572131" y="1361012"/>
                  </a:lnTo>
                  <a:lnTo>
                    <a:pt x="7572972" y="1360132"/>
                  </a:lnTo>
                  <a:lnTo>
                    <a:pt x="7573813" y="1359474"/>
                  </a:lnTo>
                  <a:lnTo>
                    <a:pt x="7574655" y="1358931"/>
                  </a:lnTo>
                  <a:lnTo>
                    <a:pt x="7575496" y="1358715"/>
                  </a:lnTo>
                  <a:lnTo>
                    <a:pt x="7576337" y="1357930"/>
                  </a:lnTo>
                  <a:lnTo>
                    <a:pt x="7577178" y="1357421"/>
                  </a:lnTo>
                  <a:lnTo>
                    <a:pt x="7578019" y="1356949"/>
                  </a:lnTo>
                  <a:lnTo>
                    <a:pt x="7578861" y="1356616"/>
                  </a:lnTo>
                  <a:lnTo>
                    <a:pt x="7579702" y="1356501"/>
                  </a:lnTo>
                  <a:lnTo>
                    <a:pt x="7580543" y="1356169"/>
                  </a:lnTo>
                  <a:lnTo>
                    <a:pt x="7581384" y="1355787"/>
                  </a:lnTo>
                  <a:lnTo>
                    <a:pt x="7582225" y="1355213"/>
                  </a:lnTo>
                  <a:lnTo>
                    <a:pt x="7583067" y="1354306"/>
                  </a:lnTo>
                  <a:lnTo>
                    <a:pt x="7583908" y="1353569"/>
                  </a:lnTo>
                  <a:lnTo>
                    <a:pt x="7584749" y="1352850"/>
                  </a:lnTo>
                  <a:lnTo>
                    <a:pt x="7585590" y="1351432"/>
                  </a:lnTo>
                  <a:lnTo>
                    <a:pt x="7586431" y="1350557"/>
                  </a:lnTo>
                  <a:lnTo>
                    <a:pt x="7587273" y="1349506"/>
                  </a:lnTo>
                  <a:lnTo>
                    <a:pt x="7588114" y="1348770"/>
                  </a:lnTo>
                  <a:lnTo>
                    <a:pt x="7588955" y="1348032"/>
                  </a:lnTo>
                  <a:lnTo>
                    <a:pt x="7589796" y="1347427"/>
                  </a:lnTo>
                  <a:lnTo>
                    <a:pt x="7590637" y="1346450"/>
                  </a:lnTo>
                  <a:lnTo>
                    <a:pt x="7591479" y="1345956"/>
                  </a:lnTo>
                  <a:lnTo>
                    <a:pt x="7592320" y="1346315"/>
                  </a:lnTo>
                  <a:lnTo>
                    <a:pt x="7593161" y="1346733"/>
                  </a:lnTo>
                  <a:lnTo>
                    <a:pt x="7594002" y="1346403"/>
                  </a:lnTo>
                  <a:lnTo>
                    <a:pt x="7594843" y="1345249"/>
                  </a:lnTo>
                  <a:lnTo>
                    <a:pt x="7595685" y="1343523"/>
                  </a:lnTo>
                  <a:lnTo>
                    <a:pt x="7596526" y="1341660"/>
                  </a:lnTo>
                  <a:lnTo>
                    <a:pt x="7597367" y="1338880"/>
                  </a:lnTo>
                  <a:lnTo>
                    <a:pt x="7598208" y="1335490"/>
                  </a:lnTo>
                  <a:lnTo>
                    <a:pt x="7599049" y="1331811"/>
                  </a:lnTo>
                  <a:lnTo>
                    <a:pt x="7599891" y="1327178"/>
                  </a:lnTo>
                  <a:lnTo>
                    <a:pt x="7600732" y="1321508"/>
                  </a:lnTo>
                  <a:lnTo>
                    <a:pt x="7601573" y="1315099"/>
                  </a:lnTo>
                  <a:lnTo>
                    <a:pt x="7602414" y="1308525"/>
                  </a:lnTo>
                  <a:lnTo>
                    <a:pt x="7603255" y="1301344"/>
                  </a:lnTo>
                  <a:lnTo>
                    <a:pt x="7604097" y="1288991"/>
                  </a:lnTo>
                  <a:lnTo>
                    <a:pt x="7604938" y="1280156"/>
                  </a:lnTo>
                  <a:lnTo>
                    <a:pt x="7605779" y="1271867"/>
                  </a:lnTo>
                  <a:lnTo>
                    <a:pt x="7606620" y="1263651"/>
                  </a:lnTo>
                  <a:lnTo>
                    <a:pt x="7607461" y="1257885"/>
                  </a:lnTo>
                  <a:lnTo>
                    <a:pt x="7608303" y="1252915"/>
                  </a:lnTo>
                  <a:lnTo>
                    <a:pt x="7609144" y="1247711"/>
                  </a:lnTo>
                  <a:lnTo>
                    <a:pt x="7609985" y="1242188"/>
                  </a:lnTo>
                  <a:lnTo>
                    <a:pt x="7610826" y="1236481"/>
                  </a:lnTo>
                  <a:lnTo>
                    <a:pt x="7611667" y="1231000"/>
                  </a:lnTo>
                  <a:lnTo>
                    <a:pt x="7612509" y="1225616"/>
                  </a:lnTo>
                  <a:lnTo>
                    <a:pt x="7613350" y="1220831"/>
                  </a:lnTo>
                  <a:lnTo>
                    <a:pt x="7614191" y="1216215"/>
                  </a:lnTo>
                  <a:lnTo>
                    <a:pt x="7615032" y="1211821"/>
                  </a:lnTo>
                  <a:lnTo>
                    <a:pt x="7615873" y="1207689"/>
                  </a:lnTo>
                  <a:lnTo>
                    <a:pt x="7616715" y="1203745"/>
                  </a:lnTo>
                  <a:lnTo>
                    <a:pt x="7617556" y="1200208"/>
                  </a:lnTo>
                  <a:lnTo>
                    <a:pt x="7618397" y="1196063"/>
                  </a:lnTo>
                  <a:lnTo>
                    <a:pt x="7619238" y="1190239"/>
                  </a:lnTo>
                  <a:lnTo>
                    <a:pt x="7620079" y="1184263"/>
                  </a:lnTo>
                  <a:lnTo>
                    <a:pt x="7620921" y="1178528"/>
                  </a:lnTo>
                  <a:lnTo>
                    <a:pt x="7621762" y="1169922"/>
                  </a:lnTo>
                  <a:lnTo>
                    <a:pt x="7622603" y="1162847"/>
                  </a:lnTo>
                  <a:lnTo>
                    <a:pt x="7623444" y="1157302"/>
                  </a:lnTo>
                  <a:lnTo>
                    <a:pt x="7624285" y="1152133"/>
                  </a:lnTo>
                  <a:lnTo>
                    <a:pt x="7625127" y="1148436"/>
                  </a:lnTo>
                  <a:lnTo>
                    <a:pt x="7625968" y="1145476"/>
                  </a:lnTo>
                  <a:lnTo>
                    <a:pt x="7626809" y="1143939"/>
                  </a:lnTo>
                  <a:lnTo>
                    <a:pt x="7627650" y="1143725"/>
                  </a:lnTo>
                  <a:lnTo>
                    <a:pt x="7628491" y="1145657"/>
                  </a:lnTo>
                  <a:lnTo>
                    <a:pt x="7629333" y="1148258"/>
                  </a:lnTo>
                  <a:lnTo>
                    <a:pt x="7630174" y="1152551"/>
                  </a:lnTo>
                  <a:lnTo>
                    <a:pt x="7631015" y="1156867"/>
                  </a:lnTo>
                  <a:lnTo>
                    <a:pt x="7631856" y="1161323"/>
                  </a:lnTo>
                  <a:lnTo>
                    <a:pt x="7632697" y="1164072"/>
                  </a:lnTo>
                  <a:lnTo>
                    <a:pt x="7633539" y="1166483"/>
                  </a:lnTo>
                  <a:lnTo>
                    <a:pt x="7634380" y="1168189"/>
                  </a:lnTo>
                  <a:lnTo>
                    <a:pt x="7635221" y="1166721"/>
                  </a:lnTo>
                  <a:lnTo>
                    <a:pt x="7636062" y="1164896"/>
                  </a:lnTo>
                  <a:lnTo>
                    <a:pt x="7636903" y="1162432"/>
                  </a:lnTo>
                  <a:lnTo>
                    <a:pt x="7637745" y="1159061"/>
                  </a:lnTo>
                  <a:lnTo>
                    <a:pt x="7638586" y="1154919"/>
                  </a:lnTo>
                  <a:lnTo>
                    <a:pt x="7639427" y="1150732"/>
                  </a:lnTo>
                  <a:lnTo>
                    <a:pt x="7640268" y="1146812"/>
                  </a:lnTo>
                  <a:lnTo>
                    <a:pt x="7641110" y="1146062"/>
                  </a:lnTo>
                  <a:lnTo>
                    <a:pt x="7641951" y="1144743"/>
                  </a:lnTo>
                  <a:lnTo>
                    <a:pt x="7642792" y="1143290"/>
                  </a:lnTo>
                  <a:lnTo>
                    <a:pt x="7643633" y="1141524"/>
                  </a:lnTo>
                  <a:lnTo>
                    <a:pt x="7644474" y="1140334"/>
                  </a:lnTo>
                  <a:lnTo>
                    <a:pt x="7645316" y="1137944"/>
                  </a:lnTo>
                  <a:lnTo>
                    <a:pt x="7646157" y="1134969"/>
                  </a:lnTo>
                  <a:lnTo>
                    <a:pt x="7646998" y="1132002"/>
                  </a:lnTo>
                  <a:lnTo>
                    <a:pt x="7647839" y="1129734"/>
                  </a:lnTo>
                  <a:lnTo>
                    <a:pt x="7648680" y="1127669"/>
                  </a:lnTo>
                  <a:lnTo>
                    <a:pt x="7649522" y="1127735"/>
                  </a:lnTo>
                  <a:lnTo>
                    <a:pt x="7650363" y="1127971"/>
                  </a:lnTo>
                  <a:lnTo>
                    <a:pt x="7651204" y="1127083"/>
                  </a:lnTo>
                  <a:lnTo>
                    <a:pt x="7652045" y="1125155"/>
                  </a:lnTo>
                  <a:lnTo>
                    <a:pt x="7652886" y="1124298"/>
                  </a:lnTo>
                  <a:lnTo>
                    <a:pt x="7653728" y="1123181"/>
                  </a:lnTo>
                  <a:lnTo>
                    <a:pt x="7654569" y="1122146"/>
                  </a:lnTo>
                  <a:lnTo>
                    <a:pt x="7655410" y="1119778"/>
                  </a:lnTo>
                  <a:lnTo>
                    <a:pt x="7656251" y="1117841"/>
                  </a:lnTo>
                  <a:lnTo>
                    <a:pt x="7657092" y="1116019"/>
                  </a:lnTo>
                  <a:lnTo>
                    <a:pt x="7657934" y="1114994"/>
                  </a:lnTo>
                  <a:lnTo>
                    <a:pt x="7658775" y="1113644"/>
                  </a:lnTo>
                  <a:lnTo>
                    <a:pt x="7659616" y="1112631"/>
                  </a:lnTo>
                  <a:lnTo>
                    <a:pt x="7660457" y="1111565"/>
                  </a:lnTo>
                  <a:lnTo>
                    <a:pt x="7661298" y="1110995"/>
                  </a:lnTo>
                  <a:lnTo>
                    <a:pt x="7662140" y="1110293"/>
                  </a:lnTo>
                  <a:lnTo>
                    <a:pt x="7662981" y="1110039"/>
                  </a:lnTo>
                  <a:lnTo>
                    <a:pt x="7663822" y="1110301"/>
                  </a:lnTo>
                  <a:lnTo>
                    <a:pt x="7664663" y="1112706"/>
                  </a:lnTo>
                  <a:lnTo>
                    <a:pt x="7665504" y="1115281"/>
                  </a:lnTo>
                  <a:lnTo>
                    <a:pt x="7666346" y="1113922"/>
                  </a:lnTo>
                  <a:lnTo>
                    <a:pt x="7667187" y="1112443"/>
                  </a:lnTo>
                  <a:lnTo>
                    <a:pt x="7668028" y="1110565"/>
                  </a:lnTo>
                  <a:lnTo>
                    <a:pt x="7668869" y="1107936"/>
                  </a:lnTo>
                  <a:lnTo>
                    <a:pt x="7669710" y="1107466"/>
                  </a:lnTo>
                  <a:lnTo>
                    <a:pt x="7670552" y="1105626"/>
                  </a:lnTo>
                  <a:lnTo>
                    <a:pt x="7671393" y="1105042"/>
                  </a:lnTo>
                  <a:lnTo>
                    <a:pt x="7672234" y="1105258"/>
                  </a:lnTo>
                  <a:lnTo>
                    <a:pt x="7673075" y="1105734"/>
                  </a:lnTo>
                  <a:lnTo>
                    <a:pt x="7673916" y="1105831"/>
                  </a:lnTo>
                  <a:lnTo>
                    <a:pt x="7674758" y="1106804"/>
                  </a:lnTo>
                  <a:lnTo>
                    <a:pt x="7675599" y="1108355"/>
                  </a:lnTo>
                  <a:lnTo>
                    <a:pt x="7676440" y="1109895"/>
                  </a:lnTo>
                  <a:lnTo>
                    <a:pt x="7677281" y="1112041"/>
                  </a:lnTo>
                  <a:lnTo>
                    <a:pt x="7678122" y="1112851"/>
                  </a:lnTo>
                  <a:lnTo>
                    <a:pt x="7678964" y="1109306"/>
                  </a:lnTo>
                  <a:lnTo>
                    <a:pt x="7679805" y="1104933"/>
                  </a:lnTo>
                  <a:lnTo>
                    <a:pt x="7680646" y="1100168"/>
                  </a:lnTo>
                  <a:lnTo>
                    <a:pt x="7681487" y="1095583"/>
                  </a:lnTo>
                  <a:lnTo>
                    <a:pt x="7682328" y="1091779"/>
                  </a:lnTo>
                  <a:lnTo>
                    <a:pt x="7683170" y="1088164"/>
                  </a:lnTo>
                  <a:lnTo>
                    <a:pt x="7684011" y="1084934"/>
                  </a:lnTo>
                  <a:lnTo>
                    <a:pt x="7684852" y="1081783"/>
                  </a:lnTo>
                  <a:lnTo>
                    <a:pt x="7685693" y="1077955"/>
                  </a:lnTo>
                  <a:lnTo>
                    <a:pt x="7686534" y="1074113"/>
                  </a:lnTo>
                  <a:lnTo>
                    <a:pt x="7687376" y="1070600"/>
                  </a:lnTo>
                  <a:lnTo>
                    <a:pt x="7688217" y="1067453"/>
                  </a:lnTo>
                  <a:lnTo>
                    <a:pt x="7689058" y="1064584"/>
                  </a:lnTo>
                  <a:lnTo>
                    <a:pt x="7689899" y="1061364"/>
                  </a:lnTo>
                  <a:lnTo>
                    <a:pt x="7690740" y="1058966"/>
                  </a:lnTo>
                  <a:lnTo>
                    <a:pt x="7691582" y="1058789"/>
                  </a:lnTo>
                  <a:lnTo>
                    <a:pt x="7692423" y="1059300"/>
                  </a:lnTo>
                  <a:lnTo>
                    <a:pt x="7693264" y="1060170"/>
                  </a:lnTo>
                  <a:lnTo>
                    <a:pt x="7694105" y="1060405"/>
                  </a:lnTo>
                  <a:lnTo>
                    <a:pt x="7694946" y="1060549"/>
                  </a:lnTo>
                  <a:lnTo>
                    <a:pt x="7695788" y="1060895"/>
                  </a:lnTo>
                  <a:lnTo>
                    <a:pt x="7696629" y="1060411"/>
                  </a:lnTo>
                  <a:lnTo>
                    <a:pt x="7697470" y="1059844"/>
                  </a:lnTo>
                  <a:lnTo>
                    <a:pt x="7698311" y="1059874"/>
                  </a:lnTo>
                  <a:lnTo>
                    <a:pt x="7699152" y="1060058"/>
                  </a:lnTo>
                  <a:lnTo>
                    <a:pt x="7699994" y="1060331"/>
                  </a:lnTo>
                  <a:lnTo>
                    <a:pt x="7700835" y="1060100"/>
                  </a:lnTo>
                  <a:lnTo>
                    <a:pt x="7701676" y="1060152"/>
                  </a:lnTo>
                  <a:lnTo>
                    <a:pt x="7702517" y="1060688"/>
                  </a:lnTo>
                  <a:lnTo>
                    <a:pt x="7703358" y="1061606"/>
                  </a:lnTo>
                  <a:lnTo>
                    <a:pt x="7704200" y="1062699"/>
                  </a:lnTo>
                  <a:lnTo>
                    <a:pt x="7705041" y="1064700"/>
                  </a:lnTo>
                  <a:lnTo>
                    <a:pt x="7705882" y="1067145"/>
                  </a:lnTo>
                  <a:lnTo>
                    <a:pt x="7706723" y="1068802"/>
                  </a:lnTo>
                  <a:lnTo>
                    <a:pt x="7707564" y="1071081"/>
                  </a:lnTo>
                  <a:lnTo>
                    <a:pt x="7708406" y="1073437"/>
                  </a:lnTo>
                  <a:lnTo>
                    <a:pt x="7709247" y="1076150"/>
                  </a:lnTo>
                  <a:lnTo>
                    <a:pt x="7710088" y="1078598"/>
                  </a:lnTo>
                  <a:lnTo>
                    <a:pt x="7710929" y="1081270"/>
                  </a:lnTo>
                  <a:lnTo>
                    <a:pt x="7711771" y="1084292"/>
                  </a:lnTo>
                  <a:lnTo>
                    <a:pt x="7712612" y="1087422"/>
                  </a:lnTo>
                  <a:lnTo>
                    <a:pt x="7713453" y="1090492"/>
                  </a:lnTo>
                  <a:lnTo>
                    <a:pt x="7714294" y="1093954"/>
                  </a:lnTo>
                  <a:lnTo>
                    <a:pt x="7715135" y="1097275"/>
                  </a:lnTo>
                  <a:lnTo>
                    <a:pt x="7715977" y="1100714"/>
                  </a:lnTo>
                  <a:lnTo>
                    <a:pt x="7716818" y="1104049"/>
                  </a:lnTo>
                  <a:lnTo>
                    <a:pt x="7717659" y="1107376"/>
                  </a:lnTo>
                  <a:lnTo>
                    <a:pt x="7718500" y="1110723"/>
                  </a:lnTo>
                  <a:lnTo>
                    <a:pt x="7719341" y="1114760"/>
                  </a:lnTo>
                  <a:lnTo>
                    <a:pt x="7720183" y="1118354"/>
                  </a:lnTo>
                  <a:lnTo>
                    <a:pt x="7721024" y="1123276"/>
                  </a:lnTo>
                  <a:lnTo>
                    <a:pt x="7721865" y="1129092"/>
                  </a:lnTo>
                  <a:lnTo>
                    <a:pt x="7722706" y="1137689"/>
                  </a:lnTo>
                  <a:lnTo>
                    <a:pt x="7723547" y="1146556"/>
                  </a:lnTo>
                  <a:lnTo>
                    <a:pt x="7724389" y="1155835"/>
                  </a:lnTo>
                  <a:lnTo>
                    <a:pt x="7725230" y="1162811"/>
                  </a:lnTo>
                  <a:lnTo>
                    <a:pt x="7726071" y="1169348"/>
                  </a:lnTo>
                  <a:lnTo>
                    <a:pt x="7726912" y="1174213"/>
                  </a:lnTo>
                  <a:lnTo>
                    <a:pt x="7727753" y="1179769"/>
                  </a:lnTo>
                  <a:lnTo>
                    <a:pt x="7728595" y="1184888"/>
                  </a:lnTo>
                  <a:lnTo>
                    <a:pt x="7729436" y="1190064"/>
                  </a:lnTo>
                  <a:lnTo>
                    <a:pt x="7730277" y="1195676"/>
                  </a:lnTo>
                  <a:lnTo>
                    <a:pt x="7731118" y="1199317"/>
                  </a:lnTo>
                  <a:lnTo>
                    <a:pt x="7731959" y="1202176"/>
                  </a:lnTo>
                  <a:lnTo>
                    <a:pt x="7732801" y="1205021"/>
                  </a:lnTo>
                  <a:lnTo>
                    <a:pt x="7733642" y="1207695"/>
                  </a:lnTo>
                  <a:lnTo>
                    <a:pt x="7734483" y="1210299"/>
                  </a:lnTo>
                  <a:lnTo>
                    <a:pt x="7735324" y="1213348"/>
                  </a:lnTo>
                  <a:lnTo>
                    <a:pt x="7736165" y="1215179"/>
                  </a:lnTo>
                  <a:lnTo>
                    <a:pt x="7737007" y="1216982"/>
                  </a:lnTo>
                  <a:lnTo>
                    <a:pt x="7737848" y="1217571"/>
                  </a:lnTo>
                  <a:lnTo>
                    <a:pt x="7738689" y="1218543"/>
                  </a:lnTo>
                  <a:lnTo>
                    <a:pt x="7739530" y="1219440"/>
                  </a:lnTo>
                  <a:lnTo>
                    <a:pt x="7740371" y="1219949"/>
                  </a:lnTo>
                  <a:lnTo>
                    <a:pt x="7741213" y="1220204"/>
                  </a:lnTo>
                  <a:lnTo>
                    <a:pt x="7742054" y="1219871"/>
                  </a:lnTo>
                  <a:lnTo>
                    <a:pt x="7742895" y="1219013"/>
                  </a:lnTo>
                  <a:lnTo>
                    <a:pt x="7743736" y="1217980"/>
                  </a:lnTo>
                  <a:lnTo>
                    <a:pt x="7744577" y="1216988"/>
                  </a:lnTo>
                  <a:lnTo>
                    <a:pt x="7745419" y="1216128"/>
                  </a:lnTo>
                  <a:lnTo>
                    <a:pt x="7746260" y="1214695"/>
                  </a:lnTo>
                  <a:lnTo>
                    <a:pt x="7747101" y="1213022"/>
                  </a:lnTo>
                  <a:lnTo>
                    <a:pt x="7747942" y="1210899"/>
                  </a:lnTo>
                  <a:lnTo>
                    <a:pt x="7748783" y="1208442"/>
                  </a:lnTo>
                  <a:lnTo>
                    <a:pt x="7749625" y="1205571"/>
                  </a:lnTo>
                  <a:lnTo>
                    <a:pt x="7750466" y="1203775"/>
                  </a:lnTo>
                  <a:lnTo>
                    <a:pt x="7751307" y="1202341"/>
                  </a:lnTo>
                  <a:lnTo>
                    <a:pt x="7752148" y="1200225"/>
                  </a:lnTo>
                  <a:lnTo>
                    <a:pt x="7752989" y="1198244"/>
                  </a:lnTo>
                  <a:lnTo>
                    <a:pt x="7753831" y="1197249"/>
                  </a:lnTo>
                  <a:lnTo>
                    <a:pt x="7754672" y="1195837"/>
                  </a:lnTo>
                  <a:lnTo>
                    <a:pt x="7755513" y="1193909"/>
                  </a:lnTo>
                  <a:lnTo>
                    <a:pt x="7756354" y="1191700"/>
                  </a:lnTo>
                  <a:lnTo>
                    <a:pt x="7757195" y="1189339"/>
                  </a:lnTo>
                  <a:lnTo>
                    <a:pt x="7758037" y="1186882"/>
                  </a:lnTo>
                  <a:lnTo>
                    <a:pt x="7758878" y="1183839"/>
                  </a:lnTo>
                  <a:lnTo>
                    <a:pt x="7759719" y="1180168"/>
                  </a:lnTo>
                  <a:lnTo>
                    <a:pt x="7760560" y="1176005"/>
                  </a:lnTo>
                  <a:lnTo>
                    <a:pt x="7761401" y="1172948"/>
                  </a:lnTo>
                  <a:lnTo>
                    <a:pt x="7762243" y="1169508"/>
                  </a:lnTo>
                  <a:lnTo>
                    <a:pt x="7763084" y="1166767"/>
                  </a:lnTo>
                  <a:lnTo>
                    <a:pt x="7763925" y="1161472"/>
                  </a:lnTo>
                  <a:lnTo>
                    <a:pt x="7764766" y="1157394"/>
                  </a:lnTo>
                  <a:lnTo>
                    <a:pt x="7765607" y="1153545"/>
                  </a:lnTo>
                  <a:lnTo>
                    <a:pt x="7766449" y="1146854"/>
                  </a:lnTo>
                  <a:lnTo>
                    <a:pt x="7767290" y="1140733"/>
                  </a:lnTo>
                  <a:lnTo>
                    <a:pt x="7768131" y="1136030"/>
                  </a:lnTo>
                  <a:lnTo>
                    <a:pt x="7768972" y="1131790"/>
                  </a:lnTo>
                  <a:lnTo>
                    <a:pt x="7769813" y="1128529"/>
                  </a:lnTo>
                  <a:lnTo>
                    <a:pt x="7770655" y="1126022"/>
                  </a:lnTo>
                  <a:lnTo>
                    <a:pt x="7771496" y="1124723"/>
                  </a:lnTo>
                  <a:lnTo>
                    <a:pt x="7772337" y="1128582"/>
                  </a:lnTo>
                  <a:lnTo>
                    <a:pt x="7773178" y="1131700"/>
                  </a:lnTo>
                  <a:lnTo>
                    <a:pt x="7774019" y="1133542"/>
                  </a:lnTo>
                  <a:lnTo>
                    <a:pt x="7774861" y="1134860"/>
                  </a:lnTo>
                  <a:lnTo>
                    <a:pt x="7775702" y="1133641"/>
                  </a:lnTo>
                  <a:lnTo>
                    <a:pt x="7776543" y="1132192"/>
                  </a:lnTo>
                  <a:lnTo>
                    <a:pt x="7777384" y="1131419"/>
                  </a:lnTo>
                  <a:lnTo>
                    <a:pt x="7778225" y="1131774"/>
                  </a:lnTo>
                  <a:lnTo>
                    <a:pt x="7779067" y="1133204"/>
                  </a:lnTo>
                  <a:lnTo>
                    <a:pt x="7779908" y="1135137"/>
                  </a:lnTo>
                  <a:lnTo>
                    <a:pt x="7780749" y="1137042"/>
                  </a:lnTo>
                  <a:lnTo>
                    <a:pt x="7781590" y="1139066"/>
                  </a:lnTo>
                  <a:lnTo>
                    <a:pt x="7782431" y="1141531"/>
                  </a:lnTo>
                  <a:lnTo>
                    <a:pt x="7783273" y="1143687"/>
                  </a:lnTo>
                  <a:lnTo>
                    <a:pt x="7784114" y="1145095"/>
                  </a:lnTo>
                  <a:lnTo>
                    <a:pt x="7784955" y="1146017"/>
                  </a:lnTo>
                  <a:lnTo>
                    <a:pt x="7785796" y="1146421"/>
                  </a:lnTo>
                  <a:lnTo>
                    <a:pt x="7786638" y="1147775"/>
                  </a:lnTo>
                  <a:lnTo>
                    <a:pt x="7787479" y="1152352"/>
                  </a:lnTo>
                  <a:lnTo>
                    <a:pt x="7788320" y="1157000"/>
                  </a:lnTo>
                  <a:lnTo>
                    <a:pt x="7789161" y="1161009"/>
                  </a:lnTo>
                  <a:lnTo>
                    <a:pt x="7790002" y="1166777"/>
                  </a:lnTo>
                  <a:lnTo>
                    <a:pt x="7790844" y="1172524"/>
                  </a:lnTo>
                  <a:lnTo>
                    <a:pt x="7791685" y="1176431"/>
                  </a:lnTo>
                  <a:lnTo>
                    <a:pt x="7792526" y="1179340"/>
                  </a:lnTo>
                  <a:lnTo>
                    <a:pt x="7793367" y="1181242"/>
                  </a:lnTo>
                  <a:lnTo>
                    <a:pt x="7794208" y="1182724"/>
                  </a:lnTo>
                  <a:lnTo>
                    <a:pt x="7795050" y="1182661"/>
                  </a:lnTo>
                  <a:lnTo>
                    <a:pt x="7795891" y="1181847"/>
                  </a:lnTo>
                  <a:lnTo>
                    <a:pt x="7796732" y="1182134"/>
                  </a:lnTo>
                  <a:lnTo>
                    <a:pt x="7797573" y="1182035"/>
                  </a:lnTo>
                  <a:lnTo>
                    <a:pt x="7798414" y="1181630"/>
                  </a:lnTo>
                  <a:lnTo>
                    <a:pt x="7799256" y="1180890"/>
                  </a:lnTo>
                  <a:lnTo>
                    <a:pt x="7800097" y="1180196"/>
                  </a:lnTo>
                  <a:lnTo>
                    <a:pt x="7800938" y="1180173"/>
                  </a:lnTo>
                  <a:lnTo>
                    <a:pt x="7801779" y="1180993"/>
                  </a:lnTo>
                  <a:lnTo>
                    <a:pt x="7802620" y="1183188"/>
                  </a:lnTo>
                  <a:lnTo>
                    <a:pt x="7803462" y="1186966"/>
                  </a:lnTo>
                  <a:lnTo>
                    <a:pt x="7804303" y="1191262"/>
                  </a:lnTo>
                  <a:lnTo>
                    <a:pt x="7805144" y="1195567"/>
                  </a:lnTo>
                  <a:lnTo>
                    <a:pt x="7805985" y="1200829"/>
                  </a:lnTo>
                  <a:lnTo>
                    <a:pt x="7806826" y="1206660"/>
                  </a:lnTo>
                  <a:lnTo>
                    <a:pt x="7807668" y="1212510"/>
                  </a:lnTo>
                  <a:lnTo>
                    <a:pt x="7808509" y="1218385"/>
                  </a:lnTo>
                  <a:lnTo>
                    <a:pt x="7809350" y="1221932"/>
                  </a:lnTo>
                  <a:lnTo>
                    <a:pt x="7810191" y="1225796"/>
                  </a:lnTo>
                  <a:lnTo>
                    <a:pt x="7811032" y="1230306"/>
                  </a:lnTo>
                  <a:lnTo>
                    <a:pt x="7811874" y="1235252"/>
                  </a:lnTo>
                  <a:lnTo>
                    <a:pt x="7812715" y="1240550"/>
                  </a:lnTo>
                  <a:lnTo>
                    <a:pt x="7813556" y="1245911"/>
                  </a:lnTo>
                  <a:lnTo>
                    <a:pt x="7814397" y="1252039"/>
                  </a:lnTo>
                  <a:lnTo>
                    <a:pt x="7815238" y="1258236"/>
                  </a:lnTo>
                  <a:lnTo>
                    <a:pt x="7816080" y="1263110"/>
                  </a:lnTo>
                  <a:lnTo>
                    <a:pt x="7816921" y="1267435"/>
                  </a:lnTo>
                  <a:lnTo>
                    <a:pt x="7817762" y="1270105"/>
                  </a:lnTo>
                  <a:lnTo>
                    <a:pt x="7818603" y="1273081"/>
                  </a:lnTo>
                  <a:lnTo>
                    <a:pt x="7819444" y="1276468"/>
                  </a:lnTo>
                  <a:lnTo>
                    <a:pt x="7820286" y="1280539"/>
                  </a:lnTo>
                  <a:lnTo>
                    <a:pt x="7821127" y="1283520"/>
                  </a:lnTo>
                  <a:lnTo>
                    <a:pt x="7821968" y="1286443"/>
                  </a:lnTo>
                  <a:lnTo>
                    <a:pt x="7822809" y="1289149"/>
                  </a:lnTo>
                  <a:lnTo>
                    <a:pt x="7823650" y="1292055"/>
                  </a:lnTo>
                  <a:lnTo>
                    <a:pt x="7824492" y="1294701"/>
                  </a:lnTo>
                  <a:lnTo>
                    <a:pt x="7825333" y="1295732"/>
                  </a:lnTo>
                  <a:lnTo>
                    <a:pt x="7826174" y="1296916"/>
                  </a:lnTo>
                  <a:lnTo>
                    <a:pt x="7827015" y="1296090"/>
                  </a:lnTo>
                  <a:lnTo>
                    <a:pt x="7827856" y="1295105"/>
                  </a:lnTo>
                  <a:lnTo>
                    <a:pt x="7828698" y="1295107"/>
                  </a:lnTo>
                  <a:lnTo>
                    <a:pt x="7829539" y="1295242"/>
                  </a:lnTo>
                  <a:lnTo>
                    <a:pt x="7830380" y="1295337"/>
                  </a:lnTo>
                  <a:lnTo>
                    <a:pt x="7831221" y="1295208"/>
                  </a:lnTo>
                  <a:lnTo>
                    <a:pt x="7832062" y="1295369"/>
                  </a:lnTo>
                  <a:lnTo>
                    <a:pt x="7832904" y="1295577"/>
                  </a:lnTo>
                  <a:lnTo>
                    <a:pt x="7833745" y="1295895"/>
                  </a:lnTo>
                  <a:lnTo>
                    <a:pt x="7834586" y="1298270"/>
                  </a:lnTo>
                  <a:lnTo>
                    <a:pt x="7835427" y="1299539"/>
                  </a:lnTo>
                  <a:lnTo>
                    <a:pt x="7836268" y="1299871"/>
                  </a:lnTo>
                  <a:lnTo>
                    <a:pt x="7837110" y="1300649"/>
                  </a:lnTo>
                  <a:lnTo>
                    <a:pt x="7837951" y="1301908"/>
                  </a:lnTo>
                  <a:lnTo>
                    <a:pt x="7838792" y="1302860"/>
                  </a:lnTo>
                  <a:lnTo>
                    <a:pt x="7839633" y="1303507"/>
                  </a:lnTo>
                  <a:lnTo>
                    <a:pt x="7840474" y="1304163"/>
                  </a:lnTo>
                  <a:lnTo>
                    <a:pt x="7841316" y="1304081"/>
                  </a:lnTo>
                  <a:lnTo>
                    <a:pt x="7842157" y="1304117"/>
                  </a:lnTo>
                  <a:lnTo>
                    <a:pt x="7842998" y="1303918"/>
                  </a:lnTo>
                  <a:lnTo>
                    <a:pt x="7843839" y="1303648"/>
                  </a:lnTo>
                  <a:lnTo>
                    <a:pt x="7844680" y="1305562"/>
                  </a:lnTo>
                  <a:lnTo>
                    <a:pt x="7845522" y="1306977"/>
                  </a:lnTo>
                  <a:lnTo>
                    <a:pt x="7846363" y="1310311"/>
                  </a:lnTo>
                  <a:lnTo>
                    <a:pt x="7847204" y="1317570"/>
                  </a:lnTo>
                  <a:lnTo>
                    <a:pt x="7848045" y="1326014"/>
                  </a:lnTo>
                  <a:lnTo>
                    <a:pt x="7848886" y="1334460"/>
                  </a:lnTo>
                  <a:lnTo>
                    <a:pt x="7849728" y="1341527"/>
                  </a:lnTo>
                  <a:lnTo>
                    <a:pt x="7850569" y="1347412"/>
                  </a:lnTo>
                  <a:lnTo>
                    <a:pt x="7851410" y="1352054"/>
                  </a:lnTo>
                  <a:lnTo>
                    <a:pt x="7852251" y="1355475"/>
                  </a:lnTo>
                  <a:lnTo>
                    <a:pt x="7853092" y="1358759"/>
                  </a:lnTo>
                  <a:lnTo>
                    <a:pt x="7853934" y="1362488"/>
                  </a:lnTo>
                  <a:lnTo>
                    <a:pt x="7854775" y="1365173"/>
                  </a:lnTo>
                  <a:lnTo>
                    <a:pt x="7855616" y="1367202"/>
                  </a:lnTo>
                  <a:lnTo>
                    <a:pt x="7856457" y="1368482"/>
                  </a:lnTo>
                  <a:lnTo>
                    <a:pt x="7857299" y="1368975"/>
                  </a:lnTo>
                  <a:lnTo>
                    <a:pt x="7858140" y="1368169"/>
                  </a:lnTo>
                  <a:lnTo>
                    <a:pt x="7858981" y="1366504"/>
                  </a:lnTo>
                  <a:lnTo>
                    <a:pt x="7859822" y="1361921"/>
                  </a:lnTo>
                  <a:lnTo>
                    <a:pt x="7860663" y="1356003"/>
                  </a:lnTo>
                  <a:lnTo>
                    <a:pt x="7861505" y="1349279"/>
                  </a:lnTo>
                  <a:lnTo>
                    <a:pt x="7862346" y="1342975"/>
                  </a:lnTo>
                  <a:lnTo>
                    <a:pt x="7863187" y="1337603"/>
                  </a:lnTo>
                  <a:lnTo>
                    <a:pt x="7864028" y="1333026"/>
                  </a:lnTo>
                  <a:lnTo>
                    <a:pt x="7864869" y="1329493"/>
                  </a:lnTo>
                  <a:lnTo>
                    <a:pt x="7865711" y="1326180"/>
                  </a:lnTo>
                  <a:lnTo>
                    <a:pt x="7866552" y="1322665"/>
                  </a:lnTo>
                  <a:lnTo>
                    <a:pt x="7867393" y="1319628"/>
                  </a:lnTo>
                  <a:lnTo>
                    <a:pt x="7868234" y="1316927"/>
                  </a:lnTo>
                  <a:lnTo>
                    <a:pt x="7869075" y="1315006"/>
                  </a:lnTo>
                  <a:lnTo>
                    <a:pt x="7869917" y="1311553"/>
                  </a:lnTo>
                  <a:lnTo>
                    <a:pt x="7870758" y="1308343"/>
                  </a:lnTo>
                  <a:lnTo>
                    <a:pt x="7871599" y="1306307"/>
                  </a:lnTo>
                  <a:lnTo>
                    <a:pt x="7872440" y="1305113"/>
                  </a:lnTo>
                  <a:lnTo>
                    <a:pt x="7873281" y="1304998"/>
                  </a:lnTo>
                  <a:lnTo>
                    <a:pt x="7874123" y="1306447"/>
                  </a:lnTo>
                  <a:lnTo>
                    <a:pt x="7874964" y="1309994"/>
                  </a:lnTo>
                  <a:lnTo>
                    <a:pt x="7875805" y="1313078"/>
                  </a:lnTo>
                  <a:lnTo>
                    <a:pt x="7876646" y="1316033"/>
                  </a:lnTo>
                  <a:lnTo>
                    <a:pt x="7877487" y="1319170"/>
                  </a:lnTo>
                  <a:lnTo>
                    <a:pt x="7878329" y="1322315"/>
                  </a:lnTo>
                  <a:lnTo>
                    <a:pt x="7879170" y="1325931"/>
                  </a:lnTo>
                  <a:lnTo>
                    <a:pt x="7880011" y="1330033"/>
                  </a:lnTo>
                  <a:lnTo>
                    <a:pt x="7880852" y="1334158"/>
                  </a:lnTo>
                  <a:lnTo>
                    <a:pt x="7881693" y="1337401"/>
                  </a:lnTo>
                  <a:lnTo>
                    <a:pt x="7882535" y="1340311"/>
                  </a:lnTo>
                  <a:lnTo>
                    <a:pt x="7883376" y="1342612"/>
                  </a:lnTo>
                  <a:lnTo>
                    <a:pt x="7884217" y="1343957"/>
                  </a:lnTo>
                  <a:lnTo>
                    <a:pt x="7885058" y="1344618"/>
                  </a:lnTo>
                  <a:lnTo>
                    <a:pt x="7885899" y="1345157"/>
                  </a:lnTo>
                  <a:lnTo>
                    <a:pt x="7886741" y="1345111"/>
                  </a:lnTo>
                  <a:lnTo>
                    <a:pt x="7887582" y="1345316"/>
                  </a:lnTo>
                  <a:lnTo>
                    <a:pt x="7888423" y="1345894"/>
                  </a:lnTo>
                  <a:lnTo>
                    <a:pt x="7889264" y="1346676"/>
                  </a:lnTo>
                  <a:lnTo>
                    <a:pt x="7890105" y="1347117"/>
                  </a:lnTo>
                  <a:lnTo>
                    <a:pt x="7890947" y="1347451"/>
                  </a:lnTo>
                  <a:lnTo>
                    <a:pt x="7891788" y="1347345"/>
                  </a:lnTo>
                  <a:lnTo>
                    <a:pt x="7892629" y="1347170"/>
                  </a:lnTo>
                  <a:lnTo>
                    <a:pt x="7893470" y="1346843"/>
                  </a:lnTo>
                  <a:lnTo>
                    <a:pt x="7894311" y="1346919"/>
                  </a:lnTo>
                  <a:lnTo>
                    <a:pt x="7895153" y="1346881"/>
                  </a:lnTo>
                  <a:lnTo>
                    <a:pt x="7895994" y="1346615"/>
                  </a:lnTo>
                  <a:lnTo>
                    <a:pt x="7896835" y="1346137"/>
                  </a:lnTo>
                  <a:lnTo>
                    <a:pt x="7897676" y="1346144"/>
                  </a:lnTo>
                  <a:lnTo>
                    <a:pt x="7898517" y="1346190"/>
                  </a:lnTo>
                  <a:lnTo>
                    <a:pt x="7899359" y="1347132"/>
                  </a:lnTo>
                  <a:lnTo>
                    <a:pt x="7900200" y="1348560"/>
                  </a:lnTo>
                  <a:lnTo>
                    <a:pt x="7901041" y="1350338"/>
                  </a:lnTo>
                  <a:lnTo>
                    <a:pt x="7901882" y="1352107"/>
                  </a:lnTo>
                  <a:lnTo>
                    <a:pt x="7902723" y="1353923"/>
                  </a:lnTo>
                  <a:lnTo>
                    <a:pt x="7903565" y="1355776"/>
                  </a:lnTo>
                  <a:lnTo>
                    <a:pt x="7904406" y="1358146"/>
                  </a:lnTo>
                  <a:lnTo>
                    <a:pt x="7905247" y="1360127"/>
                  </a:lnTo>
                  <a:lnTo>
                    <a:pt x="7906088" y="1362604"/>
                  </a:lnTo>
                  <a:lnTo>
                    <a:pt x="7906929" y="1364582"/>
                  </a:lnTo>
                  <a:lnTo>
                    <a:pt x="7907771" y="1365772"/>
                  </a:lnTo>
                  <a:lnTo>
                    <a:pt x="7908612" y="1367199"/>
                  </a:lnTo>
                  <a:lnTo>
                    <a:pt x="7909453" y="1368994"/>
                  </a:lnTo>
                  <a:lnTo>
                    <a:pt x="7910294" y="1372347"/>
                  </a:lnTo>
                  <a:lnTo>
                    <a:pt x="7911135" y="1376301"/>
                  </a:lnTo>
                  <a:lnTo>
                    <a:pt x="7911977" y="1380329"/>
                  </a:lnTo>
                  <a:lnTo>
                    <a:pt x="7912818" y="1383977"/>
                  </a:lnTo>
                  <a:lnTo>
                    <a:pt x="7913659" y="1387127"/>
                  </a:lnTo>
                  <a:lnTo>
                    <a:pt x="7914500" y="1390452"/>
                  </a:lnTo>
                  <a:lnTo>
                    <a:pt x="7915341" y="1393638"/>
                  </a:lnTo>
                  <a:lnTo>
                    <a:pt x="7916183" y="1396771"/>
                  </a:lnTo>
                  <a:lnTo>
                    <a:pt x="7917024" y="1400219"/>
                  </a:lnTo>
                  <a:lnTo>
                    <a:pt x="7917865" y="1403614"/>
                  </a:lnTo>
                  <a:lnTo>
                    <a:pt x="7918706" y="1405698"/>
                  </a:lnTo>
                  <a:lnTo>
                    <a:pt x="7919547" y="1408026"/>
                  </a:lnTo>
                  <a:lnTo>
                    <a:pt x="7920389" y="1410797"/>
                  </a:lnTo>
                  <a:lnTo>
                    <a:pt x="7921230" y="1414112"/>
                  </a:lnTo>
                  <a:lnTo>
                    <a:pt x="7922071" y="1417051"/>
                  </a:lnTo>
                  <a:lnTo>
                    <a:pt x="7922912" y="1419696"/>
                  </a:lnTo>
                  <a:lnTo>
                    <a:pt x="7923753" y="1422729"/>
                  </a:lnTo>
                  <a:lnTo>
                    <a:pt x="7924595" y="1423836"/>
                  </a:lnTo>
                  <a:lnTo>
                    <a:pt x="7925436" y="1425453"/>
                  </a:lnTo>
                  <a:lnTo>
                    <a:pt x="7926277" y="1426976"/>
                  </a:lnTo>
                  <a:lnTo>
                    <a:pt x="7927118" y="1429606"/>
                  </a:lnTo>
                  <a:lnTo>
                    <a:pt x="7927960" y="1432890"/>
                  </a:lnTo>
                  <a:lnTo>
                    <a:pt x="7928801" y="1436116"/>
                  </a:lnTo>
                  <a:lnTo>
                    <a:pt x="7929642" y="1438287"/>
                  </a:lnTo>
                  <a:lnTo>
                    <a:pt x="7930483" y="1441419"/>
                  </a:lnTo>
                  <a:lnTo>
                    <a:pt x="7931324" y="1445037"/>
                  </a:lnTo>
                  <a:lnTo>
                    <a:pt x="7932166" y="1451603"/>
                  </a:lnTo>
                  <a:lnTo>
                    <a:pt x="7933007" y="1457864"/>
                  </a:lnTo>
                  <a:lnTo>
                    <a:pt x="7933848" y="1464541"/>
                  </a:lnTo>
                  <a:lnTo>
                    <a:pt x="7934689" y="1475077"/>
                  </a:lnTo>
                  <a:lnTo>
                    <a:pt x="7935530" y="1485818"/>
                  </a:lnTo>
                  <a:lnTo>
                    <a:pt x="7936372" y="1496111"/>
                  </a:lnTo>
                  <a:lnTo>
                    <a:pt x="7937213" y="1506472"/>
                  </a:lnTo>
                  <a:lnTo>
                    <a:pt x="7938054" y="1516720"/>
                  </a:lnTo>
                  <a:lnTo>
                    <a:pt x="7938895" y="1526701"/>
                  </a:lnTo>
                  <a:lnTo>
                    <a:pt x="7939736" y="1536014"/>
                  </a:lnTo>
                  <a:lnTo>
                    <a:pt x="7940578" y="1544803"/>
                  </a:lnTo>
                  <a:lnTo>
                    <a:pt x="7941419" y="1550131"/>
                  </a:lnTo>
                  <a:lnTo>
                    <a:pt x="7942260" y="1555792"/>
                  </a:lnTo>
                  <a:lnTo>
                    <a:pt x="7943101" y="1562163"/>
                  </a:lnTo>
                  <a:lnTo>
                    <a:pt x="7943942" y="1568722"/>
                  </a:lnTo>
                  <a:lnTo>
                    <a:pt x="7944784" y="1575171"/>
                  </a:lnTo>
                  <a:lnTo>
                    <a:pt x="7945625" y="1581086"/>
                  </a:lnTo>
                  <a:lnTo>
                    <a:pt x="7946466" y="1587585"/>
                  </a:lnTo>
                  <a:lnTo>
                    <a:pt x="7947307" y="1593024"/>
                  </a:lnTo>
                  <a:lnTo>
                    <a:pt x="7948148" y="1597766"/>
                  </a:lnTo>
                  <a:lnTo>
                    <a:pt x="7948990" y="1602132"/>
                  </a:lnTo>
                  <a:lnTo>
                    <a:pt x="7949831" y="1605729"/>
                  </a:lnTo>
                  <a:lnTo>
                    <a:pt x="7950672" y="1608601"/>
                  </a:lnTo>
                  <a:lnTo>
                    <a:pt x="7951513" y="1611760"/>
                  </a:lnTo>
                  <a:lnTo>
                    <a:pt x="7952354" y="1615391"/>
                  </a:lnTo>
                  <a:lnTo>
                    <a:pt x="7953196" y="1619685"/>
                  </a:lnTo>
                  <a:lnTo>
                    <a:pt x="7954037" y="1624157"/>
                  </a:lnTo>
                  <a:lnTo>
                    <a:pt x="7954878" y="1628291"/>
                  </a:lnTo>
                  <a:lnTo>
                    <a:pt x="7955719" y="1630770"/>
                  </a:lnTo>
                  <a:lnTo>
                    <a:pt x="7956560" y="1633068"/>
                  </a:lnTo>
                  <a:lnTo>
                    <a:pt x="7957402" y="1635746"/>
                  </a:lnTo>
                  <a:lnTo>
                    <a:pt x="7958243" y="1639669"/>
                  </a:lnTo>
                  <a:lnTo>
                    <a:pt x="7959084" y="1642283"/>
                  </a:lnTo>
                  <a:lnTo>
                    <a:pt x="7959925" y="1646182"/>
                  </a:lnTo>
                  <a:lnTo>
                    <a:pt x="7960766" y="1649859"/>
                  </a:lnTo>
                  <a:lnTo>
                    <a:pt x="7961608" y="1654702"/>
                  </a:lnTo>
                  <a:lnTo>
                    <a:pt x="7962449" y="1659662"/>
                  </a:lnTo>
                  <a:lnTo>
                    <a:pt x="7963290" y="1665088"/>
                  </a:lnTo>
                  <a:lnTo>
                    <a:pt x="7964131" y="1670460"/>
                  </a:lnTo>
                  <a:lnTo>
                    <a:pt x="7964972" y="1674601"/>
                  </a:lnTo>
                  <a:lnTo>
                    <a:pt x="7965814" y="1678536"/>
                  </a:lnTo>
                  <a:lnTo>
                    <a:pt x="7966655" y="1682906"/>
                  </a:lnTo>
                  <a:lnTo>
                    <a:pt x="7967496" y="1687930"/>
                  </a:lnTo>
                  <a:lnTo>
                    <a:pt x="7968337" y="1694261"/>
                  </a:lnTo>
                  <a:lnTo>
                    <a:pt x="7969178" y="1700346"/>
                  </a:lnTo>
                  <a:lnTo>
                    <a:pt x="7970020" y="1706188"/>
                  </a:lnTo>
                  <a:lnTo>
                    <a:pt x="7970861" y="1711491"/>
                  </a:lnTo>
                  <a:lnTo>
                    <a:pt x="7971702" y="1716539"/>
                  </a:lnTo>
                  <a:lnTo>
                    <a:pt x="7972543" y="1721594"/>
                  </a:lnTo>
                  <a:lnTo>
                    <a:pt x="7973384" y="1726686"/>
                  </a:lnTo>
                  <a:lnTo>
                    <a:pt x="7974226" y="1731610"/>
                  </a:lnTo>
                  <a:lnTo>
                    <a:pt x="7975067" y="1736847"/>
                  </a:lnTo>
                  <a:lnTo>
                    <a:pt x="7975908" y="1742087"/>
                  </a:lnTo>
                  <a:lnTo>
                    <a:pt x="7976749" y="1747740"/>
                  </a:lnTo>
                  <a:lnTo>
                    <a:pt x="7977590" y="1753093"/>
                  </a:lnTo>
                  <a:lnTo>
                    <a:pt x="7978432" y="1758249"/>
                  </a:lnTo>
                  <a:lnTo>
                    <a:pt x="7979273" y="1763002"/>
                  </a:lnTo>
                  <a:lnTo>
                    <a:pt x="7980114" y="1767734"/>
                  </a:lnTo>
                  <a:lnTo>
                    <a:pt x="7980955" y="1772181"/>
                  </a:lnTo>
                  <a:lnTo>
                    <a:pt x="7981796" y="1776852"/>
                  </a:lnTo>
                  <a:lnTo>
                    <a:pt x="7982638" y="1780757"/>
                  </a:lnTo>
                  <a:lnTo>
                    <a:pt x="7983479" y="1783912"/>
                  </a:lnTo>
                  <a:lnTo>
                    <a:pt x="7984320" y="1787315"/>
                  </a:lnTo>
                  <a:lnTo>
                    <a:pt x="7985161" y="1790572"/>
                  </a:lnTo>
                  <a:lnTo>
                    <a:pt x="7986002" y="1792922"/>
                  </a:lnTo>
                  <a:lnTo>
                    <a:pt x="7986844" y="1794858"/>
                  </a:lnTo>
                  <a:lnTo>
                    <a:pt x="7987685" y="1796455"/>
                  </a:lnTo>
                  <a:lnTo>
                    <a:pt x="7988526" y="1798263"/>
                  </a:lnTo>
                  <a:lnTo>
                    <a:pt x="7989367" y="1799772"/>
                  </a:lnTo>
                  <a:lnTo>
                    <a:pt x="7990208" y="1801170"/>
                  </a:lnTo>
                  <a:lnTo>
                    <a:pt x="7991050" y="1800371"/>
                  </a:lnTo>
                  <a:lnTo>
                    <a:pt x="7991891" y="1800290"/>
                  </a:lnTo>
                  <a:lnTo>
                    <a:pt x="7992732" y="1799616"/>
                  </a:lnTo>
                  <a:lnTo>
                    <a:pt x="7993573" y="1800419"/>
                  </a:lnTo>
                  <a:lnTo>
                    <a:pt x="7994414" y="1800719"/>
                  </a:lnTo>
                  <a:lnTo>
                    <a:pt x="7995256" y="1803173"/>
                  </a:lnTo>
                  <a:lnTo>
                    <a:pt x="7996097" y="1806637"/>
                  </a:lnTo>
                  <a:lnTo>
                    <a:pt x="7996938" y="1809652"/>
                  </a:lnTo>
                  <a:lnTo>
                    <a:pt x="7997779" y="1812539"/>
                  </a:lnTo>
                  <a:lnTo>
                    <a:pt x="7998621" y="1815380"/>
                  </a:lnTo>
                  <a:lnTo>
                    <a:pt x="7999462" y="1818061"/>
                  </a:lnTo>
                  <a:lnTo>
                    <a:pt x="8000303" y="1820538"/>
                  </a:lnTo>
                  <a:lnTo>
                    <a:pt x="8001144" y="1822095"/>
                  </a:lnTo>
                  <a:lnTo>
                    <a:pt x="8001985" y="1823561"/>
                  </a:lnTo>
                  <a:lnTo>
                    <a:pt x="8002827" y="1826832"/>
                  </a:lnTo>
                  <a:lnTo>
                    <a:pt x="8003668" y="1832034"/>
                  </a:lnTo>
                  <a:lnTo>
                    <a:pt x="8004509" y="1838839"/>
                  </a:lnTo>
                  <a:lnTo>
                    <a:pt x="8005350" y="1846591"/>
                  </a:lnTo>
                  <a:lnTo>
                    <a:pt x="8006191" y="1853633"/>
                  </a:lnTo>
                  <a:lnTo>
                    <a:pt x="8007033" y="1861037"/>
                  </a:lnTo>
                  <a:lnTo>
                    <a:pt x="8007874" y="1868546"/>
                  </a:lnTo>
                  <a:lnTo>
                    <a:pt x="8008715" y="1875761"/>
                  </a:lnTo>
                  <a:lnTo>
                    <a:pt x="8009556" y="1883227"/>
                  </a:lnTo>
                  <a:lnTo>
                    <a:pt x="8010397" y="1890853"/>
                  </a:lnTo>
                  <a:lnTo>
                    <a:pt x="8011239" y="1898551"/>
                  </a:lnTo>
                  <a:lnTo>
                    <a:pt x="8012080" y="1906248"/>
                  </a:lnTo>
                  <a:lnTo>
                    <a:pt x="8012921" y="1911216"/>
                  </a:lnTo>
                  <a:lnTo>
                    <a:pt x="8013762" y="1916605"/>
                  </a:lnTo>
                  <a:lnTo>
                    <a:pt x="8014603" y="1920968"/>
                  </a:lnTo>
                  <a:lnTo>
                    <a:pt x="8015445" y="1925559"/>
                  </a:lnTo>
                  <a:lnTo>
                    <a:pt x="8016286" y="1929191"/>
                  </a:lnTo>
                  <a:lnTo>
                    <a:pt x="8017127" y="1932421"/>
                  </a:lnTo>
                  <a:lnTo>
                    <a:pt x="8017968" y="1935840"/>
                  </a:lnTo>
                  <a:lnTo>
                    <a:pt x="8018809" y="1940037"/>
                  </a:lnTo>
                  <a:lnTo>
                    <a:pt x="8019651" y="1944229"/>
                  </a:lnTo>
                  <a:lnTo>
                    <a:pt x="8020492" y="1949013"/>
                  </a:lnTo>
                  <a:lnTo>
                    <a:pt x="8021333" y="1953780"/>
                  </a:lnTo>
                  <a:lnTo>
                    <a:pt x="8022174" y="1958643"/>
                  </a:lnTo>
                  <a:lnTo>
                    <a:pt x="8023015" y="1963949"/>
                  </a:lnTo>
                  <a:lnTo>
                    <a:pt x="8023857" y="1969478"/>
                  </a:lnTo>
                  <a:lnTo>
                    <a:pt x="8024698" y="1975407"/>
                  </a:lnTo>
                  <a:lnTo>
                    <a:pt x="8025539" y="1981796"/>
                  </a:lnTo>
                  <a:lnTo>
                    <a:pt x="8026380" y="1989826"/>
                  </a:lnTo>
                  <a:lnTo>
                    <a:pt x="8027221" y="1997818"/>
                  </a:lnTo>
                  <a:lnTo>
                    <a:pt x="8028063" y="2006289"/>
                  </a:lnTo>
                  <a:lnTo>
                    <a:pt x="8028904" y="2015711"/>
                  </a:lnTo>
                  <a:lnTo>
                    <a:pt x="8029745" y="2025660"/>
                  </a:lnTo>
                  <a:lnTo>
                    <a:pt x="8030586" y="2035804"/>
                  </a:lnTo>
                  <a:lnTo>
                    <a:pt x="8031427" y="2045337"/>
                  </a:lnTo>
                  <a:lnTo>
                    <a:pt x="8032269" y="2054405"/>
                  </a:lnTo>
                  <a:lnTo>
                    <a:pt x="8033110" y="2063122"/>
                  </a:lnTo>
                  <a:lnTo>
                    <a:pt x="8033951" y="2071746"/>
                  </a:lnTo>
                  <a:lnTo>
                    <a:pt x="8034792" y="2080394"/>
                  </a:lnTo>
                  <a:lnTo>
                    <a:pt x="8035633" y="2088535"/>
                  </a:lnTo>
                  <a:lnTo>
                    <a:pt x="8036475" y="2096620"/>
                  </a:lnTo>
                  <a:lnTo>
                    <a:pt x="8037316" y="2104439"/>
                  </a:lnTo>
                  <a:lnTo>
                    <a:pt x="8038157" y="2113798"/>
                  </a:lnTo>
                  <a:lnTo>
                    <a:pt x="8038998" y="2122555"/>
                  </a:lnTo>
                  <a:lnTo>
                    <a:pt x="8039839" y="2130312"/>
                  </a:lnTo>
                  <a:lnTo>
                    <a:pt x="8040681" y="2136741"/>
                  </a:lnTo>
                  <a:lnTo>
                    <a:pt x="8041522" y="2141794"/>
                  </a:lnTo>
                  <a:lnTo>
                    <a:pt x="8042363" y="2145587"/>
                  </a:lnTo>
                  <a:lnTo>
                    <a:pt x="8043204" y="2148635"/>
                  </a:lnTo>
                  <a:lnTo>
                    <a:pt x="8044045" y="2151706"/>
                  </a:lnTo>
                  <a:lnTo>
                    <a:pt x="8044887" y="2154502"/>
                  </a:lnTo>
                  <a:lnTo>
                    <a:pt x="8045728" y="2157238"/>
                  </a:lnTo>
                  <a:lnTo>
                    <a:pt x="8046569" y="2159771"/>
                  </a:lnTo>
                  <a:lnTo>
                    <a:pt x="8047410" y="2161960"/>
                  </a:lnTo>
                  <a:lnTo>
                    <a:pt x="8048251" y="2163145"/>
                  </a:lnTo>
                  <a:lnTo>
                    <a:pt x="8049093" y="2164186"/>
                  </a:lnTo>
                  <a:lnTo>
                    <a:pt x="8049934" y="2165500"/>
                  </a:lnTo>
                  <a:lnTo>
                    <a:pt x="8050775" y="2167232"/>
                  </a:lnTo>
                  <a:lnTo>
                    <a:pt x="8051616" y="2169511"/>
                  </a:lnTo>
                  <a:lnTo>
                    <a:pt x="8052457" y="2172131"/>
                  </a:lnTo>
                  <a:lnTo>
                    <a:pt x="8053299" y="2175269"/>
                  </a:lnTo>
                  <a:lnTo>
                    <a:pt x="8054140" y="2178300"/>
                  </a:lnTo>
                  <a:lnTo>
                    <a:pt x="8054981" y="2180882"/>
                  </a:lnTo>
                  <a:lnTo>
                    <a:pt x="8055822" y="2182721"/>
                  </a:lnTo>
                  <a:lnTo>
                    <a:pt x="8056663" y="2184156"/>
                  </a:lnTo>
                  <a:lnTo>
                    <a:pt x="8057505" y="2185455"/>
                  </a:lnTo>
                  <a:lnTo>
                    <a:pt x="8058346" y="2186473"/>
                  </a:lnTo>
                  <a:lnTo>
                    <a:pt x="8059187" y="2187590"/>
                  </a:lnTo>
                  <a:lnTo>
                    <a:pt x="8060028" y="2188630"/>
                  </a:lnTo>
                  <a:lnTo>
                    <a:pt x="8060869" y="2189550"/>
                  </a:lnTo>
                  <a:lnTo>
                    <a:pt x="8061711" y="2189656"/>
                  </a:lnTo>
                  <a:lnTo>
                    <a:pt x="8062552" y="2189170"/>
                  </a:lnTo>
                  <a:lnTo>
                    <a:pt x="8063393" y="2187863"/>
                  </a:lnTo>
                  <a:lnTo>
                    <a:pt x="8064234" y="2186101"/>
                  </a:lnTo>
                  <a:lnTo>
                    <a:pt x="8065075" y="2184073"/>
                  </a:lnTo>
                  <a:lnTo>
                    <a:pt x="8065917" y="2183151"/>
                  </a:lnTo>
                  <a:lnTo>
                    <a:pt x="8066758" y="2182371"/>
                  </a:lnTo>
                  <a:lnTo>
                    <a:pt x="8067599" y="2181896"/>
                  </a:lnTo>
                  <a:lnTo>
                    <a:pt x="8068440" y="2181566"/>
                  </a:lnTo>
                  <a:lnTo>
                    <a:pt x="8069282" y="2181195"/>
                  </a:lnTo>
                  <a:lnTo>
                    <a:pt x="8070123" y="2180608"/>
                  </a:lnTo>
                  <a:lnTo>
                    <a:pt x="8070964" y="2179829"/>
                  </a:lnTo>
                  <a:lnTo>
                    <a:pt x="8071805" y="2178912"/>
                  </a:lnTo>
                  <a:lnTo>
                    <a:pt x="8072646" y="2178182"/>
                  </a:lnTo>
                  <a:lnTo>
                    <a:pt x="8073488" y="2177952"/>
                  </a:lnTo>
                  <a:lnTo>
                    <a:pt x="8074329" y="2178415"/>
                  </a:lnTo>
                  <a:lnTo>
                    <a:pt x="8075170" y="2179447"/>
                  </a:lnTo>
                  <a:lnTo>
                    <a:pt x="8076011" y="2181249"/>
                  </a:lnTo>
                  <a:lnTo>
                    <a:pt x="8076852" y="2183440"/>
                  </a:lnTo>
                  <a:lnTo>
                    <a:pt x="8077694" y="2185817"/>
                  </a:lnTo>
                  <a:lnTo>
                    <a:pt x="8078535" y="2187286"/>
                  </a:lnTo>
                  <a:lnTo>
                    <a:pt x="8079376" y="2188985"/>
                  </a:lnTo>
                  <a:lnTo>
                    <a:pt x="8080217" y="2190588"/>
                  </a:lnTo>
                  <a:lnTo>
                    <a:pt x="8081058" y="2193130"/>
                  </a:lnTo>
                  <a:lnTo>
                    <a:pt x="8081900" y="2196087"/>
                  </a:lnTo>
                  <a:lnTo>
                    <a:pt x="8082741" y="2199356"/>
                  </a:lnTo>
                  <a:lnTo>
                    <a:pt x="8083582" y="2203391"/>
                  </a:lnTo>
                  <a:lnTo>
                    <a:pt x="8084423" y="2207643"/>
                  </a:lnTo>
                  <a:lnTo>
                    <a:pt x="8085264" y="2211943"/>
                  </a:lnTo>
                  <a:lnTo>
                    <a:pt x="8086106" y="2216359"/>
                  </a:lnTo>
                  <a:lnTo>
                    <a:pt x="8086947" y="2221584"/>
                  </a:lnTo>
                  <a:lnTo>
                    <a:pt x="8087788" y="2226684"/>
                  </a:lnTo>
                  <a:lnTo>
                    <a:pt x="8088629" y="2231689"/>
                  </a:lnTo>
                  <a:lnTo>
                    <a:pt x="8089470" y="2236344"/>
                  </a:lnTo>
                  <a:lnTo>
                    <a:pt x="8090312" y="2241310"/>
                  </a:lnTo>
                  <a:lnTo>
                    <a:pt x="8091153" y="2246292"/>
                  </a:lnTo>
                  <a:lnTo>
                    <a:pt x="8091994" y="2251478"/>
                  </a:lnTo>
                  <a:lnTo>
                    <a:pt x="8092835" y="2258509"/>
                  </a:lnTo>
                  <a:lnTo>
                    <a:pt x="8093676" y="2265042"/>
                  </a:lnTo>
                  <a:lnTo>
                    <a:pt x="8094518" y="2271480"/>
                  </a:lnTo>
                  <a:lnTo>
                    <a:pt x="8095359" y="2277687"/>
                  </a:lnTo>
                  <a:lnTo>
                    <a:pt x="8096200" y="2283054"/>
                  </a:lnTo>
                  <a:lnTo>
                    <a:pt x="8097041" y="2287902"/>
                  </a:lnTo>
                  <a:lnTo>
                    <a:pt x="8097882" y="2292780"/>
                  </a:lnTo>
                  <a:lnTo>
                    <a:pt x="8098724" y="2297156"/>
                  </a:lnTo>
                  <a:lnTo>
                    <a:pt x="8099565" y="2301060"/>
                  </a:lnTo>
                  <a:lnTo>
                    <a:pt x="8100406" y="2305007"/>
                  </a:lnTo>
                  <a:lnTo>
                    <a:pt x="8101247" y="2308606"/>
                  </a:lnTo>
                  <a:lnTo>
                    <a:pt x="8102088" y="2311587"/>
                  </a:lnTo>
                  <a:lnTo>
                    <a:pt x="8102930" y="2314293"/>
                  </a:lnTo>
                  <a:lnTo>
                    <a:pt x="8103771" y="2316891"/>
                  </a:lnTo>
                  <a:lnTo>
                    <a:pt x="8104612" y="2318616"/>
                  </a:lnTo>
                  <a:lnTo>
                    <a:pt x="8105453" y="2320796"/>
                  </a:lnTo>
                  <a:lnTo>
                    <a:pt x="8106294" y="2322945"/>
                  </a:lnTo>
                  <a:lnTo>
                    <a:pt x="8107136" y="2325034"/>
                  </a:lnTo>
                  <a:lnTo>
                    <a:pt x="8107977" y="2327541"/>
                  </a:lnTo>
                  <a:lnTo>
                    <a:pt x="8108818" y="2330944"/>
                  </a:lnTo>
                  <a:lnTo>
                    <a:pt x="8109659" y="2335418"/>
                  </a:lnTo>
                  <a:lnTo>
                    <a:pt x="8110500" y="2340440"/>
                  </a:lnTo>
                  <a:lnTo>
                    <a:pt x="8111342" y="2345575"/>
                  </a:lnTo>
                  <a:lnTo>
                    <a:pt x="8112183" y="2350732"/>
                  </a:lnTo>
                  <a:lnTo>
                    <a:pt x="8113024" y="2356187"/>
                  </a:lnTo>
                  <a:lnTo>
                    <a:pt x="8113865" y="2361853"/>
                  </a:lnTo>
                  <a:lnTo>
                    <a:pt x="8114706" y="2366600"/>
                  </a:lnTo>
                  <a:lnTo>
                    <a:pt x="8115548" y="2371884"/>
                  </a:lnTo>
                  <a:lnTo>
                    <a:pt x="8116389" y="2377511"/>
                  </a:lnTo>
                  <a:lnTo>
                    <a:pt x="8117230" y="2383652"/>
                  </a:lnTo>
                  <a:lnTo>
                    <a:pt x="8118071" y="2390020"/>
                  </a:lnTo>
                  <a:lnTo>
                    <a:pt x="8118912" y="2396577"/>
                  </a:lnTo>
                  <a:lnTo>
                    <a:pt x="8119754" y="2403145"/>
                  </a:lnTo>
                  <a:lnTo>
                    <a:pt x="8120595" y="2409654"/>
                  </a:lnTo>
                  <a:lnTo>
                    <a:pt x="8121436" y="2415643"/>
                  </a:lnTo>
                  <a:lnTo>
                    <a:pt x="8122277" y="2420911"/>
                  </a:lnTo>
                  <a:lnTo>
                    <a:pt x="8123118" y="2425680"/>
                  </a:lnTo>
                  <a:lnTo>
                    <a:pt x="8123960" y="2431171"/>
                  </a:lnTo>
                  <a:lnTo>
                    <a:pt x="8124801" y="2436769"/>
                  </a:lnTo>
                  <a:lnTo>
                    <a:pt x="8125642" y="2442181"/>
                  </a:lnTo>
                  <a:lnTo>
                    <a:pt x="8126483" y="2447294"/>
                  </a:lnTo>
                  <a:lnTo>
                    <a:pt x="8127324" y="2451990"/>
                  </a:lnTo>
                  <a:lnTo>
                    <a:pt x="8128166" y="2455839"/>
                  </a:lnTo>
                  <a:lnTo>
                    <a:pt x="8129007" y="2460114"/>
                  </a:lnTo>
                  <a:lnTo>
                    <a:pt x="8129848" y="2462941"/>
                  </a:lnTo>
                  <a:lnTo>
                    <a:pt x="8130689" y="2465317"/>
                  </a:lnTo>
                  <a:lnTo>
                    <a:pt x="8131530" y="2467242"/>
                  </a:lnTo>
                  <a:lnTo>
                    <a:pt x="8132372" y="2469038"/>
                  </a:lnTo>
                  <a:lnTo>
                    <a:pt x="8133213" y="2470226"/>
                  </a:lnTo>
                  <a:lnTo>
                    <a:pt x="8134054" y="2471222"/>
                  </a:lnTo>
                  <a:lnTo>
                    <a:pt x="8134895" y="2471899"/>
                  </a:lnTo>
                  <a:lnTo>
                    <a:pt x="8135736" y="2472306"/>
                  </a:lnTo>
                  <a:lnTo>
                    <a:pt x="8136578" y="2471405"/>
                  </a:lnTo>
                  <a:lnTo>
                    <a:pt x="8137419" y="2470088"/>
                  </a:lnTo>
                  <a:lnTo>
                    <a:pt x="8138260" y="2467300"/>
                  </a:lnTo>
                  <a:lnTo>
                    <a:pt x="8139101" y="2464413"/>
                  </a:lnTo>
                  <a:lnTo>
                    <a:pt x="8139943" y="2461565"/>
                  </a:lnTo>
                  <a:lnTo>
                    <a:pt x="8140784" y="2459066"/>
                  </a:lnTo>
                  <a:lnTo>
                    <a:pt x="8141625" y="2456924"/>
                  </a:lnTo>
                  <a:lnTo>
                    <a:pt x="8142466" y="2455222"/>
                  </a:lnTo>
                  <a:lnTo>
                    <a:pt x="8143307" y="2453703"/>
                  </a:lnTo>
                  <a:lnTo>
                    <a:pt x="8144149" y="2452199"/>
                  </a:lnTo>
                  <a:lnTo>
                    <a:pt x="8144990" y="2450204"/>
                  </a:lnTo>
                  <a:lnTo>
                    <a:pt x="8145831" y="2448488"/>
                  </a:lnTo>
                  <a:lnTo>
                    <a:pt x="8146672" y="2447083"/>
                  </a:lnTo>
                  <a:lnTo>
                    <a:pt x="8147513" y="2446218"/>
                  </a:lnTo>
                  <a:lnTo>
                    <a:pt x="8148355" y="2445474"/>
                  </a:lnTo>
                  <a:lnTo>
                    <a:pt x="8149196" y="2445291"/>
                  </a:lnTo>
                  <a:lnTo>
                    <a:pt x="8150037" y="2445211"/>
                  </a:lnTo>
                  <a:lnTo>
                    <a:pt x="8150878" y="2445701"/>
                  </a:lnTo>
                  <a:lnTo>
                    <a:pt x="8151719" y="2447141"/>
                  </a:lnTo>
                  <a:lnTo>
                    <a:pt x="8152561" y="2449088"/>
                  </a:lnTo>
                  <a:lnTo>
                    <a:pt x="8153402" y="2451422"/>
                  </a:lnTo>
                  <a:lnTo>
                    <a:pt x="8154243" y="2454088"/>
                  </a:lnTo>
                  <a:lnTo>
                    <a:pt x="8155084" y="2456854"/>
                  </a:lnTo>
                  <a:lnTo>
                    <a:pt x="8155925" y="2459830"/>
                  </a:lnTo>
                  <a:lnTo>
                    <a:pt x="8156767" y="2462863"/>
                  </a:lnTo>
                  <a:lnTo>
                    <a:pt x="8157608" y="2466251"/>
                  </a:lnTo>
                  <a:lnTo>
                    <a:pt x="8158449" y="2470027"/>
                  </a:lnTo>
                  <a:lnTo>
                    <a:pt x="8159290" y="2475876"/>
                  </a:lnTo>
                  <a:lnTo>
                    <a:pt x="8160131" y="2481779"/>
                  </a:lnTo>
                  <a:lnTo>
                    <a:pt x="8160973" y="2487757"/>
                  </a:lnTo>
                  <a:lnTo>
                    <a:pt x="8161814" y="2493332"/>
                  </a:lnTo>
                  <a:lnTo>
                    <a:pt x="8162655" y="2498961"/>
                  </a:lnTo>
                  <a:lnTo>
                    <a:pt x="8163496" y="2504362"/>
                  </a:lnTo>
                  <a:lnTo>
                    <a:pt x="8164337" y="2508890"/>
                  </a:lnTo>
                  <a:lnTo>
                    <a:pt x="8165179" y="2513394"/>
                  </a:lnTo>
                  <a:lnTo>
                    <a:pt x="8166020" y="2518035"/>
                  </a:lnTo>
                  <a:lnTo>
                    <a:pt x="8166861" y="2522829"/>
                  </a:lnTo>
                  <a:lnTo>
                    <a:pt x="8167702" y="2527948"/>
                  </a:lnTo>
                  <a:lnTo>
                    <a:pt x="8168543" y="2532962"/>
                  </a:lnTo>
                  <a:lnTo>
                    <a:pt x="8169385" y="2538500"/>
                  </a:lnTo>
                  <a:lnTo>
                    <a:pt x="8170226" y="2544417"/>
                  </a:lnTo>
                  <a:lnTo>
                    <a:pt x="8171067" y="2548438"/>
                  </a:lnTo>
                  <a:lnTo>
                    <a:pt x="8171908" y="2551950"/>
                  </a:lnTo>
                  <a:lnTo>
                    <a:pt x="8172749" y="2555255"/>
                  </a:lnTo>
                  <a:lnTo>
                    <a:pt x="8173591" y="2557705"/>
                  </a:lnTo>
                  <a:lnTo>
                    <a:pt x="8174432" y="2560499"/>
                  </a:lnTo>
                  <a:lnTo>
                    <a:pt x="8175273" y="2563351"/>
                  </a:lnTo>
                  <a:lnTo>
                    <a:pt x="8176114" y="2565945"/>
                  </a:lnTo>
                  <a:lnTo>
                    <a:pt x="8176955" y="2568438"/>
                  </a:lnTo>
                  <a:lnTo>
                    <a:pt x="8177797" y="2570429"/>
                  </a:lnTo>
                  <a:lnTo>
                    <a:pt x="8178638" y="2571979"/>
                  </a:lnTo>
                  <a:lnTo>
                    <a:pt x="8179479" y="2573207"/>
                  </a:lnTo>
                  <a:lnTo>
                    <a:pt x="8180320" y="2574245"/>
                  </a:lnTo>
                  <a:lnTo>
                    <a:pt x="8181161" y="2575157"/>
                  </a:lnTo>
                  <a:lnTo>
                    <a:pt x="8182003" y="2575787"/>
                  </a:lnTo>
                  <a:lnTo>
                    <a:pt x="8182844" y="2575924"/>
                  </a:lnTo>
                  <a:lnTo>
                    <a:pt x="8183685" y="2575849"/>
                  </a:lnTo>
                  <a:lnTo>
                    <a:pt x="8184526" y="2575653"/>
                  </a:lnTo>
                  <a:lnTo>
                    <a:pt x="8185367" y="2575151"/>
                  </a:lnTo>
                  <a:lnTo>
                    <a:pt x="8186209" y="2574701"/>
                  </a:lnTo>
                  <a:lnTo>
                    <a:pt x="8187050" y="2574512"/>
                  </a:lnTo>
                  <a:lnTo>
                    <a:pt x="8187891" y="2574443"/>
                  </a:lnTo>
                  <a:lnTo>
                    <a:pt x="8188732" y="2574151"/>
                  </a:lnTo>
                  <a:lnTo>
                    <a:pt x="8189573" y="2574095"/>
                  </a:lnTo>
                  <a:lnTo>
                    <a:pt x="8190415" y="2573959"/>
                  </a:lnTo>
                  <a:lnTo>
                    <a:pt x="8191256" y="2573845"/>
                  </a:lnTo>
                  <a:lnTo>
                    <a:pt x="8192097" y="2573100"/>
                  </a:lnTo>
                  <a:lnTo>
                    <a:pt x="8192938" y="2572416"/>
                  </a:lnTo>
                  <a:lnTo>
                    <a:pt x="8193779" y="2571803"/>
                  </a:lnTo>
                  <a:lnTo>
                    <a:pt x="8194621" y="2570987"/>
                  </a:lnTo>
                  <a:lnTo>
                    <a:pt x="8195462" y="2570158"/>
                  </a:lnTo>
                  <a:lnTo>
                    <a:pt x="8196303" y="2569229"/>
                  </a:lnTo>
                  <a:lnTo>
                    <a:pt x="8197144" y="2568105"/>
                  </a:lnTo>
                  <a:lnTo>
                    <a:pt x="8197985" y="2567118"/>
                  </a:lnTo>
                  <a:lnTo>
                    <a:pt x="8198827" y="2565831"/>
                  </a:lnTo>
                  <a:lnTo>
                    <a:pt x="8199668" y="2564471"/>
                  </a:lnTo>
                  <a:lnTo>
                    <a:pt x="8200509" y="2563228"/>
                  </a:lnTo>
                  <a:lnTo>
                    <a:pt x="8201350" y="2562058"/>
                  </a:lnTo>
                  <a:lnTo>
                    <a:pt x="8202191" y="2560808"/>
                  </a:lnTo>
                  <a:lnTo>
                    <a:pt x="8203033" y="2559046"/>
                  </a:lnTo>
                  <a:lnTo>
                    <a:pt x="8203874" y="2557477"/>
                  </a:lnTo>
                  <a:lnTo>
                    <a:pt x="8204715" y="2556121"/>
                  </a:lnTo>
                  <a:lnTo>
                    <a:pt x="8205556" y="2554677"/>
                  </a:lnTo>
                  <a:lnTo>
                    <a:pt x="8206397" y="2552907"/>
                  </a:lnTo>
                  <a:lnTo>
                    <a:pt x="8207239" y="2551328"/>
                  </a:lnTo>
                  <a:lnTo>
                    <a:pt x="8208080" y="2549851"/>
                  </a:lnTo>
                  <a:lnTo>
                    <a:pt x="8208921" y="2548636"/>
                  </a:lnTo>
                  <a:lnTo>
                    <a:pt x="8209762" y="2547610"/>
                  </a:lnTo>
                  <a:lnTo>
                    <a:pt x="8210604" y="2546490"/>
                  </a:lnTo>
                  <a:lnTo>
                    <a:pt x="8211445" y="2545654"/>
                  </a:lnTo>
                  <a:lnTo>
                    <a:pt x="8212286" y="2544485"/>
                  </a:lnTo>
                  <a:lnTo>
                    <a:pt x="8213127" y="2543371"/>
                  </a:lnTo>
                  <a:lnTo>
                    <a:pt x="8213968" y="2541555"/>
                  </a:lnTo>
                  <a:lnTo>
                    <a:pt x="8214810" y="2539895"/>
                  </a:lnTo>
                  <a:lnTo>
                    <a:pt x="8215651" y="2539099"/>
                  </a:lnTo>
                  <a:lnTo>
                    <a:pt x="8216492" y="2538967"/>
                  </a:lnTo>
                  <a:lnTo>
                    <a:pt x="8217333" y="2538909"/>
                  </a:lnTo>
                  <a:lnTo>
                    <a:pt x="8218174" y="2539062"/>
                  </a:lnTo>
                  <a:lnTo>
                    <a:pt x="8219016" y="2539207"/>
                  </a:lnTo>
                  <a:lnTo>
                    <a:pt x="8219857" y="2539193"/>
                  </a:lnTo>
                  <a:lnTo>
                    <a:pt x="8220698" y="2539033"/>
                  </a:lnTo>
                  <a:lnTo>
                    <a:pt x="8221539" y="2538746"/>
                  </a:lnTo>
                  <a:lnTo>
                    <a:pt x="8222380" y="2538531"/>
                  </a:lnTo>
                  <a:lnTo>
                    <a:pt x="8223222" y="2538705"/>
                  </a:lnTo>
                  <a:lnTo>
                    <a:pt x="8224063" y="2539225"/>
                  </a:lnTo>
                  <a:lnTo>
                    <a:pt x="8224904" y="2539899"/>
                  </a:lnTo>
                  <a:lnTo>
                    <a:pt x="8225745" y="2540723"/>
                  </a:lnTo>
                  <a:lnTo>
                    <a:pt x="8226586" y="2541805"/>
                  </a:lnTo>
                  <a:lnTo>
                    <a:pt x="8227428" y="2542682"/>
                  </a:lnTo>
                  <a:lnTo>
                    <a:pt x="8228269" y="2543469"/>
                  </a:lnTo>
                  <a:lnTo>
                    <a:pt x="8229110" y="2544243"/>
                  </a:lnTo>
                  <a:lnTo>
                    <a:pt x="8229951" y="2544950"/>
                  </a:lnTo>
                  <a:lnTo>
                    <a:pt x="8230792" y="2546142"/>
                  </a:lnTo>
                  <a:lnTo>
                    <a:pt x="8231634" y="2547828"/>
                  </a:lnTo>
                  <a:lnTo>
                    <a:pt x="8232475" y="2549659"/>
                  </a:lnTo>
                  <a:lnTo>
                    <a:pt x="8233316" y="2551862"/>
                  </a:lnTo>
                  <a:lnTo>
                    <a:pt x="8234157" y="2552913"/>
                  </a:lnTo>
                  <a:lnTo>
                    <a:pt x="8234998" y="2554111"/>
                  </a:lnTo>
                  <a:lnTo>
                    <a:pt x="8235840" y="2555292"/>
                  </a:lnTo>
                  <a:lnTo>
                    <a:pt x="8236681" y="2556625"/>
                  </a:lnTo>
                  <a:lnTo>
                    <a:pt x="8237522" y="2557930"/>
                  </a:lnTo>
                  <a:lnTo>
                    <a:pt x="8238363" y="2559216"/>
                  </a:lnTo>
                  <a:lnTo>
                    <a:pt x="8239204" y="2560390"/>
                  </a:lnTo>
                  <a:lnTo>
                    <a:pt x="8240046" y="2561998"/>
                  </a:lnTo>
                  <a:lnTo>
                    <a:pt x="8240887" y="2563723"/>
                  </a:lnTo>
                  <a:lnTo>
                    <a:pt x="8241728" y="2565374"/>
                  </a:lnTo>
                  <a:lnTo>
                    <a:pt x="8242569" y="2566628"/>
                  </a:lnTo>
                  <a:lnTo>
                    <a:pt x="8243410" y="2567715"/>
                  </a:lnTo>
                  <a:lnTo>
                    <a:pt x="8244252" y="2568382"/>
                  </a:lnTo>
                  <a:lnTo>
                    <a:pt x="8245093" y="2568811"/>
                  </a:lnTo>
                  <a:lnTo>
                    <a:pt x="8245592" y="2833682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93156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93198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87144" y="3520461"/>
              <a:ext cx="0" cy="2833682"/>
            </a:xfrm>
            <a:custGeom>
              <a:avLst/>
              <a:pathLst>
                <a:path w="0" h="2833682">
                  <a:moveTo>
                    <a:pt x="0" y="2833682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11199" y="5788081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11199" y="5084092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11199" y="4380104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11199" y="3676116"/>
              <a:ext cx="21331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400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552350" y="583187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52350" y="51278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52350" y="44238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52350" y="37199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87144" y="6354144"/>
              <a:ext cx="8411350" cy="0"/>
            </a:xfrm>
            <a:custGeom>
              <a:avLst/>
              <a:pathLst>
                <a:path w="8411350" h="0">
                  <a:moveTo>
                    <a:pt x="0" y="0"/>
                  </a:moveTo>
                  <a:lnTo>
                    <a:pt x="841135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262798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36580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468810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571816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97837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52150000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08138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52200000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184390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52250000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87395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52300000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4516148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96391" y="4886382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87144" y="3249099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2026-03-10T15:31:44Z</dcterms:modified>
  <cp:category/>
</cp:coreProperties>
</file>