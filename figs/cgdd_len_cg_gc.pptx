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4010491"/>
              <a:ext cx="477827" cy="456757"/>
            </a:xfrm>
            <a:custGeom>
              <a:avLst/>
              <a:pathLst>
                <a:path w="477827" h="456757">
                  <a:moveTo>
                    <a:pt x="0" y="456757"/>
                  </a:moveTo>
                  <a:lnTo>
                    <a:pt x="477827" y="45675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426356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467249"/>
              <a:ext cx="0" cy="576870"/>
            </a:xfrm>
            <a:custGeom>
              <a:avLst/>
              <a:pathLst>
                <a:path w="0" h="576870">
                  <a:moveTo>
                    <a:pt x="0" y="5768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3329206"/>
              <a:ext cx="0" cy="681285"/>
            </a:xfrm>
            <a:custGeom>
              <a:avLst/>
              <a:pathLst>
                <a:path w="0" h="681285">
                  <a:moveTo>
                    <a:pt x="0" y="0"/>
                  </a:moveTo>
                  <a:lnTo>
                    <a:pt x="0" y="6812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4411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48998" y="332920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529541" y="4010491"/>
              <a:ext cx="477827" cy="456757"/>
            </a:xfrm>
            <a:custGeom>
              <a:avLst/>
              <a:pathLst>
                <a:path w="477827" h="456757">
                  <a:moveTo>
                    <a:pt x="0" y="456757"/>
                  </a:moveTo>
                  <a:lnTo>
                    <a:pt x="477827" y="45675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126826" y="3555830"/>
              <a:ext cx="477827" cy="571039"/>
            </a:xfrm>
            <a:custGeom>
              <a:avLst/>
              <a:pathLst>
                <a:path w="477827" h="571039">
                  <a:moveTo>
                    <a:pt x="0" y="571039"/>
                  </a:moveTo>
                  <a:lnTo>
                    <a:pt x="477827" y="57103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26826" y="384236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4126869"/>
              <a:ext cx="0" cy="827727"/>
            </a:xfrm>
            <a:custGeom>
              <a:avLst/>
              <a:pathLst>
                <a:path w="0" h="827727">
                  <a:moveTo>
                    <a:pt x="0" y="82772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365740" y="2711576"/>
              <a:ext cx="0" cy="844253"/>
            </a:xfrm>
            <a:custGeom>
              <a:avLst/>
              <a:pathLst>
                <a:path w="0" h="844253">
                  <a:moveTo>
                    <a:pt x="0" y="0"/>
                  </a:moveTo>
                  <a:lnTo>
                    <a:pt x="0" y="8442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246283" y="495459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246283" y="271157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126826" y="3555830"/>
              <a:ext cx="477827" cy="571039"/>
            </a:xfrm>
            <a:custGeom>
              <a:avLst/>
              <a:pathLst>
                <a:path w="477827" h="571039">
                  <a:moveTo>
                    <a:pt x="0" y="571039"/>
                  </a:moveTo>
                  <a:lnTo>
                    <a:pt x="477827" y="57103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724111" y="3126509"/>
              <a:ext cx="477827" cy="610331"/>
            </a:xfrm>
            <a:custGeom>
              <a:avLst/>
              <a:pathLst>
                <a:path w="477827" h="610331">
                  <a:moveTo>
                    <a:pt x="0" y="610331"/>
                  </a:moveTo>
                  <a:lnTo>
                    <a:pt x="477827" y="6103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724111" y="342609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963025" y="3736840"/>
              <a:ext cx="0" cy="914089"/>
            </a:xfrm>
            <a:custGeom>
              <a:avLst/>
              <a:pathLst>
                <a:path w="0" h="914089">
                  <a:moveTo>
                    <a:pt x="0" y="91408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963025" y="2350008"/>
              <a:ext cx="0" cy="776501"/>
            </a:xfrm>
            <a:custGeom>
              <a:avLst/>
              <a:pathLst>
                <a:path w="0" h="776501">
                  <a:moveTo>
                    <a:pt x="0" y="0"/>
                  </a:moveTo>
                  <a:lnTo>
                    <a:pt x="0" y="7765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43568" y="465093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724111" y="3126509"/>
              <a:ext cx="477827" cy="610331"/>
            </a:xfrm>
            <a:custGeom>
              <a:avLst/>
              <a:pathLst>
                <a:path w="477827" h="610331">
                  <a:moveTo>
                    <a:pt x="0" y="610331"/>
                  </a:moveTo>
                  <a:lnTo>
                    <a:pt x="477827" y="6103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321396" y="2927457"/>
              <a:ext cx="477827" cy="632384"/>
            </a:xfrm>
            <a:custGeom>
              <a:avLst/>
              <a:pathLst>
                <a:path w="477827" h="632384">
                  <a:moveTo>
                    <a:pt x="0" y="632384"/>
                  </a:moveTo>
                  <a:lnTo>
                    <a:pt x="477827" y="63238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321396" y="322477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560310" y="3559841"/>
              <a:ext cx="0" cy="933167"/>
            </a:xfrm>
            <a:custGeom>
              <a:avLst/>
              <a:pathLst>
                <a:path w="0" h="933167">
                  <a:moveTo>
                    <a:pt x="0" y="93316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60310" y="2350008"/>
              <a:ext cx="0" cy="577449"/>
            </a:xfrm>
            <a:custGeom>
              <a:avLst/>
              <a:pathLst>
                <a:path w="0" h="577449">
                  <a:moveTo>
                    <a:pt x="0" y="0"/>
                  </a:moveTo>
                  <a:lnTo>
                    <a:pt x="0" y="5774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440853" y="449300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321396" y="2927457"/>
              <a:ext cx="477827" cy="632384"/>
            </a:xfrm>
            <a:custGeom>
              <a:avLst/>
              <a:pathLst>
                <a:path w="477827" h="632384">
                  <a:moveTo>
                    <a:pt x="0" y="632384"/>
                  </a:moveTo>
                  <a:lnTo>
                    <a:pt x="477827" y="63238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3918681" y="2823185"/>
              <a:ext cx="477827" cy="598778"/>
            </a:xfrm>
            <a:custGeom>
              <a:avLst/>
              <a:pathLst>
                <a:path w="477827" h="598778">
                  <a:moveTo>
                    <a:pt x="0" y="598778"/>
                  </a:moveTo>
                  <a:lnTo>
                    <a:pt x="477827" y="59877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918681" y="310528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157595" y="3421964"/>
              <a:ext cx="0" cy="890650"/>
            </a:xfrm>
            <a:custGeom>
              <a:avLst/>
              <a:pathLst>
                <a:path w="0" h="890650">
                  <a:moveTo>
                    <a:pt x="0" y="8906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157595" y="2350008"/>
              <a:ext cx="0" cy="473177"/>
            </a:xfrm>
            <a:custGeom>
              <a:avLst/>
              <a:pathLst>
                <a:path w="0" h="473177">
                  <a:moveTo>
                    <a:pt x="0" y="0"/>
                  </a:moveTo>
                  <a:lnTo>
                    <a:pt x="0" y="4731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038138" y="431261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3918681" y="2823185"/>
              <a:ext cx="477827" cy="598778"/>
            </a:xfrm>
            <a:custGeom>
              <a:avLst/>
              <a:pathLst>
                <a:path w="477827" h="598778">
                  <a:moveTo>
                    <a:pt x="0" y="598778"/>
                  </a:moveTo>
                  <a:lnTo>
                    <a:pt x="477827" y="598778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4515966" y="2786837"/>
              <a:ext cx="477827" cy="637611"/>
            </a:xfrm>
            <a:custGeom>
              <a:avLst/>
              <a:pathLst>
                <a:path w="477827" h="637611">
                  <a:moveTo>
                    <a:pt x="0" y="637611"/>
                  </a:moveTo>
                  <a:lnTo>
                    <a:pt x="477827" y="63761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515966" y="3090210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754880" y="3424449"/>
              <a:ext cx="0" cy="936364"/>
            </a:xfrm>
            <a:custGeom>
              <a:avLst/>
              <a:pathLst>
                <a:path w="0" h="936364">
                  <a:moveTo>
                    <a:pt x="0" y="93636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754880" y="2350008"/>
              <a:ext cx="0" cy="436829"/>
            </a:xfrm>
            <a:custGeom>
              <a:avLst/>
              <a:pathLst>
                <a:path w="0" h="436829">
                  <a:moveTo>
                    <a:pt x="0" y="0"/>
                  </a:moveTo>
                  <a:lnTo>
                    <a:pt x="0" y="4368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635423" y="436081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4515966" y="2786837"/>
              <a:ext cx="477827" cy="637611"/>
            </a:xfrm>
            <a:custGeom>
              <a:avLst/>
              <a:pathLst>
                <a:path w="477827" h="637611">
                  <a:moveTo>
                    <a:pt x="0" y="637611"/>
                  </a:moveTo>
                  <a:lnTo>
                    <a:pt x="477827" y="63761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5113250" y="2746595"/>
              <a:ext cx="477827" cy="608262"/>
            </a:xfrm>
            <a:custGeom>
              <a:avLst/>
              <a:pathLst>
                <a:path w="477827" h="608262">
                  <a:moveTo>
                    <a:pt x="0" y="608262"/>
                  </a:moveTo>
                  <a:lnTo>
                    <a:pt x="477827" y="60826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113250" y="304326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352164" y="3354858"/>
              <a:ext cx="0" cy="886060"/>
            </a:xfrm>
            <a:custGeom>
              <a:avLst/>
              <a:pathLst>
                <a:path w="0" h="886060">
                  <a:moveTo>
                    <a:pt x="0" y="88606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352164" y="2350008"/>
              <a:ext cx="0" cy="396587"/>
            </a:xfrm>
            <a:custGeom>
              <a:avLst/>
              <a:pathLst>
                <a:path w="0" h="396587">
                  <a:moveTo>
                    <a:pt x="0" y="0"/>
                  </a:moveTo>
                  <a:lnTo>
                    <a:pt x="0" y="3965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232707" y="424091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5113250" y="2746595"/>
              <a:ext cx="477827" cy="608262"/>
            </a:xfrm>
            <a:custGeom>
              <a:avLst/>
              <a:pathLst>
                <a:path w="477827" h="608262">
                  <a:moveTo>
                    <a:pt x="0" y="608262"/>
                  </a:moveTo>
                  <a:lnTo>
                    <a:pt x="477827" y="60826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5710535" y="2737506"/>
              <a:ext cx="477827" cy="580599"/>
            </a:xfrm>
            <a:custGeom>
              <a:avLst/>
              <a:pathLst>
                <a:path w="477827" h="580599">
                  <a:moveTo>
                    <a:pt x="0" y="580599"/>
                  </a:moveTo>
                  <a:lnTo>
                    <a:pt x="477827" y="58059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710535" y="297226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949449" y="3318105"/>
              <a:ext cx="0" cy="868875"/>
            </a:xfrm>
            <a:custGeom>
              <a:avLst/>
              <a:pathLst>
                <a:path w="0" h="868875">
                  <a:moveTo>
                    <a:pt x="0" y="86887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949449" y="2350008"/>
              <a:ext cx="0" cy="387498"/>
            </a:xfrm>
            <a:custGeom>
              <a:avLst/>
              <a:pathLst>
                <a:path w="0" h="387498">
                  <a:moveTo>
                    <a:pt x="0" y="0"/>
                  </a:moveTo>
                  <a:lnTo>
                    <a:pt x="0" y="3874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829992" y="418698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710535" y="2737506"/>
              <a:ext cx="477827" cy="580599"/>
            </a:xfrm>
            <a:custGeom>
              <a:avLst/>
              <a:pathLst>
                <a:path w="477827" h="580599">
                  <a:moveTo>
                    <a:pt x="0" y="580599"/>
                  </a:moveTo>
                  <a:lnTo>
                    <a:pt x="477827" y="58059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6307820" y="2767099"/>
              <a:ext cx="477827" cy="550715"/>
            </a:xfrm>
            <a:custGeom>
              <a:avLst/>
              <a:pathLst>
                <a:path w="477827" h="550715">
                  <a:moveTo>
                    <a:pt x="0" y="550715"/>
                  </a:moveTo>
                  <a:lnTo>
                    <a:pt x="477827" y="55071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6307820" y="304122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6546734" y="3317814"/>
              <a:ext cx="0" cy="698633"/>
            </a:xfrm>
            <a:custGeom>
              <a:avLst/>
              <a:pathLst>
                <a:path w="0" h="698633">
                  <a:moveTo>
                    <a:pt x="0" y="6986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6546734" y="2350008"/>
              <a:ext cx="0" cy="417091"/>
            </a:xfrm>
            <a:custGeom>
              <a:avLst/>
              <a:pathLst>
                <a:path w="0" h="417091">
                  <a:moveTo>
                    <a:pt x="0" y="0"/>
                  </a:moveTo>
                  <a:lnTo>
                    <a:pt x="0" y="4170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6427277" y="4016448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6307820" y="2767099"/>
              <a:ext cx="477827" cy="550715"/>
            </a:xfrm>
            <a:custGeom>
              <a:avLst/>
              <a:pathLst>
                <a:path w="477827" h="550715">
                  <a:moveTo>
                    <a:pt x="0" y="550715"/>
                  </a:moveTo>
                  <a:lnTo>
                    <a:pt x="477827" y="55071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6905105" y="2788182"/>
              <a:ext cx="477827" cy="560494"/>
            </a:xfrm>
            <a:custGeom>
              <a:avLst/>
              <a:pathLst>
                <a:path w="477827" h="560494">
                  <a:moveTo>
                    <a:pt x="0" y="560494"/>
                  </a:moveTo>
                  <a:lnTo>
                    <a:pt x="477827" y="5604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905105" y="302201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7144019" y="3348676"/>
              <a:ext cx="0" cy="708717"/>
            </a:xfrm>
            <a:custGeom>
              <a:avLst/>
              <a:pathLst>
                <a:path w="0" h="708717">
                  <a:moveTo>
                    <a:pt x="0" y="7087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7144019" y="2350008"/>
              <a:ext cx="0" cy="438174"/>
            </a:xfrm>
            <a:custGeom>
              <a:avLst/>
              <a:pathLst>
                <a:path w="0" h="438174">
                  <a:moveTo>
                    <a:pt x="0" y="0"/>
                  </a:moveTo>
                  <a:lnTo>
                    <a:pt x="0" y="4381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024562" y="405739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6905105" y="2788182"/>
              <a:ext cx="477827" cy="560494"/>
            </a:xfrm>
            <a:custGeom>
              <a:avLst/>
              <a:pathLst>
                <a:path w="477827" h="560494">
                  <a:moveTo>
                    <a:pt x="0" y="560494"/>
                  </a:moveTo>
                  <a:lnTo>
                    <a:pt x="477827" y="5604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7502390" y="2667827"/>
              <a:ext cx="477827" cy="657945"/>
            </a:xfrm>
            <a:custGeom>
              <a:avLst/>
              <a:pathLst>
                <a:path w="477827" h="657945">
                  <a:moveTo>
                    <a:pt x="0" y="657945"/>
                  </a:moveTo>
                  <a:lnTo>
                    <a:pt x="477827" y="65794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502390" y="291292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741304" y="3325773"/>
              <a:ext cx="0" cy="829609"/>
            </a:xfrm>
            <a:custGeom>
              <a:avLst/>
              <a:pathLst>
                <a:path w="0" h="829609">
                  <a:moveTo>
                    <a:pt x="0" y="8296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741304" y="2350008"/>
              <a:ext cx="0" cy="317819"/>
            </a:xfrm>
            <a:custGeom>
              <a:avLst/>
              <a:pathLst>
                <a:path w="0" h="317819">
                  <a:moveTo>
                    <a:pt x="0" y="0"/>
                  </a:moveTo>
                  <a:lnTo>
                    <a:pt x="0" y="3178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621847" y="415538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7502390" y="2667827"/>
              <a:ext cx="477827" cy="657945"/>
            </a:xfrm>
            <a:custGeom>
              <a:avLst/>
              <a:pathLst>
                <a:path w="477827" h="657945">
                  <a:moveTo>
                    <a:pt x="0" y="657945"/>
                  </a:moveTo>
                  <a:lnTo>
                    <a:pt x="477827" y="65794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4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96" name="pl95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115567" y="47120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115567" y="43359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115567" y="39598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115567" y="35836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115567" y="32075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115567" y="28314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4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06" name="tx105"/>
            <p:cNvSpPr/>
            <p:nvPr/>
          </p:nvSpPr>
          <p:spPr>
            <a:xfrm rot="-5400000">
              <a:off x="808735" y="42782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07" name="tx106"/>
            <p:cNvSpPr/>
            <p:nvPr/>
          </p:nvSpPr>
          <p:spPr>
            <a:xfrm rot="-5400000">
              <a:off x="808735" y="352604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08" name="tx107"/>
            <p:cNvSpPr/>
            <p:nvPr/>
          </p:nvSpPr>
          <p:spPr>
            <a:xfrm rot="-5400000">
              <a:off x="808735" y="27738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09" name="pg108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2026-03-10T12:37:48Z</dcterms:modified>
  <cp:category/>
</cp:coreProperties>
</file>