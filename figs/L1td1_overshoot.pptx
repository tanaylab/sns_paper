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31928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3262477"/>
              <a:ext cx="9004821" cy="352593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551565" y="145504"/>
              <a:ext cx="8446930" cy="31169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667474" y="1462979"/>
              <a:ext cx="2432046" cy="1799497"/>
            </a:xfrm>
            <a:custGeom>
              <a:avLst/>
              <a:pathLst>
                <a:path w="2432046" h="1799497">
                  <a:moveTo>
                    <a:pt x="0" y="1799497"/>
                  </a:moveTo>
                  <a:lnTo>
                    <a:pt x="54735" y="1732345"/>
                  </a:lnTo>
                  <a:lnTo>
                    <a:pt x="140057" y="1674670"/>
                  </a:lnTo>
                  <a:lnTo>
                    <a:pt x="225380" y="1597596"/>
                  </a:lnTo>
                  <a:lnTo>
                    <a:pt x="310702" y="1287889"/>
                  </a:lnTo>
                  <a:lnTo>
                    <a:pt x="396025" y="1028969"/>
                  </a:lnTo>
                  <a:lnTo>
                    <a:pt x="481347" y="772792"/>
                  </a:lnTo>
                  <a:lnTo>
                    <a:pt x="566670" y="455233"/>
                  </a:lnTo>
                  <a:lnTo>
                    <a:pt x="651993" y="194761"/>
                  </a:lnTo>
                  <a:lnTo>
                    <a:pt x="737315" y="0"/>
                  </a:lnTo>
                  <a:lnTo>
                    <a:pt x="822638" y="109211"/>
                  </a:lnTo>
                  <a:lnTo>
                    <a:pt x="907960" y="288487"/>
                  </a:lnTo>
                  <a:lnTo>
                    <a:pt x="993283" y="597368"/>
                  </a:lnTo>
                  <a:lnTo>
                    <a:pt x="1078605" y="949367"/>
                  </a:lnTo>
                  <a:lnTo>
                    <a:pt x="1163928" y="1145874"/>
                  </a:lnTo>
                  <a:lnTo>
                    <a:pt x="1249250" y="1252426"/>
                  </a:lnTo>
                  <a:lnTo>
                    <a:pt x="1334573" y="1370649"/>
                  </a:lnTo>
                  <a:lnTo>
                    <a:pt x="1419895" y="1296586"/>
                  </a:lnTo>
                  <a:lnTo>
                    <a:pt x="1505218" y="1135734"/>
                  </a:lnTo>
                  <a:lnTo>
                    <a:pt x="1590540" y="1009922"/>
                  </a:lnTo>
                  <a:lnTo>
                    <a:pt x="1675863" y="1150616"/>
                  </a:lnTo>
                  <a:lnTo>
                    <a:pt x="1761185" y="1195514"/>
                  </a:lnTo>
                  <a:lnTo>
                    <a:pt x="1846508" y="1062878"/>
                  </a:lnTo>
                  <a:lnTo>
                    <a:pt x="1931831" y="1131070"/>
                  </a:lnTo>
                  <a:lnTo>
                    <a:pt x="2017153" y="1233276"/>
                  </a:lnTo>
                  <a:lnTo>
                    <a:pt x="2102476" y="1371188"/>
                  </a:lnTo>
                  <a:lnTo>
                    <a:pt x="2187798" y="1391950"/>
                  </a:lnTo>
                  <a:lnTo>
                    <a:pt x="2273121" y="1471648"/>
                  </a:lnTo>
                  <a:lnTo>
                    <a:pt x="2358443" y="1659681"/>
                  </a:lnTo>
                  <a:lnTo>
                    <a:pt x="2432046" y="179949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813596" y="2760067"/>
              <a:ext cx="537174" cy="502410"/>
            </a:xfrm>
            <a:custGeom>
              <a:avLst/>
              <a:pathLst>
                <a:path w="537174" h="502410">
                  <a:moveTo>
                    <a:pt x="0" y="502410"/>
                  </a:moveTo>
                  <a:lnTo>
                    <a:pt x="65547" y="238204"/>
                  </a:lnTo>
                  <a:lnTo>
                    <a:pt x="150870" y="190865"/>
                  </a:lnTo>
                  <a:lnTo>
                    <a:pt x="236192" y="0"/>
                  </a:lnTo>
                  <a:lnTo>
                    <a:pt x="321515" y="18326"/>
                  </a:lnTo>
                  <a:lnTo>
                    <a:pt x="406837" y="14801"/>
                  </a:lnTo>
                  <a:lnTo>
                    <a:pt x="492160" y="146917"/>
                  </a:lnTo>
                  <a:lnTo>
                    <a:pt x="537174" y="50241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g10"/>
            <p:cNvSpPr/>
            <p:nvPr/>
          </p:nvSpPr>
          <p:spPr>
            <a:xfrm>
              <a:off x="551565" y="1462979"/>
              <a:ext cx="8446930" cy="1799497"/>
            </a:xfrm>
            <a:custGeom>
              <a:avLst/>
              <a:pathLst>
                <a:path w="8446930" h="1799497">
                  <a:moveTo>
                    <a:pt x="0" y="1799497"/>
                  </a:moveTo>
                  <a:lnTo>
                    <a:pt x="85322" y="1799497"/>
                  </a:lnTo>
                  <a:lnTo>
                    <a:pt x="170645" y="1732345"/>
                  </a:lnTo>
                  <a:lnTo>
                    <a:pt x="255967" y="1674670"/>
                  </a:lnTo>
                  <a:lnTo>
                    <a:pt x="341290" y="1597596"/>
                  </a:lnTo>
                  <a:lnTo>
                    <a:pt x="426612" y="1287889"/>
                  </a:lnTo>
                  <a:lnTo>
                    <a:pt x="511935" y="1028969"/>
                  </a:lnTo>
                  <a:lnTo>
                    <a:pt x="597257" y="772792"/>
                  </a:lnTo>
                  <a:lnTo>
                    <a:pt x="682580" y="455233"/>
                  </a:lnTo>
                  <a:lnTo>
                    <a:pt x="767902" y="194761"/>
                  </a:lnTo>
                  <a:lnTo>
                    <a:pt x="853225" y="0"/>
                  </a:lnTo>
                  <a:lnTo>
                    <a:pt x="938547" y="109211"/>
                  </a:lnTo>
                  <a:lnTo>
                    <a:pt x="1023870" y="288487"/>
                  </a:lnTo>
                  <a:lnTo>
                    <a:pt x="1109192" y="597368"/>
                  </a:lnTo>
                  <a:lnTo>
                    <a:pt x="1194515" y="949367"/>
                  </a:lnTo>
                  <a:lnTo>
                    <a:pt x="1279837" y="1145874"/>
                  </a:lnTo>
                  <a:lnTo>
                    <a:pt x="1365160" y="1252426"/>
                  </a:lnTo>
                  <a:lnTo>
                    <a:pt x="1450483" y="1370649"/>
                  </a:lnTo>
                  <a:lnTo>
                    <a:pt x="1535805" y="1296586"/>
                  </a:lnTo>
                  <a:lnTo>
                    <a:pt x="1621128" y="1135734"/>
                  </a:lnTo>
                  <a:lnTo>
                    <a:pt x="1706450" y="1009922"/>
                  </a:lnTo>
                  <a:lnTo>
                    <a:pt x="1791773" y="1150616"/>
                  </a:lnTo>
                  <a:lnTo>
                    <a:pt x="1877095" y="1195514"/>
                  </a:lnTo>
                  <a:lnTo>
                    <a:pt x="1962418" y="1062878"/>
                  </a:lnTo>
                  <a:lnTo>
                    <a:pt x="2047740" y="1131070"/>
                  </a:lnTo>
                  <a:lnTo>
                    <a:pt x="2133063" y="1233276"/>
                  </a:lnTo>
                  <a:lnTo>
                    <a:pt x="2218385" y="1371188"/>
                  </a:lnTo>
                  <a:lnTo>
                    <a:pt x="2303708" y="1391950"/>
                  </a:lnTo>
                  <a:lnTo>
                    <a:pt x="2389030" y="1471648"/>
                  </a:lnTo>
                  <a:lnTo>
                    <a:pt x="2474353" y="1659681"/>
                  </a:lnTo>
                  <a:lnTo>
                    <a:pt x="2559675" y="1799497"/>
                  </a:lnTo>
                  <a:lnTo>
                    <a:pt x="2644998" y="1799497"/>
                  </a:lnTo>
                  <a:lnTo>
                    <a:pt x="2730320" y="1799497"/>
                  </a:lnTo>
                  <a:lnTo>
                    <a:pt x="2815643" y="1799497"/>
                  </a:lnTo>
                  <a:lnTo>
                    <a:pt x="2900966" y="1799497"/>
                  </a:lnTo>
                  <a:lnTo>
                    <a:pt x="2986288" y="1799497"/>
                  </a:lnTo>
                  <a:lnTo>
                    <a:pt x="3071611" y="1799497"/>
                  </a:lnTo>
                  <a:lnTo>
                    <a:pt x="3156933" y="1799497"/>
                  </a:lnTo>
                  <a:lnTo>
                    <a:pt x="3242256" y="1799497"/>
                  </a:lnTo>
                  <a:lnTo>
                    <a:pt x="3327578" y="1535292"/>
                  </a:lnTo>
                  <a:lnTo>
                    <a:pt x="3412901" y="1487953"/>
                  </a:lnTo>
                  <a:lnTo>
                    <a:pt x="3498223" y="1297087"/>
                  </a:lnTo>
                  <a:lnTo>
                    <a:pt x="3583546" y="1315414"/>
                  </a:lnTo>
                  <a:lnTo>
                    <a:pt x="3668868" y="1311888"/>
                  </a:lnTo>
                  <a:lnTo>
                    <a:pt x="3754191" y="1444004"/>
                  </a:lnTo>
                  <a:lnTo>
                    <a:pt x="3839513" y="1799497"/>
                  </a:lnTo>
                  <a:lnTo>
                    <a:pt x="3924836" y="1799497"/>
                  </a:lnTo>
                  <a:lnTo>
                    <a:pt x="4010158" y="1799497"/>
                  </a:lnTo>
                  <a:lnTo>
                    <a:pt x="4095481" y="1799497"/>
                  </a:lnTo>
                  <a:lnTo>
                    <a:pt x="4180804" y="1799497"/>
                  </a:lnTo>
                  <a:lnTo>
                    <a:pt x="4266126" y="1799497"/>
                  </a:lnTo>
                  <a:lnTo>
                    <a:pt x="4351449" y="1799497"/>
                  </a:lnTo>
                  <a:lnTo>
                    <a:pt x="4436771" y="1799497"/>
                  </a:lnTo>
                  <a:lnTo>
                    <a:pt x="4522094" y="1799497"/>
                  </a:lnTo>
                  <a:lnTo>
                    <a:pt x="4607416" y="1799497"/>
                  </a:lnTo>
                  <a:lnTo>
                    <a:pt x="4692739" y="1799497"/>
                  </a:lnTo>
                  <a:lnTo>
                    <a:pt x="4778061" y="1799497"/>
                  </a:lnTo>
                  <a:lnTo>
                    <a:pt x="4863384" y="1799497"/>
                  </a:lnTo>
                  <a:lnTo>
                    <a:pt x="4948706" y="1799497"/>
                  </a:lnTo>
                  <a:lnTo>
                    <a:pt x="5034029" y="1799497"/>
                  </a:lnTo>
                  <a:lnTo>
                    <a:pt x="5119351" y="1799497"/>
                  </a:lnTo>
                  <a:lnTo>
                    <a:pt x="5204674" y="1799497"/>
                  </a:lnTo>
                  <a:lnTo>
                    <a:pt x="5289996" y="1799497"/>
                  </a:lnTo>
                  <a:lnTo>
                    <a:pt x="5375319" y="1799497"/>
                  </a:lnTo>
                  <a:lnTo>
                    <a:pt x="5460641" y="1799497"/>
                  </a:lnTo>
                  <a:lnTo>
                    <a:pt x="5545964" y="1799497"/>
                  </a:lnTo>
                  <a:lnTo>
                    <a:pt x="5631287" y="1799497"/>
                  </a:lnTo>
                  <a:lnTo>
                    <a:pt x="5716609" y="1799497"/>
                  </a:lnTo>
                  <a:lnTo>
                    <a:pt x="5801932" y="1799497"/>
                  </a:lnTo>
                  <a:lnTo>
                    <a:pt x="5887254" y="1799497"/>
                  </a:lnTo>
                  <a:lnTo>
                    <a:pt x="5972577" y="1799497"/>
                  </a:lnTo>
                  <a:lnTo>
                    <a:pt x="6057899" y="1799497"/>
                  </a:lnTo>
                  <a:lnTo>
                    <a:pt x="6143222" y="1799497"/>
                  </a:lnTo>
                  <a:lnTo>
                    <a:pt x="6228544" y="1799497"/>
                  </a:lnTo>
                  <a:lnTo>
                    <a:pt x="6313867" y="1799497"/>
                  </a:lnTo>
                  <a:lnTo>
                    <a:pt x="6399189" y="1799497"/>
                  </a:lnTo>
                  <a:lnTo>
                    <a:pt x="6484512" y="1799497"/>
                  </a:lnTo>
                  <a:lnTo>
                    <a:pt x="6569834" y="1799497"/>
                  </a:lnTo>
                  <a:lnTo>
                    <a:pt x="6655157" y="1799497"/>
                  </a:lnTo>
                  <a:lnTo>
                    <a:pt x="6740479" y="1799497"/>
                  </a:lnTo>
                  <a:lnTo>
                    <a:pt x="6825802" y="1799497"/>
                  </a:lnTo>
                  <a:lnTo>
                    <a:pt x="6911125" y="1799497"/>
                  </a:lnTo>
                  <a:lnTo>
                    <a:pt x="6996447" y="1799497"/>
                  </a:lnTo>
                  <a:lnTo>
                    <a:pt x="7081770" y="1799497"/>
                  </a:lnTo>
                  <a:lnTo>
                    <a:pt x="7167092" y="1799497"/>
                  </a:lnTo>
                  <a:lnTo>
                    <a:pt x="7252415" y="1799497"/>
                  </a:lnTo>
                  <a:lnTo>
                    <a:pt x="7337737" y="1799497"/>
                  </a:lnTo>
                  <a:lnTo>
                    <a:pt x="7423060" y="1799497"/>
                  </a:lnTo>
                  <a:lnTo>
                    <a:pt x="7508382" y="1799497"/>
                  </a:lnTo>
                  <a:lnTo>
                    <a:pt x="7593705" y="1799497"/>
                  </a:lnTo>
                  <a:lnTo>
                    <a:pt x="7679027" y="1799497"/>
                  </a:lnTo>
                  <a:lnTo>
                    <a:pt x="7764350" y="1799497"/>
                  </a:lnTo>
                  <a:lnTo>
                    <a:pt x="7849672" y="1799497"/>
                  </a:lnTo>
                  <a:lnTo>
                    <a:pt x="7934995" y="1799497"/>
                  </a:lnTo>
                  <a:lnTo>
                    <a:pt x="8020317" y="1799497"/>
                  </a:lnTo>
                  <a:lnTo>
                    <a:pt x="8105640" y="1799497"/>
                  </a:lnTo>
                  <a:lnTo>
                    <a:pt x="8190962" y="1799497"/>
                  </a:lnTo>
                  <a:lnTo>
                    <a:pt x="8276285" y="1799497"/>
                  </a:lnTo>
                  <a:lnTo>
                    <a:pt x="8361608" y="1799497"/>
                  </a:lnTo>
                  <a:lnTo>
                    <a:pt x="8446930" y="1799497"/>
                  </a:lnTo>
                  <a:lnTo>
                    <a:pt x="8361608" y="1799497"/>
                  </a:lnTo>
                  <a:lnTo>
                    <a:pt x="8276285" y="1799497"/>
                  </a:lnTo>
                  <a:lnTo>
                    <a:pt x="8190962" y="1799497"/>
                  </a:lnTo>
                  <a:lnTo>
                    <a:pt x="8105640" y="1799497"/>
                  </a:lnTo>
                  <a:lnTo>
                    <a:pt x="8020317" y="1799497"/>
                  </a:lnTo>
                  <a:lnTo>
                    <a:pt x="7934995" y="1799497"/>
                  </a:lnTo>
                  <a:lnTo>
                    <a:pt x="7849672" y="1799497"/>
                  </a:lnTo>
                  <a:lnTo>
                    <a:pt x="7764350" y="1799497"/>
                  </a:lnTo>
                  <a:lnTo>
                    <a:pt x="7679027" y="1799497"/>
                  </a:lnTo>
                  <a:lnTo>
                    <a:pt x="7593705" y="1799497"/>
                  </a:lnTo>
                  <a:lnTo>
                    <a:pt x="7508382" y="1799497"/>
                  </a:lnTo>
                  <a:lnTo>
                    <a:pt x="7423060" y="1799497"/>
                  </a:lnTo>
                  <a:lnTo>
                    <a:pt x="7337737" y="1799497"/>
                  </a:lnTo>
                  <a:lnTo>
                    <a:pt x="7252415" y="1799497"/>
                  </a:lnTo>
                  <a:lnTo>
                    <a:pt x="7167092" y="1799497"/>
                  </a:lnTo>
                  <a:lnTo>
                    <a:pt x="7081770" y="1799497"/>
                  </a:lnTo>
                  <a:lnTo>
                    <a:pt x="6996447" y="1799497"/>
                  </a:lnTo>
                  <a:lnTo>
                    <a:pt x="6911125" y="1799497"/>
                  </a:lnTo>
                  <a:lnTo>
                    <a:pt x="6825802" y="1799497"/>
                  </a:lnTo>
                  <a:lnTo>
                    <a:pt x="6740479" y="1799497"/>
                  </a:lnTo>
                  <a:lnTo>
                    <a:pt x="6655157" y="1799497"/>
                  </a:lnTo>
                  <a:lnTo>
                    <a:pt x="6569834" y="1799497"/>
                  </a:lnTo>
                  <a:lnTo>
                    <a:pt x="6484512" y="1799497"/>
                  </a:lnTo>
                  <a:lnTo>
                    <a:pt x="6399189" y="1799497"/>
                  </a:lnTo>
                  <a:lnTo>
                    <a:pt x="6313867" y="1799497"/>
                  </a:lnTo>
                  <a:lnTo>
                    <a:pt x="6228544" y="1799497"/>
                  </a:lnTo>
                  <a:lnTo>
                    <a:pt x="6143222" y="1799497"/>
                  </a:lnTo>
                  <a:lnTo>
                    <a:pt x="6057899" y="1799497"/>
                  </a:lnTo>
                  <a:lnTo>
                    <a:pt x="5972577" y="1799497"/>
                  </a:lnTo>
                  <a:lnTo>
                    <a:pt x="5887254" y="1799497"/>
                  </a:lnTo>
                  <a:lnTo>
                    <a:pt x="5801932" y="1799497"/>
                  </a:lnTo>
                  <a:lnTo>
                    <a:pt x="5716609" y="1799497"/>
                  </a:lnTo>
                  <a:lnTo>
                    <a:pt x="5631287" y="1799497"/>
                  </a:lnTo>
                  <a:lnTo>
                    <a:pt x="5545964" y="1799497"/>
                  </a:lnTo>
                  <a:lnTo>
                    <a:pt x="5460641" y="1799497"/>
                  </a:lnTo>
                  <a:lnTo>
                    <a:pt x="5375319" y="1799497"/>
                  </a:lnTo>
                  <a:lnTo>
                    <a:pt x="5289996" y="1799497"/>
                  </a:lnTo>
                  <a:lnTo>
                    <a:pt x="5204674" y="1799497"/>
                  </a:lnTo>
                  <a:lnTo>
                    <a:pt x="5119351" y="1799497"/>
                  </a:lnTo>
                  <a:lnTo>
                    <a:pt x="5034029" y="1799497"/>
                  </a:lnTo>
                  <a:lnTo>
                    <a:pt x="4948706" y="1799497"/>
                  </a:lnTo>
                  <a:lnTo>
                    <a:pt x="4863384" y="1799497"/>
                  </a:lnTo>
                  <a:lnTo>
                    <a:pt x="4778061" y="1799497"/>
                  </a:lnTo>
                  <a:lnTo>
                    <a:pt x="4692739" y="1799497"/>
                  </a:lnTo>
                  <a:lnTo>
                    <a:pt x="4607416" y="1799497"/>
                  </a:lnTo>
                  <a:lnTo>
                    <a:pt x="4522094" y="1799497"/>
                  </a:lnTo>
                  <a:lnTo>
                    <a:pt x="4436771" y="1799497"/>
                  </a:lnTo>
                  <a:lnTo>
                    <a:pt x="4351449" y="1799497"/>
                  </a:lnTo>
                  <a:lnTo>
                    <a:pt x="4266126" y="1799497"/>
                  </a:lnTo>
                  <a:lnTo>
                    <a:pt x="4180804" y="1799497"/>
                  </a:lnTo>
                  <a:lnTo>
                    <a:pt x="4095481" y="1799497"/>
                  </a:lnTo>
                  <a:lnTo>
                    <a:pt x="4010158" y="1799497"/>
                  </a:lnTo>
                  <a:lnTo>
                    <a:pt x="3924836" y="1799497"/>
                  </a:lnTo>
                  <a:lnTo>
                    <a:pt x="3839513" y="1799497"/>
                  </a:lnTo>
                  <a:lnTo>
                    <a:pt x="3754191" y="1799497"/>
                  </a:lnTo>
                  <a:lnTo>
                    <a:pt x="3668868" y="1799497"/>
                  </a:lnTo>
                  <a:lnTo>
                    <a:pt x="3583546" y="1799497"/>
                  </a:lnTo>
                  <a:lnTo>
                    <a:pt x="3498223" y="1799497"/>
                  </a:lnTo>
                  <a:lnTo>
                    <a:pt x="3412901" y="1799497"/>
                  </a:lnTo>
                  <a:lnTo>
                    <a:pt x="3327578" y="1799497"/>
                  </a:lnTo>
                  <a:lnTo>
                    <a:pt x="3242256" y="1799497"/>
                  </a:lnTo>
                  <a:lnTo>
                    <a:pt x="3156933" y="1799497"/>
                  </a:lnTo>
                  <a:lnTo>
                    <a:pt x="3071611" y="1799497"/>
                  </a:lnTo>
                  <a:lnTo>
                    <a:pt x="2986288" y="1799497"/>
                  </a:lnTo>
                  <a:lnTo>
                    <a:pt x="2900966" y="1799497"/>
                  </a:lnTo>
                  <a:lnTo>
                    <a:pt x="2815643" y="1799497"/>
                  </a:lnTo>
                  <a:lnTo>
                    <a:pt x="2730320" y="1799497"/>
                  </a:lnTo>
                  <a:lnTo>
                    <a:pt x="2644998" y="1799497"/>
                  </a:lnTo>
                  <a:lnTo>
                    <a:pt x="2559675" y="1799497"/>
                  </a:lnTo>
                  <a:lnTo>
                    <a:pt x="2474353" y="1799497"/>
                  </a:lnTo>
                  <a:lnTo>
                    <a:pt x="2389030" y="1799497"/>
                  </a:lnTo>
                  <a:lnTo>
                    <a:pt x="2303708" y="1799497"/>
                  </a:lnTo>
                  <a:lnTo>
                    <a:pt x="2218385" y="1799497"/>
                  </a:lnTo>
                  <a:lnTo>
                    <a:pt x="2133063" y="1799497"/>
                  </a:lnTo>
                  <a:lnTo>
                    <a:pt x="2047740" y="1799497"/>
                  </a:lnTo>
                  <a:lnTo>
                    <a:pt x="1962418" y="1799497"/>
                  </a:lnTo>
                  <a:lnTo>
                    <a:pt x="1877095" y="1799497"/>
                  </a:lnTo>
                  <a:lnTo>
                    <a:pt x="1791773" y="1799497"/>
                  </a:lnTo>
                  <a:lnTo>
                    <a:pt x="1706450" y="1799497"/>
                  </a:lnTo>
                  <a:lnTo>
                    <a:pt x="1621128" y="1799497"/>
                  </a:lnTo>
                  <a:lnTo>
                    <a:pt x="1535805" y="1799497"/>
                  </a:lnTo>
                  <a:lnTo>
                    <a:pt x="1450483" y="1799497"/>
                  </a:lnTo>
                  <a:lnTo>
                    <a:pt x="1365160" y="1799497"/>
                  </a:lnTo>
                  <a:lnTo>
                    <a:pt x="1279837" y="1799497"/>
                  </a:lnTo>
                  <a:lnTo>
                    <a:pt x="1194515" y="1799497"/>
                  </a:lnTo>
                  <a:lnTo>
                    <a:pt x="1109192" y="1799497"/>
                  </a:lnTo>
                  <a:lnTo>
                    <a:pt x="1023870" y="1799497"/>
                  </a:lnTo>
                  <a:lnTo>
                    <a:pt x="938547" y="1799497"/>
                  </a:lnTo>
                  <a:lnTo>
                    <a:pt x="853225" y="1799497"/>
                  </a:lnTo>
                  <a:lnTo>
                    <a:pt x="767902" y="1799497"/>
                  </a:lnTo>
                  <a:lnTo>
                    <a:pt x="682580" y="1799497"/>
                  </a:lnTo>
                  <a:lnTo>
                    <a:pt x="597257" y="1799497"/>
                  </a:lnTo>
                  <a:lnTo>
                    <a:pt x="511935" y="1799497"/>
                  </a:lnTo>
                  <a:lnTo>
                    <a:pt x="426612" y="1799497"/>
                  </a:lnTo>
                  <a:lnTo>
                    <a:pt x="341290" y="1799497"/>
                  </a:lnTo>
                  <a:lnTo>
                    <a:pt x="255967" y="1799497"/>
                  </a:lnTo>
                  <a:lnTo>
                    <a:pt x="170645" y="1799497"/>
                  </a:lnTo>
                  <a:lnTo>
                    <a:pt x="85322" y="1799497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51565" y="1462979"/>
              <a:ext cx="8446930" cy="1799497"/>
            </a:xfrm>
            <a:custGeom>
              <a:avLst/>
              <a:pathLst>
                <a:path w="8446930" h="1799497">
                  <a:moveTo>
                    <a:pt x="0" y="1799497"/>
                  </a:moveTo>
                  <a:lnTo>
                    <a:pt x="85322" y="1799497"/>
                  </a:lnTo>
                  <a:lnTo>
                    <a:pt x="170645" y="1732345"/>
                  </a:lnTo>
                  <a:lnTo>
                    <a:pt x="255967" y="1674670"/>
                  </a:lnTo>
                  <a:lnTo>
                    <a:pt x="341290" y="1597596"/>
                  </a:lnTo>
                  <a:lnTo>
                    <a:pt x="426612" y="1287889"/>
                  </a:lnTo>
                  <a:lnTo>
                    <a:pt x="511935" y="1028969"/>
                  </a:lnTo>
                  <a:lnTo>
                    <a:pt x="597257" y="772792"/>
                  </a:lnTo>
                  <a:lnTo>
                    <a:pt x="682580" y="455233"/>
                  </a:lnTo>
                  <a:lnTo>
                    <a:pt x="767902" y="194761"/>
                  </a:lnTo>
                  <a:lnTo>
                    <a:pt x="853225" y="0"/>
                  </a:lnTo>
                  <a:lnTo>
                    <a:pt x="938547" y="109211"/>
                  </a:lnTo>
                  <a:lnTo>
                    <a:pt x="1023870" y="288487"/>
                  </a:lnTo>
                  <a:lnTo>
                    <a:pt x="1109192" y="597368"/>
                  </a:lnTo>
                  <a:lnTo>
                    <a:pt x="1194515" y="949367"/>
                  </a:lnTo>
                  <a:lnTo>
                    <a:pt x="1279837" y="1145874"/>
                  </a:lnTo>
                  <a:lnTo>
                    <a:pt x="1365160" y="1252426"/>
                  </a:lnTo>
                  <a:lnTo>
                    <a:pt x="1450483" y="1370649"/>
                  </a:lnTo>
                  <a:lnTo>
                    <a:pt x="1535805" y="1296586"/>
                  </a:lnTo>
                  <a:lnTo>
                    <a:pt x="1621128" y="1135734"/>
                  </a:lnTo>
                  <a:lnTo>
                    <a:pt x="1706450" y="1009922"/>
                  </a:lnTo>
                  <a:lnTo>
                    <a:pt x="1791773" y="1150616"/>
                  </a:lnTo>
                  <a:lnTo>
                    <a:pt x="1877095" y="1195514"/>
                  </a:lnTo>
                  <a:lnTo>
                    <a:pt x="1962418" y="1062878"/>
                  </a:lnTo>
                  <a:lnTo>
                    <a:pt x="2047740" y="1131070"/>
                  </a:lnTo>
                  <a:lnTo>
                    <a:pt x="2133063" y="1233276"/>
                  </a:lnTo>
                  <a:lnTo>
                    <a:pt x="2218385" y="1371188"/>
                  </a:lnTo>
                  <a:lnTo>
                    <a:pt x="2303708" y="1391950"/>
                  </a:lnTo>
                  <a:lnTo>
                    <a:pt x="2389030" y="1471648"/>
                  </a:lnTo>
                  <a:lnTo>
                    <a:pt x="2474353" y="1659681"/>
                  </a:lnTo>
                  <a:lnTo>
                    <a:pt x="2559675" y="1799497"/>
                  </a:lnTo>
                  <a:lnTo>
                    <a:pt x="2559675" y="1799497"/>
                  </a:lnTo>
                  <a:lnTo>
                    <a:pt x="2644998" y="1799497"/>
                  </a:lnTo>
                  <a:lnTo>
                    <a:pt x="2730320" y="1799497"/>
                  </a:lnTo>
                  <a:lnTo>
                    <a:pt x="2815643" y="1799497"/>
                  </a:lnTo>
                  <a:lnTo>
                    <a:pt x="2900966" y="1799497"/>
                  </a:lnTo>
                  <a:lnTo>
                    <a:pt x="2986288" y="1799497"/>
                  </a:lnTo>
                  <a:lnTo>
                    <a:pt x="3071611" y="1799497"/>
                  </a:lnTo>
                  <a:lnTo>
                    <a:pt x="3156933" y="1799497"/>
                  </a:lnTo>
                  <a:lnTo>
                    <a:pt x="3242256" y="1799497"/>
                  </a:lnTo>
                  <a:lnTo>
                    <a:pt x="3327578" y="1535292"/>
                  </a:lnTo>
                  <a:lnTo>
                    <a:pt x="3412901" y="1487953"/>
                  </a:lnTo>
                  <a:lnTo>
                    <a:pt x="3498223" y="1297087"/>
                  </a:lnTo>
                  <a:lnTo>
                    <a:pt x="3583546" y="1315414"/>
                  </a:lnTo>
                  <a:lnTo>
                    <a:pt x="3668868" y="1311888"/>
                  </a:lnTo>
                  <a:lnTo>
                    <a:pt x="3754191" y="1444004"/>
                  </a:lnTo>
                  <a:lnTo>
                    <a:pt x="3839513" y="1799497"/>
                  </a:lnTo>
                  <a:lnTo>
                    <a:pt x="3839513" y="1799497"/>
                  </a:lnTo>
                  <a:lnTo>
                    <a:pt x="3924836" y="1799497"/>
                  </a:lnTo>
                  <a:lnTo>
                    <a:pt x="4010158" y="1799497"/>
                  </a:lnTo>
                  <a:lnTo>
                    <a:pt x="4095481" y="1799497"/>
                  </a:lnTo>
                  <a:lnTo>
                    <a:pt x="4180804" y="1799497"/>
                  </a:lnTo>
                  <a:lnTo>
                    <a:pt x="4266126" y="1799497"/>
                  </a:lnTo>
                  <a:lnTo>
                    <a:pt x="4351449" y="1799497"/>
                  </a:lnTo>
                  <a:lnTo>
                    <a:pt x="4436771" y="1799497"/>
                  </a:lnTo>
                  <a:lnTo>
                    <a:pt x="4522094" y="1799497"/>
                  </a:lnTo>
                  <a:lnTo>
                    <a:pt x="4607416" y="1799497"/>
                  </a:lnTo>
                  <a:lnTo>
                    <a:pt x="4692739" y="1799497"/>
                  </a:lnTo>
                  <a:lnTo>
                    <a:pt x="4778061" y="1799497"/>
                  </a:lnTo>
                  <a:lnTo>
                    <a:pt x="4863384" y="1799497"/>
                  </a:lnTo>
                  <a:lnTo>
                    <a:pt x="4948706" y="1799497"/>
                  </a:lnTo>
                  <a:lnTo>
                    <a:pt x="5034029" y="1799497"/>
                  </a:lnTo>
                  <a:lnTo>
                    <a:pt x="5119351" y="1799497"/>
                  </a:lnTo>
                  <a:lnTo>
                    <a:pt x="5204674" y="1799497"/>
                  </a:lnTo>
                  <a:lnTo>
                    <a:pt x="5289996" y="1799497"/>
                  </a:lnTo>
                  <a:lnTo>
                    <a:pt x="5375319" y="1799497"/>
                  </a:lnTo>
                  <a:lnTo>
                    <a:pt x="5460641" y="1799497"/>
                  </a:lnTo>
                  <a:lnTo>
                    <a:pt x="5545964" y="1799497"/>
                  </a:lnTo>
                  <a:lnTo>
                    <a:pt x="5631287" y="1799497"/>
                  </a:lnTo>
                  <a:lnTo>
                    <a:pt x="5716609" y="1799497"/>
                  </a:lnTo>
                  <a:lnTo>
                    <a:pt x="5801932" y="1799497"/>
                  </a:lnTo>
                  <a:lnTo>
                    <a:pt x="5887254" y="1799497"/>
                  </a:lnTo>
                  <a:lnTo>
                    <a:pt x="5972577" y="1799497"/>
                  </a:lnTo>
                  <a:lnTo>
                    <a:pt x="6057899" y="1799497"/>
                  </a:lnTo>
                  <a:lnTo>
                    <a:pt x="6143222" y="1799497"/>
                  </a:lnTo>
                  <a:lnTo>
                    <a:pt x="6228544" y="1799497"/>
                  </a:lnTo>
                  <a:lnTo>
                    <a:pt x="6313867" y="1799497"/>
                  </a:lnTo>
                  <a:lnTo>
                    <a:pt x="6399189" y="1799497"/>
                  </a:lnTo>
                  <a:lnTo>
                    <a:pt x="6484512" y="1799497"/>
                  </a:lnTo>
                  <a:lnTo>
                    <a:pt x="6569834" y="1799497"/>
                  </a:lnTo>
                  <a:lnTo>
                    <a:pt x="6655157" y="1799497"/>
                  </a:lnTo>
                  <a:lnTo>
                    <a:pt x="6740479" y="1799497"/>
                  </a:lnTo>
                  <a:lnTo>
                    <a:pt x="6825802" y="1799497"/>
                  </a:lnTo>
                  <a:lnTo>
                    <a:pt x="6911125" y="1799497"/>
                  </a:lnTo>
                  <a:lnTo>
                    <a:pt x="6996447" y="1799497"/>
                  </a:lnTo>
                  <a:lnTo>
                    <a:pt x="7081770" y="1799497"/>
                  </a:lnTo>
                  <a:lnTo>
                    <a:pt x="7167092" y="1799497"/>
                  </a:lnTo>
                  <a:lnTo>
                    <a:pt x="7252415" y="1799497"/>
                  </a:lnTo>
                  <a:lnTo>
                    <a:pt x="7337737" y="1799497"/>
                  </a:lnTo>
                  <a:lnTo>
                    <a:pt x="7423060" y="1799497"/>
                  </a:lnTo>
                  <a:lnTo>
                    <a:pt x="7508382" y="1799497"/>
                  </a:lnTo>
                  <a:lnTo>
                    <a:pt x="7593705" y="1799497"/>
                  </a:lnTo>
                  <a:lnTo>
                    <a:pt x="7679027" y="1799497"/>
                  </a:lnTo>
                  <a:lnTo>
                    <a:pt x="7764350" y="1799497"/>
                  </a:lnTo>
                  <a:lnTo>
                    <a:pt x="7849672" y="1799497"/>
                  </a:lnTo>
                  <a:lnTo>
                    <a:pt x="7934995" y="1799497"/>
                  </a:lnTo>
                  <a:lnTo>
                    <a:pt x="8020317" y="1799497"/>
                  </a:lnTo>
                  <a:lnTo>
                    <a:pt x="8105640" y="1799497"/>
                  </a:lnTo>
                  <a:lnTo>
                    <a:pt x="8190962" y="1799497"/>
                  </a:lnTo>
                  <a:lnTo>
                    <a:pt x="8276285" y="1799497"/>
                  </a:lnTo>
                  <a:lnTo>
                    <a:pt x="8361608" y="1799497"/>
                  </a:lnTo>
                  <a:lnTo>
                    <a:pt x="8446930" y="1799497"/>
                  </a:lnTo>
                  <a:lnTo>
                    <a:pt x="8446930" y="179949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1565" y="3262477"/>
              <a:ext cx="8446930" cy="0"/>
            </a:xfrm>
            <a:custGeom>
              <a:avLst/>
              <a:pathLst>
                <a:path w="8446930" h="0">
                  <a:moveTo>
                    <a:pt x="8446930" y="0"/>
                  </a:moveTo>
                  <a:lnTo>
                    <a:pt x="8361608" y="0"/>
                  </a:lnTo>
                  <a:lnTo>
                    <a:pt x="8276285" y="0"/>
                  </a:lnTo>
                  <a:lnTo>
                    <a:pt x="8190962" y="0"/>
                  </a:lnTo>
                  <a:lnTo>
                    <a:pt x="8105640" y="0"/>
                  </a:lnTo>
                  <a:lnTo>
                    <a:pt x="8020317" y="0"/>
                  </a:lnTo>
                  <a:lnTo>
                    <a:pt x="7934995" y="0"/>
                  </a:lnTo>
                  <a:lnTo>
                    <a:pt x="7849672" y="0"/>
                  </a:lnTo>
                  <a:lnTo>
                    <a:pt x="7764350" y="0"/>
                  </a:lnTo>
                  <a:lnTo>
                    <a:pt x="7679027" y="0"/>
                  </a:lnTo>
                  <a:lnTo>
                    <a:pt x="7593705" y="0"/>
                  </a:lnTo>
                  <a:lnTo>
                    <a:pt x="7508382" y="0"/>
                  </a:lnTo>
                  <a:lnTo>
                    <a:pt x="7423060" y="0"/>
                  </a:lnTo>
                  <a:lnTo>
                    <a:pt x="7337737" y="0"/>
                  </a:lnTo>
                  <a:lnTo>
                    <a:pt x="7252415" y="0"/>
                  </a:lnTo>
                  <a:lnTo>
                    <a:pt x="7167092" y="0"/>
                  </a:lnTo>
                  <a:lnTo>
                    <a:pt x="7081770" y="0"/>
                  </a:lnTo>
                  <a:lnTo>
                    <a:pt x="6996447" y="0"/>
                  </a:lnTo>
                  <a:lnTo>
                    <a:pt x="6911125" y="0"/>
                  </a:lnTo>
                  <a:lnTo>
                    <a:pt x="6825802" y="0"/>
                  </a:lnTo>
                  <a:lnTo>
                    <a:pt x="6740479" y="0"/>
                  </a:lnTo>
                  <a:lnTo>
                    <a:pt x="6655157" y="0"/>
                  </a:lnTo>
                  <a:lnTo>
                    <a:pt x="6569834" y="0"/>
                  </a:lnTo>
                  <a:lnTo>
                    <a:pt x="6484512" y="0"/>
                  </a:lnTo>
                  <a:lnTo>
                    <a:pt x="6399189" y="0"/>
                  </a:lnTo>
                  <a:lnTo>
                    <a:pt x="6313867" y="0"/>
                  </a:lnTo>
                  <a:lnTo>
                    <a:pt x="6228544" y="0"/>
                  </a:lnTo>
                  <a:lnTo>
                    <a:pt x="6143222" y="0"/>
                  </a:lnTo>
                  <a:lnTo>
                    <a:pt x="6057899" y="0"/>
                  </a:lnTo>
                  <a:lnTo>
                    <a:pt x="5972577" y="0"/>
                  </a:lnTo>
                  <a:lnTo>
                    <a:pt x="5887254" y="0"/>
                  </a:lnTo>
                  <a:lnTo>
                    <a:pt x="5801932" y="0"/>
                  </a:lnTo>
                  <a:lnTo>
                    <a:pt x="5716609" y="0"/>
                  </a:lnTo>
                  <a:lnTo>
                    <a:pt x="5631287" y="0"/>
                  </a:lnTo>
                  <a:lnTo>
                    <a:pt x="5545964" y="0"/>
                  </a:lnTo>
                  <a:lnTo>
                    <a:pt x="5460641" y="0"/>
                  </a:lnTo>
                  <a:lnTo>
                    <a:pt x="5375319" y="0"/>
                  </a:lnTo>
                  <a:lnTo>
                    <a:pt x="5289996" y="0"/>
                  </a:lnTo>
                  <a:lnTo>
                    <a:pt x="5204674" y="0"/>
                  </a:lnTo>
                  <a:lnTo>
                    <a:pt x="5119351" y="0"/>
                  </a:lnTo>
                  <a:lnTo>
                    <a:pt x="5034029" y="0"/>
                  </a:lnTo>
                  <a:lnTo>
                    <a:pt x="4948706" y="0"/>
                  </a:lnTo>
                  <a:lnTo>
                    <a:pt x="4863384" y="0"/>
                  </a:lnTo>
                  <a:lnTo>
                    <a:pt x="4778061" y="0"/>
                  </a:lnTo>
                  <a:lnTo>
                    <a:pt x="4692739" y="0"/>
                  </a:lnTo>
                  <a:lnTo>
                    <a:pt x="4607416" y="0"/>
                  </a:lnTo>
                  <a:lnTo>
                    <a:pt x="4522094" y="0"/>
                  </a:lnTo>
                  <a:lnTo>
                    <a:pt x="4436771" y="0"/>
                  </a:lnTo>
                  <a:lnTo>
                    <a:pt x="4351449" y="0"/>
                  </a:lnTo>
                  <a:lnTo>
                    <a:pt x="4266126" y="0"/>
                  </a:lnTo>
                  <a:lnTo>
                    <a:pt x="4180804" y="0"/>
                  </a:lnTo>
                  <a:lnTo>
                    <a:pt x="4095481" y="0"/>
                  </a:lnTo>
                  <a:lnTo>
                    <a:pt x="4010158" y="0"/>
                  </a:lnTo>
                  <a:lnTo>
                    <a:pt x="3924836" y="0"/>
                  </a:lnTo>
                  <a:lnTo>
                    <a:pt x="3839513" y="0"/>
                  </a:lnTo>
                  <a:lnTo>
                    <a:pt x="3754191" y="0"/>
                  </a:lnTo>
                  <a:lnTo>
                    <a:pt x="3668868" y="0"/>
                  </a:lnTo>
                  <a:lnTo>
                    <a:pt x="3583546" y="0"/>
                  </a:lnTo>
                  <a:lnTo>
                    <a:pt x="3498223" y="0"/>
                  </a:lnTo>
                  <a:lnTo>
                    <a:pt x="3412901" y="0"/>
                  </a:lnTo>
                  <a:lnTo>
                    <a:pt x="3327578" y="0"/>
                  </a:lnTo>
                  <a:lnTo>
                    <a:pt x="3242256" y="0"/>
                  </a:lnTo>
                  <a:lnTo>
                    <a:pt x="3156933" y="0"/>
                  </a:lnTo>
                  <a:lnTo>
                    <a:pt x="3071611" y="0"/>
                  </a:lnTo>
                  <a:lnTo>
                    <a:pt x="2986288" y="0"/>
                  </a:lnTo>
                  <a:lnTo>
                    <a:pt x="2900966" y="0"/>
                  </a:lnTo>
                  <a:lnTo>
                    <a:pt x="2815643" y="0"/>
                  </a:lnTo>
                  <a:lnTo>
                    <a:pt x="2730320" y="0"/>
                  </a:lnTo>
                  <a:lnTo>
                    <a:pt x="2644998" y="0"/>
                  </a:lnTo>
                  <a:lnTo>
                    <a:pt x="2559675" y="0"/>
                  </a:lnTo>
                  <a:lnTo>
                    <a:pt x="2474353" y="0"/>
                  </a:lnTo>
                  <a:lnTo>
                    <a:pt x="2389030" y="0"/>
                  </a:lnTo>
                  <a:lnTo>
                    <a:pt x="2303708" y="0"/>
                  </a:lnTo>
                  <a:lnTo>
                    <a:pt x="2218385" y="0"/>
                  </a:lnTo>
                  <a:lnTo>
                    <a:pt x="2133063" y="0"/>
                  </a:lnTo>
                  <a:lnTo>
                    <a:pt x="2047740" y="0"/>
                  </a:lnTo>
                  <a:lnTo>
                    <a:pt x="1962418" y="0"/>
                  </a:lnTo>
                  <a:lnTo>
                    <a:pt x="1877095" y="0"/>
                  </a:lnTo>
                  <a:lnTo>
                    <a:pt x="1791773" y="0"/>
                  </a:lnTo>
                  <a:lnTo>
                    <a:pt x="1706450" y="0"/>
                  </a:lnTo>
                  <a:lnTo>
                    <a:pt x="1621128" y="0"/>
                  </a:lnTo>
                  <a:lnTo>
                    <a:pt x="1535805" y="0"/>
                  </a:lnTo>
                  <a:lnTo>
                    <a:pt x="1450483" y="0"/>
                  </a:lnTo>
                  <a:lnTo>
                    <a:pt x="1365160" y="0"/>
                  </a:lnTo>
                  <a:lnTo>
                    <a:pt x="1279837" y="0"/>
                  </a:lnTo>
                  <a:lnTo>
                    <a:pt x="1194515" y="0"/>
                  </a:lnTo>
                  <a:lnTo>
                    <a:pt x="1109192" y="0"/>
                  </a:lnTo>
                  <a:lnTo>
                    <a:pt x="1023870" y="0"/>
                  </a:lnTo>
                  <a:lnTo>
                    <a:pt x="938547" y="0"/>
                  </a:lnTo>
                  <a:lnTo>
                    <a:pt x="853225" y="0"/>
                  </a:lnTo>
                  <a:lnTo>
                    <a:pt x="767902" y="0"/>
                  </a:lnTo>
                  <a:lnTo>
                    <a:pt x="682580" y="0"/>
                  </a:lnTo>
                  <a:lnTo>
                    <a:pt x="597257" y="0"/>
                  </a:lnTo>
                  <a:lnTo>
                    <a:pt x="511935" y="0"/>
                  </a:lnTo>
                  <a:lnTo>
                    <a:pt x="426612" y="0"/>
                  </a:lnTo>
                  <a:lnTo>
                    <a:pt x="341290" y="0"/>
                  </a:lnTo>
                  <a:lnTo>
                    <a:pt x="255967" y="0"/>
                  </a:lnTo>
                  <a:lnTo>
                    <a:pt x="170645" y="0"/>
                  </a:lnTo>
                  <a:lnTo>
                    <a:pt x="85322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51565" y="145504"/>
              <a:ext cx="0" cy="3116972"/>
            </a:xfrm>
            <a:custGeom>
              <a:avLst/>
              <a:pathLst>
                <a:path w="0" h="3116972">
                  <a:moveTo>
                    <a:pt x="0" y="3116972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tx14"/>
            <p:cNvSpPr/>
            <p:nvPr/>
          </p:nvSpPr>
          <p:spPr>
            <a:xfrm>
              <a:off x="311199" y="3080499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4.8</a:t>
              </a:r>
            </a:p>
          </p:txBody>
        </p:sp>
        <p:sp>
          <p:nvSpPr>
            <p:cNvPr id="15" name="tx15"/>
            <p:cNvSpPr/>
            <p:nvPr/>
          </p:nvSpPr>
          <p:spPr>
            <a:xfrm>
              <a:off x="311199" y="2159262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5.2</a:t>
              </a:r>
            </a:p>
          </p:txBody>
        </p:sp>
        <p:sp>
          <p:nvSpPr>
            <p:cNvPr id="16" name="tx16"/>
            <p:cNvSpPr/>
            <p:nvPr/>
          </p:nvSpPr>
          <p:spPr>
            <a:xfrm>
              <a:off x="311199" y="1238026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5.6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311199" y="316790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6.0</a:t>
              </a:r>
            </a:p>
          </p:txBody>
        </p:sp>
        <p:sp>
          <p:nvSpPr>
            <p:cNvPr id="18" name="pl18"/>
            <p:cNvSpPr/>
            <p:nvPr/>
          </p:nvSpPr>
          <p:spPr>
            <a:xfrm>
              <a:off x="516770" y="312429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16770" y="220305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6770" y="128181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6770" y="36058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51565" y="3262477"/>
              <a:ext cx="8446930" cy="0"/>
            </a:xfrm>
            <a:custGeom>
              <a:avLst/>
              <a:pathLst>
                <a:path w="8446930" h="0">
                  <a:moveTo>
                    <a:pt x="0" y="0"/>
                  </a:moveTo>
                  <a:lnTo>
                    <a:pt x="844693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tx23"/>
            <p:cNvSpPr/>
            <p:nvPr/>
          </p:nvSpPr>
          <p:spPr>
            <a:xfrm rot="-5400000">
              <a:off x="69822" y="1649932"/>
              <a:ext cx="246930" cy="1081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obs</a:t>
              </a:r>
            </a:p>
          </p:txBody>
        </p:sp>
        <p:sp>
          <p:nvSpPr>
            <p:cNvPr id="24" name="rc24"/>
            <p:cNvSpPr/>
            <p:nvPr/>
          </p:nvSpPr>
          <p:spPr>
            <a:xfrm>
              <a:off x="551565" y="3262477"/>
              <a:ext cx="8446930" cy="31169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51565" y="3262477"/>
              <a:ext cx="8446930" cy="2632796"/>
            </a:xfrm>
            <a:custGeom>
              <a:avLst/>
              <a:pathLst>
                <a:path w="8446930" h="2632796">
                  <a:moveTo>
                    <a:pt x="0" y="2486253"/>
                  </a:moveTo>
                  <a:lnTo>
                    <a:pt x="85322" y="2463641"/>
                  </a:lnTo>
                  <a:lnTo>
                    <a:pt x="170645" y="2584542"/>
                  </a:lnTo>
                  <a:lnTo>
                    <a:pt x="255967" y="2535126"/>
                  </a:lnTo>
                  <a:lnTo>
                    <a:pt x="341290" y="2632796"/>
                  </a:lnTo>
                  <a:lnTo>
                    <a:pt x="426612" y="2407375"/>
                  </a:lnTo>
                  <a:lnTo>
                    <a:pt x="511935" y="2369983"/>
                  </a:lnTo>
                  <a:lnTo>
                    <a:pt x="597257" y="2347185"/>
                  </a:lnTo>
                  <a:lnTo>
                    <a:pt x="682580" y="2246526"/>
                  </a:lnTo>
                  <a:lnTo>
                    <a:pt x="767902" y="2113348"/>
                  </a:lnTo>
                  <a:lnTo>
                    <a:pt x="853225" y="2080730"/>
                  </a:lnTo>
                  <a:lnTo>
                    <a:pt x="938547" y="2361260"/>
                  </a:lnTo>
                  <a:lnTo>
                    <a:pt x="1023870" y="2392264"/>
                  </a:lnTo>
                  <a:lnTo>
                    <a:pt x="1109192" y="2087984"/>
                  </a:lnTo>
                  <a:lnTo>
                    <a:pt x="1194515" y="2195243"/>
                  </a:lnTo>
                  <a:lnTo>
                    <a:pt x="1279837" y="2063940"/>
                  </a:lnTo>
                  <a:lnTo>
                    <a:pt x="1365160" y="2021605"/>
                  </a:lnTo>
                  <a:lnTo>
                    <a:pt x="1450483" y="2070870"/>
                  </a:lnTo>
                  <a:lnTo>
                    <a:pt x="1535805" y="2007583"/>
                  </a:lnTo>
                  <a:lnTo>
                    <a:pt x="1621128" y="1880485"/>
                  </a:lnTo>
                  <a:lnTo>
                    <a:pt x="1706450" y="1868721"/>
                  </a:lnTo>
                  <a:lnTo>
                    <a:pt x="1791773" y="1633815"/>
                  </a:lnTo>
                  <a:lnTo>
                    <a:pt x="1877095" y="1233870"/>
                  </a:lnTo>
                  <a:lnTo>
                    <a:pt x="1962418" y="1091192"/>
                  </a:lnTo>
                  <a:lnTo>
                    <a:pt x="2047740" y="1144658"/>
                  </a:lnTo>
                  <a:lnTo>
                    <a:pt x="2133063" y="1630834"/>
                  </a:lnTo>
                  <a:lnTo>
                    <a:pt x="2218385" y="1522418"/>
                  </a:lnTo>
                  <a:lnTo>
                    <a:pt x="2303708" y="1538731"/>
                  </a:lnTo>
                  <a:lnTo>
                    <a:pt x="2389030" y="1437095"/>
                  </a:lnTo>
                  <a:lnTo>
                    <a:pt x="2474353" y="1341875"/>
                  </a:lnTo>
                  <a:lnTo>
                    <a:pt x="2559675" y="1117780"/>
                  </a:lnTo>
                  <a:lnTo>
                    <a:pt x="2644998" y="1451929"/>
                  </a:lnTo>
                  <a:lnTo>
                    <a:pt x="2730320" y="1211259"/>
                  </a:lnTo>
                  <a:lnTo>
                    <a:pt x="2815643" y="1087450"/>
                  </a:lnTo>
                  <a:lnTo>
                    <a:pt x="2900966" y="1388806"/>
                  </a:lnTo>
                  <a:lnTo>
                    <a:pt x="2986288" y="1590926"/>
                  </a:lnTo>
                  <a:lnTo>
                    <a:pt x="3071611" y="1375056"/>
                  </a:lnTo>
                  <a:lnTo>
                    <a:pt x="3156933" y="1526706"/>
                  </a:lnTo>
                  <a:lnTo>
                    <a:pt x="3242256" y="1532460"/>
                  </a:lnTo>
                  <a:lnTo>
                    <a:pt x="3327578" y="1297846"/>
                  </a:lnTo>
                  <a:lnTo>
                    <a:pt x="3412901" y="1088774"/>
                  </a:lnTo>
                  <a:lnTo>
                    <a:pt x="3498223" y="587125"/>
                  </a:lnTo>
                  <a:lnTo>
                    <a:pt x="3583546" y="370584"/>
                  </a:lnTo>
                  <a:lnTo>
                    <a:pt x="3668868" y="417812"/>
                  </a:lnTo>
                  <a:lnTo>
                    <a:pt x="3754191" y="689235"/>
                  </a:lnTo>
                  <a:lnTo>
                    <a:pt x="3839513" y="427085"/>
                  </a:lnTo>
                  <a:lnTo>
                    <a:pt x="3924836" y="509321"/>
                  </a:lnTo>
                  <a:lnTo>
                    <a:pt x="4010158" y="121806"/>
                  </a:lnTo>
                  <a:lnTo>
                    <a:pt x="4095481" y="95885"/>
                  </a:lnTo>
                  <a:lnTo>
                    <a:pt x="4180804" y="0"/>
                  </a:lnTo>
                  <a:lnTo>
                    <a:pt x="4180804" y="0"/>
                  </a:lnTo>
                  <a:lnTo>
                    <a:pt x="4266126" y="90836"/>
                  </a:lnTo>
                  <a:lnTo>
                    <a:pt x="4351449" y="128529"/>
                  </a:lnTo>
                  <a:lnTo>
                    <a:pt x="4436771" y="145190"/>
                  </a:lnTo>
                  <a:lnTo>
                    <a:pt x="4522094" y="224130"/>
                  </a:lnTo>
                  <a:lnTo>
                    <a:pt x="4607416" y="324182"/>
                  </a:lnTo>
                  <a:lnTo>
                    <a:pt x="4692739" y="412222"/>
                  </a:lnTo>
                  <a:lnTo>
                    <a:pt x="4778061" y="806172"/>
                  </a:lnTo>
                  <a:lnTo>
                    <a:pt x="4863384" y="766156"/>
                  </a:lnTo>
                  <a:lnTo>
                    <a:pt x="4948706" y="1264685"/>
                  </a:lnTo>
                  <a:lnTo>
                    <a:pt x="5034029" y="1226932"/>
                  </a:lnTo>
                  <a:lnTo>
                    <a:pt x="5119351" y="1444361"/>
                  </a:lnTo>
                  <a:lnTo>
                    <a:pt x="5204674" y="1436715"/>
                  </a:lnTo>
                  <a:lnTo>
                    <a:pt x="5289996" y="1650653"/>
                  </a:lnTo>
                  <a:lnTo>
                    <a:pt x="5375319" y="1790512"/>
                  </a:lnTo>
                  <a:lnTo>
                    <a:pt x="5460641" y="1687440"/>
                  </a:lnTo>
                  <a:lnTo>
                    <a:pt x="5545964" y="1733557"/>
                  </a:lnTo>
                  <a:lnTo>
                    <a:pt x="5631287" y="1720354"/>
                  </a:lnTo>
                  <a:lnTo>
                    <a:pt x="5716609" y="1847343"/>
                  </a:lnTo>
                  <a:lnTo>
                    <a:pt x="5801932" y="1537585"/>
                  </a:lnTo>
                  <a:lnTo>
                    <a:pt x="5887254" y="1479594"/>
                  </a:lnTo>
                  <a:lnTo>
                    <a:pt x="5972577" y="1290806"/>
                  </a:lnTo>
                  <a:lnTo>
                    <a:pt x="6057899" y="1299413"/>
                  </a:lnTo>
                  <a:lnTo>
                    <a:pt x="6143222" y="1520698"/>
                  </a:lnTo>
                  <a:lnTo>
                    <a:pt x="6228544" y="1345163"/>
                  </a:lnTo>
                  <a:lnTo>
                    <a:pt x="6313867" y="1650838"/>
                  </a:lnTo>
                  <a:lnTo>
                    <a:pt x="6399189" y="1965662"/>
                  </a:lnTo>
                  <a:lnTo>
                    <a:pt x="6484512" y="1999498"/>
                  </a:lnTo>
                  <a:lnTo>
                    <a:pt x="6569834" y="2213267"/>
                  </a:lnTo>
                  <a:lnTo>
                    <a:pt x="6655157" y="1940349"/>
                  </a:lnTo>
                  <a:lnTo>
                    <a:pt x="6740479" y="1870534"/>
                  </a:lnTo>
                  <a:lnTo>
                    <a:pt x="6825802" y="1739223"/>
                  </a:lnTo>
                  <a:lnTo>
                    <a:pt x="6911125" y="2036868"/>
                  </a:lnTo>
                  <a:lnTo>
                    <a:pt x="6996447" y="2056708"/>
                  </a:lnTo>
                  <a:lnTo>
                    <a:pt x="7081770" y="1523614"/>
                  </a:lnTo>
                  <a:lnTo>
                    <a:pt x="7167092" y="1707289"/>
                  </a:lnTo>
                  <a:lnTo>
                    <a:pt x="7252415" y="1412421"/>
                  </a:lnTo>
                  <a:lnTo>
                    <a:pt x="7337737" y="1766321"/>
                  </a:lnTo>
                  <a:lnTo>
                    <a:pt x="7423060" y="1963000"/>
                  </a:lnTo>
                  <a:lnTo>
                    <a:pt x="7508382" y="1791916"/>
                  </a:lnTo>
                  <a:lnTo>
                    <a:pt x="7593705" y="1882276"/>
                  </a:lnTo>
                  <a:lnTo>
                    <a:pt x="7679027" y="1901428"/>
                  </a:lnTo>
                  <a:lnTo>
                    <a:pt x="7764350" y="2347536"/>
                  </a:lnTo>
                  <a:lnTo>
                    <a:pt x="7849672" y="2390652"/>
                  </a:lnTo>
                  <a:lnTo>
                    <a:pt x="7934995" y="2383591"/>
                  </a:lnTo>
                  <a:lnTo>
                    <a:pt x="8020317" y="2391566"/>
                  </a:lnTo>
                  <a:lnTo>
                    <a:pt x="8105640" y="2420187"/>
                  </a:lnTo>
                  <a:lnTo>
                    <a:pt x="8190962" y="2506483"/>
                  </a:lnTo>
                  <a:lnTo>
                    <a:pt x="8276285" y="2506208"/>
                  </a:lnTo>
                  <a:lnTo>
                    <a:pt x="8361608" y="2388960"/>
                  </a:lnTo>
                  <a:lnTo>
                    <a:pt x="8446930" y="2137678"/>
                  </a:lnTo>
                  <a:lnTo>
                    <a:pt x="8446930" y="213767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551565" y="3262477"/>
              <a:ext cx="8446930" cy="3116972"/>
            </a:xfrm>
            <a:custGeom>
              <a:avLst/>
              <a:pathLst>
                <a:path w="8446930" h="3116972">
                  <a:moveTo>
                    <a:pt x="0" y="2486253"/>
                  </a:moveTo>
                  <a:lnTo>
                    <a:pt x="85322" y="2463641"/>
                  </a:lnTo>
                  <a:lnTo>
                    <a:pt x="170645" y="2584542"/>
                  </a:lnTo>
                  <a:lnTo>
                    <a:pt x="255967" y="2535126"/>
                  </a:lnTo>
                  <a:lnTo>
                    <a:pt x="341290" y="2632796"/>
                  </a:lnTo>
                  <a:lnTo>
                    <a:pt x="426612" y="2407375"/>
                  </a:lnTo>
                  <a:lnTo>
                    <a:pt x="511935" y="2369983"/>
                  </a:lnTo>
                  <a:lnTo>
                    <a:pt x="597257" y="2347185"/>
                  </a:lnTo>
                  <a:lnTo>
                    <a:pt x="682580" y="2246526"/>
                  </a:lnTo>
                  <a:lnTo>
                    <a:pt x="767902" y="2113348"/>
                  </a:lnTo>
                  <a:lnTo>
                    <a:pt x="853225" y="2080730"/>
                  </a:lnTo>
                  <a:lnTo>
                    <a:pt x="938547" y="2361260"/>
                  </a:lnTo>
                  <a:lnTo>
                    <a:pt x="1023870" y="2392264"/>
                  </a:lnTo>
                  <a:lnTo>
                    <a:pt x="1109192" y="2087984"/>
                  </a:lnTo>
                  <a:lnTo>
                    <a:pt x="1194515" y="2195243"/>
                  </a:lnTo>
                  <a:lnTo>
                    <a:pt x="1279837" y="2063940"/>
                  </a:lnTo>
                  <a:lnTo>
                    <a:pt x="1365160" y="2021605"/>
                  </a:lnTo>
                  <a:lnTo>
                    <a:pt x="1450483" y="2070870"/>
                  </a:lnTo>
                  <a:lnTo>
                    <a:pt x="1535805" y="2007583"/>
                  </a:lnTo>
                  <a:lnTo>
                    <a:pt x="1621128" y="1880485"/>
                  </a:lnTo>
                  <a:lnTo>
                    <a:pt x="1706450" y="1868721"/>
                  </a:lnTo>
                  <a:lnTo>
                    <a:pt x="1791773" y="1633815"/>
                  </a:lnTo>
                  <a:lnTo>
                    <a:pt x="1877095" y="1233870"/>
                  </a:lnTo>
                  <a:lnTo>
                    <a:pt x="1962418" y="1091192"/>
                  </a:lnTo>
                  <a:lnTo>
                    <a:pt x="2047740" y="1144658"/>
                  </a:lnTo>
                  <a:lnTo>
                    <a:pt x="2133063" y="1630834"/>
                  </a:lnTo>
                  <a:lnTo>
                    <a:pt x="2218385" y="1522418"/>
                  </a:lnTo>
                  <a:lnTo>
                    <a:pt x="2303708" y="1538731"/>
                  </a:lnTo>
                  <a:lnTo>
                    <a:pt x="2389030" y="1437095"/>
                  </a:lnTo>
                  <a:lnTo>
                    <a:pt x="2474353" y="1341875"/>
                  </a:lnTo>
                  <a:lnTo>
                    <a:pt x="2559675" y="1117780"/>
                  </a:lnTo>
                  <a:lnTo>
                    <a:pt x="2644998" y="1451929"/>
                  </a:lnTo>
                  <a:lnTo>
                    <a:pt x="2730320" y="1211259"/>
                  </a:lnTo>
                  <a:lnTo>
                    <a:pt x="2815643" y="1087450"/>
                  </a:lnTo>
                  <a:lnTo>
                    <a:pt x="2900966" y="1388806"/>
                  </a:lnTo>
                  <a:lnTo>
                    <a:pt x="2986288" y="1590926"/>
                  </a:lnTo>
                  <a:lnTo>
                    <a:pt x="3071611" y="1375056"/>
                  </a:lnTo>
                  <a:lnTo>
                    <a:pt x="3156933" y="1526706"/>
                  </a:lnTo>
                  <a:lnTo>
                    <a:pt x="3242256" y="1532460"/>
                  </a:lnTo>
                  <a:lnTo>
                    <a:pt x="3327578" y="1297846"/>
                  </a:lnTo>
                  <a:lnTo>
                    <a:pt x="3412901" y="1088774"/>
                  </a:lnTo>
                  <a:lnTo>
                    <a:pt x="3498223" y="587125"/>
                  </a:lnTo>
                  <a:lnTo>
                    <a:pt x="3583546" y="370584"/>
                  </a:lnTo>
                  <a:lnTo>
                    <a:pt x="3668868" y="417812"/>
                  </a:lnTo>
                  <a:lnTo>
                    <a:pt x="3754191" y="689235"/>
                  </a:lnTo>
                  <a:lnTo>
                    <a:pt x="3839513" y="427085"/>
                  </a:lnTo>
                  <a:lnTo>
                    <a:pt x="3924836" y="509321"/>
                  </a:lnTo>
                  <a:lnTo>
                    <a:pt x="4010158" y="121806"/>
                  </a:lnTo>
                  <a:lnTo>
                    <a:pt x="4095481" y="95885"/>
                  </a:lnTo>
                  <a:lnTo>
                    <a:pt x="4180804" y="0"/>
                  </a:lnTo>
                  <a:lnTo>
                    <a:pt x="4266126" y="90836"/>
                  </a:lnTo>
                  <a:lnTo>
                    <a:pt x="4351449" y="128529"/>
                  </a:lnTo>
                  <a:lnTo>
                    <a:pt x="4436771" y="145190"/>
                  </a:lnTo>
                  <a:lnTo>
                    <a:pt x="4522094" y="224130"/>
                  </a:lnTo>
                  <a:lnTo>
                    <a:pt x="4607416" y="324182"/>
                  </a:lnTo>
                  <a:lnTo>
                    <a:pt x="4692739" y="412222"/>
                  </a:lnTo>
                  <a:lnTo>
                    <a:pt x="4778061" y="806172"/>
                  </a:lnTo>
                  <a:lnTo>
                    <a:pt x="4863384" y="766156"/>
                  </a:lnTo>
                  <a:lnTo>
                    <a:pt x="4948706" y="1264685"/>
                  </a:lnTo>
                  <a:lnTo>
                    <a:pt x="5034029" y="1226932"/>
                  </a:lnTo>
                  <a:lnTo>
                    <a:pt x="5119351" y="1444361"/>
                  </a:lnTo>
                  <a:lnTo>
                    <a:pt x="5204674" y="1436715"/>
                  </a:lnTo>
                  <a:lnTo>
                    <a:pt x="5289996" y="1650653"/>
                  </a:lnTo>
                  <a:lnTo>
                    <a:pt x="5375319" y="1790512"/>
                  </a:lnTo>
                  <a:lnTo>
                    <a:pt x="5460641" y="1687440"/>
                  </a:lnTo>
                  <a:lnTo>
                    <a:pt x="5545964" y="1733557"/>
                  </a:lnTo>
                  <a:lnTo>
                    <a:pt x="5631287" y="1720354"/>
                  </a:lnTo>
                  <a:lnTo>
                    <a:pt x="5716609" y="1847343"/>
                  </a:lnTo>
                  <a:lnTo>
                    <a:pt x="5801932" y="1537585"/>
                  </a:lnTo>
                  <a:lnTo>
                    <a:pt x="5887254" y="1479594"/>
                  </a:lnTo>
                  <a:lnTo>
                    <a:pt x="5972577" y="1290806"/>
                  </a:lnTo>
                  <a:lnTo>
                    <a:pt x="6057899" y="1299413"/>
                  </a:lnTo>
                  <a:lnTo>
                    <a:pt x="6143222" y="1520698"/>
                  </a:lnTo>
                  <a:lnTo>
                    <a:pt x="6228544" y="1345163"/>
                  </a:lnTo>
                  <a:lnTo>
                    <a:pt x="6313867" y="1650838"/>
                  </a:lnTo>
                  <a:lnTo>
                    <a:pt x="6399189" y="1965662"/>
                  </a:lnTo>
                  <a:lnTo>
                    <a:pt x="6484512" y="1999498"/>
                  </a:lnTo>
                  <a:lnTo>
                    <a:pt x="6569834" y="2213267"/>
                  </a:lnTo>
                  <a:lnTo>
                    <a:pt x="6655157" y="1940349"/>
                  </a:lnTo>
                  <a:lnTo>
                    <a:pt x="6740479" y="1870534"/>
                  </a:lnTo>
                  <a:lnTo>
                    <a:pt x="6825802" y="1739223"/>
                  </a:lnTo>
                  <a:lnTo>
                    <a:pt x="6911125" y="2036868"/>
                  </a:lnTo>
                  <a:lnTo>
                    <a:pt x="6996447" y="2056708"/>
                  </a:lnTo>
                  <a:lnTo>
                    <a:pt x="7081770" y="1523614"/>
                  </a:lnTo>
                  <a:lnTo>
                    <a:pt x="7167092" y="1707289"/>
                  </a:lnTo>
                  <a:lnTo>
                    <a:pt x="7252415" y="1412421"/>
                  </a:lnTo>
                  <a:lnTo>
                    <a:pt x="7337737" y="1766321"/>
                  </a:lnTo>
                  <a:lnTo>
                    <a:pt x="7423060" y="1963000"/>
                  </a:lnTo>
                  <a:lnTo>
                    <a:pt x="7508382" y="1791916"/>
                  </a:lnTo>
                  <a:lnTo>
                    <a:pt x="7593705" y="1882276"/>
                  </a:lnTo>
                  <a:lnTo>
                    <a:pt x="7679027" y="1901428"/>
                  </a:lnTo>
                  <a:lnTo>
                    <a:pt x="7764350" y="2347536"/>
                  </a:lnTo>
                  <a:lnTo>
                    <a:pt x="7849672" y="2390652"/>
                  </a:lnTo>
                  <a:lnTo>
                    <a:pt x="7934995" y="2383591"/>
                  </a:lnTo>
                  <a:lnTo>
                    <a:pt x="8020317" y="2391566"/>
                  </a:lnTo>
                  <a:lnTo>
                    <a:pt x="8105640" y="2420187"/>
                  </a:lnTo>
                  <a:lnTo>
                    <a:pt x="8190962" y="2506483"/>
                  </a:lnTo>
                  <a:lnTo>
                    <a:pt x="8276285" y="2506208"/>
                  </a:lnTo>
                  <a:lnTo>
                    <a:pt x="8361608" y="2388960"/>
                  </a:lnTo>
                  <a:lnTo>
                    <a:pt x="8446930" y="2137678"/>
                  </a:lnTo>
                  <a:lnTo>
                    <a:pt x="8446930" y="3116972"/>
                  </a:lnTo>
                  <a:lnTo>
                    <a:pt x="8361608" y="3116972"/>
                  </a:lnTo>
                  <a:lnTo>
                    <a:pt x="8276285" y="3116972"/>
                  </a:lnTo>
                  <a:lnTo>
                    <a:pt x="8190962" y="3116972"/>
                  </a:lnTo>
                  <a:lnTo>
                    <a:pt x="8105640" y="3116972"/>
                  </a:lnTo>
                  <a:lnTo>
                    <a:pt x="8020317" y="3116972"/>
                  </a:lnTo>
                  <a:lnTo>
                    <a:pt x="7934995" y="3116972"/>
                  </a:lnTo>
                  <a:lnTo>
                    <a:pt x="7849672" y="3116972"/>
                  </a:lnTo>
                  <a:lnTo>
                    <a:pt x="7764350" y="3116972"/>
                  </a:lnTo>
                  <a:lnTo>
                    <a:pt x="7679027" y="3116972"/>
                  </a:lnTo>
                  <a:lnTo>
                    <a:pt x="7593705" y="3116972"/>
                  </a:lnTo>
                  <a:lnTo>
                    <a:pt x="7508382" y="3116972"/>
                  </a:lnTo>
                  <a:lnTo>
                    <a:pt x="7423060" y="3116972"/>
                  </a:lnTo>
                  <a:lnTo>
                    <a:pt x="7337737" y="3116972"/>
                  </a:lnTo>
                  <a:lnTo>
                    <a:pt x="7252415" y="3116972"/>
                  </a:lnTo>
                  <a:lnTo>
                    <a:pt x="7167092" y="3116972"/>
                  </a:lnTo>
                  <a:lnTo>
                    <a:pt x="7081770" y="3116972"/>
                  </a:lnTo>
                  <a:lnTo>
                    <a:pt x="6996447" y="3116972"/>
                  </a:lnTo>
                  <a:lnTo>
                    <a:pt x="6911125" y="3116972"/>
                  </a:lnTo>
                  <a:lnTo>
                    <a:pt x="6825802" y="3116972"/>
                  </a:lnTo>
                  <a:lnTo>
                    <a:pt x="6740479" y="3116972"/>
                  </a:lnTo>
                  <a:lnTo>
                    <a:pt x="6655157" y="3116972"/>
                  </a:lnTo>
                  <a:lnTo>
                    <a:pt x="6569834" y="3116972"/>
                  </a:lnTo>
                  <a:lnTo>
                    <a:pt x="6484512" y="3116972"/>
                  </a:lnTo>
                  <a:lnTo>
                    <a:pt x="6399189" y="3116972"/>
                  </a:lnTo>
                  <a:lnTo>
                    <a:pt x="6313867" y="3116972"/>
                  </a:lnTo>
                  <a:lnTo>
                    <a:pt x="6228544" y="3116972"/>
                  </a:lnTo>
                  <a:lnTo>
                    <a:pt x="6143222" y="3116972"/>
                  </a:lnTo>
                  <a:lnTo>
                    <a:pt x="6057899" y="3116972"/>
                  </a:lnTo>
                  <a:lnTo>
                    <a:pt x="5972577" y="3116972"/>
                  </a:lnTo>
                  <a:lnTo>
                    <a:pt x="5887254" y="3116972"/>
                  </a:lnTo>
                  <a:lnTo>
                    <a:pt x="5801932" y="3116972"/>
                  </a:lnTo>
                  <a:lnTo>
                    <a:pt x="5716609" y="3116972"/>
                  </a:lnTo>
                  <a:lnTo>
                    <a:pt x="5631287" y="3116972"/>
                  </a:lnTo>
                  <a:lnTo>
                    <a:pt x="5545964" y="3116972"/>
                  </a:lnTo>
                  <a:lnTo>
                    <a:pt x="5460641" y="3116972"/>
                  </a:lnTo>
                  <a:lnTo>
                    <a:pt x="5375319" y="3116972"/>
                  </a:lnTo>
                  <a:lnTo>
                    <a:pt x="5289996" y="3116972"/>
                  </a:lnTo>
                  <a:lnTo>
                    <a:pt x="5204674" y="3116972"/>
                  </a:lnTo>
                  <a:lnTo>
                    <a:pt x="5119351" y="3116972"/>
                  </a:lnTo>
                  <a:lnTo>
                    <a:pt x="5034029" y="3116972"/>
                  </a:lnTo>
                  <a:lnTo>
                    <a:pt x="4948706" y="3116972"/>
                  </a:lnTo>
                  <a:lnTo>
                    <a:pt x="4863384" y="3116972"/>
                  </a:lnTo>
                  <a:lnTo>
                    <a:pt x="4778061" y="3116972"/>
                  </a:lnTo>
                  <a:lnTo>
                    <a:pt x="4692739" y="3116972"/>
                  </a:lnTo>
                  <a:lnTo>
                    <a:pt x="4607416" y="3116972"/>
                  </a:lnTo>
                  <a:lnTo>
                    <a:pt x="4522094" y="3116972"/>
                  </a:lnTo>
                  <a:lnTo>
                    <a:pt x="4436771" y="3116972"/>
                  </a:lnTo>
                  <a:lnTo>
                    <a:pt x="4351449" y="3116972"/>
                  </a:lnTo>
                  <a:lnTo>
                    <a:pt x="4266126" y="3116972"/>
                  </a:lnTo>
                  <a:lnTo>
                    <a:pt x="4180804" y="3116972"/>
                  </a:lnTo>
                  <a:lnTo>
                    <a:pt x="4095481" y="3116972"/>
                  </a:lnTo>
                  <a:lnTo>
                    <a:pt x="4010158" y="3116972"/>
                  </a:lnTo>
                  <a:lnTo>
                    <a:pt x="3924836" y="3116972"/>
                  </a:lnTo>
                  <a:lnTo>
                    <a:pt x="3839513" y="3116972"/>
                  </a:lnTo>
                  <a:lnTo>
                    <a:pt x="3754191" y="3116972"/>
                  </a:lnTo>
                  <a:lnTo>
                    <a:pt x="3668868" y="3116972"/>
                  </a:lnTo>
                  <a:lnTo>
                    <a:pt x="3583546" y="3116972"/>
                  </a:lnTo>
                  <a:lnTo>
                    <a:pt x="3498223" y="3116972"/>
                  </a:lnTo>
                  <a:lnTo>
                    <a:pt x="3412901" y="3116972"/>
                  </a:lnTo>
                  <a:lnTo>
                    <a:pt x="3327578" y="3116972"/>
                  </a:lnTo>
                  <a:lnTo>
                    <a:pt x="3242256" y="3116972"/>
                  </a:lnTo>
                  <a:lnTo>
                    <a:pt x="3156933" y="3116972"/>
                  </a:lnTo>
                  <a:lnTo>
                    <a:pt x="3071611" y="3116972"/>
                  </a:lnTo>
                  <a:lnTo>
                    <a:pt x="2986288" y="3116972"/>
                  </a:lnTo>
                  <a:lnTo>
                    <a:pt x="2900966" y="3116972"/>
                  </a:lnTo>
                  <a:lnTo>
                    <a:pt x="2815643" y="3116972"/>
                  </a:lnTo>
                  <a:lnTo>
                    <a:pt x="2730320" y="3116972"/>
                  </a:lnTo>
                  <a:lnTo>
                    <a:pt x="2644998" y="3116972"/>
                  </a:lnTo>
                  <a:lnTo>
                    <a:pt x="2559675" y="3116972"/>
                  </a:lnTo>
                  <a:lnTo>
                    <a:pt x="2474353" y="3116972"/>
                  </a:lnTo>
                  <a:lnTo>
                    <a:pt x="2389030" y="3116972"/>
                  </a:lnTo>
                  <a:lnTo>
                    <a:pt x="2303708" y="3116972"/>
                  </a:lnTo>
                  <a:lnTo>
                    <a:pt x="2218385" y="3116972"/>
                  </a:lnTo>
                  <a:lnTo>
                    <a:pt x="2133063" y="3116972"/>
                  </a:lnTo>
                  <a:lnTo>
                    <a:pt x="2047740" y="3116972"/>
                  </a:lnTo>
                  <a:lnTo>
                    <a:pt x="1962418" y="3116972"/>
                  </a:lnTo>
                  <a:lnTo>
                    <a:pt x="1877095" y="3116972"/>
                  </a:lnTo>
                  <a:lnTo>
                    <a:pt x="1791773" y="3116972"/>
                  </a:lnTo>
                  <a:lnTo>
                    <a:pt x="1706450" y="3116972"/>
                  </a:lnTo>
                  <a:lnTo>
                    <a:pt x="1621128" y="3116972"/>
                  </a:lnTo>
                  <a:lnTo>
                    <a:pt x="1535805" y="3116972"/>
                  </a:lnTo>
                  <a:lnTo>
                    <a:pt x="1450483" y="3116972"/>
                  </a:lnTo>
                  <a:lnTo>
                    <a:pt x="1365160" y="3116972"/>
                  </a:lnTo>
                  <a:lnTo>
                    <a:pt x="1279837" y="3116972"/>
                  </a:lnTo>
                  <a:lnTo>
                    <a:pt x="1194515" y="3116972"/>
                  </a:lnTo>
                  <a:lnTo>
                    <a:pt x="1109192" y="3116972"/>
                  </a:lnTo>
                  <a:lnTo>
                    <a:pt x="1023870" y="3116972"/>
                  </a:lnTo>
                  <a:lnTo>
                    <a:pt x="938547" y="3116972"/>
                  </a:lnTo>
                  <a:lnTo>
                    <a:pt x="853225" y="3116972"/>
                  </a:lnTo>
                  <a:lnTo>
                    <a:pt x="767902" y="3116972"/>
                  </a:lnTo>
                  <a:lnTo>
                    <a:pt x="682580" y="3116972"/>
                  </a:lnTo>
                  <a:lnTo>
                    <a:pt x="597257" y="3116972"/>
                  </a:lnTo>
                  <a:lnTo>
                    <a:pt x="511935" y="3116972"/>
                  </a:lnTo>
                  <a:lnTo>
                    <a:pt x="426612" y="3116972"/>
                  </a:lnTo>
                  <a:lnTo>
                    <a:pt x="341290" y="3116972"/>
                  </a:lnTo>
                  <a:lnTo>
                    <a:pt x="255967" y="3116972"/>
                  </a:lnTo>
                  <a:lnTo>
                    <a:pt x="170645" y="3116972"/>
                  </a:lnTo>
                  <a:lnTo>
                    <a:pt x="85322" y="3116972"/>
                  </a:lnTo>
                  <a:lnTo>
                    <a:pt x="0" y="3116972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51565" y="3262477"/>
              <a:ext cx="8446930" cy="2632796"/>
            </a:xfrm>
            <a:custGeom>
              <a:avLst/>
              <a:pathLst>
                <a:path w="8446930" h="2632796">
                  <a:moveTo>
                    <a:pt x="0" y="2486253"/>
                  </a:moveTo>
                  <a:lnTo>
                    <a:pt x="85322" y="2463641"/>
                  </a:lnTo>
                  <a:lnTo>
                    <a:pt x="170645" y="2584542"/>
                  </a:lnTo>
                  <a:lnTo>
                    <a:pt x="255967" y="2535126"/>
                  </a:lnTo>
                  <a:lnTo>
                    <a:pt x="341290" y="2632796"/>
                  </a:lnTo>
                  <a:lnTo>
                    <a:pt x="426612" y="2407375"/>
                  </a:lnTo>
                  <a:lnTo>
                    <a:pt x="511935" y="2369983"/>
                  </a:lnTo>
                  <a:lnTo>
                    <a:pt x="597257" y="2347185"/>
                  </a:lnTo>
                  <a:lnTo>
                    <a:pt x="682580" y="2246526"/>
                  </a:lnTo>
                  <a:lnTo>
                    <a:pt x="767902" y="2113348"/>
                  </a:lnTo>
                  <a:lnTo>
                    <a:pt x="853225" y="2080730"/>
                  </a:lnTo>
                  <a:lnTo>
                    <a:pt x="938547" y="2361260"/>
                  </a:lnTo>
                  <a:lnTo>
                    <a:pt x="1023870" y="2392264"/>
                  </a:lnTo>
                  <a:lnTo>
                    <a:pt x="1109192" y="2087984"/>
                  </a:lnTo>
                  <a:lnTo>
                    <a:pt x="1194515" y="2195243"/>
                  </a:lnTo>
                  <a:lnTo>
                    <a:pt x="1279837" y="2063940"/>
                  </a:lnTo>
                  <a:lnTo>
                    <a:pt x="1365160" y="2021605"/>
                  </a:lnTo>
                  <a:lnTo>
                    <a:pt x="1450483" y="2070870"/>
                  </a:lnTo>
                  <a:lnTo>
                    <a:pt x="1535805" y="2007583"/>
                  </a:lnTo>
                  <a:lnTo>
                    <a:pt x="1621128" y="1880485"/>
                  </a:lnTo>
                  <a:lnTo>
                    <a:pt x="1706450" y="1868721"/>
                  </a:lnTo>
                  <a:lnTo>
                    <a:pt x="1791773" y="1633815"/>
                  </a:lnTo>
                  <a:lnTo>
                    <a:pt x="1877095" y="1233870"/>
                  </a:lnTo>
                  <a:lnTo>
                    <a:pt x="1962418" y="1091192"/>
                  </a:lnTo>
                  <a:lnTo>
                    <a:pt x="2047740" y="1144658"/>
                  </a:lnTo>
                  <a:lnTo>
                    <a:pt x="2133063" y="1630834"/>
                  </a:lnTo>
                  <a:lnTo>
                    <a:pt x="2218385" y="1522418"/>
                  </a:lnTo>
                  <a:lnTo>
                    <a:pt x="2303708" y="1538731"/>
                  </a:lnTo>
                  <a:lnTo>
                    <a:pt x="2389030" y="1437095"/>
                  </a:lnTo>
                  <a:lnTo>
                    <a:pt x="2474353" y="1341875"/>
                  </a:lnTo>
                  <a:lnTo>
                    <a:pt x="2559675" y="1117780"/>
                  </a:lnTo>
                  <a:lnTo>
                    <a:pt x="2644998" y="1451929"/>
                  </a:lnTo>
                  <a:lnTo>
                    <a:pt x="2730320" y="1211259"/>
                  </a:lnTo>
                  <a:lnTo>
                    <a:pt x="2815643" y="1087450"/>
                  </a:lnTo>
                  <a:lnTo>
                    <a:pt x="2900966" y="1388806"/>
                  </a:lnTo>
                  <a:lnTo>
                    <a:pt x="2986288" y="1590926"/>
                  </a:lnTo>
                  <a:lnTo>
                    <a:pt x="3071611" y="1375056"/>
                  </a:lnTo>
                  <a:lnTo>
                    <a:pt x="3156933" y="1526706"/>
                  </a:lnTo>
                  <a:lnTo>
                    <a:pt x="3242256" y="1532460"/>
                  </a:lnTo>
                  <a:lnTo>
                    <a:pt x="3327578" y="1297846"/>
                  </a:lnTo>
                  <a:lnTo>
                    <a:pt x="3412901" y="1088774"/>
                  </a:lnTo>
                  <a:lnTo>
                    <a:pt x="3498223" y="587125"/>
                  </a:lnTo>
                  <a:lnTo>
                    <a:pt x="3583546" y="370584"/>
                  </a:lnTo>
                  <a:lnTo>
                    <a:pt x="3668868" y="417812"/>
                  </a:lnTo>
                  <a:lnTo>
                    <a:pt x="3754191" y="689235"/>
                  </a:lnTo>
                  <a:lnTo>
                    <a:pt x="3839513" y="427085"/>
                  </a:lnTo>
                  <a:lnTo>
                    <a:pt x="3924836" y="509321"/>
                  </a:lnTo>
                  <a:lnTo>
                    <a:pt x="4010158" y="121806"/>
                  </a:lnTo>
                  <a:lnTo>
                    <a:pt x="4095481" y="95885"/>
                  </a:lnTo>
                  <a:lnTo>
                    <a:pt x="4180804" y="0"/>
                  </a:lnTo>
                  <a:lnTo>
                    <a:pt x="4180804" y="0"/>
                  </a:lnTo>
                  <a:lnTo>
                    <a:pt x="4266126" y="90836"/>
                  </a:lnTo>
                  <a:lnTo>
                    <a:pt x="4351449" y="128529"/>
                  </a:lnTo>
                  <a:lnTo>
                    <a:pt x="4436771" y="145190"/>
                  </a:lnTo>
                  <a:lnTo>
                    <a:pt x="4522094" y="224130"/>
                  </a:lnTo>
                  <a:lnTo>
                    <a:pt x="4607416" y="324182"/>
                  </a:lnTo>
                  <a:lnTo>
                    <a:pt x="4692739" y="412222"/>
                  </a:lnTo>
                  <a:lnTo>
                    <a:pt x="4778061" y="806172"/>
                  </a:lnTo>
                  <a:lnTo>
                    <a:pt x="4863384" y="766156"/>
                  </a:lnTo>
                  <a:lnTo>
                    <a:pt x="4948706" y="1264685"/>
                  </a:lnTo>
                  <a:lnTo>
                    <a:pt x="5034029" y="1226932"/>
                  </a:lnTo>
                  <a:lnTo>
                    <a:pt x="5119351" y="1444361"/>
                  </a:lnTo>
                  <a:lnTo>
                    <a:pt x="5204674" y="1436715"/>
                  </a:lnTo>
                  <a:lnTo>
                    <a:pt x="5289996" y="1650653"/>
                  </a:lnTo>
                  <a:lnTo>
                    <a:pt x="5375319" y="1790512"/>
                  </a:lnTo>
                  <a:lnTo>
                    <a:pt x="5460641" y="1687440"/>
                  </a:lnTo>
                  <a:lnTo>
                    <a:pt x="5545964" y="1733557"/>
                  </a:lnTo>
                  <a:lnTo>
                    <a:pt x="5631287" y="1720354"/>
                  </a:lnTo>
                  <a:lnTo>
                    <a:pt x="5716609" y="1847343"/>
                  </a:lnTo>
                  <a:lnTo>
                    <a:pt x="5801932" y="1537585"/>
                  </a:lnTo>
                  <a:lnTo>
                    <a:pt x="5887254" y="1479594"/>
                  </a:lnTo>
                  <a:lnTo>
                    <a:pt x="5972577" y="1290806"/>
                  </a:lnTo>
                  <a:lnTo>
                    <a:pt x="6057899" y="1299413"/>
                  </a:lnTo>
                  <a:lnTo>
                    <a:pt x="6143222" y="1520698"/>
                  </a:lnTo>
                  <a:lnTo>
                    <a:pt x="6228544" y="1345163"/>
                  </a:lnTo>
                  <a:lnTo>
                    <a:pt x="6313867" y="1650838"/>
                  </a:lnTo>
                  <a:lnTo>
                    <a:pt x="6399189" y="1965662"/>
                  </a:lnTo>
                  <a:lnTo>
                    <a:pt x="6484512" y="1999498"/>
                  </a:lnTo>
                  <a:lnTo>
                    <a:pt x="6569834" y="2213267"/>
                  </a:lnTo>
                  <a:lnTo>
                    <a:pt x="6655157" y="1940349"/>
                  </a:lnTo>
                  <a:lnTo>
                    <a:pt x="6740479" y="1870534"/>
                  </a:lnTo>
                  <a:lnTo>
                    <a:pt x="6825802" y="1739223"/>
                  </a:lnTo>
                  <a:lnTo>
                    <a:pt x="6911125" y="2036868"/>
                  </a:lnTo>
                  <a:lnTo>
                    <a:pt x="6996447" y="2056708"/>
                  </a:lnTo>
                  <a:lnTo>
                    <a:pt x="7081770" y="1523614"/>
                  </a:lnTo>
                  <a:lnTo>
                    <a:pt x="7167092" y="1707289"/>
                  </a:lnTo>
                  <a:lnTo>
                    <a:pt x="7252415" y="1412421"/>
                  </a:lnTo>
                  <a:lnTo>
                    <a:pt x="7337737" y="1766321"/>
                  </a:lnTo>
                  <a:lnTo>
                    <a:pt x="7423060" y="1963000"/>
                  </a:lnTo>
                  <a:lnTo>
                    <a:pt x="7508382" y="1791916"/>
                  </a:lnTo>
                  <a:lnTo>
                    <a:pt x="7593705" y="1882276"/>
                  </a:lnTo>
                  <a:lnTo>
                    <a:pt x="7679027" y="1901428"/>
                  </a:lnTo>
                  <a:lnTo>
                    <a:pt x="7764350" y="2347536"/>
                  </a:lnTo>
                  <a:lnTo>
                    <a:pt x="7849672" y="2390652"/>
                  </a:lnTo>
                  <a:lnTo>
                    <a:pt x="7934995" y="2383591"/>
                  </a:lnTo>
                  <a:lnTo>
                    <a:pt x="8020317" y="2391566"/>
                  </a:lnTo>
                  <a:lnTo>
                    <a:pt x="8105640" y="2420187"/>
                  </a:lnTo>
                  <a:lnTo>
                    <a:pt x="8190962" y="2506483"/>
                  </a:lnTo>
                  <a:lnTo>
                    <a:pt x="8276285" y="2506208"/>
                  </a:lnTo>
                  <a:lnTo>
                    <a:pt x="8361608" y="2388960"/>
                  </a:lnTo>
                  <a:lnTo>
                    <a:pt x="8446930" y="2137678"/>
                  </a:lnTo>
                  <a:lnTo>
                    <a:pt x="8446930" y="213767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51565" y="6379450"/>
              <a:ext cx="8446930" cy="0"/>
            </a:xfrm>
            <a:custGeom>
              <a:avLst/>
              <a:pathLst>
                <a:path w="8446930" h="0">
                  <a:moveTo>
                    <a:pt x="8446930" y="0"/>
                  </a:moveTo>
                  <a:lnTo>
                    <a:pt x="8361608" y="0"/>
                  </a:lnTo>
                  <a:lnTo>
                    <a:pt x="8276285" y="0"/>
                  </a:lnTo>
                  <a:lnTo>
                    <a:pt x="8190962" y="0"/>
                  </a:lnTo>
                  <a:lnTo>
                    <a:pt x="8105640" y="0"/>
                  </a:lnTo>
                  <a:lnTo>
                    <a:pt x="8020317" y="0"/>
                  </a:lnTo>
                  <a:lnTo>
                    <a:pt x="7934995" y="0"/>
                  </a:lnTo>
                  <a:lnTo>
                    <a:pt x="7849672" y="0"/>
                  </a:lnTo>
                  <a:lnTo>
                    <a:pt x="7764350" y="0"/>
                  </a:lnTo>
                  <a:lnTo>
                    <a:pt x="7679027" y="0"/>
                  </a:lnTo>
                  <a:lnTo>
                    <a:pt x="7593705" y="0"/>
                  </a:lnTo>
                  <a:lnTo>
                    <a:pt x="7508382" y="0"/>
                  </a:lnTo>
                  <a:lnTo>
                    <a:pt x="7423060" y="0"/>
                  </a:lnTo>
                  <a:lnTo>
                    <a:pt x="7337737" y="0"/>
                  </a:lnTo>
                  <a:lnTo>
                    <a:pt x="7252415" y="0"/>
                  </a:lnTo>
                  <a:lnTo>
                    <a:pt x="7167092" y="0"/>
                  </a:lnTo>
                  <a:lnTo>
                    <a:pt x="7081770" y="0"/>
                  </a:lnTo>
                  <a:lnTo>
                    <a:pt x="6996447" y="0"/>
                  </a:lnTo>
                  <a:lnTo>
                    <a:pt x="6911125" y="0"/>
                  </a:lnTo>
                  <a:lnTo>
                    <a:pt x="6825802" y="0"/>
                  </a:lnTo>
                  <a:lnTo>
                    <a:pt x="6740479" y="0"/>
                  </a:lnTo>
                  <a:lnTo>
                    <a:pt x="6655157" y="0"/>
                  </a:lnTo>
                  <a:lnTo>
                    <a:pt x="6569834" y="0"/>
                  </a:lnTo>
                  <a:lnTo>
                    <a:pt x="6484512" y="0"/>
                  </a:lnTo>
                  <a:lnTo>
                    <a:pt x="6399189" y="0"/>
                  </a:lnTo>
                  <a:lnTo>
                    <a:pt x="6313867" y="0"/>
                  </a:lnTo>
                  <a:lnTo>
                    <a:pt x="6228544" y="0"/>
                  </a:lnTo>
                  <a:lnTo>
                    <a:pt x="6143222" y="0"/>
                  </a:lnTo>
                  <a:lnTo>
                    <a:pt x="6057899" y="0"/>
                  </a:lnTo>
                  <a:lnTo>
                    <a:pt x="5972577" y="0"/>
                  </a:lnTo>
                  <a:lnTo>
                    <a:pt x="5887254" y="0"/>
                  </a:lnTo>
                  <a:lnTo>
                    <a:pt x="5801932" y="0"/>
                  </a:lnTo>
                  <a:lnTo>
                    <a:pt x="5716609" y="0"/>
                  </a:lnTo>
                  <a:lnTo>
                    <a:pt x="5631287" y="0"/>
                  </a:lnTo>
                  <a:lnTo>
                    <a:pt x="5545964" y="0"/>
                  </a:lnTo>
                  <a:lnTo>
                    <a:pt x="5460641" y="0"/>
                  </a:lnTo>
                  <a:lnTo>
                    <a:pt x="5375319" y="0"/>
                  </a:lnTo>
                  <a:lnTo>
                    <a:pt x="5289996" y="0"/>
                  </a:lnTo>
                  <a:lnTo>
                    <a:pt x="5204674" y="0"/>
                  </a:lnTo>
                  <a:lnTo>
                    <a:pt x="5119351" y="0"/>
                  </a:lnTo>
                  <a:lnTo>
                    <a:pt x="5034029" y="0"/>
                  </a:lnTo>
                  <a:lnTo>
                    <a:pt x="4948706" y="0"/>
                  </a:lnTo>
                  <a:lnTo>
                    <a:pt x="4863384" y="0"/>
                  </a:lnTo>
                  <a:lnTo>
                    <a:pt x="4778061" y="0"/>
                  </a:lnTo>
                  <a:lnTo>
                    <a:pt x="4692739" y="0"/>
                  </a:lnTo>
                  <a:lnTo>
                    <a:pt x="4607416" y="0"/>
                  </a:lnTo>
                  <a:lnTo>
                    <a:pt x="4522094" y="0"/>
                  </a:lnTo>
                  <a:lnTo>
                    <a:pt x="4436771" y="0"/>
                  </a:lnTo>
                  <a:lnTo>
                    <a:pt x="4351449" y="0"/>
                  </a:lnTo>
                  <a:lnTo>
                    <a:pt x="4266126" y="0"/>
                  </a:lnTo>
                  <a:lnTo>
                    <a:pt x="4180804" y="0"/>
                  </a:lnTo>
                  <a:lnTo>
                    <a:pt x="4095481" y="0"/>
                  </a:lnTo>
                  <a:lnTo>
                    <a:pt x="4010158" y="0"/>
                  </a:lnTo>
                  <a:lnTo>
                    <a:pt x="3924836" y="0"/>
                  </a:lnTo>
                  <a:lnTo>
                    <a:pt x="3839513" y="0"/>
                  </a:lnTo>
                  <a:lnTo>
                    <a:pt x="3754191" y="0"/>
                  </a:lnTo>
                  <a:lnTo>
                    <a:pt x="3668868" y="0"/>
                  </a:lnTo>
                  <a:lnTo>
                    <a:pt x="3583546" y="0"/>
                  </a:lnTo>
                  <a:lnTo>
                    <a:pt x="3498223" y="0"/>
                  </a:lnTo>
                  <a:lnTo>
                    <a:pt x="3412901" y="0"/>
                  </a:lnTo>
                  <a:lnTo>
                    <a:pt x="3327578" y="0"/>
                  </a:lnTo>
                  <a:lnTo>
                    <a:pt x="3242256" y="0"/>
                  </a:lnTo>
                  <a:lnTo>
                    <a:pt x="3156933" y="0"/>
                  </a:lnTo>
                  <a:lnTo>
                    <a:pt x="3071611" y="0"/>
                  </a:lnTo>
                  <a:lnTo>
                    <a:pt x="2986288" y="0"/>
                  </a:lnTo>
                  <a:lnTo>
                    <a:pt x="2900966" y="0"/>
                  </a:lnTo>
                  <a:lnTo>
                    <a:pt x="2815643" y="0"/>
                  </a:lnTo>
                  <a:lnTo>
                    <a:pt x="2730320" y="0"/>
                  </a:lnTo>
                  <a:lnTo>
                    <a:pt x="2644998" y="0"/>
                  </a:lnTo>
                  <a:lnTo>
                    <a:pt x="2559675" y="0"/>
                  </a:lnTo>
                  <a:lnTo>
                    <a:pt x="2474353" y="0"/>
                  </a:lnTo>
                  <a:lnTo>
                    <a:pt x="2389030" y="0"/>
                  </a:lnTo>
                  <a:lnTo>
                    <a:pt x="2303708" y="0"/>
                  </a:lnTo>
                  <a:lnTo>
                    <a:pt x="2218385" y="0"/>
                  </a:lnTo>
                  <a:lnTo>
                    <a:pt x="2133063" y="0"/>
                  </a:lnTo>
                  <a:lnTo>
                    <a:pt x="2047740" y="0"/>
                  </a:lnTo>
                  <a:lnTo>
                    <a:pt x="1962418" y="0"/>
                  </a:lnTo>
                  <a:lnTo>
                    <a:pt x="1877095" y="0"/>
                  </a:lnTo>
                  <a:lnTo>
                    <a:pt x="1791773" y="0"/>
                  </a:lnTo>
                  <a:lnTo>
                    <a:pt x="1706450" y="0"/>
                  </a:lnTo>
                  <a:lnTo>
                    <a:pt x="1621128" y="0"/>
                  </a:lnTo>
                  <a:lnTo>
                    <a:pt x="1535805" y="0"/>
                  </a:lnTo>
                  <a:lnTo>
                    <a:pt x="1450483" y="0"/>
                  </a:lnTo>
                  <a:lnTo>
                    <a:pt x="1365160" y="0"/>
                  </a:lnTo>
                  <a:lnTo>
                    <a:pt x="1279837" y="0"/>
                  </a:lnTo>
                  <a:lnTo>
                    <a:pt x="1194515" y="0"/>
                  </a:lnTo>
                  <a:lnTo>
                    <a:pt x="1109192" y="0"/>
                  </a:lnTo>
                  <a:lnTo>
                    <a:pt x="1023870" y="0"/>
                  </a:lnTo>
                  <a:lnTo>
                    <a:pt x="938547" y="0"/>
                  </a:lnTo>
                  <a:lnTo>
                    <a:pt x="853225" y="0"/>
                  </a:lnTo>
                  <a:lnTo>
                    <a:pt x="767902" y="0"/>
                  </a:lnTo>
                  <a:lnTo>
                    <a:pt x="682580" y="0"/>
                  </a:lnTo>
                  <a:lnTo>
                    <a:pt x="597257" y="0"/>
                  </a:lnTo>
                  <a:lnTo>
                    <a:pt x="511935" y="0"/>
                  </a:lnTo>
                  <a:lnTo>
                    <a:pt x="426612" y="0"/>
                  </a:lnTo>
                  <a:lnTo>
                    <a:pt x="341290" y="0"/>
                  </a:lnTo>
                  <a:lnTo>
                    <a:pt x="255967" y="0"/>
                  </a:lnTo>
                  <a:lnTo>
                    <a:pt x="170645" y="0"/>
                  </a:lnTo>
                  <a:lnTo>
                    <a:pt x="85322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9" name="tx29"/>
            <p:cNvSpPr/>
            <p:nvPr/>
          </p:nvSpPr>
          <p:spPr>
            <a:xfrm rot="2700000">
              <a:off x="4534360" y="8124004"/>
              <a:ext cx="516088" cy="1398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L1td1</a:t>
              </a:r>
            </a:p>
          </p:txBody>
        </p:sp>
        <p:sp>
          <p:nvSpPr>
            <p:cNvPr id="30" name="pl30"/>
            <p:cNvSpPr/>
            <p:nvPr/>
          </p:nvSpPr>
          <p:spPr>
            <a:xfrm>
              <a:off x="551565" y="3262477"/>
              <a:ext cx="0" cy="3116972"/>
            </a:xfrm>
            <a:custGeom>
              <a:avLst/>
              <a:pathLst>
                <a:path w="0" h="3116972">
                  <a:moveTo>
                    <a:pt x="0" y="3116972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tx31"/>
            <p:cNvSpPr/>
            <p:nvPr/>
          </p:nvSpPr>
          <p:spPr>
            <a:xfrm>
              <a:off x="311199" y="5670998"/>
              <a:ext cx="177735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5.1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311199" y="4930851"/>
              <a:ext cx="177735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5.4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311199" y="4190705"/>
              <a:ext cx="177735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5.7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311199" y="3449085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6.0</a:t>
              </a:r>
            </a:p>
          </p:txBody>
        </p:sp>
        <p:sp>
          <p:nvSpPr>
            <p:cNvPr id="35" name="pl35"/>
            <p:cNvSpPr/>
            <p:nvPr/>
          </p:nvSpPr>
          <p:spPr>
            <a:xfrm>
              <a:off x="516770" y="571331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16770" y="497317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16770" y="423302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16770" y="349287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51565" y="6379450"/>
              <a:ext cx="8446930" cy="0"/>
            </a:xfrm>
            <a:custGeom>
              <a:avLst/>
              <a:pathLst>
                <a:path w="8446930" h="0">
                  <a:moveTo>
                    <a:pt x="0" y="0"/>
                  </a:moveTo>
                  <a:lnTo>
                    <a:pt x="844693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1916725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4049788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6182852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8315915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tx44"/>
            <p:cNvSpPr/>
            <p:nvPr/>
          </p:nvSpPr>
          <p:spPr>
            <a:xfrm>
              <a:off x="1632305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98720000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765368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98725000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898431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98730000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8031494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98735000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4733693" y="6607038"/>
              <a:ext cx="82674" cy="763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x</a:t>
              </a:r>
            </a:p>
          </p:txBody>
        </p:sp>
        <p:sp>
          <p:nvSpPr>
            <p:cNvPr id="49" name="tx49"/>
            <p:cNvSpPr/>
            <p:nvPr/>
          </p:nvSpPr>
          <p:spPr>
            <a:xfrm rot="-5400000">
              <a:off x="19378" y="4753364"/>
              <a:ext cx="320737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pred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2026-03-09T11:24:02Z</dcterms:modified>
  <cp:category/>
</cp:coreProperties>
</file>