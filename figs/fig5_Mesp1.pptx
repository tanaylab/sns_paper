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My R Plot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475367" y="3828687"/>
              <a:ext cx="64739" cy="34493"/>
            </a:xfrm>
            <a:custGeom>
              <a:avLst/>
              <a:pathLst>
                <a:path w="64739" h="34493">
                  <a:moveTo>
                    <a:pt x="0" y="34493"/>
                  </a:moveTo>
                  <a:lnTo>
                    <a:pt x="87" y="34410"/>
                  </a:lnTo>
                  <a:lnTo>
                    <a:pt x="713" y="33840"/>
                  </a:lnTo>
                  <a:lnTo>
                    <a:pt x="1340" y="33313"/>
                  </a:lnTo>
                  <a:lnTo>
                    <a:pt x="1966" y="32831"/>
                  </a:lnTo>
                  <a:lnTo>
                    <a:pt x="2593" y="32403"/>
                  </a:lnTo>
                  <a:lnTo>
                    <a:pt x="3219" y="32004"/>
                  </a:lnTo>
                  <a:lnTo>
                    <a:pt x="3846" y="31641"/>
                  </a:lnTo>
                  <a:lnTo>
                    <a:pt x="4473" y="31316"/>
                  </a:lnTo>
                  <a:lnTo>
                    <a:pt x="5099" y="31037"/>
                  </a:lnTo>
                  <a:lnTo>
                    <a:pt x="5726" y="30805"/>
                  </a:lnTo>
                  <a:lnTo>
                    <a:pt x="6352" y="30594"/>
                  </a:lnTo>
                  <a:lnTo>
                    <a:pt x="6979" y="30371"/>
                  </a:lnTo>
                  <a:lnTo>
                    <a:pt x="7605" y="30123"/>
                  </a:lnTo>
                  <a:lnTo>
                    <a:pt x="8232" y="29825"/>
                  </a:lnTo>
                  <a:lnTo>
                    <a:pt x="8858" y="29483"/>
                  </a:lnTo>
                  <a:lnTo>
                    <a:pt x="9485" y="29090"/>
                  </a:lnTo>
                  <a:lnTo>
                    <a:pt x="10112" y="28673"/>
                  </a:lnTo>
                  <a:lnTo>
                    <a:pt x="10738" y="28227"/>
                  </a:lnTo>
                  <a:lnTo>
                    <a:pt x="11365" y="27744"/>
                  </a:lnTo>
                  <a:lnTo>
                    <a:pt x="11991" y="27206"/>
                  </a:lnTo>
                  <a:lnTo>
                    <a:pt x="12618" y="26631"/>
                  </a:lnTo>
                  <a:lnTo>
                    <a:pt x="13244" y="26012"/>
                  </a:lnTo>
                  <a:lnTo>
                    <a:pt x="13871" y="25347"/>
                  </a:lnTo>
                  <a:lnTo>
                    <a:pt x="14497" y="24651"/>
                  </a:lnTo>
                  <a:lnTo>
                    <a:pt x="15124" y="23916"/>
                  </a:lnTo>
                  <a:lnTo>
                    <a:pt x="15751" y="23147"/>
                  </a:lnTo>
                  <a:lnTo>
                    <a:pt x="16377" y="22355"/>
                  </a:lnTo>
                  <a:lnTo>
                    <a:pt x="17004" y="21553"/>
                  </a:lnTo>
                  <a:lnTo>
                    <a:pt x="17630" y="20736"/>
                  </a:lnTo>
                  <a:lnTo>
                    <a:pt x="18257" y="19902"/>
                  </a:lnTo>
                  <a:lnTo>
                    <a:pt x="18883" y="19053"/>
                  </a:lnTo>
                  <a:lnTo>
                    <a:pt x="19510" y="18154"/>
                  </a:lnTo>
                  <a:lnTo>
                    <a:pt x="20136" y="17221"/>
                  </a:lnTo>
                  <a:lnTo>
                    <a:pt x="20763" y="16280"/>
                  </a:lnTo>
                  <a:lnTo>
                    <a:pt x="21390" y="15331"/>
                  </a:lnTo>
                  <a:lnTo>
                    <a:pt x="22016" y="14384"/>
                  </a:lnTo>
                  <a:lnTo>
                    <a:pt x="22643" y="13456"/>
                  </a:lnTo>
                  <a:lnTo>
                    <a:pt x="23269" y="12551"/>
                  </a:lnTo>
                  <a:lnTo>
                    <a:pt x="23896" y="11661"/>
                  </a:lnTo>
                  <a:lnTo>
                    <a:pt x="24522" y="10791"/>
                  </a:lnTo>
                  <a:lnTo>
                    <a:pt x="25149" y="9939"/>
                  </a:lnTo>
                  <a:lnTo>
                    <a:pt x="25775" y="9105"/>
                  </a:lnTo>
                  <a:lnTo>
                    <a:pt x="26402" y="8295"/>
                  </a:lnTo>
                  <a:lnTo>
                    <a:pt x="27029" y="7519"/>
                  </a:lnTo>
                  <a:lnTo>
                    <a:pt x="27655" y="6804"/>
                  </a:lnTo>
                  <a:lnTo>
                    <a:pt x="28282" y="6157"/>
                  </a:lnTo>
                  <a:lnTo>
                    <a:pt x="28908" y="5578"/>
                  </a:lnTo>
                  <a:lnTo>
                    <a:pt x="29535" y="5057"/>
                  </a:lnTo>
                  <a:lnTo>
                    <a:pt x="30161" y="4573"/>
                  </a:lnTo>
                  <a:lnTo>
                    <a:pt x="30788" y="4132"/>
                  </a:lnTo>
                  <a:lnTo>
                    <a:pt x="31414" y="3726"/>
                  </a:lnTo>
                  <a:lnTo>
                    <a:pt x="32041" y="3358"/>
                  </a:lnTo>
                  <a:lnTo>
                    <a:pt x="32668" y="3032"/>
                  </a:lnTo>
                  <a:lnTo>
                    <a:pt x="33294" y="2736"/>
                  </a:lnTo>
                  <a:lnTo>
                    <a:pt x="33921" y="2458"/>
                  </a:lnTo>
                  <a:lnTo>
                    <a:pt x="34547" y="2191"/>
                  </a:lnTo>
                  <a:lnTo>
                    <a:pt x="35174" y="1961"/>
                  </a:lnTo>
                  <a:lnTo>
                    <a:pt x="35800" y="1760"/>
                  </a:lnTo>
                  <a:lnTo>
                    <a:pt x="36427" y="1587"/>
                  </a:lnTo>
                  <a:lnTo>
                    <a:pt x="37053" y="1406"/>
                  </a:lnTo>
                  <a:lnTo>
                    <a:pt x="37680" y="1218"/>
                  </a:lnTo>
                  <a:lnTo>
                    <a:pt x="38307" y="1021"/>
                  </a:lnTo>
                  <a:lnTo>
                    <a:pt x="38933" y="824"/>
                  </a:lnTo>
                  <a:lnTo>
                    <a:pt x="39560" y="636"/>
                  </a:lnTo>
                  <a:lnTo>
                    <a:pt x="40186" y="450"/>
                  </a:lnTo>
                  <a:lnTo>
                    <a:pt x="40813" y="288"/>
                  </a:lnTo>
                  <a:lnTo>
                    <a:pt x="41439" y="157"/>
                  </a:lnTo>
                  <a:lnTo>
                    <a:pt x="42066" y="60"/>
                  </a:lnTo>
                  <a:lnTo>
                    <a:pt x="42692" y="6"/>
                  </a:lnTo>
                  <a:lnTo>
                    <a:pt x="43319" y="0"/>
                  </a:lnTo>
                  <a:lnTo>
                    <a:pt x="43946" y="64"/>
                  </a:lnTo>
                  <a:lnTo>
                    <a:pt x="44572" y="189"/>
                  </a:lnTo>
                  <a:lnTo>
                    <a:pt x="45199" y="389"/>
                  </a:lnTo>
                  <a:lnTo>
                    <a:pt x="45825" y="665"/>
                  </a:lnTo>
                  <a:lnTo>
                    <a:pt x="46452" y="1009"/>
                  </a:lnTo>
                  <a:lnTo>
                    <a:pt x="47078" y="1429"/>
                  </a:lnTo>
                  <a:lnTo>
                    <a:pt x="47705" y="1929"/>
                  </a:lnTo>
                  <a:lnTo>
                    <a:pt x="48331" y="2495"/>
                  </a:lnTo>
                  <a:lnTo>
                    <a:pt x="48958" y="3117"/>
                  </a:lnTo>
                  <a:lnTo>
                    <a:pt x="49585" y="3801"/>
                  </a:lnTo>
                  <a:lnTo>
                    <a:pt x="50211" y="4523"/>
                  </a:lnTo>
                  <a:lnTo>
                    <a:pt x="50838" y="5289"/>
                  </a:lnTo>
                  <a:lnTo>
                    <a:pt x="51464" y="6141"/>
                  </a:lnTo>
                  <a:lnTo>
                    <a:pt x="52091" y="7064"/>
                  </a:lnTo>
                  <a:lnTo>
                    <a:pt x="52717" y="8059"/>
                  </a:lnTo>
                  <a:lnTo>
                    <a:pt x="53344" y="9118"/>
                  </a:lnTo>
                  <a:lnTo>
                    <a:pt x="53970" y="10237"/>
                  </a:lnTo>
                  <a:lnTo>
                    <a:pt x="54597" y="11401"/>
                  </a:lnTo>
                  <a:lnTo>
                    <a:pt x="55224" y="12608"/>
                  </a:lnTo>
                  <a:lnTo>
                    <a:pt x="55850" y="13860"/>
                  </a:lnTo>
                  <a:lnTo>
                    <a:pt x="56477" y="15160"/>
                  </a:lnTo>
                  <a:lnTo>
                    <a:pt x="57103" y="16511"/>
                  </a:lnTo>
                  <a:lnTo>
                    <a:pt x="57730" y="17929"/>
                  </a:lnTo>
                  <a:lnTo>
                    <a:pt x="58356" y="19399"/>
                  </a:lnTo>
                  <a:lnTo>
                    <a:pt x="58983" y="20932"/>
                  </a:lnTo>
                  <a:lnTo>
                    <a:pt x="59609" y="22483"/>
                  </a:lnTo>
                  <a:lnTo>
                    <a:pt x="60236" y="24052"/>
                  </a:lnTo>
                  <a:lnTo>
                    <a:pt x="60863" y="25612"/>
                  </a:lnTo>
                  <a:lnTo>
                    <a:pt x="61489" y="27146"/>
                  </a:lnTo>
                  <a:lnTo>
                    <a:pt x="62116" y="28651"/>
                  </a:lnTo>
                  <a:lnTo>
                    <a:pt x="62742" y="30120"/>
                  </a:lnTo>
                  <a:lnTo>
                    <a:pt x="63369" y="31561"/>
                  </a:lnTo>
                  <a:lnTo>
                    <a:pt x="63995" y="32941"/>
                  </a:lnTo>
                  <a:lnTo>
                    <a:pt x="64622" y="34258"/>
                  </a:lnTo>
                  <a:lnTo>
                    <a:pt x="64739" y="34493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648691" y="2221576"/>
              <a:ext cx="1324667" cy="1641605"/>
            </a:xfrm>
            <a:custGeom>
              <a:avLst/>
              <a:pathLst>
                <a:path w="1324667" h="1641605">
                  <a:moveTo>
                    <a:pt x="0" y="1641605"/>
                  </a:moveTo>
                  <a:lnTo>
                    <a:pt x="318" y="1640533"/>
                  </a:lnTo>
                  <a:lnTo>
                    <a:pt x="944" y="1638313"/>
                  </a:lnTo>
                  <a:lnTo>
                    <a:pt x="1571" y="1635991"/>
                  </a:lnTo>
                  <a:lnTo>
                    <a:pt x="2197" y="1633574"/>
                  </a:lnTo>
                  <a:lnTo>
                    <a:pt x="2824" y="1631055"/>
                  </a:lnTo>
                  <a:lnTo>
                    <a:pt x="3451" y="1628440"/>
                  </a:lnTo>
                  <a:lnTo>
                    <a:pt x="4077" y="1625702"/>
                  </a:lnTo>
                  <a:lnTo>
                    <a:pt x="4704" y="1622852"/>
                  </a:lnTo>
                  <a:lnTo>
                    <a:pt x="5330" y="1619933"/>
                  </a:lnTo>
                  <a:lnTo>
                    <a:pt x="5957" y="1616980"/>
                  </a:lnTo>
                  <a:lnTo>
                    <a:pt x="6583" y="1613991"/>
                  </a:lnTo>
                  <a:lnTo>
                    <a:pt x="7210" y="1610965"/>
                  </a:lnTo>
                  <a:lnTo>
                    <a:pt x="7836" y="1607899"/>
                  </a:lnTo>
                  <a:lnTo>
                    <a:pt x="8463" y="1604779"/>
                  </a:lnTo>
                  <a:lnTo>
                    <a:pt x="9090" y="1601617"/>
                  </a:lnTo>
                  <a:lnTo>
                    <a:pt x="9716" y="1598418"/>
                  </a:lnTo>
                  <a:lnTo>
                    <a:pt x="10343" y="1595210"/>
                  </a:lnTo>
                  <a:lnTo>
                    <a:pt x="10969" y="1592000"/>
                  </a:lnTo>
                  <a:lnTo>
                    <a:pt x="11596" y="1588765"/>
                  </a:lnTo>
                  <a:lnTo>
                    <a:pt x="12222" y="1585547"/>
                  </a:lnTo>
                  <a:lnTo>
                    <a:pt x="12849" y="1582347"/>
                  </a:lnTo>
                  <a:lnTo>
                    <a:pt x="13475" y="1579178"/>
                  </a:lnTo>
                  <a:lnTo>
                    <a:pt x="14102" y="1576060"/>
                  </a:lnTo>
                  <a:lnTo>
                    <a:pt x="14729" y="1572971"/>
                  </a:lnTo>
                  <a:lnTo>
                    <a:pt x="15355" y="1569913"/>
                  </a:lnTo>
                  <a:lnTo>
                    <a:pt x="15982" y="1566905"/>
                  </a:lnTo>
                  <a:lnTo>
                    <a:pt x="16608" y="1563962"/>
                  </a:lnTo>
                  <a:lnTo>
                    <a:pt x="17235" y="1561067"/>
                  </a:lnTo>
                  <a:lnTo>
                    <a:pt x="17861" y="1558227"/>
                  </a:lnTo>
                  <a:lnTo>
                    <a:pt x="18488" y="1555432"/>
                  </a:lnTo>
                  <a:lnTo>
                    <a:pt x="19114" y="1552676"/>
                  </a:lnTo>
                  <a:lnTo>
                    <a:pt x="19741" y="1549937"/>
                  </a:lnTo>
                  <a:lnTo>
                    <a:pt x="20368" y="1547228"/>
                  </a:lnTo>
                  <a:lnTo>
                    <a:pt x="20994" y="1544574"/>
                  </a:lnTo>
                  <a:lnTo>
                    <a:pt x="21621" y="1541959"/>
                  </a:lnTo>
                  <a:lnTo>
                    <a:pt x="22247" y="1539413"/>
                  </a:lnTo>
                  <a:lnTo>
                    <a:pt x="22874" y="1536937"/>
                  </a:lnTo>
                  <a:lnTo>
                    <a:pt x="23500" y="1534527"/>
                  </a:lnTo>
                  <a:lnTo>
                    <a:pt x="24127" y="1532169"/>
                  </a:lnTo>
                  <a:lnTo>
                    <a:pt x="24753" y="1529851"/>
                  </a:lnTo>
                  <a:lnTo>
                    <a:pt x="25380" y="1527578"/>
                  </a:lnTo>
                  <a:lnTo>
                    <a:pt x="26007" y="1525358"/>
                  </a:lnTo>
                  <a:lnTo>
                    <a:pt x="26633" y="1523214"/>
                  </a:lnTo>
                  <a:lnTo>
                    <a:pt x="27260" y="1521145"/>
                  </a:lnTo>
                  <a:lnTo>
                    <a:pt x="27886" y="1519167"/>
                  </a:lnTo>
                  <a:lnTo>
                    <a:pt x="28513" y="1517297"/>
                  </a:lnTo>
                  <a:lnTo>
                    <a:pt x="29139" y="1515544"/>
                  </a:lnTo>
                  <a:lnTo>
                    <a:pt x="29766" y="1513909"/>
                  </a:lnTo>
                  <a:lnTo>
                    <a:pt x="30392" y="1512382"/>
                  </a:lnTo>
                  <a:lnTo>
                    <a:pt x="31019" y="1510943"/>
                  </a:lnTo>
                  <a:lnTo>
                    <a:pt x="31646" y="1509548"/>
                  </a:lnTo>
                  <a:lnTo>
                    <a:pt x="32272" y="1508183"/>
                  </a:lnTo>
                  <a:lnTo>
                    <a:pt x="32899" y="1506825"/>
                  </a:lnTo>
                  <a:lnTo>
                    <a:pt x="33525" y="1505474"/>
                  </a:lnTo>
                  <a:lnTo>
                    <a:pt x="34152" y="1504130"/>
                  </a:lnTo>
                  <a:lnTo>
                    <a:pt x="34778" y="1502768"/>
                  </a:lnTo>
                  <a:lnTo>
                    <a:pt x="35405" y="1501385"/>
                  </a:lnTo>
                  <a:lnTo>
                    <a:pt x="36031" y="1499977"/>
                  </a:lnTo>
                  <a:lnTo>
                    <a:pt x="36658" y="1498542"/>
                  </a:lnTo>
                  <a:lnTo>
                    <a:pt x="37285" y="1497047"/>
                  </a:lnTo>
                  <a:lnTo>
                    <a:pt x="37911" y="1495473"/>
                  </a:lnTo>
                  <a:lnTo>
                    <a:pt x="38538" y="1493821"/>
                  </a:lnTo>
                  <a:lnTo>
                    <a:pt x="39164" y="1492092"/>
                  </a:lnTo>
                  <a:lnTo>
                    <a:pt x="39791" y="1490273"/>
                  </a:lnTo>
                  <a:lnTo>
                    <a:pt x="40417" y="1488377"/>
                  </a:lnTo>
                  <a:lnTo>
                    <a:pt x="41044" y="1486398"/>
                  </a:lnTo>
                  <a:lnTo>
                    <a:pt x="41670" y="1484336"/>
                  </a:lnTo>
                  <a:lnTo>
                    <a:pt x="42297" y="1482189"/>
                  </a:lnTo>
                  <a:lnTo>
                    <a:pt x="42924" y="1480011"/>
                  </a:lnTo>
                  <a:lnTo>
                    <a:pt x="43550" y="1477840"/>
                  </a:lnTo>
                  <a:lnTo>
                    <a:pt x="44177" y="1475654"/>
                  </a:lnTo>
                  <a:lnTo>
                    <a:pt x="44803" y="1473486"/>
                  </a:lnTo>
                  <a:lnTo>
                    <a:pt x="45430" y="1471341"/>
                  </a:lnTo>
                  <a:lnTo>
                    <a:pt x="46056" y="1469225"/>
                  </a:lnTo>
                  <a:lnTo>
                    <a:pt x="46683" y="1467167"/>
                  </a:lnTo>
                  <a:lnTo>
                    <a:pt x="47309" y="1465167"/>
                  </a:lnTo>
                  <a:lnTo>
                    <a:pt x="47936" y="1463240"/>
                  </a:lnTo>
                  <a:lnTo>
                    <a:pt x="48563" y="1461398"/>
                  </a:lnTo>
                  <a:lnTo>
                    <a:pt x="49189" y="1459671"/>
                  </a:lnTo>
                  <a:lnTo>
                    <a:pt x="49816" y="1458056"/>
                  </a:lnTo>
                  <a:lnTo>
                    <a:pt x="50442" y="1456558"/>
                  </a:lnTo>
                  <a:lnTo>
                    <a:pt x="51069" y="1455198"/>
                  </a:lnTo>
                  <a:lnTo>
                    <a:pt x="51695" y="1453982"/>
                  </a:lnTo>
                  <a:lnTo>
                    <a:pt x="52322" y="1452889"/>
                  </a:lnTo>
                  <a:lnTo>
                    <a:pt x="52948" y="1451902"/>
                  </a:lnTo>
                  <a:lnTo>
                    <a:pt x="53575" y="1451042"/>
                  </a:lnTo>
                  <a:lnTo>
                    <a:pt x="54202" y="1450273"/>
                  </a:lnTo>
                  <a:lnTo>
                    <a:pt x="54828" y="1449558"/>
                  </a:lnTo>
                  <a:lnTo>
                    <a:pt x="55455" y="1448911"/>
                  </a:lnTo>
                  <a:lnTo>
                    <a:pt x="56081" y="1448335"/>
                  </a:lnTo>
                  <a:lnTo>
                    <a:pt x="56708" y="1447832"/>
                  </a:lnTo>
                  <a:lnTo>
                    <a:pt x="57334" y="1447356"/>
                  </a:lnTo>
                  <a:lnTo>
                    <a:pt x="57961" y="1446899"/>
                  </a:lnTo>
                  <a:lnTo>
                    <a:pt x="58587" y="1446433"/>
                  </a:lnTo>
                  <a:lnTo>
                    <a:pt x="59214" y="1445971"/>
                  </a:lnTo>
                  <a:lnTo>
                    <a:pt x="59841" y="1445499"/>
                  </a:lnTo>
                  <a:lnTo>
                    <a:pt x="60467" y="1444994"/>
                  </a:lnTo>
                  <a:lnTo>
                    <a:pt x="61094" y="1444432"/>
                  </a:lnTo>
                  <a:lnTo>
                    <a:pt x="61720" y="1443781"/>
                  </a:lnTo>
                  <a:lnTo>
                    <a:pt x="62347" y="1442998"/>
                  </a:lnTo>
                  <a:lnTo>
                    <a:pt x="62973" y="1442095"/>
                  </a:lnTo>
                  <a:lnTo>
                    <a:pt x="63600" y="1441083"/>
                  </a:lnTo>
                  <a:lnTo>
                    <a:pt x="64226" y="1439986"/>
                  </a:lnTo>
                  <a:lnTo>
                    <a:pt x="64853" y="1438796"/>
                  </a:lnTo>
                  <a:lnTo>
                    <a:pt x="65480" y="1437494"/>
                  </a:lnTo>
                  <a:lnTo>
                    <a:pt x="66106" y="1436074"/>
                  </a:lnTo>
                  <a:lnTo>
                    <a:pt x="66733" y="1434552"/>
                  </a:lnTo>
                  <a:lnTo>
                    <a:pt x="67359" y="1432913"/>
                  </a:lnTo>
                  <a:lnTo>
                    <a:pt x="67986" y="1431162"/>
                  </a:lnTo>
                  <a:lnTo>
                    <a:pt x="68612" y="1429285"/>
                  </a:lnTo>
                  <a:lnTo>
                    <a:pt x="69239" y="1427295"/>
                  </a:lnTo>
                  <a:lnTo>
                    <a:pt x="69865" y="1425205"/>
                  </a:lnTo>
                  <a:lnTo>
                    <a:pt x="70492" y="1423043"/>
                  </a:lnTo>
                  <a:lnTo>
                    <a:pt x="71119" y="1420867"/>
                  </a:lnTo>
                  <a:lnTo>
                    <a:pt x="71745" y="1418708"/>
                  </a:lnTo>
                  <a:lnTo>
                    <a:pt x="72372" y="1416577"/>
                  </a:lnTo>
                  <a:lnTo>
                    <a:pt x="72998" y="1414479"/>
                  </a:lnTo>
                  <a:lnTo>
                    <a:pt x="73625" y="1412397"/>
                  </a:lnTo>
                  <a:lnTo>
                    <a:pt x="74251" y="1410331"/>
                  </a:lnTo>
                  <a:lnTo>
                    <a:pt x="74878" y="1408235"/>
                  </a:lnTo>
                  <a:lnTo>
                    <a:pt x="75504" y="1406098"/>
                  </a:lnTo>
                  <a:lnTo>
                    <a:pt x="76131" y="1403940"/>
                  </a:lnTo>
                  <a:lnTo>
                    <a:pt x="76758" y="1401751"/>
                  </a:lnTo>
                  <a:lnTo>
                    <a:pt x="77384" y="1399511"/>
                  </a:lnTo>
                  <a:lnTo>
                    <a:pt x="78011" y="1397214"/>
                  </a:lnTo>
                  <a:lnTo>
                    <a:pt x="78637" y="1394870"/>
                  </a:lnTo>
                  <a:lnTo>
                    <a:pt x="79264" y="1392516"/>
                  </a:lnTo>
                  <a:lnTo>
                    <a:pt x="79890" y="1390169"/>
                  </a:lnTo>
                  <a:lnTo>
                    <a:pt x="80517" y="1387817"/>
                  </a:lnTo>
                  <a:lnTo>
                    <a:pt x="81143" y="1385469"/>
                  </a:lnTo>
                  <a:lnTo>
                    <a:pt x="81770" y="1383120"/>
                  </a:lnTo>
                  <a:lnTo>
                    <a:pt x="82397" y="1380772"/>
                  </a:lnTo>
                  <a:lnTo>
                    <a:pt x="83023" y="1378427"/>
                  </a:lnTo>
                  <a:lnTo>
                    <a:pt x="83650" y="1376103"/>
                  </a:lnTo>
                  <a:lnTo>
                    <a:pt x="84276" y="1373819"/>
                  </a:lnTo>
                  <a:lnTo>
                    <a:pt x="84903" y="1371563"/>
                  </a:lnTo>
                  <a:lnTo>
                    <a:pt x="85529" y="1369321"/>
                  </a:lnTo>
                  <a:lnTo>
                    <a:pt x="86156" y="1367106"/>
                  </a:lnTo>
                  <a:lnTo>
                    <a:pt x="86782" y="1364949"/>
                  </a:lnTo>
                  <a:lnTo>
                    <a:pt x="87409" y="1362848"/>
                  </a:lnTo>
                  <a:lnTo>
                    <a:pt x="88036" y="1360800"/>
                  </a:lnTo>
                  <a:lnTo>
                    <a:pt x="88662" y="1358789"/>
                  </a:lnTo>
                  <a:lnTo>
                    <a:pt x="89289" y="1356801"/>
                  </a:lnTo>
                  <a:lnTo>
                    <a:pt x="89915" y="1354833"/>
                  </a:lnTo>
                  <a:lnTo>
                    <a:pt x="90542" y="1352893"/>
                  </a:lnTo>
                  <a:lnTo>
                    <a:pt x="91168" y="1350953"/>
                  </a:lnTo>
                  <a:lnTo>
                    <a:pt x="91795" y="1349019"/>
                  </a:lnTo>
                  <a:lnTo>
                    <a:pt x="92421" y="1347100"/>
                  </a:lnTo>
                  <a:lnTo>
                    <a:pt x="93048" y="1345195"/>
                  </a:lnTo>
                  <a:lnTo>
                    <a:pt x="93675" y="1343328"/>
                  </a:lnTo>
                  <a:lnTo>
                    <a:pt x="94301" y="1341566"/>
                  </a:lnTo>
                  <a:lnTo>
                    <a:pt x="94928" y="1339916"/>
                  </a:lnTo>
                  <a:lnTo>
                    <a:pt x="95554" y="1338403"/>
                  </a:lnTo>
                  <a:lnTo>
                    <a:pt x="96181" y="1337027"/>
                  </a:lnTo>
                  <a:lnTo>
                    <a:pt x="96807" y="1335796"/>
                  </a:lnTo>
                  <a:lnTo>
                    <a:pt x="97434" y="1334709"/>
                  </a:lnTo>
                  <a:lnTo>
                    <a:pt x="98060" y="1333769"/>
                  </a:lnTo>
                  <a:lnTo>
                    <a:pt x="98687" y="1332994"/>
                  </a:lnTo>
                  <a:lnTo>
                    <a:pt x="99314" y="1332395"/>
                  </a:lnTo>
                  <a:lnTo>
                    <a:pt x="99940" y="1331976"/>
                  </a:lnTo>
                  <a:lnTo>
                    <a:pt x="100567" y="1331723"/>
                  </a:lnTo>
                  <a:lnTo>
                    <a:pt x="101193" y="1331629"/>
                  </a:lnTo>
                  <a:lnTo>
                    <a:pt x="101820" y="1331697"/>
                  </a:lnTo>
                  <a:lnTo>
                    <a:pt x="102446" y="1331923"/>
                  </a:lnTo>
                  <a:lnTo>
                    <a:pt x="103073" y="1332260"/>
                  </a:lnTo>
                  <a:lnTo>
                    <a:pt x="103699" y="1332699"/>
                  </a:lnTo>
                  <a:lnTo>
                    <a:pt x="104326" y="1333190"/>
                  </a:lnTo>
                  <a:lnTo>
                    <a:pt x="104953" y="1333724"/>
                  </a:lnTo>
                  <a:lnTo>
                    <a:pt x="105579" y="1334311"/>
                  </a:lnTo>
                  <a:lnTo>
                    <a:pt x="106206" y="1334942"/>
                  </a:lnTo>
                  <a:lnTo>
                    <a:pt x="106832" y="1335636"/>
                  </a:lnTo>
                  <a:lnTo>
                    <a:pt x="107459" y="1336391"/>
                  </a:lnTo>
                  <a:lnTo>
                    <a:pt x="108085" y="1337201"/>
                  </a:lnTo>
                  <a:lnTo>
                    <a:pt x="108712" y="1338056"/>
                  </a:lnTo>
                  <a:lnTo>
                    <a:pt x="109338" y="1338986"/>
                  </a:lnTo>
                  <a:lnTo>
                    <a:pt x="109965" y="1340007"/>
                  </a:lnTo>
                  <a:lnTo>
                    <a:pt x="110592" y="1341086"/>
                  </a:lnTo>
                  <a:lnTo>
                    <a:pt x="111218" y="1342174"/>
                  </a:lnTo>
                  <a:lnTo>
                    <a:pt x="111845" y="1343222"/>
                  </a:lnTo>
                  <a:lnTo>
                    <a:pt x="112471" y="1344238"/>
                  </a:lnTo>
                  <a:lnTo>
                    <a:pt x="113098" y="1345203"/>
                  </a:lnTo>
                  <a:lnTo>
                    <a:pt x="113724" y="1346127"/>
                  </a:lnTo>
                  <a:lnTo>
                    <a:pt x="114351" y="1347021"/>
                  </a:lnTo>
                  <a:lnTo>
                    <a:pt x="114977" y="1347875"/>
                  </a:lnTo>
                  <a:lnTo>
                    <a:pt x="115604" y="1348679"/>
                  </a:lnTo>
                  <a:lnTo>
                    <a:pt x="116231" y="1349423"/>
                  </a:lnTo>
                  <a:lnTo>
                    <a:pt x="116857" y="1350122"/>
                  </a:lnTo>
                  <a:lnTo>
                    <a:pt x="117484" y="1350811"/>
                  </a:lnTo>
                  <a:lnTo>
                    <a:pt x="118110" y="1351471"/>
                  </a:lnTo>
                  <a:lnTo>
                    <a:pt x="118737" y="1352082"/>
                  </a:lnTo>
                  <a:lnTo>
                    <a:pt x="119363" y="1352637"/>
                  </a:lnTo>
                  <a:lnTo>
                    <a:pt x="119990" y="1353182"/>
                  </a:lnTo>
                  <a:lnTo>
                    <a:pt x="120616" y="1353721"/>
                  </a:lnTo>
                  <a:lnTo>
                    <a:pt x="121243" y="1354317"/>
                  </a:lnTo>
                  <a:lnTo>
                    <a:pt x="121870" y="1354963"/>
                  </a:lnTo>
                  <a:lnTo>
                    <a:pt x="122496" y="1355673"/>
                  </a:lnTo>
                  <a:lnTo>
                    <a:pt x="123123" y="1356474"/>
                  </a:lnTo>
                  <a:lnTo>
                    <a:pt x="123749" y="1357389"/>
                  </a:lnTo>
                  <a:lnTo>
                    <a:pt x="124376" y="1358453"/>
                  </a:lnTo>
                  <a:lnTo>
                    <a:pt x="125002" y="1359706"/>
                  </a:lnTo>
                  <a:lnTo>
                    <a:pt x="125629" y="1361145"/>
                  </a:lnTo>
                  <a:lnTo>
                    <a:pt x="126255" y="1362724"/>
                  </a:lnTo>
                  <a:lnTo>
                    <a:pt x="126882" y="1364402"/>
                  </a:lnTo>
                  <a:lnTo>
                    <a:pt x="127509" y="1366156"/>
                  </a:lnTo>
                  <a:lnTo>
                    <a:pt x="128135" y="1367964"/>
                  </a:lnTo>
                  <a:lnTo>
                    <a:pt x="128762" y="1369843"/>
                  </a:lnTo>
                  <a:lnTo>
                    <a:pt x="129388" y="1371799"/>
                  </a:lnTo>
                  <a:lnTo>
                    <a:pt x="130015" y="1373850"/>
                  </a:lnTo>
                  <a:lnTo>
                    <a:pt x="130641" y="1375983"/>
                  </a:lnTo>
                  <a:lnTo>
                    <a:pt x="131268" y="1378192"/>
                  </a:lnTo>
                  <a:lnTo>
                    <a:pt x="131894" y="1380471"/>
                  </a:lnTo>
                  <a:lnTo>
                    <a:pt x="132521" y="1382861"/>
                  </a:lnTo>
                  <a:lnTo>
                    <a:pt x="133148" y="1385342"/>
                  </a:lnTo>
                  <a:lnTo>
                    <a:pt x="133774" y="1387870"/>
                  </a:lnTo>
                  <a:lnTo>
                    <a:pt x="134401" y="1390409"/>
                  </a:lnTo>
                  <a:lnTo>
                    <a:pt x="135027" y="1392925"/>
                  </a:lnTo>
                  <a:lnTo>
                    <a:pt x="135654" y="1395410"/>
                  </a:lnTo>
                  <a:lnTo>
                    <a:pt x="136280" y="1397917"/>
                  </a:lnTo>
                  <a:lnTo>
                    <a:pt x="136907" y="1400466"/>
                  </a:lnTo>
                  <a:lnTo>
                    <a:pt x="137533" y="1403070"/>
                  </a:lnTo>
                  <a:lnTo>
                    <a:pt x="138160" y="1405701"/>
                  </a:lnTo>
                  <a:lnTo>
                    <a:pt x="138787" y="1408310"/>
                  </a:lnTo>
                  <a:lnTo>
                    <a:pt x="139413" y="1410880"/>
                  </a:lnTo>
                  <a:lnTo>
                    <a:pt x="140040" y="1413420"/>
                  </a:lnTo>
                  <a:lnTo>
                    <a:pt x="140666" y="1415934"/>
                  </a:lnTo>
                  <a:lnTo>
                    <a:pt x="141293" y="1418380"/>
                  </a:lnTo>
                  <a:lnTo>
                    <a:pt x="141919" y="1420674"/>
                  </a:lnTo>
                  <a:lnTo>
                    <a:pt x="142546" y="1422817"/>
                  </a:lnTo>
                  <a:lnTo>
                    <a:pt x="143172" y="1424809"/>
                  </a:lnTo>
                  <a:lnTo>
                    <a:pt x="143799" y="1426663"/>
                  </a:lnTo>
                  <a:lnTo>
                    <a:pt x="144426" y="1428378"/>
                  </a:lnTo>
                  <a:lnTo>
                    <a:pt x="145052" y="1429957"/>
                  </a:lnTo>
                  <a:lnTo>
                    <a:pt x="145679" y="1431371"/>
                  </a:lnTo>
                  <a:lnTo>
                    <a:pt x="146305" y="1432595"/>
                  </a:lnTo>
                  <a:lnTo>
                    <a:pt x="146932" y="1433630"/>
                  </a:lnTo>
                  <a:lnTo>
                    <a:pt x="147558" y="1434493"/>
                  </a:lnTo>
                  <a:lnTo>
                    <a:pt x="148185" y="1435204"/>
                  </a:lnTo>
                  <a:lnTo>
                    <a:pt x="148811" y="1435763"/>
                  </a:lnTo>
                  <a:lnTo>
                    <a:pt x="149438" y="1436144"/>
                  </a:lnTo>
                  <a:lnTo>
                    <a:pt x="150065" y="1436353"/>
                  </a:lnTo>
                  <a:lnTo>
                    <a:pt x="150691" y="1436416"/>
                  </a:lnTo>
                  <a:lnTo>
                    <a:pt x="151318" y="1436354"/>
                  </a:lnTo>
                  <a:lnTo>
                    <a:pt x="151944" y="1436134"/>
                  </a:lnTo>
                  <a:lnTo>
                    <a:pt x="152571" y="1435735"/>
                  </a:lnTo>
                  <a:lnTo>
                    <a:pt x="153197" y="1435114"/>
                  </a:lnTo>
                  <a:lnTo>
                    <a:pt x="153824" y="1434286"/>
                  </a:lnTo>
                  <a:lnTo>
                    <a:pt x="154450" y="1433262"/>
                  </a:lnTo>
                  <a:lnTo>
                    <a:pt x="155077" y="1432033"/>
                  </a:lnTo>
                  <a:lnTo>
                    <a:pt x="155704" y="1430610"/>
                  </a:lnTo>
                  <a:lnTo>
                    <a:pt x="156330" y="1428966"/>
                  </a:lnTo>
                  <a:lnTo>
                    <a:pt x="156957" y="1427059"/>
                  </a:lnTo>
                  <a:lnTo>
                    <a:pt x="157583" y="1424889"/>
                  </a:lnTo>
                  <a:lnTo>
                    <a:pt x="158210" y="1422469"/>
                  </a:lnTo>
                  <a:lnTo>
                    <a:pt x="158836" y="1419799"/>
                  </a:lnTo>
                  <a:lnTo>
                    <a:pt x="159463" y="1416895"/>
                  </a:lnTo>
                  <a:lnTo>
                    <a:pt x="160089" y="1413792"/>
                  </a:lnTo>
                  <a:lnTo>
                    <a:pt x="160716" y="1410471"/>
                  </a:lnTo>
                  <a:lnTo>
                    <a:pt x="161343" y="1406941"/>
                  </a:lnTo>
                  <a:lnTo>
                    <a:pt x="161969" y="1403223"/>
                  </a:lnTo>
                  <a:lnTo>
                    <a:pt x="162596" y="1399334"/>
                  </a:lnTo>
                  <a:lnTo>
                    <a:pt x="163222" y="1395313"/>
                  </a:lnTo>
                  <a:lnTo>
                    <a:pt x="163849" y="1391160"/>
                  </a:lnTo>
                  <a:lnTo>
                    <a:pt x="164475" y="1386830"/>
                  </a:lnTo>
                  <a:lnTo>
                    <a:pt x="165102" y="1382322"/>
                  </a:lnTo>
                  <a:lnTo>
                    <a:pt x="165728" y="1377677"/>
                  </a:lnTo>
                  <a:lnTo>
                    <a:pt x="166355" y="1372925"/>
                  </a:lnTo>
                  <a:lnTo>
                    <a:pt x="166982" y="1368114"/>
                  </a:lnTo>
                  <a:lnTo>
                    <a:pt x="167608" y="1363216"/>
                  </a:lnTo>
                  <a:lnTo>
                    <a:pt x="168235" y="1358221"/>
                  </a:lnTo>
                  <a:lnTo>
                    <a:pt x="168861" y="1353100"/>
                  </a:lnTo>
                  <a:lnTo>
                    <a:pt x="169488" y="1347819"/>
                  </a:lnTo>
                  <a:lnTo>
                    <a:pt x="170114" y="1342403"/>
                  </a:lnTo>
                  <a:lnTo>
                    <a:pt x="170741" y="1336882"/>
                  </a:lnTo>
                  <a:lnTo>
                    <a:pt x="171367" y="1331263"/>
                  </a:lnTo>
                  <a:lnTo>
                    <a:pt x="171994" y="1325530"/>
                  </a:lnTo>
                  <a:lnTo>
                    <a:pt x="172621" y="1319661"/>
                  </a:lnTo>
                  <a:lnTo>
                    <a:pt x="173247" y="1313692"/>
                  </a:lnTo>
                  <a:lnTo>
                    <a:pt x="173874" y="1307710"/>
                  </a:lnTo>
                  <a:lnTo>
                    <a:pt x="174500" y="1301760"/>
                  </a:lnTo>
                  <a:lnTo>
                    <a:pt x="175127" y="1295847"/>
                  </a:lnTo>
                  <a:lnTo>
                    <a:pt x="175753" y="1289987"/>
                  </a:lnTo>
                  <a:lnTo>
                    <a:pt x="176380" y="1284132"/>
                  </a:lnTo>
                  <a:lnTo>
                    <a:pt x="177006" y="1278304"/>
                  </a:lnTo>
                  <a:lnTo>
                    <a:pt x="177633" y="1272524"/>
                  </a:lnTo>
                  <a:lnTo>
                    <a:pt x="178260" y="1266818"/>
                  </a:lnTo>
                  <a:lnTo>
                    <a:pt x="178886" y="1261199"/>
                  </a:lnTo>
                  <a:lnTo>
                    <a:pt x="179513" y="1255670"/>
                  </a:lnTo>
                  <a:lnTo>
                    <a:pt x="180139" y="1250219"/>
                  </a:lnTo>
                  <a:lnTo>
                    <a:pt x="180766" y="1244821"/>
                  </a:lnTo>
                  <a:lnTo>
                    <a:pt x="181392" y="1239484"/>
                  </a:lnTo>
                  <a:lnTo>
                    <a:pt x="182019" y="1234219"/>
                  </a:lnTo>
                  <a:lnTo>
                    <a:pt x="182645" y="1229003"/>
                  </a:lnTo>
                  <a:lnTo>
                    <a:pt x="183272" y="1223828"/>
                  </a:lnTo>
                  <a:lnTo>
                    <a:pt x="183899" y="1218662"/>
                  </a:lnTo>
                  <a:lnTo>
                    <a:pt x="184525" y="1213559"/>
                  </a:lnTo>
                  <a:lnTo>
                    <a:pt x="185152" y="1208537"/>
                  </a:lnTo>
                  <a:lnTo>
                    <a:pt x="185778" y="1203641"/>
                  </a:lnTo>
                  <a:lnTo>
                    <a:pt x="186405" y="1198862"/>
                  </a:lnTo>
                  <a:lnTo>
                    <a:pt x="187031" y="1194180"/>
                  </a:lnTo>
                  <a:lnTo>
                    <a:pt x="187658" y="1189573"/>
                  </a:lnTo>
                  <a:lnTo>
                    <a:pt x="188284" y="1185048"/>
                  </a:lnTo>
                  <a:lnTo>
                    <a:pt x="188911" y="1180656"/>
                  </a:lnTo>
                  <a:lnTo>
                    <a:pt x="189538" y="1176400"/>
                  </a:lnTo>
                  <a:lnTo>
                    <a:pt x="190164" y="1172316"/>
                  </a:lnTo>
                  <a:lnTo>
                    <a:pt x="190791" y="1168451"/>
                  </a:lnTo>
                  <a:lnTo>
                    <a:pt x="191417" y="1164795"/>
                  </a:lnTo>
                  <a:lnTo>
                    <a:pt x="192044" y="1161336"/>
                  </a:lnTo>
                  <a:lnTo>
                    <a:pt x="192670" y="1158074"/>
                  </a:lnTo>
                  <a:lnTo>
                    <a:pt x="193297" y="1154998"/>
                  </a:lnTo>
                  <a:lnTo>
                    <a:pt x="193923" y="1152069"/>
                  </a:lnTo>
                  <a:lnTo>
                    <a:pt x="194550" y="1149273"/>
                  </a:lnTo>
                  <a:lnTo>
                    <a:pt x="195177" y="1146577"/>
                  </a:lnTo>
                  <a:lnTo>
                    <a:pt x="195803" y="1143955"/>
                  </a:lnTo>
                  <a:lnTo>
                    <a:pt x="196430" y="1141438"/>
                  </a:lnTo>
                  <a:lnTo>
                    <a:pt x="197056" y="1139036"/>
                  </a:lnTo>
                  <a:lnTo>
                    <a:pt x="197683" y="1136751"/>
                  </a:lnTo>
                  <a:lnTo>
                    <a:pt x="198309" y="1134575"/>
                  </a:lnTo>
                  <a:lnTo>
                    <a:pt x="198936" y="1132481"/>
                  </a:lnTo>
                  <a:lnTo>
                    <a:pt x="199562" y="1130485"/>
                  </a:lnTo>
                  <a:lnTo>
                    <a:pt x="200189" y="1128544"/>
                  </a:lnTo>
                  <a:lnTo>
                    <a:pt x="200816" y="1126683"/>
                  </a:lnTo>
                  <a:lnTo>
                    <a:pt x="201442" y="1124924"/>
                  </a:lnTo>
                  <a:lnTo>
                    <a:pt x="202069" y="1123264"/>
                  </a:lnTo>
                  <a:lnTo>
                    <a:pt x="202695" y="1121689"/>
                  </a:lnTo>
                  <a:lnTo>
                    <a:pt x="203322" y="1120197"/>
                  </a:lnTo>
                  <a:lnTo>
                    <a:pt x="203948" y="1118787"/>
                  </a:lnTo>
                  <a:lnTo>
                    <a:pt x="204575" y="1117510"/>
                  </a:lnTo>
                  <a:lnTo>
                    <a:pt x="205201" y="1116355"/>
                  </a:lnTo>
                  <a:lnTo>
                    <a:pt x="205828" y="1115291"/>
                  </a:lnTo>
                  <a:lnTo>
                    <a:pt x="206455" y="1114280"/>
                  </a:lnTo>
                  <a:lnTo>
                    <a:pt x="207081" y="1113317"/>
                  </a:lnTo>
                  <a:lnTo>
                    <a:pt x="207708" y="1112372"/>
                  </a:lnTo>
                  <a:lnTo>
                    <a:pt x="208334" y="1111491"/>
                  </a:lnTo>
                  <a:lnTo>
                    <a:pt x="208961" y="1110632"/>
                  </a:lnTo>
                  <a:lnTo>
                    <a:pt x="209587" y="1109786"/>
                  </a:lnTo>
                  <a:lnTo>
                    <a:pt x="210214" y="1108913"/>
                  </a:lnTo>
                  <a:lnTo>
                    <a:pt x="210840" y="1107963"/>
                  </a:lnTo>
                  <a:lnTo>
                    <a:pt x="211467" y="1106930"/>
                  </a:lnTo>
                  <a:lnTo>
                    <a:pt x="212094" y="1105829"/>
                  </a:lnTo>
                  <a:lnTo>
                    <a:pt x="212720" y="1104678"/>
                  </a:lnTo>
                  <a:lnTo>
                    <a:pt x="213347" y="1103457"/>
                  </a:lnTo>
                  <a:lnTo>
                    <a:pt x="213973" y="1102137"/>
                  </a:lnTo>
                  <a:lnTo>
                    <a:pt x="214600" y="1100758"/>
                  </a:lnTo>
                  <a:lnTo>
                    <a:pt x="215226" y="1099344"/>
                  </a:lnTo>
                  <a:lnTo>
                    <a:pt x="215853" y="1097929"/>
                  </a:lnTo>
                  <a:lnTo>
                    <a:pt x="216479" y="1096486"/>
                  </a:lnTo>
                  <a:lnTo>
                    <a:pt x="217106" y="1095006"/>
                  </a:lnTo>
                  <a:lnTo>
                    <a:pt x="217732" y="1093408"/>
                  </a:lnTo>
                  <a:lnTo>
                    <a:pt x="218359" y="1091676"/>
                  </a:lnTo>
                  <a:lnTo>
                    <a:pt x="218986" y="1089824"/>
                  </a:lnTo>
                  <a:lnTo>
                    <a:pt x="219612" y="1087885"/>
                  </a:lnTo>
                  <a:lnTo>
                    <a:pt x="220239" y="1085884"/>
                  </a:lnTo>
                  <a:lnTo>
                    <a:pt x="220865" y="1083787"/>
                  </a:lnTo>
                  <a:lnTo>
                    <a:pt x="221492" y="1081565"/>
                  </a:lnTo>
                  <a:lnTo>
                    <a:pt x="222118" y="1079194"/>
                  </a:lnTo>
                  <a:lnTo>
                    <a:pt x="222745" y="1076654"/>
                  </a:lnTo>
                  <a:lnTo>
                    <a:pt x="223371" y="1073956"/>
                  </a:lnTo>
                  <a:lnTo>
                    <a:pt x="223998" y="1071080"/>
                  </a:lnTo>
                  <a:lnTo>
                    <a:pt x="224625" y="1067995"/>
                  </a:lnTo>
                  <a:lnTo>
                    <a:pt x="225251" y="1064696"/>
                  </a:lnTo>
                  <a:lnTo>
                    <a:pt x="225878" y="1061190"/>
                  </a:lnTo>
                  <a:lnTo>
                    <a:pt x="226504" y="1057484"/>
                  </a:lnTo>
                  <a:lnTo>
                    <a:pt x="227131" y="1053615"/>
                  </a:lnTo>
                  <a:lnTo>
                    <a:pt x="227757" y="1049640"/>
                  </a:lnTo>
                  <a:lnTo>
                    <a:pt x="228384" y="1045552"/>
                  </a:lnTo>
                  <a:lnTo>
                    <a:pt x="229010" y="1041343"/>
                  </a:lnTo>
                  <a:lnTo>
                    <a:pt x="229637" y="1036998"/>
                  </a:lnTo>
                  <a:lnTo>
                    <a:pt x="230264" y="1032559"/>
                  </a:lnTo>
                  <a:lnTo>
                    <a:pt x="230890" y="1028059"/>
                  </a:lnTo>
                  <a:lnTo>
                    <a:pt x="231517" y="1023538"/>
                  </a:lnTo>
                  <a:lnTo>
                    <a:pt x="232143" y="1019051"/>
                  </a:lnTo>
                  <a:lnTo>
                    <a:pt x="232770" y="1014584"/>
                  </a:lnTo>
                  <a:lnTo>
                    <a:pt x="233396" y="1010127"/>
                  </a:lnTo>
                  <a:lnTo>
                    <a:pt x="234023" y="1005673"/>
                  </a:lnTo>
                  <a:lnTo>
                    <a:pt x="234649" y="1001250"/>
                  </a:lnTo>
                  <a:lnTo>
                    <a:pt x="235276" y="996859"/>
                  </a:lnTo>
                  <a:lnTo>
                    <a:pt x="235903" y="992518"/>
                  </a:lnTo>
                  <a:lnTo>
                    <a:pt x="236529" y="988190"/>
                  </a:lnTo>
                  <a:lnTo>
                    <a:pt x="237156" y="983861"/>
                  </a:lnTo>
                  <a:lnTo>
                    <a:pt x="237782" y="979554"/>
                  </a:lnTo>
                  <a:lnTo>
                    <a:pt x="238409" y="975273"/>
                  </a:lnTo>
                  <a:lnTo>
                    <a:pt x="239035" y="971062"/>
                  </a:lnTo>
                  <a:lnTo>
                    <a:pt x="239662" y="966922"/>
                  </a:lnTo>
                  <a:lnTo>
                    <a:pt x="240288" y="962817"/>
                  </a:lnTo>
                  <a:lnTo>
                    <a:pt x="240915" y="958753"/>
                  </a:lnTo>
                  <a:lnTo>
                    <a:pt x="241542" y="954704"/>
                  </a:lnTo>
                  <a:lnTo>
                    <a:pt x="242168" y="950699"/>
                  </a:lnTo>
                  <a:lnTo>
                    <a:pt x="242795" y="946773"/>
                  </a:lnTo>
                  <a:lnTo>
                    <a:pt x="243421" y="942937"/>
                  </a:lnTo>
                  <a:lnTo>
                    <a:pt x="244048" y="939159"/>
                  </a:lnTo>
                  <a:lnTo>
                    <a:pt x="244674" y="935430"/>
                  </a:lnTo>
                  <a:lnTo>
                    <a:pt x="245301" y="931753"/>
                  </a:lnTo>
                  <a:lnTo>
                    <a:pt x="245927" y="928134"/>
                  </a:lnTo>
                  <a:lnTo>
                    <a:pt x="246554" y="924543"/>
                  </a:lnTo>
                  <a:lnTo>
                    <a:pt x="247181" y="920907"/>
                  </a:lnTo>
                  <a:lnTo>
                    <a:pt x="247807" y="917221"/>
                  </a:lnTo>
                  <a:lnTo>
                    <a:pt x="248434" y="913421"/>
                  </a:lnTo>
                  <a:lnTo>
                    <a:pt x="249060" y="909501"/>
                  </a:lnTo>
                  <a:lnTo>
                    <a:pt x="249687" y="905474"/>
                  </a:lnTo>
                  <a:lnTo>
                    <a:pt x="250313" y="901353"/>
                  </a:lnTo>
                  <a:lnTo>
                    <a:pt x="250940" y="897177"/>
                  </a:lnTo>
                  <a:lnTo>
                    <a:pt x="251566" y="892924"/>
                  </a:lnTo>
                  <a:lnTo>
                    <a:pt x="252193" y="888590"/>
                  </a:lnTo>
                  <a:lnTo>
                    <a:pt x="252820" y="884181"/>
                  </a:lnTo>
                  <a:lnTo>
                    <a:pt x="253446" y="879696"/>
                  </a:lnTo>
                  <a:lnTo>
                    <a:pt x="254073" y="875138"/>
                  </a:lnTo>
                  <a:lnTo>
                    <a:pt x="254699" y="870491"/>
                  </a:lnTo>
                  <a:lnTo>
                    <a:pt x="255326" y="865756"/>
                  </a:lnTo>
                  <a:lnTo>
                    <a:pt x="255952" y="860946"/>
                  </a:lnTo>
                  <a:lnTo>
                    <a:pt x="256579" y="856104"/>
                  </a:lnTo>
                  <a:lnTo>
                    <a:pt x="257205" y="851235"/>
                  </a:lnTo>
                  <a:lnTo>
                    <a:pt x="257832" y="846357"/>
                  </a:lnTo>
                  <a:lnTo>
                    <a:pt x="258459" y="841498"/>
                  </a:lnTo>
                  <a:lnTo>
                    <a:pt x="259085" y="836621"/>
                  </a:lnTo>
                  <a:lnTo>
                    <a:pt x="259712" y="831705"/>
                  </a:lnTo>
                  <a:lnTo>
                    <a:pt x="260338" y="826770"/>
                  </a:lnTo>
                  <a:lnTo>
                    <a:pt x="260965" y="821829"/>
                  </a:lnTo>
                  <a:lnTo>
                    <a:pt x="261591" y="816861"/>
                  </a:lnTo>
                  <a:lnTo>
                    <a:pt x="262218" y="811827"/>
                  </a:lnTo>
                  <a:lnTo>
                    <a:pt x="262844" y="806722"/>
                  </a:lnTo>
                  <a:lnTo>
                    <a:pt x="263471" y="801550"/>
                  </a:lnTo>
                  <a:lnTo>
                    <a:pt x="264098" y="796298"/>
                  </a:lnTo>
                  <a:lnTo>
                    <a:pt x="264724" y="790981"/>
                  </a:lnTo>
                  <a:lnTo>
                    <a:pt x="265351" y="785618"/>
                  </a:lnTo>
                  <a:lnTo>
                    <a:pt x="265977" y="780235"/>
                  </a:lnTo>
                  <a:lnTo>
                    <a:pt x="266604" y="774843"/>
                  </a:lnTo>
                  <a:lnTo>
                    <a:pt x="267230" y="769450"/>
                  </a:lnTo>
                  <a:lnTo>
                    <a:pt x="267857" y="764038"/>
                  </a:lnTo>
                  <a:lnTo>
                    <a:pt x="268483" y="758617"/>
                  </a:lnTo>
                  <a:lnTo>
                    <a:pt x="269110" y="753217"/>
                  </a:lnTo>
                  <a:lnTo>
                    <a:pt x="269737" y="747838"/>
                  </a:lnTo>
                  <a:lnTo>
                    <a:pt x="270363" y="742518"/>
                  </a:lnTo>
                  <a:lnTo>
                    <a:pt x="270990" y="737252"/>
                  </a:lnTo>
                  <a:lnTo>
                    <a:pt x="271616" y="732115"/>
                  </a:lnTo>
                  <a:lnTo>
                    <a:pt x="272243" y="727127"/>
                  </a:lnTo>
                  <a:lnTo>
                    <a:pt x="272869" y="722307"/>
                  </a:lnTo>
                  <a:lnTo>
                    <a:pt x="273496" y="717696"/>
                  </a:lnTo>
                  <a:lnTo>
                    <a:pt x="274122" y="713284"/>
                  </a:lnTo>
                  <a:lnTo>
                    <a:pt x="274749" y="709077"/>
                  </a:lnTo>
                  <a:lnTo>
                    <a:pt x="275376" y="705064"/>
                  </a:lnTo>
                  <a:lnTo>
                    <a:pt x="276002" y="701270"/>
                  </a:lnTo>
                  <a:lnTo>
                    <a:pt x="276629" y="697685"/>
                  </a:lnTo>
                  <a:lnTo>
                    <a:pt x="277255" y="694284"/>
                  </a:lnTo>
                  <a:lnTo>
                    <a:pt x="277882" y="691093"/>
                  </a:lnTo>
                  <a:lnTo>
                    <a:pt x="278508" y="688123"/>
                  </a:lnTo>
                  <a:lnTo>
                    <a:pt x="279135" y="685417"/>
                  </a:lnTo>
                  <a:lnTo>
                    <a:pt x="279761" y="682972"/>
                  </a:lnTo>
                  <a:lnTo>
                    <a:pt x="280388" y="680867"/>
                  </a:lnTo>
                  <a:lnTo>
                    <a:pt x="281015" y="679083"/>
                  </a:lnTo>
                  <a:lnTo>
                    <a:pt x="281641" y="677628"/>
                  </a:lnTo>
                  <a:lnTo>
                    <a:pt x="282268" y="676488"/>
                  </a:lnTo>
                  <a:lnTo>
                    <a:pt x="282894" y="675617"/>
                  </a:lnTo>
                  <a:lnTo>
                    <a:pt x="283521" y="675004"/>
                  </a:lnTo>
                  <a:lnTo>
                    <a:pt x="284147" y="674648"/>
                  </a:lnTo>
                  <a:lnTo>
                    <a:pt x="284774" y="674562"/>
                  </a:lnTo>
                  <a:lnTo>
                    <a:pt x="285400" y="674730"/>
                  </a:lnTo>
                  <a:lnTo>
                    <a:pt x="286027" y="675170"/>
                  </a:lnTo>
                  <a:lnTo>
                    <a:pt x="286654" y="675898"/>
                  </a:lnTo>
                  <a:lnTo>
                    <a:pt x="287280" y="676903"/>
                  </a:lnTo>
                  <a:lnTo>
                    <a:pt x="287907" y="678194"/>
                  </a:lnTo>
                  <a:lnTo>
                    <a:pt x="288533" y="679739"/>
                  </a:lnTo>
                  <a:lnTo>
                    <a:pt x="289160" y="681542"/>
                  </a:lnTo>
                  <a:lnTo>
                    <a:pt x="289786" y="683568"/>
                  </a:lnTo>
                  <a:lnTo>
                    <a:pt x="290413" y="685753"/>
                  </a:lnTo>
                  <a:lnTo>
                    <a:pt x="291039" y="688102"/>
                  </a:lnTo>
                  <a:lnTo>
                    <a:pt x="291666" y="690623"/>
                  </a:lnTo>
                  <a:lnTo>
                    <a:pt x="292293" y="693313"/>
                  </a:lnTo>
                  <a:lnTo>
                    <a:pt x="292919" y="696141"/>
                  </a:lnTo>
                  <a:lnTo>
                    <a:pt x="293546" y="699110"/>
                  </a:lnTo>
                  <a:lnTo>
                    <a:pt x="294172" y="702212"/>
                  </a:lnTo>
                  <a:lnTo>
                    <a:pt x="294799" y="705424"/>
                  </a:lnTo>
                  <a:lnTo>
                    <a:pt x="295425" y="708725"/>
                  </a:lnTo>
                  <a:lnTo>
                    <a:pt x="296052" y="712086"/>
                  </a:lnTo>
                  <a:lnTo>
                    <a:pt x="296678" y="715509"/>
                  </a:lnTo>
                  <a:lnTo>
                    <a:pt x="297305" y="718951"/>
                  </a:lnTo>
                  <a:lnTo>
                    <a:pt x="297932" y="722395"/>
                  </a:lnTo>
                  <a:lnTo>
                    <a:pt x="298558" y="725795"/>
                  </a:lnTo>
                  <a:lnTo>
                    <a:pt x="299185" y="729147"/>
                  </a:lnTo>
                  <a:lnTo>
                    <a:pt x="299811" y="732464"/>
                  </a:lnTo>
                  <a:lnTo>
                    <a:pt x="300438" y="735741"/>
                  </a:lnTo>
                  <a:lnTo>
                    <a:pt x="301064" y="738946"/>
                  </a:lnTo>
                  <a:lnTo>
                    <a:pt x="301691" y="742056"/>
                  </a:lnTo>
                  <a:lnTo>
                    <a:pt x="302317" y="745039"/>
                  </a:lnTo>
                  <a:lnTo>
                    <a:pt x="302944" y="747895"/>
                  </a:lnTo>
                  <a:lnTo>
                    <a:pt x="303571" y="750572"/>
                  </a:lnTo>
                  <a:lnTo>
                    <a:pt x="304197" y="753099"/>
                  </a:lnTo>
                  <a:lnTo>
                    <a:pt x="304824" y="755472"/>
                  </a:lnTo>
                  <a:lnTo>
                    <a:pt x="305450" y="757682"/>
                  </a:lnTo>
                  <a:lnTo>
                    <a:pt x="306077" y="759743"/>
                  </a:lnTo>
                  <a:lnTo>
                    <a:pt x="306703" y="761646"/>
                  </a:lnTo>
                  <a:lnTo>
                    <a:pt x="307330" y="763426"/>
                  </a:lnTo>
                  <a:lnTo>
                    <a:pt x="307956" y="765081"/>
                  </a:lnTo>
                  <a:lnTo>
                    <a:pt x="308583" y="766648"/>
                  </a:lnTo>
                  <a:lnTo>
                    <a:pt x="309210" y="768173"/>
                  </a:lnTo>
                  <a:lnTo>
                    <a:pt x="309836" y="769664"/>
                  </a:lnTo>
                  <a:lnTo>
                    <a:pt x="310463" y="771130"/>
                  </a:lnTo>
                  <a:lnTo>
                    <a:pt x="311089" y="772598"/>
                  </a:lnTo>
                  <a:lnTo>
                    <a:pt x="311716" y="774095"/>
                  </a:lnTo>
                  <a:lnTo>
                    <a:pt x="312342" y="775627"/>
                  </a:lnTo>
                  <a:lnTo>
                    <a:pt x="312969" y="777228"/>
                  </a:lnTo>
                  <a:lnTo>
                    <a:pt x="313595" y="778854"/>
                  </a:lnTo>
                  <a:lnTo>
                    <a:pt x="314222" y="780501"/>
                  </a:lnTo>
                  <a:lnTo>
                    <a:pt x="314849" y="782167"/>
                  </a:lnTo>
                  <a:lnTo>
                    <a:pt x="315475" y="783877"/>
                  </a:lnTo>
                  <a:lnTo>
                    <a:pt x="316102" y="785634"/>
                  </a:lnTo>
                  <a:lnTo>
                    <a:pt x="316728" y="787465"/>
                  </a:lnTo>
                  <a:lnTo>
                    <a:pt x="317355" y="789411"/>
                  </a:lnTo>
                  <a:lnTo>
                    <a:pt x="317981" y="791452"/>
                  </a:lnTo>
                  <a:lnTo>
                    <a:pt x="318608" y="793586"/>
                  </a:lnTo>
                  <a:lnTo>
                    <a:pt x="319234" y="795814"/>
                  </a:lnTo>
                  <a:lnTo>
                    <a:pt x="319861" y="798134"/>
                  </a:lnTo>
                  <a:lnTo>
                    <a:pt x="320488" y="800547"/>
                  </a:lnTo>
                  <a:lnTo>
                    <a:pt x="321114" y="803042"/>
                  </a:lnTo>
                  <a:lnTo>
                    <a:pt x="321741" y="805638"/>
                  </a:lnTo>
                  <a:lnTo>
                    <a:pt x="322367" y="808373"/>
                  </a:lnTo>
                  <a:lnTo>
                    <a:pt x="322994" y="811233"/>
                  </a:lnTo>
                  <a:lnTo>
                    <a:pt x="323620" y="814203"/>
                  </a:lnTo>
                  <a:lnTo>
                    <a:pt x="324247" y="817293"/>
                  </a:lnTo>
                  <a:lnTo>
                    <a:pt x="324873" y="820526"/>
                  </a:lnTo>
                  <a:lnTo>
                    <a:pt x="325500" y="823919"/>
                  </a:lnTo>
                  <a:lnTo>
                    <a:pt x="326127" y="827458"/>
                  </a:lnTo>
                  <a:lnTo>
                    <a:pt x="326753" y="831162"/>
                  </a:lnTo>
                  <a:lnTo>
                    <a:pt x="327380" y="835019"/>
                  </a:lnTo>
                  <a:lnTo>
                    <a:pt x="328006" y="839048"/>
                  </a:lnTo>
                  <a:lnTo>
                    <a:pt x="328633" y="843229"/>
                  </a:lnTo>
                  <a:lnTo>
                    <a:pt x="329259" y="847580"/>
                  </a:lnTo>
                  <a:lnTo>
                    <a:pt x="329886" y="852104"/>
                  </a:lnTo>
                  <a:lnTo>
                    <a:pt x="330512" y="856835"/>
                  </a:lnTo>
                  <a:lnTo>
                    <a:pt x="331139" y="861782"/>
                  </a:lnTo>
                  <a:lnTo>
                    <a:pt x="331766" y="866925"/>
                  </a:lnTo>
                  <a:lnTo>
                    <a:pt x="332392" y="872266"/>
                  </a:lnTo>
                  <a:lnTo>
                    <a:pt x="333019" y="877803"/>
                  </a:lnTo>
                  <a:lnTo>
                    <a:pt x="333645" y="883541"/>
                  </a:lnTo>
                  <a:lnTo>
                    <a:pt x="334272" y="889448"/>
                  </a:lnTo>
                  <a:lnTo>
                    <a:pt x="334898" y="895519"/>
                  </a:lnTo>
                  <a:lnTo>
                    <a:pt x="335525" y="901756"/>
                  </a:lnTo>
                  <a:lnTo>
                    <a:pt x="336151" y="908134"/>
                  </a:lnTo>
                  <a:lnTo>
                    <a:pt x="336778" y="914653"/>
                  </a:lnTo>
                  <a:lnTo>
                    <a:pt x="337405" y="921286"/>
                  </a:lnTo>
                  <a:lnTo>
                    <a:pt x="338031" y="928025"/>
                  </a:lnTo>
                  <a:lnTo>
                    <a:pt x="338658" y="934863"/>
                  </a:lnTo>
                  <a:lnTo>
                    <a:pt x="339284" y="941795"/>
                  </a:lnTo>
                  <a:lnTo>
                    <a:pt x="339911" y="948809"/>
                  </a:lnTo>
                  <a:lnTo>
                    <a:pt x="340537" y="955862"/>
                  </a:lnTo>
                  <a:lnTo>
                    <a:pt x="341164" y="962935"/>
                  </a:lnTo>
                  <a:lnTo>
                    <a:pt x="341790" y="969994"/>
                  </a:lnTo>
                  <a:lnTo>
                    <a:pt x="342417" y="977026"/>
                  </a:lnTo>
                  <a:lnTo>
                    <a:pt x="343044" y="983993"/>
                  </a:lnTo>
                  <a:lnTo>
                    <a:pt x="343670" y="990896"/>
                  </a:lnTo>
                  <a:lnTo>
                    <a:pt x="344297" y="997715"/>
                  </a:lnTo>
                  <a:lnTo>
                    <a:pt x="344923" y="1004442"/>
                  </a:lnTo>
                  <a:lnTo>
                    <a:pt x="345550" y="1011112"/>
                  </a:lnTo>
                  <a:lnTo>
                    <a:pt x="346176" y="1017747"/>
                  </a:lnTo>
                  <a:lnTo>
                    <a:pt x="346803" y="1024322"/>
                  </a:lnTo>
                  <a:lnTo>
                    <a:pt x="347429" y="1030813"/>
                  </a:lnTo>
                  <a:lnTo>
                    <a:pt x="348056" y="1037218"/>
                  </a:lnTo>
                  <a:lnTo>
                    <a:pt x="348683" y="1043492"/>
                  </a:lnTo>
                  <a:lnTo>
                    <a:pt x="349309" y="1049642"/>
                  </a:lnTo>
                  <a:lnTo>
                    <a:pt x="349936" y="1055688"/>
                  </a:lnTo>
                  <a:lnTo>
                    <a:pt x="350562" y="1061629"/>
                  </a:lnTo>
                  <a:lnTo>
                    <a:pt x="351189" y="1067500"/>
                  </a:lnTo>
                  <a:lnTo>
                    <a:pt x="351815" y="1073296"/>
                  </a:lnTo>
                  <a:lnTo>
                    <a:pt x="352442" y="1079046"/>
                  </a:lnTo>
                  <a:lnTo>
                    <a:pt x="353068" y="1084774"/>
                  </a:lnTo>
                  <a:lnTo>
                    <a:pt x="353695" y="1090468"/>
                  </a:lnTo>
                  <a:lnTo>
                    <a:pt x="354322" y="1096108"/>
                  </a:lnTo>
                  <a:lnTo>
                    <a:pt x="354948" y="1101698"/>
                  </a:lnTo>
                  <a:lnTo>
                    <a:pt x="355575" y="1107259"/>
                  </a:lnTo>
                  <a:lnTo>
                    <a:pt x="356201" y="1112807"/>
                  </a:lnTo>
                  <a:lnTo>
                    <a:pt x="356828" y="1118321"/>
                  </a:lnTo>
                  <a:lnTo>
                    <a:pt x="357454" y="1123799"/>
                  </a:lnTo>
                  <a:lnTo>
                    <a:pt x="358081" y="1129249"/>
                  </a:lnTo>
                  <a:lnTo>
                    <a:pt x="358707" y="1134680"/>
                  </a:lnTo>
                  <a:lnTo>
                    <a:pt x="359334" y="1140082"/>
                  </a:lnTo>
                  <a:lnTo>
                    <a:pt x="359961" y="1145465"/>
                  </a:lnTo>
                  <a:lnTo>
                    <a:pt x="360587" y="1150847"/>
                  </a:lnTo>
                  <a:lnTo>
                    <a:pt x="361214" y="1156242"/>
                  </a:lnTo>
                  <a:lnTo>
                    <a:pt x="361840" y="1161635"/>
                  </a:lnTo>
                  <a:lnTo>
                    <a:pt x="362467" y="1167003"/>
                  </a:lnTo>
                  <a:lnTo>
                    <a:pt x="363093" y="1172337"/>
                  </a:lnTo>
                  <a:lnTo>
                    <a:pt x="363720" y="1177631"/>
                  </a:lnTo>
                  <a:lnTo>
                    <a:pt x="364346" y="1182904"/>
                  </a:lnTo>
                  <a:lnTo>
                    <a:pt x="364973" y="1188165"/>
                  </a:lnTo>
                  <a:lnTo>
                    <a:pt x="365600" y="1193410"/>
                  </a:lnTo>
                  <a:lnTo>
                    <a:pt x="366226" y="1198678"/>
                  </a:lnTo>
                  <a:lnTo>
                    <a:pt x="366853" y="1203950"/>
                  </a:lnTo>
                  <a:lnTo>
                    <a:pt x="367479" y="1209204"/>
                  </a:lnTo>
                  <a:lnTo>
                    <a:pt x="368106" y="1214426"/>
                  </a:lnTo>
                  <a:lnTo>
                    <a:pt x="368732" y="1219611"/>
                  </a:lnTo>
                  <a:lnTo>
                    <a:pt x="369359" y="1224767"/>
                  </a:lnTo>
                  <a:lnTo>
                    <a:pt x="369985" y="1229846"/>
                  </a:lnTo>
                  <a:lnTo>
                    <a:pt x="370612" y="1234852"/>
                  </a:lnTo>
                  <a:lnTo>
                    <a:pt x="371239" y="1239739"/>
                  </a:lnTo>
                  <a:lnTo>
                    <a:pt x="371865" y="1244506"/>
                  </a:lnTo>
                  <a:lnTo>
                    <a:pt x="372492" y="1249166"/>
                  </a:lnTo>
                  <a:lnTo>
                    <a:pt x="373118" y="1253715"/>
                  </a:lnTo>
                  <a:lnTo>
                    <a:pt x="373745" y="1258153"/>
                  </a:lnTo>
                  <a:lnTo>
                    <a:pt x="374371" y="1262460"/>
                  </a:lnTo>
                  <a:lnTo>
                    <a:pt x="374998" y="1266635"/>
                  </a:lnTo>
                  <a:lnTo>
                    <a:pt x="375624" y="1270643"/>
                  </a:lnTo>
                  <a:lnTo>
                    <a:pt x="376251" y="1274481"/>
                  </a:lnTo>
                  <a:lnTo>
                    <a:pt x="376878" y="1278147"/>
                  </a:lnTo>
                  <a:lnTo>
                    <a:pt x="377504" y="1281642"/>
                  </a:lnTo>
                  <a:lnTo>
                    <a:pt x="378131" y="1284951"/>
                  </a:lnTo>
                  <a:lnTo>
                    <a:pt x="378757" y="1288097"/>
                  </a:lnTo>
                  <a:lnTo>
                    <a:pt x="379384" y="1291051"/>
                  </a:lnTo>
                  <a:lnTo>
                    <a:pt x="380010" y="1293786"/>
                  </a:lnTo>
                  <a:lnTo>
                    <a:pt x="380637" y="1296336"/>
                  </a:lnTo>
                  <a:lnTo>
                    <a:pt x="381263" y="1298701"/>
                  </a:lnTo>
                  <a:lnTo>
                    <a:pt x="381890" y="1300883"/>
                  </a:lnTo>
                  <a:lnTo>
                    <a:pt x="382517" y="1302889"/>
                  </a:lnTo>
                  <a:lnTo>
                    <a:pt x="383143" y="1304685"/>
                  </a:lnTo>
                  <a:lnTo>
                    <a:pt x="383770" y="1306283"/>
                  </a:lnTo>
                  <a:lnTo>
                    <a:pt x="384396" y="1307685"/>
                  </a:lnTo>
                  <a:lnTo>
                    <a:pt x="385023" y="1308866"/>
                  </a:lnTo>
                  <a:lnTo>
                    <a:pt x="385649" y="1309839"/>
                  </a:lnTo>
                  <a:lnTo>
                    <a:pt x="386276" y="1310639"/>
                  </a:lnTo>
                  <a:lnTo>
                    <a:pt x="386902" y="1311266"/>
                  </a:lnTo>
                  <a:lnTo>
                    <a:pt x="387529" y="1311707"/>
                  </a:lnTo>
                  <a:lnTo>
                    <a:pt x="388156" y="1311942"/>
                  </a:lnTo>
                  <a:lnTo>
                    <a:pt x="388782" y="1312035"/>
                  </a:lnTo>
                  <a:lnTo>
                    <a:pt x="389409" y="1312000"/>
                  </a:lnTo>
                  <a:lnTo>
                    <a:pt x="390035" y="1311839"/>
                  </a:lnTo>
                  <a:lnTo>
                    <a:pt x="390662" y="1311528"/>
                  </a:lnTo>
                  <a:lnTo>
                    <a:pt x="391288" y="1311078"/>
                  </a:lnTo>
                  <a:lnTo>
                    <a:pt x="391915" y="1310472"/>
                  </a:lnTo>
                  <a:lnTo>
                    <a:pt x="392541" y="1309688"/>
                  </a:lnTo>
                  <a:lnTo>
                    <a:pt x="393168" y="1308704"/>
                  </a:lnTo>
                  <a:lnTo>
                    <a:pt x="393795" y="1307517"/>
                  </a:lnTo>
                  <a:lnTo>
                    <a:pt x="394421" y="1306116"/>
                  </a:lnTo>
                  <a:lnTo>
                    <a:pt x="395048" y="1304491"/>
                  </a:lnTo>
                  <a:lnTo>
                    <a:pt x="395674" y="1302640"/>
                  </a:lnTo>
                  <a:lnTo>
                    <a:pt x="396301" y="1300551"/>
                  </a:lnTo>
                  <a:lnTo>
                    <a:pt x="396927" y="1298210"/>
                  </a:lnTo>
                  <a:lnTo>
                    <a:pt x="397554" y="1295614"/>
                  </a:lnTo>
                  <a:lnTo>
                    <a:pt x="398180" y="1292749"/>
                  </a:lnTo>
                  <a:lnTo>
                    <a:pt x="398807" y="1289614"/>
                  </a:lnTo>
                  <a:lnTo>
                    <a:pt x="399434" y="1286234"/>
                  </a:lnTo>
                  <a:lnTo>
                    <a:pt x="400060" y="1282638"/>
                  </a:lnTo>
                  <a:lnTo>
                    <a:pt x="400687" y="1278824"/>
                  </a:lnTo>
                  <a:lnTo>
                    <a:pt x="401313" y="1274789"/>
                  </a:lnTo>
                  <a:lnTo>
                    <a:pt x="401940" y="1270572"/>
                  </a:lnTo>
                  <a:lnTo>
                    <a:pt x="402566" y="1266195"/>
                  </a:lnTo>
                  <a:lnTo>
                    <a:pt x="403193" y="1261667"/>
                  </a:lnTo>
                  <a:lnTo>
                    <a:pt x="403819" y="1257000"/>
                  </a:lnTo>
                  <a:lnTo>
                    <a:pt x="404446" y="1252212"/>
                  </a:lnTo>
                  <a:lnTo>
                    <a:pt x="405073" y="1247319"/>
                  </a:lnTo>
                  <a:lnTo>
                    <a:pt x="405699" y="1242336"/>
                  </a:lnTo>
                  <a:lnTo>
                    <a:pt x="406326" y="1237297"/>
                  </a:lnTo>
                  <a:lnTo>
                    <a:pt x="406952" y="1232228"/>
                  </a:lnTo>
                  <a:lnTo>
                    <a:pt x="407579" y="1227133"/>
                  </a:lnTo>
                  <a:lnTo>
                    <a:pt x="408205" y="1221996"/>
                  </a:lnTo>
                  <a:lnTo>
                    <a:pt x="408832" y="1216812"/>
                  </a:lnTo>
                  <a:lnTo>
                    <a:pt x="409458" y="1211610"/>
                  </a:lnTo>
                  <a:lnTo>
                    <a:pt x="410085" y="1206392"/>
                  </a:lnTo>
                  <a:lnTo>
                    <a:pt x="410712" y="1201169"/>
                  </a:lnTo>
                  <a:lnTo>
                    <a:pt x="411338" y="1195983"/>
                  </a:lnTo>
                  <a:lnTo>
                    <a:pt x="411965" y="1190832"/>
                  </a:lnTo>
                  <a:lnTo>
                    <a:pt x="412591" y="1185702"/>
                  </a:lnTo>
                  <a:lnTo>
                    <a:pt x="413218" y="1180592"/>
                  </a:lnTo>
                  <a:lnTo>
                    <a:pt x="413844" y="1175453"/>
                  </a:lnTo>
                  <a:lnTo>
                    <a:pt x="414471" y="1170261"/>
                  </a:lnTo>
                  <a:lnTo>
                    <a:pt x="415097" y="1165017"/>
                  </a:lnTo>
                  <a:lnTo>
                    <a:pt x="415724" y="1159709"/>
                  </a:lnTo>
                  <a:lnTo>
                    <a:pt x="416351" y="1154344"/>
                  </a:lnTo>
                  <a:lnTo>
                    <a:pt x="416977" y="1148946"/>
                  </a:lnTo>
                  <a:lnTo>
                    <a:pt x="417604" y="1143549"/>
                  </a:lnTo>
                  <a:lnTo>
                    <a:pt x="418230" y="1138161"/>
                  </a:lnTo>
                  <a:lnTo>
                    <a:pt x="418857" y="1132729"/>
                  </a:lnTo>
                  <a:lnTo>
                    <a:pt x="419483" y="1127276"/>
                  </a:lnTo>
                  <a:lnTo>
                    <a:pt x="420110" y="1121794"/>
                  </a:lnTo>
                  <a:lnTo>
                    <a:pt x="420736" y="1116248"/>
                  </a:lnTo>
                  <a:lnTo>
                    <a:pt x="421363" y="1110624"/>
                  </a:lnTo>
                  <a:lnTo>
                    <a:pt x="421990" y="1104923"/>
                  </a:lnTo>
                  <a:lnTo>
                    <a:pt x="422616" y="1099170"/>
                  </a:lnTo>
                  <a:lnTo>
                    <a:pt x="423243" y="1093378"/>
                  </a:lnTo>
                  <a:lnTo>
                    <a:pt x="423869" y="1087562"/>
                  </a:lnTo>
                  <a:lnTo>
                    <a:pt x="424496" y="1081723"/>
                  </a:lnTo>
                  <a:lnTo>
                    <a:pt x="425122" y="1075874"/>
                  </a:lnTo>
                  <a:lnTo>
                    <a:pt x="425749" y="1070023"/>
                  </a:lnTo>
                  <a:lnTo>
                    <a:pt x="426375" y="1064218"/>
                  </a:lnTo>
                  <a:lnTo>
                    <a:pt x="427002" y="1058460"/>
                  </a:lnTo>
                  <a:lnTo>
                    <a:pt x="427629" y="1052768"/>
                  </a:lnTo>
                  <a:lnTo>
                    <a:pt x="428255" y="1047153"/>
                  </a:lnTo>
                  <a:lnTo>
                    <a:pt x="428882" y="1041628"/>
                  </a:lnTo>
                  <a:lnTo>
                    <a:pt x="429508" y="1036186"/>
                  </a:lnTo>
                  <a:lnTo>
                    <a:pt x="430135" y="1030857"/>
                  </a:lnTo>
                  <a:lnTo>
                    <a:pt x="430761" y="1025673"/>
                  </a:lnTo>
                  <a:lnTo>
                    <a:pt x="431388" y="1020622"/>
                  </a:lnTo>
                  <a:lnTo>
                    <a:pt x="432014" y="1015703"/>
                  </a:lnTo>
                  <a:lnTo>
                    <a:pt x="432641" y="1010950"/>
                  </a:lnTo>
                  <a:lnTo>
                    <a:pt x="433268" y="1006376"/>
                  </a:lnTo>
                  <a:lnTo>
                    <a:pt x="433894" y="1002016"/>
                  </a:lnTo>
                  <a:lnTo>
                    <a:pt x="434521" y="997835"/>
                  </a:lnTo>
                  <a:lnTo>
                    <a:pt x="435147" y="993872"/>
                  </a:lnTo>
                  <a:lnTo>
                    <a:pt x="435774" y="990122"/>
                  </a:lnTo>
                  <a:lnTo>
                    <a:pt x="436400" y="986556"/>
                  </a:lnTo>
                  <a:lnTo>
                    <a:pt x="437027" y="983186"/>
                  </a:lnTo>
                  <a:lnTo>
                    <a:pt x="437653" y="980013"/>
                  </a:lnTo>
                  <a:lnTo>
                    <a:pt x="438280" y="977045"/>
                  </a:lnTo>
                  <a:lnTo>
                    <a:pt x="438907" y="974269"/>
                  </a:lnTo>
                  <a:lnTo>
                    <a:pt x="439533" y="971710"/>
                  </a:lnTo>
                  <a:lnTo>
                    <a:pt x="440160" y="969411"/>
                  </a:lnTo>
                  <a:lnTo>
                    <a:pt x="440786" y="967394"/>
                  </a:lnTo>
                  <a:lnTo>
                    <a:pt x="441413" y="965634"/>
                  </a:lnTo>
                  <a:lnTo>
                    <a:pt x="442039" y="964108"/>
                  </a:lnTo>
                  <a:lnTo>
                    <a:pt x="442666" y="962835"/>
                  </a:lnTo>
                  <a:lnTo>
                    <a:pt x="443292" y="961792"/>
                  </a:lnTo>
                  <a:lnTo>
                    <a:pt x="443919" y="960974"/>
                  </a:lnTo>
                  <a:lnTo>
                    <a:pt x="444546" y="960334"/>
                  </a:lnTo>
                  <a:lnTo>
                    <a:pt x="445172" y="959860"/>
                  </a:lnTo>
                  <a:lnTo>
                    <a:pt x="445799" y="959581"/>
                  </a:lnTo>
                  <a:lnTo>
                    <a:pt x="446425" y="959493"/>
                  </a:lnTo>
                  <a:lnTo>
                    <a:pt x="447052" y="959584"/>
                  </a:lnTo>
                  <a:lnTo>
                    <a:pt x="447678" y="959851"/>
                  </a:lnTo>
                  <a:lnTo>
                    <a:pt x="448305" y="960302"/>
                  </a:lnTo>
                  <a:lnTo>
                    <a:pt x="448931" y="960889"/>
                  </a:lnTo>
                  <a:lnTo>
                    <a:pt x="449558" y="961577"/>
                  </a:lnTo>
                  <a:lnTo>
                    <a:pt x="450185" y="962340"/>
                  </a:lnTo>
                  <a:lnTo>
                    <a:pt x="450811" y="963215"/>
                  </a:lnTo>
                  <a:lnTo>
                    <a:pt x="451438" y="964127"/>
                  </a:lnTo>
                  <a:lnTo>
                    <a:pt x="452064" y="965056"/>
                  </a:lnTo>
                  <a:lnTo>
                    <a:pt x="452691" y="965996"/>
                  </a:lnTo>
                  <a:lnTo>
                    <a:pt x="453317" y="966964"/>
                  </a:lnTo>
                  <a:lnTo>
                    <a:pt x="453944" y="967981"/>
                  </a:lnTo>
                  <a:lnTo>
                    <a:pt x="454570" y="969030"/>
                  </a:lnTo>
                  <a:lnTo>
                    <a:pt x="455197" y="970116"/>
                  </a:lnTo>
                  <a:lnTo>
                    <a:pt x="455823" y="971275"/>
                  </a:lnTo>
                  <a:lnTo>
                    <a:pt x="456450" y="972489"/>
                  </a:lnTo>
                  <a:lnTo>
                    <a:pt x="457077" y="973780"/>
                  </a:lnTo>
                  <a:lnTo>
                    <a:pt x="457703" y="975155"/>
                  </a:lnTo>
                  <a:lnTo>
                    <a:pt x="458330" y="976605"/>
                  </a:lnTo>
                  <a:lnTo>
                    <a:pt x="458956" y="978128"/>
                  </a:lnTo>
                  <a:lnTo>
                    <a:pt x="459583" y="979746"/>
                  </a:lnTo>
                  <a:lnTo>
                    <a:pt x="460209" y="981464"/>
                  </a:lnTo>
                  <a:lnTo>
                    <a:pt x="460836" y="983288"/>
                  </a:lnTo>
                  <a:lnTo>
                    <a:pt x="461462" y="985258"/>
                  </a:lnTo>
                  <a:lnTo>
                    <a:pt x="462089" y="987339"/>
                  </a:lnTo>
                  <a:lnTo>
                    <a:pt x="462716" y="989481"/>
                  </a:lnTo>
                  <a:lnTo>
                    <a:pt x="463342" y="991687"/>
                  </a:lnTo>
                  <a:lnTo>
                    <a:pt x="463969" y="993956"/>
                  </a:lnTo>
                  <a:lnTo>
                    <a:pt x="464595" y="996262"/>
                  </a:lnTo>
                  <a:lnTo>
                    <a:pt x="465222" y="998591"/>
                  </a:lnTo>
                  <a:lnTo>
                    <a:pt x="465848" y="1000966"/>
                  </a:lnTo>
                  <a:lnTo>
                    <a:pt x="466475" y="1003397"/>
                  </a:lnTo>
                  <a:lnTo>
                    <a:pt x="467101" y="1005861"/>
                  </a:lnTo>
                  <a:lnTo>
                    <a:pt x="467728" y="1008348"/>
                  </a:lnTo>
                  <a:lnTo>
                    <a:pt x="468355" y="1010882"/>
                  </a:lnTo>
                  <a:lnTo>
                    <a:pt x="468981" y="1013420"/>
                  </a:lnTo>
                  <a:lnTo>
                    <a:pt x="469608" y="1015952"/>
                  </a:lnTo>
                  <a:lnTo>
                    <a:pt x="470234" y="1018474"/>
                  </a:lnTo>
                  <a:lnTo>
                    <a:pt x="470861" y="1020991"/>
                  </a:lnTo>
                  <a:lnTo>
                    <a:pt x="471487" y="1023503"/>
                  </a:lnTo>
                  <a:lnTo>
                    <a:pt x="472114" y="1025991"/>
                  </a:lnTo>
                  <a:lnTo>
                    <a:pt x="472740" y="1028428"/>
                  </a:lnTo>
                  <a:lnTo>
                    <a:pt x="473367" y="1030788"/>
                  </a:lnTo>
                  <a:lnTo>
                    <a:pt x="473994" y="1033093"/>
                  </a:lnTo>
                  <a:lnTo>
                    <a:pt x="474620" y="1035310"/>
                  </a:lnTo>
                  <a:lnTo>
                    <a:pt x="475247" y="1037435"/>
                  </a:lnTo>
                  <a:lnTo>
                    <a:pt x="475873" y="1039462"/>
                  </a:lnTo>
                  <a:lnTo>
                    <a:pt x="476500" y="1041425"/>
                  </a:lnTo>
                  <a:lnTo>
                    <a:pt x="477126" y="1043334"/>
                  </a:lnTo>
                  <a:lnTo>
                    <a:pt x="477753" y="1045183"/>
                  </a:lnTo>
                  <a:lnTo>
                    <a:pt x="478379" y="1047005"/>
                  </a:lnTo>
                  <a:lnTo>
                    <a:pt x="479006" y="1048792"/>
                  </a:lnTo>
                  <a:lnTo>
                    <a:pt x="479633" y="1050509"/>
                  </a:lnTo>
                  <a:lnTo>
                    <a:pt x="480259" y="1052095"/>
                  </a:lnTo>
                  <a:lnTo>
                    <a:pt x="480886" y="1053548"/>
                  </a:lnTo>
                  <a:lnTo>
                    <a:pt x="481512" y="1054878"/>
                  </a:lnTo>
                  <a:lnTo>
                    <a:pt x="482139" y="1056095"/>
                  </a:lnTo>
                  <a:lnTo>
                    <a:pt x="482765" y="1057234"/>
                  </a:lnTo>
                  <a:lnTo>
                    <a:pt x="483392" y="1058345"/>
                  </a:lnTo>
                  <a:lnTo>
                    <a:pt x="484018" y="1059449"/>
                  </a:lnTo>
                  <a:lnTo>
                    <a:pt x="484645" y="1060547"/>
                  </a:lnTo>
                  <a:lnTo>
                    <a:pt x="485272" y="1061605"/>
                  </a:lnTo>
                  <a:lnTo>
                    <a:pt x="485898" y="1062618"/>
                  </a:lnTo>
                  <a:lnTo>
                    <a:pt x="486525" y="1063579"/>
                  </a:lnTo>
                  <a:lnTo>
                    <a:pt x="487151" y="1064495"/>
                  </a:lnTo>
                  <a:lnTo>
                    <a:pt x="487778" y="1065332"/>
                  </a:lnTo>
                  <a:lnTo>
                    <a:pt x="488404" y="1066130"/>
                  </a:lnTo>
                  <a:lnTo>
                    <a:pt x="489031" y="1066904"/>
                  </a:lnTo>
                  <a:lnTo>
                    <a:pt x="489657" y="1067668"/>
                  </a:lnTo>
                  <a:lnTo>
                    <a:pt x="490284" y="1068410"/>
                  </a:lnTo>
                  <a:lnTo>
                    <a:pt x="490911" y="1069140"/>
                  </a:lnTo>
                  <a:lnTo>
                    <a:pt x="491537" y="1069834"/>
                  </a:lnTo>
                  <a:lnTo>
                    <a:pt x="492164" y="1070478"/>
                  </a:lnTo>
                  <a:lnTo>
                    <a:pt x="492790" y="1071055"/>
                  </a:lnTo>
                  <a:lnTo>
                    <a:pt x="493417" y="1071521"/>
                  </a:lnTo>
                  <a:lnTo>
                    <a:pt x="494043" y="1071908"/>
                  </a:lnTo>
                  <a:lnTo>
                    <a:pt x="494670" y="1072250"/>
                  </a:lnTo>
                  <a:lnTo>
                    <a:pt x="495296" y="1072542"/>
                  </a:lnTo>
                  <a:lnTo>
                    <a:pt x="495923" y="1072789"/>
                  </a:lnTo>
                  <a:lnTo>
                    <a:pt x="496550" y="1072976"/>
                  </a:lnTo>
                  <a:lnTo>
                    <a:pt x="497176" y="1073140"/>
                  </a:lnTo>
                  <a:lnTo>
                    <a:pt x="497803" y="1073217"/>
                  </a:lnTo>
                  <a:lnTo>
                    <a:pt x="498429" y="1073201"/>
                  </a:lnTo>
                  <a:lnTo>
                    <a:pt x="499056" y="1073105"/>
                  </a:lnTo>
                  <a:lnTo>
                    <a:pt x="499682" y="1072888"/>
                  </a:lnTo>
                  <a:lnTo>
                    <a:pt x="500309" y="1072530"/>
                  </a:lnTo>
                  <a:lnTo>
                    <a:pt x="500935" y="1072019"/>
                  </a:lnTo>
                  <a:lnTo>
                    <a:pt x="501562" y="1071356"/>
                  </a:lnTo>
                  <a:lnTo>
                    <a:pt x="502189" y="1070516"/>
                  </a:lnTo>
                  <a:lnTo>
                    <a:pt x="502815" y="1069461"/>
                  </a:lnTo>
                  <a:lnTo>
                    <a:pt x="503442" y="1068154"/>
                  </a:lnTo>
                  <a:lnTo>
                    <a:pt x="504068" y="1066606"/>
                  </a:lnTo>
                  <a:lnTo>
                    <a:pt x="504695" y="1064871"/>
                  </a:lnTo>
                  <a:lnTo>
                    <a:pt x="505321" y="1062954"/>
                  </a:lnTo>
                  <a:lnTo>
                    <a:pt x="505948" y="1060823"/>
                  </a:lnTo>
                  <a:lnTo>
                    <a:pt x="506574" y="1058461"/>
                  </a:lnTo>
                  <a:lnTo>
                    <a:pt x="507201" y="1055909"/>
                  </a:lnTo>
                  <a:lnTo>
                    <a:pt x="507828" y="1053175"/>
                  </a:lnTo>
                  <a:lnTo>
                    <a:pt x="508454" y="1050264"/>
                  </a:lnTo>
                  <a:lnTo>
                    <a:pt x="509081" y="1047196"/>
                  </a:lnTo>
                  <a:lnTo>
                    <a:pt x="509707" y="1043994"/>
                  </a:lnTo>
                  <a:lnTo>
                    <a:pt x="510334" y="1040676"/>
                  </a:lnTo>
                  <a:lnTo>
                    <a:pt x="510960" y="1037251"/>
                  </a:lnTo>
                  <a:lnTo>
                    <a:pt x="511587" y="1033766"/>
                  </a:lnTo>
                  <a:lnTo>
                    <a:pt x="512213" y="1030272"/>
                  </a:lnTo>
                  <a:lnTo>
                    <a:pt x="512840" y="1026795"/>
                  </a:lnTo>
                  <a:lnTo>
                    <a:pt x="513467" y="1023318"/>
                  </a:lnTo>
                  <a:lnTo>
                    <a:pt x="514093" y="1019840"/>
                  </a:lnTo>
                  <a:lnTo>
                    <a:pt x="514720" y="1016335"/>
                  </a:lnTo>
                  <a:lnTo>
                    <a:pt x="515346" y="1012848"/>
                  </a:lnTo>
                  <a:lnTo>
                    <a:pt x="515973" y="1009392"/>
                  </a:lnTo>
                  <a:lnTo>
                    <a:pt x="516599" y="1005950"/>
                  </a:lnTo>
                  <a:lnTo>
                    <a:pt x="517226" y="1002527"/>
                  </a:lnTo>
                  <a:lnTo>
                    <a:pt x="517852" y="999115"/>
                  </a:lnTo>
                  <a:lnTo>
                    <a:pt x="518479" y="995694"/>
                  </a:lnTo>
                  <a:lnTo>
                    <a:pt x="519106" y="992280"/>
                  </a:lnTo>
                  <a:lnTo>
                    <a:pt x="519732" y="988868"/>
                  </a:lnTo>
                  <a:lnTo>
                    <a:pt x="520359" y="985441"/>
                  </a:lnTo>
                  <a:lnTo>
                    <a:pt x="520985" y="981975"/>
                  </a:lnTo>
                  <a:lnTo>
                    <a:pt x="521612" y="978458"/>
                  </a:lnTo>
                  <a:lnTo>
                    <a:pt x="522238" y="974873"/>
                  </a:lnTo>
                  <a:lnTo>
                    <a:pt x="522865" y="971226"/>
                  </a:lnTo>
                  <a:lnTo>
                    <a:pt x="523491" y="967524"/>
                  </a:lnTo>
                  <a:lnTo>
                    <a:pt x="524118" y="963762"/>
                  </a:lnTo>
                  <a:lnTo>
                    <a:pt x="524745" y="959972"/>
                  </a:lnTo>
                  <a:lnTo>
                    <a:pt x="525371" y="956197"/>
                  </a:lnTo>
                  <a:lnTo>
                    <a:pt x="525998" y="952442"/>
                  </a:lnTo>
                  <a:lnTo>
                    <a:pt x="526624" y="948728"/>
                  </a:lnTo>
                  <a:lnTo>
                    <a:pt x="527251" y="945082"/>
                  </a:lnTo>
                  <a:lnTo>
                    <a:pt x="527877" y="941496"/>
                  </a:lnTo>
                  <a:lnTo>
                    <a:pt x="528504" y="937936"/>
                  </a:lnTo>
                  <a:lnTo>
                    <a:pt x="529130" y="934385"/>
                  </a:lnTo>
                  <a:lnTo>
                    <a:pt x="529757" y="930845"/>
                  </a:lnTo>
                  <a:lnTo>
                    <a:pt x="530384" y="927325"/>
                  </a:lnTo>
                  <a:lnTo>
                    <a:pt x="531010" y="923821"/>
                  </a:lnTo>
                  <a:lnTo>
                    <a:pt x="531637" y="920388"/>
                  </a:lnTo>
                  <a:lnTo>
                    <a:pt x="532263" y="916996"/>
                  </a:lnTo>
                  <a:lnTo>
                    <a:pt x="532890" y="913646"/>
                  </a:lnTo>
                  <a:lnTo>
                    <a:pt x="533516" y="910356"/>
                  </a:lnTo>
                  <a:lnTo>
                    <a:pt x="534143" y="907120"/>
                  </a:lnTo>
                  <a:lnTo>
                    <a:pt x="534769" y="903954"/>
                  </a:lnTo>
                  <a:lnTo>
                    <a:pt x="535396" y="900878"/>
                  </a:lnTo>
                  <a:lnTo>
                    <a:pt x="536023" y="897902"/>
                  </a:lnTo>
                  <a:lnTo>
                    <a:pt x="536649" y="894984"/>
                  </a:lnTo>
                  <a:lnTo>
                    <a:pt x="537276" y="892147"/>
                  </a:lnTo>
                  <a:lnTo>
                    <a:pt x="537902" y="889413"/>
                  </a:lnTo>
                  <a:lnTo>
                    <a:pt x="538529" y="886796"/>
                  </a:lnTo>
                  <a:lnTo>
                    <a:pt x="539155" y="884293"/>
                  </a:lnTo>
                  <a:lnTo>
                    <a:pt x="539782" y="881924"/>
                  </a:lnTo>
                  <a:lnTo>
                    <a:pt x="540408" y="879683"/>
                  </a:lnTo>
                  <a:lnTo>
                    <a:pt x="541035" y="877534"/>
                  </a:lnTo>
                  <a:lnTo>
                    <a:pt x="541662" y="875483"/>
                  </a:lnTo>
                  <a:lnTo>
                    <a:pt x="542288" y="873547"/>
                  </a:lnTo>
                  <a:lnTo>
                    <a:pt x="542915" y="871745"/>
                  </a:lnTo>
                  <a:lnTo>
                    <a:pt x="543541" y="870075"/>
                  </a:lnTo>
                  <a:lnTo>
                    <a:pt x="544168" y="868553"/>
                  </a:lnTo>
                  <a:lnTo>
                    <a:pt x="544794" y="867182"/>
                  </a:lnTo>
                  <a:lnTo>
                    <a:pt x="545421" y="865948"/>
                  </a:lnTo>
                  <a:lnTo>
                    <a:pt x="546047" y="864835"/>
                  </a:lnTo>
                  <a:lnTo>
                    <a:pt x="546674" y="863858"/>
                  </a:lnTo>
                  <a:lnTo>
                    <a:pt x="547301" y="863048"/>
                  </a:lnTo>
                  <a:lnTo>
                    <a:pt x="547927" y="862412"/>
                  </a:lnTo>
                  <a:lnTo>
                    <a:pt x="548554" y="861973"/>
                  </a:lnTo>
                  <a:lnTo>
                    <a:pt x="549180" y="861747"/>
                  </a:lnTo>
                  <a:lnTo>
                    <a:pt x="549807" y="861704"/>
                  </a:lnTo>
                  <a:lnTo>
                    <a:pt x="550433" y="861878"/>
                  </a:lnTo>
                  <a:lnTo>
                    <a:pt x="551060" y="862237"/>
                  </a:lnTo>
                  <a:lnTo>
                    <a:pt x="551686" y="862755"/>
                  </a:lnTo>
                  <a:lnTo>
                    <a:pt x="552313" y="863427"/>
                  </a:lnTo>
                  <a:lnTo>
                    <a:pt x="552940" y="864244"/>
                  </a:lnTo>
                  <a:lnTo>
                    <a:pt x="553566" y="865198"/>
                  </a:lnTo>
                  <a:lnTo>
                    <a:pt x="554193" y="866299"/>
                  </a:lnTo>
                  <a:lnTo>
                    <a:pt x="554819" y="867509"/>
                  </a:lnTo>
                  <a:lnTo>
                    <a:pt x="555446" y="868817"/>
                  </a:lnTo>
                  <a:lnTo>
                    <a:pt x="556072" y="870213"/>
                  </a:lnTo>
                  <a:lnTo>
                    <a:pt x="556699" y="871649"/>
                  </a:lnTo>
                  <a:lnTo>
                    <a:pt x="557325" y="873094"/>
                  </a:lnTo>
                  <a:lnTo>
                    <a:pt x="557952" y="874524"/>
                  </a:lnTo>
                  <a:lnTo>
                    <a:pt x="558579" y="875895"/>
                  </a:lnTo>
                  <a:lnTo>
                    <a:pt x="559205" y="877193"/>
                  </a:lnTo>
                  <a:lnTo>
                    <a:pt x="559832" y="878405"/>
                  </a:lnTo>
                  <a:lnTo>
                    <a:pt x="560458" y="879579"/>
                  </a:lnTo>
                  <a:lnTo>
                    <a:pt x="561085" y="880707"/>
                  </a:lnTo>
                  <a:lnTo>
                    <a:pt x="561711" y="881797"/>
                  </a:lnTo>
                  <a:lnTo>
                    <a:pt x="562338" y="882882"/>
                  </a:lnTo>
                  <a:lnTo>
                    <a:pt x="562964" y="883965"/>
                  </a:lnTo>
                  <a:lnTo>
                    <a:pt x="563591" y="885059"/>
                  </a:lnTo>
                  <a:lnTo>
                    <a:pt x="564218" y="886246"/>
                  </a:lnTo>
                  <a:lnTo>
                    <a:pt x="564844" y="887564"/>
                  </a:lnTo>
                  <a:lnTo>
                    <a:pt x="565471" y="889027"/>
                  </a:lnTo>
                  <a:lnTo>
                    <a:pt x="566097" y="890670"/>
                  </a:lnTo>
                  <a:lnTo>
                    <a:pt x="566724" y="892496"/>
                  </a:lnTo>
                  <a:lnTo>
                    <a:pt x="567350" y="894498"/>
                  </a:lnTo>
                  <a:lnTo>
                    <a:pt x="567977" y="896653"/>
                  </a:lnTo>
                  <a:lnTo>
                    <a:pt x="568603" y="899004"/>
                  </a:lnTo>
                  <a:lnTo>
                    <a:pt x="569230" y="901571"/>
                  </a:lnTo>
                  <a:lnTo>
                    <a:pt x="569857" y="904360"/>
                  </a:lnTo>
                  <a:lnTo>
                    <a:pt x="570483" y="907354"/>
                  </a:lnTo>
                  <a:lnTo>
                    <a:pt x="571110" y="910543"/>
                  </a:lnTo>
                  <a:lnTo>
                    <a:pt x="571736" y="913898"/>
                  </a:lnTo>
                  <a:lnTo>
                    <a:pt x="572363" y="917400"/>
                  </a:lnTo>
                  <a:lnTo>
                    <a:pt x="572989" y="921039"/>
                  </a:lnTo>
                  <a:lnTo>
                    <a:pt x="573616" y="924777"/>
                  </a:lnTo>
                  <a:lnTo>
                    <a:pt x="574242" y="928566"/>
                  </a:lnTo>
                  <a:lnTo>
                    <a:pt x="574869" y="932373"/>
                  </a:lnTo>
                  <a:lnTo>
                    <a:pt x="575496" y="936181"/>
                  </a:lnTo>
                  <a:lnTo>
                    <a:pt x="576122" y="939975"/>
                  </a:lnTo>
                  <a:lnTo>
                    <a:pt x="576749" y="943737"/>
                  </a:lnTo>
                  <a:lnTo>
                    <a:pt x="577375" y="947499"/>
                  </a:lnTo>
                  <a:lnTo>
                    <a:pt x="578002" y="951216"/>
                  </a:lnTo>
                  <a:lnTo>
                    <a:pt x="578628" y="954840"/>
                  </a:lnTo>
                  <a:lnTo>
                    <a:pt x="579255" y="958303"/>
                  </a:lnTo>
                  <a:lnTo>
                    <a:pt x="579881" y="961595"/>
                  </a:lnTo>
                  <a:lnTo>
                    <a:pt x="580508" y="964694"/>
                  </a:lnTo>
                  <a:lnTo>
                    <a:pt x="581135" y="967605"/>
                  </a:lnTo>
                  <a:lnTo>
                    <a:pt x="581761" y="970346"/>
                  </a:lnTo>
                  <a:lnTo>
                    <a:pt x="582388" y="972899"/>
                  </a:lnTo>
                  <a:lnTo>
                    <a:pt x="583014" y="975251"/>
                  </a:lnTo>
                  <a:lnTo>
                    <a:pt x="583641" y="977433"/>
                  </a:lnTo>
                  <a:lnTo>
                    <a:pt x="584267" y="979444"/>
                  </a:lnTo>
                  <a:lnTo>
                    <a:pt x="584894" y="981283"/>
                  </a:lnTo>
                  <a:lnTo>
                    <a:pt x="585520" y="982947"/>
                  </a:lnTo>
                  <a:lnTo>
                    <a:pt x="586147" y="984435"/>
                  </a:lnTo>
                  <a:lnTo>
                    <a:pt x="586774" y="985755"/>
                  </a:lnTo>
                  <a:lnTo>
                    <a:pt x="587400" y="986902"/>
                  </a:lnTo>
                  <a:lnTo>
                    <a:pt x="588027" y="987893"/>
                  </a:lnTo>
                  <a:lnTo>
                    <a:pt x="588653" y="988742"/>
                  </a:lnTo>
                  <a:lnTo>
                    <a:pt x="589280" y="989449"/>
                  </a:lnTo>
                  <a:lnTo>
                    <a:pt x="589906" y="989999"/>
                  </a:lnTo>
                  <a:lnTo>
                    <a:pt x="590533" y="990407"/>
                  </a:lnTo>
                  <a:lnTo>
                    <a:pt x="591159" y="990690"/>
                  </a:lnTo>
                  <a:lnTo>
                    <a:pt x="591786" y="990876"/>
                  </a:lnTo>
                  <a:lnTo>
                    <a:pt x="592413" y="990985"/>
                  </a:lnTo>
                  <a:lnTo>
                    <a:pt x="593039" y="991017"/>
                  </a:lnTo>
                  <a:lnTo>
                    <a:pt x="593666" y="990985"/>
                  </a:lnTo>
                  <a:lnTo>
                    <a:pt x="594292" y="990885"/>
                  </a:lnTo>
                  <a:lnTo>
                    <a:pt x="594919" y="990754"/>
                  </a:lnTo>
                  <a:lnTo>
                    <a:pt x="595545" y="990608"/>
                  </a:lnTo>
                  <a:lnTo>
                    <a:pt x="596172" y="990433"/>
                  </a:lnTo>
                  <a:lnTo>
                    <a:pt x="596798" y="990266"/>
                  </a:lnTo>
                  <a:lnTo>
                    <a:pt x="597425" y="990113"/>
                  </a:lnTo>
                  <a:lnTo>
                    <a:pt x="598052" y="989971"/>
                  </a:lnTo>
                  <a:lnTo>
                    <a:pt x="598678" y="989821"/>
                  </a:lnTo>
                  <a:lnTo>
                    <a:pt x="599305" y="989634"/>
                  </a:lnTo>
                  <a:lnTo>
                    <a:pt x="599931" y="989412"/>
                  </a:lnTo>
                  <a:lnTo>
                    <a:pt x="600558" y="989133"/>
                  </a:lnTo>
                  <a:lnTo>
                    <a:pt x="601184" y="988781"/>
                  </a:lnTo>
                  <a:lnTo>
                    <a:pt x="601811" y="988358"/>
                  </a:lnTo>
                  <a:lnTo>
                    <a:pt x="602437" y="987892"/>
                  </a:lnTo>
                  <a:lnTo>
                    <a:pt x="603064" y="987374"/>
                  </a:lnTo>
                  <a:lnTo>
                    <a:pt x="603691" y="986809"/>
                  </a:lnTo>
                  <a:lnTo>
                    <a:pt x="604317" y="986217"/>
                  </a:lnTo>
                  <a:lnTo>
                    <a:pt x="604944" y="985570"/>
                  </a:lnTo>
                  <a:lnTo>
                    <a:pt x="605570" y="984901"/>
                  </a:lnTo>
                  <a:lnTo>
                    <a:pt x="606197" y="984193"/>
                  </a:lnTo>
                  <a:lnTo>
                    <a:pt x="606823" y="983411"/>
                  </a:lnTo>
                  <a:lnTo>
                    <a:pt x="607450" y="982547"/>
                  </a:lnTo>
                  <a:lnTo>
                    <a:pt x="608076" y="981591"/>
                  </a:lnTo>
                  <a:lnTo>
                    <a:pt x="608703" y="980565"/>
                  </a:lnTo>
                  <a:lnTo>
                    <a:pt x="609330" y="979440"/>
                  </a:lnTo>
                  <a:lnTo>
                    <a:pt x="609956" y="978221"/>
                  </a:lnTo>
                  <a:lnTo>
                    <a:pt x="610583" y="976908"/>
                  </a:lnTo>
                  <a:lnTo>
                    <a:pt x="611209" y="975474"/>
                  </a:lnTo>
                  <a:lnTo>
                    <a:pt x="611836" y="973890"/>
                  </a:lnTo>
                  <a:lnTo>
                    <a:pt x="612462" y="972176"/>
                  </a:lnTo>
                  <a:lnTo>
                    <a:pt x="613089" y="970311"/>
                  </a:lnTo>
                  <a:lnTo>
                    <a:pt x="613715" y="968283"/>
                  </a:lnTo>
                  <a:lnTo>
                    <a:pt x="614342" y="966104"/>
                  </a:lnTo>
                  <a:lnTo>
                    <a:pt x="614969" y="963770"/>
                  </a:lnTo>
                  <a:lnTo>
                    <a:pt x="615595" y="961287"/>
                  </a:lnTo>
                  <a:lnTo>
                    <a:pt x="616222" y="958671"/>
                  </a:lnTo>
                  <a:lnTo>
                    <a:pt x="616848" y="955933"/>
                  </a:lnTo>
                  <a:lnTo>
                    <a:pt x="617475" y="953107"/>
                  </a:lnTo>
                  <a:lnTo>
                    <a:pt x="618101" y="950200"/>
                  </a:lnTo>
                  <a:lnTo>
                    <a:pt x="618728" y="947242"/>
                  </a:lnTo>
                  <a:lnTo>
                    <a:pt x="619354" y="944260"/>
                  </a:lnTo>
                  <a:lnTo>
                    <a:pt x="619981" y="941251"/>
                  </a:lnTo>
                  <a:lnTo>
                    <a:pt x="620608" y="938232"/>
                  </a:lnTo>
                  <a:lnTo>
                    <a:pt x="621234" y="935200"/>
                  </a:lnTo>
                  <a:lnTo>
                    <a:pt x="621861" y="932166"/>
                  </a:lnTo>
                  <a:lnTo>
                    <a:pt x="622487" y="929140"/>
                  </a:lnTo>
                  <a:lnTo>
                    <a:pt x="623114" y="926094"/>
                  </a:lnTo>
                  <a:lnTo>
                    <a:pt x="623740" y="923022"/>
                  </a:lnTo>
                  <a:lnTo>
                    <a:pt x="624367" y="919897"/>
                  </a:lnTo>
                  <a:lnTo>
                    <a:pt x="624993" y="916730"/>
                  </a:lnTo>
                  <a:lnTo>
                    <a:pt x="625620" y="913493"/>
                  </a:lnTo>
                  <a:lnTo>
                    <a:pt x="626247" y="910157"/>
                  </a:lnTo>
                  <a:lnTo>
                    <a:pt x="626873" y="906642"/>
                  </a:lnTo>
                  <a:lnTo>
                    <a:pt x="627500" y="902886"/>
                  </a:lnTo>
                  <a:lnTo>
                    <a:pt x="628126" y="898848"/>
                  </a:lnTo>
                  <a:lnTo>
                    <a:pt x="628753" y="894468"/>
                  </a:lnTo>
                  <a:lnTo>
                    <a:pt x="629379" y="889716"/>
                  </a:lnTo>
                  <a:lnTo>
                    <a:pt x="630006" y="884569"/>
                  </a:lnTo>
                  <a:lnTo>
                    <a:pt x="630632" y="879051"/>
                  </a:lnTo>
                  <a:lnTo>
                    <a:pt x="631259" y="873194"/>
                  </a:lnTo>
                  <a:lnTo>
                    <a:pt x="631886" y="866990"/>
                  </a:lnTo>
                  <a:lnTo>
                    <a:pt x="632512" y="860420"/>
                  </a:lnTo>
                  <a:lnTo>
                    <a:pt x="633139" y="853503"/>
                  </a:lnTo>
                  <a:lnTo>
                    <a:pt x="633765" y="846237"/>
                  </a:lnTo>
                  <a:lnTo>
                    <a:pt x="634392" y="838632"/>
                  </a:lnTo>
                  <a:lnTo>
                    <a:pt x="635018" y="830712"/>
                  </a:lnTo>
                  <a:lnTo>
                    <a:pt x="635645" y="822496"/>
                  </a:lnTo>
                  <a:lnTo>
                    <a:pt x="636271" y="814015"/>
                  </a:lnTo>
                  <a:lnTo>
                    <a:pt x="636898" y="805319"/>
                  </a:lnTo>
                  <a:lnTo>
                    <a:pt x="637525" y="796391"/>
                  </a:lnTo>
                  <a:lnTo>
                    <a:pt x="638151" y="787259"/>
                  </a:lnTo>
                  <a:lnTo>
                    <a:pt x="638778" y="777966"/>
                  </a:lnTo>
                  <a:lnTo>
                    <a:pt x="639404" y="768546"/>
                  </a:lnTo>
                  <a:lnTo>
                    <a:pt x="640031" y="759000"/>
                  </a:lnTo>
                  <a:lnTo>
                    <a:pt x="640657" y="749325"/>
                  </a:lnTo>
                  <a:lnTo>
                    <a:pt x="641284" y="739549"/>
                  </a:lnTo>
                  <a:lnTo>
                    <a:pt x="641910" y="729706"/>
                  </a:lnTo>
                  <a:lnTo>
                    <a:pt x="642537" y="719831"/>
                  </a:lnTo>
                  <a:lnTo>
                    <a:pt x="643164" y="709949"/>
                  </a:lnTo>
                  <a:lnTo>
                    <a:pt x="643790" y="700039"/>
                  </a:lnTo>
                  <a:lnTo>
                    <a:pt x="644417" y="690097"/>
                  </a:lnTo>
                  <a:lnTo>
                    <a:pt x="645043" y="680160"/>
                  </a:lnTo>
                  <a:lnTo>
                    <a:pt x="645670" y="670238"/>
                  </a:lnTo>
                  <a:lnTo>
                    <a:pt x="646296" y="660318"/>
                  </a:lnTo>
                  <a:lnTo>
                    <a:pt x="646923" y="650415"/>
                  </a:lnTo>
                  <a:lnTo>
                    <a:pt x="647549" y="640525"/>
                  </a:lnTo>
                  <a:lnTo>
                    <a:pt x="648176" y="630636"/>
                  </a:lnTo>
                  <a:lnTo>
                    <a:pt x="648803" y="620740"/>
                  </a:lnTo>
                  <a:lnTo>
                    <a:pt x="649429" y="610814"/>
                  </a:lnTo>
                  <a:lnTo>
                    <a:pt x="650056" y="600857"/>
                  </a:lnTo>
                  <a:lnTo>
                    <a:pt x="650682" y="590853"/>
                  </a:lnTo>
                  <a:lnTo>
                    <a:pt x="651309" y="580796"/>
                  </a:lnTo>
                  <a:lnTo>
                    <a:pt x="651935" y="570673"/>
                  </a:lnTo>
                  <a:lnTo>
                    <a:pt x="652562" y="560498"/>
                  </a:lnTo>
                  <a:lnTo>
                    <a:pt x="653188" y="550309"/>
                  </a:lnTo>
                  <a:lnTo>
                    <a:pt x="653815" y="540103"/>
                  </a:lnTo>
                  <a:lnTo>
                    <a:pt x="654442" y="529834"/>
                  </a:lnTo>
                  <a:lnTo>
                    <a:pt x="655068" y="519512"/>
                  </a:lnTo>
                  <a:lnTo>
                    <a:pt x="655695" y="509130"/>
                  </a:lnTo>
                  <a:lnTo>
                    <a:pt x="656321" y="498681"/>
                  </a:lnTo>
                  <a:lnTo>
                    <a:pt x="656948" y="488145"/>
                  </a:lnTo>
                  <a:lnTo>
                    <a:pt x="657574" y="477529"/>
                  </a:lnTo>
                  <a:lnTo>
                    <a:pt x="658201" y="466825"/>
                  </a:lnTo>
                  <a:lnTo>
                    <a:pt x="658827" y="456050"/>
                  </a:lnTo>
                  <a:lnTo>
                    <a:pt x="659454" y="445211"/>
                  </a:lnTo>
                  <a:lnTo>
                    <a:pt x="660081" y="434337"/>
                  </a:lnTo>
                  <a:lnTo>
                    <a:pt x="660707" y="423460"/>
                  </a:lnTo>
                  <a:lnTo>
                    <a:pt x="661334" y="412602"/>
                  </a:lnTo>
                  <a:lnTo>
                    <a:pt x="661960" y="401805"/>
                  </a:lnTo>
                  <a:lnTo>
                    <a:pt x="662587" y="391063"/>
                  </a:lnTo>
                  <a:lnTo>
                    <a:pt x="663213" y="380366"/>
                  </a:lnTo>
                  <a:lnTo>
                    <a:pt x="663840" y="369746"/>
                  </a:lnTo>
                  <a:lnTo>
                    <a:pt x="664466" y="359218"/>
                  </a:lnTo>
                  <a:lnTo>
                    <a:pt x="665093" y="348757"/>
                  </a:lnTo>
                  <a:lnTo>
                    <a:pt x="665720" y="338354"/>
                  </a:lnTo>
                  <a:lnTo>
                    <a:pt x="666346" y="328006"/>
                  </a:lnTo>
                  <a:lnTo>
                    <a:pt x="666973" y="317698"/>
                  </a:lnTo>
                  <a:lnTo>
                    <a:pt x="667599" y="307442"/>
                  </a:lnTo>
                  <a:lnTo>
                    <a:pt x="668226" y="297207"/>
                  </a:lnTo>
                  <a:lnTo>
                    <a:pt x="668852" y="287000"/>
                  </a:lnTo>
                  <a:lnTo>
                    <a:pt x="669479" y="276847"/>
                  </a:lnTo>
                  <a:lnTo>
                    <a:pt x="670105" y="266752"/>
                  </a:lnTo>
                  <a:lnTo>
                    <a:pt x="670732" y="256731"/>
                  </a:lnTo>
                  <a:lnTo>
                    <a:pt x="671359" y="246770"/>
                  </a:lnTo>
                  <a:lnTo>
                    <a:pt x="671985" y="236886"/>
                  </a:lnTo>
                  <a:lnTo>
                    <a:pt x="672612" y="227077"/>
                  </a:lnTo>
                  <a:lnTo>
                    <a:pt x="673238" y="217344"/>
                  </a:lnTo>
                  <a:lnTo>
                    <a:pt x="673865" y="207707"/>
                  </a:lnTo>
                  <a:lnTo>
                    <a:pt x="674491" y="198177"/>
                  </a:lnTo>
                  <a:lnTo>
                    <a:pt x="675118" y="188795"/>
                  </a:lnTo>
                  <a:lnTo>
                    <a:pt x="675744" y="179612"/>
                  </a:lnTo>
                  <a:lnTo>
                    <a:pt x="676371" y="170639"/>
                  </a:lnTo>
                  <a:lnTo>
                    <a:pt x="676998" y="161863"/>
                  </a:lnTo>
                  <a:lnTo>
                    <a:pt x="677624" y="153297"/>
                  </a:lnTo>
                  <a:lnTo>
                    <a:pt x="678251" y="144952"/>
                  </a:lnTo>
                  <a:lnTo>
                    <a:pt x="678877" y="136817"/>
                  </a:lnTo>
                  <a:lnTo>
                    <a:pt x="679504" y="128861"/>
                  </a:lnTo>
                  <a:lnTo>
                    <a:pt x="680130" y="121092"/>
                  </a:lnTo>
                  <a:lnTo>
                    <a:pt x="680757" y="113498"/>
                  </a:lnTo>
                  <a:lnTo>
                    <a:pt x="681383" y="106064"/>
                  </a:lnTo>
                  <a:lnTo>
                    <a:pt x="682010" y="98803"/>
                  </a:lnTo>
                  <a:lnTo>
                    <a:pt x="682637" y="91729"/>
                  </a:lnTo>
                  <a:lnTo>
                    <a:pt x="683263" y="84830"/>
                  </a:lnTo>
                  <a:lnTo>
                    <a:pt x="683890" y="78149"/>
                  </a:lnTo>
                  <a:lnTo>
                    <a:pt x="684516" y="71674"/>
                  </a:lnTo>
                  <a:lnTo>
                    <a:pt x="685143" y="65385"/>
                  </a:lnTo>
                  <a:lnTo>
                    <a:pt x="685769" y="59289"/>
                  </a:lnTo>
                  <a:lnTo>
                    <a:pt x="686396" y="53392"/>
                  </a:lnTo>
                  <a:lnTo>
                    <a:pt x="687022" y="47695"/>
                  </a:lnTo>
                  <a:lnTo>
                    <a:pt x="687649" y="42188"/>
                  </a:lnTo>
                  <a:lnTo>
                    <a:pt x="688276" y="36912"/>
                  </a:lnTo>
                  <a:lnTo>
                    <a:pt x="688902" y="31903"/>
                  </a:lnTo>
                  <a:lnTo>
                    <a:pt x="689529" y="27187"/>
                  </a:lnTo>
                  <a:lnTo>
                    <a:pt x="690155" y="22805"/>
                  </a:lnTo>
                  <a:lnTo>
                    <a:pt x="690782" y="18796"/>
                  </a:lnTo>
                  <a:lnTo>
                    <a:pt x="691408" y="15169"/>
                  </a:lnTo>
                  <a:lnTo>
                    <a:pt x="692035" y="11920"/>
                  </a:lnTo>
                  <a:lnTo>
                    <a:pt x="692661" y="9057"/>
                  </a:lnTo>
                  <a:lnTo>
                    <a:pt x="693288" y="6581"/>
                  </a:lnTo>
                  <a:lnTo>
                    <a:pt x="693914" y="4465"/>
                  </a:lnTo>
                  <a:lnTo>
                    <a:pt x="694541" y="2730"/>
                  </a:lnTo>
                  <a:lnTo>
                    <a:pt x="695168" y="1413"/>
                  </a:lnTo>
                  <a:lnTo>
                    <a:pt x="695794" y="524"/>
                  </a:lnTo>
                  <a:lnTo>
                    <a:pt x="696421" y="53"/>
                  </a:lnTo>
                  <a:lnTo>
                    <a:pt x="697047" y="0"/>
                  </a:lnTo>
                  <a:lnTo>
                    <a:pt x="697674" y="364"/>
                  </a:lnTo>
                  <a:lnTo>
                    <a:pt x="698300" y="1132"/>
                  </a:lnTo>
                  <a:lnTo>
                    <a:pt x="698927" y="2307"/>
                  </a:lnTo>
                  <a:lnTo>
                    <a:pt x="699553" y="3888"/>
                  </a:lnTo>
                  <a:lnTo>
                    <a:pt x="700180" y="5896"/>
                  </a:lnTo>
                  <a:lnTo>
                    <a:pt x="700807" y="8326"/>
                  </a:lnTo>
                  <a:lnTo>
                    <a:pt x="701433" y="11166"/>
                  </a:lnTo>
                  <a:lnTo>
                    <a:pt x="702060" y="14408"/>
                  </a:lnTo>
                  <a:lnTo>
                    <a:pt x="702686" y="18047"/>
                  </a:lnTo>
                  <a:lnTo>
                    <a:pt x="703313" y="22095"/>
                  </a:lnTo>
                  <a:lnTo>
                    <a:pt x="703939" y="26529"/>
                  </a:lnTo>
                  <a:lnTo>
                    <a:pt x="704566" y="31358"/>
                  </a:lnTo>
                  <a:lnTo>
                    <a:pt x="705192" y="36593"/>
                  </a:lnTo>
                  <a:lnTo>
                    <a:pt x="705819" y="42255"/>
                  </a:lnTo>
                  <a:lnTo>
                    <a:pt x="706446" y="48360"/>
                  </a:lnTo>
                  <a:lnTo>
                    <a:pt x="707072" y="54878"/>
                  </a:lnTo>
                  <a:lnTo>
                    <a:pt x="707699" y="61774"/>
                  </a:lnTo>
                  <a:lnTo>
                    <a:pt x="708325" y="69057"/>
                  </a:lnTo>
                  <a:lnTo>
                    <a:pt x="708952" y="76728"/>
                  </a:lnTo>
                  <a:lnTo>
                    <a:pt x="709578" y="84783"/>
                  </a:lnTo>
                  <a:lnTo>
                    <a:pt x="710205" y="93230"/>
                  </a:lnTo>
                  <a:lnTo>
                    <a:pt x="710831" y="102075"/>
                  </a:lnTo>
                  <a:lnTo>
                    <a:pt x="711458" y="111352"/>
                  </a:lnTo>
                  <a:lnTo>
                    <a:pt x="712085" y="121061"/>
                  </a:lnTo>
                  <a:lnTo>
                    <a:pt x="712711" y="131216"/>
                  </a:lnTo>
                  <a:lnTo>
                    <a:pt x="713338" y="141819"/>
                  </a:lnTo>
                  <a:lnTo>
                    <a:pt x="713964" y="152855"/>
                  </a:lnTo>
                  <a:lnTo>
                    <a:pt x="714591" y="164312"/>
                  </a:lnTo>
                  <a:lnTo>
                    <a:pt x="715217" y="176174"/>
                  </a:lnTo>
                  <a:lnTo>
                    <a:pt x="715844" y="188393"/>
                  </a:lnTo>
                  <a:lnTo>
                    <a:pt x="716470" y="200969"/>
                  </a:lnTo>
                  <a:lnTo>
                    <a:pt x="717097" y="213920"/>
                  </a:lnTo>
                  <a:lnTo>
                    <a:pt x="717724" y="227235"/>
                  </a:lnTo>
                  <a:lnTo>
                    <a:pt x="718350" y="240934"/>
                  </a:lnTo>
                  <a:lnTo>
                    <a:pt x="718977" y="255006"/>
                  </a:lnTo>
                  <a:lnTo>
                    <a:pt x="719603" y="269448"/>
                  </a:lnTo>
                  <a:lnTo>
                    <a:pt x="720230" y="284228"/>
                  </a:lnTo>
                  <a:lnTo>
                    <a:pt x="720856" y="299320"/>
                  </a:lnTo>
                  <a:lnTo>
                    <a:pt x="721483" y="314698"/>
                  </a:lnTo>
                  <a:lnTo>
                    <a:pt x="722109" y="330320"/>
                  </a:lnTo>
                  <a:lnTo>
                    <a:pt x="722736" y="346147"/>
                  </a:lnTo>
                  <a:lnTo>
                    <a:pt x="723363" y="362181"/>
                  </a:lnTo>
                  <a:lnTo>
                    <a:pt x="723989" y="378427"/>
                  </a:lnTo>
                  <a:lnTo>
                    <a:pt x="724616" y="394860"/>
                  </a:lnTo>
                  <a:lnTo>
                    <a:pt x="725242" y="411475"/>
                  </a:lnTo>
                  <a:lnTo>
                    <a:pt x="725869" y="428270"/>
                  </a:lnTo>
                  <a:lnTo>
                    <a:pt x="726495" y="445216"/>
                  </a:lnTo>
                  <a:lnTo>
                    <a:pt x="727122" y="462278"/>
                  </a:lnTo>
                  <a:lnTo>
                    <a:pt x="727748" y="479405"/>
                  </a:lnTo>
                  <a:lnTo>
                    <a:pt x="728375" y="496605"/>
                  </a:lnTo>
                  <a:lnTo>
                    <a:pt x="729002" y="513892"/>
                  </a:lnTo>
                  <a:lnTo>
                    <a:pt x="729628" y="531229"/>
                  </a:lnTo>
                  <a:lnTo>
                    <a:pt x="730255" y="548596"/>
                  </a:lnTo>
                  <a:lnTo>
                    <a:pt x="730881" y="565970"/>
                  </a:lnTo>
                  <a:lnTo>
                    <a:pt x="731508" y="583331"/>
                  </a:lnTo>
                  <a:lnTo>
                    <a:pt x="732134" y="600668"/>
                  </a:lnTo>
                  <a:lnTo>
                    <a:pt x="732761" y="617955"/>
                  </a:lnTo>
                  <a:lnTo>
                    <a:pt x="733387" y="635180"/>
                  </a:lnTo>
                  <a:lnTo>
                    <a:pt x="734014" y="652339"/>
                  </a:lnTo>
                  <a:lnTo>
                    <a:pt x="734641" y="669392"/>
                  </a:lnTo>
                  <a:lnTo>
                    <a:pt x="735267" y="686309"/>
                  </a:lnTo>
                  <a:lnTo>
                    <a:pt x="735894" y="703077"/>
                  </a:lnTo>
                  <a:lnTo>
                    <a:pt x="736520" y="719666"/>
                  </a:lnTo>
                  <a:lnTo>
                    <a:pt x="737147" y="736073"/>
                  </a:lnTo>
                  <a:lnTo>
                    <a:pt x="737773" y="752222"/>
                  </a:lnTo>
                  <a:lnTo>
                    <a:pt x="738400" y="768072"/>
                  </a:lnTo>
                  <a:lnTo>
                    <a:pt x="739026" y="783621"/>
                  </a:lnTo>
                  <a:lnTo>
                    <a:pt x="739653" y="798883"/>
                  </a:lnTo>
                  <a:lnTo>
                    <a:pt x="740280" y="813845"/>
                  </a:lnTo>
                  <a:lnTo>
                    <a:pt x="740906" y="828492"/>
                  </a:lnTo>
                  <a:lnTo>
                    <a:pt x="741533" y="842833"/>
                  </a:lnTo>
                  <a:lnTo>
                    <a:pt x="742159" y="856876"/>
                  </a:lnTo>
                  <a:lnTo>
                    <a:pt x="742786" y="870605"/>
                  </a:lnTo>
                  <a:lnTo>
                    <a:pt x="743412" y="884021"/>
                  </a:lnTo>
                  <a:lnTo>
                    <a:pt x="744039" y="897150"/>
                  </a:lnTo>
                  <a:lnTo>
                    <a:pt x="744665" y="909995"/>
                  </a:lnTo>
                  <a:lnTo>
                    <a:pt x="745292" y="922558"/>
                  </a:lnTo>
                  <a:lnTo>
                    <a:pt x="745919" y="934883"/>
                  </a:lnTo>
                  <a:lnTo>
                    <a:pt x="746545" y="946941"/>
                  </a:lnTo>
                  <a:lnTo>
                    <a:pt x="747172" y="958775"/>
                  </a:lnTo>
                  <a:lnTo>
                    <a:pt x="747798" y="970408"/>
                  </a:lnTo>
                  <a:lnTo>
                    <a:pt x="748425" y="981840"/>
                  </a:lnTo>
                  <a:lnTo>
                    <a:pt x="749051" y="993055"/>
                  </a:lnTo>
                  <a:lnTo>
                    <a:pt x="749678" y="1004060"/>
                  </a:lnTo>
                  <a:lnTo>
                    <a:pt x="750304" y="1014858"/>
                  </a:lnTo>
                  <a:lnTo>
                    <a:pt x="750931" y="1025417"/>
                  </a:lnTo>
                  <a:lnTo>
                    <a:pt x="751558" y="1035709"/>
                  </a:lnTo>
                  <a:lnTo>
                    <a:pt x="752184" y="1045739"/>
                  </a:lnTo>
                  <a:lnTo>
                    <a:pt x="752811" y="1055510"/>
                  </a:lnTo>
                  <a:lnTo>
                    <a:pt x="753437" y="1064994"/>
                  </a:lnTo>
                  <a:lnTo>
                    <a:pt x="754064" y="1074204"/>
                  </a:lnTo>
                  <a:lnTo>
                    <a:pt x="754690" y="1083172"/>
                  </a:lnTo>
                  <a:lnTo>
                    <a:pt x="755317" y="1091875"/>
                  </a:lnTo>
                  <a:lnTo>
                    <a:pt x="755943" y="1100296"/>
                  </a:lnTo>
                  <a:lnTo>
                    <a:pt x="756570" y="1108429"/>
                  </a:lnTo>
                  <a:lnTo>
                    <a:pt x="757197" y="1116260"/>
                  </a:lnTo>
                  <a:lnTo>
                    <a:pt x="757823" y="1123758"/>
                  </a:lnTo>
                  <a:lnTo>
                    <a:pt x="758450" y="1130924"/>
                  </a:lnTo>
                  <a:lnTo>
                    <a:pt x="759076" y="1137770"/>
                  </a:lnTo>
                  <a:lnTo>
                    <a:pt x="759703" y="1144310"/>
                  </a:lnTo>
                  <a:lnTo>
                    <a:pt x="760329" y="1150519"/>
                  </a:lnTo>
                  <a:lnTo>
                    <a:pt x="760956" y="1156399"/>
                  </a:lnTo>
                  <a:lnTo>
                    <a:pt x="761582" y="1161966"/>
                  </a:lnTo>
                  <a:lnTo>
                    <a:pt x="762209" y="1167234"/>
                  </a:lnTo>
                  <a:lnTo>
                    <a:pt x="762836" y="1172227"/>
                  </a:lnTo>
                  <a:lnTo>
                    <a:pt x="763462" y="1176932"/>
                  </a:lnTo>
                  <a:lnTo>
                    <a:pt x="764089" y="1181319"/>
                  </a:lnTo>
                  <a:lnTo>
                    <a:pt x="764715" y="1185372"/>
                  </a:lnTo>
                  <a:lnTo>
                    <a:pt x="765342" y="1189079"/>
                  </a:lnTo>
                  <a:lnTo>
                    <a:pt x="765968" y="1192435"/>
                  </a:lnTo>
                  <a:lnTo>
                    <a:pt x="766595" y="1195485"/>
                  </a:lnTo>
                  <a:lnTo>
                    <a:pt x="767221" y="1198261"/>
                  </a:lnTo>
                  <a:lnTo>
                    <a:pt x="767848" y="1200751"/>
                  </a:lnTo>
                  <a:lnTo>
                    <a:pt x="768475" y="1202952"/>
                  </a:lnTo>
                  <a:lnTo>
                    <a:pt x="769101" y="1204831"/>
                  </a:lnTo>
                  <a:lnTo>
                    <a:pt x="769728" y="1206426"/>
                  </a:lnTo>
                  <a:lnTo>
                    <a:pt x="770354" y="1207752"/>
                  </a:lnTo>
                  <a:lnTo>
                    <a:pt x="770981" y="1208800"/>
                  </a:lnTo>
                  <a:lnTo>
                    <a:pt x="771607" y="1209571"/>
                  </a:lnTo>
                  <a:lnTo>
                    <a:pt x="772234" y="1210060"/>
                  </a:lnTo>
                  <a:lnTo>
                    <a:pt x="772860" y="1210271"/>
                  </a:lnTo>
                  <a:lnTo>
                    <a:pt x="773487" y="1210197"/>
                  </a:lnTo>
                  <a:lnTo>
                    <a:pt x="774114" y="1209831"/>
                  </a:lnTo>
                  <a:lnTo>
                    <a:pt x="774740" y="1209164"/>
                  </a:lnTo>
                  <a:lnTo>
                    <a:pt x="775367" y="1208202"/>
                  </a:lnTo>
                  <a:lnTo>
                    <a:pt x="775993" y="1206908"/>
                  </a:lnTo>
                  <a:lnTo>
                    <a:pt x="776620" y="1205277"/>
                  </a:lnTo>
                  <a:lnTo>
                    <a:pt x="777246" y="1203311"/>
                  </a:lnTo>
                  <a:lnTo>
                    <a:pt x="777873" y="1200994"/>
                  </a:lnTo>
                  <a:lnTo>
                    <a:pt x="778499" y="1198366"/>
                  </a:lnTo>
                  <a:lnTo>
                    <a:pt x="779126" y="1195431"/>
                  </a:lnTo>
                  <a:lnTo>
                    <a:pt x="779753" y="1192178"/>
                  </a:lnTo>
                  <a:lnTo>
                    <a:pt x="780379" y="1188619"/>
                  </a:lnTo>
                  <a:lnTo>
                    <a:pt x="781006" y="1184743"/>
                  </a:lnTo>
                  <a:lnTo>
                    <a:pt x="781632" y="1180549"/>
                  </a:lnTo>
                  <a:lnTo>
                    <a:pt x="782259" y="1176022"/>
                  </a:lnTo>
                  <a:lnTo>
                    <a:pt x="782885" y="1171218"/>
                  </a:lnTo>
                  <a:lnTo>
                    <a:pt x="783512" y="1166192"/>
                  </a:lnTo>
                  <a:lnTo>
                    <a:pt x="784138" y="1160970"/>
                  </a:lnTo>
                  <a:lnTo>
                    <a:pt x="784765" y="1155559"/>
                  </a:lnTo>
                  <a:lnTo>
                    <a:pt x="785392" y="1149971"/>
                  </a:lnTo>
                  <a:lnTo>
                    <a:pt x="786018" y="1144184"/>
                  </a:lnTo>
                  <a:lnTo>
                    <a:pt x="786645" y="1138163"/>
                  </a:lnTo>
                  <a:lnTo>
                    <a:pt x="787271" y="1131938"/>
                  </a:lnTo>
                  <a:lnTo>
                    <a:pt x="787898" y="1125510"/>
                  </a:lnTo>
                  <a:lnTo>
                    <a:pt x="788524" y="1118887"/>
                  </a:lnTo>
                  <a:lnTo>
                    <a:pt x="789151" y="1112068"/>
                  </a:lnTo>
                  <a:lnTo>
                    <a:pt x="789777" y="1105072"/>
                  </a:lnTo>
                  <a:lnTo>
                    <a:pt x="790404" y="1097936"/>
                  </a:lnTo>
                  <a:lnTo>
                    <a:pt x="791031" y="1090693"/>
                  </a:lnTo>
                  <a:lnTo>
                    <a:pt x="791657" y="1083348"/>
                  </a:lnTo>
                  <a:lnTo>
                    <a:pt x="792284" y="1075946"/>
                  </a:lnTo>
                  <a:lnTo>
                    <a:pt x="792910" y="1068508"/>
                  </a:lnTo>
                  <a:lnTo>
                    <a:pt x="793537" y="1061069"/>
                  </a:lnTo>
                  <a:lnTo>
                    <a:pt x="794163" y="1053649"/>
                  </a:lnTo>
                  <a:lnTo>
                    <a:pt x="794790" y="1046225"/>
                  </a:lnTo>
                  <a:lnTo>
                    <a:pt x="795416" y="1038828"/>
                  </a:lnTo>
                  <a:lnTo>
                    <a:pt x="796043" y="1031486"/>
                  </a:lnTo>
                  <a:lnTo>
                    <a:pt x="796670" y="1024241"/>
                  </a:lnTo>
                  <a:lnTo>
                    <a:pt x="797296" y="1017150"/>
                  </a:lnTo>
                  <a:lnTo>
                    <a:pt x="797923" y="1010266"/>
                  </a:lnTo>
                  <a:lnTo>
                    <a:pt x="798549" y="1003624"/>
                  </a:lnTo>
                  <a:lnTo>
                    <a:pt x="799176" y="997276"/>
                  </a:lnTo>
                  <a:lnTo>
                    <a:pt x="799802" y="991232"/>
                  </a:lnTo>
                  <a:lnTo>
                    <a:pt x="800429" y="985529"/>
                  </a:lnTo>
                  <a:lnTo>
                    <a:pt x="801055" y="980168"/>
                  </a:lnTo>
                  <a:lnTo>
                    <a:pt x="801682" y="975144"/>
                  </a:lnTo>
                  <a:lnTo>
                    <a:pt x="802309" y="970445"/>
                  </a:lnTo>
                  <a:lnTo>
                    <a:pt x="802935" y="966035"/>
                  </a:lnTo>
                  <a:lnTo>
                    <a:pt x="803562" y="961911"/>
                  </a:lnTo>
                  <a:lnTo>
                    <a:pt x="804188" y="958063"/>
                  </a:lnTo>
                  <a:lnTo>
                    <a:pt x="804815" y="954498"/>
                  </a:lnTo>
                  <a:lnTo>
                    <a:pt x="805441" y="951252"/>
                  </a:lnTo>
                  <a:lnTo>
                    <a:pt x="806068" y="948328"/>
                  </a:lnTo>
                  <a:lnTo>
                    <a:pt x="806694" y="945728"/>
                  </a:lnTo>
                  <a:lnTo>
                    <a:pt x="807321" y="943430"/>
                  </a:lnTo>
                  <a:lnTo>
                    <a:pt x="807948" y="941442"/>
                  </a:lnTo>
                  <a:lnTo>
                    <a:pt x="808574" y="939717"/>
                  </a:lnTo>
                  <a:lnTo>
                    <a:pt x="809201" y="938263"/>
                  </a:lnTo>
                  <a:lnTo>
                    <a:pt x="809827" y="937014"/>
                  </a:lnTo>
                  <a:lnTo>
                    <a:pt x="810454" y="935918"/>
                  </a:lnTo>
                  <a:lnTo>
                    <a:pt x="811080" y="934935"/>
                  </a:lnTo>
                  <a:lnTo>
                    <a:pt x="811707" y="934068"/>
                  </a:lnTo>
                  <a:lnTo>
                    <a:pt x="812333" y="933306"/>
                  </a:lnTo>
                  <a:lnTo>
                    <a:pt x="812960" y="932659"/>
                  </a:lnTo>
                  <a:lnTo>
                    <a:pt x="813587" y="932153"/>
                  </a:lnTo>
                  <a:lnTo>
                    <a:pt x="814213" y="931808"/>
                  </a:lnTo>
                  <a:lnTo>
                    <a:pt x="814840" y="931585"/>
                  </a:lnTo>
                  <a:lnTo>
                    <a:pt x="815466" y="931440"/>
                  </a:lnTo>
                  <a:lnTo>
                    <a:pt x="816093" y="931355"/>
                  </a:lnTo>
                  <a:lnTo>
                    <a:pt x="816719" y="931320"/>
                  </a:lnTo>
                  <a:lnTo>
                    <a:pt x="817346" y="931315"/>
                  </a:lnTo>
                  <a:lnTo>
                    <a:pt x="817972" y="931380"/>
                  </a:lnTo>
                  <a:lnTo>
                    <a:pt x="818599" y="931518"/>
                  </a:lnTo>
                  <a:lnTo>
                    <a:pt x="819226" y="931713"/>
                  </a:lnTo>
                  <a:lnTo>
                    <a:pt x="819852" y="932001"/>
                  </a:lnTo>
                  <a:lnTo>
                    <a:pt x="820479" y="932378"/>
                  </a:lnTo>
                  <a:lnTo>
                    <a:pt x="821105" y="932838"/>
                  </a:lnTo>
                  <a:lnTo>
                    <a:pt x="821732" y="933393"/>
                  </a:lnTo>
                  <a:lnTo>
                    <a:pt x="822358" y="934021"/>
                  </a:lnTo>
                  <a:lnTo>
                    <a:pt x="822985" y="934692"/>
                  </a:lnTo>
                  <a:lnTo>
                    <a:pt x="823611" y="935401"/>
                  </a:lnTo>
                  <a:lnTo>
                    <a:pt x="824238" y="936122"/>
                  </a:lnTo>
                  <a:lnTo>
                    <a:pt x="824865" y="936819"/>
                  </a:lnTo>
                  <a:lnTo>
                    <a:pt x="825491" y="937481"/>
                  </a:lnTo>
                  <a:lnTo>
                    <a:pt x="826118" y="938119"/>
                  </a:lnTo>
                  <a:lnTo>
                    <a:pt x="826744" y="938771"/>
                  </a:lnTo>
                  <a:lnTo>
                    <a:pt x="827371" y="939449"/>
                  </a:lnTo>
                  <a:lnTo>
                    <a:pt x="827997" y="940167"/>
                  </a:lnTo>
                  <a:lnTo>
                    <a:pt x="828624" y="940927"/>
                  </a:lnTo>
                  <a:lnTo>
                    <a:pt x="829250" y="941674"/>
                  </a:lnTo>
                  <a:lnTo>
                    <a:pt x="829877" y="942361"/>
                  </a:lnTo>
                  <a:lnTo>
                    <a:pt x="830504" y="942968"/>
                  </a:lnTo>
                  <a:lnTo>
                    <a:pt x="831130" y="943460"/>
                  </a:lnTo>
                  <a:lnTo>
                    <a:pt x="831757" y="943864"/>
                  </a:lnTo>
                  <a:lnTo>
                    <a:pt x="832383" y="944224"/>
                  </a:lnTo>
                  <a:lnTo>
                    <a:pt x="833010" y="944549"/>
                  </a:lnTo>
                  <a:lnTo>
                    <a:pt x="833636" y="944860"/>
                  </a:lnTo>
                  <a:lnTo>
                    <a:pt x="834263" y="945117"/>
                  </a:lnTo>
                  <a:lnTo>
                    <a:pt x="834889" y="945347"/>
                  </a:lnTo>
                  <a:lnTo>
                    <a:pt x="835516" y="945572"/>
                  </a:lnTo>
                  <a:lnTo>
                    <a:pt x="836143" y="945811"/>
                  </a:lnTo>
                  <a:lnTo>
                    <a:pt x="836769" y="946064"/>
                  </a:lnTo>
                  <a:lnTo>
                    <a:pt x="837396" y="946317"/>
                  </a:lnTo>
                  <a:lnTo>
                    <a:pt x="838022" y="946559"/>
                  </a:lnTo>
                  <a:lnTo>
                    <a:pt x="838649" y="946800"/>
                  </a:lnTo>
                  <a:lnTo>
                    <a:pt x="839275" y="947076"/>
                  </a:lnTo>
                  <a:lnTo>
                    <a:pt x="839902" y="947405"/>
                  </a:lnTo>
                  <a:lnTo>
                    <a:pt x="840528" y="947822"/>
                  </a:lnTo>
                  <a:lnTo>
                    <a:pt x="841155" y="948313"/>
                  </a:lnTo>
                  <a:lnTo>
                    <a:pt x="841782" y="948882"/>
                  </a:lnTo>
                  <a:lnTo>
                    <a:pt x="842408" y="949588"/>
                  </a:lnTo>
                  <a:lnTo>
                    <a:pt x="843035" y="950472"/>
                  </a:lnTo>
                  <a:lnTo>
                    <a:pt x="843661" y="951554"/>
                  </a:lnTo>
                  <a:lnTo>
                    <a:pt x="844288" y="952847"/>
                  </a:lnTo>
                  <a:lnTo>
                    <a:pt x="844914" y="954366"/>
                  </a:lnTo>
                  <a:lnTo>
                    <a:pt x="845541" y="956064"/>
                  </a:lnTo>
                  <a:lnTo>
                    <a:pt x="846167" y="957916"/>
                  </a:lnTo>
                  <a:lnTo>
                    <a:pt x="846794" y="959907"/>
                  </a:lnTo>
                  <a:lnTo>
                    <a:pt x="847421" y="962068"/>
                  </a:lnTo>
                  <a:lnTo>
                    <a:pt x="848047" y="964410"/>
                  </a:lnTo>
                  <a:lnTo>
                    <a:pt x="848674" y="966954"/>
                  </a:lnTo>
                  <a:lnTo>
                    <a:pt x="849300" y="969753"/>
                  </a:lnTo>
                  <a:lnTo>
                    <a:pt x="849927" y="972787"/>
                  </a:lnTo>
                  <a:lnTo>
                    <a:pt x="850553" y="976078"/>
                  </a:lnTo>
                  <a:lnTo>
                    <a:pt x="851180" y="979624"/>
                  </a:lnTo>
                  <a:lnTo>
                    <a:pt x="851806" y="983388"/>
                  </a:lnTo>
                  <a:lnTo>
                    <a:pt x="852433" y="987372"/>
                  </a:lnTo>
                  <a:lnTo>
                    <a:pt x="853060" y="991625"/>
                  </a:lnTo>
                  <a:lnTo>
                    <a:pt x="853686" y="996130"/>
                  </a:lnTo>
                  <a:lnTo>
                    <a:pt x="854313" y="1000856"/>
                  </a:lnTo>
                  <a:lnTo>
                    <a:pt x="854939" y="1005770"/>
                  </a:lnTo>
                  <a:lnTo>
                    <a:pt x="855566" y="1010852"/>
                  </a:lnTo>
                  <a:lnTo>
                    <a:pt x="856192" y="1016071"/>
                  </a:lnTo>
                  <a:lnTo>
                    <a:pt x="856819" y="1021410"/>
                  </a:lnTo>
                  <a:lnTo>
                    <a:pt x="857445" y="1026883"/>
                  </a:lnTo>
                  <a:lnTo>
                    <a:pt x="858072" y="1032464"/>
                  </a:lnTo>
                  <a:lnTo>
                    <a:pt x="858699" y="1038123"/>
                  </a:lnTo>
                  <a:lnTo>
                    <a:pt x="859325" y="1043823"/>
                  </a:lnTo>
                  <a:lnTo>
                    <a:pt x="859952" y="1049531"/>
                  </a:lnTo>
                  <a:lnTo>
                    <a:pt x="860578" y="1055216"/>
                  </a:lnTo>
                  <a:lnTo>
                    <a:pt x="861205" y="1060864"/>
                  </a:lnTo>
                  <a:lnTo>
                    <a:pt x="861831" y="1066435"/>
                  </a:lnTo>
                  <a:lnTo>
                    <a:pt x="862458" y="1071906"/>
                  </a:lnTo>
                  <a:lnTo>
                    <a:pt x="863084" y="1077251"/>
                  </a:lnTo>
                  <a:lnTo>
                    <a:pt x="863711" y="1082460"/>
                  </a:lnTo>
                  <a:lnTo>
                    <a:pt x="864338" y="1087506"/>
                  </a:lnTo>
                  <a:lnTo>
                    <a:pt x="864964" y="1092364"/>
                  </a:lnTo>
                  <a:lnTo>
                    <a:pt x="865591" y="1097049"/>
                  </a:lnTo>
                  <a:lnTo>
                    <a:pt x="866217" y="1101595"/>
                  </a:lnTo>
                  <a:lnTo>
                    <a:pt x="866844" y="1106000"/>
                  </a:lnTo>
                  <a:lnTo>
                    <a:pt x="867470" y="1110227"/>
                  </a:lnTo>
                  <a:lnTo>
                    <a:pt x="868097" y="1114227"/>
                  </a:lnTo>
                  <a:lnTo>
                    <a:pt x="868723" y="1118006"/>
                  </a:lnTo>
                  <a:lnTo>
                    <a:pt x="869350" y="1121520"/>
                  </a:lnTo>
                  <a:lnTo>
                    <a:pt x="869977" y="1124750"/>
                  </a:lnTo>
                  <a:lnTo>
                    <a:pt x="870603" y="1127699"/>
                  </a:lnTo>
                  <a:lnTo>
                    <a:pt x="871230" y="1130341"/>
                  </a:lnTo>
                  <a:lnTo>
                    <a:pt x="871856" y="1132663"/>
                  </a:lnTo>
                  <a:lnTo>
                    <a:pt x="872483" y="1134699"/>
                  </a:lnTo>
                  <a:lnTo>
                    <a:pt x="873109" y="1136492"/>
                  </a:lnTo>
                  <a:lnTo>
                    <a:pt x="873736" y="1138075"/>
                  </a:lnTo>
                  <a:lnTo>
                    <a:pt x="874362" y="1139442"/>
                  </a:lnTo>
                  <a:lnTo>
                    <a:pt x="874989" y="1140595"/>
                  </a:lnTo>
                  <a:lnTo>
                    <a:pt x="875616" y="1141513"/>
                  </a:lnTo>
                  <a:lnTo>
                    <a:pt x="876242" y="1142183"/>
                  </a:lnTo>
                  <a:lnTo>
                    <a:pt x="876869" y="1142605"/>
                  </a:lnTo>
                  <a:lnTo>
                    <a:pt x="877495" y="1142786"/>
                  </a:lnTo>
                  <a:lnTo>
                    <a:pt x="878122" y="1142762"/>
                  </a:lnTo>
                  <a:lnTo>
                    <a:pt x="878748" y="1142576"/>
                  </a:lnTo>
                  <a:lnTo>
                    <a:pt x="879375" y="1142217"/>
                  </a:lnTo>
                  <a:lnTo>
                    <a:pt x="880001" y="1141702"/>
                  </a:lnTo>
                  <a:lnTo>
                    <a:pt x="880628" y="1141034"/>
                  </a:lnTo>
                  <a:lnTo>
                    <a:pt x="881255" y="1140208"/>
                  </a:lnTo>
                  <a:lnTo>
                    <a:pt x="881881" y="1139209"/>
                  </a:lnTo>
                  <a:lnTo>
                    <a:pt x="882508" y="1138026"/>
                  </a:lnTo>
                  <a:lnTo>
                    <a:pt x="883134" y="1136719"/>
                  </a:lnTo>
                  <a:lnTo>
                    <a:pt x="883761" y="1135306"/>
                  </a:lnTo>
                  <a:lnTo>
                    <a:pt x="884387" y="1133769"/>
                  </a:lnTo>
                  <a:lnTo>
                    <a:pt x="885014" y="1132078"/>
                  </a:lnTo>
                  <a:lnTo>
                    <a:pt x="885640" y="1130253"/>
                  </a:lnTo>
                  <a:lnTo>
                    <a:pt x="886267" y="1128324"/>
                  </a:lnTo>
                  <a:lnTo>
                    <a:pt x="886894" y="1126311"/>
                  </a:lnTo>
                  <a:lnTo>
                    <a:pt x="887520" y="1124229"/>
                  </a:lnTo>
                  <a:lnTo>
                    <a:pt x="888147" y="1122128"/>
                  </a:lnTo>
                  <a:lnTo>
                    <a:pt x="888773" y="1120040"/>
                  </a:lnTo>
                  <a:lnTo>
                    <a:pt x="889400" y="1117960"/>
                  </a:lnTo>
                  <a:lnTo>
                    <a:pt x="890026" y="1115903"/>
                  </a:lnTo>
                  <a:lnTo>
                    <a:pt x="890653" y="1113862"/>
                  </a:lnTo>
                  <a:lnTo>
                    <a:pt x="891279" y="1111841"/>
                  </a:lnTo>
                  <a:lnTo>
                    <a:pt x="891906" y="1109862"/>
                  </a:lnTo>
                  <a:lnTo>
                    <a:pt x="892533" y="1107946"/>
                  </a:lnTo>
                  <a:lnTo>
                    <a:pt x="893159" y="1106091"/>
                  </a:lnTo>
                  <a:lnTo>
                    <a:pt x="893786" y="1104331"/>
                  </a:lnTo>
                  <a:lnTo>
                    <a:pt x="894412" y="1102667"/>
                  </a:lnTo>
                  <a:lnTo>
                    <a:pt x="895039" y="1101058"/>
                  </a:lnTo>
                  <a:lnTo>
                    <a:pt x="895665" y="1099515"/>
                  </a:lnTo>
                  <a:lnTo>
                    <a:pt x="896292" y="1098020"/>
                  </a:lnTo>
                  <a:lnTo>
                    <a:pt x="896918" y="1096655"/>
                  </a:lnTo>
                  <a:lnTo>
                    <a:pt x="897545" y="1095396"/>
                  </a:lnTo>
                  <a:lnTo>
                    <a:pt x="898172" y="1094239"/>
                  </a:lnTo>
                  <a:lnTo>
                    <a:pt x="898798" y="1093171"/>
                  </a:lnTo>
                  <a:lnTo>
                    <a:pt x="899425" y="1092192"/>
                  </a:lnTo>
                  <a:lnTo>
                    <a:pt x="900051" y="1091341"/>
                  </a:lnTo>
                  <a:lnTo>
                    <a:pt x="900678" y="1090602"/>
                  </a:lnTo>
                  <a:lnTo>
                    <a:pt x="901304" y="1090002"/>
                  </a:lnTo>
                  <a:lnTo>
                    <a:pt x="901931" y="1089533"/>
                  </a:lnTo>
                  <a:lnTo>
                    <a:pt x="902557" y="1089190"/>
                  </a:lnTo>
                  <a:lnTo>
                    <a:pt x="903184" y="1088965"/>
                  </a:lnTo>
                  <a:lnTo>
                    <a:pt x="903811" y="1088833"/>
                  </a:lnTo>
                  <a:lnTo>
                    <a:pt x="904437" y="1088779"/>
                  </a:lnTo>
                  <a:lnTo>
                    <a:pt x="905064" y="1088739"/>
                  </a:lnTo>
                  <a:lnTo>
                    <a:pt x="905690" y="1088677"/>
                  </a:lnTo>
                  <a:lnTo>
                    <a:pt x="906317" y="1088565"/>
                  </a:lnTo>
                  <a:lnTo>
                    <a:pt x="906943" y="1088357"/>
                  </a:lnTo>
                  <a:lnTo>
                    <a:pt x="907570" y="1088053"/>
                  </a:lnTo>
                  <a:lnTo>
                    <a:pt x="908196" y="1087674"/>
                  </a:lnTo>
                  <a:lnTo>
                    <a:pt x="908823" y="1087221"/>
                  </a:lnTo>
                  <a:lnTo>
                    <a:pt x="909450" y="1086717"/>
                  </a:lnTo>
                  <a:lnTo>
                    <a:pt x="910076" y="1086139"/>
                  </a:lnTo>
                  <a:lnTo>
                    <a:pt x="910703" y="1085468"/>
                  </a:lnTo>
                  <a:lnTo>
                    <a:pt x="911329" y="1084713"/>
                  </a:lnTo>
                  <a:lnTo>
                    <a:pt x="911956" y="1083833"/>
                  </a:lnTo>
                  <a:lnTo>
                    <a:pt x="912582" y="1082818"/>
                  </a:lnTo>
                  <a:lnTo>
                    <a:pt x="913209" y="1081664"/>
                  </a:lnTo>
                  <a:lnTo>
                    <a:pt x="913835" y="1080395"/>
                  </a:lnTo>
                  <a:lnTo>
                    <a:pt x="914462" y="1079032"/>
                  </a:lnTo>
                  <a:lnTo>
                    <a:pt x="915089" y="1077538"/>
                  </a:lnTo>
                  <a:lnTo>
                    <a:pt x="915715" y="1075870"/>
                  </a:lnTo>
                  <a:lnTo>
                    <a:pt x="916342" y="1074037"/>
                  </a:lnTo>
                  <a:lnTo>
                    <a:pt x="916968" y="1072028"/>
                  </a:lnTo>
                  <a:lnTo>
                    <a:pt x="917595" y="1069860"/>
                  </a:lnTo>
                  <a:lnTo>
                    <a:pt x="918221" y="1067557"/>
                  </a:lnTo>
                  <a:lnTo>
                    <a:pt x="918848" y="1065153"/>
                  </a:lnTo>
                  <a:lnTo>
                    <a:pt x="919474" y="1062669"/>
                  </a:lnTo>
                  <a:lnTo>
                    <a:pt x="920101" y="1060095"/>
                  </a:lnTo>
                  <a:lnTo>
                    <a:pt x="920728" y="1057432"/>
                  </a:lnTo>
                  <a:lnTo>
                    <a:pt x="921354" y="1054684"/>
                  </a:lnTo>
                  <a:lnTo>
                    <a:pt x="921981" y="1051822"/>
                  </a:lnTo>
                  <a:lnTo>
                    <a:pt x="922607" y="1048854"/>
                  </a:lnTo>
                  <a:lnTo>
                    <a:pt x="923234" y="1045771"/>
                  </a:lnTo>
                  <a:lnTo>
                    <a:pt x="923860" y="1042567"/>
                  </a:lnTo>
                  <a:lnTo>
                    <a:pt x="924487" y="1039239"/>
                  </a:lnTo>
                  <a:lnTo>
                    <a:pt x="925113" y="1035808"/>
                  </a:lnTo>
                  <a:lnTo>
                    <a:pt x="925740" y="1032313"/>
                  </a:lnTo>
                  <a:lnTo>
                    <a:pt x="926367" y="1028786"/>
                  </a:lnTo>
                  <a:lnTo>
                    <a:pt x="926993" y="1025255"/>
                  </a:lnTo>
                  <a:lnTo>
                    <a:pt x="927620" y="1021712"/>
                  </a:lnTo>
                  <a:lnTo>
                    <a:pt x="928246" y="1018146"/>
                  </a:lnTo>
                  <a:lnTo>
                    <a:pt x="928873" y="1014500"/>
                  </a:lnTo>
                  <a:lnTo>
                    <a:pt x="929499" y="1010765"/>
                  </a:lnTo>
                  <a:lnTo>
                    <a:pt x="930126" y="1006961"/>
                  </a:lnTo>
                  <a:lnTo>
                    <a:pt x="930752" y="1003118"/>
                  </a:lnTo>
                  <a:lnTo>
                    <a:pt x="931379" y="999253"/>
                  </a:lnTo>
                  <a:lnTo>
                    <a:pt x="932005" y="995375"/>
                  </a:lnTo>
                  <a:lnTo>
                    <a:pt x="932632" y="991510"/>
                  </a:lnTo>
                  <a:lnTo>
                    <a:pt x="933259" y="987632"/>
                  </a:lnTo>
                  <a:lnTo>
                    <a:pt x="933885" y="983767"/>
                  </a:lnTo>
                  <a:lnTo>
                    <a:pt x="934512" y="979920"/>
                  </a:lnTo>
                  <a:lnTo>
                    <a:pt x="935138" y="976074"/>
                  </a:lnTo>
                  <a:lnTo>
                    <a:pt x="935765" y="972237"/>
                  </a:lnTo>
                  <a:lnTo>
                    <a:pt x="936391" y="968415"/>
                  </a:lnTo>
                  <a:lnTo>
                    <a:pt x="937018" y="964634"/>
                  </a:lnTo>
                  <a:lnTo>
                    <a:pt x="937644" y="960924"/>
                  </a:lnTo>
                  <a:lnTo>
                    <a:pt x="938271" y="957310"/>
                  </a:lnTo>
                  <a:lnTo>
                    <a:pt x="938898" y="953832"/>
                  </a:lnTo>
                  <a:lnTo>
                    <a:pt x="939524" y="950474"/>
                  </a:lnTo>
                  <a:lnTo>
                    <a:pt x="940151" y="947237"/>
                  </a:lnTo>
                  <a:lnTo>
                    <a:pt x="940777" y="944116"/>
                  </a:lnTo>
                  <a:lnTo>
                    <a:pt x="941404" y="941113"/>
                  </a:lnTo>
                  <a:lnTo>
                    <a:pt x="942030" y="938258"/>
                  </a:lnTo>
                  <a:lnTo>
                    <a:pt x="942657" y="935569"/>
                  </a:lnTo>
                  <a:lnTo>
                    <a:pt x="943283" y="933034"/>
                  </a:lnTo>
                  <a:lnTo>
                    <a:pt x="943910" y="930660"/>
                  </a:lnTo>
                  <a:lnTo>
                    <a:pt x="944537" y="928499"/>
                  </a:lnTo>
                  <a:lnTo>
                    <a:pt x="945163" y="926545"/>
                  </a:lnTo>
                  <a:lnTo>
                    <a:pt x="945790" y="924767"/>
                  </a:lnTo>
                  <a:lnTo>
                    <a:pt x="946416" y="923148"/>
                  </a:lnTo>
                  <a:lnTo>
                    <a:pt x="947043" y="921687"/>
                  </a:lnTo>
                  <a:lnTo>
                    <a:pt x="947669" y="920414"/>
                  </a:lnTo>
                  <a:lnTo>
                    <a:pt x="948296" y="919341"/>
                  </a:lnTo>
                  <a:lnTo>
                    <a:pt x="948922" y="918493"/>
                  </a:lnTo>
                  <a:lnTo>
                    <a:pt x="949549" y="917866"/>
                  </a:lnTo>
                  <a:lnTo>
                    <a:pt x="950176" y="917449"/>
                  </a:lnTo>
                  <a:lnTo>
                    <a:pt x="950802" y="917184"/>
                  </a:lnTo>
                  <a:lnTo>
                    <a:pt x="951429" y="917036"/>
                  </a:lnTo>
                  <a:lnTo>
                    <a:pt x="952055" y="917001"/>
                  </a:lnTo>
                  <a:lnTo>
                    <a:pt x="952682" y="917098"/>
                  </a:lnTo>
                  <a:lnTo>
                    <a:pt x="953308" y="917329"/>
                  </a:lnTo>
                  <a:lnTo>
                    <a:pt x="953935" y="917673"/>
                  </a:lnTo>
                  <a:lnTo>
                    <a:pt x="954561" y="918117"/>
                  </a:lnTo>
                  <a:lnTo>
                    <a:pt x="955188" y="918674"/>
                  </a:lnTo>
                  <a:lnTo>
                    <a:pt x="955815" y="919337"/>
                  </a:lnTo>
                  <a:lnTo>
                    <a:pt x="956441" y="920078"/>
                  </a:lnTo>
                  <a:lnTo>
                    <a:pt x="957068" y="920886"/>
                  </a:lnTo>
                  <a:lnTo>
                    <a:pt x="957694" y="921729"/>
                  </a:lnTo>
                  <a:lnTo>
                    <a:pt x="958321" y="922557"/>
                  </a:lnTo>
                  <a:lnTo>
                    <a:pt x="958947" y="923370"/>
                  </a:lnTo>
                  <a:lnTo>
                    <a:pt x="959574" y="924139"/>
                  </a:lnTo>
                  <a:lnTo>
                    <a:pt x="960200" y="924889"/>
                  </a:lnTo>
                  <a:lnTo>
                    <a:pt x="960827" y="925604"/>
                  </a:lnTo>
                  <a:lnTo>
                    <a:pt x="961454" y="926311"/>
                  </a:lnTo>
                  <a:lnTo>
                    <a:pt x="962080" y="927011"/>
                  </a:lnTo>
                  <a:lnTo>
                    <a:pt x="962707" y="927692"/>
                  </a:lnTo>
                  <a:lnTo>
                    <a:pt x="963333" y="928375"/>
                  </a:lnTo>
                  <a:lnTo>
                    <a:pt x="963960" y="929053"/>
                  </a:lnTo>
                  <a:lnTo>
                    <a:pt x="964586" y="929708"/>
                  </a:lnTo>
                  <a:lnTo>
                    <a:pt x="965213" y="930343"/>
                  </a:lnTo>
                  <a:lnTo>
                    <a:pt x="965839" y="930971"/>
                  </a:lnTo>
                  <a:lnTo>
                    <a:pt x="966466" y="931624"/>
                  </a:lnTo>
                  <a:lnTo>
                    <a:pt x="967093" y="932332"/>
                  </a:lnTo>
                  <a:lnTo>
                    <a:pt x="967719" y="933130"/>
                  </a:lnTo>
                  <a:lnTo>
                    <a:pt x="968346" y="934011"/>
                  </a:lnTo>
                  <a:lnTo>
                    <a:pt x="968972" y="935000"/>
                  </a:lnTo>
                  <a:lnTo>
                    <a:pt x="969599" y="936110"/>
                  </a:lnTo>
                  <a:lnTo>
                    <a:pt x="970225" y="937350"/>
                  </a:lnTo>
                  <a:lnTo>
                    <a:pt x="970852" y="938683"/>
                  </a:lnTo>
                  <a:lnTo>
                    <a:pt x="971478" y="940112"/>
                  </a:lnTo>
                  <a:lnTo>
                    <a:pt x="972105" y="941614"/>
                  </a:lnTo>
                  <a:lnTo>
                    <a:pt x="972732" y="943174"/>
                  </a:lnTo>
                  <a:lnTo>
                    <a:pt x="973358" y="944806"/>
                  </a:lnTo>
                  <a:lnTo>
                    <a:pt x="973985" y="946497"/>
                  </a:lnTo>
                  <a:lnTo>
                    <a:pt x="974611" y="948283"/>
                  </a:lnTo>
                  <a:lnTo>
                    <a:pt x="975238" y="950167"/>
                  </a:lnTo>
                  <a:lnTo>
                    <a:pt x="975864" y="952146"/>
                  </a:lnTo>
                  <a:lnTo>
                    <a:pt x="976491" y="954166"/>
                  </a:lnTo>
                  <a:lnTo>
                    <a:pt x="977117" y="956223"/>
                  </a:lnTo>
                  <a:lnTo>
                    <a:pt x="977744" y="958348"/>
                  </a:lnTo>
                  <a:lnTo>
                    <a:pt x="978371" y="960531"/>
                  </a:lnTo>
                  <a:lnTo>
                    <a:pt x="978997" y="962767"/>
                  </a:lnTo>
                  <a:lnTo>
                    <a:pt x="979624" y="965091"/>
                  </a:lnTo>
                  <a:lnTo>
                    <a:pt x="980250" y="967504"/>
                  </a:lnTo>
                  <a:lnTo>
                    <a:pt x="980877" y="969982"/>
                  </a:lnTo>
                  <a:lnTo>
                    <a:pt x="981503" y="972483"/>
                  </a:lnTo>
                  <a:lnTo>
                    <a:pt x="982130" y="974979"/>
                  </a:lnTo>
                  <a:lnTo>
                    <a:pt x="982756" y="977457"/>
                  </a:lnTo>
                  <a:lnTo>
                    <a:pt x="983383" y="979922"/>
                  </a:lnTo>
                  <a:lnTo>
                    <a:pt x="984010" y="982336"/>
                  </a:lnTo>
                  <a:lnTo>
                    <a:pt x="984636" y="984708"/>
                  </a:lnTo>
                  <a:lnTo>
                    <a:pt x="985263" y="987018"/>
                  </a:lnTo>
                  <a:lnTo>
                    <a:pt x="985889" y="989312"/>
                  </a:lnTo>
                  <a:lnTo>
                    <a:pt x="986516" y="991599"/>
                  </a:lnTo>
                  <a:lnTo>
                    <a:pt x="987142" y="993868"/>
                  </a:lnTo>
                  <a:lnTo>
                    <a:pt x="987769" y="996125"/>
                  </a:lnTo>
                  <a:lnTo>
                    <a:pt x="988395" y="998376"/>
                  </a:lnTo>
                  <a:lnTo>
                    <a:pt x="989022" y="1000604"/>
                  </a:lnTo>
                  <a:lnTo>
                    <a:pt x="989649" y="1002804"/>
                  </a:lnTo>
                  <a:lnTo>
                    <a:pt x="990275" y="1005007"/>
                  </a:lnTo>
                  <a:lnTo>
                    <a:pt x="990902" y="1007249"/>
                  </a:lnTo>
                  <a:lnTo>
                    <a:pt x="991528" y="1009584"/>
                  </a:lnTo>
                  <a:lnTo>
                    <a:pt x="992155" y="1012048"/>
                  </a:lnTo>
                  <a:lnTo>
                    <a:pt x="992781" y="1014663"/>
                  </a:lnTo>
                  <a:lnTo>
                    <a:pt x="993408" y="1017437"/>
                  </a:lnTo>
                  <a:lnTo>
                    <a:pt x="994034" y="1020353"/>
                  </a:lnTo>
                  <a:lnTo>
                    <a:pt x="994661" y="1023419"/>
                  </a:lnTo>
                  <a:lnTo>
                    <a:pt x="995288" y="1026601"/>
                  </a:lnTo>
                  <a:lnTo>
                    <a:pt x="995914" y="1029901"/>
                  </a:lnTo>
                  <a:lnTo>
                    <a:pt x="996541" y="1033358"/>
                  </a:lnTo>
                  <a:lnTo>
                    <a:pt x="997167" y="1036987"/>
                  </a:lnTo>
                  <a:lnTo>
                    <a:pt x="997794" y="1040777"/>
                  </a:lnTo>
                  <a:lnTo>
                    <a:pt x="998420" y="1044712"/>
                  </a:lnTo>
                  <a:lnTo>
                    <a:pt x="999047" y="1048790"/>
                  </a:lnTo>
                  <a:lnTo>
                    <a:pt x="999673" y="1052996"/>
                  </a:lnTo>
                  <a:lnTo>
                    <a:pt x="1000300" y="1057307"/>
                  </a:lnTo>
                  <a:lnTo>
                    <a:pt x="1000927" y="1061687"/>
                  </a:lnTo>
                  <a:lnTo>
                    <a:pt x="1001553" y="1066095"/>
                  </a:lnTo>
                  <a:lnTo>
                    <a:pt x="1002180" y="1070517"/>
                  </a:lnTo>
                  <a:lnTo>
                    <a:pt x="1002806" y="1074975"/>
                  </a:lnTo>
                  <a:lnTo>
                    <a:pt x="1003433" y="1079466"/>
                  </a:lnTo>
                  <a:lnTo>
                    <a:pt x="1004059" y="1083989"/>
                  </a:lnTo>
                  <a:lnTo>
                    <a:pt x="1004686" y="1088561"/>
                  </a:lnTo>
                  <a:lnTo>
                    <a:pt x="1005312" y="1093143"/>
                  </a:lnTo>
                  <a:lnTo>
                    <a:pt x="1005939" y="1097706"/>
                  </a:lnTo>
                  <a:lnTo>
                    <a:pt x="1006566" y="1102218"/>
                  </a:lnTo>
                  <a:lnTo>
                    <a:pt x="1007192" y="1106667"/>
                  </a:lnTo>
                  <a:lnTo>
                    <a:pt x="1007819" y="1111036"/>
                  </a:lnTo>
                  <a:lnTo>
                    <a:pt x="1008445" y="1115296"/>
                  </a:lnTo>
                  <a:lnTo>
                    <a:pt x="1009072" y="1119430"/>
                  </a:lnTo>
                  <a:lnTo>
                    <a:pt x="1009698" y="1123430"/>
                  </a:lnTo>
                  <a:lnTo>
                    <a:pt x="1010325" y="1127307"/>
                  </a:lnTo>
                  <a:lnTo>
                    <a:pt x="1010951" y="1131075"/>
                  </a:lnTo>
                  <a:lnTo>
                    <a:pt x="1011578" y="1134698"/>
                  </a:lnTo>
                  <a:lnTo>
                    <a:pt x="1012205" y="1138152"/>
                  </a:lnTo>
                  <a:lnTo>
                    <a:pt x="1012831" y="1141437"/>
                  </a:lnTo>
                  <a:lnTo>
                    <a:pt x="1013458" y="1144543"/>
                  </a:lnTo>
                  <a:lnTo>
                    <a:pt x="1014084" y="1147485"/>
                  </a:lnTo>
                  <a:lnTo>
                    <a:pt x="1014711" y="1150284"/>
                  </a:lnTo>
                  <a:lnTo>
                    <a:pt x="1015337" y="1152931"/>
                  </a:lnTo>
                  <a:lnTo>
                    <a:pt x="1015964" y="1155443"/>
                  </a:lnTo>
                  <a:lnTo>
                    <a:pt x="1016590" y="1157832"/>
                  </a:lnTo>
                  <a:lnTo>
                    <a:pt x="1017217" y="1160101"/>
                  </a:lnTo>
                  <a:lnTo>
                    <a:pt x="1017844" y="1162264"/>
                  </a:lnTo>
                  <a:lnTo>
                    <a:pt x="1018470" y="1164349"/>
                  </a:lnTo>
                  <a:lnTo>
                    <a:pt x="1019097" y="1166399"/>
                  </a:lnTo>
                  <a:lnTo>
                    <a:pt x="1019723" y="1168430"/>
                  </a:lnTo>
                  <a:lnTo>
                    <a:pt x="1020350" y="1170471"/>
                  </a:lnTo>
                  <a:lnTo>
                    <a:pt x="1020976" y="1172560"/>
                  </a:lnTo>
                  <a:lnTo>
                    <a:pt x="1021603" y="1174711"/>
                  </a:lnTo>
                  <a:lnTo>
                    <a:pt x="1022229" y="1176924"/>
                  </a:lnTo>
                  <a:lnTo>
                    <a:pt x="1022856" y="1179182"/>
                  </a:lnTo>
                  <a:lnTo>
                    <a:pt x="1023483" y="1181496"/>
                  </a:lnTo>
                  <a:lnTo>
                    <a:pt x="1024109" y="1183813"/>
                  </a:lnTo>
                  <a:lnTo>
                    <a:pt x="1024736" y="1186126"/>
                  </a:lnTo>
                  <a:lnTo>
                    <a:pt x="1025362" y="1188407"/>
                  </a:lnTo>
                  <a:lnTo>
                    <a:pt x="1025989" y="1190645"/>
                  </a:lnTo>
                  <a:lnTo>
                    <a:pt x="1026615" y="1192831"/>
                  </a:lnTo>
                  <a:lnTo>
                    <a:pt x="1027242" y="1194984"/>
                  </a:lnTo>
                  <a:lnTo>
                    <a:pt x="1027868" y="1197067"/>
                  </a:lnTo>
                  <a:lnTo>
                    <a:pt x="1028495" y="1199030"/>
                  </a:lnTo>
                  <a:lnTo>
                    <a:pt x="1029122" y="1200862"/>
                  </a:lnTo>
                  <a:lnTo>
                    <a:pt x="1029748" y="1202560"/>
                  </a:lnTo>
                  <a:lnTo>
                    <a:pt x="1030375" y="1204103"/>
                  </a:lnTo>
                  <a:lnTo>
                    <a:pt x="1031001" y="1205481"/>
                  </a:lnTo>
                  <a:lnTo>
                    <a:pt x="1031628" y="1206678"/>
                  </a:lnTo>
                  <a:lnTo>
                    <a:pt x="1032254" y="1207727"/>
                  </a:lnTo>
                  <a:lnTo>
                    <a:pt x="1032881" y="1208616"/>
                  </a:lnTo>
                  <a:lnTo>
                    <a:pt x="1033507" y="1209363"/>
                  </a:lnTo>
                  <a:lnTo>
                    <a:pt x="1034134" y="1209957"/>
                  </a:lnTo>
                  <a:lnTo>
                    <a:pt x="1034761" y="1210410"/>
                  </a:lnTo>
                  <a:lnTo>
                    <a:pt x="1035387" y="1210738"/>
                  </a:lnTo>
                  <a:lnTo>
                    <a:pt x="1036014" y="1210954"/>
                  </a:lnTo>
                  <a:lnTo>
                    <a:pt x="1036640" y="1211041"/>
                  </a:lnTo>
                  <a:lnTo>
                    <a:pt x="1037267" y="1211020"/>
                  </a:lnTo>
                  <a:lnTo>
                    <a:pt x="1037893" y="1210908"/>
                  </a:lnTo>
                  <a:lnTo>
                    <a:pt x="1038520" y="1210694"/>
                  </a:lnTo>
                  <a:lnTo>
                    <a:pt x="1039146" y="1210402"/>
                  </a:lnTo>
                  <a:lnTo>
                    <a:pt x="1039773" y="1210051"/>
                  </a:lnTo>
                  <a:lnTo>
                    <a:pt x="1040400" y="1209654"/>
                  </a:lnTo>
                  <a:lnTo>
                    <a:pt x="1041026" y="1209229"/>
                  </a:lnTo>
                  <a:lnTo>
                    <a:pt x="1041653" y="1208767"/>
                  </a:lnTo>
                  <a:lnTo>
                    <a:pt x="1042279" y="1208263"/>
                  </a:lnTo>
                  <a:lnTo>
                    <a:pt x="1042906" y="1207688"/>
                  </a:lnTo>
                  <a:lnTo>
                    <a:pt x="1043532" y="1207050"/>
                  </a:lnTo>
                  <a:lnTo>
                    <a:pt x="1044159" y="1206382"/>
                  </a:lnTo>
                  <a:lnTo>
                    <a:pt x="1044785" y="1205687"/>
                  </a:lnTo>
                  <a:lnTo>
                    <a:pt x="1045412" y="1205003"/>
                  </a:lnTo>
                  <a:lnTo>
                    <a:pt x="1046039" y="1204348"/>
                  </a:lnTo>
                  <a:lnTo>
                    <a:pt x="1046665" y="1203756"/>
                  </a:lnTo>
                  <a:lnTo>
                    <a:pt x="1047292" y="1203227"/>
                  </a:lnTo>
                  <a:lnTo>
                    <a:pt x="1047918" y="1202771"/>
                  </a:lnTo>
                  <a:lnTo>
                    <a:pt x="1048545" y="1202351"/>
                  </a:lnTo>
                  <a:lnTo>
                    <a:pt x="1049171" y="1201968"/>
                  </a:lnTo>
                  <a:lnTo>
                    <a:pt x="1049798" y="1201621"/>
                  </a:lnTo>
                  <a:lnTo>
                    <a:pt x="1050424" y="1201286"/>
                  </a:lnTo>
                  <a:lnTo>
                    <a:pt x="1051051" y="1200923"/>
                  </a:lnTo>
                  <a:lnTo>
                    <a:pt x="1051678" y="1200517"/>
                  </a:lnTo>
                  <a:lnTo>
                    <a:pt x="1052304" y="1200093"/>
                  </a:lnTo>
                  <a:lnTo>
                    <a:pt x="1052931" y="1199642"/>
                  </a:lnTo>
                  <a:lnTo>
                    <a:pt x="1053557" y="1199159"/>
                  </a:lnTo>
                  <a:lnTo>
                    <a:pt x="1054184" y="1198639"/>
                  </a:lnTo>
                  <a:lnTo>
                    <a:pt x="1054810" y="1198066"/>
                  </a:lnTo>
                  <a:lnTo>
                    <a:pt x="1055437" y="1197408"/>
                  </a:lnTo>
                  <a:lnTo>
                    <a:pt x="1056063" y="1196650"/>
                  </a:lnTo>
                  <a:lnTo>
                    <a:pt x="1056690" y="1195810"/>
                  </a:lnTo>
                  <a:lnTo>
                    <a:pt x="1057317" y="1194893"/>
                  </a:lnTo>
                  <a:lnTo>
                    <a:pt x="1057943" y="1193945"/>
                  </a:lnTo>
                  <a:lnTo>
                    <a:pt x="1058570" y="1192981"/>
                  </a:lnTo>
                  <a:lnTo>
                    <a:pt x="1059196" y="1191987"/>
                  </a:lnTo>
                  <a:lnTo>
                    <a:pt x="1059823" y="1190992"/>
                  </a:lnTo>
                  <a:lnTo>
                    <a:pt x="1060449" y="1190051"/>
                  </a:lnTo>
                  <a:lnTo>
                    <a:pt x="1061076" y="1189192"/>
                  </a:lnTo>
                  <a:lnTo>
                    <a:pt x="1061702" y="1188415"/>
                  </a:lnTo>
                  <a:lnTo>
                    <a:pt x="1062329" y="1187733"/>
                  </a:lnTo>
                  <a:lnTo>
                    <a:pt x="1062956" y="1187153"/>
                  </a:lnTo>
                  <a:lnTo>
                    <a:pt x="1063582" y="1186687"/>
                  </a:lnTo>
                  <a:lnTo>
                    <a:pt x="1064209" y="1186331"/>
                  </a:lnTo>
                  <a:lnTo>
                    <a:pt x="1064835" y="1186115"/>
                  </a:lnTo>
                  <a:lnTo>
                    <a:pt x="1065462" y="1186053"/>
                  </a:lnTo>
                  <a:lnTo>
                    <a:pt x="1066088" y="1186155"/>
                  </a:lnTo>
                  <a:lnTo>
                    <a:pt x="1066715" y="1186420"/>
                  </a:lnTo>
                  <a:lnTo>
                    <a:pt x="1067341" y="1186812"/>
                  </a:lnTo>
                  <a:lnTo>
                    <a:pt x="1067968" y="1187319"/>
                  </a:lnTo>
                  <a:lnTo>
                    <a:pt x="1068595" y="1187957"/>
                  </a:lnTo>
                  <a:lnTo>
                    <a:pt x="1069221" y="1188720"/>
                  </a:lnTo>
                  <a:lnTo>
                    <a:pt x="1069848" y="1189587"/>
                  </a:lnTo>
                  <a:lnTo>
                    <a:pt x="1070474" y="1190564"/>
                  </a:lnTo>
                  <a:lnTo>
                    <a:pt x="1071101" y="1191657"/>
                  </a:lnTo>
                  <a:lnTo>
                    <a:pt x="1071727" y="1192869"/>
                  </a:lnTo>
                  <a:lnTo>
                    <a:pt x="1072354" y="1194209"/>
                  </a:lnTo>
                  <a:lnTo>
                    <a:pt x="1072980" y="1195674"/>
                  </a:lnTo>
                  <a:lnTo>
                    <a:pt x="1073607" y="1197258"/>
                  </a:lnTo>
                  <a:lnTo>
                    <a:pt x="1074234" y="1198937"/>
                  </a:lnTo>
                  <a:lnTo>
                    <a:pt x="1074860" y="1200728"/>
                  </a:lnTo>
                  <a:lnTo>
                    <a:pt x="1075487" y="1202626"/>
                  </a:lnTo>
                  <a:lnTo>
                    <a:pt x="1076113" y="1204645"/>
                  </a:lnTo>
                  <a:lnTo>
                    <a:pt x="1076740" y="1206802"/>
                  </a:lnTo>
                  <a:lnTo>
                    <a:pt x="1077366" y="1209066"/>
                  </a:lnTo>
                  <a:lnTo>
                    <a:pt x="1077993" y="1211411"/>
                  </a:lnTo>
                  <a:lnTo>
                    <a:pt x="1078619" y="1213822"/>
                  </a:lnTo>
                  <a:lnTo>
                    <a:pt x="1079246" y="1216330"/>
                  </a:lnTo>
                  <a:lnTo>
                    <a:pt x="1079873" y="1218941"/>
                  </a:lnTo>
                  <a:lnTo>
                    <a:pt x="1080499" y="1221638"/>
                  </a:lnTo>
                  <a:lnTo>
                    <a:pt x="1081126" y="1224419"/>
                  </a:lnTo>
                  <a:lnTo>
                    <a:pt x="1081752" y="1227277"/>
                  </a:lnTo>
                  <a:lnTo>
                    <a:pt x="1082379" y="1230209"/>
                  </a:lnTo>
                  <a:lnTo>
                    <a:pt x="1083005" y="1233225"/>
                  </a:lnTo>
                  <a:lnTo>
                    <a:pt x="1083632" y="1236307"/>
                  </a:lnTo>
                  <a:lnTo>
                    <a:pt x="1084258" y="1239417"/>
                  </a:lnTo>
                  <a:lnTo>
                    <a:pt x="1084885" y="1242555"/>
                  </a:lnTo>
                  <a:lnTo>
                    <a:pt x="1085512" y="1245708"/>
                  </a:lnTo>
                  <a:lnTo>
                    <a:pt x="1086138" y="1248846"/>
                  </a:lnTo>
                  <a:lnTo>
                    <a:pt x="1086765" y="1251989"/>
                  </a:lnTo>
                  <a:lnTo>
                    <a:pt x="1087391" y="1255134"/>
                  </a:lnTo>
                  <a:lnTo>
                    <a:pt x="1088018" y="1258301"/>
                  </a:lnTo>
                  <a:lnTo>
                    <a:pt x="1088644" y="1261476"/>
                  </a:lnTo>
                  <a:lnTo>
                    <a:pt x="1089271" y="1264669"/>
                  </a:lnTo>
                  <a:lnTo>
                    <a:pt x="1089897" y="1267871"/>
                  </a:lnTo>
                  <a:lnTo>
                    <a:pt x="1090524" y="1271099"/>
                  </a:lnTo>
                  <a:lnTo>
                    <a:pt x="1091151" y="1274344"/>
                  </a:lnTo>
                  <a:lnTo>
                    <a:pt x="1091777" y="1277605"/>
                  </a:lnTo>
                  <a:lnTo>
                    <a:pt x="1092404" y="1280836"/>
                  </a:lnTo>
                  <a:lnTo>
                    <a:pt x="1093030" y="1284044"/>
                  </a:lnTo>
                  <a:lnTo>
                    <a:pt x="1093657" y="1287238"/>
                  </a:lnTo>
                  <a:lnTo>
                    <a:pt x="1094283" y="1290409"/>
                  </a:lnTo>
                  <a:lnTo>
                    <a:pt x="1094910" y="1293541"/>
                  </a:lnTo>
                  <a:lnTo>
                    <a:pt x="1095536" y="1296640"/>
                  </a:lnTo>
                  <a:lnTo>
                    <a:pt x="1096163" y="1299716"/>
                  </a:lnTo>
                  <a:lnTo>
                    <a:pt x="1096790" y="1302774"/>
                  </a:lnTo>
                  <a:lnTo>
                    <a:pt x="1097416" y="1305813"/>
                  </a:lnTo>
                  <a:lnTo>
                    <a:pt x="1098043" y="1308826"/>
                  </a:lnTo>
                  <a:lnTo>
                    <a:pt x="1098669" y="1311780"/>
                  </a:lnTo>
                  <a:lnTo>
                    <a:pt x="1099296" y="1314694"/>
                  </a:lnTo>
                  <a:lnTo>
                    <a:pt x="1099922" y="1317502"/>
                  </a:lnTo>
                  <a:lnTo>
                    <a:pt x="1100549" y="1320185"/>
                  </a:lnTo>
                  <a:lnTo>
                    <a:pt x="1101175" y="1322754"/>
                  </a:lnTo>
                  <a:lnTo>
                    <a:pt x="1101802" y="1325224"/>
                  </a:lnTo>
                  <a:lnTo>
                    <a:pt x="1102429" y="1327586"/>
                  </a:lnTo>
                  <a:lnTo>
                    <a:pt x="1103055" y="1329830"/>
                  </a:lnTo>
                  <a:lnTo>
                    <a:pt x="1103682" y="1331958"/>
                  </a:lnTo>
                  <a:lnTo>
                    <a:pt x="1104308" y="1333968"/>
                  </a:lnTo>
                  <a:lnTo>
                    <a:pt x="1104935" y="1335842"/>
                  </a:lnTo>
                  <a:lnTo>
                    <a:pt x="1105561" y="1337597"/>
                  </a:lnTo>
                  <a:lnTo>
                    <a:pt x="1106188" y="1339237"/>
                  </a:lnTo>
                  <a:lnTo>
                    <a:pt x="1106814" y="1340765"/>
                  </a:lnTo>
                  <a:lnTo>
                    <a:pt x="1107441" y="1342204"/>
                  </a:lnTo>
                  <a:lnTo>
                    <a:pt x="1108068" y="1343545"/>
                  </a:lnTo>
                  <a:lnTo>
                    <a:pt x="1108694" y="1344769"/>
                  </a:lnTo>
                  <a:lnTo>
                    <a:pt x="1109321" y="1345921"/>
                  </a:lnTo>
                  <a:lnTo>
                    <a:pt x="1109947" y="1347054"/>
                  </a:lnTo>
                  <a:lnTo>
                    <a:pt x="1110574" y="1348157"/>
                  </a:lnTo>
                  <a:lnTo>
                    <a:pt x="1111200" y="1349220"/>
                  </a:lnTo>
                  <a:lnTo>
                    <a:pt x="1111827" y="1350236"/>
                  </a:lnTo>
                  <a:lnTo>
                    <a:pt x="1112453" y="1351225"/>
                  </a:lnTo>
                  <a:lnTo>
                    <a:pt x="1113080" y="1352192"/>
                  </a:lnTo>
                  <a:lnTo>
                    <a:pt x="1113707" y="1353156"/>
                  </a:lnTo>
                  <a:lnTo>
                    <a:pt x="1114333" y="1354147"/>
                  </a:lnTo>
                  <a:lnTo>
                    <a:pt x="1114960" y="1355128"/>
                  </a:lnTo>
                  <a:lnTo>
                    <a:pt x="1115586" y="1356146"/>
                  </a:lnTo>
                  <a:lnTo>
                    <a:pt x="1116213" y="1357177"/>
                  </a:lnTo>
                  <a:lnTo>
                    <a:pt x="1116839" y="1358196"/>
                  </a:lnTo>
                  <a:lnTo>
                    <a:pt x="1117466" y="1359205"/>
                  </a:lnTo>
                  <a:lnTo>
                    <a:pt x="1118092" y="1360228"/>
                  </a:lnTo>
                  <a:lnTo>
                    <a:pt x="1118719" y="1361255"/>
                  </a:lnTo>
                  <a:lnTo>
                    <a:pt x="1119346" y="1362279"/>
                  </a:lnTo>
                  <a:lnTo>
                    <a:pt x="1119972" y="1363310"/>
                  </a:lnTo>
                  <a:lnTo>
                    <a:pt x="1120599" y="1364352"/>
                  </a:lnTo>
                  <a:lnTo>
                    <a:pt x="1121225" y="1365399"/>
                  </a:lnTo>
                  <a:lnTo>
                    <a:pt x="1121852" y="1366430"/>
                  </a:lnTo>
                  <a:lnTo>
                    <a:pt x="1122478" y="1367418"/>
                  </a:lnTo>
                  <a:lnTo>
                    <a:pt x="1123105" y="1368339"/>
                  </a:lnTo>
                  <a:lnTo>
                    <a:pt x="1123731" y="1369167"/>
                  </a:lnTo>
                  <a:lnTo>
                    <a:pt x="1124358" y="1369921"/>
                  </a:lnTo>
                  <a:lnTo>
                    <a:pt x="1124985" y="1370555"/>
                  </a:lnTo>
                  <a:lnTo>
                    <a:pt x="1125611" y="1371089"/>
                  </a:lnTo>
                  <a:lnTo>
                    <a:pt x="1126238" y="1371525"/>
                  </a:lnTo>
                  <a:lnTo>
                    <a:pt x="1126864" y="1371888"/>
                  </a:lnTo>
                  <a:lnTo>
                    <a:pt x="1127491" y="1372163"/>
                  </a:lnTo>
                  <a:lnTo>
                    <a:pt x="1128117" y="1372316"/>
                  </a:lnTo>
                  <a:lnTo>
                    <a:pt x="1128744" y="1372315"/>
                  </a:lnTo>
                  <a:lnTo>
                    <a:pt x="1129370" y="1372141"/>
                  </a:lnTo>
                  <a:lnTo>
                    <a:pt x="1129997" y="1371803"/>
                  </a:lnTo>
                  <a:lnTo>
                    <a:pt x="1130624" y="1371313"/>
                  </a:lnTo>
                  <a:lnTo>
                    <a:pt x="1131250" y="1370667"/>
                  </a:lnTo>
                  <a:lnTo>
                    <a:pt x="1131877" y="1369932"/>
                  </a:lnTo>
                  <a:lnTo>
                    <a:pt x="1132503" y="1369137"/>
                  </a:lnTo>
                  <a:lnTo>
                    <a:pt x="1133130" y="1368287"/>
                  </a:lnTo>
                  <a:lnTo>
                    <a:pt x="1133756" y="1367389"/>
                  </a:lnTo>
                  <a:lnTo>
                    <a:pt x="1134383" y="1366479"/>
                  </a:lnTo>
                  <a:lnTo>
                    <a:pt x="1135009" y="1365550"/>
                  </a:lnTo>
                  <a:lnTo>
                    <a:pt x="1135636" y="1364603"/>
                  </a:lnTo>
                  <a:lnTo>
                    <a:pt x="1136263" y="1363627"/>
                  </a:lnTo>
                  <a:lnTo>
                    <a:pt x="1136889" y="1362651"/>
                  </a:lnTo>
                  <a:lnTo>
                    <a:pt x="1137516" y="1361695"/>
                  </a:lnTo>
                  <a:lnTo>
                    <a:pt x="1138142" y="1360791"/>
                  </a:lnTo>
                  <a:lnTo>
                    <a:pt x="1138769" y="1359936"/>
                  </a:lnTo>
                  <a:lnTo>
                    <a:pt x="1139395" y="1359082"/>
                  </a:lnTo>
                  <a:lnTo>
                    <a:pt x="1140022" y="1358215"/>
                  </a:lnTo>
                  <a:lnTo>
                    <a:pt x="1140648" y="1357355"/>
                  </a:lnTo>
                  <a:lnTo>
                    <a:pt x="1141275" y="1356477"/>
                  </a:lnTo>
                  <a:lnTo>
                    <a:pt x="1141902" y="1355547"/>
                  </a:lnTo>
                  <a:lnTo>
                    <a:pt x="1142528" y="1354571"/>
                  </a:lnTo>
                  <a:lnTo>
                    <a:pt x="1143155" y="1353559"/>
                  </a:lnTo>
                  <a:lnTo>
                    <a:pt x="1143781" y="1352499"/>
                  </a:lnTo>
                  <a:lnTo>
                    <a:pt x="1144408" y="1351379"/>
                  </a:lnTo>
                  <a:lnTo>
                    <a:pt x="1145034" y="1350202"/>
                  </a:lnTo>
                  <a:lnTo>
                    <a:pt x="1145661" y="1348948"/>
                  </a:lnTo>
                  <a:lnTo>
                    <a:pt x="1146287" y="1347617"/>
                  </a:lnTo>
                  <a:lnTo>
                    <a:pt x="1146914" y="1346245"/>
                  </a:lnTo>
                  <a:lnTo>
                    <a:pt x="1147541" y="1344806"/>
                  </a:lnTo>
                  <a:lnTo>
                    <a:pt x="1148167" y="1343337"/>
                  </a:lnTo>
                  <a:lnTo>
                    <a:pt x="1148794" y="1341876"/>
                  </a:lnTo>
                  <a:lnTo>
                    <a:pt x="1149420" y="1340451"/>
                  </a:lnTo>
                  <a:lnTo>
                    <a:pt x="1150047" y="1339057"/>
                  </a:lnTo>
                  <a:lnTo>
                    <a:pt x="1150673" y="1337702"/>
                  </a:lnTo>
                  <a:lnTo>
                    <a:pt x="1151300" y="1336385"/>
                  </a:lnTo>
                  <a:lnTo>
                    <a:pt x="1151926" y="1335089"/>
                  </a:lnTo>
                  <a:lnTo>
                    <a:pt x="1152553" y="1333800"/>
                  </a:lnTo>
                  <a:lnTo>
                    <a:pt x="1153180" y="1332525"/>
                  </a:lnTo>
                  <a:lnTo>
                    <a:pt x="1153806" y="1331293"/>
                  </a:lnTo>
                  <a:lnTo>
                    <a:pt x="1154433" y="1330110"/>
                  </a:lnTo>
                  <a:lnTo>
                    <a:pt x="1155059" y="1329009"/>
                  </a:lnTo>
                  <a:lnTo>
                    <a:pt x="1155686" y="1327996"/>
                  </a:lnTo>
                  <a:lnTo>
                    <a:pt x="1156312" y="1327048"/>
                  </a:lnTo>
                  <a:lnTo>
                    <a:pt x="1156939" y="1326187"/>
                  </a:lnTo>
                  <a:lnTo>
                    <a:pt x="1157565" y="1325385"/>
                  </a:lnTo>
                  <a:lnTo>
                    <a:pt x="1158192" y="1324641"/>
                  </a:lnTo>
                  <a:lnTo>
                    <a:pt x="1158819" y="1323947"/>
                  </a:lnTo>
                  <a:lnTo>
                    <a:pt x="1159445" y="1323300"/>
                  </a:lnTo>
                  <a:lnTo>
                    <a:pt x="1160072" y="1322707"/>
                  </a:lnTo>
                  <a:lnTo>
                    <a:pt x="1160698" y="1322192"/>
                  </a:lnTo>
                  <a:lnTo>
                    <a:pt x="1161325" y="1321776"/>
                  </a:lnTo>
                  <a:lnTo>
                    <a:pt x="1161951" y="1321457"/>
                  </a:lnTo>
                  <a:lnTo>
                    <a:pt x="1162578" y="1321275"/>
                  </a:lnTo>
                  <a:lnTo>
                    <a:pt x="1163204" y="1321243"/>
                  </a:lnTo>
                  <a:lnTo>
                    <a:pt x="1163831" y="1321356"/>
                  </a:lnTo>
                  <a:lnTo>
                    <a:pt x="1164458" y="1321596"/>
                  </a:lnTo>
                  <a:lnTo>
                    <a:pt x="1165084" y="1321954"/>
                  </a:lnTo>
                  <a:lnTo>
                    <a:pt x="1165711" y="1322430"/>
                  </a:lnTo>
                  <a:lnTo>
                    <a:pt x="1166337" y="1322998"/>
                  </a:lnTo>
                  <a:lnTo>
                    <a:pt x="1166964" y="1323668"/>
                  </a:lnTo>
                  <a:lnTo>
                    <a:pt x="1167590" y="1324466"/>
                  </a:lnTo>
                  <a:lnTo>
                    <a:pt x="1168217" y="1325408"/>
                  </a:lnTo>
                  <a:lnTo>
                    <a:pt x="1168843" y="1326509"/>
                  </a:lnTo>
                  <a:lnTo>
                    <a:pt x="1169470" y="1327746"/>
                  </a:lnTo>
                  <a:lnTo>
                    <a:pt x="1170096" y="1329074"/>
                  </a:lnTo>
                  <a:lnTo>
                    <a:pt x="1170723" y="1330505"/>
                  </a:lnTo>
                  <a:lnTo>
                    <a:pt x="1171350" y="1332063"/>
                  </a:lnTo>
                  <a:lnTo>
                    <a:pt x="1171976" y="1333722"/>
                  </a:lnTo>
                  <a:lnTo>
                    <a:pt x="1172603" y="1335452"/>
                  </a:lnTo>
                  <a:lnTo>
                    <a:pt x="1173229" y="1337262"/>
                  </a:lnTo>
                  <a:lnTo>
                    <a:pt x="1173856" y="1339163"/>
                  </a:lnTo>
                  <a:lnTo>
                    <a:pt x="1174482" y="1341151"/>
                  </a:lnTo>
                  <a:lnTo>
                    <a:pt x="1175109" y="1343224"/>
                  </a:lnTo>
                  <a:lnTo>
                    <a:pt x="1175735" y="1345371"/>
                  </a:lnTo>
                  <a:lnTo>
                    <a:pt x="1176362" y="1347585"/>
                  </a:lnTo>
                  <a:lnTo>
                    <a:pt x="1176989" y="1349845"/>
                  </a:lnTo>
                  <a:lnTo>
                    <a:pt x="1177615" y="1352152"/>
                  </a:lnTo>
                  <a:lnTo>
                    <a:pt x="1178242" y="1354461"/>
                  </a:lnTo>
                  <a:lnTo>
                    <a:pt x="1178868" y="1356796"/>
                  </a:lnTo>
                  <a:lnTo>
                    <a:pt x="1179495" y="1359190"/>
                  </a:lnTo>
                  <a:lnTo>
                    <a:pt x="1180121" y="1361627"/>
                  </a:lnTo>
                  <a:lnTo>
                    <a:pt x="1180748" y="1364089"/>
                  </a:lnTo>
                  <a:lnTo>
                    <a:pt x="1181374" y="1366568"/>
                  </a:lnTo>
                  <a:lnTo>
                    <a:pt x="1182001" y="1369052"/>
                  </a:lnTo>
                  <a:lnTo>
                    <a:pt x="1182628" y="1371530"/>
                  </a:lnTo>
                  <a:lnTo>
                    <a:pt x="1183254" y="1373993"/>
                  </a:lnTo>
                  <a:lnTo>
                    <a:pt x="1183881" y="1376442"/>
                  </a:lnTo>
                  <a:lnTo>
                    <a:pt x="1184507" y="1378878"/>
                  </a:lnTo>
                  <a:lnTo>
                    <a:pt x="1185134" y="1381316"/>
                  </a:lnTo>
                  <a:lnTo>
                    <a:pt x="1185760" y="1383756"/>
                  </a:lnTo>
                  <a:lnTo>
                    <a:pt x="1186387" y="1386206"/>
                  </a:lnTo>
                  <a:lnTo>
                    <a:pt x="1187013" y="1388655"/>
                  </a:lnTo>
                  <a:lnTo>
                    <a:pt x="1187640" y="1391151"/>
                  </a:lnTo>
                  <a:lnTo>
                    <a:pt x="1188267" y="1393678"/>
                  </a:lnTo>
                  <a:lnTo>
                    <a:pt x="1188893" y="1396238"/>
                  </a:lnTo>
                  <a:lnTo>
                    <a:pt x="1189520" y="1398828"/>
                  </a:lnTo>
                  <a:lnTo>
                    <a:pt x="1190146" y="1401453"/>
                  </a:lnTo>
                  <a:lnTo>
                    <a:pt x="1190773" y="1404129"/>
                  </a:lnTo>
                  <a:lnTo>
                    <a:pt x="1191399" y="1406885"/>
                  </a:lnTo>
                  <a:lnTo>
                    <a:pt x="1192026" y="1409717"/>
                  </a:lnTo>
                  <a:lnTo>
                    <a:pt x="1192652" y="1412629"/>
                  </a:lnTo>
                  <a:lnTo>
                    <a:pt x="1193279" y="1415625"/>
                  </a:lnTo>
                  <a:lnTo>
                    <a:pt x="1193906" y="1418704"/>
                  </a:lnTo>
                  <a:lnTo>
                    <a:pt x="1194532" y="1421837"/>
                  </a:lnTo>
                  <a:lnTo>
                    <a:pt x="1195159" y="1425010"/>
                  </a:lnTo>
                  <a:lnTo>
                    <a:pt x="1195785" y="1428208"/>
                  </a:lnTo>
                  <a:lnTo>
                    <a:pt x="1196412" y="1431428"/>
                  </a:lnTo>
                  <a:lnTo>
                    <a:pt x="1197038" y="1434642"/>
                  </a:lnTo>
                  <a:lnTo>
                    <a:pt x="1197665" y="1437846"/>
                  </a:lnTo>
                  <a:lnTo>
                    <a:pt x="1198291" y="1441015"/>
                  </a:lnTo>
                  <a:lnTo>
                    <a:pt x="1198918" y="1444144"/>
                  </a:lnTo>
                  <a:lnTo>
                    <a:pt x="1199545" y="1447204"/>
                  </a:lnTo>
                  <a:lnTo>
                    <a:pt x="1200171" y="1450163"/>
                  </a:lnTo>
                  <a:lnTo>
                    <a:pt x="1200798" y="1452992"/>
                  </a:lnTo>
                  <a:lnTo>
                    <a:pt x="1201424" y="1455709"/>
                  </a:lnTo>
                  <a:lnTo>
                    <a:pt x="1202051" y="1458365"/>
                  </a:lnTo>
                  <a:lnTo>
                    <a:pt x="1202677" y="1460974"/>
                  </a:lnTo>
                  <a:lnTo>
                    <a:pt x="1203304" y="1463533"/>
                  </a:lnTo>
                  <a:lnTo>
                    <a:pt x="1203930" y="1466065"/>
                  </a:lnTo>
                  <a:lnTo>
                    <a:pt x="1204557" y="1468564"/>
                  </a:lnTo>
                  <a:lnTo>
                    <a:pt x="1205184" y="1471025"/>
                  </a:lnTo>
                  <a:lnTo>
                    <a:pt x="1205810" y="1473436"/>
                  </a:lnTo>
                  <a:lnTo>
                    <a:pt x="1206437" y="1475802"/>
                  </a:lnTo>
                  <a:lnTo>
                    <a:pt x="1207063" y="1478126"/>
                  </a:lnTo>
                  <a:lnTo>
                    <a:pt x="1207690" y="1480446"/>
                  </a:lnTo>
                  <a:lnTo>
                    <a:pt x="1208316" y="1482757"/>
                  </a:lnTo>
                  <a:lnTo>
                    <a:pt x="1208943" y="1485082"/>
                  </a:lnTo>
                  <a:lnTo>
                    <a:pt x="1209569" y="1487413"/>
                  </a:lnTo>
                  <a:lnTo>
                    <a:pt x="1210196" y="1489773"/>
                  </a:lnTo>
                  <a:lnTo>
                    <a:pt x="1210823" y="1492123"/>
                  </a:lnTo>
                  <a:lnTo>
                    <a:pt x="1211449" y="1494416"/>
                  </a:lnTo>
                  <a:lnTo>
                    <a:pt x="1212076" y="1496634"/>
                  </a:lnTo>
                  <a:lnTo>
                    <a:pt x="1212702" y="1498767"/>
                  </a:lnTo>
                  <a:lnTo>
                    <a:pt x="1213329" y="1500815"/>
                  </a:lnTo>
                  <a:lnTo>
                    <a:pt x="1213955" y="1502802"/>
                  </a:lnTo>
                  <a:lnTo>
                    <a:pt x="1214582" y="1504738"/>
                  </a:lnTo>
                  <a:lnTo>
                    <a:pt x="1215208" y="1506626"/>
                  </a:lnTo>
                  <a:lnTo>
                    <a:pt x="1215835" y="1508466"/>
                  </a:lnTo>
                  <a:lnTo>
                    <a:pt x="1216462" y="1510264"/>
                  </a:lnTo>
                  <a:lnTo>
                    <a:pt x="1217088" y="1511998"/>
                  </a:lnTo>
                  <a:lnTo>
                    <a:pt x="1217715" y="1513657"/>
                  </a:lnTo>
                  <a:lnTo>
                    <a:pt x="1218341" y="1515233"/>
                  </a:lnTo>
                  <a:lnTo>
                    <a:pt x="1218968" y="1516740"/>
                  </a:lnTo>
                  <a:lnTo>
                    <a:pt x="1219594" y="1518154"/>
                  </a:lnTo>
                  <a:lnTo>
                    <a:pt x="1220221" y="1519500"/>
                  </a:lnTo>
                  <a:lnTo>
                    <a:pt x="1220847" y="1520778"/>
                  </a:lnTo>
                  <a:lnTo>
                    <a:pt x="1221474" y="1521997"/>
                  </a:lnTo>
                  <a:lnTo>
                    <a:pt x="1222101" y="1523166"/>
                  </a:lnTo>
                  <a:lnTo>
                    <a:pt x="1222727" y="1524267"/>
                  </a:lnTo>
                  <a:lnTo>
                    <a:pt x="1223354" y="1525285"/>
                  </a:lnTo>
                  <a:lnTo>
                    <a:pt x="1223980" y="1526237"/>
                  </a:lnTo>
                  <a:lnTo>
                    <a:pt x="1224607" y="1527133"/>
                  </a:lnTo>
                  <a:lnTo>
                    <a:pt x="1225233" y="1527946"/>
                  </a:lnTo>
                  <a:lnTo>
                    <a:pt x="1225860" y="1528667"/>
                  </a:lnTo>
                  <a:lnTo>
                    <a:pt x="1226486" y="1529273"/>
                  </a:lnTo>
                  <a:lnTo>
                    <a:pt x="1227113" y="1529774"/>
                  </a:lnTo>
                  <a:lnTo>
                    <a:pt x="1227740" y="1530190"/>
                  </a:lnTo>
                  <a:lnTo>
                    <a:pt x="1228366" y="1530523"/>
                  </a:lnTo>
                  <a:lnTo>
                    <a:pt x="1228993" y="1530794"/>
                  </a:lnTo>
                  <a:lnTo>
                    <a:pt x="1229619" y="1531001"/>
                  </a:lnTo>
                  <a:lnTo>
                    <a:pt x="1230246" y="1531156"/>
                  </a:lnTo>
                  <a:lnTo>
                    <a:pt x="1230872" y="1531237"/>
                  </a:lnTo>
                  <a:lnTo>
                    <a:pt x="1231499" y="1531238"/>
                  </a:lnTo>
                  <a:lnTo>
                    <a:pt x="1232125" y="1531187"/>
                  </a:lnTo>
                  <a:lnTo>
                    <a:pt x="1232752" y="1531121"/>
                  </a:lnTo>
                  <a:lnTo>
                    <a:pt x="1233379" y="1531009"/>
                  </a:lnTo>
                  <a:lnTo>
                    <a:pt x="1234005" y="1530820"/>
                  </a:lnTo>
                  <a:lnTo>
                    <a:pt x="1234632" y="1530537"/>
                  </a:lnTo>
                  <a:lnTo>
                    <a:pt x="1235258" y="1530149"/>
                  </a:lnTo>
                  <a:lnTo>
                    <a:pt x="1235885" y="1529681"/>
                  </a:lnTo>
                  <a:lnTo>
                    <a:pt x="1236511" y="1529142"/>
                  </a:lnTo>
                  <a:lnTo>
                    <a:pt x="1237138" y="1528535"/>
                  </a:lnTo>
                  <a:lnTo>
                    <a:pt x="1237764" y="1527858"/>
                  </a:lnTo>
                  <a:lnTo>
                    <a:pt x="1238391" y="1527112"/>
                  </a:lnTo>
                  <a:lnTo>
                    <a:pt x="1239018" y="1526292"/>
                  </a:lnTo>
                  <a:lnTo>
                    <a:pt x="1239644" y="1525392"/>
                  </a:lnTo>
                  <a:lnTo>
                    <a:pt x="1240271" y="1524442"/>
                  </a:lnTo>
                  <a:lnTo>
                    <a:pt x="1240897" y="1523442"/>
                  </a:lnTo>
                  <a:lnTo>
                    <a:pt x="1241524" y="1522395"/>
                  </a:lnTo>
                  <a:lnTo>
                    <a:pt x="1242150" y="1521276"/>
                  </a:lnTo>
                  <a:lnTo>
                    <a:pt x="1242777" y="1520102"/>
                  </a:lnTo>
                  <a:lnTo>
                    <a:pt x="1243403" y="1518885"/>
                  </a:lnTo>
                  <a:lnTo>
                    <a:pt x="1244030" y="1517661"/>
                  </a:lnTo>
                  <a:lnTo>
                    <a:pt x="1244657" y="1516458"/>
                  </a:lnTo>
                  <a:lnTo>
                    <a:pt x="1245283" y="1515269"/>
                  </a:lnTo>
                  <a:lnTo>
                    <a:pt x="1245910" y="1514075"/>
                  </a:lnTo>
                  <a:lnTo>
                    <a:pt x="1246536" y="1512877"/>
                  </a:lnTo>
                  <a:lnTo>
                    <a:pt x="1247163" y="1511689"/>
                  </a:lnTo>
                  <a:lnTo>
                    <a:pt x="1247789" y="1510522"/>
                  </a:lnTo>
                  <a:lnTo>
                    <a:pt x="1248416" y="1509374"/>
                  </a:lnTo>
                  <a:lnTo>
                    <a:pt x="1249042" y="1508243"/>
                  </a:lnTo>
                  <a:lnTo>
                    <a:pt x="1249669" y="1507124"/>
                  </a:lnTo>
                  <a:lnTo>
                    <a:pt x="1250296" y="1505998"/>
                  </a:lnTo>
                  <a:lnTo>
                    <a:pt x="1250922" y="1504847"/>
                  </a:lnTo>
                  <a:lnTo>
                    <a:pt x="1251549" y="1503676"/>
                  </a:lnTo>
                  <a:lnTo>
                    <a:pt x="1252175" y="1502482"/>
                  </a:lnTo>
                  <a:lnTo>
                    <a:pt x="1252802" y="1501271"/>
                  </a:lnTo>
                  <a:lnTo>
                    <a:pt x="1253428" y="1500037"/>
                  </a:lnTo>
                  <a:lnTo>
                    <a:pt x="1254055" y="1498773"/>
                  </a:lnTo>
                  <a:lnTo>
                    <a:pt x="1254681" y="1497470"/>
                  </a:lnTo>
                  <a:lnTo>
                    <a:pt x="1255308" y="1496121"/>
                  </a:lnTo>
                  <a:lnTo>
                    <a:pt x="1255935" y="1494711"/>
                  </a:lnTo>
                  <a:lnTo>
                    <a:pt x="1256561" y="1493229"/>
                  </a:lnTo>
                  <a:lnTo>
                    <a:pt x="1257188" y="1491691"/>
                  </a:lnTo>
                  <a:lnTo>
                    <a:pt x="1257814" y="1490098"/>
                  </a:lnTo>
                  <a:lnTo>
                    <a:pt x="1258441" y="1488481"/>
                  </a:lnTo>
                  <a:lnTo>
                    <a:pt x="1259067" y="1486840"/>
                  </a:lnTo>
                  <a:lnTo>
                    <a:pt x="1259694" y="1485182"/>
                  </a:lnTo>
                  <a:lnTo>
                    <a:pt x="1260320" y="1483518"/>
                  </a:lnTo>
                  <a:lnTo>
                    <a:pt x="1260947" y="1481868"/>
                  </a:lnTo>
                  <a:lnTo>
                    <a:pt x="1261574" y="1480237"/>
                  </a:lnTo>
                  <a:lnTo>
                    <a:pt x="1262200" y="1478645"/>
                  </a:lnTo>
                  <a:lnTo>
                    <a:pt x="1262827" y="1477121"/>
                  </a:lnTo>
                  <a:lnTo>
                    <a:pt x="1263453" y="1475660"/>
                  </a:lnTo>
                  <a:lnTo>
                    <a:pt x="1264080" y="1474283"/>
                  </a:lnTo>
                  <a:lnTo>
                    <a:pt x="1264706" y="1472980"/>
                  </a:lnTo>
                  <a:lnTo>
                    <a:pt x="1265333" y="1471764"/>
                  </a:lnTo>
                  <a:lnTo>
                    <a:pt x="1265959" y="1470645"/>
                  </a:lnTo>
                  <a:lnTo>
                    <a:pt x="1266586" y="1469620"/>
                  </a:lnTo>
                  <a:lnTo>
                    <a:pt x="1267213" y="1468720"/>
                  </a:lnTo>
                  <a:lnTo>
                    <a:pt x="1267839" y="1467926"/>
                  </a:lnTo>
                  <a:lnTo>
                    <a:pt x="1268466" y="1467248"/>
                  </a:lnTo>
                  <a:lnTo>
                    <a:pt x="1269092" y="1466688"/>
                  </a:lnTo>
                  <a:lnTo>
                    <a:pt x="1269719" y="1466246"/>
                  </a:lnTo>
                  <a:lnTo>
                    <a:pt x="1270345" y="1465881"/>
                  </a:lnTo>
                  <a:lnTo>
                    <a:pt x="1270972" y="1465597"/>
                  </a:lnTo>
                  <a:lnTo>
                    <a:pt x="1271598" y="1465361"/>
                  </a:lnTo>
                  <a:lnTo>
                    <a:pt x="1272225" y="1465124"/>
                  </a:lnTo>
                  <a:lnTo>
                    <a:pt x="1272852" y="1464908"/>
                  </a:lnTo>
                  <a:lnTo>
                    <a:pt x="1273478" y="1464698"/>
                  </a:lnTo>
                  <a:lnTo>
                    <a:pt x="1274105" y="1464538"/>
                  </a:lnTo>
                  <a:lnTo>
                    <a:pt x="1274731" y="1464418"/>
                  </a:lnTo>
                  <a:lnTo>
                    <a:pt x="1275358" y="1464372"/>
                  </a:lnTo>
                  <a:lnTo>
                    <a:pt x="1275984" y="1464410"/>
                  </a:lnTo>
                  <a:lnTo>
                    <a:pt x="1276611" y="1464526"/>
                  </a:lnTo>
                  <a:lnTo>
                    <a:pt x="1277237" y="1464735"/>
                  </a:lnTo>
                  <a:lnTo>
                    <a:pt x="1277864" y="1465038"/>
                  </a:lnTo>
                  <a:lnTo>
                    <a:pt x="1278491" y="1465430"/>
                  </a:lnTo>
                  <a:lnTo>
                    <a:pt x="1279117" y="1465883"/>
                  </a:lnTo>
                  <a:lnTo>
                    <a:pt x="1279744" y="1466421"/>
                  </a:lnTo>
                  <a:lnTo>
                    <a:pt x="1280370" y="1467053"/>
                  </a:lnTo>
                  <a:lnTo>
                    <a:pt x="1280997" y="1467783"/>
                  </a:lnTo>
                  <a:lnTo>
                    <a:pt x="1281623" y="1468628"/>
                  </a:lnTo>
                  <a:lnTo>
                    <a:pt x="1282250" y="1469589"/>
                  </a:lnTo>
                  <a:lnTo>
                    <a:pt x="1282876" y="1470673"/>
                  </a:lnTo>
                  <a:lnTo>
                    <a:pt x="1283503" y="1471859"/>
                  </a:lnTo>
                  <a:lnTo>
                    <a:pt x="1284130" y="1473135"/>
                  </a:lnTo>
                  <a:lnTo>
                    <a:pt x="1284756" y="1474470"/>
                  </a:lnTo>
                  <a:lnTo>
                    <a:pt x="1285383" y="1475852"/>
                  </a:lnTo>
                  <a:lnTo>
                    <a:pt x="1286009" y="1477263"/>
                  </a:lnTo>
                  <a:lnTo>
                    <a:pt x="1286636" y="1478712"/>
                  </a:lnTo>
                  <a:lnTo>
                    <a:pt x="1287262" y="1480185"/>
                  </a:lnTo>
                  <a:lnTo>
                    <a:pt x="1287889" y="1481708"/>
                  </a:lnTo>
                  <a:lnTo>
                    <a:pt x="1288515" y="1483287"/>
                  </a:lnTo>
                  <a:lnTo>
                    <a:pt x="1289142" y="1484943"/>
                  </a:lnTo>
                  <a:lnTo>
                    <a:pt x="1289769" y="1486682"/>
                  </a:lnTo>
                  <a:lnTo>
                    <a:pt x="1290395" y="1488491"/>
                  </a:lnTo>
                  <a:lnTo>
                    <a:pt x="1291022" y="1490384"/>
                  </a:lnTo>
                  <a:lnTo>
                    <a:pt x="1291648" y="1492371"/>
                  </a:lnTo>
                  <a:lnTo>
                    <a:pt x="1292275" y="1494466"/>
                  </a:lnTo>
                  <a:lnTo>
                    <a:pt x="1292901" y="1496687"/>
                  </a:lnTo>
                  <a:lnTo>
                    <a:pt x="1293528" y="1499059"/>
                  </a:lnTo>
                  <a:lnTo>
                    <a:pt x="1294154" y="1501586"/>
                  </a:lnTo>
                  <a:lnTo>
                    <a:pt x="1294781" y="1504248"/>
                  </a:lnTo>
                  <a:lnTo>
                    <a:pt x="1295408" y="1507054"/>
                  </a:lnTo>
                  <a:lnTo>
                    <a:pt x="1296034" y="1509942"/>
                  </a:lnTo>
                  <a:lnTo>
                    <a:pt x="1296661" y="1512890"/>
                  </a:lnTo>
                  <a:lnTo>
                    <a:pt x="1297287" y="1515910"/>
                  </a:lnTo>
                  <a:lnTo>
                    <a:pt x="1297914" y="1519026"/>
                  </a:lnTo>
                  <a:lnTo>
                    <a:pt x="1298540" y="1522221"/>
                  </a:lnTo>
                  <a:lnTo>
                    <a:pt x="1299167" y="1525501"/>
                  </a:lnTo>
                  <a:lnTo>
                    <a:pt x="1299793" y="1528857"/>
                  </a:lnTo>
                  <a:lnTo>
                    <a:pt x="1300420" y="1532254"/>
                  </a:lnTo>
                  <a:lnTo>
                    <a:pt x="1301047" y="1535673"/>
                  </a:lnTo>
                  <a:lnTo>
                    <a:pt x="1301673" y="1539093"/>
                  </a:lnTo>
                  <a:lnTo>
                    <a:pt x="1302300" y="1542523"/>
                  </a:lnTo>
                  <a:lnTo>
                    <a:pt x="1302926" y="1545940"/>
                  </a:lnTo>
                  <a:lnTo>
                    <a:pt x="1303553" y="1549360"/>
                  </a:lnTo>
                  <a:lnTo>
                    <a:pt x="1304179" y="1552805"/>
                  </a:lnTo>
                  <a:lnTo>
                    <a:pt x="1304806" y="1556261"/>
                  </a:lnTo>
                  <a:lnTo>
                    <a:pt x="1305432" y="1559732"/>
                  </a:lnTo>
                  <a:lnTo>
                    <a:pt x="1306059" y="1563201"/>
                  </a:lnTo>
                  <a:lnTo>
                    <a:pt x="1306686" y="1566654"/>
                  </a:lnTo>
                  <a:lnTo>
                    <a:pt x="1307312" y="1570059"/>
                  </a:lnTo>
                  <a:lnTo>
                    <a:pt x="1307939" y="1573415"/>
                  </a:lnTo>
                  <a:lnTo>
                    <a:pt x="1308565" y="1576689"/>
                  </a:lnTo>
                  <a:lnTo>
                    <a:pt x="1309192" y="1579877"/>
                  </a:lnTo>
                  <a:lnTo>
                    <a:pt x="1309818" y="1582991"/>
                  </a:lnTo>
                  <a:lnTo>
                    <a:pt x="1310445" y="1586028"/>
                  </a:lnTo>
                  <a:lnTo>
                    <a:pt x="1311071" y="1589000"/>
                  </a:lnTo>
                  <a:lnTo>
                    <a:pt x="1311698" y="1591875"/>
                  </a:lnTo>
                  <a:lnTo>
                    <a:pt x="1312325" y="1594652"/>
                  </a:lnTo>
                  <a:lnTo>
                    <a:pt x="1312951" y="1597333"/>
                  </a:lnTo>
                  <a:lnTo>
                    <a:pt x="1313578" y="1599922"/>
                  </a:lnTo>
                  <a:lnTo>
                    <a:pt x="1314204" y="1602420"/>
                  </a:lnTo>
                  <a:lnTo>
                    <a:pt x="1314831" y="1604844"/>
                  </a:lnTo>
                  <a:lnTo>
                    <a:pt x="1315457" y="1607206"/>
                  </a:lnTo>
                  <a:lnTo>
                    <a:pt x="1316084" y="1609510"/>
                  </a:lnTo>
                  <a:lnTo>
                    <a:pt x="1316710" y="1611775"/>
                  </a:lnTo>
                  <a:lnTo>
                    <a:pt x="1317337" y="1614020"/>
                  </a:lnTo>
                  <a:lnTo>
                    <a:pt x="1317964" y="1616288"/>
                  </a:lnTo>
                  <a:lnTo>
                    <a:pt x="1318590" y="1618589"/>
                  </a:lnTo>
                  <a:lnTo>
                    <a:pt x="1319217" y="1620943"/>
                  </a:lnTo>
                  <a:lnTo>
                    <a:pt x="1319843" y="1623333"/>
                  </a:lnTo>
                  <a:lnTo>
                    <a:pt x="1320470" y="1625755"/>
                  </a:lnTo>
                  <a:lnTo>
                    <a:pt x="1321096" y="1628176"/>
                  </a:lnTo>
                  <a:lnTo>
                    <a:pt x="1321723" y="1630599"/>
                  </a:lnTo>
                  <a:lnTo>
                    <a:pt x="1322349" y="1633020"/>
                  </a:lnTo>
                  <a:lnTo>
                    <a:pt x="1322976" y="1635417"/>
                  </a:lnTo>
                  <a:lnTo>
                    <a:pt x="1323603" y="1637775"/>
                  </a:lnTo>
                  <a:lnTo>
                    <a:pt x="1324229" y="1640072"/>
                  </a:lnTo>
                  <a:lnTo>
                    <a:pt x="1324667" y="1641605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94944" y="2036227"/>
              <a:ext cx="3916173" cy="1826954"/>
            </a:xfrm>
            <a:custGeom>
              <a:avLst/>
              <a:pathLst>
                <a:path w="3916173" h="1826954">
                  <a:moveTo>
                    <a:pt x="0" y="1826954"/>
                  </a:moveTo>
                  <a:lnTo>
                    <a:pt x="532" y="1824990"/>
                  </a:lnTo>
                  <a:lnTo>
                    <a:pt x="1159" y="1822540"/>
                  </a:lnTo>
                  <a:lnTo>
                    <a:pt x="1785" y="1819967"/>
                  </a:lnTo>
                  <a:lnTo>
                    <a:pt x="2412" y="1817286"/>
                  </a:lnTo>
                  <a:lnTo>
                    <a:pt x="3039" y="1814490"/>
                  </a:lnTo>
                  <a:lnTo>
                    <a:pt x="3665" y="1811554"/>
                  </a:lnTo>
                  <a:lnTo>
                    <a:pt x="4292" y="1808474"/>
                  </a:lnTo>
                  <a:lnTo>
                    <a:pt x="4918" y="1805264"/>
                  </a:lnTo>
                  <a:lnTo>
                    <a:pt x="5545" y="1801935"/>
                  </a:lnTo>
                  <a:lnTo>
                    <a:pt x="6171" y="1798484"/>
                  </a:lnTo>
                  <a:lnTo>
                    <a:pt x="6798" y="1794933"/>
                  </a:lnTo>
                  <a:lnTo>
                    <a:pt x="7424" y="1791266"/>
                  </a:lnTo>
                  <a:lnTo>
                    <a:pt x="8051" y="1787500"/>
                  </a:lnTo>
                  <a:lnTo>
                    <a:pt x="8678" y="1783617"/>
                  </a:lnTo>
                  <a:lnTo>
                    <a:pt x="9304" y="1779589"/>
                  </a:lnTo>
                  <a:lnTo>
                    <a:pt x="9931" y="1775432"/>
                  </a:lnTo>
                  <a:lnTo>
                    <a:pt x="10557" y="1771165"/>
                  </a:lnTo>
                  <a:lnTo>
                    <a:pt x="11184" y="1766819"/>
                  </a:lnTo>
                  <a:lnTo>
                    <a:pt x="11810" y="1762401"/>
                  </a:lnTo>
                  <a:lnTo>
                    <a:pt x="12437" y="1757983"/>
                  </a:lnTo>
                  <a:lnTo>
                    <a:pt x="13063" y="1753608"/>
                  </a:lnTo>
                  <a:lnTo>
                    <a:pt x="13690" y="1749259"/>
                  </a:lnTo>
                  <a:lnTo>
                    <a:pt x="14317" y="1744917"/>
                  </a:lnTo>
                  <a:lnTo>
                    <a:pt x="14943" y="1740574"/>
                  </a:lnTo>
                  <a:lnTo>
                    <a:pt x="15570" y="1736214"/>
                  </a:lnTo>
                  <a:lnTo>
                    <a:pt x="16196" y="1731841"/>
                  </a:lnTo>
                  <a:lnTo>
                    <a:pt x="16823" y="1727496"/>
                  </a:lnTo>
                  <a:lnTo>
                    <a:pt x="17449" y="1723211"/>
                  </a:lnTo>
                  <a:lnTo>
                    <a:pt x="18076" y="1719016"/>
                  </a:lnTo>
                  <a:lnTo>
                    <a:pt x="18702" y="1714903"/>
                  </a:lnTo>
                  <a:lnTo>
                    <a:pt x="19329" y="1710873"/>
                  </a:lnTo>
                  <a:lnTo>
                    <a:pt x="19956" y="1706916"/>
                  </a:lnTo>
                  <a:lnTo>
                    <a:pt x="20582" y="1703009"/>
                  </a:lnTo>
                  <a:lnTo>
                    <a:pt x="21209" y="1699172"/>
                  </a:lnTo>
                  <a:lnTo>
                    <a:pt x="21835" y="1695396"/>
                  </a:lnTo>
                  <a:lnTo>
                    <a:pt x="22462" y="1691731"/>
                  </a:lnTo>
                  <a:lnTo>
                    <a:pt x="23088" y="1688192"/>
                  </a:lnTo>
                  <a:lnTo>
                    <a:pt x="23715" y="1684792"/>
                  </a:lnTo>
                  <a:lnTo>
                    <a:pt x="24341" y="1681532"/>
                  </a:lnTo>
                  <a:lnTo>
                    <a:pt x="24968" y="1678469"/>
                  </a:lnTo>
                  <a:lnTo>
                    <a:pt x="25595" y="1675607"/>
                  </a:lnTo>
                  <a:lnTo>
                    <a:pt x="26221" y="1672916"/>
                  </a:lnTo>
                  <a:lnTo>
                    <a:pt x="26848" y="1670369"/>
                  </a:lnTo>
                  <a:lnTo>
                    <a:pt x="27474" y="1667971"/>
                  </a:lnTo>
                  <a:lnTo>
                    <a:pt x="28101" y="1665764"/>
                  </a:lnTo>
                  <a:lnTo>
                    <a:pt x="28727" y="1663756"/>
                  </a:lnTo>
                  <a:lnTo>
                    <a:pt x="29354" y="1661949"/>
                  </a:lnTo>
                  <a:lnTo>
                    <a:pt x="29980" y="1660350"/>
                  </a:lnTo>
                  <a:lnTo>
                    <a:pt x="30607" y="1658941"/>
                  </a:lnTo>
                  <a:lnTo>
                    <a:pt x="31234" y="1657701"/>
                  </a:lnTo>
                  <a:lnTo>
                    <a:pt x="31860" y="1656585"/>
                  </a:lnTo>
                  <a:lnTo>
                    <a:pt x="32487" y="1655597"/>
                  </a:lnTo>
                  <a:lnTo>
                    <a:pt x="33113" y="1654734"/>
                  </a:lnTo>
                  <a:lnTo>
                    <a:pt x="33740" y="1654000"/>
                  </a:lnTo>
                  <a:lnTo>
                    <a:pt x="34366" y="1653356"/>
                  </a:lnTo>
                  <a:lnTo>
                    <a:pt x="34993" y="1652779"/>
                  </a:lnTo>
                  <a:lnTo>
                    <a:pt x="35619" y="1652256"/>
                  </a:lnTo>
                  <a:lnTo>
                    <a:pt x="36246" y="1651779"/>
                  </a:lnTo>
                  <a:lnTo>
                    <a:pt x="36873" y="1651303"/>
                  </a:lnTo>
                  <a:lnTo>
                    <a:pt x="37499" y="1650815"/>
                  </a:lnTo>
                  <a:lnTo>
                    <a:pt x="38126" y="1650316"/>
                  </a:lnTo>
                  <a:lnTo>
                    <a:pt x="38752" y="1649803"/>
                  </a:lnTo>
                  <a:lnTo>
                    <a:pt x="39379" y="1649289"/>
                  </a:lnTo>
                  <a:lnTo>
                    <a:pt x="40005" y="1648779"/>
                  </a:lnTo>
                  <a:lnTo>
                    <a:pt x="40632" y="1648300"/>
                  </a:lnTo>
                  <a:lnTo>
                    <a:pt x="41258" y="1647871"/>
                  </a:lnTo>
                  <a:lnTo>
                    <a:pt x="41885" y="1647480"/>
                  </a:lnTo>
                  <a:lnTo>
                    <a:pt x="42512" y="1647113"/>
                  </a:lnTo>
                  <a:lnTo>
                    <a:pt x="43138" y="1646743"/>
                  </a:lnTo>
                  <a:lnTo>
                    <a:pt x="43765" y="1646360"/>
                  </a:lnTo>
                  <a:lnTo>
                    <a:pt x="44391" y="1645939"/>
                  </a:lnTo>
                  <a:lnTo>
                    <a:pt x="45018" y="1645467"/>
                  </a:lnTo>
                  <a:lnTo>
                    <a:pt x="45644" y="1644963"/>
                  </a:lnTo>
                  <a:lnTo>
                    <a:pt x="46271" y="1644480"/>
                  </a:lnTo>
                  <a:lnTo>
                    <a:pt x="46897" y="1644035"/>
                  </a:lnTo>
                  <a:lnTo>
                    <a:pt x="47524" y="1643648"/>
                  </a:lnTo>
                  <a:lnTo>
                    <a:pt x="48151" y="1643309"/>
                  </a:lnTo>
                  <a:lnTo>
                    <a:pt x="48777" y="1642984"/>
                  </a:lnTo>
                  <a:lnTo>
                    <a:pt x="49404" y="1642647"/>
                  </a:lnTo>
                  <a:lnTo>
                    <a:pt x="50030" y="1642270"/>
                  </a:lnTo>
                  <a:lnTo>
                    <a:pt x="50657" y="1641838"/>
                  </a:lnTo>
                  <a:lnTo>
                    <a:pt x="51283" y="1641359"/>
                  </a:lnTo>
                  <a:lnTo>
                    <a:pt x="51910" y="1640840"/>
                  </a:lnTo>
                  <a:lnTo>
                    <a:pt x="52536" y="1640296"/>
                  </a:lnTo>
                  <a:lnTo>
                    <a:pt x="53163" y="1639769"/>
                  </a:lnTo>
                  <a:lnTo>
                    <a:pt x="53790" y="1639260"/>
                  </a:lnTo>
                  <a:lnTo>
                    <a:pt x="54416" y="1638774"/>
                  </a:lnTo>
                  <a:lnTo>
                    <a:pt x="55043" y="1638293"/>
                  </a:lnTo>
                  <a:lnTo>
                    <a:pt x="55669" y="1637831"/>
                  </a:lnTo>
                  <a:lnTo>
                    <a:pt x="56296" y="1637404"/>
                  </a:lnTo>
                  <a:lnTo>
                    <a:pt x="56922" y="1636985"/>
                  </a:lnTo>
                  <a:lnTo>
                    <a:pt x="57549" y="1636587"/>
                  </a:lnTo>
                  <a:lnTo>
                    <a:pt x="58175" y="1636247"/>
                  </a:lnTo>
                  <a:lnTo>
                    <a:pt x="58802" y="1635994"/>
                  </a:lnTo>
                  <a:lnTo>
                    <a:pt x="59429" y="1635818"/>
                  </a:lnTo>
                  <a:lnTo>
                    <a:pt x="60055" y="1635721"/>
                  </a:lnTo>
                  <a:lnTo>
                    <a:pt x="60682" y="1635692"/>
                  </a:lnTo>
                  <a:lnTo>
                    <a:pt x="61308" y="1635745"/>
                  </a:lnTo>
                  <a:lnTo>
                    <a:pt x="61935" y="1635881"/>
                  </a:lnTo>
                  <a:lnTo>
                    <a:pt x="62561" y="1636081"/>
                  </a:lnTo>
                  <a:lnTo>
                    <a:pt x="63188" y="1636365"/>
                  </a:lnTo>
                  <a:lnTo>
                    <a:pt x="63814" y="1636747"/>
                  </a:lnTo>
                  <a:lnTo>
                    <a:pt x="64441" y="1637232"/>
                  </a:lnTo>
                  <a:lnTo>
                    <a:pt x="65068" y="1637819"/>
                  </a:lnTo>
                  <a:lnTo>
                    <a:pt x="65694" y="1638497"/>
                  </a:lnTo>
                  <a:lnTo>
                    <a:pt x="66321" y="1639289"/>
                  </a:lnTo>
                  <a:lnTo>
                    <a:pt x="66947" y="1640223"/>
                  </a:lnTo>
                  <a:lnTo>
                    <a:pt x="67574" y="1641295"/>
                  </a:lnTo>
                  <a:lnTo>
                    <a:pt x="68200" y="1642502"/>
                  </a:lnTo>
                  <a:lnTo>
                    <a:pt x="68827" y="1643874"/>
                  </a:lnTo>
                  <a:lnTo>
                    <a:pt x="69453" y="1645410"/>
                  </a:lnTo>
                  <a:lnTo>
                    <a:pt x="70080" y="1647109"/>
                  </a:lnTo>
                  <a:lnTo>
                    <a:pt x="70707" y="1648941"/>
                  </a:lnTo>
                  <a:lnTo>
                    <a:pt x="71333" y="1650910"/>
                  </a:lnTo>
                  <a:lnTo>
                    <a:pt x="71960" y="1652997"/>
                  </a:lnTo>
                  <a:lnTo>
                    <a:pt x="72586" y="1655190"/>
                  </a:lnTo>
                  <a:lnTo>
                    <a:pt x="73213" y="1657464"/>
                  </a:lnTo>
                  <a:lnTo>
                    <a:pt x="73839" y="1659805"/>
                  </a:lnTo>
                  <a:lnTo>
                    <a:pt x="74466" y="1662201"/>
                  </a:lnTo>
                  <a:lnTo>
                    <a:pt x="75092" y="1664655"/>
                  </a:lnTo>
                  <a:lnTo>
                    <a:pt x="75719" y="1667163"/>
                  </a:lnTo>
                  <a:lnTo>
                    <a:pt x="76346" y="1669700"/>
                  </a:lnTo>
                  <a:lnTo>
                    <a:pt x="76972" y="1672264"/>
                  </a:lnTo>
                  <a:lnTo>
                    <a:pt x="77599" y="1674856"/>
                  </a:lnTo>
                  <a:lnTo>
                    <a:pt x="78225" y="1677444"/>
                  </a:lnTo>
                  <a:lnTo>
                    <a:pt x="78852" y="1680022"/>
                  </a:lnTo>
                  <a:lnTo>
                    <a:pt x="79478" y="1682589"/>
                  </a:lnTo>
                  <a:lnTo>
                    <a:pt x="80105" y="1685149"/>
                  </a:lnTo>
                  <a:lnTo>
                    <a:pt x="80731" y="1687694"/>
                  </a:lnTo>
                  <a:lnTo>
                    <a:pt x="81358" y="1690220"/>
                  </a:lnTo>
                  <a:lnTo>
                    <a:pt x="81985" y="1692727"/>
                  </a:lnTo>
                  <a:lnTo>
                    <a:pt x="82611" y="1695212"/>
                  </a:lnTo>
                  <a:lnTo>
                    <a:pt x="83238" y="1697666"/>
                  </a:lnTo>
                  <a:lnTo>
                    <a:pt x="83864" y="1700081"/>
                  </a:lnTo>
                  <a:lnTo>
                    <a:pt x="84491" y="1702453"/>
                  </a:lnTo>
                  <a:lnTo>
                    <a:pt x="85117" y="1704755"/>
                  </a:lnTo>
                  <a:lnTo>
                    <a:pt x="85744" y="1706986"/>
                  </a:lnTo>
                  <a:lnTo>
                    <a:pt x="86370" y="1709143"/>
                  </a:lnTo>
                  <a:lnTo>
                    <a:pt x="86997" y="1711203"/>
                  </a:lnTo>
                  <a:lnTo>
                    <a:pt x="87624" y="1713150"/>
                  </a:lnTo>
                  <a:lnTo>
                    <a:pt x="88250" y="1714987"/>
                  </a:lnTo>
                  <a:lnTo>
                    <a:pt x="88877" y="1716704"/>
                  </a:lnTo>
                  <a:lnTo>
                    <a:pt x="89503" y="1718297"/>
                  </a:lnTo>
                  <a:lnTo>
                    <a:pt x="90130" y="1719752"/>
                  </a:lnTo>
                  <a:lnTo>
                    <a:pt x="90756" y="1721061"/>
                  </a:lnTo>
                  <a:lnTo>
                    <a:pt x="91383" y="1722221"/>
                  </a:lnTo>
                  <a:lnTo>
                    <a:pt x="92009" y="1723240"/>
                  </a:lnTo>
                  <a:lnTo>
                    <a:pt x="92636" y="1724125"/>
                  </a:lnTo>
                  <a:lnTo>
                    <a:pt x="93263" y="1724887"/>
                  </a:lnTo>
                  <a:lnTo>
                    <a:pt x="93889" y="1725516"/>
                  </a:lnTo>
                  <a:lnTo>
                    <a:pt x="94516" y="1726039"/>
                  </a:lnTo>
                  <a:lnTo>
                    <a:pt x="95142" y="1726442"/>
                  </a:lnTo>
                  <a:lnTo>
                    <a:pt x="95769" y="1726712"/>
                  </a:lnTo>
                  <a:lnTo>
                    <a:pt x="96395" y="1726857"/>
                  </a:lnTo>
                  <a:lnTo>
                    <a:pt x="97022" y="1726889"/>
                  </a:lnTo>
                  <a:lnTo>
                    <a:pt x="97648" y="1726803"/>
                  </a:lnTo>
                  <a:lnTo>
                    <a:pt x="98275" y="1726624"/>
                  </a:lnTo>
                  <a:lnTo>
                    <a:pt x="98902" y="1726359"/>
                  </a:lnTo>
                  <a:lnTo>
                    <a:pt x="99528" y="1726023"/>
                  </a:lnTo>
                  <a:lnTo>
                    <a:pt x="100155" y="1725630"/>
                  </a:lnTo>
                  <a:lnTo>
                    <a:pt x="100781" y="1725167"/>
                  </a:lnTo>
                  <a:lnTo>
                    <a:pt x="101408" y="1724619"/>
                  </a:lnTo>
                  <a:lnTo>
                    <a:pt x="102034" y="1723976"/>
                  </a:lnTo>
                  <a:lnTo>
                    <a:pt x="102661" y="1723250"/>
                  </a:lnTo>
                  <a:lnTo>
                    <a:pt x="103287" y="1722443"/>
                  </a:lnTo>
                  <a:lnTo>
                    <a:pt x="103914" y="1721570"/>
                  </a:lnTo>
                  <a:lnTo>
                    <a:pt x="104541" y="1720641"/>
                  </a:lnTo>
                  <a:lnTo>
                    <a:pt x="105167" y="1719666"/>
                  </a:lnTo>
                  <a:lnTo>
                    <a:pt x="105794" y="1718657"/>
                  </a:lnTo>
                  <a:lnTo>
                    <a:pt x="106420" y="1717624"/>
                  </a:lnTo>
                  <a:lnTo>
                    <a:pt x="107047" y="1716557"/>
                  </a:lnTo>
                  <a:lnTo>
                    <a:pt x="107673" y="1715457"/>
                  </a:lnTo>
                  <a:lnTo>
                    <a:pt x="108300" y="1714325"/>
                  </a:lnTo>
                  <a:lnTo>
                    <a:pt x="108926" y="1713141"/>
                  </a:lnTo>
                  <a:lnTo>
                    <a:pt x="109553" y="1711883"/>
                  </a:lnTo>
                  <a:lnTo>
                    <a:pt x="110180" y="1710552"/>
                  </a:lnTo>
                  <a:lnTo>
                    <a:pt x="110806" y="1709164"/>
                  </a:lnTo>
                  <a:lnTo>
                    <a:pt x="111433" y="1707739"/>
                  </a:lnTo>
                  <a:lnTo>
                    <a:pt x="112059" y="1706285"/>
                  </a:lnTo>
                  <a:lnTo>
                    <a:pt x="112686" y="1704803"/>
                  </a:lnTo>
                  <a:lnTo>
                    <a:pt x="113312" y="1703295"/>
                  </a:lnTo>
                  <a:lnTo>
                    <a:pt x="113939" y="1701762"/>
                  </a:lnTo>
                  <a:lnTo>
                    <a:pt x="114565" y="1700210"/>
                  </a:lnTo>
                  <a:lnTo>
                    <a:pt x="115192" y="1698623"/>
                  </a:lnTo>
                  <a:lnTo>
                    <a:pt x="115819" y="1696971"/>
                  </a:lnTo>
                  <a:lnTo>
                    <a:pt x="116445" y="1695243"/>
                  </a:lnTo>
                  <a:lnTo>
                    <a:pt x="117072" y="1693429"/>
                  </a:lnTo>
                  <a:lnTo>
                    <a:pt x="117698" y="1691541"/>
                  </a:lnTo>
                  <a:lnTo>
                    <a:pt x="118325" y="1689574"/>
                  </a:lnTo>
                  <a:lnTo>
                    <a:pt x="118951" y="1687558"/>
                  </a:lnTo>
                  <a:lnTo>
                    <a:pt x="119578" y="1685515"/>
                  </a:lnTo>
                  <a:lnTo>
                    <a:pt x="120204" y="1683441"/>
                  </a:lnTo>
                  <a:lnTo>
                    <a:pt x="120831" y="1681347"/>
                  </a:lnTo>
                  <a:lnTo>
                    <a:pt x="121458" y="1679230"/>
                  </a:lnTo>
                  <a:lnTo>
                    <a:pt x="122084" y="1677090"/>
                  </a:lnTo>
                  <a:lnTo>
                    <a:pt x="122711" y="1674933"/>
                  </a:lnTo>
                  <a:lnTo>
                    <a:pt x="123337" y="1672768"/>
                  </a:lnTo>
                  <a:lnTo>
                    <a:pt x="123964" y="1670587"/>
                  </a:lnTo>
                  <a:lnTo>
                    <a:pt x="124590" y="1668394"/>
                  </a:lnTo>
                  <a:lnTo>
                    <a:pt x="125217" y="1666197"/>
                  </a:lnTo>
                  <a:lnTo>
                    <a:pt x="125843" y="1663997"/>
                  </a:lnTo>
                  <a:lnTo>
                    <a:pt x="126470" y="1661794"/>
                  </a:lnTo>
                  <a:lnTo>
                    <a:pt x="127097" y="1659579"/>
                  </a:lnTo>
                  <a:lnTo>
                    <a:pt x="127723" y="1657358"/>
                  </a:lnTo>
                  <a:lnTo>
                    <a:pt x="128350" y="1655116"/>
                  </a:lnTo>
                  <a:lnTo>
                    <a:pt x="128976" y="1652844"/>
                  </a:lnTo>
                  <a:lnTo>
                    <a:pt x="129603" y="1650537"/>
                  </a:lnTo>
                  <a:lnTo>
                    <a:pt x="130229" y="1648174"/>
                  </a:lnTo>
                  <a:lnTo>
                    <a:pt x="130856" y="1645750"/>
                  </a:lnTo>
                  <a:lnTo>
                    <a:pt x="131482" y="1643263"/>
                  </a:lnTo>
                  <a:lnTo>
                    <a:pt x="132109" y="1640708"/>
                  </a:lnTo>
                  <a:lnTo>
                    <a:pt x="132736" y="1638096"/>
                  </a:lnTo>
                  <a:lnTo>
                    <a:pt x="133362" y="1635465"/>
                  </a:lnTo>
                  <a:lnTo>
                    <a:pt x="133989" y="1632831"/>
                  </a:lnTo>
                  <a:lnTo>
                    <a:pt x="134615" y="1630210"/>
                  </a:lnTo>
                  <a:lnTo>
                    <a:pt x="135242" y="1627621"/>
                  </a:lnTo>
                  <a:lnTo>
                    <a:pt x="135868" y="1625059"/>
                  </a:lnTo>
                  <a:lnTo>
                    <a:pt x="136495" y="1622526"/>
                  </a:lnTo>
                  <a:lnTo>
                    <a:pt x="137121" y="1620036"/>
                  </a:lnTo>
                  <a:lnTo>
                    <a:pt x="137748" y="1617590"/>
                  </a:lnTo>
                  <a:lnTo>
                    <a:pt x="138375" y="1615184"/>
                  </a:lnTo>
                  <a:lnTo>
                    <a:pt x="139001" y="1612824"/>
                  </a:lnTo>
                  <a:lnTo>
                    <a:pt x="139628" y="1610518"/>
                  </a:lnTo>
                  <a:lnTo>
                    <a:pt x="140254" y="1608261"/>
                  </a:lnTo>
                  <a:lnTo>
                    <a:pt x="140881" y="1606070"/>
                  </a:lnTo>
                  <a:lnTo>
                    <a:pt x="141507" y="1603958"/>
                  </a:lnTo>
                  <a:lnTo>
                    <a:pt x="142134" y="1601924"/>
                  </a:lnTo>
                  <a:lnTo>
                    <a:pt x="142760" y="1599940"/>
                  </a:lnTo>
                  <a:lnTo>
                    <a:pt x="143387" y="1597999"/>
                  </a:lnTo>
                  <a:lnTo>
                    <a:pt x="144014" y="1596093"/>
                  </a:lnTo>
                  <a:lnTo>
                    <a:pt x="144640" y="1594226"/>
                  </a:lnTo>
                  <a:lnTo>
                    <a:pt x="145267" y="1592399"/>
                  </a:lnTo>
                  <a:lnTo>
                    <a:pt x="145893" y="1590609"/>
                  </a:lnTo>
                  <a:lnTo>
                    <a:pt x="146520" y="1588855"/>
                  </a:lnTo>
                  <a:lnTo>
                    <a:pt x="147146" y="1587144"/>
                  </a:lnTo>
                  <a:lnTo>
                    <a:pt x="147773" y="1585500"/>
                  </a:lnTo>
                  <a:lnTo>
                    <a:pt x="148399" y="1583923"/>
                  </a:lnTo>
                  <a:lnTo>
                    <a:pt x="149026" y="1582413"/>
                  </a:lnTo>
                  <a:lnTo>
                    <a:pt x="149653" y="1580981"/>
                  </a:lnTo>
                  <a:lnTo>
                    <a:pt x="150279" y="1579638"/>
                  </a:lnTo>
                  <a:lnTo>
                    <a:pt x="150906" y="1578370"/>
                  </a:lnTo>
                  <a:lnTo>
                    <a:pt x="151532" y="1577184"/>
                  </a:lnTo>
                  <a:lnTo>
                    <a:pt x="152159" y="1576087"/>
                  </a:lnTo>
                  <a:lnTo>
                    <a:pt x="152785" y="1575079"/>
                  </a:lnTo>
                  <a:lnTo>
                    <a:pt x="153412" y="1574163"/>
                  </a:lnTo>
                  <a:lnTo>
                    <a:pt x="154038" y="1573338"/>
                  </a:lnTo>
                  <a:lnTo>
                    <a:pt x="154665" y="1572602"/>
                  </a:lnTo>
                  <a:lnTo>
                    <a:pt x="155292" y="1571953"/>
                  </a:lnTo>
                  <a:lnTo>
                    <a:pt x="155918" y="1571388"/>
                  </a:lnTo>
                  <a:lnTo>
                    <a:pt x="156545" y="1570920"/>
                  </a:lnTo>
                  <a:lnTo>
                    <a:pt x="157171" y="1570523"/>
                  </a:lnTo>
                  <a:lnTo>
                    <a:pt x="157798" y="1570218"/>
                  </a:lnTo>
                  <a:lnTo>
                    <a:pt x="158424" y="1570010"/>
                  </a:lnTo>
                  <a:lnTo>
                    <a:pt x="159051" y="1569890"/>
                  </a:lnTo>
                  <a:lnTo>
                    <a:pt x="159677" y="1569846"/>
                  </a:lnTo>
                  <a:lnTo>
                    <a:pt x="160304" y="1569907"/>
                  </a:lnTo>
                  <a:lnTo>
                    <a:pt x="160931" y="1570058"/>
                  </a:lnTo>
                  <a:lnTo>
                    <a:pt x="161557" y="1570303"/>
                  </a:lnTo>
                  <a:lnTo>
                    <a:pt x="162184" y="1570663"/>
                  </a:lnTo>
                  <a:lnTo>
                    <a:pt x="162810" y="1571143"/>
                  </a:lnTo>
                  <a:lnTo>
                    <a:pt x="163437" y="1571750"/>
                  </a:lnTo>
                  <a:lnTo>
                    <a:pt x="164063" y="1572505"/>
                  </a:lnTo>
                  <a:lnTo>
                    <a:pt x="164690" y="1573420"/>
                  </a:lnTo>
                  <a:lnTo>
                    <a:pt x="165316" y="1574477"/>
                  </a:lnTo>
                  <a:lnTo>
                    <a:pt x="165943" y="1575645"/>
                  </a:lnTo>
                  <a:lnTo>
                    <a:pt x="166570" y="1576917"/>
                  </a:lnTo>
                  <a:lnTo>
                    <a:pt x="167196" y="1578267"/>
                  </a:lnTo>
                  <a:lnTo>
                    <a:pt x="167823" y="1579704"/>
                  </a:lnTo>
                  <a:lnTo>
                    <a:pt x="168449" y="1581231"/>
                  </a:lnTo>
                  <a:lnTo>
                    <a:pt x="169076" y="1582852"/>
                  </a:lnTo>
                  <a:lnTo>
                    <a:pt x="169702" y="1584552"/>
                  </a:lnTo>
                  <a:lnTo>
                    <a:pt x="170329" y="1586340"/>
                  </a:lnTo>
                  <a:lnTo>
                    <a:pt x="170955" y="1588211"/>
                  </a:lnTo>
                  <a:lnTo>
                    <a:pt x="171582" y="1590148"/>
                  </a:lnTo>
                  <a:lnTo>
                    <a:pt x="172209" y="1592148"/>
                  </a:lnTo>
                  <a:lnTo>
                    <a:pt x="172835" y="1594198"/>
                  </a:lnTo>
                  <a:lnTo>
                    <a:pt x="173462" y="1596281"/>
                  </a:lnTo>
                  <a:lnTo>
                    <a:pt x="174088" y="1598379"/>
                  </a:lnTo>
                  <a:lnTo>
                    <a:pt x="174715" y="1600484"/>
                  </a:lnTo>
                  <a:lnTo>
                    <a:pt x="175341" y="1602618"/>
                  </a:lnTo>
                  <a:lnTo>
                    <a:pt x="175968" y="1604786"/>
                  </a:lnTo>
                  <a:lnTo>
                    <a:pt x="176594" y="1606980"/>
                  </a:lnTo>
                  <a:lnTo>
                    <a:pt x="177221" y="1609185"/>
                  </a:lnTo>
                  <a:lnTo>
                    <a:pt x="177848" y="1611415"/>
                  </a:lnTo>
                  <a:lnTo>
                    <a:pt x="178474" y="1613673"/>
                  </a:lnTo>
                  <a:lnTo>
                    <a:pt x="179101" y="1615968"/>
                  </a:lnTo>
                  <a:lnTo>
                    <a:pt x="179727" y="1618304"/>
                  </a:lnTo>
                  <a:lnTo>
                    <a:pt x="180354" y="1620680"/>
                  </a:lnTo>
                  <a:lnTo>
                    <a:pt x="180980" y="1623106"/>
                  </a:lnTo>
                  <a:lnTo>
                    <a:pt x="181607" y="1625561"/>
                  </a:lnTo>
                  <a:lnTo>
                    <a:pt x="182233" y="1628024"/>
                  </a:lnTo>
                  <a:lnTo>
                    <a:pt x="182860" y="1630499"/>
                  </a:lnTo>
                  <a:lnTo>
                    <a:pt x="183487" y="1632970"/>
                  </a:lnTo>
                  <a:lnTo>
                    <a:pt x="184113" y="1635434"/>
                  </a:lnTo>
                  <a:lnTo>
                    <a:pt x="184740" y="1637892"/>
                  </a:lnTo>
                  <a:lnTo>
                    <a:pt x="185366" y="1640334"/>
                  </a:lnTo>
                  <a:lnTo>
                    <a:pt x="185993" y="1642758"/>
                  </a:lnTo>
                  <a:lnTo>
                    <a:pt x="186619" y="1645167"/>
                  </a:lnTo>
                  <a:lnTo>
                    <a:pt x="187246" y="1647541"/>
                  </a:lnTo>
                  <a:lnTo>
                    <a:pt x="187872" y="1649860"/>
                  </a:lnTo>
                  <a:lnTo>
                    <a:pt x="188499" y="1652117"/>
                  </a:lnTo>
                  <a:lnTo>
                    <a:pt x="189126" y="1654298"/>
                  </a:lnTo>
                  <a:lnTo>
                    <a:pt x="189752" y="1656404"/>
                  </a:lnTo>
                  <a:lnTo>
                    <a:pt x="190379" y="1658423"/>
                  </a:lnTo>
                  <a:lnTo>
                    <a:pt x="191005" y="1660361"/>
                  </a:lnTo>
                  <a:lnTo>
                    <a:pt x="191632" y="1662249"/>
                  </a:lnTo>
                  <a:lnTo>
                    <a:pt x="192258" y="1664069"/>
                  </a:lnTo>
                  <a:lnTo>
                    <a:pt x="192885" y="1665832"/>
                  </a:lnTo>
                  <a:lnTo>
                    <a:pt x="193511" y="1667537"/>
                  </a:lnTo>
                  <a:lnTo>
                    <a:pt x="194138" y="1669154"/>
                  </a:lnTo>
                  <a:lnTo>
                    <a:pt x="194765" y="1670664"/>
                  </a:lnTo>
                  <a:lnTo>
                    <a:pt x="195391" y="1672054"/>
                  </a:lnTo>
                  <a:lnTo>
                    <a:pt x="196018" y="1673286"/>
                  </a:lnTo>
                  <a:lnTo>
                    <a:pt x="196644" y="1674345"/>
                  </a:lnTo>
                  <a:lnTo>
                    <a:pt x="197271" y="1675246"/>
                  </a:lnTo>
                  <a:lnTo>
                    <a:pt x="197897" y="1675994"/>
                  </a:lnTo>
                  <a:lnTo>
                    <a:pt x="198524" y="1676601"/>
                  </a:lnTo>
                  <a:lnTo>
                    <a:pt x="199150" y="1677070"/>
                  </a:lnTo>
                  <a:lnTo>
                    <a:pt x="199777" y="1677386"/>
                  </a:lnTo>
                  <a:lnTo>
                    <a:pt x="200404" y="1677537"/>
                  </a:lnTo>
                  <a:lnTo>
                    <a:pt x="201030" y="1677512"/>
                  </a:lnTo>
                  <a:lnTo>
                    <a:pt x="201657" y="1677328"/>
                  </a:lnTo>
                  <a:lnTo>
                    <a:pt x="202283" y="1676986"/>
                  </a:lnTo>
                  <a:lnTo>
                    <a:pt x="202910" y="1676488"/>
                  </a:lnTo>
                  <a:lnTo>
                    <a:pt x="203536" y="1675858"/>
                  </a:lnTo>
                  <a:lnTo>
                    <a:pt x="204163" y="1675118"/>
                  </a:lnTo>
                  <a:lnTo>
                    <a:pt x="204789" y="1674278"/>
                  </a:lnTo>
                  <a:lnTo>
                    <a:pt x="205416" y="1673391"/>
                  </a:lnTo>
                  <a:lnTo>
                    <a:pt x="206043" y="1672469"/>
                  </a:lnTo>
                  <a:lnTo>
                    <a:pt x="206669" y="1671527"/>
                  </a:lnTo>
                  <a:lnTo>
                    <a:pt x="207296" y="1670528"/>
                  </a:lnTo>
                  <a:lnTo>
                    <a:pt x="207922" y="1669467"/>
                  </a:lnTo>
                  <a:lnTo>
                    <a:pt x="208549" y="1668352"/>
                  </a:lnTo>
                  <a:lnTo>
                    <a:pt x="209175" y="1667202"/>
                  </a:lnTo>
                  <a:lnTo>
                    <a:pt x="209802" y="1666022"/>
                  </a:lnTo>
                  <a:lnTo>
                    <a:pt x="210428" y="1664821"/>
                  </a:lnTo>
                  <a:lnTo>
                    <a:pt x="211055" y="1663593"/>
                  </a:lnTo>
                  <a:lnTo>
                    <a:pt x="211681" y="1662338"/>
                  </a:lnTo>
                  <a:lnTo>
                    <a:pt x="212308" y="1661062"/>
                  </a:lnTo>
                  <a:lnTo>
                    <a:pt x="212935" y="1659764"/>
                  </a:lnTo>
                  <a:lnTo>
                    <a:pt x="213561" y="1658445"/>
                  </a:lnTo>
                  <a:lnTo>
                    <a:pt x="214188" y="1657118"/>
                  </a:lnTo>
                  <a:lnTo>
                    <a:pt x="214814" y="1655788"/>
                  </a:lnTo>
                  <a:lnTo>
                    <a:pt x="215441" y="1654453"/>
                  </a:lnTo>
                  <a:lnTo>
                    <a:pt x="216067" y="1653113"/>
                  </a:lnTo>
                  <a:lnTo>
                    <a:pt x="216694" y="1651768"/>
                  </a:lnTo>
                  <a:lnTo>
                    <a:pt x="217320" y="1650425"/>
                  </a:lnTo>
                  <a:lnTo>
                    <a:pt x="217947" y="1649088"/>
                  </a:lnTo>
                  <a:lnTo>
                    <a:pt x="218574" y="1647757"/>
                  </a:lnTo>
                  <a:lnTo>
                    <a:pt x="219200" y="1646426"/>
                  </a:lnTo>
                  <a:lnTo>
                    <a:pt x="219827" y="1645116"/>
                  </a:lnTo>
                  <a:lnTo>
                    <a:pt x="220453" y="1643810"/>
                  </a:lnTo>
                  <a:lnTo>
                    <a:pt x="221080" y="1642501"/>
                  </a:lnTo>
                  <a:lnTo>
                    <a:pt x="221706" y="1641172"/>
                  </a:lnTo>
                  <a:lnTo>
                    <a:pt x="222333" y="1639827"/>
                  </a:lnTo>
                  <a:lnTo>
                    <a:pt x="222959" y="1638478"/>
                  </a:lnTo>
                  <a:lnTo>
                    <a:pt x="223586" y="1637107"/>
                  </a:lnTo>
                  <a:lnTo>
                    <a:pt x="224213" y="1635701"/>
                  </a:lnTo>
                  <a:lnTo>
                    <a:pt x="224839" y="1634239"/>
                  </a:lnTo>
                  <a:lnTo>
                    <a:pt x="225466" y="1632711"/>
                  </a:lnTo>
                  <a:lnTo>
                    <a:pt x="226092" y="1631119"/>
                  </a:lnTo>
                  <a:lnTo>
                    <a:pt x="226719" y="1629464"/>
                  </a:lnTo>
                  <a:lnTo>
                    <a:pt x="227345" y="1627744"/>
                  </a:lnTo>
                  <a:lnTo>
                    <a:pt x="227972" y="1625982"/>
                  </a:lnTo>
                  <a:lnTo>
                    <a:pt x="228598" y="1624217"/>
                  </a:lnTo>
                  <a:lnTo>
                    <a:pt x="229225" y="1622433"/>
                  </a:lnTo>
                  <a:lnTo>
                    <a:pt x="229852" y="1620651"/>
                  </a:lnTo>
                  <a:lnTo>
                    <a:pt x="230478" y="1618882"/>
                  </a:lnTo>
                  <a:lnTo>
                    <a:pt x="231105" y="1617130"/>
                  </a:lnTo>
                  <a:lnTo>
                    <a:pt x="231731" y="1615383"/>
                  </a:lnTo>
                  <a:lnTo>
                    <a:pt x="232358" y="1613644"/>
                  </a:lnTo>
                  <a:lnTo>
                    <a:pt x="232984" y="1611914"/>
                  </a:lnTo>
                  <a:lnTo>
                    <a:pt x="233611" y="1610197"/>
                  </a:lnTo>
                  <a:lnTo>
                    <a:pt x="234237" y="1608495"/>
                  </a:lnTo>
                  <a:lnTo>
                    <a:pt x="234864" y="1606832"/>
                  </a:lnTo>
                  <a:lnTo>
                    <a:pt x="235491" y="1605202"/>
                  </a:lnTo>
                  <a:lnTo>
                    <a:pt x="236117" y="1603602"/>
                  </a:lnTo>
                  <a:lnTo>
                    <a:pt x="236744" y="1602025"/>
                  </a:lnTo>
                  <a:lnTo>
                    <a:pt x="237370" y="1600432"/>
                  </a:lnTo>
                  <a:lnTo>
                    <a:pt x="237997" y="1598797"/>
                  </a:lnTo>
                  <a:lnTo>
                    <a:pt x="238623" y="1597116"/>
                  </a:lnTo>
                  <a:lnTo>
                    <a:pt x="239250" y="1595399"/>
                  </a:lnTo>
                  <a:lnTo>
                    <a:pt x="239876" y="1593662"/>
                  </a:lnTo>
                  <a:lnTo>
                    <a:pt x="240503" y="1591895"/>
                  </a:lnTo>
                  <a:lnTo>
                    <a:pt x="241130" y="1590123"/>
                  </a:lnTo>
                  <a:lnTo>
                    <a:pt x="241756" y="1588340"/>
                  </a:lnTo>
                  <a:lnTo>
                    <a:pt x="242383" y="1586521"/>
                  </a:lnTo>
                  <a:lnTo>
                    <a:pt x="243009" y="1584665"/>
                  </a:lnTo>
                  <a:lnTo>
                    <a:pt x="243636" y="1582777"/>
                  </a:lnTo>
                  <a:lnTo>
                    <a:pt x="244262" y="1580849"/>
                  </a:lnTo>
                  <a:lnTo>
                    <a:pt x="244889" y="1578892"/>
                  </a:lnTo>
                  <a:lnTo>
                    <a:pt x="245515" y="1576922"/>
                  </a:lnTo>
                  <a:lnTo>
                    <a:pt x="246142" y="1574956"/>
                  </a:lnTo>
                  <a:lnTo>
                    <a:pt x="246769" y="1573000"/>
                  </a:lnTo>
                  <a:lnTo>
                    <a:pt x="247395" y="1571049"/>
                  </a:lnTo>
                  <a:lnTo>
                    <a:pt x="248022" y="1569113"/>
                  </a:lnTo>
                  <a:lnTo>
                    <a:pt x="248648" y="1567190"/>
                  </a:lnTo>
                  <a:lnTo>
                    <a:pt x="249275" y="1565279"/>
                  </a:lnTo>
                  <a:lnTo>
                    <a:pt x="249901" y="1563402"/>
                  </a:lnTo>
                  <a:lnTo>
                    <a:pt x="250528" y="1561566"/>
                  </a:lnTo>
                  <a:lnTo>
                    <a:pt x="251154" y="1559788"/>
                  </a:lnTo>
                  <a:lnTo>
                    <a:pt x="251781" y="1558085"/>
                  </a:lnTo>
                  <a:lnTo>
                    <a:pt x="252408" y="1556462"/>
                  </a:lnTo>
                  <a:lnTo>
                    <a:pt x="253034" y="1554941"/>
                  </a:lnTo>
                  <a:lnTo>
                    <a:pt x="253661" y="1553513"/>
                  </a:lnTo>
                  <a:lnTo>
                    <a:pt x="254287" y="1552153"/>
                  </a:lnTo>
                  <a:lnTo>
                    <a:pt x="254914" y="1550851"/>
                  </a:lnTo>
                  <a:lnTo>
                    <a:pt x="255540" y="1549609"/>
                  </a:lnTo>
                  <a:lnTo>
                    <a:pt x="256167" y="1548431"/>
                  </a:lnTo>
                  <a:lnTo>
                    <a:pt x="256793" y="1547345"/>
                  </a:lnTo>
                  <a:lnTo>
                    <a:pt x="257420" y="1546380"/>
                  </a:lnTo>
                  <a:lnTo>
                    <a:pt x="258047" y="1545544"/>
                  </a:lnTo>
                  <a:lnTo>
                    <a:pt x="258673" y="1544823"/>
                  </a:lnTo>
                  <a:lnTo>
                    <a:pt x="259300" y="1544217"/>
                  </a:lnTo>
                  <a:lnTo>
                    <a:pt x="259926" y="1543707"/>
                  </a:lnTo>
                  <a:lnTo>
                    <a:pt x="260553" y="1543245"/>
                  </a:lnTo>
                  <a:lnTo>
                    <a:pt x="261179" y="1542828"/>
                  </a:lnTo>
                  <a:lnTo>
                    <a:pt x="261806" y="1542448"/>
                  </a:lnTo>
                  <a:lnTo>
                    <a:pt x="262432" y="1542098"/>
                  </a:lnTo>
                  <a:lnTo>
                    <a:pt x="263059" y="1541801"/>
                  </a:lnTo>
                  <a:lnTo>
                    <a:pt x="263686" y="1541591"/>
                  </a:lnTo>
                  <a:lnTo>
                    <a:pt x="264312" y="1541474"/>
                  </a:lnTo>
                  <a:lnTo>
                    <a:pt x="264939" y="1541447"/>
                  </a:lnTo>
                  <a:lnTo>
                    <a:pt x="265565" y="1541510"/>
                  </a:lnTo>
                  <a:lnTo>
                    <a:pt x="266192" y="1541644"/>
                  </a:lnTo>
                  <a:lnTo>
                    <a:pt x="266818" y="1541816"/>
                  </a:lnTo>
                  <a:lnTo>
                    <a:pt x="267445" y="1542021"/>
                  </a:lnTo>
                  <a:lnTo>
                    <a:pt x="268071" y="1542255"/>
                  </a:lnTo>
                  <a:lnTo>
                    <a:pt x="268698" y="1542532"/>
                  </a:lnTo>
                  <a:lnTo>
                    <a:pt x="269325" y="1542861"/>
                  </a:lnTo>
                  <a:lnTo>
                    <a:pt x="269951" y="1543279"/>
                  </a:lnTo>
                  <a:lnTo>
                    <a:pt x="270578" y="1543787"/>
                  </a:lnTo>
                  <a:lnTo>
                    <a:pt x="271204" y="1544385"/>
                  </a:lnTo>
                  <a:lnTo>
                    <a:pt x="271831" y="1545050"/>
                  </a:lnTo>
                  <a:lnTo>
                    <a:pt x="272457" y="1545779"/>
                  </a:lnTo>
                  <a:lnTo>
                    <a:pt x="273084" y="1546525"/>
                  </a:lnTo>
                  <a:lnTo>
                    <a:pt x="273710" y="1547277"/>
                  </a:lnTo>
                  <a:lnTo>
                    <a:pt x="274337" y="1548049"/>
                  </a:lnTo>
                  <a:lnTo>
                    <a:pt x="274964" y="1548840"/>
                  </a:lnTo>
                  <a:lnTo>
                    <a:pt x="275590" y="1549644"/>
                  </a:lnTo>
                  <a:lnTo>
                    <a:pt x="276217" y="1550472"/>
                  </a:lnTo>
                  <a:lnTo>
                    <a:pt x="276843" y="1551309"/>
                  </a:lnTo>
                  <a:lnTo>
                    <a:pt x="277470" y="1552137"/>
                  </a:lnTo>
                  <a:lnTo>
                    <a:pt x="278096" y="1552936"/>
                  </a:lnTo>
                  <a:lnTo>
                    <a:pt x="278723" y="1553697"/>
                  </a:lnTo>
                  <a:lnTo>
                    <a:pt x="279349" y="1554424"/>
                  </a:lnTo>
                  <a:lnTo>
                    <a:pt x="279976" y="1555112"/>
                  </a:lnTo>
                  <a:lnTo>
                    <a:pt x="280603" y="1555761"/>
                  </a:lnTo>
                  <a:lnTo>
                    <a:pt x="281229" y="1556371"/>
                  </a:lnTo>
                  <a:lnTo>
                    <a:pt x="281856" y="1556946"/>
                  </a:lnTo>
                  <a:lnTo>
                    <a:pt x="282482" y="1557487"/>
                  </a:lnTo>
                  <a:lnTo>
                    <a:pt x="283109" y="1557998"/>
                  </a:lnTo>
                  <a:lnTo>
                    <a:pt x="283735" y="1558484"/>
                  </a:lnTo>
                  <a:lnTo>
                    <a:pt x="284362" y="1558957"/>
                  </a:lnTo>
                  <a:lnTo>
                    <a:pt x="284988" y="1559413"/>
                  </a:lnTo>
                  <a:lnTo>
                    <a:pt x="285615" y="1559865"/>
                  </a:lnTo>
                  <a:lnTo>
                    <a:pt x="286242" y="1560334"/>
                  </a:lnTo>
                  <a:lnTo>
                    <a:pt x="286868" y="1560830"/>
                  </a:lnTo>
                  <a:lnTo>
                    <a:pt x="287495" y="1561371"/>
                  </a:lnTo>
                  <a:lnTo>
                    <a:pt x="288121" y="1561968"/>
                  </a:lnTo>
                  <a:lnTo>
                    <a:pt x="288748" y="1562620"/>
                  </a:lnTo>
                  <a:lnTo>
                    <a:pt x="289374" y="1563321"/>
                  </a:lnTo>
                  <a:lnTo>
                    <a:pt x="290001" y="1564075"/>
                  </a:lnTo>
                  <a:lnTo>
                    <a:pt x="290627" y="1564905"/>
                  </a:lnTo>
                  <a:lnTo>
                    <a:pt x="291254" y="1565791"/>
                  </a:lnTo>
                  <a:lnTo>
                    <a:pt x="291881" y="1566747"/>
                  </a:lnTo>
                  <a:lnTo>
                    <a:pt x="292507" y="1567781"/>
                  </a:lnTo>
                  <a:lnTo>
                    <a:pt x="293134" y="1568883"/>
                  </a:lnTo>
                  <a:lnTo>
                    <a:pt x="293760" y="1570049"/>
                  </a:lnTo>
                  <a:lnTo>
                    <a:pt x="294387" y="1571291"/>
                  </a:lnTo>
                  <a:lnTo>
                    <a:pt x="295013" y="1572584"/>
                  </a:lnTo>
                  <a:lnTo>
                    <a:pt x="295640" y="1573912"/>
                  </a:lnTo>
                  <a:lnTo>
                    <a:pt x="296266" y="1575274"/>
                  </a:lnTo>
                  <a:lnTo>
                    <a:pt x="296893" y="1576669"/>
                  </a:lnTo>
                  <a:lnTo>
                    <a:pt x="297520" y="1578088"/>
                  </a:lnTo>
                  <a:lnTo>
                    <a:pt x="298146" y="1579547"/>
                  </a:lnTo>
                  <a:lnTo>
                    <a:pt x="298773" y="1581053"/>
                  </a:lnTo>
                  <a:lnTo>
                    <a:pt x="299399" y="1582598"/>
                  </a:lnTo>
                  <a:lnTo>
                    <a:pt x="300026" y="1584173"/>
                  </a:lnTo>
                  <a:lnTo>
                    <a:pt x="300652" y="1585784"/>
                  </a:lnTo>
                  <a:lnTo>
                    <a:pt x="301279" y="1587432"/>
                  </a:lnTo>
                  <a:lnTo>
                    <a:pt x="301905" y="1589114"/>
                  </a:lnTo>
                  <a:lnTo>
                    <a:pt x="302532" y="1590832"/>
                  </a:lnTo>
                  <a:lnTo>
                    <a:pt x="303159" y="1592585"/>
                  </a:lnTo>
                  <a:lnTo>
                    <a:pt x="303785" y="1594338"/>
                  </a:lnTo>
                  <a:lnTo>
                    <a:pt x="304412" y="1596098"/>
                  </a:lnTo>
                  <a:lnTo>
                    <a:pt x="305038" y="1597890"/>
                  </a:lnTo>
                  <a:lnTo>
                    <a:pt x="305665" y="1599717"/>
                  </a:lnTo>
                  <a:lnTo>
                    <a:pt x="306291" y="1601571"/>
                  </a:lnTo>
                  <a:lnTo>
                    <a:pt x="306918" y="1603456"/>
                  </a:lnTo>
                  <a:lnTo>
                    <a:pt x="307544" y="1605358"/>
                  </a:lnTo>
                  <a:lnTo>
                    <a:pt x="308171" y="1607265"/>
                  </a:lnTo>
                  <a:lnTo>
                    <a:pt x="308798" y="1609169"/>
                  </a:lnTo>
                  <a:lnTo>
                    <a:pt x="309424" y="1611078"/>
                  </a:lnTo>
                  <a:lnTo>
                    <a:pt x="310051" y="1612990"/>
                  </a:lnTo>
                  <a:lnTo>
                    <a:pt x="310677" y="1614897"/>
                  </a:lnTo>
                  <a:lnTo>
                    <a:pt x="311304" y="1616792"/>
                  </a:lnTo>
                  <a:lnTo>
                    <a:pt x="311930" y="1618675"/>
                  </a:lnTo>
                  <a:lnTo>
                    <a:pt x="312557" y="1620541"/>
                  </a:lnTo>
                  <a:lnTo>
                    <a:pt x="313183" y="1622420"/>
                  </a:lnTo>
                  <a:lnTo>
                    <a:pt x="313810" y="1624288"/>
                  </a:lnTo>
                  <a:lnTo>
                    <a:pt x="314437" y="1626142"/>
                  </a:lnTo>
                  <a:lnTo>
                    <a:pt x="315063" y="1627974"/>
                  </a:lnTo>
                  <a:lnTo>
                    <a:pt x="315690" y="1629766"/>
                  </a:lnTo>
                  <a:lnTo>
                    <a:pt x="316316" y="1631522"/>
                  </a:lnTo>
                  <a:lnTo>
                    <a:pt x="316943" y="1633251"/>
                  </a:lnTo>
                  <a:lnTo>
                    <a:pt x="317569" y="1634962"/>
                  </a:lnTo>
                  <a:lnTo>
                    <a:pt x="318196" y="1636627"/>
                  </a:lnTo>
                  <a:lnTo>
                    <a:pt x="318822" y="1638248"/>
                  </a:lnTo>
                  <a:lnTo>
                    <a:pt x="319449" y="1639811"/>
                  </a:lnTo>
                  <a:lnTo>
                    <a:pt x="320076" y="1641317"/>
                  </a:lnTo>
                  <a:lnTo>
                    <a:pt x="320702" y="1642756"/>
                  </a:lnTo>
                  <a:lnTo>
                    <a:pt x="321329" y="1644148"/>
                  </a:lnTo>
                  <a:lnTo>
                    <a:pt x="321955" y="1645487"/>
                  </a:lnTo>
                  <a:lnTo>
                    <a:pt x="322582" y="1646774"/>
                  </a:lnTo>
                  <a:lnTo>
                    <a:pt x="323208" y="1648009"/>
                  </a:lnTo>
                  <a:lnTo>
                    <a:pt x="323835" y="1649195"/>
                  </a:lnTo>
                  <a:lnTo>
                    <a:pt x="324461" y="1650333"/>
                  </a:lnTo>
                  <a:lnTo>
                    <a:pt x="325088" y="1651431"/>
                  </a:lnTo>
                  <a:lnTo>
                    <a:pt x="325715" y="1652480"/>
                  </a:lnTo>
                  <a:lnTo>
                    <a:pt x="326341" y="1653453"/>
                  </a:lnTo>
                  <a:lnTo>
                    <a:pt x="326968" y="1654345"/>
                  </a:lnTo>
                  <a:lnTo>
                    <a:pt x="327594" y="1655187"/>
                  </a:lnTo>
                  <a:lnTo>
                    <a:pt x="328221" y="1655973"/>
                  </a:lnTo>
                  <a:lnTo>
                    <a:pt x="328847" y="1656708"/>
                  </a:lnTo>
                  <a:lnTo>
                    <a:pt x="329474" y="1657401"/>
                  </a:lnTo>
                  <a:lnTo>
                    <a:pt x="330100" y="1658044"/>
                  </a:lnTo>
                  <a:lnTo>
                    <a:pt x="330727" y="1658615"/>
                  </a:lnTo>
                  <a:lnTo>
                    <a:pt x="331354" y="1659117"/>
                  </a:lnTo>
                  <a:lnTo>
                    <a:pt x="331980" y="1659552"/>
                  </a:lnTo>
                  <a:lnTo>
                    <a:pt x="332607" y="1659941"/>
                  </a:lnTo>
                  <a:lnTo>
                    <a:pt x="333233" y="1660280"/>
                  </a:lnTo>
                  <a:lnTo>
                    <a:pt x="333860" y="1660570"/>
                  </a:lnTo>
                  <a:lnTo>
                    <a:pt x="334486" y="1660812"/>
                  </a:lnTo>
                  <a:lnTo>
                    <a:pt x="335113" y="1661011"/>
                  </a:lnTo>
                  <a:lnTo>
                    <a:pt x="335739" y="1661178"/>
                  </a:lnTo>
                  <a:lnTo>
                    <a:pt x="336366" y="1661320"/>
                  </a:lnTo>
                  <a:lnTo>
                    <a:pt x="336993" y="1661383"/>
                  </a:lnTo>
                  <a:lnTo>
                    <a:pt x="337619" y="1661364"/>
                  </a:lnTo>
                  <a:lnTo>
                    <a:pt x="338246" y="1661268"/>
                  </a:lnTo>
                  <a:lnTo>
                    <a:pt x="338872" y="1661098"/>
                  </a:lnTo>
                  <a:lnTo>
                    <a:pt x="339499" y="1660870"/>
                  </a:lnTo>
                  <a:lnTo>
                    <a:pt x="340125" y="1660598"/>
                  </a:lnTo>
                  <a:lnTo>
                    <a:pt x="340752" y="1660288"/>
                  </a:lnTo>
                  <a:lnTo>
                    <a:pt x="341378" y="1659936"/>
                  </a:lnTo>
                  <a:lnTo>
                    <a:pt x="342005" y="1659551"/>
                  </a:lnTo>
                  <a:lnTo>
                    <a:pt x="342632" y="1659140"/>
                  </a:lnTo>
                  <a:lnTo>
                    <a:pt x="343258" y="1658703"/>
                  </a:lnTo>
                  <a:lnTo>
                    <a:pt x="343885" y="1658245"/>
                  </a:lnTo>
                  <a:lnTo>
                    <a:pt x="344511" y="1657768"/>
                  </a:lnTo>
                  <a:lnTo>
                    <a:pt x="345138" y="1657241"/>
                  </a:lnTo>
                  <a:lnTo>
                    <a:pt x="345764" y="1656644"/>
                  </a:lnTo>
                  <a:lnTo>
                    <a:pt x="346391" y="1656007"/>
                  </a:lnTo>
                  <a:lnTo>
                    <a:pt x="347017" y="1655342"/>
                  </a:lnTo>
                  <a:lnTo>
                    <a:pt x="347644" y="1654652"/>
                  </a:lnTo>
                  <a:lnTo>
                    <a:pt x="348271" y="1653921"/>
                  </a:lnTo>
                  <a:lnTo>
                    <a:pt x="348897" y="1653135"/>
                  </a:lnTo>
                  <a:lnTo>
                    <a:pt x="349524" y="1652301"/>
                  </a:lnTo>
                  <a:lnTo>
                    <a:pt x="350150" y="1651453"/>
                  </a:lnTo>
                  <a:lnTo>
                    <a:pt x="350777" y="1650600"/>
                  </a:lnTo>
                  <a:lnTo>
                    <a:pt x="351403" y="1649736"/>
                  </a:lnTo>
                  <a:lnTo>
                    <a:pt x="352030" y="1648860"/>
                  </a:lnTo>
                  <a:lnTo>
                    <a:pt x="352656" y="1647968"/>
                  </a:lnTo>
                  <a:lnTo>
                    <a:pt x="353283" y="1647037"/>
                  </a:lnTo>
                  <a:lnTo>
                    <a:pt x="353910" y="1646070"/>
                  </a:lnTo>
                  <a:lnTo>
                    <a:pt x="354536" y="1645093"/>
                  </a:lnTo>
                  <a:lnTo>
                    <a:pt x="355163" y="1644154"/>
                  </a:lnTo>
                  <a:lnTo>
                    <a:pt x="355789" y="1643257"/>
                  </a:lnTo>
                  <a:lnTo>
                    <a:pt x="356416" y="1642413"/>
                  </a:lnTo>
                  <a:lnTo>
                    <a:pt x="357042" y="1641629"/>
                  </a:lnTo>
                  <a:lnTo>
                    <a:pt x="357669" y="1640926"/>
                  </a:lnTo>
                  <a:lnTo>
                    <a:pt x="358295" y="1640305"/>
                  </a:lnTo>
                  <a:lnTo>
                    <a:pt x="358922" y="1639766"/>
                  </a:lnTo>
                  <a:lnTo>
                    <a:pt x="359549" y="1639290"/>
                  </a:lnTo>
                  <a:lnTo>
                    <a:pt x="360175" y="1638873"/>
                  </a:lnTo>
                  <a:lnTo>
                    <a:pt x="360802" y="1638519"/>
                  </a:lnTo>
                  <a:lnTo>
                    <a:pt x="361428" y="1638211"/>
                  </a:lnTo>
                  <a:lnTo>
                    <a:pt x="362055" y="1637965"/>
                  </a:lnTo>
                  <a:lnTo>
                    <a:pt x="362681" y="1637823"/>
                  </a:lnTo>
                  <a:lnTo>
                    <a:pt x="363308" y="1637783"/>
                  </a:lnTo>
                  <a:lnTo>
                    <a:pt x="363934" y="1637845"/>
                  </a:lnTo>
                  <a:lnTo>
                    <a:pt x="364561" y="1637975"/>
                  </a:lnTo>
                  <a:lnTo>
                    <a:pt x="365188" y="1638178"/>
                  </a:lnTo>
                  <a:lnTo>
                    <a:pt x="365814" y="1638456"/>
                  </a:lnTo>
                  <a:lnTo>
                    <a:pt x="366441" y="1638837"/>
                  </a:lnTo>
                  <a:lnTo>
                    <a:pt x="367067" y="1639308"/>
                  </a:lnTo>
                  <a:lnTo>
                    <a:pt x="367694" y="1639901"/>
                  </a:lnTo>
                  <a:lnTo>
                    <a:pt x="368320" y="1640606"/>
                  </a:lnTo>
                  <a:lnTo>
                    <a:pt x="368947" y="1641461"/>
                  </a:lnTo>
                  <a:lnTo>
                    <a:pt x="369573" y="1642470"/>
                  </a:lnTo>
                  <a:lnTo>
                    <a:pt x="370200" y="1643626"/>
                  </a:lnTo>
                  <a:lnTo>
                    <a:pt x="370827" y="1644929"/>
                  </a:lnTo>
                  <a:lnTo>
                    <a:pt x="371453" y="1646360"/>
                  </a:lnTo>
                  <a:lnTo>
                    <a:pt x="372080" y="1647909"/>
                  </a:lnTo>
                  <a:lnTo>
                    <a:pt x="372706" y="1649576"/>
                  </a:lnTo>
                  <a:lnTo>
                    <a:pt x="373333" y="1651370"/>
                  </a:lnTo>
                  <a:lnTo>
                    <a:pt x="373959" y="1653286"/>
                  </a:lnTo>
                  <a:lnTo>
                    <a:pt x="374586" y="1655322"/>
                  </a:lnTo>
                  <a:lnTo>
                    <a:pt x="375212" y="1657457"/>
                  </a:lnTo>
                  <a:lnTo>
                    <a:pt x="375839" y="1659647"/>
                  </a:lnTo>
                  <a:lnTo>
                    <a:pt x="376466" y="1661888"/>
                  </a:lnTo>
                  <a:lnTo>
                    <a:pt x="377092" y="1664182"/>
                  </a:lnTo>
                  <a:lnTo>
                    <a:pt x="377719" y="1666550"/>
                  </a:lnTo>
                  <a:lnTo>
                    <a:pt x="378345" y="1668964"/>
                  </a:lnTo>
                  <a:lnTo>
                    <a:pt x="378972" y="1671417"/>
                  </a:lnTo>
                  <a:lnTo>
                    <a:pt x="379598" y="1673914"/>
                  </a:lnTo>
                  <a:lnTo>
                    <a:pt x="380225" y="1676451"/>
                  </a:lnTo>
                  <a:lnTo>
                    <a:pt x="380851" y="1679064"/>
                  </a:lnTo>
                  <a:lnTo>
                    <a:pt x="381478" y="1681741"/>
                  </a:lnTo>
                  <a:lnTo>
                    <a:pt x="382105" y="1684474"/>
                  </a:lnTo>
                  <a:lnTo>
                    <a:pt x="382731" y="1687239"/>
                  </a:lnTo>
                  <a:lnTo>
                    <a:pt x="383358" y="1690036"/>
                  </a:lnTo>
                  <a:lnTo>
                    <a:pt x="383984" y="1692852"/>
                  </a:lnTo>
                  <a:lnTo>
                    <a:pt x="384611" y="1695692"/>
                  </a:lnTo>
                  <a:lnTo>
                    <a:pt x="385237" y="1698555"/>
                  </a:lnTo>
                  <a:lnTo>
                    <a:pt x="385864" y="1701461"/>
                  </a:lnTo>
                  <a:lnTo>
                    <a:pt x="386490" y="1704385"/>
                  </a:lnTo>
                  <a:lnTo>
                    <a:pt x="387117" y="1707307"/>
                  </a:lnTo>
                  <a:lnTo>
                    <a:pt x="387744" y="1710220"/>
                  </a:lnTo>
                  <a:lnTo>
                    <a:pt x="388370" y="1713121"/>
                  </a:lnTo>
                  <a:lnTo>
                    <a:pt x="388997" y="1715971"/>
                  </a:lnTo>
                  <a:lnTo>
                    <a:pt x="389623" y="1718780"/>
                  </a:lnTo>
                  <a:lnTo>
                    <a:pt x="390250" y="1721526"/>
                  </a:lnTo>
                  <a:lnTo>
                    <a:pt x="390876" y="1724214"/>
                  </a:lnTo>
                  <a:lnTo>
                    <a:pt x="391503" y="1726832"/>
                  </a:lnTo>
                  <a:lnTo>
                    <a:pt x="392129" y="1729391"/>
                  </a:lnTo>
                  <a:lnTo>
                    <a:pt x="392756" y="1731888"/>
                  </a:lnTo>
                  <a:lnTo>
                    <a:pt x="393383" y="1734322"/>
                  </a:lnTo>
                  <a:lnTo>
                    <a:pt x="394009" y="1736675"/>
                  </a:lnTo>
                  <a:lnTo>
                    <a:pt x="394636" y="1738934"/>
                  </a:lnTo>
                  <a:lnTo>
                    <a:pt x="395262" y="1741073"/>
                  </a:lnTo>
                  <a:lnTo>
                    <a:pt x="395889" y="1743102"/>
                  </a:lnTo>
                  <a:lnTo>
                    <a:pt x="396515" y="1745020"/>
                  </a:lnTo>
                  <a:lnTo>
                    <a:pt x="397142" y="1746824"/>
                  </a:lnTo>
                  <a:lnTo>
                    <a:pt x="397768" y="1748501"/>
                  </a:lnTo>
                  <a:lnTo>
                    <a:pt x="398395" y="1750073"/>
                  </a:lnTo>
                  <a:lnTo>
                    <a:pt x="399022" y="1751542"/>
                  </a:lnTo>
                  <a:lnTo>
                    <a:pt x="399648" y="1752948"/>
                  </a:lnTo>
                  <a:lnTo>
                    <a:pt x="400275" y="1754306"/>
                  </a:lnTo>
                  <a:lnTo>
                    <a:pt x="400901" y="1755620"/>
                  </a:lnTo>
                  <a:lnTo>
                    <a:pt x="401528" y="1756881"/>
                  </a:lnTo>
                  <a:lnTo>
                    <a:pt x="402154" y="1758093"/>
                  </a:lnTo>
                  <a:lnTo>
                    <a:pt x="402781" y="1759265"/>
                  </a:lnTo>
                  <a:lnTo>
                    <a:pt x="403407" y="1760421"/>
                  </a:lnTo>
                  <a:lnTo>
                    <a:pt x="404034" y="1761565"/>
                  </a:lnTo>
                  <a:lnTo>
                    <a:pt x="404661" y="1762661"/>
                  </a:lnTo>
                  <a:lnTo>
                    <a:pt x="405287" y="1763704"/>
                  </a:lnTo>
                  <a:lnTo>
                    <a:pt x="405914" y="1764698"/>
                  </a:lnTo>
                  <a:lnTo>
                    <a:pt x="406540" y="1765635"/>
                  </a:lnTo>
                  <a:lnTo>
                    <a:pt x="407167" y="1766545"/>
                  </a:lnTo>
                  <a:lnTo>
                    <a:pt x="407793" y="1767462"/>
                  </a:lnTo>
                  <a:lnTo>
                    <a:pt x="408420" y="1768389"/>
                  </a:lnTo>
                  <a:lnTo>
                    <a:pt x="409046" y="1769297"/>
                  </a:lnTo>
                  <a:lnTo>
                    <a:pt x="409673" y="1770176"/>
                  </a:lnTo>
                  <a:lnTo>
                    <a:pt x="410300" y="1771025"/>
                  </a:lnTo>
                  <a:lnTo>
                    <a:pt x="410926" y="1771839"/>
                  </a:lnTo>
                  <a:lnTo>
                    <a:pt x="411553" y="1772617"/>
                  </a:lnTo>
                  <a:lnTo>
                    <a:pt x="412179" y="1773353"/>
                  </a:lnTo>
                  <a:lnTo>
                    <a:pt x="412806" y="1774025"/>
                  </a:lnTo>
                  <a:lnTo>
                    <a:pt x="413432" y="1774632"/>
                  </a:lnTo>
                  <a:lnTo>
                    <a:pt x="414059" y="1775198"/>
                  </a:lnTo>
                  <a:lnTo>
                    <a:pt x="414685" y="1775726"/>
                  </a:lnTo>
                  <a:lnTo>
                    <a:pt x="415312" y="1776216"/>
                  </a:lnTo>
                  <a:lnTo>
                    <a:pt x="415939" y="1776673"/>
                  </a:lnTo>
                  <a:lnTo>
                    <a:pt x="416565" y="1777096"/>
                  </a:lnTo>
                  <a:lnTo>
                    <a:pt x="417192" y="1777462"/>
                  </a:lnTo>
                  <a:lnTo>
                    <a:pt x="417818" y="1777744"/>
                  </a:lnTo>
                  <a:lnTo>
                    <a:pt x="418445" y="1777938"/>
                  </a:lnTo>
                  <a:lnTo>
                    <a:pt x="419071" y="1778026"/>
                  </a:lnTo>
                  <a:lnTo>
                    <a:pt x="419698" y="1778001"/>
                  </a:lnTo>
                  <a:lnTo>
                    <a:pt x="420324" y="1777860"/>
                  </a:lnTo>
                  <a:lnTo>
                    <a:pt x="420951" y="1777637"/>
                  </a:lnTo>
                  <a:lnTo>
                    <a:pt x="421578" y="1777324"/>
                  </a:lnTo>
                  <a:lnTo>
                    <a:pt x="422204" y="1776932"/>
                  </a:lnTo>
                  <a:lnTo>
                    <a:pt x="422831" y="1776465"/>
                  </a:lnTo>
                  <a:lnTo>
                    <a:pt x="423457" y="1775919"/>
                  </a:lnTo>
                  <a:lnTo>
                    <a:pt x="424084" y="1775305"/>
                  </a:lnTo>
                  <a:lnTo>
                    <a:pt x="424710" y="1774627"/>
                  </a:lnTo>
                  <a:lnTo>
                    <a:pt x="425337" y="1773896"/>
                  </a:lnTo>
                  <a:lnTo>
                    <a:pt x="425963" y="1773116"/>
                  </a:lnTo>
                  <a:lnTo>
                    <a:pt x="426590" y="1772289"/>
                  </a:lnTo>
                  <a:lnTo>
                    <a:pt x="427217" y="1771444"/>
                  </a:lnTo>
                  <a:lnTo>
                    <a:pt x="427843" y="1770576"/>
                  </a:lnTo>
                  <a:lnTo>
                    <a:pt x="428470" y="1769691"/>
                  </a:lnTo>
                  <a:lnTo>
                    <a:pt x="429096" y="1768793"/>
                  </a:lnTo>
                  <a:lnTo>
                    <a:pt x="429723" y="1767893"/>
                  </a:lnTo>
                  <a:lnTo>
                    <a:pt x="430349" y="1766937"/>
                  </a:lnTo>
                  <a:lnTo>
                    <a:pt x="430976" y="1765939"/>
                  </a:lnTo>
                  <a:lnTo>
                    <a:pt x="431602" y="1764854"/>
                  </a:lnTo>
                  <a:lnTo>
                    <a:pt x="432229" y="1763678"/>
                  </a:lnTo>
                  <a:lnTo>
                    <a:pt x="432856" y="1762415"/>
                  </a:lnTo>
                  <a:lnTo>
                    <a:pt x="433482" y="1761071"/>
                  </a:lnTo>
                  <a:lnTo>
                    <a:pt x="434109" y="1759654"/>
                  </a:lnTo>
                  <a:lnTo>
                    <a:pt x="434735" y="1758159"/>
                  </a:lnTo>
                  <a:lnTo>
                    <a:pt x="435362" y="1756580"/>
                  </a:lnTo>
                  <a:lnTo>
                    <a:pt x="435988" y="1754923"/>
                  </a:lnTo>
                  <a:lnTo>
                    <a:pt x="436615" y="1753228"/>
                  </a:lnTo>
                  <a:lnTo>
                    <a:pt x="437241" y="1751496"/>
                  </a:lnTo>
                  <a:lnTo>
                    <a:pt x="437868" y="1749738"/>
                  </a:lnTo>
                  <a:lnTo>
                    <a:pt x="438495" y="1747961"/>
                  </a:lnTo>
                  <a:lnTo>
                    <a:pt x="439121" y="1746170"/>
                  </a:lnTo>
                  <a:lnTo>
                    <a:pt x="439748" y="1744370"/>
                  </a:lnTo>
                  <a:lnTo>
                    <a:pt x="440374" y="1742565"/>
                  </a:lnTo>
                  <a:lnTo>
                    <a:pt x="441001" y="1740786"/>
                  </a:lnTo>
                  <a:lnTo>
                    <a:pt x="441627" y="1739041"/>
                  </a:lnTo>
                  <a:lnTo>
                    <a:pt x="442254" y="1737325"/>
                  </a:lnTo>
                  <a:lnTo>
                    <a:pt x="442880" y="1735642"/>
                  </a:lnTo>
                  <a:lnTo>
                    <a:pt x="443507" y="1733989"/>
                  </a:lnTo>
                  <a:lnTo>
                    <a:pt x="444134" y="1732368"/>
                  </a:lnTo>
                  <a:lnTo>
                    <a:pt x="444760" y="1730774"/>
                  </a:lnTo>
                  <a:lnTo>
                    <a:pt x="445387" y="1729212"/>
                  </a:lnTo>
                  <a:lnTo>
                    <a:pt x="446013" y="1727662"/>
                  </a:lnTo>
                  <a:lnTo>
                    <a:pt x="446640" y="1726131"/>
                  </a:lnTo>
                  <a:lnTo>
                    <a:pt x="447266" y="1724614"/>
                  </a:lnTo>
                  <a:lnTo>
                    <a:pt x="447893" y="1723115"/>
                  </a:lnTo>
                  <a:lnTo>
                    <a:pt x="448519" y="1721640"/>
                  </a:lnTo>
                  <a:lnTo>
                    <a:pt x="449146" y="1720210"/>
                  </a:lnTo>
                  <a:lnTo>
                    <a:pt x="449772" y="1718809"/>
                  </a:lnTo>
                  <a:lnTo>
                    <a:pt x="450399" y="1717440"/>
                  </a:lnTo>
                  <a:lnTo>
                    <a:pt x="451026" y="1716118"/>
                  </a:lnTo>
                  <a:lnTo>
                    <a:pt x="451652" y="1714868"/>
                  </a:lnTo>
                  <a:lnTo>
                    <a:pt x="452279" y="1713659"/>
                  </a:lnTo>
                  <a:lnTo>
                    <a:pt x="452905" y="1712476"/>
                  </a:lnTo>
                  <a:lnTo>
                    <a:pt x="453532" y="1711319"/>
                  </a:lnTo>
                  <a:lnTo>
                    <a:pt x="454158" y="1710208"/>
                  </a:lnTo>
                  <a:lnTo>
                    <a:pt x="454785" y="1709123"/>
                  </a:lnTo>
                  <a:lnTo>
                    <a:pt x="455411" y="1708061"/>
                  </a:lnTo>
                  <a:lnTo>
                    <a:pt x="456038" y="1707002"/>
                  </a:lnTo>
                  <a:lnTo>
                    <a:pt x="456665" y="1705899"/>
                  </a:lnTo>
                  <a:lnTo>
                    <a:pt x="457291" y="1704748"/>
                  </a:lnTo>
                  <a:lnTo>
                    <a:pt x="457918" y="1703541"/>
                  </a:lnTo>
                  <a:lnTo>
                    <a:pt x="458544" y="1702262"/>
                  </a:lnTo>
                  <a:lnTo>
                    <a:pt x="459171" y="1700911"/>
                  </a:lnTo>
                  <a:lnTo>
                    <a:pt x="459797" y="1699488"/>
                  </a:lnTo>
                  <a:lnTo>
                    <a:pt x="460424" y="1697984"/>
                  </a:lnTo>
                  <a:lnTo>
                    <a:pt x="461050" y="1696388"/>
                  </a:lnTo>
                  <a:lnTo>
                    <a:pt x="461677" y="1694708"/>
                  </a:lnTo>
                  <a:lnTo>
                    <a:pt x="462304" y="1692944"/>
                  </a:lnTo>
                  <a:lnTo>
                    <a:pt x="462930" y="1691089"/>
                  </a:lnTo>
                  <a:lnTo>
                    <a:pt x="463557" y="1689144"/>
                  </a:lnTo>
                  <a:lnTo>
                    <a:pt x="464183" y="1687117"/>
                  </a:lnTo>
                  <a:lnTo>
                    <a:pt x="464810" y="1685011"/>
                  </a:lnTo>
                  <a:lnTo>
                    <a:pt x="465436" y="1682826"/>
                  </a:lnTo>
                  <a:lnTo>
                    <a:pt x="466063" y="1680603"/>
                  </a:lnTo>
                  <a:lnTo>
                    <a:pt x="466689" y="1678370"/>
                  </a:lnTo>
                  <a:lnTo>
                    <a:pt x="467316" y="1676159"/>
                  </a:lnTo>
                  <a:lnTo>
                    <a:pt x="467943" y="1673984"/>
                  </a:lnTo>
                  <a:lnTo>
                    <a:pt x="468569" y="1671853"/>
                  </a:lnTo>
                  <a:lnTo>
                    <a:pt x="469196" y="1669763"/>
                  </a:lnTo>
                  <a:lnTo>
                    <a:pt x="469822" y="1667701"/>
                  </a:lnTo>
                  <a:lnTo>
                    <a:pt x="470449" y="1665664"/>
                  </a:lnTo>
                  <a:lnTo>
                    <a:pt x="471075" y="1663667"/>
                  </a:lnTo>
                  <a:lnTo>
                    <a:pt x="471702" y="1661728"/>
                  </a:lnTo>
                  <a:lnTo>
                    <a:pt x="472328" y="1659828"/>
                  </a:lnTo>
                  <a:lnTo>
                    <a:pt x="472955" y="1657950"/>
                  </a:lnTo>
                  <a:lnTo>
                    <a:pt x="473582" y="1656087"/>
                  </a:lnTo>
                  <a:lnTo>
                    <a:pt x="474208" y="1654247"/>
                  </a:lnTo>
                  <a:lnTo>
                    <a:pt x="474835" y="1652425"/>
                  </a:lnTo>
                  <a:lnTo>
                    <a:pt x="475461" y="1650609"/>
                  </a:lnTo>
                  <a:lnTo>
                    <a:pt x="476088" y="1648795"/>
                  </a:lnTo>
                  <a:lnTo>
                    <a:pt x="476714" y="1646955"/>
                  </a:lnTo>
                  <a:lnTo>
                    <a:pt x="477341" y="1645089"/>
                  </a:lnTo>
                  <a:lnTo>
                    <a:pt x="477967" y="1643191"/>
                  </a:lnTo>
                  <a:lnTo>
                    <a:pt x="478594" y="1641243"/>
                  </a:lnTo>
                  <a:lnTo>
                    <a:pt x="479221" y="1639239"/>
                  </a:lnTo>
                  <a:lnTo>
                    <a:pt x="479847" y="1637174"/>
                  </a:lnTo>
                  <a:lnTo>
                    <a:pt x="480474" y="1635025"/>
                  </a:lnTo>
                  <a:lnTo>
                    <a:pt x="481100" y="1632794"/>
                  </a:lnTo>
                  <a:lnTo>
                    <a:pt x="481727" y="1630522"/>
                  </a:lnTo>
                  <a:lnTo>
                    <a:pt x="482353" y="1628211"/>
                  </a:lnTo>
                  <a:lnTo>
                    <a:pt x="482980" y="1625844"/>
                  </a:lnTo>
                  <a:lnTo>
                    <a:pt x="483606" y="1623406"/>
                  </a:lnTo>
                  <a:lnTo>
                    <a:pt x="484233" y="1620927"/>
                  </a:lnTo>
                  <a:lnTo>
                    <a:pt x="484860" y="1618420"/>
                  </a:lnTo>
                  <a:lnTo>
                    <a:pt x="485486" y="1615889"/>
                  </a:lnTo>
                  <a:lnTo>
                    <a:pt x="486113" y="1613332"/>
                  </a:lnTo>
                  <a:lnTo>
                    <a:pt x="486739" y="1610768"/>
                  </a:lnTo>
                  <a:lnTo>
                    <a:pt x="487366" y="1608202"/>
                  </a:lnTo>
                  <a:lnTo>
                    <a:pt x="487992" y="1605666"/>
                  </a:lnTo>
                  <a:lnTo>
                    <a:pt x="488619" y="1603211"/>
                  </a:lnTo>
                  <a:lnTo>
                    <a:pt x="489245" y="1600818"/>
                  </a:lnTo>
                  <a:lnTo>
                    <a:pt x="489872" y="1598495"/>
                  </a:lnTo>
                  <a:lnTo>
                    <a:pt x="490499" y="1596246"/>
                  </a:lnTo>
                  <a:lnTo>
                    <a:pt x="491125" y="1594049"/>
                  </a:lnTo>
                  <a:lnTo>
                    <a:pt x="491752" y="1591901"/>
                  </a:lnTo>
                  <a:lnTo>
                    <a:pt x="492378" y="1589813"/>
                  </a:lnTo>
                  <a:lnTo>
                    <a:pt x="493005" y="1587795"/>
                  </a:lnTo>
                  <a:lnTo>
                    <a:pt x="493631" y="1585832"/>
                  </a:lnTo>
                  <a:lnTo>
                    <a:pt x="494258" y="1583929"/>
                  </a:lnTo>
                  <a:lnTo>
                    <a:pt x="494884" y="1582083"/>
                  </a:lnTo>
                  <a:lnTo>
                    <a:pt x="495511" y="1580297"/>
                  </a:lnTo>
                  <a:lnTo>
                    <a:pt x="496138" y="1578562"/>
                  </a:lnTo>
                  <a:lnTo>
                    <a:pt x="496764" y="1576872"/>
                  </a:lnTo>
                  <a:lnTo>
                    <a:pt x="497391" y="1575226"/>
                  </a:lnTo>
                  <a:lnTo>
                    <a:pt x="498017" y="1573577"/>
                  </a:lnTo>
                  <a:lnTo>
                    <a:pt x="498644" y="1571923"/>
                  </a:lnTo>
                  <a:lnTo>
                    <a:pt x="499270" y="1570210"/>
                  </a:lnTo>
                  <a:lnTo>
                    <a:pt x="499897" y="1568432"/>
                  </a:lnTo>
                  <a:lnTo>
                    <a:pt x="500523" y="1566593"/>
                  </a:lnTo>
                  <a:lnTo>
                    <a:pt x="501150" y="1564713"/>
                  </a:lnTo>
                  <a:lnTo>
                    <a:pt x="501777" y="1562802"/>
                  </a:lnTo>
                  <a:lnTo>
                    <a:pt x="502403" y="1560861"/>
                  </a:lnTo>
                  <a:lnTo>
                    <a:pt x="503030" y="1558871"/>
                  </a:lnTo>
                  <a:lnTo>
                    <a:pt x="503656" y="1556817"/>
                  </a:lnTo>
                  <a:lnTo>
                    <a:pt x="504283" y="1554717"/>
                  </a:lnTo>
                  <a:lnTo>
                    <a:pt x="504909" y="1552583"/>
                  </a:lnTo>
                  <a:lnTo>
                    <a:pt x="505536" y="1550421"/>
                  </a:lnTo>
                  <a:lnTo>
                    <a:pt x="506162" y="1548224"/>
                  </a:lnTo>
                  <a:lnTo>
                    <a:pt x="506789" y="1545995"/>
                  </a:lnTo>
                  <a:lnTo>
                    <a:pt x="507416" y="1543741"/>
                  </a:lnTo>
                  <a:lnTo>
                    <a:pt x="508042" y="1541469"/>
                  </a:lnTo>
                  <a:lnTo>
                    <a:pt x="508669" y="1539209"/>
                  </a:lnTo>
                  <a:lnTo>
                    <a:pt x="509295" y="1536963"/>
                  </a:lnTo>
                  <a:lnTo>
                    <a:pt x="509922" y="1534741"/>
                  </a:lnTo>
                  <a:lnTo>
                    <a:pt x="510548" y="1532558"/>
                  </a:lnTo>
                  <a:lnTo>
                    <a:pt x="511175" y="1530416"/>
                  </a:lnTo>
                  <a:lnTo>
                    <a:pt x="511801" y="1528315"/>
                  </a:lnTo>
                  <a:lnTo>
                    <a:pt x="512428" y="1526290"/>
                  </a:lnTo>
                  <a:lnTo>
                    <a:pt x="513055" y="1524337"/>
                  </a:lnTo>
                  <a:lnTo>
                    <a:pt x="513681" y="1522433"/>
                  </a:lnTo>
                  <a:lnTo>
                    <a:pt x="514308" y="1520597"/>
                  </a:lnTo>
                  <a:lnTo>
                    <a:pt x="514934" y="1518860"/>
                  </a:lnTo>
                  <a:lnTo>
                    <a:pt x="515561" y="1517233"/>
                  </a:lnTo>
                  <a:lnTo>
                    <a:pt x="516187" y="1515713"/>
                  </a:lnTo>
                  <a:lnTo>
                    <a:pt x="516814" y="1514300"/>
                  </a:lnTo>
                  <a:lnTo>
                    <a:pt x="517440" y="1513004"/>
                  </a:lnTo>
                  <a:lnTo>
                    <a:pt x="518067" y="1511826"/>
                  </a:lnTo>
                  <a:lnTo>
                    <a:pt x="518694" y="1510788"/>
                  </a:lnTo>
                  <a:lnTo>
                    <a:pt x="519320" y="1509940"/>
                  </a:lnTo>
                  <a:lnTo>
                    <a:pt x="519947" y="1509267"/>
                  </a:lnTo>
                  <a:lnTo>
                    <a:pt x="520573" y="1508777"/>
                  </a:lnTo>
                  <a:lnTo>
                    <a:pt x="521200" y="1508505"/>
                  </a:lnTo>
                  <a:lnTo>
                    <a:pt x="521826" y="1508458"/>
                  </a:lnTo>
                  <a:lnTo>
                    <a:pt x="522453" y="1508646"/>
                  </a:lnTo>
                  <a:lnTo>
                    <a:pt x="523079" y="1509095"/>
                  </a:lnTo>
                  <a:lnTo>
                    <a:pt x="523706" y="1509792"/>
                  </a:lnTo>
                  <a:lnTo>
                    <a:pt x="524333" y="1510721"/>
                  </a:lnTo>
                  <a:lnTo>
                    <a:pt x="524959" y="1511887"/>
                  </a:lnTo>
                  <a:lnTo>
                    <a:pt x="525586" y="1513290"/>
                  </a:lnTo>
                  <a:lnTo>
                    <a:pt x="526212" y="1514920"/>
                  </a:lnTo>
                  <a:lnTo>
                    <a:pt x="526839" y="1516753"/>
                  </a:lnTo>
                  <a:lnTo>
                    <a:pt x="527465" y="1518784"/>
                  </a:lnTo>
                  <a:lnTo>
                    <a:pt x="528092" y="1520999"/>
                  </a:lnTo>
                  <a:lnTo>
                    <a:pt x="528718" y="1523343"/>
                  </a:lnTo>
                  <a:lnTo>
                    <a:pt x="529345" y="1525796"/>
                  </a:lnTo>
                  <a:lnTo>
                    <a:pt x="529972" y="1528334"/>
                  </a:lnTo>
                  <a:lnTo>
                    <a:pt x="530598" y="1530915"/>
                  </a:lnTo>
                  <a:lnTo>
                    <a:pt x="531225" y="1533538"/>
                  </a:lnTo>
                  <a:lnTo>
                    <a:pt x="531851" y="1536156"/>
                  </a:lnTo>
                  <a:lnTo>
                    <a:pt x="532478" y="1538740"/>
                  </a:lnTo>
                  <a:lnTo>
                    <a:pt x="533104" y="1541269"/>
                  </a:lnTo>
                  <a:lnTo>
                    <a:pt x="533731" y="1543730"/>
                  </a:lnTo>
                  <a:lnTo>
                    <a:pt x="534357" y="1546095"/>
                  </a:lnTo>
                  <a:lnTo>
                    <a:pt x="534984" y="1548381"/>
                  </a:lnTo>
                  <a:lnTo>
                    <a:pt x="535611" y="1550600"/>
                  </a:lnTo>
                  <a:lnTo>
                    <a:pt x="536237" y="1552767"/>
                  </a:lnTo>
                  <a:lnTo>
                    <a:pt x="536864" y="1554860"/>
                  </a:lnTo>
                  <a:lnTo>
                    <a:pt x="537490" y="1556871"/>
                  </a:lnTo>
                  <a:lnTo>
                    <a:pt x="538117" y="1558777"/>
                  </a:lnTo>
                  <a:lnTo>
                    <a:pt x="538743" y="1560559"/>
                  </a:lnTo>
                  <a:lnTo>
                    <a:pt x="539370" y="1562217"/>
                  </a:lnTo>
                  <a:lnTo>
                    <a:pt x="539996" y="1563746"/>
                  </a:lnTo>
                  <a:lnTo>
                    <a:pt x="540623" y="1565130"/>
                  </a:lnTo>
                  <a:lnTo>
                    <a:pt x="541250" y="1566396"/>
                  </a:lnTo>
                  <a:lnTo>
                    <a:pt x="541876" y="1567556"/>
                  </a:lnTo>
                  <a:lnTo>
                    <a:pt x="542503" y="1568619"/>
                  </a:lnTo>
                  <a:lnTo>
                    <a:pt x="543129" y="1569583"/>
                  </a:lnTo>
                  <a:lnTo>
                    <a:pt x="543756" y="1570437"/>
                  </a:lnTo>
                  <a:lnTo>
                    <a:pt x="544382" y="1571142"/>
                  </a:lnTo>
                  <a:lnTo>
                    <a:pt x="545009" y="1571695"/>
                  </a:lnTo>
                  <a:lnTo>
                    <a:pt x="545635" y="1572116"/>
                  </a:lnTo>
                  <a:lnTo>
                    <a:pt x="546262" y="1572388"/>
                  </a:lnTo>
                  <a:lnTo>
                    <a:pt x="546889" y="1572483"/>
                  </a:lnTo>
                  <a:lnTo>
                    <a:pt x="547515" y="1572414"/>
                  </a:lnTo>
                  <a:lnTo>
                    <a:pt x="548142" y="1572204"/>
                  </a:lnTo>
                  <a:lnTo>
                    <a:pt x="548768" y="1571853"/>
                  </a:lnTo>
                  <a:lnTo>
                    <a:pt x="549395" y="1571345"/>
                  </a:lnTo>
                  <a:lnTo>
                    <a:pt x="550021" y="1570695"/>
                  </a:lnTo>
                  <a:lnTo>
                    <a:pt x="550648" y="1569851"/>
                  </a:lnTo>
                  <a:lnTo>
                    <a:pt x="551274" y="1568754"/>
                  </a:lnTo>
                  <a:lnTo>
                    <a:pt x="551901" y="1567406"/>
                  </a:lnTo>
                  <a:lnTo>
                    <a:pt x="552528" y="1565794"/>
                  </a:lnTo>
                  <a:lnTo>
                    <a:pt x="553154" y="1563927"/>
                  </a:lnTo>
                  <a:lnTo>
                    <a:pt x="553781" y="1561824"/>
                  </a:lnTo>
                  <a:lnTo>
                    <a:pt x="554407" y="1559487"/>
                  </a:lnTo>
                  <a:lnTo>
                    <a:pt x="555034" y="1556905"/>
                  </a:lnTo>
                  <a:lnTo>
                    <a:pt x="555660" y="1554110"/>
                  </a:lnTo>
                  <a:lnTo>
                    <a:pt x="556287" y="1551119"/>
                  </a:lnTo>
                  <a:lnTo>
                    <a:pt x="556913" y="1547927"/>
                  </a:lnTo>
                  <a:lnTo>
                    <a:pt x="557540" y="1544535"/>
                  </a:lnTo>
                  <a:lnTo>
                    <a:pt x="558167" y="1540945"/>
                  </a:lnTo>
                  <a:lnTo>
                    <a:pt x="558793" y="1537190"/>
                  </a:lnTo>
                  <a:lnTo>
                    <a:pt x="559420" y="1533266"/>
                  </a:lnTo>
                  <a:lnTo>
                    <a:pt x="560046" y="1529205"/>
                  </a:lnTo>
                  <a:lnTo>
                    <a:pt x="560673" y="1525055"/>
                  </a:lnTo>
                  <a:lnTo>
                    <a:pt x="561299" y="1520837"/>
                  </a:lnTo>
                  <a:lnTo>
                    <a:pt x="561926" y="1516568"/>
                  </a:lnTo>
                  <a:lnTo>
                    <a:pt x="562552" y="1512251"/>
                  </a:lnTo>
                  <a:lnTo>
                    <a:pt x="563179" y="1507873"/>
                  </a:lnTo>
                  <a:lnTo>
                    <a:pt x="563806" y="1503448"/>
                  </a:lnTo>
                  <a:lnTo>
                    <a:pt x="564432" y="1498963"/>
                  </a:lnTo>
                  <a:lnTo>
                    <a:pt x="565059" y="1494413"/>
                  </a:lnTo>
                  <a:lnTo>
                    <a:pt x="565685" y="1489812"/>
                  </a:lnTo>
                  <a:lnTo>
                    <a:pt x="566312" y="1485182"/>
                  </a:lnTo>
                  <a:lnTo>
                    <a:pt x="566938" y="1480510"/>
                  </a:lnTo>
                  <a:lnTo>
                    <a:pt x="567565" y="1475788"/>
                  </a:lnTo>
                  <a:lnTo>
                    <a:pt x="568191" y="1470991"/>
                  </a:lnTo>
                  <a:lnTo>
                    <a:pt x="568818" y="1466149"/>
                  </a:lnTo>
                  <a:lnTo>
                    <a:pt x="569445" y="1461270"/>
                  </a:lnTo>
                  <a:lnTo>
                    <a:pt x="570071" y="1456381"/>
                  </a:lnTo>
                  <a:lnTo>
                    <a:pt x="570698" y="1451501"/>
                  </a:lnTo>
                  <a:lnTo>
                    <a:pt x="571324" y="1446644"/>
                  </a:lnTo>
                  <a:lnTo>
                    <a:pt x="571951" y="1441837"/>
                  </a:lnTo>
                  <a:lnTo>
                    <a:pt x="572577" y="1437101"/>
                  </a:lnTo>
                  <a:lnTo>
                    <a:pt x="573204" y="1432420"/>
                  </a:lnTo>
                  <a:lnTo>
                    <a:pt x="573830" y="1427792"/>
                  </a:lnTo>
                  <a:lnTo>
                    <a:pt x="574457" y="1423232"/>
                  </a:lnTo>
                  <a:lnTo>
                    <a:pt x="575084" y="1418745"/>
                  </a:lnTo>
                  <a:lnTo>
                    <a:pt x="575710" y="1414345"/>
                  </a:lnTo>
                  <a:lnTo>
                    <a:pt x="576337" y="1410055"/>
                  </a:lnTo>
                  <a:lnTo>
                    <a:pt x="576963" y="1405887"/>
                  </a:lnTo>
                  <a:lnTo>
                    <a:pt x="577590" y="1401843"/>
                  </a:lnTo>
                  <a:lnTo>
                    <a:pt x="578216" y="1397919"/>
                  </a:lnTo>
                  <a:lnTo>
                    <a:pt x="578843" y="1394127"/>
                  </a:lnTo>
                  <a:lnTo>
                    <a:pt x="579469" y="1390442"/>
                  </a:lnTo>
                  <a:lnTo>
                    <a:pt x="580096" y="1386838"/>
                  </a:lnTo>
                  <a:lnTo>
                    <a:pt x="580723" y="1383315"/>
                  </a:lnTo>
                  <a:lnTo>
                    <a:pt x="581349" y="1379877"/>
                  </a:lnTo>
                  <a:lnTo>
                    <a:pt x="581976" y="1376501"/>
                  </a:lnTo>
                  <a:lnTo>
                    <a:pt x="582602" y="1373217"/>
                  </a:lnTo>
                  <a:lnTo>
                    <a:pt x="583229" y="1370028"/>
                  </a:lnTo>
                  <a:lnTo>
                    <a:pt x="583855" y="1366923"/>
                  </a:lnTo>
                  <a:lnTo>
                    <a:pt x="584482" y="1363895"/>
                  </a:lnTo>
                  <a:lnTo>
                    <a:pt x="585108" y="1360928"/>
                  </a:lnTo>
                  <a:lnTo>
                    <a:pt x="585735" y="1357994"/>
                  </a:lnTo>
                  <a:lnTo>
                    <a:pt x="586362" y="1355100"/>
                  </a:lnTo>
                  <a:lnTo>
                    <a:pt x="586988" y="1352248"/>
                  </a:lnTo>
                  <a:lnTo>
                    <a:pt x="587615" y="1349425"/>
                  </a:lnTo>
                  <a:lnTo>
                    <a:pt x="588241" y="1346621"/>
                  </a:lnTo>
                  <a:lnTo>
                    <a:pt x="588868" y="1343845"/>
                  </a:lnTo>
                  <a:lnTo>
                    <a:pt x="589494" y="1341119"/>
                  </a:lnTo>
                  <a:lnTo>
                    <a:pt x="590121" y="1338442"/>
                  </a:lnTo>
                  <a:lnTo>
                    <a:pt x="590747" y="1335811"/>
                  </a:lnTo>
                  <a:lnTo>
                    <a:pt x="591374" y="1333221"/>
                  </a:lnTo>
                  <a:lnTo>
                    <a:pt x="592001" y="1330663"/>
                  </a:lnTo>
                  <a:lnTo>
                    <a:pt x="592627" y="1328143"/>
                  </a:lnTo>
                  <a:lnTo>
                    <a:pt x="593254" y="1325668"/>
                  </a:lnTo>
                  <a:lnTo>
                    <a:pt x="593880" y="1323242"/>
                  </a:lnTo>
                  <a:lnTo>
                    <a:pt x="594507" y="1320920"/>
                  </a:lnTo>
                  <a:lnTo>
                    <a:pt x="595133" y="1318715"/>
                  </a:lnTo>
                  <a:lnTo>
                    <a:pt x="595760" y="1316656"/>
                  </a:lnTo>
                  <a:lnTo>
                    <a:pt x="596386" y="1314766"/>
                  </a:lnTo>
                  <a:lnTo>
                    <a:pt x="597013" y="1313060"/>
                  </a:lnTo>
                  <a:lnTo>
                    <a:pt x="597640" y="1311525"/>
                  </a:lnTo>
                  <a:lnTo>
                    <a:pt x="598266" y="1310165"/>
                  </a:lnTo>
                  <a:lnTo>
                    <a:pt x="598893" y="1308967"/>
                  </a:lnTo>
                  <a:lnTo>
                    <a:pt x="599519" y="1307951"/>
                  </a:lnTo>
                  <a:lnTo>
                    <a:pt x="600146" y="1307132"/>
                  </a:lnTo>
                  <a:lnTo>
                    <a:pt x="600772" y="1306525"/>
                  </a:lnTo>
                  <a:lnTo>
                    <a:pt x="601399" y="1306136"/>
                  </a:lnTo>
                  <a:lnTo>
                    <a:pt x="602025" y="1305977"/>
                  </a:lnTo>
                  <a:lnTo>
                    <a:pt x="602652" y="1306054"/>
                  </a:lnTo>
                  <a:lnTo>
                    <a:pt x="603279" y="1306380"/>
                  </a:lnTo>
                  <a:lnTo>
                    <a:pt x="603905" y="1306919"/>
                  </a:lnTo>
                  <a:lnTo>
                    <a:pt x="604532" y="1307675"/>
                  </a:lnTo>
                  <a:lnTo>
                    <a:pt x="605158" y="1308636"/>
                  </a:lnTo>
                  <a:lnTo>
                    <a:pt x="605785" y="1309791"/>
                  </a:lnTo>
                  <a:lnTo>
                    <a:pt x="606411" y="1311130"/>
                  </a:lnTo>
                  <a:lnTo>
                    <a:pt x="607038" y="1312663"/>
                  </a:lnTo>
                  <a:lnTo>
                    <a:pt x="607664" y="1314387"/>
                  </a:lnTo>
                  <a:lnTo>
                    <a:pt x="608291" y="1316294"/>
                  </a:lnTo>
                  <a:lnTo>
                    <a:pt x="608918" y="1318358"/>
                  </a:lnTo>
                  <a:lnTo>
                    <a:pt x="609544" y="1320572"/>
                  </a:lnTo>
                  <a:lnTo>
                    <a:pt x="610171" y="1322935"/>
                  </a:lnTo>
                  <a:lnTo>
                    <a:pt x="610797" y="1325435"/>
                  </a:lnTo>
                  <a:lnTo>
                    <a:pt x="611424" y="1328071"/>
                  </a:lnTo>
                  <a:lnTo>
                    <a:pt x="612050" y="1330849"/>
                  </a:lnTo>
                  <a:lnTo>
                    <a:pt x="612677" y="1333743"/>
                  </a:lnTo>
                  <a:lnTo>
                    <a:pt x="613303" y="1336765"/>
                  </a:lnTo>
                  <a:lnTo>
                    <a:pt x="613930" y="1339887"/>
                  </a:lnTo>
                  <a:lnTo>
                    <a:pt x="614557" y="1343130"/>
                  </a:lnTo>
                  <a:lnTo>
                    <a:pt x="615183" y="1346465"/>
                  </a:lnTo>
                  <a:lnTo>
                    <a:pt x="615810" y="1349883"/>
                  </a:lnTo>
                  <a:lnTo>
                    <a:pt x="616436" y="1353388"/>
                  </a:lnTo>
                  <a:lnTo>
                    <a:pt x="617063" y="1356986"/>
                  </a:lnTo>
                  <a:lnTo>
                    <a:pt x="617689" y="1360683"/>
                  </a:lnTo>
                  <a:lnTo>
                    <a:pt x="618316" y="1364463"/>
                  </a:lnTo>
                  <a:lnTo>
                    <a:pt x="618942" y="1368320"/>
                  </a:lnTo>
                  <a:lnTo>
                    <a:pt x="619569" y="1372248"/>
                  </a:lnTo>
                  <a:lnTo>
                    <a:pt x="620196" y="1376235"/>
                  </a:lnTo>
                  <a:lnTo>
                    <a:pt x="620822" y="1380255"/>
                  </a:lnTo>
                  <a:lnTo>
                    <a:pt x="621449" y="1384281"/>
                  </a:lnTo>
                  <a:lnTo>
                    <a:pt x="622075" y="1388309"/>
                  </a:lnTo>
                  <a:lnTo>
                    <a:pt x="622702" y="1392322"/>
                  </a:lnTo>
                  <a:lnTo>
                    <a:pt x="623328" y="1396342"/>
                  </a:lnTo>
                  <a:lnTo>
                    <a:pt x="623955" y="1400350"/>
                  </a:lnTo>
                  <a:lnTo>
                    <a:pt x="624581" y="1404385"/>
                  </a:lnTo>
                  <a:lnTo>
                    <a:pt x="625208" y="1408453"/>
                  </a:lnTo>
                  <a:lnTo>
                    <a:pt x="625835" y="1412556"/>
                  </a:lnTo>
                  <a:lnTo>
                    <a:pt x="626461" y="1416661"/>
                  </a:lnTo>
                  <a:lnTo>
                    <a:pt x="627088" y="1420787"/>
                  </a:lnTo>
                  <a:lnTo>
                    <a:pt x="627714" y="1424955"/>
                  </a:lnTo>
                  <a:lnTo>
                    <a:pt x="628341" y="1429146"/>
                  </a:lnTo>
                  <a:lnTo>
                    <a:pt x="628967" y="1433356"/>
                  </a:lnTo>
                  <a:lnTo>
                    <a:pt x="629594" y="1437599"/>
                  </a:lnTo>
                  <a:lnTo>
                    <a:pt x="630220" y="1441902"/>
                  </a:lnTo>
                  <a:lnTo>
                    <a:pt x="630847" y="1446299"/>
                  </a:lnTo>
                  <a:lnTo>
                    <a:pt x="631474" y="1450778"/>
                  </a:lnTo>
                  <a:lnTo>
                    <a:pt x="632100" y="1455329"/>
                  </a:lnTo>
                  <a:lnTo>
                    <a:pt x="632727" y="1459942"/>
                  </a:lnTo>
                  <a:lnTo>
                    <a:pt x="633353" y="1464601"/>
                  </a:lnTo>
                  <a:lnTo>
                    <a:pt x="633980" y="1469289"/>
                  </a:lnTo>
                  <a:lnTo>
                    <a:pt x="634606" y="1473988"/>
                  </a:lnTo>
                  <a:lnTo>
                    <a:pt x="635233" y="1478639"/>
                  </a:lnTo>
                  <a:lnTo>
                    <a:pt x="635859" y="1483227"/>
                  </a:lnTo>
                  <a:lnTo>
                    <a:pt x="636486" y="1487733"/>
                  </a:lnTo>
                  <a:lnTo>
                    <a:pt x="637113" y="1492129"/>
                  </a:lnTo>
                  <a:lnTo>
                    <a:pt x="637739" y="1496423"/>
                  </a:lnTo>
                  <a:lnTo>
                    <a:pt x="638366" y="1500610"/>
                  </a:lnTo>
                  <a:lnTo>
                    <a:pt x="638992" y="1504666"/>
                  </a:lnTo>
                  <a:lnTo>
                    <a:pt x="639619" y="1508572"/>
                  </a:lnTo>
                  <a:lnTo>
                    <a:pt x="640245" y="1512313"/>
                  </a:lnTo>
                  <a:lnTo>
                    <a:pt x="640872" y="1515899"/>
                  </a:lnTo>
                  <a:lnTo>
                    <a:pt x="641498" y="1519317"/>
                  </a:lnTo>
                  <a:lnTo>
                    <a:pt x="642125" y="1522570"/>
                  </a:lnTo>
                  <a:lnTo>
                    <a:pt x="642752" y="1525668"/>
                  </a:lnTo>
                  <a:lnTo>
                    <a:pt x="643378" y="1528602"/>
                  </a:lnTo>
                  <a:lnTo>
                    <a:pt x="644005" y="1531368"/>
                  </a:lnTo>
                  <a:lnTo>
                    <a:pt x="644631" y="1533996"/>
                  </a:lnTo>
                  <a:lnTo>
                    <a:pt x="645258" y="1536472"/>
                  </a:lnTo>
                  <a:lnTo>
                    <a:pt x="645884" y="1538816"/>
                  </a:lnTo>
                  <a:lnTo>
                    <a:pt x="646511" y="1541007"/>
                  </a:lnTo>
                  <a:lnTo>
                    <a:pt x="647137" y="1543064"/>
                  </a:lnTo>
                  <a:lnTo>
                    <a:pt x="647764" y="1544995"/>
                  </a:lnTo>
                  <a:lnTo>
                    <a:pt x="648391" y="1546803"/>
                  </a:lnTo>
                  <a:lnTo>
                    <a:pt x="649017" y="1548485"/>
                  </a:lnTo>
                  <a:lnTo>
                    <a:pt x="649644" y="1550041"/>
                  </a:lnTo>
                  <a:lnTo>
                    <a:pt x="650270" y="1551494"/>
                  </a:lnTo>
                  <a:lnTo>
                    <a:pt x="650897" y="1552847"/>
                  </a:lnTo>
                  <a:lnTo>
                    <a:pt x="651523" y="1554099"/>
                  </a:lnTo>
                  <a:lnTo>
                    <a:pt x="652150" y="1555264"/>
                  </a:lnTo>
                  <a:lnTo>
                    <a:pt x="652776" y="1556386"/>
                  </a:lnTo>
                  <a:lnTo>
                    <a:pt x="653403" y="1557476"/>
                  </a:lnTo>
                  <a:lnTo>
                    <a:pt x="654030" y="1558551"/>
                  </a:lnTo>
                  <a:lnTo>
                    <a:pt x="654656" y="1559643"/>
                  </a:lnTo>
                  <a:lnTo>
                    <a:pt x="655283" y="1560740"/>
                  </a:lnTo>
                  <a:lnTo>
                    <a:pt x="655909" y="1561884"/>
                  </a:lnTo>
                  <a:lnTo>
                    <a:pt x="656536" y="1563023"/>
                  </a:lnTo>
                  <a:lnTo>
                    <a:pt x="657162" y="1564149"/>
                  </a:lnTo>
                  <a:lnTo>
                    <a:pt x="657789" y="1565275"/>
                  </a:lnTo>
                  <a:lnTo>
                    <a:pt x="658415" y="1566382"/>
                  </a:lnTo>
                  <a:lnTo>
                    <a:pt x="659042" y="1567464"/>
                  </a:lnTo>
                  <a:lnTo>
                    <a:pt x="659669" y="1568504"/>
                  </a:lnTo>
                  <a:lnTo>
                    <a:pt x="660295" y="1569522"/>
                  </a:lnTo>
                  <a:lnTo>
                    <a:pt x="660922" y="1570548"/>
                  </a:lnTo>
                  <a:lnTo>
                    <a:pt x="661548" y="1571567"/>
                  </a:lnTo>
                  <a:lnTo>
                    <a:pt x="662175" y="1572582"/>
                  </a:lnTo>
                  <a:lnTo>
                    <a:pt x="662801" y="1573588"/>
                  </a:lnTo>
                  <a:lnTo>
                    <a:pt x="663428" y="1574567"/>
                  </a:lnTo>
                  <a:lnTo>
                    <a:pt x="664054" y="1575532"/>
                  </a:lnTo>
                  <a:lnTo>
                    <a:pt x="664681" y="1576475"/>
                  </a:lnTo>
                  <a:lnTo>
                    <a:pt x="665308" y="1577399"/>
                  </a:lnTo>
                  <a:lnTo>
                    <a:pt x="665934" y="1578307"/>
                  </a:lnTo>
                  <a:lnTo>
                    <a:pt x="666561" y="1579214"/>
                  </a:lnTo>
                  <a:lnTo>
                    <a:pt x="667187" y="1580142"/>
                  </a:lnTo>
                  <a:lnTo>
                    <a:pt x="667814" y="1581152"/>
                  </a:lnTo>
                  <a:lnTo>
                    <a:pt x="668440" y="1582260"/>
                  </a:lnTo>
                  <a:lnTo>
                    <a:pt x="669067" y="1583496"/>
                  </a:lnTo>
                  <a:lnTo>
                    <a:pt x="669693" y="1584853"/>
                  </a:lnTo>
                  <a:lnTo>
                    <a:pt x="670320" y="1586295"/>
                  </a:lnTo>
                  <a:lnTo>
                    <a:pt x="670947" y="1587840"/>
                  </a:lnTo>
                  <a:lnTo>
                    <a:pt x="671573" y="1589490"/>
                  </a:lnTo>
                  <a:lnTo>
                    <a:pt x="672200" y="1591248"/>
                  </a:lnTo>
                  <a:lnTo>
                    <a:pt x="672826" y="1593102"/>
                  </a:lnTo>
                  <a:lnTo>
                    <a:pt x="673453" y="1595037"/>
                  </a:lnTo>
                  <a:lnTo>
                    <a:pt x="674079" y="1597054"/>
                  </a:lnTo>
                  <a:lnTo>
                    <a:pt x="674706" y="1599153"/>
                  </a:lnTo>
                  <a:lnTo>
                    <a:pt x="675332" y="1601349"/>
                  </a:lnTo>
                  <a:lnTo>
                    <a:pt x="675959" y="1603642"/>
                  </a:lnTo>
                  <a:lnTo>
                    <a:pt x="676586" y="1606048"/>
                  </a:lnTo>
                  <a:lnTo>
                    <a:pt x="677212" y="1608564"/>
                  </a:lnTo>
                  <a:lnTo>
                    <a:pt x="677839" y="1611216"/>
                  </a:lnTo>
                  <a:lnTo>
                    <a:pt x="678465" y="1613997"/>
                  </a:lnTo>
                  <a:lnTo>
                    <a:pt x="679092" y="1616914"/>
                  </a:lnTo>
                  <a:lnTo>
                    <a:pt x="679718" y="1619961"/>
                  </a:lnTo>
                  <a:lnTo>
                    <a:pt x="680345" y="1623131"/>
                  </a:lnTo>
                  <a:lnTo>
                    <a:pt x="680971" y="1626418"/>
                  </a:lnTo>
                  <a:lnTo>
                    <a:pt x="681598" y="1629815"/>
                  </a:lnTo>
                  <a:lnTo>
                    <a:pt x="682225" y="1633310"/>
                  </a:lnTo>
                  <a:lnTo>
                    <a:pt x="682851" y="1636923"/>
                  </a:lnTo>
                  <a:lnTo>
                    <a:pt x="683478" y="1640687"/>
                  </a:lnTo>
                  <a:lnTo>
                    <a:pt x="684104" y="1644600"/>
                  </a:lnTo>
                  <a:lnTo>
                    <a:pt x="684731" y="1648653"/>
                  </a:lnTo>
                  <a:lnTo>
                    <a:pt x="685357" y="1652840"/>
                  </a:lnTo>
                  <a:lnTo>
                    <a:pt x="685984" y="1657137"/>
                  </a:lnTo>
                  <a:lnTo>
                    <a:pt x="686610" y="1661530"/>
                  </a:lnTo>
                  <a:lnTo>
                    <a:pt x="687237" y="1665986"/>
                  </a:lnTo>
                  <a:lnTo>
                    <a:pt x="687863" y="1670474"/>
                  </a:lnTo>
                  <a:lnTo>
                    <a:pt x="688490" y="1675010"/>
                  </a:lnTo>
                  <a:lnTo>
                    <a:pt x="689117" y="1679598"/>
                  </a:lnTo>
                  <a:lnTo>
                    <a:pt x="689743" y="1684222"/>
                  </a:lnTo>
                  <a:lnTo>
                    <a:pt x="690370" y="1688859"/>
                  </a:lnTo>
                  <a:lnTo>
                    <a:pt x="690996" y="1693502"/>
                  </a:lnTo>
                  <a:lnTo>
                    <a:pt x="691623" y="1698151"/>
                  </a:lnTo>
                  <a:lnTo>
                    <a:pt x="692249" y="1702781"/>
                  </a:lnTo>
                  <a:lnTo>
                    <a:pt x="692876" y="1707331"/>
                  </a:lnTo>
                  <a:lnTo>
                    <a:pt x="693502" y="1711785"/>
                  </a:lnTo>
                  <a:lnTo>
                    <a:pt x="694129" y="1716096"/>
                  </a:lnTo>
                  <a:lnTo>
                    <a:pt x="694756" y="1720253"/>
                  </a:lnTo>
                  <a:lnTo>
                    <a:pt x="695382" y="1724251"/>
                  </a:lnTo>
                  <a:lnTo>
                    <a:pt x="696009" y="1728065"/>
                  </a:lnTo>
                  <a:lnTo>
                    <a:pt x="696635" y="1731686"/>
                  </a:lnTo>
                  <a:lnTo>
                    <a:pt x="697262" y="1735110"/>
                  </a:lnTo>
                  <a:lnTo>
                    <a:pt x="697888" y="1738368"/>
                  </a:lnTo>
                  <a:lnTo>
                    <a:pt x="698515" y="1741473"/>
                  </a:lnTo>
                  <a:lnTo>
                    <a:pt x="699141" y="1744431"/>
                  </a:lnTo>
                  <a:lnTo>
                    <a:pt x="699768" y="1747240"/>
                  </a:lnTo>
                  <a:lnTo>
                    <a:pt x="700395" y="1749887"/>
                  </a:lnTo>
                  <a:lnTo>
                    <a:pt x="701021" y="1752361"/>
                  </a:lnTo>
                  <a:lnTo>
                    <a:pt x="701648" y="1754679"/>
                  </a:lnTo>
                  <a:lnTo>
                    <a:pt x="702274" y="1756876"/>
                  </a:lnTo>
                  <a:lnTo>
                    <a:pt x="702901" y="1758955"/>
                  </a:lnTo>
                  <a:lnTo>
                    <a:pt x="703527" y="1760935"/>
                  </a:lnTo>
                  <a:lnTo>
                    <a:pt x="704154" y="1762838"/>
                  </a:lnTo>
                  <a:lnTo>
                    <a:pt x="704780" y="1764680"/>
                  </a:lnTo>
                  <a:lnTo>
                    <a:pt x="705407" y="1766495"/>
                  </a:lnTo>
                  <a:lnTo>
                    <a:pt x="706034" y="1768303"/>
                  </a:lnTo>
                  <a:lnTo>
                    <a:pt x="706660" y="1770102"/>
                  </a:lnTo>
                  <a:lnTo>
                    <a:pt x="707287" y="1771885"/>
                  </a:lnTo>
                  <a:lnTo>
                    <a:pt x="707913" y="1773655"/>
                  </a:lnTo>
                  <a:lnTo>
                    <a:pt x="708540" y="1775395"/>
                  </a:lnTo>
                  <a:lnTo>
                    <a:pt x="709166" y="1777113"/>
                  </a:lnTo>
                  <a:lnTo>
                    <a:pt x="709793" y="1778800"/>
                  </a:lnTo>
                  <a:lnTo>
                    <a:pt x="710419" y="1780466"/>
                  </a:lnTo>
                  <a:lnTo>
                    <a:pt x="711046" y="1782119"/>
                  </a:lnTo>
                  <a:lnTo>
                    <a:pt x="711673" y="1783762"/>
                  </a:lnTo>
                  <a:lnTo>
                    <a:pt x="712299" y="1785399"/>
                  </a:lnTo>
                  <a:lnTo>
                    <a:pt x="712926" y="1787018"/>
                  </a:lnTo>
                  <a:lnTo>
                    <a:pt x="713552" y="1788627"/>
                  </a:lnTo>
                  <a:lnTo>
                    <a:pt x="714179" y="1790229"/>
                  </a:lnTo>
                  <a:lnTo>
                    <a:pt x="714805" y="1791806"/>
                  </a:lnTo>
                  <a:lnTo>
                    <a:pt x="715432" y="1793307"/>
                  </a:lnTo>
                  <a:lnTo>
                    <a:pt x="716058" y="1794723"/>
                  </a:lnTo>
                  <a:lnTo>
                    <a:pt x="716685" y="1796031"/>
                  </a:lnTo>
                  <a:lnTo>
                    <a:pt x="717312" y="1797215"/>
                  </a:lnTo>
                  <a:lnTo>
                    <a:pt x="717938" y="1798290"/>
                  </a:lnTo>
                  <a:lnTo>
                    <a:pt x="718565" y="1799226"/>
                  </a:lnTo>
                  <a:lnTo>
                    <a:pt x="719191" y="1800066"/>
                  </a:lnTo>
                  <a:lnTo>
                    <a:pt x="719818" y="1800810"/>
                  </a:lnTo>
                  <a:lnTo>
                    <a:pt x="720444" y="1801455"/>
                  </a:lnTo>
                  <a:lnTo>
                    <a:pt x="721071" y="1802021"/>
                  </a:lnTo>
                  <a:lnTo>
                    <a:pt x="721697" y="1802499"/>
                  </a:lnTo>
                  <a:lnTo>
                    <a:pt x="722324" y="1802920"/>
                  </a:lnTo>
                  <a:lnTo>
                    <a:pt x="722951" y="1803279"/>
                  </a:lnTo>
                  <a:lnTo>
                    <a:pt x="723577" y="1803547"/>
                  </a:lnTo>
                  <a:lnTo>
                    <a:pt x="724204" y="1803739"/>
                  </a:lnTo>
                  <a:lnTo>
                    <a:pt x="724830" y="1803858"/>
                  </a:lnTo>
                  <a:lnTo>
                    <a:pt x="725457" y="1803903"/>
                  </a:lnTo>
                  <a:lnTo>
                    <a:pt x="726083" y="1803909"/>
                  </a:lnTo>
                  <a:lnTo>
                    <a:pt x="726710" y="1803869"/>
                  </a:lnTo>
                  <a:lnTo>
                    <a:pt x="727336" y="1803790"/>
                  </a:lnTo>
                  <a:lnTo>
                    <a:pt x="727963" y="1803689"/>
                  </a:lnTo>
                  <a:lnTo>
                    <a:pt x="728590" y="1803573"/>
                  </a:lnTo>
                  <a:lnTo>
                    <a:pt x="729216" y="1803449"/>
                  </a:lnTo>
                  <a:lnTo>
                    <a:pt x="729843" y="1803286"/>
                  </a:lnTo>
                  <a:lnTo>
                    <a:pt x="730469" y="1803032"/>
                  </a:lnTo>
                  <a:lnTo>
                    <a:pt x="731096" y="1802689"/>
                  </a:lnTo>
                  <a:lnTo>
                    <a:pt x="731722" y="1802226"/>
                  </a:lnTo>
                  <a:lnTo>
                    <a:pt x="732349" y="1801647"/>
                  </a:lnTo>
                  <a:lnTo>
                    <a:pt x="732975" y="1800985"/>
                  </a:lnTo>
                  <a:lnTo>
                    <a:pt x="733602" y="1800235"/>
                  </a:lnTo>
                  <a:lnTo>
                    <a:pt x="734229" y="1799426"/>
                  </a:lnTo>
                  <a:lnTo>
                    <a:pt x="734855" y="1798574"/>
                  </a:lnTo>
                  <a:lnTo>
                    <a:pt x="735482" y="1797678"/>
                  </a:lnTo>
                  <a:lnTo>
                    <a:pt x="736108" y="1796736"/>
                  </a:lnTo>
                  <a:lnTo>
                    <a:pt x="736735" y="1795752"/>
                  </a:lnTo>
                  <a:lnTo>
                    <a:pt x="737361" y="1794705"/>
                  </a:lnTo>
                  <a:lnTo>
                    <a:pt x="737988" y="1793579"/>
                  </a:lnTo>
                  <a:lnTo>
                    <a:pt x="738614" y="1792374"/>
                  </a:lnTo>
                  <a:lnTo>
                    <a:pt x="739241" y="1791102"/>
                  </a:lnTo>
                  <a:lnTo>
                    <a:pt x="739868" y="1789771"/>
                  </a:lnTo>
                  <a:lnTo>
                    <a:pt x="740494" y="1788390"/>
                  </a:lnTo>
                  <a:lnTo>
                    <a:pt x="741121" y="1786970"/>
                  </a:lnTo>
                  <a:lnTo>
                    <a:pt x="741747" y="1785512"/>
                  </a:lnTo>
                  <a:lnTo>
                    <a:pt x="742374" y="1784013"/>
                  </a:lnTo>
                  <a:lnTo>
                    <a:pt x="743000" y="1782473"/>
                  </a:lnTo>
                  <a:lnTo>
                    <a:pt x="743627" y="1780886"/>
                  </a:lnTo>
                  <a:lnTo>
                    <a:pt x="744253" y="1779254"/>
                  </a:lnTo>
                  <a:lnTo>
                    <a:pt x="744880" y="1777592"/>
                  </a:lnTo>
                  <a:lnTo>
                    <a:pt x="745507" y="1775895"/>
                  </a:lnTo>
                  <a:lnTo>
                    <a:pt x="746133" y="1774158"/>
                  </a:lnTo>
                  <a:lnTo>
                    <a:pt x="746760" y="1772391"/>
                  </a:lnTo>
                  <a:lnTo>
                    <a:pt x="747386" y="1770613"/>
                  </a:lnTo>
                  <a:lnTo>
                    <a:pt x="748013" y="1768831"/>
                  </a:lnTo>
                  <a:lnTo>
                    <a:pt x="748639" y="1767047"/>
                  </a:lnTo>
                  <a:lnTo>
                    <a:pt x="749266" y="1765274"/>
                  </a:lnTo>
                  <a:lnTo>
                    <a:pt x="749892" y="1763507"/>
                  </a:lnTo>
                  <a:lnTo>
                    <a:pt x="750519" y="1761769"/>
                  </a:lnTo>
                  <a:lnTo>
                    <a:pt x="751146" y="1760045"/>
                  </a:lnTo>
                  <a:lnTo>
                    <a:pt x="751772" y="1758336"/>
                  </a:lnTo>
                  <a:lnTo>
                    <a:pt x="752399" y="1756621"/>
                  </a:lnTo>
                  <a:lnTo>
                    <a:pt x="753025" y="1754892"/>
                  </a:lnTo>
                  <a:lnTo>
                    <a:pt x="753652" y="1753166"/>
                  </a:lnTo>
                  <a:lnTo>
                    <a:pt x="754278" y="1751450"/>
                  </a:lnTo>
                  <a:lnTo>
                    <a:pt x="754905" y="1749755"/>
                  </a:lnTo>
                  <a:lnTo>
                    <a:pt x="755531" y="1748109"/>
                  </a:lnTo>
                  <a:lnTo>
                    <a:pt x="756158" y="1746503"/>
                  </a:lnTo>
                  <a:lnTo>
                    <a:pt x="756785" y="1744954"/>
                  </a:lnTo>
                  <a:lnTo>
                    <a:pt x="757411" y="1743466"/>
                  </a:lnTo>
                  <a:lnTo>
                    <a:pt x="758038" y="1742022"/>
                  </a:lnTo>
                  <a:lnTo>
                    <a:pt x="758664" y="1740643"/>
                  </a:lnTo>
                  <a:lnTo>
                    <a:pt x="759291" y="1739334"/>
                  </a:lnTo>
                  <a:lnTo>
                    <a:pt x="759917" y="1738092"/>
                  </a:lnTo>
                  <a:lnTo>
                    <a:pt x="760544" y="1736919"/>
                  </a:lnTo>
                  <a:lnTo>
                    <a:pt x="761170" y="1735814"/>
                  </a:lnTo>
                  <a:lnTo>
                    <a:pt x="761797" y="1734800"/>
                  </a:lnTo>
                  <a:lnTo>
                    <a:pt x="762424" y="1733904"/>
                  </a:lnTo>
                  <a:lnTo>
                    <a:pt x="763050" y="1733120"/>
                  </a:lnTo>
                  <a:lnTo>
                    <a:pt x="763677" y="1732449"/>
                  </a:lnTo>
                  <a:lnTo>
                    <a:pt x="764303" y="1731895"/>
                  </a:lnTo>
                  <a:lnTo>
                    <a:pt x="764930" y="1731430"/>
                  </a:lnTo>
                  <a:lnTo>
                    <a:pt x="765556" y="1731055"/>
                  </a:lnTo>
                  <a:lnTo>
                    <a:pt x="766183" y="1730749"/>
                  </a:lnTo>
                  <a:lnTo>
                    <a:pt x="766809" y="1730505"/>
                  </a:lnTo>
                  <a:lnTo>
                    <a:pt x="767436" y="1730330"/>
                  </a:lnTo>
                  <a:lnTo>
                    <a:pt x="768063" y="1730203"/>
                  </a:lnTo>
                  <a:lnTo>
                    <a:pt x="768689" y="1730121"/>
                  </a:lnTo>
                  <a:lnTo>
                    <a:pt x="769316" y="1730080"/>
                  </a:lnTo>
                  <a:lnTo>
                    <a:pt x="769942" y="1730077"/>
                  </a:lnTo>
                  <a:lnTo>
                    <a:pt x="770569" y="1730111"/>
                  </a:lnTo>
                  <a:lnTo>
                    <a:pt x="771195" y="1730181"/>
                  </a:lnTo>
                  <a:lnTo>
                    <a:pt x="771822" y="1730276"/>
                  </a:lnTo>
                  <a:lnTo>
                    <a:pt x="772448" y="1730385"/>
                  </a:lnTo>
                  <a:lnTo>
                    <a:pt x="773075" y="1730496"/>
                  </a:lnTo>
                  <a:lnTo>
                    <a:pt x="773702" y="1730610"/>
                  </a:lnTo>
                  <a:lnTo>
                    <a:pt x="774328" y="1730705"/>
                  </a:lnTo>
                  <a:lnTo>
                    <a:pt x="774955" y="1730773"/>
                  </a:lnTo>
                  <a:lnTo>
                    <a:pt x="775581" y="1730815"/>
                  </a:lnTo>
                  <a:lnTo>
                    <a:pt x="776208" y="1730801"/>
                  </a:lnTo>
                  <a:lnTo>
                    <a:pt x="776834" y="1730722"/>
                  </a:lnTo>
                  <a:lnTo>
                    <a:pt x="777461" y="1730583"/>
                  </a:lnTo>
                  <a:lnTo>
                    <a:pt x="778087" y="1730380"/>
                  </a:lnTo>
                  <a:lnTo>
                    <a:pt x="778714" y="1730110"/>
                  </a:lnTo>
                  <a:lnTo>
                    <a:pt x="779341" y="1729784"/>
                  </a:lnTo>
                  <a:lnTo>
                    <a:pt x="779967" y="1729402"/>
                  </a:lnTo>
                  <a:lnTo>
                    <a:pt x="780594" y="1728971"/>
                  </a:lnTo>
                  <a:lnTo>
                    <a:pt x="781220" y="1728496"/>
                  </a:lnTo>
                  <a:lnTo>
                    <a:pt x="781847" y="1727981"/>
                  </a:lnTo>
                  <a:lnTo>
                    <a:pt x="782473" y="1727413"/>
                  </a:lnTo>
                  <a:lnTo>
                    <a:pt x="783100" y="1726791"/>
                  </a:lnTo>
                  <a:lnTo>
                    <a:pt x="783726" y="1726125"/>
                  </a:lnTo>
                  <a:lnTo>
                    <a:pt x="784353" y="1725437"/>
                  </a:lnTo>
                  <a:lnTo>
                    <a:pt x="784980" y="1724719"/>
                  </a:lnTo>
                  <a:lnTo>
                    <a:pt x="785606" y="1723996"/>
                  </a:lnTo>
                  <a:lnTo>
                    <a:pt x="786233" y="1723273"/>
                  </a:lnTo>
                  <a:lnTo>
                    <a:pt x="786859" y="1722544"/>
                  </a:lnTo>
                  <a:lnTo>
                    <a:pt x="787486" y="1721810"/>
                  </a:lnTo>
                  <a:lnTo>
                    <a:pt x="788112" y="1721081"/>
                  </a:lnTo>
                  <a:lnTo>
                    <a:pt x="788739" y="1720367"/>
                  </a:lnTo>
                  <a:lnTo>
                    <a:pt x="789365" y="1719687"/>
                  </a:lnTo>
                  <a:lnTo>
                    <a:pt x="789992" y="1719042"/>
                  </a:lnTo>
                  <a:lnTo>
                    <a:pt x="790619" y="1718404"/>
                  </a:lnTo>
                  <a:lnTo>
                    <a:pt x="791245" y="1717770"/>
                  </a:lnTo>
                  <a:lnTo>
                    <a:pt x="791872" y="1717160"/>
                  </a:lnTo>
                  <a:lnTo>
                    <a:pt x="792498" y="1716578"/>
                  </a:lnTo>
                  <a:lnTo>
                    <a:pt x="793125" y="1716024"/>
                  </a:lnTo>
                  <a:lnTo>
                    <a:pt x="793751" y="1715474"/>
                  </a:lnTo>
                  <a:lnTo>
                    <a:pt x="794378" y="1714939"/>
                  </a:lnTo>
                  <a:lnTo>
                    <a:pt x="795004" y="1714431"/>
                  </a:lnTo>
                  <a:lnTo>
                    <a:pt x="795631" y="1713954"/>
                  </a:lnTo>
                  <a:lnTo>
                    <a:pt x="796258" y="1713502"/>
                  </a:lnTo>
                  <a:lnTo>
                    <a:pt x="796884" y="1713073"/>
                  </a:lnTo>
                  <a:lnTo>
                    <a:pt x="797511" y="1712661"/>
                  </a:lnTo>
                  <a:lnTo>
                    <a:pt x="798137" y="1712250"/>
                  </a:lnTo>
                  <a:lnTo>
                    <a:pt x="798764" y="1711822"/>
                  </a:lnTo>
                  <a:lnTo>
                    <a:pt x="799390" y="1711371"/>
                  </a:lnTo>
                  <a:lnTo>
                    <a:pt x="800017" y="1710921"/>
                  </a:lnTo>
                  <a:lnTo>
                    <a:pt x="800643" y="1710475"/>
                  </a:lnTo>
                  <a:lnTo>
                    <a:pt x="801270" y="1710035"/>
                  </a:lnTo>
                  <a:lnTo>
                    <a:pt x="801897" y="1709598"/>
                  </a:lnTo>
                  <a:lnTo>
                    <a:pt x="802523" y="1709164"/>
                  </a:lnTo>
                  <a:lnTo>
                    <a:pt x="803150" y="1708728"/>
                  </a:lnTo>
                  <a:lnTo>
                    <a:pt x="803776" y="1708280"/>
                  </a:lnTo>
                  <a:lnTo>
                    <a:pt x="804403" y="1707814"/>
                  </a:lnTo>
                  <a:lnTo>
                    <a:pt x="805029" y="1707324"/>
                  </a:lnTo>
                  <a:lnTo>
                    <a:pt x="805656" y="1706806"/>
                  </a:lnTo>
                  <a:lnTo>
                    <a:pt x="806282" y="1706281"/>
                  </a:lnTo>
                  <a:lnTo>
                    <a:pt x="806909" y="1705758"/>
                  </a:lnTo>
                  <a:lnTo>
                    <a:pt x="807536" y="1705247"/>
                  </a:lnTo>
                  <a:lnTo>
                    <a:pt x="808162" y="1704783"/>
                  </a:lnTo>
                  <a:lnTo>
                    <a:pt x="808789" y="1704363"/>
                  </a:lnTo>
                  <a:lnTo>
                    <a:pt x="809415" y="1703956"/>
                  </a:lnTo>
                  <a:lnTo>
                    <a:pt x="810042" y="1703546"/>
                  </a:lnTo>
                  <a:lnTo>
                    <a:pt x="810668" y="1703116"/>
                  </a:lnTo>
                  <a:lnTo>
                    <a:pt x="811295" y="1702662"/>
                  </a:lnTo>
                  <a:lnTo>
                    <a:pt x="811921" y="1702180"/>
                  </a:lnTo>
                  <a:lnTo>
                    <a:pt x="812548" y="1701675"/>
                  </a:lnTo>
                  <a:lnTo>
                    <a:pt x="813175" y="1701132"/>
                  </a:lnTo>
                  <a:lnTo>
                    <a:pt x="813801" y="1700553"/>
                  </a:lnTo>
                  <a:lnTo>
                    <a:pt x="814428" y="1699954"/>
                  </a:lnTo>
                  <a:lnTo>
                    <a:pt x="815054" y="1699349"/>
                  </a:lnTo>
                  <a:lnTo>
                    <a:pt x="815681" y="1698733"/>
                  </a:lnTo>
                  <a:lnTo>
                    <a:pt x="816307" y="1698079"/>
                  </a:lnTo>
                  <a:lnTo>
                    <a:pt x="816934" y="1697365"/>
                  </a:lnTo>
                  <a:lnTo>
                    <a:pt x="817560" y="1696543"/>
                  </a:lnTo>
                  <a:lnTo>
                    <a:pt x="818187" y="1695568"/>
                  </a:lnTo>
                  <a:lnTo>
                    <a:pt x="818814" y="1694466"/>
                  </a:lnTo>
                  <a:lnTo>
                    <a:pt x="819440" y="1693259"/>
                  </a:lnTo>
                  <a:lnTo>
                    <a:pt x="820067" y="1691973"/>
                  </a:lnTo>
                  <a:lnTo>
                    <a:pt x="820693" y="1690610"/>
                  </a:lnTo>
                  <a:lnTo>
                    <a:pt x="821320" y="1689165"/>
                  </a:lnTo>
                  <a:lnTo>
                    <a:pt x="821946" y="1687637"/>
                  </a:lnTo>
                  <a:lnTo>
                    <a:pt x="822573" y="1686043"/>
                  </a:lnTo>
                  <a:lnTo>
                    <a:pt x="823199" y="1684379"/>
                  </a:lnTo>
                  <a:lnTo>
                    <a:pt x="823826" y="1682634"/>
                  </a:lnTo>
                  <a:lnTo>
                    <a:pt x="824453" y="1680780"/>
                  </a:lnTo>
                  <a:lnTo>
                    <a:pt x="825079" y="1678806"/>
                  </a:lnTo>
                  <a:lnTo>
                    <a:pt x="825706" y="1676735"/>
                  </a:lnTo>
                  <a:lnTo>
                    <a:pt x="826332" y="1674587"/>
                  </a:lnTo>
                  <a:lnTo>
                    <a:pt x="826959" y="1672374"/>
                  </a:lnTo>
                  <a:lnTo>
                    <a:pt x="827585" y="1670150"/>
                  </a:lnTo>
                  <a:lnTo>
                    <a:pt x="828212" y="1667914"/>
                  </a:lnTo>
                  <a:lnTo>
                    <a:pt x="828838" y="1665656"/>
                  </a:lnTo>
                  <a:lnTo>
                    <a:pt x="829465" y="1663359"/>
                  </a:lnTo>
                  <a:lnTo>
                    <a:pt x="830092" y="1661020"/>
                  </a:lnTo>
                  <a:lnTo>
                    <a:pt x="830718" y="1658644"/>
                  </a:lnTo>
                  <a:lnTo>
                    <a:pt x="831345" y="1656231"/>
                  </a:lnTo>
                  <a:lnTo>
                    <a:pt x="831971" y="1653746"/>
                  </a:lnTo>
                  <a:lnTo>
                    <a:pt x="832598" y="1651194"/>
                  </a:lnTo>
                  <a:lnTo>
                    <a:pt x="833224" y="1648576"/>
                  </a:lnTo>
                  <a:lnTo>
                    <a:pt x="833851" y="1645903"/>
                  </a:lnTo>
                  <a:lnTo>
                    <a:pt x="834477" y="1643183"/>
                  </a:lnTo>
                  <a:lnTo>
                    <a:pt x="835104" y="1640429"/>
                  </a:lnTo>
                  <a:lnTo>
                    <a:pt x="835731" y="1637642"/>
                  </a:lnTo>
                  <a:lnTo>
                    <a:pt x="836357" y="1634831"/>
                  </a:lnTo>
                  <a:lnTo>
                    <a:pt x="836984" y="1632010"/>
                  </a:lnTo>
                  <a:lnTo>
                    <a:pt x="837610" y="1629147"/>
                  </a:lnTo>
                  <a:lnTo>
                    <a:pt x="838237" y="1626237"/>
                  </a:lnTo>
                  <a:lnTo>
                    <a:pt x="838863" y="1623315"/>
                  </a:lnTo>
                  <a:lnTo>
                    <a:pt x="839490" y="1620384"/>
                  </a:lnTo>
                  <a:lnTo>
                    <a:pt x="840116" y="1617443"/>
                  </a:lnTo>
                  <a:lnTo>
                    <a:pt x="840743" y="1614512"/>
                  </a:lnTo>
                  <a:lnTo>
                    <a:pt x="841370" y="1611642"/>
                  </a:lnTo>
                  <a:lnTo>
                    <a:pt x="841996" y="1608809"/>
                  </a:lnTo>
                  <a:lnTo>
                    <a:pt x="842623" y="1606023"/>
                  </a:lnTo>
                  <a:lnTo>
                    <a:pt x="843249" y="1603298"/>
                  </a:lnTo>
                  <a:lnTo>
                    <a:pt x="843876" y="1600627"/>
                  </a:lnTo>
                  <a:lnTo>
                    <a:pt x="844502" y="1597988"/>
                  </a:lnTo>
                  <a:lnTo>
                    <a:pt x="845129" y="1595427"/>
                  </a:lnTo>
                  <a:lnTo>
                    <a:pt x="845755" y="1592941"/>
                  </a:lnTo>
                  <a:lnTo>
                    <a:pt x="846382" y="1590522"/>
                  </a:lnTo>
                  <a:lnTo>
                    <a:pt x="847009" y="1588204"/>
                  </a:lnTo>
                  <a:lnTo>
                    <a:pt x="847635" y="1585965"/>
                  </a:lnTo>
                  <a:lnTo>
                    <a:pt x="848262" y="1583791"/>
                  </a:lnTo>
                  <a:lnTo>
                    <a:pt x="848888" y="1581680"/>
                  </a:lnTo>
                  <a:lnTo>
                    <a:pt x="849515" y="1579658"/>
                  </a:lnTo>
                  <a:lnTo>
                    <a:pt x="850141" y="1577732"/>
                  </a:lnTo>
                  <a:lnTo>
                    <a:pt x="850768" y="1575884"/>
                  </a:lnTo>
                  <a:lnTo>
                    <a:pt x="851394" y="1574089"/>
                  </a:lnTo>
                  <a:lnTo>
                    <a:pt x="852021" y="1572296"/>
                  </a:lnTo>
                  <a:lnTo>
                    <a:pt x="852648" y="1570499"/>
                  </a:lnTo>
                  <a:lnTo>
                    <a:pt x="853274" y="1568700"/>
                  </a:lnTo>
                  <a:lnTo>
                    <a:pt x="853901" y="1566892"/>
                  </a:lnTo>
                  <a:lnTo>
                    <a:pt x="854527" y="1565026"/>
                  </a:lnTo>
                  <a:lnTo>
                    <a:pt x="855154" y="1563101"/>
                  </a:lnTo>
                  <a:lnTo>
                    <a:pt x="855780" y="1561101"/>
                  </a:lnTo>
                  <a:lnTo>
                    <a:pt x="856407" y="1559042"/>
                  </a:lnTo>
                  <a:lnTo>
                    <a:pt x="857033" y="1556934"/>
                  </a:lnTo>
                  <a:lnTo>
                    <a:pt x="857660" y="1554754"/>
                  </a:lnTo>
                  <a:lnTo>
                    <a:pt x="858287" y="1552477"/>
                  </a:lnTo>
                  <a:lnTo>
                    <a:pt x="858913" y="1550100"/>
                  </a:lnTo>
                  <a:lnTo>
                    <a:pt x="859540" y="1547544"/>
                  </a:lnTo>
                  <a:lnTo>
                    <a:pt x="860166" y="1544808"/>
                  </a:lnTo>
                  <a:lnTo>
                    <a:pt x="860793" y="1541903"/>
                  </a:lnTo>
                  <a:lnTo>
                    <a:pt x="861419" y="1538866"/>
                  </a:lnTo>
                  <a:lnTo>
                    <a:pt x="862046" y="1535676"/>
                  </a:lnTo>
                  <a:lnTo>
                    <a:pt x="862672" y="1532306"/>
                  </a:lnTo>
                  <a:lnTo>
                    <a:pt x="863299" y="1528747"/>
                  </a:lnTo>
                  <a:lnTo>
                    <a:pt x="863926" y="1525038"/>
                  </a:lnTo>
                  <a:lnTo>
                    <a:pt x="864552" y="1521161"/>
                  </a:lnTo>
                  <a:lnTo>
                    <a:pt x="865179" y="1517130"/>
                  </a:lnTo>
                  <a:lnTo>
                    <a:pt x="865805" y="1512936"/>
                  </a:lnTo>
                  <a:lnTo>
                    <a:pt x="866432" y="1508584"/>
                  </a:lnTo>
                  <a:lnTo>
                    <a:pt x="867058" y="1504071"/>
                  </a:lnTo>
                  <a:lnTo>
                    <a:pt x="867685" y="1499406"/>
                  </a:lnTo>
                  <a:lnTo>
                    <a:pt x="868311" y="1494591"/>
                  </a:lnTo>
                  <a:lnTo>
                    <a:pt x="868938" y="1489616"/>
                  </a:lnTo>
                  <a:lnTo>
                    <a:pt x="869565" y="1484539"/>
                  </a:lnTo>
                  <a:lnTo>
                    <a:pt x="870191" y="1479358"/>
                  </a:lnTo>
                  <a:lnTo>
                    <a:pt x="870818" y="1474048"/>
                  </a:lnTo>
                  <a:lnTo>
                    <a:pt x="871444" y="1468622"/>
                  </a:lnTo>
                  <a:lnTo>
                    <a:pt x="872071" y="1463117"/>
                  </a:lnTo>
                  <a:lnTo>
                    <a:pt x="872697" y="1457543"/>
                  </a:lnTo>
                  <a:lnTo>
                    <a:pt x="873324" y="1451898"/>
                  </a:lnTo>
                  <a:lnTo>
                    <a:pt x="873950" y="1446215"/>
                  </a:lnTo>
                  <a:lnTo>
                    <a:pt x="874577" y="1440477"/>
                  </a:lnTo>
                  <a:lnTo>
                    <a:pt x="875204" y="1434653"/>
                  </a:lnTo>
                  <a:lnTo>
                    <a:pt x="875830" y="1428775"/>
                  </a:lnTo>
                  <a:lnTo>
                    <a:pt x="876457" y="1422867"/>
                  </a:lnTo>
                  <a:lnTo>
                    <a:pt x="877083" y="1416882"/>
                  </a:lnTo>
                  <a:lnTo>
                    <a:pt x="877710" y="1410836"/>
                  </a:lnTo>
                  <a:lnTo>
                    <a:pt x="878336" y="1404752"/>
                  </a:lnTo>
                  <a:lnTo>
                    <a:pt x="878963" y="1398602"/>
                  </a:lnTo>
                  <a:lnTo>
                    <a:pt x="879589" y="1392404"/>
                  </a:lnTo>
                  <a:lnTo>
                    <a:pt x="880216" y="1386199"/>
                  </a:lnTo>
                  <a:lnTo>
                    <a:pt x="880843" y="1380041"/>
                  </a:lnTo>
                  <a:lnTo>
                    <a:pt x="881469" y="1373920"/>
                  </a:lnTo>
                  <a:lnTo>
                    <a:pt x="882096" y="1367834"/>
                  </a:lnTo>
                  <a:lnTo>
                    <a:pt x="882722" y="1361781"/>
                  </a:lnTo>
                  <a:lnTo>
                    <a:pt x="883349" y="1355786"/>
                  </a:lnTo>
                  <a:lnTo>
                    <a:pt x="883975" y="1349902"/>
                  </a:lnTo>
                  <a:lnTo>
                    <a:pt x="884602" y="1344156"/>
                  </a:lnTo>
                  <a:lnTo>
                    <a:pt x="885228" y="1338534"/>
                  </a:lnTo>
                  <a:lnTo>
                    <a:pt x="885855" y="1333050"/>
                  </a:lnTo>
                  <a:lnTo>
                    <a:pt x="886482" y="1327748"/>
                  </a:lnTo>
                  <a:lnTo>
                    <a:pt x="887108" y="1322646"/>
                  </a:lnTo>
                  <a:lnTo>
                    <a:pt x="887735" y="1317747"/>
                  </a:lnTo>
                  <a:lnTo>
                    <a:pt x="888361" y="1313062"/>
                  </a:lnTo>
                  <a:lnTo>
                    <a:pt x="888988" y="1308594"/>
                  </a:lnTo>
                  <a:lnTo>
                    <a:pt x="889614" y="1304349"/>
                  </a:lnTo>
                  <a:lnTo>
                    <a:pt x="890241" y="1300267"/>
                  </a:lnTo>
                  <a:lnTo>
                    <a:pt x="890867" y="1296345"/>
                  </a:lnTo>
                  <a:lnTo>
                    <a:pt x="891494" y="1292630"/>
                  </a:lnTo>
                  <a:lnTo>
                    <a:pt x="892121" y="1289122"/>
                  </a:lnTo>
                  <a:lnTo>
                    <a:pt x="892747" y="1285829"/>
                  </a:lnTo>
                  <a:lnTo>
                    <a:pt x="893374" y="1282725"/>
                  </a:lnTo>
                  <a:lnTo>
                    <a:pt x="894000" y="1279836"/>
                  </a:lnTo>
                  <a:lnTo>
                    <a:pt x="894627" y="1277222"/>
                  </a:lnTo>
                  <a:lnTo>
                    <a:pt x="895253" y="1274889"/>
                  </a:lnTo>
                  <a:lnTo>
                    <a:pt x="895880" y="1272829"/>
                  </a:lnTo>
                  <a:lnTo>
                    <a:pt x="896506" y="1271057"/>
                  </a:lnTo>
                  <a:lnTo>
                    <a:pt x="897133" y="1269552"/>
                  </a:lnTo>
                  <a:lnTo>
                    <a:pt x="897760" y="1268303"/>
                  </a:lnTo>
                  <a:lnTo>
                    <a:pt x="898386" y="1267300"/>
                  </a:lnTo>
                  <a:lnTo>
                    <a:pt x="899013" y="1266521"/>
                  </a:lnTo>
                  <a:lnTo>
                    <a:pt x="899639" y="1265965"/>
                  </a:lnTo>
                  <a:lnTo>
                    <a:pt x="900266" y="1265663"/>
                  </a:lnTo>
                  <a:lnTo>
                    <a:pt x="900892" y="1265609"/>
                  </a:lnTo>
                  <a:lnTo>
                    <a:pt x="901519" y="1265781"/>
                  </a:lnTo>
                  <a:lnTo>
                    <a:pt x="902145" y="1266179"/>
                  </a:lnTo>
                  <a:lnTo>
                    <a:pt x="902772" y="1266788"/>
                  </a:lnTo>
                  <a:lnTo>
                    <a:pt x="903399" y="1267578"/>
                  </a:lnTo>
                  <a:lnTo>
                    <a:pt x="904025" y="1268489"/>
                  </a:lnTo>
                  <a:lnTo>
                    <a:pt x="904652" y="1269533"/>
                  </a:lnTo>
                  <a:lnTo>
                    <a:pt x="905278" y="1270697"/>
                  </a:lnTo>
                  <a:lnTo>
                    <a:pt x="905905" y="1271964"/>
                  </a:lnTo>
                  <a:lnTo>
                    <a:pt x="906531" y="1273368"/>
                  </a:lnTo>
                  <a:lnTo>
                    <a:pt x="907158" y="1274939"/>
                  </a:lnTo>
                  <a:lnTo>
                    <a:pt x="907784" y="1276637"/>
                  </a:lnTo>
                  <a:lnTo>
                    <a:pt x="908411" y="1278468"/>
                  </a:lnTo>
                  <a:lnTo>
                    <a:pt x="909038" y="1280448"/>
                  </a:lnTo>
                  <a:lnTo>
                    <a:pt x="909664" y="1282518"/>
                  </a:lnTo>
                  <a:lnTo>
                    <a:pt x="910291" y="1284686"/>
                  </a:lnTo>
                  <a:lnTo>
                    <a:pt x="910917" y="1286945"/>
                  </a:lnTo>
                  <a:lnTo>
                    <a:pt x="911544" y="1289309"/>
                  </a:lnTo>
                  <a:lnTo>
                    <a:pt x="912170" y="1291767"/>
                  </a:lnTo>
                  <a:lnTo>
                    <a:pt x="912797" y="1294306"/>
                  </a:lnTo>
                  <a:lnTo>
                    <a:pt x="913423" y="1296928"/>
                  </a:lnTo>
                  <a:lnTo>
                    <a:pt x="914050" y="1299662"/>
                  </a:lnTo>
                  <a:lnTo>
                    <a:pt x="914677" y="1302529"/>
                  </a:lnTo>
                  <a:lnTo>
                    <a:pt x="915303" y="1305520"/>
                  </a:lnTo>
                  <a:lnTo>
                    <a:pt x="915930" y="1308595"/>
                  </a:lnTo>
                  <a:lnTo>
                    <a:pt x="916556" y="1311707"/>
                  </a:lnTo>
                  <a:lnTo>
                    <a:pt x="917183" y="1314886"/>
                  </a:lnTo>
                  <a:lnTo>
                    <a:pt x="917809" y="1318119"/>
                  </a:lnTo>
                  <a:lnTo>
                    <a:pt x="918436" y="1321393"/>
                  </a:lnTo>
                  <a:lnTo>
                    <a:pt x="919062" y="1324710"/>
                  </a:lnTo>
                  <a:lnTo>
                    <a:pt x="919689" y="1328071"/>
                  </a:lnTo>
                  <a:lnTo>
                    <a:pt x="920316" y="1331473"/>
                  </a:lnTo>
                  <a:lnTo>
                    <a:pt x="920942" y="1334919"/>
                  </a:lnTo>
                  <a:lnTo>
                    <a:pt x="921569" y="1338402"/>
                  </a:lnTo>
                  <a:lnTo>
                    <a:pt x="922195" y="1342002"/>
                  </a:lnTo>
                  <a:lnTo>
                    <a:pt x="922822" y="1345714"/>
                  </a:lnTo>
                  <a:lnTo>
                    <a:pt x="923448" y="1349514"/>
                  </a:lnTo>
                  <a:lnTo>
                    <a:pt x="924075" y="1353383"/>
                  </a:lnTo>
                  <a:lnTo>
                    <a:pt x="924701" y="1357336"/>
                  </a:lnTo>
                  <a:lnTo>
                    <a:pt x="925328" y="1361406"/>
                  </a:lnTo>
                  <a:lnTo>
                    <a:pt x="925954" y="1365626"/>
                  </a:lnTo>
                  <a:lnTo>
                    <a:pt x="926581" y="1369929"/>
                  </a:lnTo>
                  <a:lnTo>
                    <a:pt x="927208" y="1374350"/>
                  </a:lnTo>
                  <a:lnTo>
                    <a:pt x="927834" y="1378878"/>
                  </a:lnTo>
                  <a:lnTo>
                    <a:pt x="928461" y="1383491"/>
                  </a:lnTo>
                  <a:lnTo>
                    <a:pt x="929087" y="1388188"/>
                  </a:lnTo>
                  <a:lnTo>
                    <a:pt x="929714" y="1392978"/>
                  </a:lnTo>
                  <a:lnTo>
                    <a:pt x="930340" y="1397862"/>
                  </a:lnTo>
                  <a:lnTo>
                    <a:pt x="930967" y="1402853"/>
                  </a:lnTo>
                  <a:lnTo>
                    <a:pt x="931593" y="1407932"/>
                  </a:lnTo>
                  <a:lnTo>
                    <a:pt x="932220" y="1413048"/>
                  </a:lnTo>
                  <a:lnTo>
                    <a:pt x="932847" y="1418196"/>
                  </a:lnTo>
                  <a:lnTo>
                    <a:pt x="933473" y="1423369"/>
                  </a:lnTo>
                  <a:lnTo>
                    <a:pt x="934100" y="1428550"/>
                  </a:lnTo>
                  <a:lnTo>
                    <a:pt x="934726" y="1433730"/>
                  </a:lnTo>
                  <a:lnTo>
                    <a:pt x="935353" y="1438917"/>
                  </a:lnTo>
                  <a:lnTo>
                    <a:pt x="935979" y="1444161"/>
                  </a:lnTo>
                  <a:lnTo>
                    <a:pt x="936606" y="1449429"/>
                  </a:lnTo>
                  <a:lnTo>
                    <a:pt x="937232" y="1454749"/>
                  </a:lnTo>
                  <a:lnTo>
                    <a:pt x="937859" y="1460181"/>
                  </a:lnTo>
                  <a:lnTo>
                    <a:pt x="938486" y="1465712"/>
                  </a:lnTo>
                  <a:lnTo>
                    <a:pt x="939112" y="1471312"/>
                  </a:lnTo>
                  <a:lnTo>
                    <a:pt x="939739" y="1477007"/>
                  </a:lnTo>
                  <a:lnTo>
                    <a:pt x="940365" y="1482781"/>
                  </a:lnTo>
                  <a:lnTo>
                    <a:pt x="940992" y="1488626"/>
                  </a:lnTo>
                  <a:lnTo>
                    <a:pt x="941618" y="1494593"/>
                  </a:lnTo>
                  <a:lnTo>
                    <a:pt x="942245" y="1500669"/>
                  </a:lnTo>
                  <a:lnTo>
                    <a:pt x="942871" y="1506857"/>
                  </a:lnTo>
                  <a:lnTo>
                    <a:pt x="943498" y="1513139"/>
                  </a:lnTo>
                  <a:lnTo>
                    <a:pt x="944125" y="1519513"/>
                  </a:lnTo>
                  <a:lnTo>
                    <a:pt x="944751" y="1525974"/>
                  </a:lnTo>
                  <a:lnTo>
                    <a:pt x="945378" y="1532510"/>
                  </a:lnTo>
                  <a:lnTo>
                    <a:pt x="946004" y="1539101"/>
                  </a:lnTo>
                  <a:lnTo>
                    <a:pt x="946631" y="1545704"/>
                  </a:lnTo>
                  <a:lnTo>
                    <a:pt x="947257" y="1552275"/>
                  </a:lnTo>
                  <a:lnTo>
                    <a:pt x="947884" y="1558826"/>
                  </a:lnTo>
                  <a:lnTo>
                    <a:pt x="948510" y="1565376"/>
                  </a:lnTo>
                  <a:lnTo>
                    <a:pt x="949137" y="1571892"/>
                  </a:lnTo>
                  <a:lnTo>
                    <a:pt x="949764" y="1578380"/>
                  </a:lnTo>
                  <a:lnTo>
                    <a:pt x="950390" y="1584853"/>
                  </a:lnTo>
                  <a:lnTo>
                    <a:pt x="951017" y="1591282"/>
                  </a:lnTo>
                  <a:lnTo>
                    <a:pt x="951643" y="1597653"/>
                  </a:lnTo>
                  <a:lnTo>
                    <a:pt x="952270" y="1603946"/>
                  </a:lnTo>
                  <a:lnTo>
                    <a:pt x="952896" y="1610162"/>
                  </a:lnTo>
                  <a:lnTo>
                    <a:pt x="953523" y="1616296"/>
                  </a:lnTo>
                  <a:lnTo>
                    <a:pt x="954149" y="1622313"/>
                  </a:lnTo>
                  <a:lnTo>
                    <a:pt x="954776" y="1628212"/>
                  </a:lnTo>
                  <a:lnTo>
                    <a:pt x="955403" y="1633980"/>
                  </a:lnTo>
                  <a:lnTo>
                    <a:pt x="956029" y="1639631"/>
                  </a:lnTo>
                  <a:lnTo>
                    <a:pt x="956656" y="1645147"/>
                  </a:lnTo>
                  <a:lnTo>
                    <a:pt x="957282" y="1650493"/>
                  </a:lnTo>
                  <a:lnTo>
                    <a:pt x="957909" y="1655639"/>
                  </a:lnTo>
                  <a:lnTo>
                    <a:pt x="958535" y="1660619"/>
                  </a:lnTo>
                  <a:lnTo>
                    <a:pt x="959162" y="1665390"/>
                  </a:lnTo>
                  <a:lnTo>
                    <a:pt x="959788" y="1669960"/>
                  </a:lnTo>
                  <a:lnTo>
                    <a:pt x="960415" y="1674350"/>
                  </a:lnTo>
                  <a:lnTo>
                    <a:pt x="961042" y="1678570"/>
                  </a:lnTo>
                  <a:lnTo>
                    <a:pt x="961668" y="1682626"/>
                  </a:lnTo>
                  <a:lnTo>
                    <a:pt x="962295" y="1686504"/>
                  </a:lnTo>
                  <a:lnTo>
                    <a:pt x="962921" y="1690180"/>
                  </a:lnTo>
                  <a:lnTo>
                    <a:pt x="963548" y="1693665"/>
                  </a:lnTo>
                  <a:lnTo>
                    <a:pt x="964174" y="1696962"/>
                  </a:lnTo>
                  <a:lnTo>
                    <a:pt x="964801" y="1700067"/>
                  </a:lnTo>
                  <a:lnTo>
                    <a:pt x="965427" y="1702994"/>
                  </a:lnTo>
                  <a:lnTo>
                    <a:pt x="966054" y="1705763"/>
                  </a:lnTo>
                  <a:lnTo>
                    <a:pt x="966681" y="1708388"/>
                  </a:lnTo>
                  <a:lnTo>
                    <a:pt x="967307" y="1710875"/>
                  </a:lnTo>
                  <a:lnTo>
                    <a:pt x="967934" y="1713201"/>
                  </a:lnTo>
                  <a:lnTo>
                    <a:pt x="968560" y="1715371"/>
                  </a:lnTo>
                  <a:lnTo>
                    <a:pt x="969187" y="1717341"/>
                  </a:lnTo>
                  <a:lnTo>
                    <a:pt x="969813" y="1719049"/>
                  </a:lnTo>
                  <a:lnTo>
                    <a:pt x="970440" y="1720484"/>
                  </a:lnTo>
                  <a:lnTo>
                    <a:pt x="971066" y="1721651"/>
                  </a:lnTo>
                  <a:lnTo>
                    <a:pt x="971693" y="1722537"/>
                  </a:lnTo>
                  <a:lnTo>
                    <a:pt x="972320" y="1723162"/>
                  </a:lnTo>
                  <a:lnTo>
                    <a:pt x="972946" y="1723533"/>
                  </a:lnTo>
                  <a:lnTo>
                    <a:pt x="973573" y="1723632"/>
                  </a:lnTo>
                  <a:lnTo>
                    <a:pt x="974199" y="1723436"/>
                  </a:lnTo>
                  <a:lnTo>
                    <a:pt x="974826" y="1722906"/>
                  </a:lnTo>
                  <a:lnTo>
                    <a:pt x="975452" y="1722044"/>
                  </a:lnTo>
                  <a:lnTo>
                    <a:pt x="976079" y="1720860"/>
                  </a:lnTo>
                  <a:lnTo>
                    <a:pt x="976705" y="1719322"/>
                  </a:lnTo>
                  <a:lnTo>
                    <a:pt x="977332" y="1717435"/>
                  </a:lnTo>
                  <a:lnTo>
                    <a:pt x="977959" y="1715205"/>
                  </a:lnTo>
                  <a:lnTo>
                    <a:pt x="978585" y="1712653"/>
                  </a:lnTo>
                  <a:lnTo>
                    <a:pt x="979212" y="1709833"/>
                  </a:lnTo>
                  <a:lnTo>
                    <a:pt x="979838" y="1706751"/>
                  </a:lnTo>
                  <a:lnTo>
                    <a:pt x="980465" y="1703418"/>
                  </a:lnTo>
                  <a:lnTo>
                    <a:pt x="981091" y="1699867"/>
                  </a:lnTo>
                  <a:lnTo>
                    <a:pt x="981718" y="1696100"/>
                  </a:lnTo>
                  <a:lnTo>
                    <a:pt x="982344" y="1692114"/>
                  </a:lnTo>
                  <a:lnTo>
                    <a:pt x="982971" y="1687919"/>
                  </a:lnTo>
                  <a:lnTo>
                    <a:pt x="983598" y="1683533"/>
                  </a:lnTo>
                  <a:lnTo>
                    <a:pt x="984224" y="1678990"/>
                  </a:lnTo>
                  <a:lnTo>
                    <a:pt x="984851" y="1674279"/>
                  </a:lnTo>
                  <a:lnTo>
                    <a:pt x="985477" y="1669388"/>
                  </a:lnTo>
                  <a:lnTo>
                    <a:pt x="986104" y="1664331"/>
                  </a:lnTo>
                  <a:lnTo>
                    <a:pt x="986730" y="1659108"/>
                  </a:lnTo>
                  <a:lnTo>
                    <a:pt x="987357" y="1653742"/>
                  </a:lnTo>
                  <a:lnTo>
                    <a:pt x="987983" y="1648249"/>
                  </a:lnTo>
                  <a:lnTo>
                    <a:pt x="988610" y="1642633"/>
                  </a:lnTo>
                  <a:lnTo>
                    <a:pt x="989237" y="1636919"/>
                  </a:lnTo>
                  <a:lnTo>
                    <a:pt x="989863" y="1631084"/>
                  </a:lnTo>
                  <a:lnTo>
                    <a:pt x="990490" y="1625121"/>
                  </a:lnTo>
                  <a:lnTo>
                    <a:pt x="991116" y="1619058"/>
                  </a:lnTo>
                  <a:lnTo>
                    <a:pt x="991743" y="1612895"/>
                  </a:lnTo>
                  <a:lnTo>
                    <a:pt x="992369" y="1606642"/>
                  </a:lnTo>
                  <a:lnTo>
                    <a:pt x="992996" y="1600312"/>
                  </a:lnTo>
                  <a:lnTo>
                    <a:pt x="993622" y="1593905"/>
                  </a:lnTo>
                  <a:lnTo>
                    <a:pt x="994249" y="1587439"/>
                  </a:lnTo>
                  <a:lnTo>
                    <a:pt x="994876" y="1580959"/>
                  </a:lnTo>
                  <a:lnTo>
                    <a:pt x="995502" y="1574488"/>
                  </a:lnTo>
                  <a:lnTo>
                    <a:pt x="996129" y="1568026"/>
                  </a:lnTo>
                  <a:lnTo>
                    <a:pt x="996755" y="1561547"/>
                  </a:lnTo>
                  <a:lnTo>
                    <a:pt x="997382" y="1555032"/>
                  </a:lnTo>
                  <a:lnTo>
                    <a:pt x="998008" y="1548468"/>
                  </a:lnTo>
                  <a:lnTo>
                    <a:pt x="998635" y="1541829"/>
                  </a:lnTo>
                  <a:lnTo>
                    <a:pt x="999261" y="1535129"/>
                  </a:lnTo>
                  <a:lnTo>
                    <a:pt x="999888" y="1528358"/>
                  </a:lnTo>
                  <a:lnTo>
                    <a:pt x="1000515" y="1521475"/>
                  </a:lnTo>
                  <a:lnTo>
                    <a:pt x="1001141" y="1514485"/>
                  </a:lnTo>
                  <a:lnTo>
                    <a:pt x="1001768" y="1507420"/>
                  </a:lnTo>
                  <a:lnTo>
                    <a:pt x="1002394" y="1500302"/>
                  </a:lnTo>
                  <a:lnTo>
                    <a:pt x="1003021" y="1493121"/>
                  </a:lnTo>
                  <a:lnTo>
                    <a:pt x="1003647" y="1485886"/>
                  </a:lnTo>
                  <a:lnTo>
                    <a:pt x="1004274" y="1478569"/>
                  </a:lnTo>
                  <a:lnTo>
                    <a:pt x="1004900" y="1471182"/>
                  </a:lnTo>
                  <a:lnTo>
                    <a:pt x="1005527" y="1463744"/>
                  </a:lnTo>
                  <a:lnTo>
                    <a:pt x="1006154" y="1456286"/>
                  </a:lnTo>
                  <a:lnTo>
                    <a:pt x="1006780" y="1448839"/>
                  </a:lnTo>
                  <a:lnTo>
                    <a:pt x="1007407" y="1441397"/>
                  </a:lnTo>
                  <a:lnTo>
                    <a:pt x="1008033" y="1433965"/>
                  </a:lnTo>
                  <a:lnTo>
                    <a:pt x="1008660" y="1426541"/>
                  </a:lnTo>
                  <a:lnTo>
                    <a:pt x="1009286" y="1419111"/>
                  </a:lnTo>
                  <a:lnTo>
                    <a:pt x="1009913" y="1411691"/>
                  </a:lnTo>
                  <a:lnTo>
                    <a:pt x="1010539" y="1404278"/>
                  </a:lnTo>
                  <a:lnTo>
                    <a:pt x="1011166" y="1396850"/>
                  </a:lnTo>
                  <a:lnTo>
                    <a:pt x="1011793" y="1389408"/>
                  </a:lnTo>
                  <a:lnTo>
                    <a:pt x="1012419" y="1381947"/>
                  </a:lnTo>
                  <a:lnTo>
                    <a:pt x="1013046" y="1374445"/>
                  </a:lnTo>
                  <a:lnTo>
                    <a:pt x="1013672" y="1366908"/>
                  </a:lnTo>
                  <a:lnTo>
                    <a:pt x="1014299" y="1359336"/>
                  </a:lnTo>
                  <a:lnTo>
                    <a:pt x="1014925" y="1351731"/>
                  </a:lnTo>
                  <a:lnTo>
                    <a:pt x="1015552" y="1344095"/>
                  </a:lnTo>
                  <a:lnTo>
                    <a:pt x="1016178" y="1336427"/>
                  </a:lnTo>
                  <a:lnTo>
                    <a:pt x="1016805" y="1328721"/>
                  </a:lnTo>
                  <a:lnTo>
                    <a:pt x="1017432" y="1321009"/>
                  </a:lnTo>
                  <a:lnTo>
                    <a:pt x="1018058" y="1313306"/>
                  </a:lnTo>
                  <a:lnTo>
                    <a:pt x="1018685" y="1305635"/>
                  </a:lnTo>
                  <a:lnTo>
                    <a:pt x="1019311" y="1298006"/>
                  </a:lnTo>
                  <a:lnTo>
                    <a:pt x="1019938" y="1290416"/>
                  </a:lnTo>
                  <a:lnTo>
                    <a:pt x="1020564" y="1282842"/>
                  </a:lnTo>
                  <a:lnTo>
                    <a:pt x="1021191" y="1275246"/>
                  </a:lnTo>
                  <a:lnTo>
                    <a:pt x="1021817" y="1267653"/>
                  </a:lnTo>
                  <a:lnTo>
                    <a:pt x="1022444" y="1260090"/>
                  </a:lnTo>
                  <a:lnTo>
                    <a:pt x="1023071" y="1252539"/>
                  </a:lnTo>
                  <a:lnTo>
                    <a:pt x="1023697" y="1244994"/>
                  </a:lnTo>
                  <a:lnTo>
                    <a:pt x="1024324" y="1237439"/>
                  </a:lnTo>
                  <a:lnTo>
                    <a:pt x="1024950" y="1229885"/>
                  </a:lnTo>
                  <a:lnTo>
                    <a:pt x="1025577" y="1222356"/>
                  </a:lnTo>
                  <a:lnTo>
                    <a:pt x="1026203" y="1214867"/>
                  </a:lnTo>
                  <a:lnTo>
                    <a:pt x="1026830" y="1207411"/>
                  </a:lnTo>
                  <a:lnTo>
                    <a:pt x="1027456" y="1199969"/>
                  </a:lnTo>
                  <a:lnTo>
                    <a:pt x="1028083" y="1192553"/>
                  </a:lnTo>
                  <a:lnTo>
                    <a:pt x="1028710" y="1185191"/>
                  </a:lnTo>
                  <a:lnTo>
                    <a:pt x="1029336" y="1177905"/>
                  </a:lnTo>
                  <a:lnTo>
                    <a:pt x="1029963" y="1170722"/>
                  </a:lnTo>
                  <a:lnTo>
                    <a:pt x="1030589" y="1163687"/>
                  </a:lnTo>
                  <a:lnTo>
                    <a:pt x="1031216" y="1156788"/>
                  </a:lnTo>
                  <a:lnTo>
                    <a:pt x="1031842" y="1150049"/>
                  </a:lnTo>
                  <a:lnTo>
                    <a:pt x="1032469" y="1143513"/>
                  </a:lnTo>
                  <a:lnTo>
                    <a:pt x="1033095" y="1137210"/>
                  </a:lnTo>
                  <a:lnTo>
                    <a:pt x="1033722" y="1131148"/>
                  </a:lnTo>
                  <a:lnTo>
                    <a:pt x="1034349" y="1125327"/>
                  </a:lnTo>
                  <a:lnTo>
                    <a:pt x="1034975" y="1119743"/>
                  </a:lnTo>
                  <a:lnTo>
                    <a:pt x="1035602" y="1114398"/>
                  </a:lnTo>
                  <a:lnTo>
                    <a:pt x="1036228" y="1109312"/>
                  </a:lnTo>
                  <a:lnTo>
                    <a:pt x="1036855" y="1104504"/>
                  </a:lnTo>
                  <a:lnTo>
                    <a:pt x="1037481" y="1100007"/>
                  </a:lnTo>
                  <a:lnTo>
                    <a:pt x="1038108" y="1095804"/>
                  </a:lnTo>
                  <a:lnTo>
                    <a:pt x="1038734" y="1091897"/>
                  </a:lnTo>
                  <a:lnTo>
                    <a:pt x="1039361" y="1088306"/>
                  </a:lnTo>
                  <a:lnTo>
                    <a:pt x="1039988" y="1085029"/>
                  </a:lnTo>
                  <a:lnTo>
                    <a:pt x="1040614" y="1082081"/>
                  </a:lnTo>
                  <a:lnTo>
                    <a:pt x="1041241" y="1079495"/>
                  </a:lnTo>
                  <a:lnTo>
                    <a:pt x="1041867" y="1077295"/>
                  </a:lnTo>
                  <a:lnTo>
                    <a:pt x="1042494" y="1075485"/>
                  </a:lnTo>
                  <a:lnTo>
                    <a:pt x="1043120" y="1074062"/>
                  </a:lnTo>
                  <a:lnTo>
                    <a:pt x="1043747" y="1073019"/>
                  </a:lnTo>
                  <a:lnTo>
                    <a:pt x="1044373" y="1072323"/>
                  </a:lnTo>
                  <a:lnTo>
                    <a:pt x="1045000" y="1071948"/>
                  </a:lnTo>
                  <a:lnTo>
                    <a:pt x="1045627" y="1071893"/>
                  </a:lnTo>
                  <a:lnTo>
                    <a:pt x="1046253" y="1072154"/>
                  </a:lnTo>
                  <a:lnTo>
                    <a:pt x="1046880" y="1072691"/>
                  </a:lnTo>
                  <a:lnTo>
                    <a:pt x="1047506" y="1073508"/>
                  </a:lnTo>
                  <a:lnTo>
                    <a:pt x="1048133" y="1074610"/>
                  </a:lnTo>
                  <a:lnTo>
                    <a:pt x="1048759" y="1076010"/>
                  </a:lnTo>
                  <a:lnTo>
                    <a:pt x="1049386" y="1077706"/>
                  </a:lnTo>
                  <a:lnTo>
                    <a:pt x="1050012" y="1079682"/>
                  </a:lnTo>
                  <a:lnTo>
                    <a:pt x="1050639" y="1081880"/>
                  </a:lnTo>
                  <a:lnTo>
                    <a:pt x="1051266" y="1084233"/>
                  </a:lnTo>
                  <a:lnTo>
                    <a:pt x="1051892" y="1086725"/>
                  </a:lnTo>
                  <a:lnTo>
                    <a:pt x="1052519" y="1089381"/>
                  </a:lnTo>
                  <a:lnTo>
                    <a:pt x="1053145" y="1092210"/>
                  </a:lnTo>
                  <a:lnTo>
                    <a:pt x="1053772" y="1095211"/>
                  </a:lnTo>
                  <a:lnTo>
                    <a:pt x="1054398" y="1098382"/>
                  </a:lnTo>
                  <a:lnTo>
                    <a:pt x="1055025" y="1101702"/>
                  </a:lnTo>
                  <a:lnTo>
                    <a:pt x="1055651" y="1105165"/>
                  </a:lnTo>
                  <a:lnTo>
                    <a:pt x="1056278" y="1108785"/>
                  </a:lnTo>
                  <a:lnTo>
                    <a:pt x="1056905" y="1112504"/>
                  </a:lnTo>
                  <a:lnTo>
                    <a:pt x="1057531" y="1116253"/>
                  </a:lnTo>
                  <a:lnTo>
                    <a:pt x="1058158" y="1119975"/>
                  </a:lnTo>
                  <a:lnTo>
                    <a:pt x="1058784" y="1123682"/>
                  </a:lnTo>
                  <a:lnTo>
                    <a:pt x="1059411" y="1127404"/>
                  </a:lnTo>
                  <a:lnTo>
                    <a:pt x="1060037" y="1131166"/>
                  </a:lnTo>
                  <a:lnTo>
                    <a:pt x="1060664" y="1134985"/>
                  </a:lnTo>
                  <a:lnTo>
                    <a:pt x="1061290" y="1138847"/>
                  </a:lnTo>
                  <a:lnTo>
                    <a:pt x="1061917" y="1142707"/>
                  </a:lnTo>
                  <a:lnTo>
                    <a:pt x="1062544" y="1146550"/>
                  </a:lnTo>
                  <a:lnTo>
                    <a:pt x="1063170" y="1150380"/>
                  </a:lnTo>
                  <a:lnTo>
                    <a:pt x="1063797" y="1154187"/>
                  </a:lnTo>
                  <a:lnTo>
                    <a:pt x="1064423" y="1157967"/>
                  </a:lnTo>
                  <a:lnTo>
                    <a:pt x="1065050" y="1161687"/>
                  </a:lnTo>
                  <a:lnTo>
                    <a:pt x="1065676" y="1165346"/>
                  </a:lnTo>
                  <a:lnTo>
                    <a:pt x="1066303" y="1168963"/>
                  </a:lnTo>
                  <a:lnTo>
                    <a:pt x="1066929" y="1172575"/>
                  </a:lnTo>
                  <a:lnTo>
                    <a:pt x="1067556" y="1176189"/>
                  </a:lnTo>
                  <a:lnTo>
                    <a:pt x="1068183" y="1179782"/>
                  </a:lnTo>
                  <a:lnTo>
                    <a:pt x="1068809" y="1183302"/>
                  </a:lnTo>
                  <a:lnTo>
                    <a:pt x="1069436" y="1186712"/>
                  </a:lnTo>
                  <a:lnTo>
                    <a:pt x="1070062" y="1190017"/>
                  </a:lnTo>
                  <a:lnTo>
                    <a:pt x="1070689" y="1193213"/>
                  </a:lnTo>
                  <a:lnTo>
                    <a:pt x="1071315" y="1196315"/>
                  </a:lnTo>
                  <a:lnTo>
                    <a:pt x="1071942" y="1199345"/>
                  </a:lnTo>
                  <a:lnTo>
                    <a:pt x="1072568" y="1202324"/>
                  </a:lnTo>
                  <a:lnTo>
                    <a:pt x="1073195" y="1205247"/>
                  </a:lnTo>
                  <a:lnTo>
                    <a:pt x="1073822" y="1208086"/>
                  </a:lnTo>
                  <a:lnTo>
                    <a:pt x="1074448" y="1210858"/>
                  </a:lnTo>
                  <a:lnTo>
                    <a:pt x="1075075" y="1213540"/>
                  </a:lnTo>
                  <a:lnTo>
                    <a:pt x="1075701" y="1216150"/>
                  </a:lnTo>
                  <a:lnTo>
                    <a:pt x="1076328" y="1218723"/>
                  </a:lnTo>
                  <a:lnTo>
                    <a:pt x="1076954" y="1221255"/>
                  </a:lnTo>
                  <a:lnTo>
                    <a:pt x="1077581" y="1223736"/>
                  </a:lnTo>
                  <a:lnTo>
                    <a:pt x="1078207" y="1226164"/>
                  </a:lnTo>
                  <a:lnTo>
                    <a:pt x="1078834" y="1228573"/>
                  </a:lnTo>
                  <a:lnTo>
                    <a:pt x="1079461" y="1230962"/>
                  </a:lnTo>
                  <a:lnTo>
                    <a:pt x="1080087" y="1233304"/>
                  </a:lnTo>
                  <a:lnTo>
                    <a:pt x="1080714" y="1235579"/>
                  </a:lnTo>
                  <a:lnTo>
                    <a:pt x="1081340" y="1237754"/>
                  </a:lnTo>
                  <a:lnTo>
                    <a:pt x="1081967" y="1239788"/>
                  </a:lnTo>
                  <a:lnTo>
                    <a:pt x="1082593" y="1241700"/>
                  </a:lnTo>
                  <a:lnTo>
                    <a:pt x="1083220" y="1243533"/>
                  </a:lnTo>
                  <a:lnTo>
                    <a:pt x="1083846" y="1245278"/>
                  </a:lnTo>
                  <a:lnTo>
                    <a:pt x="1084473" y="1246913"/>
                  </a:lnTo>
                  <a:lnTo>
                    <a:pt x="1085100" y="1248422"/>
                  </a:lnTo>
                  <a:lnTo>
                    <a:pt x="1085726" y="1249797"/>
                  </a:lnTo>
                  <a:lnTo>
                    <a:pt x="1086353" y="1251044"/>
                  </a:lnTo>
                  <a:lnTo>
                    <a:pt x="1086979" y="1252195"/>
                  </a:lnTo>
                  <a:lnTo>
                    <a:pt x="1087606" y="1253253"/>
                  </a:lnTo>
                  <a:lnTo>
                    <a:pt x="1088232" y="1254204"/>
                  </a:lnTo>
                  <a:lnTo>
                    <a:pt x="1088859" y="1255075"/>
                  </a:lnTo>
                  <a:lnTo>
                    <a:pt x="1089485" y="1255909"/>
                  </a:lnTo>
                  <a:lnTo>
                    <a:pt x="1090112" y="1256757"/>
                  </a:lnTo>
                  <a:lnTo>
                    <a:pt x="1090739" y="1257600"/>
                  </a:lnTo>
                  <a:lnTo>
                    <a:pt x="1091365" y="1258417"/>
                  </a:lnTo>
                  <a:lnTo>
                    <a:pt x="1091992" y="1259189"/>
                  </a:lnTo>
                  <a:lnTo>
                    <a:pt x="1092618" y="1259905"/>
                  </a:lnTo>
                  <a:lnTo>
                    <a:pt x="1093245" y="1260586"/>
                  </a:lnTo>
                  <a:lnTo>
                    <a:pt x="1093871" y="1261290"/>
                  </a:lnTo>
                  <a:lnTo>
                    <a:pt x="1094498" y="1262016"/>
                  </a:lnTo>
                  <a:lnTo>
                    <a:pt x="1095124" y="1262786"/>
                  </a:lnTo>
                  <a:lnTo>
                    <a:pt x="1095751" y="1263568"/>
                  </a:lnTo>
                  <a:lnTo>
                    <a:pt x="1096378" y="1264354"/>
                  </a:lnTo>
                  <a:lnTo>
                    <a:pt x="1097004" y="1265156"/>
                  </a:lnTo>
                  <a:lnTo>
                    <a:pt x="1097631" y="1265961"/>
                  </a:lnTo>
                  <a:lnTo>
                    <a:pt x="1098257" y="1266751"/>
                  </a:lnTo>
                  <a:lnTo>
                    <a:pt x="1098884" y="1267499"/>
                  </a:lnTo>
                  <a:lnTo>
                    <a:pt x="1099510" y="1268184"/>
                  </a:lnTo>
                  <a:lnTo>
                    <a:pt x="1100137" y="1268821"/>
                  </a:lnTo>
                  <a:lnTo>
                    <a:pt x="1100763" y="1269434"/>
                  </a:lnTo>
                  <a:lnTo>
                    <a:pt x="1101390" y="1270019"/>
                  </a:lnTo>
                  <a:lnTo>
                    <a:pt x="1102017" y="1270570"/>
                  </a:lnTo>
                  <a:lnTo>
                    <a:pt x="1102643" y="1271102"/>
                  </a:lnTo>
                  <a:lnTo>
                    <a:pt x="1103270" y="1271591"/>
                  </a:lnTo>
                  <a:lnTo>
                    <a:pt x="1103896" y="1272019"/>
                  </a:lnTo>
                  <a:lnTo>
                    <a:pt x="1104523" y="1272332"/>
                  </a:lnTo>
                  <a:lnTo>
                    <a:pt x="1105149" y="1272542"/>
                  </a:lnTo>
                  <a:lnTo>
                    <a:pt x="1105776" y="1272654"/>
                  </a:lnTo>
                  <a:lnTo>
                    <a:pt x="1106402" y="1272649"/>
                  </a:lnTo>
                  <a:lnTo>
                    <a:pt x="1107029" y="1272576"/>
                  </a:lnTo>
                  <a:lnTo>
                    <a:pt x="1107656" y="1272469"/>
                  </a:lnTo>
                  <a:lnTo>
                    <a:pt x="1108282" y="1272322"/>
                  </a:lnTo>
                  <a:lnTo>
                    <a:pt x="1108909" y="1272192"/>
                  </a:lnTo>
                  <a:lnTo>
                    <a:pt x="1109535" y="1272088"/>
                  </a:lnTo>
                  <a:lnTo>
                    <a:pt x="1110162" y="1272008"/>
                  </a:lnTo>
                  <a:lnTo>
                    <a:pt x="1110788" y="1271938"/>
                  </a:lnTo>
                  <a:lnTo>
                    <a:pt x="1111415" y="1271881"/>
                  </a:lnTo>
                  <a:lnTo>
                    <a:pt x="1112041" y="1271829"/>
                  </a:lnTo>
                  <a:lnTo>
                    <a:pt x="1112668" y="1271799"/>
                  </a:lnTo>
                  <a:lnTo>
                    <a:pt x="1113295" y="1271837"/>
                  </a:lnTo>
                  <a:lnTo>
                    <a:pt x="1113921" y="1272025"/>
                  </a:lnTo>
                  <a:lnTo>
                    <a:pt x="1114548" y="1272412"/>
                  </a:lnTo>
                  <a:lnTo>
                    <a:pt x="1115174" y="1272997"/>
                  </a:lnTo>
                  <a:lnTo>
                    <a:pt x="1115801" y="1273770"/>
                  </a:lnTo>
                  <a:lnTo>
                    <a:pt x="1116427" y="1274682"/>
                  </a:lnTo>
                  <a:lnTo>
                    <a:pt x="1117054" y="1275780"/>
                  </a:lnTo>
                  <a:lnTo>
                    <a:pt x="1117680" y="1277046"/>
                  </a:lnTo>
                  <a:lnTo>
                    <a:pt x="1118307" y="1278451"/>
                  </a:lnTo>
                  <a:lnTo>
                    <a:pt x="1118934" y="1279949"/>
                  </a:lnTo>
                  <a:lnTo>
                    <a:pt x="1119560" y="1281578"/>
                  </a:lnTo>
                  <a:lnTo>
                    <a:pt x="1120187" y="1283369"/>
                  </a:lnTo>
                  <a:lnTo>
                    <a:pt x="1120813" y="1285345"/>
                  </a:lnTo>
                  <a:lnTo>
                    <a:pt x="1121440" y="1287495"/>
                  </a:lnTo>
                  <a:lnTo>
                    <a:pt x="1122066" y="1289801"/>
                  </a:lnTo>
                  <a:lnTo>
                    <a:pt x="1122693" y="1292245"/>
                  </a:lnTo>
                  <a:lnTo>
                    <a:pt x="1123319" y="1294802"/>
                  </a:lnTo>
                  <a:lnTo>
                    <a:pt x="1123946" y="1297453"/>
                  </a:lnTo>
                  <a:lnTo>
                    <a:pt x="1124573" y="1300223"/>
                  </a:lnTo>
                  <a:lnTo>
                    <a:pt x="1125199" y="1303097"/>
                  </a:lnTo>
                  <a:lnTo>
                    <a:pt x="1125826" y="1306075"/>
                  </a:lnTo>
                  <a:lnTo>
                    <a:pt x="1126452" y="1309137"/>
                  </a:lnTo>
                  <a:lnTo>
                    <a:pt x="1127079" y="1312247"/>
                  </a:lnTo>
                  <a:lnTo>
                    <a:pt x="1127705" y="1315431"/>
                  </a:lnTo>
                  <a:lnTo>
                    <a:pt x="1128332" y="1318701"/>
                  </a:lnTo>
                  <a:lnTo>
                    <a:pt x="1128958" y="1322024"/>
                  </a:lnTo>
                  <a:lnTo>
                    <a:pt x="1129585" y="1325372"/>
                  </a:lnTo>
                  <a:lnTo>
                    <a:pt x="1130212" y="1328705"/>
                  </a:lnTo>
                  <a:lnTo>
                    <a:pt x="1130838" y="1332039"/>
                  </a:lnTo>
                  <a:lnTo>
                    <a:pt x="1131465" y="1335399"/>
                  </a:lnTo>
                  <a:lnTo>
                    <a:pt x="1132091" y="1338791"/>
                  </a:lnTo>
                  <a:lnTo>
                    <a:pt x="1132718" y="1342214"/>
                  </a:lnTo>
                  <a:lnTo>
                    <a:pt x="1133344" y="1345700"/>
                  </a:lnTo>
                  <a:lnTo>
                    <a:pt x="1133971" y="1349217"/>
                  </a:lnTo>
                  <a:lnTo>
                    <a:pt x="1134597" y="1352759"/>
                  </a:lnTo>
                  <a:lnTo>
                    <a:pt x="1135224" y="1356305"/>
                  </a:lnTo>
                  <a:lnTo>
                    <a:pt x="1135851" y="1359864"/>
                  </a:lnTo>
                  <a:lnTo>
                    <a:pt x="1136477" y="1363470"/>
                  </a:lnTo>
                  <a:lnTo>
                    <a:pt x="1137104" y="1367084"/>
                  </a:lnTo>
                  <a:lnTo>
                    <a:pt x="1137730" y="1370720"/>
                  </a:lnTo>
                  <a:lnTo>
                    <a:pt x="1138357" y="1374375"/>
                  </a:lnTo>
                  <a:lnTo>
                    <a:pt x="1138983" y="1377986"/>
                  </a:lnTo>
                  <a:lnTo>
                    <a:pt x="1139610" y="1381515"/>
                  </a:lnTo>
                  <a:lnTo>
                    <a:pt x="1140236" y="1384953"/>
                  </a:lnTo>
                  <a:lnTo>
                    <a:pt x="1140863" y="1388282"/>
                  </a:lnTo>
                  <a:lnTo>
                    <a:pt x="1141490" y="1391494"/>
                  </a:lnTo>
                  <a:lnTo>
                    <a:pt x="1142116" y="1394570"/>
                  </a:lnTo>
                  <a:lnTo>
                    <a:pt x="1142743" y="1397519"/>
                  </a:lnTo>
                  <a:lnTo>
                    <a:pt x="1143369" y="1400378"/>
                  </a:lnTo>
                  <a:lnTo>
                    <a:pt x="1143996" y="1403170"/>
                  </a:lnTo>
                  <a:lnTo>
                    <a:pt x="1144622" y="1405940"/>
                  </a:lnTo>
                  <a:lnTo>
                    <a:pt x="1145249" y="1408677"/>
                  </a:lnTo>
                  <a:lnTo>
                    <a:pt x="1145875" y="1411351"/>
                  </a:lnTo>
                  <a:lnTo>
                    <a:pt x="1146502" y="1413958"/>
                  </a:lnTo>
                  <a:lnTo>
                    <a:pt x="1147129" y="1416513"/>
                  </a:lnTo>
                  <a:lnTo>
                    <a:pt x="1147755" y="1419049"/>
                  </a:lnTo>
                  <a:lnTo>
                    <a:pt x="1148382" y="1421636"/>
                  </a:lnTo>
                  <a:lnTo>
                    <a:pt x="1149008" y="1424234"/>
                  </a:lnTo>
                  <a:lnTo>
                    <a:pt x="1149635" y="1426866"/>
                  </a:lnTo>
                  <a:lnTo>
                    <a:pt x="1150261" y="1429539"/>
                  </a:lnTo>
                  <a:lnTo>
                    <a:pt x="1150888" y="1432305"/>
                  </a:lnTo>
                  <a:lnTo>
                    <a:pt x="1151514" y="1435154"/>
                  </a:lnTo>
                  <a:lnTo>
                    <a:pt x="1152141" y="1438075"/>
                  </a:lnTo>
                  <a:lnTo>
                    <a:pt x="1152768" y="1441040"/>
                  </a:lnTo>
                  <a:lnTo>
                    <a:pt x="1153394" y="1444060"/>
                  </a:lnTo>
                  <a:lnTo>
                    <a:pt x="1154021" y="1447119"/>
                  </a:lnTo>
                  <a:lnTo>
                    <a:pt x="1154647" y="1450221"/>
                  </a:lnTo>
                  <a:lnTo>
                    <a:pt x="1155274" y="1453362"/>
                  </a:lnTo>
                  <a:lnTo>
                    <a:pt x="1155900" y="1456511"/>
                  </a:lnTo>
                  <a:lnTo>
                    <a:pt x="1156527" y="1459589"/>
                  </a:lnTo>
                  <a:lnTo>
                    <a:pt x="1157153" y="1462565"/>
                  </a:lnTo>
                  <a:lnTo>
                    <a:pt x="1157780" y="1465419"/>
                  </a:lnTo>
                  <a:lnTo>
                    <a:pt x="1158407" y="1468184"/>
                  </a:lnTo>
                  <a:lnTo>
                    <a:pt x="1159033" y="1470860"/>
                  </a:lnTo>
                  <a:lnTo>
                    <a:pt x="1159660" y="1473444"/>
                  </a:lnTo>
                  <a:lnTo>
                    <a:pt x="1160286" y="1475921"/>
                  </a:lnTo>
                  <a:lnTo>
                    <a:pt x="1160913" y="1478313"/>
                  </a:lnTo>
                  <a:lnTo>
                    <a:pt x="1161539" y="1480644"/>
                  </a:lnTo>
                  <a:lnTo>
                    <a:pt x="1162166" y="1482942"/>
                  </a:lnTo>
                  <a:lnTo>
                    <a:pt x="1162792" y="1485188"/>
                  </a:lnTo>
                  <a:lnTo>
                    <a:pt x="1163419" y="1487367"/>
                  </a:lnTo>
                  <a:lnTo>
                    <a:pt x="1164045" y="1489442"/>
                  </a:lnTo>
                  <a:lnTo>
                    <a:pt x="1164672" y="1491409"/>
                  </a:lnTo>
                  <a:lnTo>
                    <a:pt x="1165299" y="1493240"/>
                  </a:lnTo>
                  <a:lnTo>
                    <a:pt x="1165925" y="1494967"/>
                  </a:lnTo>
                  <a:lnTo>
                    <a:pt x="1166552" y="1496603"/>
                  </a:lnTo>
                  <a:lnTo>
                    <a:pt x="1167178" y="1498172"/>
                  </a:lnTo>
                  <a:lnTo>
                    <a:pt x="1167805" y="1499638"/>
                  </a:lnTo>
                  <a:lnTo>
                    <a:pt x="1168431" y="1500972"/>
                  </a:lnTo>
                  <a:lnTo>
                    <a:pt x="1169058" y="1502196"/>
                  </a:lnTo>
                  <a:lnTo>
                    <a:pt x="1169684" y="1503283"/>
                  </a:lnTo>
                  <a:lnTo>
                    <a:pt x="1170311" y="1504220"/>
                  </a:lnTo>
                  <a:lnTo>
                    <a:pt x="1170938" y="1505018"/>
                  </a:lnTo>
                  <a:lnTo>
                    <a:pt x="1171564" y="1505635"/>
                  </a:lnTo>
                  <a:lnTo>
                    <a:pt x="1172191" y="1506097"/>
                  </a:lnTo>
                  <a:lnTo>
                    <a:pt x="1172817" y="1506412"/>
                  </a:lnTo>
                  <a:lnTo>
                    <a:pt x="1173444" y="1506622"/>
                  </a:lnTo>
                  <a:lnTo>
                    <a:pt x="1174070" y="1506749"/>
                  </a:lnTo>
                  <a:lnTo>
                    <a:pt x="1174697" y="1506808"/>
                  </a:lnTo>
                  <a:lnTo>
                    <a:pt x="1175323" y="1506759"/>
                  </a:lnTo>
                  <a:lnTo>
                    <a:pt x="1175950" y="1506589"/>
                  </a:lnTo>
                  <a:lnTo>
                    <a:pt x="1176577" y="1506234"/>
                  </a:lnTo>
                  <a:lnTo>
                    <a:pt x="1177203" y="1505664"/>
                  </a:lnTo>
                  <a:lnTo>
                    <a:pt x="1177830" y="1504887"/>
                  </a:lnTo>
                  <a:lnTo>
                    <a:pt x="1178456" y="1503911"/>
                  </a:lnTo>
                  <a:lnTo>
                    <a:pt x="1179083" y="1502786"/>
                  </a:lnTo>
                  <a:lnTo>
                    <a:pt x="1179709" y="1501456"/>
                  </a:lnTo>
                  <a:lnTo>
                    <a:pt x="1180336" y="1499969"/>
                  </a:lnTo>
                  <a:lnTo>
                    <a:pt x="1180962" y="1498357"/>
                  </a:lnTo>
                  <a:lnTo>
                    <a:pt x="1181589" y="1496647"/>
                  </a:lnTo>
                  <a:lnTo>
                    <a:pt x="1182216" y="1494845"/>
                  </a:lnTo>
                  <a:lnTo>
                    <a:pt x="1182842" y="1492929"/>
                  </a:lnTo>
                  <a:lnTo>
                    <a:pt x="1183469" y="1490904"/>
                  </a:lnTo>
                  <a:lnTo>
                    <a:pt x="1184095" y="1488759"/>
                  </a:lnTo>
                  <a:lnTo>
                    <a:pt x="1184722" y="1486517"/>
                  </a:lnTo>
                  <a:lnTo>
                    <a:pt x="1185348" y="1484178"/>
                  </a:lnTo>
                  <a:lnTo>
                    <a:pt x="1185975" y="1481774"/>
                  </a:lnTo>
                  <a:lnTo>
                    <a:pt x="1186601" y="1479327"/>
                  </a:lnTo>
                  <a:lnTo>
                    <a:pt x="1187228" y="1476856"/>
                  </a:lnTo>
                  <a:lnTo>
                    <a:pt x="1187855" y="1474405"/>
                  </a:lnTo>
                  <a:lnTo>
                    <a:pt x="1188481" y="1472010"/>
                  </a:lnTo>
                  <a:lnTo>
                    <a:pt x="1189108" y="1469732"/>
                  </a:lnTo>
                  <a:lnTo>
                    <a:pt x="1189734" y="1467563"/>
                  </a:lnTo>
                  <a:lnTo>
                    <a:pt x="1190361" y="1465501"/>
                  </a:lnTo>
                  <a:lnTo>
                    <a:pt x="1190987" y="1463538"/>
                  </a:lnTo>
                  <a:lnTo>
                    <a:pt x="1191614" y="1461682"/>
                  </a:lnTo>
                  <a:lnTo>
                    <a:pt x="1192240" y="1459947"/>
                  </a:lnTo>
                  <a:lnTo>
                    <a:pt x="1192867" y="1458356"/>
                  </a:lnTo>
                  <a:lnTo>
                    <a:pt x="1193494" y="1456914"/>
                  </a:lnTo>
                  <a:lnTo>
                    <a:pt x="1194120" y="1455616"/>
                  </a:lnTo>
                  <a:lnTo>
                    <a:pt x="1194747" y="1454447"/>
                  </a:lnTo>
                  <a:lnTo>
                    <a:pt x="1195373" y="1453397"/>
                  </a:lnTo>
                  <a:lnTo>
                    <a:pt x="1196000" y="1452444"/>
                  </a:lnTo>
                  <a:lnTo>
                    <a:pt x="1196626" y="1451594"/>
                  </a:lnTo>
                  <a:lnTo>
                    <a:pt x="1197253" y="1450821"/>
                  </a:lnTo>
                  <a:lnTo>
                    <a:pt x="1197879" y="1450115"/>
                  </a:lnTo>
                  <a:lnTo>
                    <a:pt x="1198506" y="1449426"/>
                  </a:lnTo>
                  <a:lnTo>
                    <a:pt x="1199133" y="1448737"/>
                  </a:lnTo>
                  <a:lnTo>
                    <a:pt x="1199759" y="1448065"/>
                  </a:lnTo>
                  <a:lnTo>
                    <a:pt x="1200386" y="1447415"/>
                  </a:lnTo>
                  <a:lnTo>
                    <a:pt x="1201012" y="1446759"/>
                  </a:lnTo>
                  <a:lnTo>
                    <a:pt x="1201639" y="1446137"/>
                  </a:lnTo>
                  <a:lnTo>
                    <a:pt x="1202265" y="1445578"/>
                  </a:lnTo>
                  <a:lnTo>
                    <a:pt x="1202892" y="1445107"/>
                  </a:lnTo>
                  <a:lnTo>
                    <a:pt x="1203518" y="1444746"/>
                  </a:lnTo>
                  <a:lnTo>
                    <a:pt x="1204145" y="1444449"/>
                  </a:lnTo>
                  <a:lnTo>
                    <a:pt x="1204772" y="1444238"/>
                  </a:lnTo>
                  <a:lnTo>
                    <a:pt x="1205398" y="1444086"/>
                  </a:lnTo>
                  <a:lnTo>
                    <a:pt x="1206025" y="1443960"/>
                  </a:lnTo>
                  <a:lnTo>
                    <a:pt x="1206651" y="1443864"/>
                  </a:lnTo>
                  <a:lnTo>
                    <a:pt x="1207278" y="1443776"/>
                  </a:lnTo>
                  <a:lnTo>
                    <a:pt x="1207904" y="1443719"/>
                  </a:lnTo>
                  <a:lnTo>
                    <a:pt x="1208531" y="1443714"/>
                  </a:lnTo>
                  <a:lnTo>
                    <a:pt x="1209157" y="1443779"/>
                  </a:lnTo>
                  <a:lnTo>
                    <a:pt x="1209784" y="1443892"/>
                  </a:lnTo>
                  <a:lnTo>
                    <a:pt x="1210411" y="1444026"/>
                  </a:lnTo>
                  <a:lnTo>
                    <a:pt x="1211037" y="1444115"/>
                  </a:lnTo>
                  <a:lnTo>
                    <a:pt x="1211664" y="1444215"/>
                  </a:lnTo>
                  <a:lnTo>
                    <a:pt x="1212290" y="1444276"/>
                  </a:lnTo>
                  <a:lnTo>
                    <a:pt x="1212917" y="1444292"/>
                  </a:lnTo>
                  <a:lnTo>
                    <a:pt x="1213543" y="1444254"/>
                  </a:lnTo>
                  <a:lnTo>
                    <a:pt x="1214170" y="1444140"/>
                  </a:lnTo>
                  <a:lnTo>
                    <a:pt x="1214796" y="1443939"/>
                  </a:lnTo>
                  <a:lnTo>
                    <a:pt x="1215423" y="1443625"/>
                  </a:lnTo>
                  <a:lnTo>
                    <a:pt x="1216050" y="1443181"/>
                  </a:lnTo>
                  <a:lnTo>
                    <a:pt x="1216676" y="1442605"/>
                  </a:lnTo>
                  <a:lnTo>
                    <a:pt x="1217303" y="1441892"/>
                  </a:lnTo>
                  <a:lnTo>
                    <a:pt x="1217929" y="1441046"/>
                  </a:lnTo>
                  <a:lnTo>
                    <a:pt x="1218556" y="1440065"/>
                  </a:lnTo>
                  <a:lnTo>
                    <a:pt x="1219182" y="1439002"/>
                  </a:lnTo>
                  <a:lnTo>
                    <a:pt x="1219809" y="1437856"/>
                  </a:lnTo>
                  <a:lnTo>
                    <a:pt x="1220435" y="1436625"/>
                  </a:lnTo>
                  <a:lnTo>
                    <a:pt x="1221062" y="1435267"/>
                  </a:lnTo>
                  <a:lnTo>
                    <a:pt x="1221689" y="1433767"/>
                  </a:lnTo>
                  <a:lnTo>
                    <a:pt x="1222315" y="1432114"/>
                  </a:lnTo>
                  <a:lnTo>
                    <a:pt x="1222942" y="1430319"/>
                  </a:lnTo>
                  <a:lnTo>
                    <a:pt x="1223568" y="1428351"/>
                  </a:lnTo>
                  <a:lnTo>
                    <a:pt x="1224195" y="1426196"/>
                  </a:lnTo>
                  <a:lnTo>
                    <a:pt x="1224821" y="1423843"/>
                  </a:lnTo>
                  <a:lnTo>
                    <a:pt x="1225448" y="1421289"/>
                  </a:lnTo>
                  <a:lnTo>
                    <a:pt x="1226074" y="1418548"/>
                  </a:lnTo>
                  <a:lnTo>
                    <a:pt x="1226701" y="1415671"/>
                  </a:lnTo>
                  <a:lnTo>
                    <a:pt x="1227328" y="1412653"/>
                  </a:lnTo>
                  <a:lnTo>
                    <a:pt x="1227954" y="1409525"/>
                  </a:lnTo>
                  <a:lnTo>
                    <a:pt x="1228581" y="1406271"/>
                  </a:lnTo>
                  <a:lnTo>
                    <a:pt x="1229207" y="1402886"/>
                  </a:lnTo>
                  <a:lnTo>
                    <a:pt x="1229834" y="1399383"/>
                  </a:lnTo>
                  <a:lnTo>
                    <a:pt x="1230460" y="1395777"/>
                  </a:lnTo>
                  <a:lnTo>
                    <a:pt x="1231087" y="1392108"/>
                  </a:lnTo>
                  <a:lnTo>
                    <a:pt x="1231713" y="1388378"/>
                  </a:lnTo>
                  <a:lnTo>
                    <a:pt x="1232340" y="1384612"/>
                  </a:lnTo>
                  <a:lnTo>
                    <a:pt x="1232967" y="1380857"/>
                  </a:lnTo>
                  <a:lnTo>
                    <a:pt x="1233593" y="1377106"/>
                  </a:lnTo>
                  <a:lnTo>
                    <a:pt x="1234220" y="1373374"/>
                  </a:lnTo>
                  <a:lnTo>
                    <a:pt x="1234846" y="1369661"/>
                  </a:lnTo>
                  <a:lnTo>
                    <a:pt x="1235473" y="1365974"/>
                  </a:lnTo>
                  <a:lnTo>
                    <a:pt x="1236099" y="1362323"/>
                  </a:lnTo>
                  <a:lnTo>
                    <a:pt x="1236726" y="1358698"/>
                  </a:lnTo>
                  <a:lnTo>
                    <a:pt x="1237352" y="1355112"/>
                  </a:lnTo>
                  <a:lnTo>
                    <a:pt x="1237979" y="1351618"/>
                  </a:lnTo>
                  <a:lnTo>
                    <a:pt x="1238606" y="1348239"/>
                  </a:lnTo>
                  <a:lnTo>
                    <a:pt x="1239232" y="1344995"/>
                  </a:lnTo>
                  <a:lnTo>
                    <a:pt x="1239859" y="1341884"/>
                  </a:lnTo>
                  <a:lnTo>
                    <a:pt x="1240485" y="1338881"/>
                  </a:lnTo>
                  <a:lnTo>
                    <a:pt x="1241112" y="1335992"/>
                  </a:lnTo>
                  <a:lnTo>
                    <a:pt x="1241738" y="1333205"/>
                  </a:lnTo>
                  <a:lnTo>
                    <a:pt x="1242365" y="1330517"/>
                  </a:lnTo>
                  <a:lnTo>
                    <a:pt x="1242991" y="1327899"/>
                  </a:lnTo>
                  <a:lnTo>
                    <a:pt x="1243618" y="1325331"/>
                  </a:lnTo>
                  <a:lnTo>
                    <a:pt x="1244245" y="1322799"/>
                  </a:lnTo>
                  <a:lnTo>
                    <a:pt x="1244871" y="1320289"/>
                  </a:lnTo>
                  <a:lnTo>
                    <a:pt x="1245498" y="1317779"/>
                  </a:lnTo>
                  <a:lnTo>
                    <a:pt x="1246124" y="1315272"/>
                  </a:lnTo>
                  <a:lnTo>
                    <a:pt x="1246751" y="1312777"/>
                  </a:lnTo>
                  <a:lnTo>
                    <a:pt x="1247377" y="1310291"/>
                  </a:lnTo>
                  <a:lnTo>
                    <a:pt x="1248004" y="1307821"/>
                  </a:lnTo>
                  <a:lnTo>
                    <a:pt x="1248630" y="1305357"/>
                  </a:lnTo>
                  <a:lnTo>
                    <a:pt x="1249257" y="1302930"/>
                  </a:lnTo>
                  <a:lnTo>
                    <a:pt x="1249884" y="1300529"/>
                  </a:lnTo>
                  <a:lnTo>
                    <a:pt x="1250510" y="1298133"/>
                  </a:lnTo>
                  <a:lnTo>
                    <a:pt x="1251137" y="1295708"/>
                  </a:lnTo>
                  <a:lnTo>
                    <a:pt x="1251763" y="1293239"/>
                  </a:lnTo>
                  <a:lnTo>
                    <a:pt x="1252390" y="1290760"/>
                  </a:lnTo>
                  <a:lnTo>
                    <a:pt x="1253016" y="1288298"/>
                  </a:lnTo>
                  <a:lnTo>
                    <a:pt x="1253643" y="1285854"/>
                  </a:lnTo>
                  <a:lnTo>
                    <a:pt x="1254269" y="1283390"/>
                  </a:lnTo>
                  <a:lnTo>
                    <a:pt x="1254896" y="1280906"/>
                  </a:lnTo>
                  <a:lnTo>
                    <a:pt x="1255523" y="1278418"/>
                  </a:lnTo>
                  <a:lnTo>
                    <a:pt x="1256149" y="1275896"/>
                  </a:lnTo>
                  <a:lnTo>
                    <a:pt x="1256776" y="1273301"/>
                  </a:lnTo>
                  <a:lnTo>
                    <a:pt x="1257402" y="1270641"/>
                  </a:lnTo>
                  <a:lnTo>
                    <a:pt x="1258029" y="1267918"/>
                  </a:lnTo>
                  <a:lnTo>
                    <a:pt x="1258655" y="1265125"/>
                  </a:lnTo>
                  <a:lnTo>
                    <a:pt x="1259282" y="1262277"/>
                  </a:lnTo>
                  <a:lnTo>
                    <a:pt x="1259908" y="1259398"/>
                  </a:lnTo>
                  <a:lnTo>
                    <a:pt x="1260535" y="1256485"/>
                  </a:lnTo>
                  <a:lnTo>
                    <a:pt x="1261162" y="1253569"/>
                  </a:lnTo>
                  <a:lnTo>
                    <a:pt x="1261788" y="1250642"/>
                  </a:lnTo>
                  <a:lnTo>
                    <a:pt x="1262415" y="1247720"/>
                  </a:lnTo>
                  <a:lnTo>
                    <a:pt x="1263041" y="1244791"/>
                  </a:lnTo>
                  <a:lnTo>
                    <a:pt x="1263668" y="1241892"/>
                  </a:lnTo>
                  <a:lnTo>
                    <a:pt x="1264294" y="1238991"/>
                  </a:lnTo>
                  <a:lnTo>
                    <a:pt x="1264921" y="1236077"/>
                  </a:lnTo>
                  <a:lnTo>
                    <a:pt x="1265547" y="1233156"/>
                  </a:lnTo>
                  <a:lnTo>
                    <a:pt x="1266174" y="1230229"/>
                  </a:lnTo>
                  <a:lnTo>
                    <a:pt x="1266801" y="1227298"/>
                  </a:lnTo>
                  <a:lnTo>
                    <a:pt x="1267427" y="1224360"/>
                  </a:lnTo>
                  <a:lnTo>
                    <a:pt x="1268054" y="1221420"/>
                  </a:lnTo>
                  <a:lnTo>
                    <a:pt x="1268680" y="1218455"/>
                  </a:lnTo>
                  <a:lnTo>
                    <a:pt x="1269307" y="1215427"/>
                  </a:lnTo>
                  <a:lnTo>
                    <a:pt x="1269933" y="1212330"/>
                  </a:lnTo>
                  <a:lnTo>
                    <a:pt x="1270560" y="1209125"/>
                  </a:lnTo>
                  <a:lnTo>
                    <a:pt x="1271186" y="1205815"/>
                  </a:lnTo>
                  <a:lnTo>
                    <a:pt x="1271813" y="1202370"/>
                  </a:lnTo>
                  <a:lnTo>
                    <a:pt x="1272440" y="1198818"/>
                  </a:lnTo>
                  <a:lnTo>
                    <a:pt x="1273066" y="1195152"/>
                  </a:lnTo>
                  <a:lnTo>
                    <a:pt x="1273693" y="1191415"/>
                  </a:lnTo>
                  <a:lnTo>
                    <a:pt x="1274319" y="1187589"/>
                  </a:lnTo>
                  <a:lnTo>
                    <a:pt x="1274946" y="1183691"/>
                  </a:lnTo>
                  <a:lnTo>
                    <a:pt x="1275572" y="1179729"/>
                  </a:lnTo>
                  <a:lnTo>
                    <a:pt x="1276199" y="1175694"/>
                  </a:lnTo>
                  <a:lnTo>
                    <a:pt x="1276825" y="1171582"/>
                  </a:lnTo>
                  <a:lnTo>
                    <a:pt x="1277452" y="1167396"/>
                  </a:lnTo>
                  <a:lnTo>
                    <a:pt x="1278079" y="1163152"/>
                  </a:lnTo>
                  <a:lnTo>
                    <a:pt x="1278705" y="1158873"/>
                  </a:lnTo>
                  <a:lnTo>
                    <a:pt x="1279332" y="1154572"/>
                  </a:lnTo>
                  <a:lnTo>
                    <a:pt x="1279958" y="1150258"/>
                  </a:lnTo>
                  <a:lnTo>
                    <a:pt x="1280585" y="1145920"/>
                  </a:lnTo>
                  <a:lnTo>
                    <a:pt x="1281211" y="1141529"/>
                  </a:lnTo>
                  <a:lnTo>
                    <a:pt x="1281838" y="1137041"/>
                  </a:lnTo>
                  <a:lnTo>
                    <a:pt x="1282464" y="1132473"/>
                  </a:lnTo>
                  <a:lnTo>
                    <a:pt x="1283091" y="1127815"/>
                  </a:lnTo>
                  <a:lnTo>
                    <a:pt x="1283718" y="1123092"/>
                  </a:lnTo>
                  <a:lnTo>
                    <a:pt x="1284344" y="1118308"/>
                  </a:lnTo>
                  <a:lnTo>
                    <a:pt x="1284971" y="1113445"/>
                  </a:lnTo>
                  <a:lnTo>
                    <a:pt x="1285597" y="1108529"/>
                  </a:lnTo>
                  <a:lnTo>
                    <a:pt x="1286224" y="1103623"/>
                  </a:lnTo>
                  <a:lnTo>
                    <a:pt x="1286850" y="1098725"/>
                  </a:lnTo>
                  <a:lnTo>
                    <a:pt x="1287477" y="1093852"/>
                  </a:lnTo>
                  <a:lnTo>
                    <a:pt x="1288103" y="1089035"/>
                  </a:lnTo>
                  <a:lnTo>
                    <a:pt x="1288730" y="1084277"/>
                  </a:lnTo>
                  <a:lnTo>
                    <a:pt x="1289357" y="1079575"/>
                  </a:lnTo>
                  <a:lnTo>
                    <a:pt x="1289983" y="1074945"/>
                  </a:lnTo>
                  <a:lnTo>
                    <a:pt x="1290610" y="1070391"/>
                  </a:lnTo>
                  <a:lnTo>
                    <a:pt x="1291236" y="1065940"/>
                  </a:lnTo>
                  <a:lnTo>
                    <a:pt x="1291863" y="1061580"/>
                  </a:lnTo>
                  <a:lnTo>
                    <a:pt x="1292489" y="1057324"/>
                  </a:lnTo>
                  <a:lnTo>
                    <a:pt x="1293116" y="1053195"/>
                  </a:lnTo>
                  <a:lnTo>
                    <a:pt x="1293742" y="1049184"/>
                  </a:lnTo>
                  <a:lnTo>
                    <a:pt x="1294369" y="1045353"/>
                  </a:lnTo>
                  <a:lnTo>
                    <a:pt x="1294996" y="1041678"/>
                  </a:lnTo>
                  <a:lnTo>
                    <a:pt x="1295622" y="1038084"/>
                  </a:lnTo>
                  <a:lnTo>
                    <a:pt x="1296249" y="1034586"/>
                  </a:lnTo>
                  <a:lnTo>
                    <a:pt x="1296875" y="1031179"/>
                  </a:lnTo>
                  <a:lnTo>
                    <a:pt x="1297502" y="1027843"/>
                  </a:lnTo>
                  <a:lnTo>
                    <a:pt x="1298128" y="1024542"/>
                  </a:lnTo>
                  <a:lnTo>
                    <a:pt x="1298755" y="1021260"/>
                  </a:lnTo>
                  <a:lnTo>
                    <a:pt x="1299381" y="1017987"/>
                  </a:lnTo>
                  <a:lnTo>
                    <a:pt x="1300008" y="1014711"/>
                  </a:lnTo>
                  <a:lnTo>
                    <a:pt x="1300635" y="1011413"/>
                  </a:lnTo>
                  <a:lnTo>
                    <a:pt x="1301261" y="1008081"/>
                  </a:lnTo>
                  <a:lnTo>
                    <a:pt x="1301888" y="1004697"/>
                  </a:lnTo>
                  <a:lnTo>
                    <a:pt x="1302514" y="1001255"/>
                  </a:lnTo>
                  <a:lnTo>
                    <a:pt x="1303141" y="997754"/>
                  </a:lnTo>
                  <a:lnTo>
                    <a:pt x="1303767" y="994176"/>
                  </a:lnTo>
                  <a:lnTo>
                    <a:pt x="1304394" y="990528"/>
                  </a:lnTo>
                  <a:lnTo>
                    <a:pt x="1305020" y="986839"/>
                  </a:lnTo>
                  <a:lnTo>
                    <a:pt x="1305647" y="983114"/>
                  </a:lnTo>
                  <a:lnTo>
                    <a:pt x="1306274" y="979334"/>
                  </a:lnTo>
                  <a:lnTo>
                    <a:pt x="1306900" y="975514"/>
                  </a:lnTo>
                  <a:lnTo>
                    <a:pt x="1307527" y="971655"/>
                  </a:lnTo>
                  <a:lnTo>
                    <a:pt x="1308153" y="967824"/>
                  </a:lnTo>
                  <a:lnTo>
                    <a:pt x="1308780" y="964002"/>
                  </a:lnTo>
                  <a:lnTo>
                    <a:pt x="1309406" y="960173"/>
                  </a:lnTo>
                  <a:lnTo>
                    <a:pt x="1310033" y="956329"/>
                  </a:lnTo>
                  <a:lnTo>
                    <a:pt x="1310659" y="952455"/>
                  </a:lnTo>
                  <a:lnTo>
                    <a:pt x="1311286" y="948558"/>
                  </a:lnTo>
                  <a:lnTo>
                    <a:pt x="1311913" y="944603"/>
                  </a:lnTo>
                  <a:lnTo>
                    <a:pt x="1312539" y="940596"/>
                  </a:lnTo>
                  <a:lnTo>
                    <a:pt x="1313166" y="936544"/>
                  </a:lnTo>
                  <a:lnTo>
                    <a:pt x="1313792" y="932453"/>
                  </a:lnTo>
                  <a:lnTo>
                    <a:pt x="1314419" y="928297"/>
                  </a:lnTo>
                  <a:lnTo>
                    <a:pt x="1315045" y="924057"/>
                  </a:lnTo>
                  <a:lnTo>
                    <a:pt x="1315672" y="919694"/>
                  </a:lnTo>
                  <a:lnTo>
                    <a:pt x="1316298" y="915189"/>
                  </a:lnTo>
                  <a:lnTo>
                    <a:pt x="1316925" y="910573"/>
                  </a:lnTo>
                  <a:lnTo>
                    <a:pt x="1317552" y="905833"/>
                  </a:lnTo>
                  <a:lnTo>
                    <a:pt x="1318178" y="900975"/>
                  </a:lnTo>
                  <a:lnTo>
                    <a:pt x="1318805" y="896034"/>
                  </a:lnTo>
                  <a:lnTo>
                    <a:pt x="1319431" y="891048"/>
                  </a:lnTo>
                  <a:lnTo>
                    <a:pt x="1320058" y="886035"/>
                  </a:lnTo>
                  <a:lnTo>
                    <a:pt x="1320684" y="881023"/>
                  </a:lnTo>
                  <a:lnTo>
                    <a:pt x="1321311" y="875982"/>
                  </a:lnTo>
                  <a:lnTo>
                    <a:pt x="1321937" y="870902"/>
                  </a:lnTo>
                  <a:lnTo>
                    <a:pt x="1322564" y="865763"/>
                  </a:lnTo>
                  <a:lnTo>
                    <a:pt x="1323191" y="860559"/>
                  </a:lnTo>
                  <a:lnTo>
                    <a:pt x="1323817" y="855314"/>
                  </a:lnTo>
                  <a:lnTo>
                    <a:pt x="1324444" y="850030"/>
                  </a:lnTo>
                  <a:lnTo>
                    <a:pt x="1325070" y="844684"/>
                  </a:lnTo>
                  <a:lnTo>
                    <a:pt x="1325697" y="839299"/>
                  </a:lnTo>
                  <a:lnTo>
                    <a:pt x="1326323" y="833806"/>
                  </a:lnTo>
                  <a:lnTo>
                    <a:pt x="1326950" y="828213"/>
                  </a:lnTo>
                  <a:lnTo>
                    <a:pt x="1327576" y="822549"/>
                  </a:lnTo>
                  <a:lnTo>
                    <a:pt x="1328203" y="816810"/>
                  </a:lnTo>
                  <a:lnTo>
                    <a:pt x="1328830" y="810967"/>
                  </a:lnTo>
                  <a:lnTo>
                    <a:pt x="1329456" y="805016"/>
                  </a:lnTo>
                  <a:lnTo>
                    <a:pt x="1330083" y="798945"/>
                  </a:lnTo>
                  <a:lnTo>
                    <a:pt x="1330709" y="792775"/>
                  </a:lnTo>
                  <a:lnTo>
                    <a:pt x="1331336" y="786531"/>
                  </a:lnTo>
                  <a:lnTo>
                    <a:pt x="1331962" y="780243"/>
                  </a:lnTo>
                  <a:lnTo>
                    <a:pt x="1332589" y="773910"/>
                  </a:lnTo>
                  <a:lnTo>
                    <a:pt x="1333215" y="767554"/>
                  </a:lnTo>
                  <a:lnTo>
                    <a:pt x="1333842" y="761188"/>
                  </a:lnTo>
                  <a:lnTo>
                    <a:pt x="1334469" y="754843"/>
                  </a:lnTo>
                  <a:lnTo>
                    <a:pt x="1335095" y="748518"/>
                  </a:lnTo>
                  <a:lnTo>
                    <a:pt x="1335722" y="742223"/>
                  </a:lnTo>
                  <a:lnTo>
                    <a:pt x="1336348" y="735929"/>
                  </a:lnTo>
                  <a:lnTo>
                    <a:pt x="1336975" y="729614"/>
                  </a:lnTo>
                  <a:lnTo>
                    <a:pt x="1337601" y="723256"/>
                  </a:lnTo>
                  <a:lnTo>
                    <a:pt x="1338228" y="716874"/>
                  </a:lnTo>
                  <a:lnTo>
                    <a:pt x="1338854" y="710466"/>
                  </a:lnTo>
                  <a:lnTo>
                    <a:pt x="1339481" y="704048"/>
                  </a:lnTo>
                  <a:lnTo>
                    <a:pt x="1340108" y="697584"/>
                  </a:lnTo>
                  <a:lnTo>
                    <a:pt x="1340734" y="691107"/>
                  </a:lnTo>
                  <a:lnTo>
                    <a:pt x="1341361" y="684621"/>
                  </a:lnTo>
                  <a:lnTo>
                    <a:pt x="1341987" y="678145"/>
                  </a:lnTo>
                  <a:lnTo>
                    <a:pt x="1342614" y="671666"/>
                  </a:lnTo>
                  <a:lnTo>
                    <a:pt x="1343240" y="665176"/>
                  </a:lnTo>
                  <a:lnTo>
                    <a:pt x="1343867" y="658707"/>
                  </a:lnTo>
                  <a:lnTo>
                    <a:pt x="1344493" y="652278"/>
                  </a:lnTo>
                  <a:lnTo>
                    <a:pt x="1345120" y="645905"/>
                  </a:lnTo>
                  <a:lnTo>
                    <a:pt x="1345747" y="639623"/>
                  </a:lnTo>
                  <a:lnTo>
                    <a:pt x="1346373" y="633472"/>
                  </a:lnTo>
                  <a:lnTo>
                    <a:pt x="1347000" y="627481"/>
                  </a:lnTo>
                  <a:lnTo>
                    <a:pt x="1347626" y="621692"/>
                  </a:lnTo>
                  <a:lnTo>
                    <a:pt x="1348253" y="616115"/>
                  </a:lnTo>
                  <a:lnTo>
                    <a:pt x="1348879" y="610726"/>
                  </a:lnTo>
                  <a:lnTo>
                    <a:pt x="1349506" y="605555"/>
                  </a:lnTo>
                  <a:lnTo>
                    <a:pt x="1350132" y="600580"/>
                  </a:lnTo>
                  <a:lnTo>
                    <a:pt x="1350759" y="595785"/>
                  </a:lnTo>
                  <a:lnTo>
                    <a:pt x="1351386" y="591158"/>
                  </a:lnTo>
                  <a:lnTo>
                    <a:pt x="1352012" y="586695"/>
                  </a:lnTo>
                  <a:lnTo>
                    <a:pt x="1352639" y="582412"/>
                  </a:lnTo>
                  <a:lnTo>
                    <a:pt x="1353265" y="578329"/>
                  </a:lnTo>
                  <a:lnTo>
                    <a:pt x="1353892" y="574471"/>
                  </a:lnTo>
                  <a:lnTo>
                    <a:pt x="1354518" y="570866"/>
                  </a:lnTo>
                  <a:lnTo>
                    <a:pt x="1355145" y="567499"/>
                  </a:lnTo>
                  <a:lnTo>
                    <a:pt x="1355771" y="564327"/>
                  </a:lnTo>
                  <a:lnTo>
                    <a:pt x="1356398" y="561311"/>
                  </a:lnTo>
                  <a:lnTo>
                    <a:pt x="1357025" y="558386"/>
                  </a:lnTo>
                  <a:lnTo>
                    <a:pt x="1357651" y="555518"/>
                  </a:lnTo>
                  <a:lnTo>
                    <a:pt x="1358278" y="552723"/>
                  </a:lnTo>
                  <a:lnTo>
                    <a:pt x="1358904" y="550006"/>
                  </a:lnTo>
                  <a:lnTo>
                    <a:pt x="1359531" y="547358"/>
                  </a:lnTo>
                  <a:lnTo>
                    <a:pt x="1360157" y="544774"/>
                  </a:lnTo>
                  <a:lnTo>
                    <a:pt x="1360784" y="542272"/>
                  </a:lnTo>
                  <a:lnTo>
                    <a:pt x="1361410" y="539860"/>
                  </a:lnTo>
                  <a:lnTo>
                    <a:pt x="1362037" y="537556"/>
                  </a:lnTo>
                  <a:lnTo>
                    <a:pt x="1362664" y="535344"/>
                  </a:lnTo>
                  <a:lnTo>
                    <a:pt x="1363290" y="533187"/>
                  </a:lnTo>
                  <a:lnTo>
                    <a:pt x="1363917" y="531062"/>
                  </a:lnTo>
                  <a:lnTo>
                    <a:pt x="1364543" y="528977"/>
                  </a:lnTo>
                  <a:lnTo>
                    <a:pt x="1365170" y="526924"/>
                  </a:lnTo>
                  <a:lnTo>
                    <a:pt x="1365796" y="524903"/>
                  </a:lnTo>
                  <a:lnTo>
                    <a:pt x="1366423" y="522906"/>
                  </a:lnTo>
                  <a:lnTo>
                    <a:pt x="1367049" y="520956"/>
                  </a:lnTo>
                  <a:lnTo>
                    <a:pt x="1367676" y="519048"/>
                  </a:lnTo>
                  <a:lnTo>
                    <a:pt x="1368303" y="517179"/>
                  </a:lnTo>
                  <a:lnTo>
                    <a:pt x="1368929" y="515375"/>
                  </a:lnTo>
                  <a:lnTo>
                    <a:pt x="1369556" y="513630"/>
                  </a:lnTo>
                  <a:lnTo>
                    <a:pt x="1370182" y="511952"/>
                  </a:lnTo>
                  <a:lnTo>
                    <a:pt x="1370809" y="510287"/>
                  </a:lnTo>
                  <a:lnTo>
                    <a:pt x="1371435" y="508632"/>
                  </a:lnTo>
                  <a:lnTo>
                    <a:pt x="1372062" y="506984"/>
                  </a:lnTo>
                  <a:lnTo>
                    <a:pt x="1372688" y="505350"/>
                  </a:lnTo>
                  <a:lnTo>
                    <a:pt x="1373315" y="503745"/>
                  </a:lnTo>
                  <a:lnTo>
                    <a:pt x="1373942" y="502152"/>
                  </a:lnTo>
                  <a:lnTo>
                    <a:pt x="1374568" y="500586"/>
                  </a:lnTo>
                  <a:lnTo>
                    <a:pt x="1375195" y="499045"/>
                  </a:lnTo>
                  <a:lnTo>
                    <a:pt x="1375821" y="497515"/>
                  </a:lnTo>
                  <a:lnTo>
                    <a:pt x="1376448" y="496004"/>
                  </a:lnTo>
                  <a:lnTo>
                    <a:pt x="1377074" y="494492"/>
                  </a:lnTo>
                  <a:lnTo>
                    <a:pt x="1377701" y="492981"/>
                  </a:lnTo>
                  <a:lnTo>
                    <a:pt x="1378327" y="491457"/>
                  </a:lnTo>
                  <a:lnTo>
                    <a:pt x="1378954" y="489915"/>
                  </a:lnTo>
                  <a:lnTo>
                    <a:pt x="1379581" y="488350"/>
                  </a:lnTo>
                  <a:lnTo>
                    <a:pt x="1380207" y="486772"/>
                  </a:lnTo>
                  <a:lnTo>
                    <a:pt x="1380834" y="485170"/>
                  </a:lnTo>
                  <a:lnTo>
                    <a:pt x="1381460" y="483514"/>
                  </a:lnTo>
                  <a:lnTo>
                    <a:pt x="1382087" y="481791"/>
                  </a:lnTo>
                  <a:lnTo>
                    <a:pt x="1382713" y="479979"/>
                  </a:lnTo>
                  <a:lnTo>
                    <a:pt x="1383340" y="478047"/>
                  </a:lnTo>
                  <a:lnTo>
                    <a:pt x="1383966" y="476011"/>
                  </a:lnTo>
                  <a:lnTo>
                    <a:pt x="1384593" y="473867"/>
                  </a:lnTo>
                  <a:lnTo>
                    <a:pt x="1385220" y="471605"/>
                  </a:lnTo>
                  <a:lnTo>
                    <a:pt x="1385846" y="469202"/>
                  </a:lnTo>
                  <a:lnTo>
                    <a:pt x="1386473" y="466628"/>
                  </a:lnTo>
                  <a:lnTo>
                    <a:pt x="1387099" y="463875"/>
                  </a:lnTo>
                  <a:lnTo>
                    <a:pt x="1387726" y="460954"/>
                  </a:lnTo>
                  <a:lnTo>
                    <a:pt x="1388352" y="457908"/>
                  </a:lnTo>
                  <a:lnTo>
                    <a:pt x="1388979" y="454798"/>
                  </a:lnTo>
                  <a:lnTo>
                    <a:pt x="1389605" y="451642"/>
                  </a:lnTo>
                  <a:lnTo>
                    <a:pt x="1390232" y="448428"/>
                  </a:lnTo>
                  <a:lnTo>
                    <a:pt x="1390859" y="445157"/>
                  </a:lnTo>
                  <a:lnTo>
                    <a:pt x="1391485" y="441846"/>
                  </a:lnTo>
                  <a:lnTo>
                    <a:pt x="1392112" y="438552"/>
                  </a:lnTo>
                  <a:lnTo>
                    <a:pt x="1392738" y="435312"/>
                  </a:lnTo>
                  <a:lnTo>
                    <a:pt x="1393365" y="432116"/>
                  </a:lnTo>
                  <a:lnTo>
                    <a:pt x="1393991" y="428951"/>
                  </a:lnTo>
                  <a:lnTo>
                    <a:pt x="1394618" y="425853"/>
                  </a:lnTo>
                  <a:lnTo>
                    <a:pt x="1395244" y="422853"/>
                  </a:lnTo>
                  <a:lnTo>
                    <a:pt x="1395871" y="419964"/>
                  </a:lnTo>
                  <a:lnTo>
                    <a:pt x="1396498" y="417199"/>
                  </a:lnTo>
                  <a:lnTo>
                    <a:pt x="1397124" y="414591"/>
                  </a:lnTo>
                  <a:lnTo>
                    <a:pt x="1397751" y="412127"/>
                  </a:lnTo>
                  <a:lnTo>
                    <a:pt x="1398377" y="409818"/>
                  </a:lnTo>
                  <a:lnTo>
                    <a:pt x="1399004" y="407642"/>
                  </a:lnTo>
                  <a:lnTo>
                    <a:pt x="1399630" y="405640"/>
                  </a:lnTo>
                  <a:lnTo>
                    <a:pt x="1400257" y="403831"/>
                  </a:lnTo>
                  <a:lnTo>
                    <a:pt x="1400883" y="402184"/>
                  </a:lnTo>
                  <a:lnTo>
                    <a:pt x="1401510" y="400675"/>
                  </a:lnTo>
                  <a:lnTo>
                    <a:pt x="1402136" y="399281"/>
                  </a:lnTo>
                  <a:lnTo>
                    <a:pt x="1402763" y="398050"/>
                  </a:lnTo>
                  <a:lnTo>
                    <a:pt x="1403390" y="396974"/>
                  </a:lnTo>
                  <a:lnTo>
                    <a:pt x="1404016" y="396045"/>
                  </a:lnTo>
                  <a:lnTo>
                    <a:pt x="1404643" y="395226"/>
                  </a:lnTo>
                  <a:lnTo>
                    <a:pt x="1405269" y="394521"/>
                  </a:lnTo>
                  <a:lnTo>
                    <a:pt x="1405896" y="393940"/>
                  </a:lnTo>
                  <a:lnTo>
                    <a:pt x="1406522" y="393468"/>
                  </a:lnTo>
                  <a:lnTo>
                    <a:pt x="1407149" y="393105"/>
                  </a:lnTo>
                  <a:lnTo>
                    <a:pt x="1407775" y="392859"/>
                  </a:lnTo>
                  <a:lnTo>
                    <a:pt x="1408402" y="392716"/>
                  </a:lnTo>
                  <a:lnTo>
                    <a:pt x="1409029" y="392645"/>
                  </a:lnTo>
                  <a:lnTo>
                    <a:pt x="1409655" y="392626"/>
                  </a:lnTo>
                  <a:lnTo>
                    <a:pt x="1410282" y="392656"/>
                  </a:lnTo>
                  <a:lnTo>
                    <a:pt x="1410908" y="392722"/>
                  </a:lnTo>
                  <a:lnTo>
                    <a:pt x="1411535" y="392820"/>
                  </a:lnTo>
                  <a:lnTo>
                    <a:pt x="1412161" y="392927"/>
                  </a:lnTo>
                  <a:lnTo>
                    <a:pt x="1412788" y="393035"/>
                  </a:lnTo>
                  <a:lnTo>
                    <a:pt x="1413414" y="393132"/>
                  </a:lnTo>
                  <a:lnTo>
                    <a:pt x="1414041" y="393216"/>
                  </a:lnTo>
                  <a:lnTo>
                    <a:pt x="1414668" y="393295"/>
                  </a:lnTo>
                  <a:lnTo>
                    <a:pt x="1415294" y="393351"/>
                  </a:lnTo>
                  <a:lnTo>
                    <a:pt x="1415921" y="393342"/>
                  </a:lnTo>
                  <a:lnTo>
                    <a:pt x="1416547" y="393214"/>
                  </a:lnTo>
                  <a:lnTo>
                    <a:pt x="1417174" y="392965"/>
                  </a:lnTo>
                  <a:lnTo>
                    <a:pt x="1417800" y="392591"/>
                  </a:lnTo>
                  <a:lnTo>
                    <a:pt x="1418427" y="392114"/>
                  </a:lnTo>
                  <a:lnTo>
                    <a:pt x="1419053" y="391586"/>
                  </a:lnTo>
                  <a:lnTo>
                    <a:pt x="1419680" y="391015"/>
                  </a:lnTo>
                  <a:lnTo>
                    <a:pt x="1420307" y="390451"/>
                  </a:lnTo>
                  <a:lnTo>
                    <a:pt x="1420933" y="389938"/>
                  </a:lnTo>
                  <a:lnTo>
                    <a:pt x="1421560" y="389460"/>
                  </a:lnTo>
                  <a:lnTo>
                    <a:pt x="1422186" y="389003"/>
                  </a:lnTo>
                  <a:lnTo>
                    <a:pt x="1422813" y="388559"/>
                  </a:lnTo>
                  <a:lnTo>
                    <a:pt x="1423439" y="388150"/>
                  </a:lnTo>
                  <a:lnTo>
                    <a:pt x="1424066" y="387740"/>
                  </a:lnTo>
                  <a:lnTo>
                    <a:pt x="1424692" y="387301"/>
                  </a:lnTo>
                  <a:lnTo>
                    <a:pt x="1425319" y="386871"/>
                  </a:lnTo>
                  <a:lnTo>
                    <a:pt x="1425946" y="386492"/>
                  </a:lnTo>
                  <a:lnTo>
                    <a:pt x="1426572" y="386155"/>
                  </a:lnTo>
                  <a:lnTo>
                    <a:pt x="1427199" y="385863"/>
                  </a:lnTo>
                  <a:lnTo>
                    <a:pt x="1427825" y="385615"/>
                  </a:lnTo>
                  <a:lnTo>
                    <a:pt x="1428452" y="385396"/>
                  </a:lnTo>
                  <a:lnTo>
                    <a:pt x="1429078" y="385196"/>
                  </a:lnTo>
                  <a:lnTo>
                    <a:pt x="1429705" y="385009"/>
                  </a:lnTo>
                  <a:lnTo>
                    <a:pt x="1430331" y="384815"/>
                  </a:lnTo>
                  <a:lnTo>
                    <a:pt x="1430958" y="384634"/>
                  </a:lnTo>
                  <a:lnTo>
                    <a:pt x="1431585" y="384454"/>
                  </a:lnTo>
                  <a:lnTo>
                    <a:pt x="1432211" y="384281"/>
                  </a:lnTo>
                  <a:lnTo>
                    <a:pt x="1432838" y="384089"/>
                  </a:lnTo>
                  <a:lnTo>
                    <a:pt x="1433464" y="383883"/>
                  </a:lnTo>
                  <a:lnTo>
                    <a:pt x="1434091" y="383669"/>
                  </a:lnTo>
                  <a:lnTo>
                    <a:pt x="1434717" y="383453"/>
                  </a:lnTo>
                  <a:lnTo>
                    <a:pt x="1435344" y="383228"/>
                  </a:lnTo>
                  <a:lnTo>
                    <a:pt x="1435970" y="382992"/>
                  </a:lnTo>
                  <a:lnTo>
                    <a:pt x="1436597" y="382768"/>
                  </a:lnTo>
                  <a:lnTo>
                    <a:pt x="1437224" y="382551"/>
                  </a:lnTo>
                  <a:lnTo>
                    <a:pt x="1437850" y="382328"/>
                  </a:lnTo>
                  <a:lnTo>
                    <a:pt x="1438477" y="382108"/>
                  </a:lnTo>
                  <a:lnTo>
                    <a:pt x="1439103" y="381867"/>
                  </a:lnTo>
                  <a:lnTo>
                    <a:pt x="1439730" y="381598"/>
                  </a:lnTo>
                  <a:lnTo>
                    <a:pt x="1440356" y="381287"/>
                  </a:lnTo>
                  <a:lnTo>
                    <a:pt x="1440983" y="380956"/>
                  </a:lnTo>
                  <a:lnTo>
                    <a:pt x="1441609" y="380612"/>
                  </a:lnTo>
                  <a:lnTo>
                    <a:pt x="1442236" y="380268"/>
                  </a:lnTo>
                  <a:lnTo>
                    <a:pt x="1442863" y="379931"/>
                  </a:lnTo>
                  <a:lnTo>
                    <a:pt x="1443489" y="379609"/>
                  </a:lnTo>
                  <a:lnTo>
                    <a:pt x="1444116" y="379321"/>
                  </a:lnTo>
                  <a:lnTo>
                    <a:pt x="1444742" y="379076"/>
                  </a:lnTo>
                  <a:lnTo>
                    <a:pt x="1445369" y="378896"/>
                  </a:lnTo>
                  <a:lnTo>
                    <a:pt x="1445995" y="378768"/>
                  </a:lnTo>
                  <a:lnTo>
                    <a:pt x="1446622" y="378689"/>
                  </a:lnTo>
                  <a:lnTo>
                    <a:pt x="1447248" y="378661"/>
                  </a:lnTo>
                  <a:lnTo>
                    <a:pt x="1447875" y="378716"/>
                  </a:lnTo>
                  <a:lnTo>
                    <a:pt x="1448502" y="378914"/>
                  </a:lnTo>
                  <a:lnTo>
                    <a:pt x="1449128" y="379285"/>
                  </a:lnTo>
                  <a:lnTo>
                    <a:pt x="1449755" y="379849"/>
                  </a:lnTo>
                  <a:lnTo>
                    <a:pt x="1450381" y="380628"/>
                  </a:lnTo>
                  <a:lnTo>
                    <a:pt x="1451008" y="381579"/>
                  </a:lnTo>
                  <a:lnTo>
                    <a:pt x="1451634" y="382675"/>
                  </a:lnTo>
                  <a:lnTo>
                    <a:pt x="1452261" y="383864"/>
                  </a:lnTo>
                  <a:lnTo>
                    <a:pt x="1452887" y="385093"/>
                  </a:lnTo>
                  <a:lnTo>
                    <a:pt x="1453514" y="386349"/>
                  </a:lnTo>
                  <a:lnTo>
                    <a:pt x="1454141" y="387636"/>
                  </a:lnTo>
                  <a:lnTo>
                    <a:pt x="1454767" y="388937"/>
                  </a:lnTo>
                  <a:lnTo>
                    <a:pt x="1455394" y="390228"/>
                  </a:lnTo>
                  <a:lnTo>
                    <a:pt x="1456020" y="391496"/>
                  </a:lnTo>
                  <a:lnTo>
                    <a:pt x="1456647" y="392743"/>
                  </a:lnTo>
                  <a:lnTo>
                    <a:pt x="1457273" y="393905"/>
                  </a:lnTo>
                  <a:lnTo>
                    <a:pt x="1457900" y="394945"/>
                  </a:lnTo>
                  <a:lnTo>
                    <a:pt x="1458526" y="395858"/>
                  </a:lnTo>
                  <a:lnTo>
                    <a:pt x="1459153" y="396609"/>
                  </a:lnTo>
                  <a:lnTo>
                    <a:pt x="1459780" y="397174"/>
                  </a:lnTo>
                  <a:lnTo>
                    <a:pt x="1460406" y="397564"/>
                  </a:lnTo>
                  <a:lnTo>
                    <a:pt x="1461033" y="397763"/>
                  </a:lnTo>
                  <a:lnTo>
                    <a:pt x="1461659" y="397765"/>
                  </a:lnTo>
                  <a:lnTo>
                    <a:pt x="1462286" y="397551"/>
                  </a:lnTo>
                  <a:lnTo>
                    <a:pt x="1462912" y="397113"/>
                  </a:lnTo>
                  <a:lnTo>
                    <a:pt x="1463539" y="396449"/>
                  </a:lnTo>
                  <a:lnTo>
                    <a:pt x="1464165" y="395573"/>
                  </a:lnTo>
                  <a:lnTo>
                    <a:pt x="1464792" y="394525"/>
                  </a:lnTo>
                  <a:lnTo>
                    <a:pt x="1465419" y="393337"/>
                  </a:lnTo>
                  <a:lnTo>
                    <a:pt x="1466045" y="392029"/>
                  </a:lnTo>
                  <a:lnTo>
                    <a:pt x="1466672" y="390613"/>
                  </a:lnTo>
                  <a:lnTo>
                    <a:pt x="1467298" y="389109"/>
                  </a:lnTo>
                  <a:lnTo>
                    <a:pt x="1467925" y="387507"/>
                  </a:lnTo>
                  <a:lnTo>
                    <a:pt x="1468551" y="385790"/>
                  </a:lnTo>
                  <a:lnTo>
                    <a:pt x="1469178" y="383946"/>
                  </a:lnTo>
                  <a:lnTo>
                    <a:pt x="1469804" y="381981"/>
                  </a:lnTo>
                  <a:lnTo>
                    <a:pt x="1470431" y="379889"/>
                  </a:lnTo>
                  <a:lnTo>
                    <a:pt x="1471058" y="377692"/>
                  </a:lnTo>
                  <a:lnTo>
                    <a:pt x="1471684" y="375416"/>
                  </a:lnTo>
                  <a:lnTo>
                    <a:pt x="1472311" y="373080"/>
                  </a:lnTo>
                  <a:lnTo>
                    <a:pt x="1472937" y="370678"/>
                  </a:lnTo>
                  <a:lnTo>
                    <a:pt x="1473564" y="368207"/>
                  </a:lnTo>
                  <a:lnTo>
                    <a:pt x="1474190" y="365629"/>
                  </a:lnTo>
                  <a:lnTo>
                    <a:pt x="1474817" y="362915"/>
                  </a:lnTo>
                  <a:lnTo>
                    <a:pt x="1475443" y="360033"/>
                  </a:lnTo>
                  <a:lnTo>
                    <a:pt x="1476070" y="356973"/>
                  </a:lnTo>
                  <a:lnTo>
                    <a:pt x="1476697" y="353736"/>
                  </a:lnTo>
                  <a:lnTo>
                    <a:pt x="1477323" y="350308"/>
                  </a:lnTo>
                  <a:lnTo>
                    <a:pt x="1477950" y="346724"/>
                  </a:lnTo>
                  <a:lnTo>
                    <a:pt x="1478576" y="343011"/>
                  </a:lnTo>
                  <a:lnTo>
                    <a:pt x="1479203" y="339179"/>
                  </a:lnTo>
                  <a:lnTo>
                    <a:pt x="1479829" y="335193"/>
                  </a:lnTo>
                  <a:lnTo>
                    <a:pt x="1480456" y="331043"/>
                  </a:lnTo>
                  <a:lnTo>
                    <a:pt x="1481082" y="326696"/>
                  </a:lnTo>
                  <a:lnTo>
                    <a:pt x="1481709" y="322115"/>
                  </a:lnTo>
                  <a:lnTo>
                    <a:pt x="1482336" y="317264"/>
                  </a:lnTo>
                  <a:lnTo>
                    <a:pt x="1482962" y="312117"/>
                  </a:lnTo>
                  <a:lnTo>
                    <a:pt x="1483589" y="306679"/>
                  </a:lnTo>
                  <a:lnTo>
                    <a:pt x="1484215" y="300987"/>
                  </a:lnTo>
                  <a:lnTo>
                    <a:pt x="1484842" y="295073"/>
                  </a:lnTo>
                  <a:lnTo>
                    <a:pt x="1485468" y="288984"/>
                  </a:lnTo>
                  <a:lnTo>
                    <a:pt x="1486095" y="282707"/>
                  </a:lnTo>
                  <a:lnTo>
                    <a:pt x="1486721" y="276261"/>
                  </a:lnTo>
                  <a:lnTo>
                    <a:pt x="1487348" y="269650"/>
                  </a:lnTo>
                  <a:lnTo>
                    <a:pt x="1487975" y="262872"/>
                  </a:lnTo>
                  <a:lnTo>
                    <a:pt x="1488601" y="255933"/>
                  </a:lnTo>
                  <a:lnTo>
                    <a:pt x="1489228" y="248867"/>
                  </a:lnTo>
                  <a:lnTo>
                    <a:pt x="1489854" y="241688"/>
                  </a:lnTo>
                  <a:lnTo>
                    <a:pt x="1490481" y="234417"/>
                  </a:lnTo>
                  <a:lnTo>
                    <a:pt x="1491107" y="227082"/>
                  </a:lnTo>
                  <a:lnTo>
                    <a:pt x="1491734" y="219721"/>
                  </a:lnTo>
                  <a:lnTo>
                    <a:pt x="1492360" y="212350"/>
                  </a:lnTo>
                  <a:lnTo>
                    <a:pt x="1492987" y="204975"/>
                  </a:lnTo>
                  <a:lnTo>
                    <a:pt x="1493614" y="197597"/>
                  </a:lnTo>
                  <a:lnTo>
                    <a:pt x="1494240" y="190250"/>
                  </a:lnTo>
                  <a:lnTo>
                    <a:pt x="1494867" y="182935"/>
                  </a:lnTo>
                  <a:lnTo>
                    <a:pt x="1495493" y="175680"/>
                  </a:lnTo>
                  <a:lnTo>
                    <a:pt x="1496120" y="168508"/>
                  </a:lnTo>
                  <a:lnTo>
                    <a:pt x="1496746" y="161433"/>
                  </a:lnTo>
                  <a:lnTo>
                    <a:pt x="1497373" y="154466"/>
                  </a:lnTo>
                  <a:lnTo>
                    <a:pt x="1497999" y="147610"/>
                  </a:lnTo>
                  <a:lnTo>
                    <a:pt x="1498626" y="140866"/>
                  </a:lnTo>
                  <a:lnTo>
                    <a:pt x="1499253" y="134203"/>
                  </a:lnTo>
                  <a:lnTo>
                    <a:pt x="1499879" y="127636"/>
                  </a:lnTo>
                  <a:lnTo>
                    <a:pt x="1500506" y="121181"/>
                  </a:lnTo>
                  <a:lnTo>
                    <a:pt x="1501132" y="114850"/>
                  </a:lnTo>
                  <a:lnTo>
                    <a:pt x="1501759" y="108660"/>
                  </a:lnTo>
                  <a:lnTo>
                    <a:pt x="1502385" y="102638"/>
                  </a:lnTo>
                  <a:lnTo>
                    <a:pt x="1503012" y="96800"/>
                  </a:lnTo>
                  <a:lnTo>
                    <a:pt x="1503638" y="91139"/>
                  </a:lnTo>
                  <a:lnTo>
                    <a:pt x="1504265" y="85655"/>
                  </a:lnTo>
                  <a:lnTo>
                    <a:pt x="1504892" y="80355"/>
                  </a:lnTo>
                  <a:lnTo>
                    <a:pt x="1505518" y="75229"/>
                  </a:lnTo>
                  <a:lnTo>
                    <a:pt x="1506145" y="70278"/>
                  </a:lnTo>
                  <a:lnTo>
                    <a:pt x="1506771" y="65507"/>
                  </a:lnTo>
                  <a:lnTo>
                    <a:pt x="1507398" y="60926"/>
                  </a:lnTo>
                  <a:lnTo>
                    <a:pt x="1508024" y="56525"/>
                  </a:lnTo>
                  <a:lnTo>
                    <a:pt x="1508651" y="52323"/>
                  </a:lnTo>
                  <a:lnTo>
                    <a:pt x="1509277" y="48321"/>
                  </a:lnTo>
                  <a:lnTo>
                    <a:pt x="1509904" y="44506"/>
                  </a:lnTo>
                  <a:lnTo>
                    <a:pt x="1510531" y="40845"/>
                  </a:lnTo>
                  <a:lnTo>
                    <a:pt x="1511157" y="37321"/>
                  </a:lnTo>
                  <a:lnTo>
                    <a:pt x="1511784" y="33919"/>
                  </a:lnTo>
                  <a:lnTo>
                    <a:pt x="1512410" y="30634"/>
                  </a:lnTo>
                  <a:lnTo>
                    <a:pt x="1513037" y="27445"/>
                  </a:lnTo>
                  <a:lnTo>
                    <a:pt x="1513663" y="24345"/>
                  </a:lnTo>
                  <a:lnTo>
                    <a:pt x="1514290" y="21353"/>
                  </a:lnTo>
                  <a:lnTo>
                    <a:pt x="1514916" y="18512"/>
                  </a:lnTo>
                  <a:lnTo>
                    <a:pt x="1515543" y="15867"/>
                  </a:lnTo>
                  <a:lnTo>
                    <a:pt x="1516170" y="13416"/>
                  </a:lnTo>
                  <a:lnTo>
                    <a:pt x="1516796" y="11149"/>
                  </a:lnTo>
                  <a:lnTo>
                    <a:pt x="1517423" y="9048"/>
                  </a:lnTo>
                  <a:lnTo>
                    <a:pt x="1518049" y="7143"/>
                  </a:lnTo>
                  <a:lnTo>
                    <a:pt x="1518676" y="5442"/>
                  </a:lnTo>
                  <a:lnTo>
                    <a:pt x="1519302" y="3956"/>
                  </a:lnTo>
                  <a:lnTo>
                    <a:pt x="1519929" y="2713"/>
                  </a:lnTo>
                  <a:lnTo>
                    <a:pt x="1520555" y="1708"/>
                  </a:lnTo>
                  <a:lnTo>
                    <a:pt x="1521182" y="927"/>
                  </a:lnTo>
                  <a:lnTo>
                    <a:pt x="1521809" y="391"/>
                  </a:lnTo>
                  <a:lnTo>
                    <a:pt x="1522435" y="81"/>
                  </a:lnTo>
                  <a:lnTo>
                    <a:pt x="1523062" y="0"/>
                  </a:lnTo>
                  <a:lnTo>
                    <a:pt x="1523688" y="153"/>
                  </a:lnTo>
                  <a:lnTo>
                    <a:pt x="1524315" y="544"/>
                  </a:lnTo>
                  <a:lnTo>
                    <a:pt x="1524941" y="1186"/>
                  </a:lnTo>
                  <a:lnTo>
                    <a:pt x="1525568" y="2090"/>
                  </a:lnTo>
                  <a:lnTo>
                    <a:pt x="1526194" y="3212"/>
                  </a:lnTo>
                  <a:lnTo>
                    <a:pt x="1526821" y="4539"/>
                  </a:lnTo>
                  <a:lnTo>
                    <a:pt x="1527448" y="6039"/>
                  </a:lnTo>
                  <a:lnTo>
                    <a:pt x="1528074" y="7663"/>
                  </a:lnTo>
                  <a:lnTo>
                    <a:pt x="1528701" y="9358"/>
                  </a:lnTo>
                  <a:lnTo>
                    <a:pt x="1529327" y="11105"/>
                  </a:lnTo>
                  <a:lnTo>
                    <a:pt x="1529954" y="12892"/>
                  </a:lnTo>
                  <a:lnTo>
                    <a:pt x="1530580" y="14704"/>
                  </a:lnTo>
                  <a:lnTo>
                    <a:pt x="1531207" y="16554"/>
                  </a:lnTo>
                  <a:lnTo>
                    <a:pt x="1531833" y="18444"/>
                  </a:lnTo>
                  <a:lnTo>
                    <a:pt x="1532460" y="20364"/>
                  </a:lnTo>
                  <a:lnTo>
                    <a:pt x="1533087" y="22309"/>
                  </a:lnTo>
                  <a:lnTo>
                    <a:pt x="1533713" y="24251"/>
                  </a:lnTo>
                  <a:lnTo>
                    <a:pt x="1534340" y="26158"/>
                  </a:lnTo>
                  <a:lnTo>
                    <a:pt x="1534966" y="27997"/>
                  </a:lnTo>
                  <a:lnTo>
                    <a:pt x="1535593" y="29747"/>
                  </a:lnTo>
                  <a:lnTo>
                    <a:pt x="1536219" y="31391"/>
                  </a:lnTo>
                  <a:lnTo>
                    <a:pt x="1536846" y="32927"/>
                  </a:lnTo>
                  <a:lnTo>
                    <a:pt x="1537472" y="34371"/>
                  </a:lnTo>
                  <a:lnTo>
                    <a:pt x="1538099" y="35749"/>
                  </a:lnTo>
                  <a:lnTo>
                    <a:pt x="1538726" y="37083"/>
                  </a:lnTo>
                  <a:lnTo>
                    <a:pt x="1539352" y="38380"/>
                  </a:lnTo>
                  <a:lnTo>
                    <a:pt x="1539979" y="39653"/>
                  </a:lnTo>
                  <a:lnTo>
                    <a:pt x="1540605" y="40864"/>
                  </a:lnTo>
                  <a:lnTo>
                    <a:pt x="1541232" y="42001"/>
                  </a:lnTo>
                  <a:lnTo>
                    <a:pt x="1541858" y="43066"/>
                  </a:lnTo>
                  <a:lnTo>
                    <a:pt x="1542485" y="44086"/>
                  </a:lnTo>
                  <a:lnTo>
                    <a:pt x="1543111" y="45071"/>
                  </a:lnTo>
                  <a:lnTo>
                    <a:pt x="1543738" y="46065"/>
                  </a:lnTo>
                  <a:lnTo>
                    <a:pt x="1544365" y="47081"/>
                  </a:lnTo>
                  <a:lnTo>
                    <a:pt x="1544991" y="48166"/>
                  </a:lnTo>
                  <a:lnTo>
                    <a:pt x="1545618" y="49352"/>
                  </a:lnTo>
                  <a:lnTo>
                    <a:pt x="1546244" y="50631"/>
                  </a:lnTo>
                  <a:lnTo>
                    <a:pt x="1546871" y="51989"/>
                  </a:lnTo>
                  <a:lnTo>
                    <a:pt x="1547497" y="53401"/>
                  </a:lnTo>
                  <a:lnTo>
                    <a:pt x="1548124" y="54848"/>
                  </a:lnTo>
                  <a:lnTo>
                    <a:pt x="1548750" y="56327"/>
                  </a:lnTo>
                  <a:lnTo>
                    <a:pt x="1549377" y="57838"/>
                  </a:lnTo>
                  <a:lnTo>
                    <a:pt x="1550004" y="59390"/>
                  </a:lnTo>
                  <a:lnTo>
                    <a:pt x="1550630" y="60962"/>
                  </a:lnTo>
                  <a:lnTo>
                    <a:pt x="1551257" y="62538"/>
                  </a:lnTo>
                  <a:lnTo>
                    <a:pt x="1551883" y="64107"/>
                  </a:lnTo>
                  <a:lnTo>
                    <a:pt x="1552510" y="65653"/>
                  </a:lnTo>
                  <a:lnTo>
                    <a:pt x="1553136" y="67183"/>
                  </a:lnTo>
                  <a:lnTo>
                    <a:pt x="1553763" y="68683"/>
                  </a:lnTo>
                  <a:lnTo>
                    <a:pt x="1554389" y="70139"/>
                  </a:lnTo>
                  <a:lnTo>
                    <a:pt x="1555016" y="71518"/>
                  </a:lnTo>
                  <a:lnTo>
                    <a:pt x="1555643" y="72809"/>
                  </a:lnTo>
                  <a:lnTo>
                    <a:pt x="1556269" y="73975"/>
                  </a:lnTo>
                  <a:lnTo>
                    <a:pt x="1556896" y="74994"/>
                  </a:lnTo>
                  <a:lnTo>
                    <a:pt x="1557522" y="75849"/>
                  </a:lnTo>
                  <a:lnTo>
                    <a:pt x="1558149" y="76595"/>
                  </a:lnTo>
                  <a:lnTo>
                    <a:pt x="1558775" y="77248"/>
                  </a:lnTo>
                  <a:lnTo>
                    <a:pt x="1559402" y="77813"/>
                  </a:lnTo>
                  <a:lnTo>
                    <a:pt x="1560028" y="78298"/>
                  </a:lnTo>
                  <a:lnTo>
                    <a:pt x="1560655" y="78719"/>
                  </a:lnTo>
                  <a:lnTo>
                    <a:pt x="1561282" y="79078"/>
                  </a:lnTo>
                  <a:lnTo>
                    <a:pt x="1561908" y="79383"/>
                  </a:lnTo>
                  <a:lnTo>
                    <a:pt x="1562535" y="79637"/>
                  </a:lnTo>
                  <a:lnTo>
                    <a:pt x="1563161" y="79851"/>
                  </a:lnTo>
                  <a:lnTo>
                    <a:pt x="1563788" y="80026"/>
                  </a:lnTo>
                  <a:lnTo>
                    <a:pt x="1564414" y="80178"/>
                  </a:lnTo>
                  <a:lnTo>
                    <a:pt x="1565041" y="80300"/>
                  </a:lnTo>
                  <a:lnTo>
                    <a:pt x="1565667" y="80399"/>
                  </a:lnTo>
                  <a:lnTo>
                    <a:pt x="1566294" y="80469"/>
                  </a:lnTo>
                  <a:lnTo>
                    <a:pt x="1566921" y="80533"/>
                  </a:lnTo>
                  <a:lnTo>
                    <a:pt x="1567547" y="80584"/>
                  </a:lnTo>
                  <a:lnTo>
                    <a:pt x="1568174" y="80617"/>
                  </a:lnTo>
                  <a:lnTo>
                    <a:pt x="1568800" y="80619"/>
                  </a:lnTo>
                  <a:lnTo>
                    <a:pt x="1569427" y="80604"/>
                  </a:lnTo>
                  <a:lnTo>
                    <a:pt x="1570053" y="80574"/>
                  </a:lnTo>
                  <a:lnTo>
                    <a:pt x="1570680" y="80524"/>
                  </a:lnTo>
                  <a:lnTo>
                    <a:pt x="1571306" y="80452"/>
                  </a:lnTo>
                  <a:lnTo>
                    <a:pt x="1571933" y="80352"/>
                  </a:lnTo>
                  <a:lnTo>
                    <a:pt x="1572560" y="80228"/>
                  </a:lnTo>
                  <a:lnTo>
                    <a:pt x="1573186" y="80093"/>
                  </a:lnTo>
                  <a:lnTo>
                    <a:pt x="1573813" y="79941"/>
                  </a:lnTo>
                  <a:lnTo>
                    <a:pt x="1574439" y="79769"/>
                  </a:lnTo>
                  <a:lnTo>
                    <a:pt x="1575066" y="79575"/>
                  </a:lnTo>
                  <a:lnTo>
                    <a:pt x="1575692" y="79361"/>
                  </a:lnTo>
                  <a:lnTo>
                    <a:pt x="1576319" y="79125"/>
                  </a:lnTo>
                  <a:lnTo>
                    <a:pt x="1576945" y="78870"/>
                  </a:lnTo>
                  <a:lnTo>
                    <a:pt x="1577572" y="78595"/>
                  </a:lnTo>
                  <a:lnTo>
                    <a:pt x="1578199" y="78292"/>
                  </a:lnTo>
                  <a:lnTo>
                    <a:pt x="1578825" y="77956"/>
                  </a:lnTo>
                  <a:lnTo>
                    <a:pt x="1579452" y="77580"/>
                  </a:lnTo>
                  <a:lnTo>
                    <a:pt x="1580078" y="77162"/>
                  </a:lnTo>
                  <a:lnTo>
                    <a:pt x="1580705" y="76675"/>
                  </a:lnTo>
                  <a:lnTo>
                    <a:pt x="1581331" y="76120"/>
                  </a:lnTo>
                  <a:lnTo>
                    <a:pt x="1581958" y="75490"/>
                  </a:lnTo>
                  <a:lnTo>
                    <a:pt x="1582584" y="74799"/>
                  </a:lnTo>
                  <a:lnTo>
                    <a:pt x="1583211" y="74060"/>
                  </a:lnTo>
                  <a:lnTo>
                    <a:pt x="1583838" y="73282"/>
                  </a:lnTo>
                  <a:lnTo>
                    <a:pt x="1584464" y="72467"/>
                  </a:lnTo>
                  <a:lnTo>
                    <a:pt x="1585091" y="71635"/>
                  </a:lnTo>
                  <a:lnTo>
                    <a:pt x="1585717" y="70768"/>
                  </a:lnTo>
                  <a:lnTo>
                    <a:pt x="1586344" y="69857"/>
                  </a:lnTo>
                  <a:lnTo>
                    <a:pt x="1586970" y="68916"/>
                  </a:lnTo>
                  <a:lnTo>
                    <a:pt x="1587597" y="67934"/>
                  </a:lnTo>
                  <a:lnTo>
                    <a:pt x="1588223" y="66916"/>
                  </a:lnTo>
                  <a:lnTo>
                    <a:pt x="1588850" y="65927"/>
                  </a:lnTo>
                  <a:lnTo>
                    <a:pt x="1589477" y="64985"/>
                  </a:lnTo>
                  <a:lnTo>
                    <a:pt x="1590103" y="64088"/>
                  </a:lnTo>
                  <a:lnTo>
                    <a:pt x="1590730" y="63224"/>
                  </a:lnTo>
                  <a:lnTo>
                    <a:pt x="1591356" y="62411"/>
                  </a:lnTo>
                  <a:lnTo>
                    <a:pt x="1591983" y="61645"/>
                  </a:lnTo>
                  <a:lnTo>
                    <a:pt x="1592609" y="60921"/>
                  </a:lnTo>
                  <a:lnTo>
                    <a:pt x="1593236" y="60256"/>
                  </a:lnTo>
                  <a:lnTo>
                    <a:pt x="1593862" y="59663"/>
                  </a:lnTo>
                  <a:lnTo>
                    <a:pt x="1594489" y="59157"/>
                  </a:lnTo>
                  <a:lnTo>
                    <a:pt x="1595116" y="58747"/>
                  </a:lnTo>
                  <a:lnTo>
                    <a:pt x="1595742" y="58427"/>
                  </a:lnTo>
                  <a:lnTo>
                    <a:pt x="1596369" y="58185"/>
                  </a:lnTo>
                  <a:lnTo>
                    <a:pt x="1596995" y="58042"/>
                  </a:lnTo>
                  <a:lnTo>
                    <a:pt x="1597622" y="58020"/>
                  </a:lnTo>
                  <a:lnTo>
                    <a:pt x="1598248" y="58141"/>
                  </a:lnTo>
                  <a:lnTo>
                    <a:pt x="1598875" y="58396"/>
                  </a:lnTo>
                  <a:lnTo>
                    <a:pt x="1599501" y="58818"/>
                  </a:lnTo>
                  <a:lnTo>
                    <a:pt x="1600128" y="59424"/>
                  </a:lnTo>
                  <a:lnTo>
                    <a:pt x="1600755" y="60238"/>
                  </a:lnTo>
                  <a:lnTo>
                    <a:pt x="1601381" y="61257"/>
                  </a:lnTo>
                  <a:lnTo>
                    <a:pt x="1602008" y="62477"/>
                  </a:lnTo>
                  <a:lnTo>
                    <a:pt x="1602634" y="63891"/>
                  </a:lnTo>
                  <a:lnTo>
                    <a:pt x="1603261" y="65500"/>
                  </a:lnTo>
                  <a:lnTo>
                    <a:pt x="1603887" y="67299"/>
                  </a:lnTo>
                  <a:lnTo>
                    <a:pt x="1604514" y="69289"/>
                  </a:lnTo>
                  <a:lnTo>
                    <a:pt x="1605140" y="71457"/>
                  </a:lnTo>
                  <a:lnTo>
                    <a:pt x="1605767" y="73804"/>
                  </a:lnTo>
                  <a:lnTo>
                    <a:pt x="1606394" y="76300"/>
                  </a:lnTo>
                  <a:lnTo>
                    <a:pt x="1607020" y="78955"/>
                  </a:lnTo>
                  <a:lnTo>
                    <a:pt x="1607647" y="81736"/>
                  </a:lnTo>
                  <a:lnTo>
                    <a:pt x="1608273" y="84620"/>
                  </a:lnTo>
                  <a:lnTo>
                    <a:pt x="1608900" y="87581"/>
                  </a:lnTo>
                  <a:lnTo>
                    <a:pt x="1609526" y="90581"/>
                  </a:lnTo>
                  <a:lnTo>
                    <a:pt x="1610153" y="93615"/>
                  </a:lnTo>
                  <a:lnTo>
                    <a:pt x="1610779" y="96661"/>
                  </a:lnTo>
                  <a:lnTo>
                    <a:pt x="1611406" y="99737"/>
                  </a:lnTo>
                  <a:lnTo>
                    <a:pt x="1612033" y="102849"/>
                  </a:lnTo>
                  <a:lnTo>
                    <a:pt x="1612659" y="105998"/>
                  </a:lnTo>
                  <a:lnTo>
                    <a:pt x="1613286" y="109189"/>
                  </a:lnTo>
                  <a:lnTo>
                    <a:pt x="1613912" y="112416"/>
                  </a:lnTo>
                  <a:lnTo>
                    <a:pt x="1614539" y="115687"/>
                  </a:lnTo>
                  <a:lnTo>
                    <a:pt x="1615165" y="119023"/>
                  </a:lnTo>
                  <a:lnTo>
                    <a:pt x="1615792" y="122431"/>
                  </a:lnTo>
                  <a:lnTo>
                    <a:pt x="1616418" y="125906"/>
                  </a:lnTo>
                  <a:lnTo>
                    <a:pt x="1617045" y="129454"/>
                  </a:lnTo>
                  <a:lnTo>
                    <a:pt x="1617672" y="133106"/>
                  </a:lnTo>
                  <a:lnTo>
                    <a:pt x="1618298" y="136893"/>
                  </a:lnTo>
                  <a:lnTo>
                    <a:pt x="1618925" y="140866"/>
                  </a:lnTo>
                  <a:lnTo>
                    <a:pt x="1619551" y="145062"/>
                  </a:lnTo>
                  <a:lnTo>
                    <a:pt x="1620178" y="149535"/>
                  </a:lnTo>
                  <a:lnTo>
                    <a:pt x="1620804" y="154223"/>
                  </a:lnTo>
                  <a:lnTo>
                    <a:pt x="1621431" y="159077"/>
                  </a:lnTo>
                  <a:lnTo>
                    <a:pt x="1622057" y="164064"/>
                  </a:lnTo>
                  <a:lnTo>
                    <a:pt x="1622684" y="169154"/>
                  </a:lnTo>
                  <a:lnTo>
                    <a:pt x="1623311" y="174293"/>
                  </a:lnTo>
                  <a:lnTo>
                    <a:pt x="1623937" y="179461"/>
                  </a:lnTo>
                  <a:lnTo>
                    <a:pt x="1624564" y="184680"/>
                  </a:lnTo>
                  <a:lnTo>
                    <a:pt x="1625190" y="189921"/>
                  </a:lnTo>
                  <a:lnTo>
                    <a:pt x="1625817" y="195163"/>
                  </a:lnTo>
                  <a:lnTo>
                    <a:pt x="1626443" y="200409"/>
                  </a:lnTo>
                  <a:lnTo>
                    <a:pt x="1627070" y="205641"/>
                  </a:lnTo>
                  <a:lnTo>
                    <a:pt x="1627696" y="210834"/>
                  </a:lnTo>
                  <a:lnTo>
                    <a:pt x="1628323" y="215979"/>
                  </a:lnTo>
                  <a:lnTo>
                    <a:pt x="1628950" y="221074"/>
                  </a:lnTo>
                  <a:lnTo>
                    <a:pt x="1629576" y="226086"/>
                  </a:lnTo>
                  <a:lnTo>
                    <a:pt x="1630203" y="231001"/>
                  </a:lnTo>
                  <a:lnTo>
                    <a:pt x="1630829" y="235823"/>
                  </a:lnTo>
                  <a:lnTo>
                    <a:pt x="1631456" y="240533"/>
                  </a:lnTo>
                  <a:lnTo>
                    <a:pt x="1632082" y="245122"/>
                  </a:lnTo>
                  <a:lnTo>
                    <a:pt x="1632709" y="249593"/>
                  </a:lnTo>
                  <a:lnTo>
                    <a:pt x="1633335" y="253939"/>
                  </a:lnTo>
                  <a:lnTo>
                    <a:pt x="1633962" y="258145"/>
                  </a:lnTo>
                  <a:lnTo>
                    <a:pt x="1634589" y="262220"/>
                  </a:lnTo>
                  <a:lnTo>
                    <a:pt x="1635215" y="266175"/>
                  </a:lnTo>
                  <a:lnTo>
                    <a:pt x="1635842" y="270019"/>
                  </a:lnTo>
                  <a:lnTo>
                    <a:pt x="1636468" y="273765"/>
                  </a:lnTo>
                  <a:lnTo>
                    <a:pt x="1637095" y="277421"/>
                  </a:lnTo>
                  <a:lnTo>
                    <a:pt x="1637721" y="280987"/>
                  </a:lnTo>
                  <a:lnTo>
                    <a:pt x="1638348" y="284468"/>
                  </a:lnTo>
                  <a:lnTo>
                    <a:pt x="1638974" y="287867"/>
                  </a:lnTo>
                  <a:lnTo>
                    <a:pt x="1639601" y="291181"/>
                  </a:lnTo>
                  <a:lnTo>
                    <a:pt x="1640227" y="294420"/>
                  </a:lnTo>
                  <a:lnTo>
                    <a:pt x="1640854" y="297604"/>
                  </a:lnTo>
                  <a:lnTo>
                    <a:pt x="1641481" y="300753"/>
                  </a:lnTo>
                  <a:lnTo>
                    <a:pt x="1642107" y="303876"/>
                  </a:lnTo>
                  <a:lnTo>
                    <a:pt x="1642734" y="307006"/>
                  </a:lnTo>
                  <a:lnTo>
                    <a:pt x="1643360" y="310140"/>
                  </a:lnTo>
                  <a:lnTo>
                    <a:pt x="1643987" y="313281"/>
                  </a:lnTo>
                  <a:lnTo>
                    <a:pt x="1644613" y="316443"/>
                  </a:lnTo>
                  <a:lnTo>
                    <a:pt x="1645240" y="319609"/>
                  </a:lnTo>
                  <a:lnTo>
                    <a:pt x="1645866" y="322773"/>
                  </a:lnTo>
                  <a:lnTo>
                    <a:pt x="1646493" y="325931"/>
                  </a:lnTo>
                  <a:lnTo>
                    <a:pt x="1647120" y="329055"/>
                  </a:lnTo>
                  <a:lnTo>
                    <a:pt x="1647746" y="332125"/>
                  </a:lnTo>
                  <a:lnTo>
                    <a:pt x="1648373" y="335147"/>
                  </a:lnTo>
                  <a:lnTo>
                    <a:pt x="1648999" y="338124"/>
                  </a:lnTo>
                  <a:lnTo>
                    <a:pt x="1649626" y="341030"/>
                  </a:lnTo>
                  <a:lnTo>
                    <a:pt x="1650252" y="343858"/>
                  </a:lnTo>
                  <a:lnTo>
                    <a:pt x="1650879" y="346576"/>
                  </a:lnTo>
                  <a:lnTo>
                    <a:pt x="1651505" y="349141"/>
                  </a:lnTo>
                  <a:lnTo>
                    <a:pt x="1652132" y="351514"/>
                  </a:lnTo>
                  <a:lnTo>
                    <a:pt x="1652759" y="353682"/>
                  </a:lnTo>
                  <a:lnTo>
                    <a:pt x="1653385" y="355686"/>
                  </a:lnTo>
                  <a:lnTo>
                    <a:pt x="1654012" y="357546"/>
                  </a:lnTo>
                  <a:lnTo>
                    <a:pt x="1654638" y="359294"/>
                  </a:lnTo>
                  <a:lnTo>
                    <a:pt x="1655265" y="360976"/>
                  </a:lnTo>
                  <a:lnTo>
                    <a:pt x="1655891" y="362616"/>
                  </a:lnTo>
                  <a:lnTo>
                    <a:pt x="1656518" y="364194"/>
                  </a:lnTo>
                  <a:lnTo>
                    <a:pt x="1657144" y="365731"/>
                  </a:lnTo>
                  <a:lnTo>
                    <a:pt x="1657771" y="367225"/>
                  </a:lnTo>
                  <a:lnTo>
                    <a:pt x="1658398" y="368650"/>
                  </a:lnTo>
                  <a:lnTo>
                    <a:pt x="1659024" y="370036"/>
                  </a:lnTo>
                  <a:lnTo>
                    <a:pt x="1659651" y="371404"/>
                  </a:lnTo>
                  <a:lnTo>
                    <a:pt x="1660277" y="372752"/>
                  </a:lnTo>
                  <a:lnTo>
                    <a:pt x="1660904" y="374071"/>
                  </a:lnTo>
                  <a:lnTo>
                    <a:pt x="1661530" y="375374"/>
                  </a:lnTo>
                  <a:lnTo>
                    <a:pt x="1662157" y="376666"/>
                  </a:lnTo>
                  <a:lnTo>
                    <a:pt x="1662783" y="377967"/>
                  </a:lnTo>
                  <a:lnTo>
                    <a:pt x="1663410" y="379280"/>
                  </a:lnTo>
                  <a:lnTo>
                    <a:pt x="1664037" y="380596"/>
                  </a:lnTo>
                  <a:lnTo>
                    <a:pt x="1664663" y="381897"/>
                  </a:lnTo>
                  <a:lnTo>
                    <a:pt x="1665290" y="383201"/>
                  </a:lnTo>
                  <a:lnTo>
                    <a:pt x="1665916" y="384499"/>
                  </a:lnTo>
                  <a:lnTo>
                    <a:pt x="1666543" y="385794"/>
                  </a:lnTo>
                  <a:lnTo>
                    <a:pt x="1667169" y="387084"/>
                  </a:lnTo>
                  <a:lnTo>
                    <a:pt x="1667796" y="388383"/>
                  </a:lnTo>
                  <a:lnTo>
                    <a:pt x="1668422" y="389697"/>
                  </a:lnTo>
                  <a:lnTo>
                    <a:pt x="1669049" y="391049"/>
                  </a:lnTo>
                  <a:lnTo>
                    <a:pt x="1669676" y="392446"/>
                  </a:lnTo>
                  <a:lnTo>
                    <a:pt x="1670302" y="393914"/>
                  </a:lnTo>
                  <a:lnTo>
                    <a:pt x="1670929" y="395458"/>
                  </a:lnTo>
                  <a:lnTo>
                    <a:pt x="1671555" y="397120"/>
                  </a:lnTo>
                  <a:lnTo>
                    <a:pt x="1672182" y="398908"/>
                  </a:lnTo>
                  <a:lnTo>
                    <a:pt x="1672808" y="400814"/>
                  </a:lnTo>
                  <a:lnTo>
                    <a:pt x="1673435" y="402856"/>
                  </a:lnTo>
                  <a:lnTo>
                    <a:pt x="1674061" y="405024"/>
                  </a:lnTo>
                  <a:lnTo>
                    <a:pt x="1674688" y="407296"/>
                  </a:lnTo>
                  <a:lnTo>
                    <a:pt x="1675315" y="409691"/>
                  </a:lnTo>
                  <a:lnTo>
                    <a:pt x="1675941" y="412219"/>
                  </a:lnTo>
                  <a:lnTo>
                    <a:pt x="1676568" y="414873"/>
                  </a:lnTo>
                  <a:lnTo>
                    <a:pt x="1677194" y="417645"/>
                  </a:lnTo>
                  <a:lnTo>
                    <a:pt x="1677821" y="420481"/>
                  </a:lnTo>
                  <a:lnTo>
                    <a:pt x="1678447" y="423354"/>
                  </a:lnTo>
                  <a:lnTo>
                    <a:pt x="1679074" y="426246"/>
                  </a:lnTo>
                  <a:lnTo>
                    <a:pt x="1679700" y="429149"/>
                  </a:lnTo>
                  <a:lnTo>
                    <a:pt x="1680327" y="432035"/>
                  </a:lnTo>
                  <a:lnTo>
                    <a:pt x="1680954" y="434873"/>
                  </a:lnTo>
                  <a:lnTo>
                    <a:pt x="1681580" y="437626"/>
                  </a:lnTo>
                  <a:lnTo>
                    <a:pt x="1682207" y="440270"/>
                  </a:lnTo>
                  <a:lnTo>
                    <a:pt x="1682833" y="442777"/>
                  </a:lnTo>
                  <a:lnTo>
                    <a:pt x="1683460" y="445141"/>
                  </a:lnTo>
                  <a:lnTo>
                    <a:pt x="1684086" y="447380"/>
                  </a:lnTo>
                  <a:lnTo>
                    <a:pt x="1684713" y="449525"/>
                  </a:lnTo>
                  <a:lnTo>
                    <a:pt x="1685339" y="451606"/>
                  </a:lnTo>
                  <a:lnTo>
                    <a:pt x="1685966" y="453665"/>
                  </a:lnTo>
                  <a:lnTo>
                    <a:pt x="1686593" y="455727"/>
                  </a:lnTo>
                  <a:lnTo>
                    <a:pt x="1687219" y="457798"/>
                  </a:lnTo>
                  <a:lnTo>
                    <a:pt x="1687846" y="459881"/>
                  </a:lnTo>
                  <a:lnTo>
                    <a:pt x="1688472" y="461987"/>
                  </a:lnTo>
                  <a:lnTo>
                    <a:pt x="1689099" y="464107"/>
                  </a:lnTo>
                  <a:lnTo>
                    <a:pt x="1689725" y="466252"/>
                  </a:lnTo>
                  <a:lnTo>
                    <a:pt x="1690352" y="468449"/>
                  </a:lnTo>
                  <a:lnTo>
                    <a:pt x="1690978" y="470685"/>
                  </a:lnTo>
                  <a:lnTo>
                    <a:pt x="1691605" y="472961"/>
                  </a:lnTo>
                  <a:lnTo>
                    <a:pt x="1692232" y="475310"/>
                  </a:lnTo>
                  <a:lnTo>
                    <a:pt x="1692858" y="477778"/>
                  </a:lnTo>
                  <a:lnTo>
                    <a:pt x="1693485" y="480383"/>
                  </a:lnTo>
                  <a:lnTo>
                    <a:pt x="1694111" y="483153"/>
                  </a:lnTo>
                  <a:lnTo>
                    <a:pt x="1694738" y="486053"/>
                  </a:lnTo>
                  <a:lnTo>
                    <a:pt x="1695364" y="489079"/>
                  </a:lnTo>
                  <a:lnTo>
                    <a:pt x="1695991" y="492261"/>
                  </a:lnTo>
                  <a:lnTo>
                    <a:pt x="1696617" y="495603"/>
                  </a:lnTo>
                  <a:lnTo>
                    <a:pt x="1697244" y="499126"/>
                  </a:lnTo>
                  <a:lnTo>
                    <a:pt x="1697871" y="502856"/>
                  </a:lnTo>
                  <a:lnTo>
                    <a:pt x="1698497" y="506836"/>
                  </a:lnTo>
                  <a:lnTo>
                    <a:pt x="1699124" y="511043"/>
                  </a:lnTo>
                  <a:lnTo>
                    <a:pt x="1699750" y="515471"/>
                  </a:lnTo>
                  <a:lnTo>
                    <a:pt x="1700377" y="520118"/>
                  </a:lnTo>
                  <a:lnTo>
                    <a:pt x="1701003" y="524973"/>
                  </a:lnTo>
                  <a:lnTo>
                    <a:pt x="1701630" y="530014"/>
                  </a:lnTo>
                  <a:lnTo>
                    <a:pt x="1702256" y="535243"/>
                  </a:lnTo>
                  <a:lnTo>
                    <a:pt x="1702883" y="540635"/>
                  </a:lnTo>
                  <a:lnTo>
                    <a:pt x="1703510" y="546170"/>
                  </a:lnTo>
                  <a:lnTo>
                    <a:pt x="1704136" y="551848"/>
                  </a:lnTo>
                  <a:lnTo>
                    <a:pt x="1704763" y="557695"/>
                  </a:lnTo>
                  <a:lnTo>
                    <a:pt x="1705389" y="563678"/>
                  </a:lnTo>
                  <a:lnTo>
                    <a:pt x="1706016" y="569823"/>
                  </a:lnTo>
                  <a:lnTo>
                    <a:pt x="1706642" y="576130"/>
                  </a:lnTo>
                  <a:lnTo>
                    <a:pt x="1707269" y="582582"/>
                  </a:lnTo>
                  <a:lnTo>
                    <a:pt x="1707895" y="589125"/>
                  </a:lnTo>
                  <a:lnTo>
                    <a:pt x="1708522" y="595787"/>
                  </a:lnTo>
                  <a:lnTo>
                    <a:pt x="1709149" y="602571"/>
                  </a:lnTo>
                  <a:lnTo>
                    <a:pt x="1709775" y="609545"/>
                  </a:lnTo>
                  <a:lnTo>
                    <a:pt x="1710402" y="616715"/>
                  </a:lnTo>
                  <a:lnTo>
                    <a:pt x="1711028" y="624110"/>
                  </a:lnTo>
                  <a:lnTo>
                    <a:pt x="1711655" y="631687"/>
                  </a:lnTo>
                  <a:lnTo>
                    <a:pt x="1712281" y="639480"/>
                  </a:lnTo>
                  <a:lnTo>
                    <a:pt x="1712908" y="647485"/>
                  </a:lnTo>
                  <a:lnTo>
                    <a:pt x="1713534" y="655717"/>
                  </a:lnTo>
                  <a:lnTo>
                    <a:pt x="1714161" y="664199"/>
                  </a:lnTo>
                  <a:lnTo>
                    <a:pt x="1714788" y="672945"/>
                  </a:lnTo>
                  <a:lnTo>
                    <a:pt x="1715414" y="681953"/>
                  </a:lnTo>
                  <a:lnTo>
                    <a:pt x="1716041" y="691204"/>
                  </a:lnTo>
                  <a:lnTo>
                    <a:pt x="1716667" y="700679"/>
                  </a:lnTo>
                  <a:lnTo>
                    <a:pt x="1717294" y="710333"/>
                  </a:lnTo>
                  <a:lnTo>
                    <a:pt x="1717920" y="720112"/>
                  </a:lnTo>
                  <a:lnTo>
                    <a:pt x="1718547" y="729980"/>
                  </a:lnTo>
                  <a:lnTo>
                    <a:pt x="1719173" y="739911"/>
                  </a:lnTo>
                  <a:lnTo>
                    <a:pt x="1719800" y="749900"/>
                  </a:lnTo>
                  <a:lnTo>
                    <a:pt x="1720427" y="759924"/>
                  </a:lnTo>
                  <a:lnTo>
                    <a:pt x="1721053" y="770011"/>
                  </a:lnTo>
                  <a:lnTo>
                    <a:pt x="1721680" y="780130"/>
                  </a:lnTo>
                  <a:lnTo>
                    <a:pt x="1722306" y="790259"/>
                  </a:lnTo>
                  <a:lnTo>
                    <a:pt x="1722933" y="800394"/>
                  </a:lnTo>
                  <a:lnTo>
                    <a:pt x="1723559" y="810532"/>
                  </a:lnTo>
                  <a:lnTo>
                    <a:pt x="1724186" y="820668"/>
                  </a:lnTo>
                  <a:lnTo>
                    <a:pt x="1724812" y="830760"/>
                  </a:lnTo>
                  <a:lnTo>
                    <a:pt x="1725439" y="840763"/>
                  </a:lnTo>
                  <a:lnTo>
                    <a:pt x="1726066" y="850656"/>
                  </a:lnTo>
                  <a:lnTo>
                    <a:pt x="1726692" y="860470"/>
                  </a:lnTo>
                  <a:lnTo>
                    <a:pt x="1727319" y="870225"/>
                  </a:lnTo>
                  <a:lnTo>
                    <a:pt x="1727945" y="879877"/>
                  </a:lnTo>
                  <a:lnTo>
                    <a:pt x="1728572" y="889446"/>
                  </a:lnTo>
                  <a:lnTo>
                    <a:pt x="1729198" y="898894"/>
                  </a:lnTo>
                  <a:lnTo>
                    <a:pt x="1729825" y="908203"/>
                  </a:lnTo>
                  <a:lnTo>
                    <a:pt x="1730451" y="917294"/>
                  </a:lnTo>
                  <a:lnTo>
                    <a:pt x="1731078" y="926162"/>
                  </a:lnTo>
                  <a:lnTo>
                    <a:pt x="1731705" y="934797"/>
                  </a:lnTo>
                  <a:lnTo>
                    <a:pt x="1732331" y="943201"/>
                  </a:lnTo>
                  <a:lnTo>
                    <a:pt x="1732958" y="951375"/>
                  </a:lnTo>
                  <a:lnTo>
                    <a:pt x="1733584" y="959304"/>
                  </a:lnTo>
                  <a:lnTo>
                    <a:pt x="1734211" y="966943"/>
                  </a:lnTo>
                  <a:lnTo>
                    <a:pt x="1734837" y="974312"/>
                  </a:lnTo>
                  <a:lnTo>
                    <a:pt x="1735464" y="981409"/>
                  </a:lnTo>
                  <a:lnTo>
                    <a:pt x="1736090" y="988216"/>
                  </a:lnTo>
                  <a:lnTo>
                    <a:pt x="1736717" y="994702"/>
                  </a:lnTo>
                  <a:lnTo>
                    <a:pt x="1737344" y="1000876"/>
                  </a:lnTo>
                  <a:lnTo>
                    <a:pt x="1737970" y="1006682"/>
                  </a:lnTo>
                  <a:lnTo>
                    <a:pt x="1738597" y="1012098"/>
                  </a:lnTo>
                  <a:lnTo>
                    <a:pt x="1739223" y="1017102"/>
                  </a:lnTo>
                  <a:lnTo>
                    <a:pt x="1739850" y="1021738"/>
                  </a:lnTo>
                  <a:lnTo>
                    <a:pt x="1740476" y="1026047"/>
                  </a:lnTo>
                  <a:lnTo>
                    <a:pt x="1741103" y="1030039"/>
                  </a:lnTo>
                  <a:lnTo>
                    <a:pt x="1741729" y="1033714"/>
                  </a:lnTo>
                  <a:lnTo>
                    <a:pt x="1742356" y="1037072"/>
                  </a:lnTo>
                  <a:lnTo>
                    <a:pt x="1742983" y="1040104"/>
                  </a:lnTo>
                  <a:lnTo>
                    <a:pt x="1743609" y="1042863"/>
                  </a:lnTo>
                  <a:lnTo>
                    <a:pt x="1744236" y="1045355"/>
                  </a:lnTo>
                  <a:lnTo>
                    <a:pt x="1744862" y="1047585"/>
                  </a:lnTo>
                  <a:lnTo>
                    <a:pt x="1745489" y="1049556"/>
                  </a:lnTo>
                  <a:lnTo>
                    <a:pt x="1746115" y="1051290"/>
                  </a:lnTo>
                  <a:lnTo>
                    <a:pt x="1746742" y="1052809"/>
                  </a:lnTo>
                  <a:lnTo>
                    <a:pt x="1747368" y="1054145"/>
                  </a:lnTo>
                  <a:lnTo>
                    <a:pt x="1747995" y="1055304"/>
                  </a:lnTo>
                  <a:lnTo>
                    <a:pt x="1748622" y="1056304"/>
                  </a:lnTo>
                  <a:lnTo>
                    <a:pt x="1749248" y="1057162"/>
                  </a:lnTo>
                  <a:lnTo>
                    <a:pt x="1749875" y="1057865"/>
                  </a:lnTo>
                  <a:lnTo>
                    <a:pt x="1750501" y="1058433"/>
                  </a:lnTo>
                  <a:lnTo>
                    <a:pt x="1751128" y="1058871"/>
                  </a:lnTo>
                  <a:lnTo>
                    <a:pt x="1751754" y="1059190"/>
                  </a:lnTo>
                  <a:lnTo>
                    <a:pt x="1752381" y="1059432"/>
                  </a:lnTo>
                  <a:lnTo>
                    <a:pt x="1753007" y="1059610"/>
                  </a:lnTo>
                  <a:lnTo>
                    <a:pt x="1753634" y="1059732"/>
                  </a:lnTo>
                  <a:lnTo>
                    <a:pt x="1754261" y="1059813"/>
                  </a:lnTo>
                  <a:lnTo>
                    <a:pt x="1754887" y="1059854"/>
                  </a:lnTo>
                  <a:lnTo>
                    <a:pt x="1755514" y="1059826"/>
                  </a:lnTo>
                  <a:lnTo>
                    <a:pt x="1756140" y="1059713"/>
                  </a:lnTo>
                  <a:lnTo>
                    <a:pt x="1756767" y="1059500"/>
                  </a:lnTo>
                  <a:lnTo>
                    <a:pt x="1757393" y="1059236"/>
                  </a:lnTo>
                  <a:lnTo>
                    <a:pt x="1758020" y="1058911"/>
                  </a:lnTo>
                  <a:lnTo>
                    <a:pt x="1758646" y="1058496"/>
                  </a:lnTo>
                  <a:lnTo>
                    <a:pt x="1759273" y="1057966"/>
                  </a:lnTo>
                  <a:lnTo>
                    <a:pt x="1759900" y="1057346"/>
                  </a:lnTo>
                  <a:lnTo>
                    <a:pt x="1760526" y="1056613"/>
                  </a:lnTo>
                  <a:lnTo>
                    <a:pt x="1761153" y="1055731"/>
                  </a:lnTo>
                  <a:lnTo>
                    <a:pt x="1761779" y="1054717"/>
                  </a:lnTo>
                  <a:lnTo>
                    <a:pt x="1762406" y="1053594"/>
                  </a:lnTo>
                  <a:lnTo>
                    <a:pt x="1763032" y="1052394"/>
                  </a:lnTo>
                  <a:lnTo>
                    <a:pt x="1763659" y="1051119"/>
                  </a:lnTo>
                  <a:lnTo>
                    <a:pt x="1764285" y="1049742"/>
                  </a:lnTo>
                  <a:lnTo>
                    <a:pt x="1764912" y="1048266"/>
                  </a:lnTo>
                  <a:lnTo>
                    <a:pt x="1765539" y="1046706"/>
                  </a:lnTo>
                  <a:lnTo>
                    <a:pt x="1766165" y="1045079"/>
                  </a:lnTo>
                  <a:lnTo>
                    <a:pt x="1766792" y="1043370"/>
                  </a:lnTo>
                  <a:lnTo>
                    <a:pt x="1767418" y="1041560"/>
                  </a:lnTo>
                  <a:lnTo>
                    <a:pt x="1768045" y="1039664"/>
                  </a:lnTo>
                  <a:lnTo>
                    <a:pt x="1768671" y="1037674"/>
                  </a:lnTo>
                  <a:lnTo>
                    <a:pt x="1769298" y="1035564"/>
                  </a:lnTo>
                  <a:lnTo>
                    <a:pt x="1769924" y="1033331"/>
                  </a:lnTo>
                  <a:lnTo>
                    <a:pt x="1770551" y="1031018"/>
                  </a:lnTo>
                  <a:lnTo>
                    <a:pt x="1771178" y="1028621"/>
                  </a:lnTo>
                  <a:lnTo>
                    <a:pt x="1771804" y="1026128"/>
                  </a:lnTo>
                  <a:lnTo>
                    <a:pt x="1772431" y="1023461"/>
                  </a:lnTo>
                  <a:lnTo>
                    <a:pt x="1773057" y="1020643"/>
                  </a:lnTo>
                  <a:lnTo>
                    <a:pt x="1773684" y="1017651"/>
                  </a:lnTo>
                  <a:lnTo>
                    <a:pt x="1774310" y="1014519"/>
                  </a:lnTo>
                  <a:lnTo>
                    <a:pt x="1774937" y="1011245"/>
                  </a:lnTo>
                  <a:lnTo>
                    <a:pt x="1775563" y="1007834"/>
                  </a:lnTo>
                  <a:lnTo>
                    <a:pt x="1776190" y="1004296"/>
                  </a:lnTo>
                  <a:lnTo>
                    <a:pt x="1776817" y="1000619"/>
                  </a:lnTo>
                  <a:lnTo>
                    <a:pt x="1777443" y="996823"/>
                  </a:lnTo>
                  <a:lnTo>
                    <a:pt x="1778070" y="992888"/>
                  </a:lnTo>
                  <a:lnTo>
                    <a:pt x="1778696" y="988802"/>
                  </a:lnTo>
                  <a:lnTo>
                    <a:pt x="1779323" y="984554"/>
                  </a:lnTo>
                  <a:lnTo>
                    <a:pt x="1779949" y="980142"/>
                  </a:lnTo>
                  <a:lnTo>
                    <a:pt x="1780576" y="975570"/>
                  </a:lnTo>
                  <a:lnTo>
                    <a:pt x="1781202" y="970842"/>
                  </a:lnTo>
                  <a:lnTo>
                    <a:pt x="1781829" y="965985"/>
                  </a:lnTo>
                  <a:lnTo>
                    <a:pt x="1782456" y="960976"/>
                  </a:lnTo>
                  <a:lnTo>
                    <a:pt x="1783082" y="955846"/>
                  </a:lnTo>
                  <a:lnTo>
                    <a:pt x="1783709" y="950589"/>
                  </a:lnTo>
                  <a:lnTo>
                    <a:pt x="1784335" y="945181"/>
                  </a:lnTo>
                  <a:lnTo>
                    <a:pt x="1784962" y="939594"/>
                  </a:lnTo>
                  <a:lnTo>
                    <a:pt x="1785588" y="933844"/>
                  </a:lnTo>
                  <a:lnTo>
                    <a:pt x="1786215" y="927941"/>
                  </a:lnTo>
                  <a:lnTo>
                    <a:pt x="1786841" y="921883"/>
                  </a:lnTo>
                  <a:lnTo>
                    <a:pt x="1787468" y="915736"/>
                  </a:lnTo>
                  <a:lnTo>
                    <a:pt x="1788095" y="909542"/>
                  </a:lnTo>
                  <a:lnTo>
                    <a:pt x="1788721" y="903338"/>
                  </a:lnTo>
                  <a:lnTo>
                    <a:pt x="1789348" y="897101"/>
                  </a:lnTo>
                  <a:lnTo>
                    <a:pt x="1789974" y="890807"/>
                  </a:lnTo>
                  <a:lnTo>
                    <a:pt x="1790601" y="884496"/>
                  </a:lnTo>
                  <a:lnTo>
                    <a:pt x="1791227" y="878191"/>
                  </a:lnTo>
                  <a:lnTo>
                    <a:pt x="1791854" y="871903"/>
                  </a:lnTo>
                  <a:lnTo>
                    <a:pt x="1792480" y="865632"/>
                  </a:lnTo>
                  <a:lnTo>
                    <a:pt x="1793107" y="859450"/>
                  </a:lnTo>
                  <a:lnTo>
                    <a:pt x="1793734" y="853358"/>
                  </a:lnTo>
                  <a:lnTo>
                    <a:pt x="1794360" y="847364"/>
                  </a:lnTo>
                  <a:lnTo>
                    <a:pt x="1794987" y="841421"/>
                  </a:lnTo>
                  <a:lnTo>
                    <a:pt x="1795613" y="835525"/>
                  </a:lnTo>
                  <a:lnTo>
                    <a:pt x="1796240" y="829701"/>
                  </a:lnTo>
                  <a:lnTo>
                    <a:pt x="1796866" y="823961"/>
                  </a:lnTo>
                  <a:lnTo>
                    <a:pt x="1797493" y="818298"/>
                  </a:lnTo>
                  <a:lnTo>
                    <a:pt x="1798119" y="812738"/>
                  </a:lnTo>
                  <a:lnTo>
                    <a:pt x="1798746" y="807310"/>
                  </a:lnTo>
                  <a:lnTo>
                    <a:pt x="1799373" y="802054"/>
                  </a:lnTo>
                  <a:lnTo>
                    <a:pt x="1799999" y="796978"/>
                  </a:lnTo>
                  <a:lnTo>
                    <a:pt x="1800626" y="792085"/>
                  </a:lnTo>
                  <a:lnTo>
                    <a:pt x="1801252" y="787398"/>
                  </a:lnTo>
                  <a:lnTo>
                    <a:pt x="1801879" y="782954"/>
                  </a:lnTo>
                  <a:lnTo>
                    <a:pt x="1802505" y="778729"/>
                  </a:lnTo>
                  <a:lnTo>
                    <a:pt x="1803132" y="774711"/>
                  </a:lnTo>
                  <a:lnTo>
                    <a:pt x="1803758" y="770899"/>
                  </a:lnTo>
                  <a:lnTo>
                    <a:pt x="1804385" y="767321"/>
                  </a:lnTo>
                  <a:lnTo>
                    <a:pt x="1805012" y="763966"/>
                  </a:lnTo>
                  <a:lnTo>
                    <a:pt x="1805638" y="760867"/>
                  </a:lnTo>
                  <a:lnTo>
                    <a:pt x="1806265" y="757998"/>
                  </a:lnTo>
                  <a:lnTo>
                    <a:pt x="1806891" y="755341"/>
                  </a:lnTo>
                  <a:lnTo>
                    <a:pt x="1807518" y="752898"/>
                  </a:lnTo>
                  <a:lnTo>
                    <a:pt x="1808144" y="750623"/>
                  </a:lnTo>
                  <a:lnTo>
                    <a:pt x="1808771" y="748512"/>
                  </a:lnTo>
                  <a:lnTo>
                    <a:pt x="1809397" y="746546"/>
                  </a:lnTo>
                  <a:lnTo>
                    <a:pt x="1810024" y="744712"/>
                  </a:lnTo>
                  <a:lnTo>
                    <a:pt x="1810651" y="742993"/>
                  </a:lnTo>
                  <a:lnTo>
                    <a:pt x="1811277" y="741372"/>
                  </a:lnTo>
                  <a:lnTo>
                    <a:pt x="1811904" y="739834"/>
                  </a:lnTo>
                  <a:lnTo>
                    <a:pt x="1812530" y="738366"/>
                  </a:lnTo>
                  <a:lnTo>
                    <a:pt x="1813157" y="736951"/>
                  </a:lnTo>
                  <a:lnTo>
                    <a:pt x="1813783" y="735577"/>
                  </a:lnTo>
                  <a:lnTo>
                    <a:pt x="1814410" y="734237"/>
                  </a:lnTo>
                  <a:lnTo>
                    <a:pt x="1815036" y="732858"/>
                  </a:lnTo>
                  <a:lnTo>
                    <a:pt x="1815663" y="731420"/>
                  </a:lnTo>
                  <a:lnTo>
                    <a:pt x="1816290" y="729940"/>
                  </a:lnTo>
                  <a:lnTo>
                    <a:pt x="1816916" y="728404"/>
                  </a:lnTo>
                  <a:lnTo>
                    <a:pt x="1817543" y="726802"/>
                  </a:lnTo>
                  <a:lnTo>
                    <a:pt x="1818169" y="725137"/>
                  </a:lnTo>
                  <a:lnTo>
                    <a:pt x="1818796" y="723405"/>
                  </a:lnTo>
                  <a:lnTo>
                    <a:pt x="1819422" y="721574"/>
                  </a:lnTo>
                  <a:lnTo>
                    <a:pt x="1820049" y="719602"/>
                  </a:lnTo>
                  <a:lnTo>
                    <a:pt x="1820675" y="717476"/>
                  </a:lnTo>
                  <a:lnTo>
                    <a:pt x="1821302" y="715211"/>
                  </a:lnTo>
                  <a:lnTo>
                    <a:pt x="1821929" y="712864"/>
                  </a:lnTo>
                  <a:lnTo>
                    <a:pt x="1822555" y="710401"/>
                  </a:lnTo>
                  <a:lnTo>
                    <a:pt x="1823182" y="707825"/>
                  </a:lnTo>
                  <a:lnTo>
                    <a:pt x="1823808" y="705126"/>
                  </a:lnTo>
                  <a:lnTo>
                    <a:pt x="1824435" y="702328"/>
                  </a:lnTo>
                  <a:lnTo>
                    <a:pt x="1825061" y="699407"/>
                  </a:lnTo>
                  <a:lnTo>
                    <a:pt x="1825688" y="696351"/>
                  </a:lnTo>
                  <a:lnTo>
                    <a:pt x="1826314" y="693187"/>
                  </a:lnTo>
                  <a:lnTo>
                    <a:pt x="1826941" y="689981"/>
                  </a:lnTo>
                  <a:lnTo>
                    <a:pt x="1827568" y="686728"/>
                  </a:lnTo>
                  <a:lnTo>
                    <a:pt x="1828194" y="683455"/>
                  </a:lnTo>
                  <a:lnTo>
                    <a:pt x="1828821" y="680176"/>
                  </a:lnTo>
                  <a:lnTo>
                    <a:pt x="1829447" y="676927"/>
                  </a:lnTo>
                  <a:lnTo>
                    <a:pt x="1830074" y="673700"/>
                  </a:lnTo>
                  <a:lnTo>
                    <a:pt x="1830700" y="670483"/>
                  </a:lnTo>
                  <a:lnTo>
                    <a:pt x="1831327" y="667288"/>
                  </a:lnTo>
                  <a:lnTo>
                    <a:pt x="1831953" y="664155"/>
                  </a:lnTo>
                  <a:lnTo>
                    <a:pt x="1832580" y="661112"/>
                  </a:lnTo>
                  <a:lnTo>
                    <a:pt x="1833207" y="658209"/>
                  </a:lnTo>
                  <a:lnTo>
                    <a:pt x="1833833" y="655447"/>
                  </a:lnTo>
                  <a:lnTo>
                    <a:pt x="1834460" y="652837"/>
                  </a:lnTo>
                  <a:lnTo>
                    <a:pt x="1835086" y="650396"/>
                  </a:lnTo>
                  <a:lnTo>
                    <a:pt x="1835713" y="648119"/>
                  </a:lnTo>
                  <a:lnTo>
                    <a:pt x="1836339" y="645987"/>
                  </a:lnTo>
                  <a:lnTo>
                    <a:pt x="1836966" y="644006"/>
                  </a:lnTo>
                  <a:lnTo>
                    <a:pt x="1837592" y="642164"/>
                  </a:lnTo>
                  <a:lnTo>
                    <a:pt x="1838219" y="640486"/>
                  </a:lnTo>
                  <a:lnTo>
                    <a:pt x="1838846" y="638967"/>
                  </a:lnTo>
                  <a:lnTo>
                    <a:pt x="1839472" y="637607"/>
                  </a:lnTo>
                  <a:lnTo>
                    <a:pt x="1840099" y="636433"/>
                  </a:lnTo>
                  <a:lnTo>
                    <a:pt x="1840725" y="635490"/>
                  </a:lnTo>
                  <a:lnTo>
                    <a:pt x="1841352" y="634790"/>
                  </a:lnTo>
                  <a:lnTo>
                    <a:pt x="1841978" y="634332"/>
                  </a:lnTo>
                  <a:lnTo>
                    <a:pt x="1842605" y="634121"/>
                  </a:lnTo>
                  <a:lnTo>
                    <a:pt x="1843231" y="634180"/>
                  </a:lnTo>
                  <a:lnTo>
                    <a:pt x="1843858" y="634532"/>
                  </a:lnTo>
                  <a:lnTo>
                    <a:pt x="1844485" y="635157"/>
                  </a:lnTo>
                  <a:lnTo>
                    <a:pt x="1845111" y="636077"/>
                  </a:lnTo>
                  <a:lnTo>
                    <a:pt x="1845738" y="637297"/>
                  </a:lnTo>
                  <a:lnTo>
                    <a:pt x="1846364" y="638797"/>
                  </a:lnTo>
                  <a:lnTo>
                    <a:pt x="1846991" y="640608"/>
                  </a:lnTo>
                  <a:lnTo>
                    <a:pt x="1847617" y="642727"/>
                  </a:lnTo>
                  <a:lnTo>
                    <a:pt x="1848244" y="645127"/>
                  </a:lnTo>
                  <a:lnTo>
                    <a:pt x="1848870" y="647779"/>
                  </a:lnTo>
                  <a:lnTo>
                    <a:pt x="1849497" y="650678"/>
                  </a:lnTo>
                  <a:lnTo>
                    <a:pt x="1850124" y="653765"/>
                  </a:lnTo>
                  <a:lnTo>
                    <a:pt x="1850750" y="657003"/>
                  </a:lnTo>
                  <a:lnTo>
                    <a:pt x="1851377" y="660359"/>
                  </a:lnTo>
                  <a:lnTo>
                    <a:pt x="1852003" y="663828"/>
                  </a:lnTo>
                  <a:lnTo>
                    <a:pt x="1852630" y="667406"/>
                  </a:lnTo>
                  <a:lnTo>
                    <a:pt x="1853256" y="671066"/>
                  </a:lnTo>
                  <a:lnTo>
                    <a:pt x="1853883" y="674791"/>
                  </a:lnTo>
                  <a:lnTo>
                    <a:pt x="1854509" y="678582"/>
                  </a:lnTo>
                  <a:lnTo>
                    <a:pt x="1855136" y="682438"/>
                  </a:lnTo>
                  <a:lnTo>
                    <a:pt x="1855763" y="686377"/>
                  </a:lnTo>
                  <a:lnTo>
                    <a:pt x="1856389" y="690398"/>
                  </a:lnTo>
                  <a:lnTo>
                    <a:pt x="1857016" y="694516"/>
                  </a:lnTo>
                  <a:lnTo>
                    <a:pt x="1857642" y="698772"/>
                  </a:lnTo>
                  <a:lnTo>
                    <a:pt x="1858269" y="703186"/>
                  </a:lnTo>
                  <a:lnTo>
                    <a:pt x="1858895" y="707719"/>
                  </a:lnTo>
                  <a:lnTo>
                    <a:pt x="1859522" y="712363"/>
                  </a:lnTo>
                  <a:lnTo>
                    <a:pt x="1860148" y="717095"/>
                  </a:lnTo>
                  <a:lnTo>
                    <a:pt x="1860775" y="721900"/>
                  </a:lnTo>
                  <a:lnTo>
                    <a:pt x="1861402" y="726761"/>
                  </a:lnTo>
                  <a:lnTo>
                    <a:pt x="1862028" y="731662"/>
                  </a:lnTo>
                  <a:lnTo>
                    <a:pt x="1862655" y="736600"/>
                  </a:lnTo>
                  <a:lnTo>
                    <a:pt x="1863281" y="741557"/>
                  </a:lnTo>
                  <a:lnTo>
                    <a:pt x="1863908" y="746488"/>
                  </a:lnTo>
                  <a:lnTo>
                    <a:pt x="1864534" y="751386"/>
                  </a:lnTo>
                  <a:lnTo>
                    <a:pt x="1865161" y="756210"/>
                  </a:lnTo>
                  <a:lnTo>
                    <a:pt x="1865787" y="760965"/>
                  </a:lnTo>
                  <a:lnTo>
                    <a:pt x="1866414" y="765653"/>
                  </a:lnTo>
                  <a:lnTo>
                    <a:pt x="1867041" y="770282"/>
                  </a:lnTo>
                  <a:lnTo>
                    <a:pt x="1867667" y="774854"/>
                  </a:lnTo>
                  <a:lnTo>
                    <a:pt x="1868294" y="779367"/>
                  </a:lnTo>
                  <a:lnTo>
                    <a:pt x="1868920" y="783836"/>
                  </a:lnTo>
                  <a:lnTo>
                    <a:pt x="1869547" y="788295"/>
                  </a:lnTo>
                  <a:lnTo>
                    <a:pt x="1870173" y="792696"/>
                  </a:lnTo>
                  <a:lnTo>
                    <a:pt x="1870800" y="797088"/>
                  </a:lnTo>
                  <a:lnTo>
                    <a:pt x="1871426" y="801490"/>
                  </a:lnTo>
                  <a:lnTo>
                    <a:pt x="1872053" y="805908"/>
                  </a:lnTo>
                  <a:lnTo>
                    <a:pt x="1872680" y="810320"/>
                  </a:lnTo>
                  <a:lnTo>
                    <a:pt x="1873306" y="814745"/>
                  </a:lnTo>
                  <a:lnTo>
                    <a:pt x="1873933" y="819169"/>
                  </a:lnTo>
                  <a:lnTo>
                    <a:pt x="1874559" y="823578"/>
                  </a:lnTo>
                  <a:lnTo>
                    <a:pt x="1875186" y="827956"/>
                  </a:lnTo>
                  <a:lnTo>
                    <a:pt x="1875812" y="832289"/>
                  </a:lnTo>
                  <a:lnTo>
                    <a:pt x="1876439" y="836598"/>
                  </a:lnTo>
                  <a:lnTo>
                    <a:pt x="1877065" y="840864"/>
                  </a:lnTo>
                  <a:lnTo>
                    <a:pt x="1877692" y="845111"/>
                  </a:lnTo>
                  <a:lnTo>
                    <a:pt x="1878318" y="849367"/>
                  </a:lnTo>
                  <a:lnTo>
                    <a:pt x="1878945" y="853635"/>
                  </a:lnTo>
                  <a:lnTo>
                    <a:pt x="1879572" y="857954"/>
                  </a:lnTo>
                  <a:lnTo>
                    <a:pt x="1880198" y="862305"/>
                  </a:lnTo>
                  <a:lnTo>
                    <a:pt x="1880825" y="866704"/>
                  </a:lnTo>
                  <a:lnTo>
                    <a:pt x="1881451" y="871141"/>
                  </a:lnTo>
                  <a:lnTo>
                    <a:pt x="1882078" y="875642"/>
                  </a:lnTo>
                  <a:lnTo>
                    <a:pt x="1882704" y="880232"/>
                  </a:lnTo>
                  <a:lnTo>
                    <a:pt x="1883331" y="884940"/>
                  </a:lnTo>
                  <a:lnTo>
                    <a:pt x="1883957" y="889779"/>
                  </a:lnTo>
                  <a:lnTo>
                    <a:pt x="1884584" y="894743"/>
                  </a:lnTo>
                  <a:lnTo>
                    <a:pt x="1885211" y="899843"/>
                  </a:lnTo>
                  <a:lnTo>
                    <a:pt x="1885837" y="905054"/>
                  </a:lnTo>
                  <a:lnTo>
                    <a:pt x="1886464" y="910390"/>
                  </a:lnTo>
                  <a:lnTo>
                    <a:pt x="1887090" y="915820"/>
                  </a:lnTo>
                  <a:lnTo>
                    <a:pt x="1887717" y="921306"/>
                  </a:lnTo>
                  <a:lnTo>
                    <a:pt x="1888343" y="926812"/>
                  </a:lnTo>
                  <a:lnTo>
                    <a:pt x="1888970" y="932305"/>
                  </a:lnTo>
                  <a:lnTo>
                    <a:pt x="1889596" y="937748"/>
                  </a:lnTo>
                  <a:lnTo>
                    <a:pt x="1890223" y="943105"/>
                  </a:lnTo>
                  <a:lnTo>
                    <a:pt x="1890850" y="948373"/>
                  </a:lnTo>
                  <a:lnTo>
                    <a:pt x="1891476" y="953551"/>
                  </a:lnTo>
                  <a:lnTo>
                    <a:pt x="1892103" y="958616"/>
                  </a:lnTo>
                  <a:lnTo>
                    <a:pt x="1892729" y="963555"/>
                  </a:lnTo>
                  <a:lnTo>
                    <a:pt x="1893356" y="968353"/>
                  </a:lnTo>
                  <a:lnTo>
                    <a:pt x="1893982" y="972977"/>
                  </a:lnTo>
                  <a:lnTo>
                    <a:pt x="1894609" y="977403"/>
                  </a:lnTo>
                  <a:lnTo>
                    <a:pt x="1895235" y="981623"/>
                  </a:lnTo>
                  <a:lnTo>
                    <a:pt x="1895862" y="985627"/>
                  </a:lnTo>
                  <a:lnTo>
                    <a:pt x="1896489" y="989394"/>
                  </a:lnTo>
                  <a:lnTo>
                    <a:pt x="1897115" y="992951"/>
                  </a:lnTo>
                  <a:lnTo>
                    <a:pt x="1897742" y="996312"/>
                  </a:lnTo>
                  <a:lnTo>
                    <a:pt x="1898368" y="999478"/>
                  </a:lnTo>
                  <a:lnTo>
                    <a:pt x="1898995" y="1002472"/>
                  </a:lnTo>
                  <a:lnTo>
                    <a:pt x="1899621" y="1005296"/>
                  </a:lnTo>
                  <a:lnTo>
                    <a:pt x="1900248" y="1007969"/>
                  </a:lnTo>
                  <a:lnTo>
                    <a:pt x="1900874" y="1010461"/>
                  </a:lnTo>
                  <a:lnTo>
                    <a:pt x="1901501" y="1012755"/>
                  </a:lnTo>
                  <a:lnTo>
                    <a:pt x="1902128" y="1014886"/>
                  </a:lnTo>
                  <a:lnTo>
                    <a:pt x="1902754" y="1016826"/>
                  </a:lnTo>
                  <a:lnTo>
                    <a:pt x="1903381" y="1018560"/>
                  </a:lnTo>
                  <a:lnTo>
                    <a:pt x="1904007" y="1020094"/>
                  </a:lnTo>
                  <a:lnTo>
                    <a:pt x="1904634" y="1021439"/>
                  </a:lnTo>
                  <a:lnTo>
                    <a:pt x="1905260" y="1022586"/>
                  </a:lnTo>
                  <a:lnTo>
                    <a:pt x="1905887" y="1023566"/>
                  </a:lnTo>
                  <a:lnTo>
                    <a:pt x="1906513" y="1024405"/>
                  </a:lnTo>
                  <a:lnTo>
                    <a:pt x="1907140" y="1025127"/>
                  </a:lnTo>
                  <a:lnTo>
                    <a:pt x="1907767" y="1025734"/>
                  </a:lnTo>
                  <a:lnTo>
                    <a:pt x="1908393" y="1026208"/>
                  </a:lnTo>
                  <a:lnTo>
                    <a:pt x="1909020" y="1026601"/>
                  </a:lnTo>
                  <a:lnTo>
                    <a:pt x="1909646" y="1026911"/>
                  </a:lnTo>
                  <a:lnTo>
                    <a:pt x="1910273" y="1027161"/>
                  </a:lnTo>
                  <a:lnTo>
                    <a:pt x="1910899" y="1027384"/>
                  </a:lnTo>
                  <a:lnTo>
                    <a:pt x="1911526" y="1027578"/>
                  </a:lnTo>
                  <a:lnTo>
                    <a:pt x="1912152" y="1027772"/>
                  </a:lnTo>
                  <a:lnTo>
                    <a:pt x="1912779" y="1027967"/>
                  </a:lnTo>
                  <a:lnTo>
                    <a:pt x="1913406" y="1028174"/>
                  </a:lnTo>
                  <a:lnTo>
                    <a:pt x="1914032" y="1028409"/>
                  </a:lnTo>
                  <a:lnTo>
                    <a:pt x="1914659" y="1028683"/>
                  </a:lnTo>
                  <a:lnTo>
                    <a:pt x="1915285" y="1029001"/>
                  </a:lnTo>
                  <a:lnTo>
                    <a:pt x="1915912" y="1029358"/>
                  </a:lnTo>
                  <a:lnTo>
                    <a:pt x="1916538" y="1029709"/>
                  </a:lnTo>
                  <a:lnTo>
                    <a:pt x="1917165" y="1030063"/>
                  </a:lnTo>
                  <a:lnTo>
                    <a:pt x="1917791" y="1030433"/>
                  </a:lnTo>
                  <a:lnTo>
                    <a:pt x="1918418" y="1030778"/>
                  </a:lnTo>
                  <a:lnTo>
                    <a:pt x="1919045" y="1031093"/>
                  </a:lnTo>
                  <a:lnTo>
                    <a:pt x="1919671" y="1031381"/>
                  </a:lnTo>
                  <a:lnTo>
                    <a:pt x="1920298" y="1031629"/>
                  </a:lnTo>
                  <a:lnTo>
                    <a:pt x="1920924" y="1031809"/>
                  </a:lnTo>
                  <a:lnTo>
                    <a:pt x="1921551" y="1031927"/>
                  </a:lnTo>
                  <a:lnTo>
                    <a:pt x="1922177" y="1032003"/>
                  </a:lnTo>
                  <a:lnTo>
                    <a:pt x="1922804" y="1032070"/>
                  </a:lnTo>
                  <a:lnTo>
                    <a:pt x="1923430" y="1032125"/>
                  </a:lnTo>
                  <a:lnTo>
                    <a:pt x="1924057" y="1032166"/>
                  </a:lnTo>
                  <a:lnTo>
                    <a:pt x="1924684" y="1032200"/>
                  </a:lnTo>
                  <a:lnTo>
                    <a:pt x="1925310" y="1032247"/>
                  </a:lnTo>
                  <a:lnTo>
                    <a:pt x="1925937" y="1032391"/>
                  </a:lnTo>
                  <a:lnTo>
                    <a:pt x="1926563" y="1032668"/>
                  </a:lnTo>
                  <a:lnTo>
                    <a:pt x="1927190" y="1033068"/>
                  </a:lnTo>
                  <a:lnTo>
                    <a:pt x="1927816" y="1033626"/>
                  </a:lnTo>
                  <a:lnTo>
                    <a:pt x="1928443" y="1034369"/>
                  </a:lnTo>
                  <a:lnTo>
                    <a:pt x="1929069" y="1035279"/>
                  </a:lnTo>
                  <a:lnTo>
                    <a:pt x="1929696" y="1036334"/>
                  </a:lnTo>
                  <a:lnTo>
                    <a:pt x="1930323" y="1037527"/>
                  </a:lnTo>
                  <a:lnTo>
                    <a:pt x="1930949" y="1038835"/>
                  </a:lnTo>
                  <a:lnTo>
                    <a:pt x="1931576" y="1040215"/>
                  </a:lnTo>
                  <a:lnTo>
                    <a:pt x="1932202" y="1041631"/>
                  </a:lnTo>
                  <a:lnTo>
                    <a:pt x="1932829" y="1043106"/>
                  </a:lnTo>
                  <a:lnTo>
                    <a:pt x="1933455" y="1044616"/>
                  </a:lnTo>
                  <a:lnTo>
                    <a:pt x="1934082" y="1046131"/>
                  </a:lnTo>
                  <a:lnTo>
                    <a:pt x="1934708" y="1047642"/>
                  </a:lnTo>
                  <a:lnTo>
                    <a:pt x="1935335" y="1049130"/>
                  </a:lnTo>
                  <a:lnTo>
                    <a:pt x="1935962" y="1050559"/>
                  </a:lnTo>
                  <a:lnTo>
                    <a:pt x="1936588" y="1051946"/>
                  </a:lnTo>
                  <a:lnTo>
                    <a:pt x="1937215" y="1053303"/>
                  </a:lnTo>
                  <a:lnTo>
                    <a:pt x="1937841" y="1054620"/>
                  </a:lnTo>
                  <a:lnTo>
                    <a:pt x="1938468" y="1055905"/>
                  </a:lnTo>
                  <a:lnTo>
                    <a:pt x="1939094" y="1057152"/>
                  </a:lnTo>
                  <a:lnTo>
                    <a:pt x="1939721" y="1058400"/>
                  </a:lnTo>
                  <a:lnTo>
                    <a:pt x="1940347" y="1059632"/>
                  </a:lnTo>
                  <a:lnTo>
                    <a:pt x="1940974" y="1060828"/>
                  </a:lnTo>
                  <a:lnTo>
                    <a:pt x="1941601" y="1061959"/>
                  </a:lnTo>
                  <a:lnTo>
                    <a:pt x="1942227" y="1063008"/>
                  </a:lnTo>
                  <a:lnTo>
                    <a:pt x="1942854" y="1063975"/>
                  </a:lnTo>
                  <a:lnTo>
                    <a:pt x="1943480" y="1064855"/>
                  </a:lnTo>
                  <a:lnTo>
                    <a:pt x="1944107" y="1065690"/>
                  </a:lnTo>
                  <a:lnTo>
                    <a:pt x="1944733" y="1066519"/>
                  </a:lnTo>
                  <a:lnTo>
                    <a:pt x="1945360" y="1067375"/>
                  </a:lnTo>
                  <a:lnTo>
                    <a:pt x="1945986" y="1068243"/>
                  </a:lnTo>
                  <a:lnTo>
                    <a:pt x="1946613" y="1069119"/>
                  </a:lnTo>
                  <a:lnTo>
                    <a:pt x="1947240" y="1070022"/>
                  </a:lnTo>
                  <a:lnTo>
                    <a:pt x="1947866" y="1070945"/>
                  </a:lnTo>
                  <a:lnTo>
                    <a:pt x="1948493" y="1071910"/>
                  </a:lnTo>
                  <a:lnTo>
                    <a:pt x="1949119" y="1072880"/>
                  </a:lnTo>
                  <a:lnTo>
                    <a:pt x="1949746" y="1073863"/>
                  </a:lnTo>
                  <a:lnTo>
                    <a:pt x="1950372" y="1074911"/>
                  </a:lnTo>
                  <a:lnTo>
                    <a:pt x="1950999" y="1076061"/>
                  </a:lnTo>
                  <a:lnTo>
                    <a:pt x="1951625" y="1077305"/>
                  </a:lnTo>
                  <a:lnTo>
                    <a:pt x="1952252" y="1078655"/>
                  </a:lnTo>
                  <a:lnTo>
                    <a:pt x="1952879" y="1080145"/>
                  </a:lnTo>
                  <a:lnTo>
                    <a:pt x="1953505" y="1081727"/>
                  </a:lnTo>
                  <a:lnTo>
                    <a:pt x="1954132" y="1083368"/>
                  </a:lnTo>
                  <a:lnTo>
                    <a:pt x="1954758" y="1085047"/>
                  </a:lnTo>
                  <a:lnTo>
                    <a:pt x="1955385" y="1086778"/>
                  </a:lnTo>
                  <a:lnTo>
                    <a:pt x="1956011" y="1088559"/>
                  </a:lnTo>
                  <a:lnTo>
                    <a:pt x="1956638" y="1090373"/>
                  </a:lnTo>
                  <a:lnTo>
                    <a:pt x="1957264" y="1092218"/>
                  </a:lnTo>
                  <a:lnTo>
                    <a:pt x="1957891" y="1094050"/>
                  </a:lnTo>
                  <a:lnTo>
                    <a:pt x="1958518" y="1095850"/>
                  </a:lnTo>
                  <a:lnTo>
                    <a:pt x="1959144" y="1097629"/>
                  </a:lnTo>
                  <a:lnTo>
                    <a:pt x="1959771" y="1099338"/>
                  </a:lnTo>
                  <a:lnTo>
                    <a:pt x="1960397" y="1100937"/>
                  </a:lnTo>
                  <a:lnTo>
                    <a:pt x="1961024" y="1102417"/>
                  </a:lnTo>
                  <a:lnTo>
                    <a:pt x="1961650" y="1103758"/>
                  </a:lnTo>
                  <a:lnTo>
                    <a:pt x="1962277" y="1104974"/>
                  </a:lnTo>
                  <a:lnTo>
                    <a:pt x="1962903" y="1106076"/>
                  </a:lnTo>
                  <a:lnTo>
                    <a:pt x="1963530" y="1107079"/>
                  </a:lnTo>
                  <a:lnTo>
                    <a:pt x="1964157" y="1108001"/>
                  </a:lnTo>
                  <a:lnTo>
                    <a:pt x="1964783" y="1108827"/>
                  </a:lnTo>
                  <a:lnTo>
                    <a:pt x="1965410" y="1109569"/>
                  </a:lnTo>
                  <a:lnTo>
                    <a:pt x="1966036" y="1110254"/>
                  </a:lnTo>
                  <a:lnTo>
                    <a:pt x="1966663" y="1110877"/>
                  </a:lnTo>
                  <a:lnTo>
                    <a:pt x="1967289" y="1111451"/>
                  </a:lnTo>
                  <a:lnTo>
                    <a:pt x="1967916" y="1112006"/>
                  </a:lnTo>
                  <a:lnTo>
                    <a:pt x="1968542" y="1112505"/>
                  </a:lnTo>
                  <a:lnTo>
                    <a:pt x="1969169" y="1112913"/>
                  </a:lnTo>
                  <a:lnTo>
                    <a:pt x="1969796" y="1113259"/>
                  </a:lnTo>
                  <a:lnTo>
                    <a:pt x="1970422" y="1113546"/>
                  </a:lnTo>
                  <a:lnTo>
                    <a:pt x="1971049" y="1113788"/>
                  </a:lnTo>
                  <a:lnTo>
                    <a:pt x="1971675" y="1113928"/>
                  </a:lnTo>
                  <a:lnTo>
                    <a:pt x="1972302" y="1113990"/>
                  </a:lnTo>
                  <a:lnTo>
                    <a:pt x="1972928" y="1113986"/>
                  </a:lnTo>
                  <a:lnTo>
                    <a:pt x="1973555" y="1113918"/>
                  </a:lnTo>
                  <a:lnTo>
                    <a:pt x="1974181" y="1113802"/>
                  </a:lnTo>
                  <a:lnTo>
                    <a:pt x="1974808" y="1113633"/>
                  </a:lnTo>
                  <a:lnTo>
                    <a:pt x="1975435" y="1113428"/>
                  </a:lnTo>
                  <a:lnTo>
                    <a:pt x="1976061" y="1113195"/>
                  </a:lnTo>
                  <a:lnTo>
                    <a:pt x="1976688" y="1112917"/>
                  </a:lnTo>
                  <a:lnTo>
                    <a:pt x="1977314" y="1112595"/>
                  </a:lnTo>
                  <a:lnTo>
                    <a:pt x="1977941" y="1112259"/>
                  </a:lnTo>
                  <a:lnTo>
                    <a:pt x="1978567" y="1111925"/>
                  </a:lnTo>
                  <a:lnTo>
                    <a:pt x="1979194" y="1111608"/>
                  </a:lnTo>
                  <a:lnTo>
                    <a:pt x="1979820" y="1111307"/>
                  </a:lnTo>
                  <a:lnTo>
                    <a:pt x="1980447" y="1111044"/>
                  </a:lnTo>
                  <a:lnTo>
                    <a:pt x="1981074" y="1110879"/>
                  </a:lnTo>
                  <a:lnTo>
                    <a:pt x="1981700" y="1110843"/>
                  </a:lnTo>
                  <a:lnTo>
                    <a:pt x="1982327" y="1110912"/>
                  </a:lnTo>
                  <a:lnTo>
                    <a:pt x="1982953" y="1111061"/>
                  </a:lnTo>
                  <a:lnTo>
                    <a:pt x="1983580" y="1111303"/>
                  </a:lnTo>
                  <a:lnTo>
                    <a:pt x="1984206" y="1111656"/>
                  </a:lnTo>
                  <a:lnTo>
                    <a:pt x="1984833" y="1112104"/>
                  </a:lnTo>
                  <a:lnTo>
                    <a:pt x="1985459" y="1112649"/>
                  </a:lnTo>
                  <a:lnTo>
                    <a:pt x="1986086" y="1113302"/>
                  </a:lnTo>
                  <a:lnTo>
                    <a:pt x="1986713" y="1114060"/>
                  </a:lnTo>
                  <a:lnTo>
                    <a:pt x="1987339" y="1114916"/>
                  </a:lnTo>
                  <a:lnTo>
                    <a:pt x="1987966" y="1115841"/>
                  </a:lnTo>
                  <a:lnTo>
                    <a:pt x="1988592" y="1116763"/>
                  </a:lnTo>
                  <a:lnTo>
                    <a:pt x="1989219" y="1117661"/>
                  </a:lnTo>
                  <a:lnTo>
                    <a:pt x="1989845" y="1118518"/>
                  </a:lnTo>
                  <a:lnTo>
                    <a:pt x="1990472" y="1119296"/>
                  </a:lnTo>
                  <a:lnTo>
                    <a:pt x="1991098" y="1119973"/>
                  </a:lnTo>
                  <a:lnTo>
                    <a:pt x="1991725" y="1120568"/>
                  </a:lnTo>
                  <a:lnTo>
                    <a:pt x="1992352" y="1121110"/>
                  </a:lnTo>
                  <a:lnTo>
                    <a:pt x="1992978" y="1121591"/>
                  </a:lnTo>
                  <a:lnTo>
                    <a:pt x="1993605" y="1122031"/>
                  </a:lnTo>
                  <a:lnTo>
                    <a:pt x="1994231" y="1122443"/>
                  </a:lnTo>
                  <a:lnTo>
                    <a:pt x="1994858" y="1122817"/>
                  </a:lnTo>
                  <a:lnTo>
                    <a:pt x="1995484" y="1123181"/>
                  </a:lnTo>
                  <a:lnTo>
                    <a:pt x="1996111" y="1123537"/>
                  </a:lnTo>
                  <a:lnTo>
                    <a:pt x="1996737" y="1123891"/>
                  </a:lnTo>
                  <a:lnTo>
                    <a:pt x="1997364" y="1124242"/>
                  </a:lnTo>
                  <a:lnTo>
                    <a:pt x="1997991" y="1124616"/>
                  </a:lnTo>
                  <a:lnTo>
                    <a:pt x="1998617" y="1125032"/>
                  </a:lnTo>
                  <a:lnTo>
                    <a:pt x="1999244" y="1125492"/>
                  </a:lnTo>
                  <a:lnTo>
                    <a:pt x="1999870" y="1126009"/>
                  </a:lnTo>
                  <a:lnTo>
                    <a:pt x="2000497" y="1126606"/>
                  </a:lnTo>
                  <a:lnTo>
                    <a:pt x="2001123" y="1127298"/>
                  </a:lnTo>
                  <a:lnTo>
                    <a:pt x="2001750" y="1128048"/>
                  </a:lnTo>
                  <a:lnTo>
                    <a:pt x="2002376" y="1128852"/>
                  </a:lnTo>
                  <a:lnTo>
                    <a:pt x="2003003" y="1129731"/>
                  </a:lnTo>
                  <a:lnTo>
                    <a:pt x="2003630" y="1130687"/>
                  </a:lnTo>
                  <a:lnTo>
                    <a:pt x="2004256" y="1131769"/>
                  </a:lnTo>
                  <a:lnTo>
                    <a:pt x="2004883" y="1132941"/>
                  </a:lnTo>
                  <a:lnTo>
                    <a:pt x="2005509" y="1134217"/>
                  </a:lnTo>
                  <a:lnTo>
                    <a:pt x="2006136" y="1135590"/>
                  </a:lnTo>
                  <a:lnTo>
                    <a:pt x="2006762" y="1137050"/>
                  </a:lnTo>
                  <a:lnTo>
                    <a:pt x="2007389" y="1138558"/>
                  </a:lnTo>
                  <a:lnTo>
                    <a:pt x="2008015" y="1140091"/>
                  </a:lnTo>
                  <a:lnTo>
                    <a:pt x="2008642" y="1141644"/>
                  </a:lnTo>
                  <a:lnTo>
                    <a:pt x="2009269" y="1143190"/>
                  </a:lnTo>
                  <a:lnTo>
                    <a:pt x="2009895" y="1144696"/>
                  </a:lnTo>
                  <a:lnTo>
                    <a:pt x="2010522" y="1146130"/>
                  </a:lnTo>
                  <a:lnTo>
                    <a:pt x="2011148" y="1147474"/>
                  </a:lnTo>
                  <a:lnTo>
                    <a:pt x="2011775" y="1148765"/>
                  </a:lnTo>
                  <a:lnTo>
                    <a:pt x="2012401" y="1149975"/>
                  </a:lnTo>
                  <a:lnTo>
                    <a:pt x="2013028" y="1151068"/>
                  </a:lnTo>
                  <a:lnTo>
                    <a:pt x="2013654" y="1151987"/>
                  </a:lnTo>
                  <a:lnTo>
                    <a:pt x="2014281" y="1152743"/>
                  </a:lnTo>
                  <a:lnTo>
                    <a:pt x="2014908" y="1153345"/>
                  </a:lnTo>
                  <a:lnTo>
                    <a:pt x="2015534" y="1153811"/>
                  </a:lnTo>
                  <a:lnTo>
                    <a:pt x="2016161" y="1154159"/>
                  </a:lnTo>
                  <a:lnTo>
                    <a:pt x="2016787" y="1154401"/>
                  </a:lnTo>
                  <a:lnTo>
                    <a:pt x="2017414" y="1154549"/>
                  </a:lnTo>
                  <a:lnTo>
                    <a:pt x="2018040" y="1154590"/>
                  </a:lnTo>
                  <a:lnTo>
                    <a:pt x="2018667" y="1154532"/>
                  </a:lnTo>
                  <a:lnTo>
                    <a:pt x="2019293" y="1154395"/>
                  </a:lnTo>
                  <a:lnTo>
                    <a:pt x="2019920" y="1154227"/>
                  </a:lnTo>
                  <a:lnTo>
                    <a:pt x="2020547" y="1154101"/>
                  </a:lnTo>
                  <a:lnTo>
                    <a:pt x="2021173" y="1154009"/>
                  </a:lnTo>
                  <a:lnTo>
                    <a:pt x="2021800" y="1153971"/>
                  </a:lnTo>
                  <a:lnTo>
                    <a:pt x="2022426" y="1154023"/>
                  </a:lnTo>
                  <a:lnTo>
                    <a:pt x="2023053" y="1154194"/>
                  </a:lnTo>
                  <a:lnTo>
                    <a:pt x="2023679" y="1154475"/>
                  </a:lnTo>
                  <a:lnTo>
                    <a:pt x="2024306" y="1154870"/>
                  </a:lnTo>
                  <a:lnTo>
                    <a:pt x="2024932" y="1155386"/>
                  </a:lnTo>
                  <a:lnTo>
                    <a:pt x="2025559" y="1156003"/>
                  </a:lnTo>
                  <a:lnTo>
                    <a:pt x="2026186" y="1156706"/>
                  </a:lnTo>
                  <a:lnTo>
                    <a:pt x="2026812" y="1157505"/>
                  </a:lnTo>
                  <a:lnTo>
                    <a:pt x="2027439" y="1158391"/>
                  </a:lnTo>
                  <a:lnTo>
                    <a:pt x="2028065" y="1159344"/>
                  </a:lnTo>
                  <a:lnTo>
                    <a:pt x="2028692" y="1160340"/>
                  </a:lnTo>
                  <a:lnTo>
                    <a:pt x="2029318" y="1161364"/>
                  </a:lnTo>
                  <a:lnTo>
                    <a:pt x="2029945" y="1162390"/>
                  </a:lnTo>
                  <a:lnTo>
                    <a:pt x="2030571" y="1163414"/>
                  </a:lnTo>
                  <a:lnTo>
                    <a:pt x="2031198" y="1164408"/>
                  </a:lnTo>
                  <a:lnTo>
                    <a:pt x="2031825" y="1165348"/>
                  </a:lnTo>
                  <a:lnTo>
                    <a:pt x="2032451" y="1166196"/>
                  </a:lnTo>
                  <a:lnTo>
                    <a:pt x="2033078" y="1166925"/>
                  </a:lnTo>
                  <a:lnTo>
                    <a:pt x="2033704" y="1167521"/>
                  </a:lnTo>
                  <a:lnTo>
                    <a:pt x="2034331" y="1167956"/>
                  </a:lnTo>
                  <a:lnTo>
                    <a:pt x="2034957" y="1168197"/>
                  </a:lnTo>
                  <a:lnTo>
                    <a:pt x="2035584" y="1168242"/>
                  </a:lnTo>
                  <a:lnTo>
                    <a:pt x="2036210" y="1168035"/>
                  </a:lnTo>
                  <a:lnTo>
                    <a:pt x="2036837" y="1167586"/>
                  </a:lnTo>
                  <a:lnTo>
                    <a:pt x="2037464" y="1166889"/>
                  </a:lnTo>
                  <a:lnTo>
                    <a:pt x="2038090" y="1165938"/>
                  </a:lnTo>
                  <a:lnTo>
                    <a:pt x="2038717" y="1164691"/>
                  </a:lnTo>
                  <a:lnTo>
                    <a:pt x="2039343" y="1163153"/>
                  </a:lnTo>
                  <a:lnTo>
                    <a:pt x="2039970" y="1161288"/>
                  </a:lnTo>
                  <a:lnTo>
                    <a:pt x="2040596" y="1159100"/>
                  </a:lnTo>
                  <a:lnTo>
                    <a:pt x="2041223" y="1156596"/>
                  </a:lnTo>
                  <a:lnTo>
                    <a:pt x="2041849" y="1153800"/>
                  </a:lnTo>
                  <a:lnTo>
                    <a:pt x="2042476" y="1150736"/>
                  </a:lnTo>
                  <a:lnTo>
                    <a:pt x="2043103" y="1147410"/>
                  </a:lnTo>
                  <a:lnTo>
                    <a:pt x="2043729" y="1143790"/>
                  </a:lnTo>
                  <a:lnTo>
                    <a:pt x="2044356" y="1139855"/>
                  </a:lnTo>
                  <a:lnTo>
                    <a:pt x="2044982" y="1135604"/>
                  </a:lnTo>
                  <a:lnTo>
                    <a:pt x="2045609" y="1131070"/>
                  </a:lnTo>
                  <a:lnTo>
                    <a:pt x="2046235" y="1126268"/>
                  </a:lnTo>
                  <a:lnTo>
                    <a:pt x="2046862" y="1121195"/>
                  </a:lnTo>
                  <a:lnTo>
                    <a:pt x="2047488" y="1115859"/>
                  </a:lnTo>
                  <a:lnTo>
                    <a:pt x="2048115" y="1110238"/>
                  </a:lnTo>
                  <a:lnTo>
                    <a:pt x="2048742" y="1104330"/>
                  </a:lnTo>
                  <a:lnTo>
                    <a:pt x="2049368" y="1098147"/>
                  </a:lnTo>
                  <a:lnTo>
                    <a:pt x="2049995" y="1091697"/>
                  </a:lnTo>
                  <a:lnTo>
                    <a:pt x="2050621" y="1085006"/>
                  </a:lnTo>
                  <a:lnTo>
                    <a:pt x="2051248" y="1078094"/>
                  </a:lnTo>
                  <a:lnTo>
                    <a:pt x="2051874" y="1070964"/>
                  </a:lnTo>
                  <a:lnTo>
                    <a:pt x="2052501" y="1063631"/>
                  </a:lnTo>
                  <a:lnTo>
                    <a:pt x="2053127" y="1056125"/>
                  </a:lnTo>
                  <a:lnTo>
                    <a:pt x="2053754" y="1048436"/>
                  </a:lnTo>
                  <a:lnTo>
                    <a:pt x="2054381" y="1040575"/>
                  </a:lnTo>
                  <a:lnTo>
                    <a:pt x="2055007" y="1032516"/>
                  </a:lnTo>
                  <a:lnTo>
                    <a:pt x="2055634" y="1024288"/>
                  </a:lnTo>
                  <a:lnTo>
                    <a:pt x="2056260" y="1015883"/>
                  </a:lnTo>
                  <a:lnTo>
                    <a:pt x="2056887" y="1007295"/>
                  </a:lnTo>
                  <a:lnTo>
                    <a:pt x="2057513" y="998541"/>
                  </a:lnTo>
                  <a:lnTo>
                    <a:pt x="2058140" y="989617"/>
                  </a:lnTo>
                  <a:lnTo>
                    <a:pt x="2058766" y="980531"/>
                  </a:lnTo>
                  <a:lnTo>
                    <a:pt x="2059393" y="971292"/>
                  </a:lnTo>
                  <a:lnTo>
                    <a:pt x="2060020" y="961917"/>
                  </a:lnTo>
                  <a:lnTo>
                    <a:pt x="2060646" y="952407"/>
                  </a:lnTo>
                  <a:lnTo>
                    <a:pt x="2061273" y="942784"/>
                  </a:lnTo>
                  <a:lnTo>
                    <a:pt x="2061899" y="933029"/>
                  </a:lnTo>
                  <a:lnTo>
                    <a:pt x="2062526" y="923136"/>
                  </a:lnTo>
                  <a:lnTo>
                    <a:pt x="2063152" y="913141"/>
                  </a:lnTo>
                  <a:lnTo>
                    <a:pt x="2063779" y="903039"/>
                  </a:lnTo>
                  <a:lnTo>
                    <a:pt x="2064405" y="892850"/>
                  </a:lnTo>
                  <a:lnTo>
                    <a:pt x="2065032" y="882562"/>
                  </a:lnTo>
                  <a:lnTo>
                    <a:pt x="2065659" y="872182"/>
                  </a:lnTo>
                  <a:lnTo>
                    <a:pt x="2066285" y="861736"/>
                  </a:lnTo>
                  <a:lnTo>
                    <a:pt x="2066912" y="851196"/>
                  </a:lnTo>
                  <a:lnTo>
                    <a:pt x="2067538" y="840593"/>
                  </a:lnTo>
                  <a:lnTo>
                    <a:pt x="2068165" y="829947"/>
                  </a:lnTo>
                  <a:lnTo>
                    <a:pt x="2068791" y="819259"/>
                  </a:lnTo>
                  <a:lnTo>
                    <a:pt x="2069418" y="808516"/>
                  </a:lnTo>
                  <a:lnTo>
                    <a:pt x="2070044" y="797743"/>
                  </a:lnTo>
                  <a:lnTo>
                    <a:pt x="2070671" y="786940"/>
                  </a:lnTo>
                  <a:lnTo>
                    <a:pt x="2071298" y="776112"/>
                  </a:lnTo>
                  <a:lnTo>
                    <a:pt x="2071924" y="765283"/>
                  </a:lnTo>
                  <a:lnTo>
                    <a:pt x="2072551" y="754446"/>
                  </a:lnTo>
                  <a:lnTo>
                    <a:pt x="2073177" y="743617"/>
                  </a:lnTo>
                  <a:lnTo>
                    <a:pt x="2073804" y="732792"/>
                  </a:lnTo>
                  <a:lnTo>
                    <a:pt x="2074430" y="721970"/>
                  </a:lnTo>
                  <a:lnTo>
                    <a:pt x="2075057" y="711158"/>
                  </a:lnTo>
                  <a:lnTo>
                    <a:pt x="2075683" y="700371"/>
                  </a:lnTo>
                  <a:lnTo>
                    <a:pt x="2076310" y="689671"/>
                  </a:lnTo>
                  <a:lnTo>
                    <a:pt x="2076937" y="679089"/>
                  </a:lnTo>
                  <a:lnTo>
                    <a:pt x="2077563" y="668622"/>
                  </a:lnTo>
                  <a:lnTo>
                    <a:pt x="2078190" y="658258"/>
                  </a:lnTo>
                  <a:lnTo>
                    <a:pt x="2078816" y="648009"/>
                  </a:lnTo>
                  <a:lnTo>
                    <a:pt x="2079443" y="637865"/>
                  </a:lnTo>
                  <a:lnTo>
                    <a:pt x="2080069" y="627846"/>
                  </a:lnTo>
                  <a:lnTo>
                    <a:pt x="2080696" y="617986"/>
                  </a:lnTo>
                  <a:lnTo>
                    <a:pt x="2081322" y="608304"/>
                  </a:lnTo>
                  <a:lnTo>
                    <a:pt x="2081949" y="598800"/>
                  </a:lnTo>
                  <a:lnTo>
                    <a:pt x="2082576" y="589436"/>
                  </a:lnTo>
                  <a:lnTo>
                    <a:pt x="2083202" y="580190"/>
                  </a:lnTo>
                  <a:lnTo>
                    <a:pt x="2083829" y="571078"/>
                  </a:lnTo>
                  <a:lnTo>
                    <a:pt x="2084455" y="562096"/>
                  </a:lnTo>
                  <a:lnTo>
                    <a:pt x="2085082" y="553247"/>
                  </a:lnTo>
                  <a:lnTo>
                    <a:pt x="2085708" y="544543"/>
                  </a:lnTo>
                  <a:lnTo>
                    <a:pt x="2086335" y="535997"/>
                  </a:lnTo>
                  <a:lnTo>
                    <a:pt x="2086961" y="527612"/>
                  </a:lnTo>
                  <a:lnTo>
                    <a:pt x="2087588" y="519355"/>
                  </a:lnTo>
                  <a:lnTo>
                    <a:pt x="2088215" y="511223"/>
                  </a:lnTo>
                  <a:lnTo>
                    <a:pt x="2088841" y="503227"/>
                  </a:lnTo>
                  <a:lnTo>
                    <a:pt x="2089468" y="495385"/>
                  </a:lnTo>
                  <a:lnTo>
                    <a:pt x="2090094" y="487700"/>
                  </a:lnTo>
                  <a:lnTo>
                    <a:pt x="2090721" y="480174"/>
                  </a:lnTo>
                  <a:lnTo>
                    <a:pt x="2091347" y="472797"/>
                  </a:lnTo>
                  <a:lnTo>
                    <a:pt x="2091974" y="465585"/>
                  </a:lnTo>
                  <a:lnTo>
                    <a:pt x="2092600" y="458548"/>
                  </a:lnTo>
                  <a:lnTo>
                    <a:pt x="2093227" y="451657"/>
                  </a:lnTo>
                  <a:lnTo>
                    <a:pt x="2093854" y="444955"/>
                  </a:lnTo>
                  <a:lnTo>
                    <a:pt x="2094480" y="438434"/>
                  </a:lnTo>
                  <a:lnTo>
                    <a:pt x="2095107" y="432091"/>
                  </a:lnTo>
                  <a:lnTo>
                    <a:pt x="2095733" y="425932"/>
                  </a:lnTo>
                  <a:lnTo>
                    <a:pt x="2096360" y="419955"/>
                  </a:lnTo>
                  <a:lnTo>
                    <a:pt x="2096986" y="414213"/>
                  </a:lnTo>
                  <a:lnTo>
                    <a:pt x="2097613" y="408725"/>
                  </a:lnTo>
                  <a:lnTo>
                    <a:pt x="2098239" y="403485"/>
                  </a:lnTo>
                  <a:lnTo>
                    <a:pt x="2098866" y="398511"/>
                  </a:lnTo>
                  <a:lnTo>
                    <a:pt x="2099493" y="393784"/>
                  </a:lnTo>
                  <a:lnTo>
                    <a:pt x="2100119" y="389293"/>
                  </a:lnTo>
                  <a:lnTo>
                    <a:pt x="2100746" y="385047"/>
                  </a:lnTo>
                  <a:lnTo>
                    <a:pt x="2101372" y="381076"/>
                  </a:lnTo>
                  <a:lnTo>
                    <a:pt x="2101999" y="377356"/>
                  </a:lnTo>
                  <a:lnTo>
                    <a:pt x="2102625" y="373921"/>
                  </a:lnTo>
                  <a:lnTo>
                    <a:pt x="2103252" y="370755"/>
                  </a:lnTo>
                  <a:lnTo>
                    <a:pt x="2103878" y="367841"/>
                  </a:lnTo>
                  <a:lnTo>
                    <a:pt x="2104505" y="365170"/>
                  </a:lnTo>
                  <a:lnTo>
                    <a:pt x="2105132" y="362742"/>
                  </a:lnTo>
                  <a:lnTo>
                    <a:pt x="2105758" y="360553"/>
                  </a:lnTo>
                  <a:lnTo>
                    <a:pt x="2106385" y="358604"/>
                  </a:lnTo>
                  <a:lnTo>
                    <a:pt x="2107011" y="356888"/>
                  </a:lnTo>
                  <a:lnTo>
                    <a:pt x="2107638" y="355415"/>
                  </a:lnTo>
                  <a:lnTo>
                    <a:pt x="2108264" y="354170"/>
                  </a:lnTo>
                  <a:lnTo>
                    <a:pt x="2108891" y="353146"/>
                  </a:lnTo>
                  <a:lnTo>
                    <a:pt x="2109517" y="352309"/>
                  </a:lnTo>
                  <a:lnTo>
                    <a:pt x="2110144" y="351627"/>
                  </a:lnTo>
                  <a:lnTo>
                    <a:pt x="2110771" y="351094"/>
                  </a:lnTo>
                  <a:lnTo>
                    <a:pt x="2111397" y="350714"/>
                  </a:lnTo>
                  <a:lnTo>
                    <a:pt x="2112024" y="350480"/>
                  </a:lnTo>
                  <a:lnTo>
                    <a:pt x="2112650" y="350385"/>
                  </a:lnTo>
                  <a:lnTo>
                    <a:pt x="2113277" y="350416"/>
                  </a:lnTo>
                  <a:lnTo>
                    <a:pt x="2113903" y="350598"/>
                  </a:lnTo>
                  <a:lnTo>
                    <a:pt x="2114530" y="350951"/>
                  </a:lnTo>
                  <a:lnTo>
                    <a:pt x="2115156" y="351479"/>
                  </a:lnTo>
                  <a:lnTo>
                    <a:pt x="2115783" y="352180"/>
                  </a:lnTo>
                  <a:lnTo>
                    <a:pt x="2116409" y="353058"/>
                  </a:lnTo>
                  <a:lnTo>
                    <a:pt x="2117036" y="354079"/>
                  </a:lnTo>
                  <a:lnTo>
                    <a:pt x="2117663" y="355251"/>
                  </a:lnTo>
                  <a:lnTo>
                    <a:pt x="2118289" y="356564"/>
                  </a:lnTo>
                  <a:lnTo>
                    <a:pt x="2118916" y="358031"/>
                  </a:lnTo>
                  <a:lnTo>
                    <a:pt x="2119542" y="359682"/>
                  </a:lnTo>
                  <a:lnTo>
                    <a:pt x="2120169" y="361529"/>
                  </a:lnTo>
                  <a:lnTo>
                    <a:pt x="2120795" y="363573"/>
                  </a:lnTo>
                  <a:lnTo>
                    <a:pt x="2121422" y="365786"/>
                  </a:lnTo>
                  <a:lnTo>
                    <a:pt x="2122048" y="368156"/>
                  </a:lnTo>
                  <a:lnTo>
                    <a:pt x="2122675" y="370671"/>
                  </a:lnTo>
                  <a:lnTo>
                    <a:pt x="2123302" y="373330"/>
                  </a:lnTo>
                  <a:lnTo>
                    <a:pt x="2123928" y="376106"/>
                  </a:lnTo>
                  <a:lnTo>
                    <a:pt x="2124555" y="379000"/>
                  </a:lnTo>
                  <a:lnTo>
                    <a:pt x="2125181" y="382014"/>
                  </a:lnTo>
                  <a:lnTo>
                    <a:pt x="2125808" y="385113"/>
                  </a:lnTo>
                  <a:lnTo>
                    <a:pt x="2126434" y="388320"/>
                  </a:lnTo>
                  <a:lnTo>
                    <a:pt x="2127061" y="391639"/>
                  </a:lnTo>
                  <a:lnTo>
                    <a:pt x="2127687" y="395088"/>
                  </a:lnTo>
                  <a:lnTo>
                    <a:pt x="2128314" y="398666"/>
                  </a:lnTo>
                  <a:lnTo>
                    <a:pt x="2128941" y="402359"/>
                  </a:lnTo>
                  <a:lnTo>
                    <a:pt x="2129567" y="406148"/>
                  </a:lnTo>
                  <a:lnTo>
                    <a:pt x="2130194" y="410009"/>
                  </a:lnTo>
                  <a:lnTo>
                    <a:pt x="2130820" y="413935"/>
                  </a:lnTo>
                  <a:lnTo>
                    <a:pt x="2131447" y="417947"/>
                  </a:lnTo>
                  <a:lnTo>
                    <a:pt x="2132073" y="422050"/>
                  </a:lnTo>
                  <a:lnTo>
                    <a:pt x="2132700" y="426224"/>
                  </a:lnTo>
                  <a:lnTo>
                    <a:pt x="2133326" y="430465"/>
                  </a:lnTo>
                  <a:lnTo>
                    <a:pt x="2133953" y="434792"/>
                  </a:lnTo>
                  <a:lnTo>
                    <a:pt x="2134580" y="439179"/>
                  </a:lnTo>
                  <a:lnTo>
                    <a:pt x="2135206" y="443630"/>
                  </a:lnTo>
                  <a:lnTo>
                    <a:pt x="2135833" y="448153"/>
                  </a:lnTo>
                  <a:lnTo>
                    <a:pt x="2136459" y="452771"/>
                  </a:lnTo>
                  <a:lnTo>
                    <a:pt x="2137086" y="457477"/>
                  </a:lnTo>
                  <a:lnTo>
                    <a:pt x="2137712" y="462275"/>
                  </a:lnTo>
                  <a:lnTo>
                    <a:pt x="2138339" y="467161"/>
                  </a:lnTo>
                  <a:lnTo>
                    <a:pt x="2138965" y="472134"/>
                  </a:lnTo>
                  <a:lnTo>
                    <a:pt x="2139592" y="477199"/>
                  </a:lnTo>
                  <a:lnTo>
                    <a:pt x="2140219" y="482341"/>
                  </a:lnTo>
                  <a:lnTo>
                    <a:pt x="2140845" y="487551"/>
                  </a:lnTo>
                  <a:lnTo>
                    <a:pt x="2141472" y="492848"/>
                  </a:lnTo>
                  <a:lnTo>
                    <a:pt x="2142098" y="498270"/>
                  </a:lnTo>
                  <a:lnTo>
                    <a:pt x="2142725" y="503824"/>
                  </a:lnTo>
                  <a:lnTo>
                    <a:pt x="2143351" y="509498"/>
                  </a:lnTo>
                  <a:lnTo>
                    <a:pt x="2143978" y="515315"/>
                  </a:lnTo>
                  <a:lnTo>
                    <a:pt x="2144604" y="521294"/>
                  </a:lnTo>
                  <a:lnTo>
                    <a:pt x="2145231" y="527445"/>
                  </a:lnTo>
                  <a:lnTo>
                    <a:pt x="2145858" y="533760"/>
                  </a:lnTo>
                  <a:lnTo>
                    <a:pt x="2146484" y="540213"/>
                  </a:lnTo>
                  <a:lnTo>
                    <a:pt x="2147111" y="546786"/>
                  </a:lnTo>
                  <a:lnTo>
                    <a:pt x="2147737" y="553456"/>
                  </a:lnTo>
                  <a:lnTo>
                    <a:pt x="2148364" y="560192"/>
                  </a:lnTo>
                  <a:lnTo>
                    <a:pt x="2148990" y="567013"/>
                  </a:lnTo>
                  <a:lnTo>
                    <a:pt x="2149617" y="573925"/>
                  </a:lnTo>
                  <a:lnTo>
                    <a:pt x="2150243" y="580903"/>
                  </a:lnTo>
                  <a:lnTo>
                    <a:pt x="2150870" y="587941"/>
                  </a:lnTo>
                  <a:lnTo>
                    <a:pt x="2151497" y="595020"/>
                  </a:lnTo>
                  <a:lnTo>
                    <a:pt x="2152123" y="602104"/>
                  </a:lnTo>
                  <a:lnTo>
                    <a:pt x="2152750" y="609194"/>
                  </a:lnTo>
                  <a:lnTo>
                    <a:pt x="2153376" y="616280"/>
                  </a:lnTo>
                  <a:lnTo>
                    <a:pt x="2154003" y="623366"/>
                  </a:lnTo>
                  <a:lnTo>
                    <a:pt x="2154629" y="630405"/>
                  </a:lnTo>
                  <a:lnTo>
                    <a:pt x="2155256" y="637415"/>
                  </a:lnTo>
                  <a:lnTo>
                    <a:pt x="2155882" y="644414"/>
                  </a:lnTo>
                  <a:lnTo>
                    <a:pt x="2156509" y="651396"/>
                  </a:lnTo>
                  <a:lnTo>
                    <a:pt x="2157136" y="658375"/>
                  </a:lnTo>
                  <a:lnTo>
                    <a:pt x="2157762" y="665362"/>
                  </a:lnTo>
                  <a:lnTo>
                    <a:pt x="2158389" y="672359"/>
                  </a:lnTo>
                  <a:lnTo>
                    <a:pt x="2159015" y="679365"/>
                  </a:lnTo>
                  <a:lnTo>
                    <a:pt x="2159642" y="686384"/>
                  </a:lnTo>
                  <a:lnTo>
                    <a:pt x="2160268" y="693400"/>
                  </a:lnTo>
                  <a:lnTo>
                    <a:pt x="2160895" y="700406"/>
                  </a:lnTo>
                  <a:lnTo>
                    <a:pt x="2161521" y="707414"/>
                  </a:lnTo>
                  <a:lnTo>
                    <a:pt x="2162148" y="714438"/>
                  </a:lnTo>
                  <a:lnTo>
                    <a:pt x="2162775" y="721484"/>
                  </a:lnTo>
                  <a:lnTo>
                    <a:pt x="2163401" y="728527"/>
                  </a:lnTo>
                  <a:lnTo>
                    <a:pt x="2164028" y="735607"/>
                  </a:lnTo>
                  <a:lnTo>
                    <a:pt x="2164654" y="742729"/>
                  </a:lnTo>
                  <a:lnTo>
                    <a:pt x="2165281" y="749862"/>
                  </a:lnTo>
                  <a:lnTo>
                    <a:pt x="2165907" y="756981"/>
                  </a:lnTo>
                  <a:lnTo>
                    <a:pt x="2166534" y="764111"/>
                  </a:lnTo>
                  <a:lnTo>
                    <a:pt x="2167160" y="771260"/>
                  </a:lnTo>
                  <a:lnTo>
                    <a:pt x="2167787" y="778409"/>
                  </a:lnTo>
                  <a:lnTo>
                    <a:pt x="2168414" y="785522"/>
                  </a:lnTo>
                  <a:lnTo>
                    <a:pt x="2169040" y="792573"/>
                  </a:lnTo>
                  <a:lnTo>
                    <a:pt x="2169667" y="799567"/>
                  </a:lnTo>
                  <a:lnTo>
                    <a:pt x="2170293" y="806505"/>
                  </a:lnTo>
                  <a:lnTo>
                    <a:pt x="2170920" y="813372"/>
                  </a:lnTo>
                  <a:lnTo>
                    <a:pt x="2171546" y="820111"/>
                  </a:lnTo>
                  <a:lnTo>
                    <a:pt x="2172173" y="826744"/>
                  </a:lnTo>
                  <a:lnTo>
                    <a:pt x="2172799" y="833318"/>
                  </a:lnTo>
                  <a:lnTo>
                    <a:pt x="2173426" y="839842"/>
                  </a:lnTo>
                  <a:lnTo>
                    <a:pt x="2174053" y="846304"/>
                  </a:lnTo>
                  <a:lnTo>
                    <a:pt x="2174679" y="852714"/>
                  </a:lnTo>
                  <a:lnTo>
                    <a:pt x="2175306" y="859084"/>
                  </a:lnTo>
                  <a:lnTo>
                    <a:pt x="2175932" y="865372"/>
                  </a:lnTo>
                  <a:lnTo>
                    <a:pt x="2176559" y="871536"/>
                  </a:lnTo>
                  <a:lnTo>
                    <a:pt x="2177185" y="877552"/>
                  </a:lnTo>
                  <a:lnTo>
                    <a:pt x="2177812" y="883396"/>
                  </a:lnTo>
                  <a:lnTo>
                    <a:pt x="2178438" y="889080"/>
                  </a:lnTo>
                  <a:lnTo>
                    <a:pt x="2179065" y="894623"/>
                  </a:lnTo>
                  <a:lnTo>
                    <a:pt x="2179692" y="900031"/>
                  </a:lnTo>
                  <a:lnTo>
                    <a:pt x="2180318" y="905301"/>
                  </a:lnTo>
                  <a:lnTo>
                    <a:pt x="2180945" y="910450"/>
                  </a:lnTo>
                  <a:lnTo>
                    <a:pt x="2181571" y="915464"/>
                  </a:lnTo>
                  <a:lnTo>
                    <a:pt x="2182198" y="920347"/>
                  </a:lnTo>
                  <a:lnTo>
                    <a:pt x="2182824" y="925095"/>
                  </a:lnTo>
                  <a:lnTo>
                    <a:pt x="2183451" y="929707"/>
                  </a:lnTo>
                  <a:lnTo>
                    <a:pt x="2184077" y="934208"/>
                  </a:lnTo>
                  <a:lnTo>
                    <a:pt x="2184704" y="938608"/>
                  </a:lnTo>
                  <a:lnTo>
                    <a:pt x="2185331" y="942939"/>
                  </a:lnTo>
                  <a:lnTo>
                    <a:pt x="2185957" y="947202"/>
                  </a:lnTo>
                  <a:lnTo>
                    <a:pt x="2186584" y="951453"/>
                  </a:lnTo>
                  <a:lnTo>
                    <a:pt x="2187210" y="955708"/>
                  </a:lnTo>
                  <a:lnTo>
                    <a:pt x="2187837" y="959950"/>
                  </a:lnTo>
                  <a:lnTo>
                    <a:pt x="2188463" y="964178"/>
                  </a:lnTo>
                  <a:lnTo>
                    <a:pt x="2189090" y="968408"/>
                  </a:lnTo>
                  <a:lnTo>
                    <a:pt x="2189716" y="972654"/>
                  </a:lnTo>
                  <a:lnTo>
                    <a:pt x="2190343" y="976886"/>
                  </a:lnTo>
                  <a:lnTo>
                    <a:pt x="2190970" y="981116"/>
                  </a:lnTo>
                  <a:lnTo>
                    <a:pt x="2191596" y="985321"/>
                  </a:lnTo>
                  <a:lnTo>
                    <a:pt x="2192223" y="989533"/>
                  </a:lnTo>
                  <a:lnTo>
                    <a:pt x="2192849" y="993765"/>
                  </a:lnTo>
                  <a:lnTo>
                    <a:pt x="2193476" y="998000"/>
                  </a:lnTo>
                  <a:lnTo>
                    <a:pt x="2194102" y="1002220"/>
                  </a:lnTo>
                  <a:lnTo>
                    <a:pt x="2194729" y="1006413"/>
                  </a:lnTo>
                  <a:lnTo>
                    <a:pt x="2195355" y="1010604"/>
                  </a:lnTo>
                  <a:lnTo>
                    <a:pt x="2195982" y="1014744"/>
                  </a:lnTo>
                  <a:lnTo>
                    <a:pt x="2196609" y="1018813"/>
                  </a:lnTo>
                  <a:lnTo>
                    <a:pt x="2197235" y="1022840"/>
                  </a:lnTo>
                  <a:lnTo>
                    <a:pt x="2197862" y="1026836"/>
                  </a:lnTo>
                  <a:lnTo>
                    <a:pt x="2198488" y="1030775"/>
                  </a:lnTo>
                  <a:lnTo>
                    <a:pt x="2199115" y="1034662"/>
                  </a:lnTo>
                  <a:lnTo>
                    <a:pt x="2199741" y="1038514"/>
                  </a:lnTo>
                  <a:lnTo>
                    <a:pt x="2200368" y="1042360"/>
                  </a:lnTo>
                  <a:lnTo>
                    <a:pt x="2200994" y="1046219"/>
                  </a:lnTo>
                  <a:lnTo>
                    <a:pt x="2201621" y="1050057"/>
                  </a:lnTo>
                  <a:lnTo>
                    <a:pt x="2202248" y="1053858"/>
                  </a:lnTo>
                  <a:lnTo>
                    <a:pt x="2202874" y="1057627"/>
                  </a:lnTo>
                  <a:lnTo>
                    <a:pt x="2203501" y="1061395"/>
                  </a:lnTo>
                  <a:lnTo>
                    <a:pt x="2204127" y="1065152"/>
                  </a:lnTo>
                  <a:lnTo>
                    <a:pt x="2204754" y="1068854"/>
                  </a:lnTo>
                  <a:lnTo>
                    <a:pt x="2205380" y="1072499"/>
                  </a:lnTo>
                  <a:lnTo>
                    <a:pt x="2206007" y="1076078"/>
                  </a:lnTo>
                  <a:lnTo>
                    <a:pt x="2206633" y="1079570"/>
                  </a:lnTo>
                  <a:lnTo>
                    <a:pt x="2207260" y="1082935"/>
                  </a:lnTo>
                  <a:lnTo>
                    <a:pt x="2207887" y="1086199"/>
                  </a:lnTo>
                  <a:lnTo>
                    <a:pt x="2208513" y="1089361"/>
                  </a:lnTo>
                  <a:lnTo>
                    <a:pt x="2209140" y="1092445"/>
                  </a:lnTo>
                  <a:lnTo>
                    <a:pt x="2209766" y="1095437"/>
                  </a:lnTo>
                  <a:lnTo>
                    <a:pt x="2210393" y="1098338"/>
                  </a:lnTo>
                  <a:lnTo>
                    <a:pt x="2211019" y="1101149"/>
                  </a:lnTo>
                  <a:lnTo>
                    <a:pt x="2211646" y="1103815"/>
                  </a:lnTo>
                  <a:lnTo>
                    <a:pt x="2212272" y="1106344"/>
                  </a:lnTo>
                  <a:lnTo>
                    <a:pt x="2212899" y="1108760"/>
                  </a:lnTo>
                  <a:lnTo>
                    <a:pt x="2213526" y="1111064"/>
                  </a:lnTo>
                  <a:lnTo>
                    <a:pt x="2214152" y="1113279"/>
                  </a:lnTo>
                  <a:lnTo>
                    <a:pt x="2214779" y="1115406"/>
                  </a:lnTo>
                  <a:lnTo>
                    <a:pt x="2215405" y="1117449"/>
                  </a:lnTo>
                  <a:lnTo>
                    <a:pt x="2216032" y="1119424"/>
                  </a:lnTo>
                  <a:lnTo>
                    <a:pt x="2216658" y="1121347"/>
                  </a:lnTo>
                  <a:lnTo>
                    <a:pt x="2217285" y="1123214"/>
                  </a:lnTo>
                  <a:lnTo>
                    <a:pt x="2217911" y="1125012"/>
                  </a:lnTo>
                  <a:lnTo>
                    <a:pt x="2218538" y="1126724"/>
                  </a:lnTo>
                  <a:lnTo>
                    <a:pt x="2219165" y="1128339"/>
                  </a:lnTo>
                  <a:lnTo>
                    <a:pt x="2219791" y="1129886"/>
                  </a:lnTo>
                  <a:lnTo>
                    <a:pt x="2220418" y="1131373"/>
                  </a:lnTo>
                  <a:lnTo>
                    <a:pt x="2221044" y="1132812"/>
                  </a:lnTo>
                  <a:lnTo>
                    <a:pt x="2221671" y="1134158"/>
                  </a:lnTo>
                  <a:lnTo>
                    <a:pt x="2222297" y="1135415"/>
                  </a:lnTo>
                  <a:lnTo>
                    <a:pt x="2222924" y="1136569"/>
                  </a:lnTo>
                  <a:lnTo>
                    <a:pt x="2223550" y="1137595"/>
                  </a:lnTo>
                  <a:lnTo>
                    <a:pt x="2224177" y="1138479"/>
                  </a:lnTo>
                  <a:lnTo>
                    <a:pt x="2224804" y="1139229"/>
                  </a:lnTo>
                  <a:lnTo>
                    <a:pt x="2225430" y="1139845"/>
                  </a:lnTo>
                  <a:lnTo>
                    <a:pt x="2226057" y="1140336"/>
                  </a:lnTo>
                  <a:lnTo>
                    <a:pt x="2226683" y="1140703"/>
                  </a:lnTo>
                  <a:lnTo>
                    <a:pt x="2227310" y="1140941"/>
                  </a:lnTo>
                  <a:lnTo>
                    <a:pt x="2227936" y="1141082"/>
                  </a:lnTo>
                  <a:lnTo>
                    <a:pt x="2228563" y="1141149"/>
                  </a:lnTo>
                  <a:lnTo>
                    <a:pt x="2229189" y="1141125"/>
                  </a:lnTo>
                  <a:lnTo>
                    <a:pt x="2229816" y="1141007"/>
                  </a:lnTo>
                  <a:lnTo>
                    <a:pt x="2230443" y="1140825"/>
                  </a:lnTo>
                  <a:lnTo>
                    <a:pt x="2231069" y="1140624"/>
                  </a:lnTo>
                  <a:lnTo>
                    <a:pt x="2231696" y="1140412"/>
                  </a:lnTo>
                  <a:lnTo>
                    <a:pt x="2232322" y="1140176"/>
                  </a:lnTo>
                  <a:lnTo>
                    <a:pt x="2232949" y="1139945"/>
                  </a:lnTo>
                  <a:lnTo>
                    <a:pt x="2233575" y="1139763"/>
                  </a:lnTo>
                  <a:lnTo>
                    <a:pt x="2234202" y="1139667"/>
                  </a:lnTo>
                  <a:lnTo>
                    <a:pt x="2234828" y="1139668"/>
                  </a:lnTo>
                  <a:lnTo>
                    <a:pt x="2235455" y="1139793"/>
                  </a:lnTo>
                  <a:lnTo>
                    <a:pt x="2236082" y="1140040"/>
                  </a:lnTo>
                  <a:lnTo>
                    <a:pt x="2236708" y="1140411"/>
                  </a:lnTo>
                  <a:lnTo>
                    <a:pt x="2237335" y="1140885"/>
                  </a:lnTo>
                  <a:lnTo>
                    <a:pt x="2237961" y="1141454"/>
                  </a:lnTo>
                  <a:lnTo>
                    <a:pt x="2238588" y="1142140"/>
                  </a:lnTo>
                  <a:lnTo>
                    <a:pt x="2239214" y="1142979"/>
                  </a:lnTo>
                  <a:lnTo>
                    <a:pt x="2239841" y="1143975"/>
                  </a:lnTo>
                  <a:lnTo>
                    <a:pt x="2240467" y="1145152"/>
                  </a:lnTo>
                  <a:lnTo>
                    <a:pt x="2241094" y="1146481"/>
                  </a:lnTo>
                  <a:lnTo>
                    <a:pt x="2241721" y="1147955"/>
                  </a:lnTo>
                  <a:lnTo>
                    <a:pt x="2242347" y="1149597"/>
                  </a:lnTo>
                  <a:lnTo>
                    <a:pt x="2242974" y="1151404"/>
                  </a:lnTo>
                  <a:lnTo>
                    <a:pt x="2243600" y="1153421"/>
                  </a:lnTo>
                  <a:lnTo>
                    <a:pt x="2244227" y="1155658"/>
                  </a:lnTo>
                  <a:lnTo>
                    <a:pt x="2244853" y="1158069"/>
                  </a:lnTo>
                  <a:lnTo>
                    <a:pt x="2245480" y="1160617"/>
                  </a:lnTo>
                  <a:lnTo>
                    <a:pt x="2246106" y="1163286"/>
                  </a:lnTo>
                  <a:lnTo>
                    <a:pt x="2246733" y="1166085"/>
                  </a:lnTo>
                  <a:lnTo>
                    <a:pt x="2247360" y="1169015"/>
                  </a:lnTo>
                  <a:lnTo>
                    <a:pt x="2247986" y="1172047"/>
                  </a:lnTo>
                  <a:lnTo>
                    <a:pt x="2248613" y="1175163"/>
                  </a:lnTo>
                  <a:lnTo>
                    <a:pt x="2249239" y="1178329"/>
                  </a:lnTo>
                  <a:lnTo>
                    <a:pt x="2249866" y="1181537"/>
                  </a:lnTo>
                  <a:lnTo>
                    <a:pt x="2250492" y="1184800"/>
                  </a:lnTo>
                  <a:lnTo>
                    <a:pt x="2251119" y="1188112"/>
                  </a:lnTo>
                  <a:lnTo>
                    <a:pt x="2251745" y="1191441"/>
                  </a:lnTo>
                  <a:lnTo>
                    <a:pt x="2252372" y="1194765"/>
                  </a:lnTo>
                  <a:lnTo>
                    <a:pt x="2252999" y="1198057"/>
                  </a:lnTo>
                  <a:lnTo>
                    <a:pt x="2253625" y="1201315"/>
                  </a:lnTo>
                  <a:lnTo>
                    <a:pt x="2254252" y="1204551"/>
                  </a:lnTo>
                  <a:lnTo>
                    <a:pt x="2254878" y="1207775"/>
                  </a:lnTo>
                  <a:lnTo>
                    <a:pt x="2255505" y="1211039"/>
                  </a:lnTo>
                  <a:lnTo>
                    <a:pt x="2256131" y="1214346"/>
                  </a:lnTo>
                  <a:lnTo>
                    <a:pt x="2256758" y="1217694"/>
                  </a:lnTo>
                  <a:lnTo>
                    <a:pt x="2257384" y="1221092"/>
                  </a:lnTo>
                  <a:lnTo>
                    <a:pt x="2258011" y="1224531"/>
                  </a:lnTo>
                  <a:lnTo>
                    <a:pt x="2258638" y="1228035"/>
                  </a:lnTo>
                  <a:lnTo>
                    <a:pt x="2259264" y="1231591"/>
                  </a:lnTo>
                  <a:lnTo>
                    <a:pt x="2259891" y="1235192"/>
                  </a:lnTo>
                  <a:lnTo>
                    <a:pt x="2260517" y="1238853"/>
                  </a:lnTo>
                  <a:lnTo>
                    <a:pt x="2261144" y="1242585"/>
                  </a:lnTo>
                  <a:lnTo>
                    <a:pt x="2261770" y="1246367"/>
                  </a:lnTo>
                  <a:lnTo>
                    <a:pt x="2262397" y="1250174"/>
                  </a:lnTo>
                  <a:lnTo>
                    <a:pt x="2263023" y="1253969"/>
                  </a:lnTo>
                  <a:lnTo>
                    <a:pt x="2263650" y="1257748"/>
                  </a:lnTo>
                  <a:lnTo>
                    <a:pt x="2264277" y="1261491"/>
                  </a:lnTo>
                  <a:lnTo>
                    <a:pt x="2264903" y="1265133"/>
                  </a:lnTo>
                  <a:lnTo>
                    <a:pt x="2265530" y="1268596"/>
                  </a:lnTo>
                  <a:lnTo>
                    <a:pt x="2266156" y="1271828"/>
                  </a:lnTo>
                  <a:lnTo>
                    <a:pt x="2266783" y="1274791"/>
                  </a:lnTo>
                  <a:lnTo>
                    <a:pt x="2267409" y="1277458"/>
                  </a:lnTo>
                  <a:lnTo>
                    <a:pt x="2268036" y="1279823"/>
                  </a:lnTo>
                  <a:lnTo>
                    <a:pt x="2268662" y="1281903"/>
                  </a:lnTo>
                  <a:lnTo>
                    <a:pt x="2269289" y="1283701"/>
                  </a:lnTo>
                  <a:lnTo>
                    <a:pt x="2269916" y="1285232"/>
                  </a:lnTo>
                  <a:lnTo>
                    <a:pt x="2270542" y="1286451"/>
                  </a:lnTo>
                  <a:lnTo>
                    <a:pt x="2271169" y="1287342"/>
                  </a:lnTo>
                  <a:lnTo>
                    <a:pt x="2271795" y="1287879"/>
                  </a:lnTo>
                  <a:lnTo>
                    <a:pt x="2272422" y="1288057"/>
                  </a:lnTo>
                  <a:lnTo>
                    <a:pt x="2273048" y="1287917"/>
                  </a:lnTo>
                  <a:lnTo>
                    <a:pt x="2273675" y="1287497"/>
                  </a:lnTo>
                  <a:lnTo>
                    <a:pt x="2274301" y="1286862"/>
                  </a:lnTo>
                  <a:lnTo>
                    <a:pt x="2274928" y="1286028"/>
                  </a:lnTo>
                  <a:lnTo>
                    <a:pt x="2275555" y="1285043"/>
                  </a:lnTo>
                  <a:lnTo>
                    <a:pt x="2276181" y="1283929"/>
                  </a:lnTo>
                  <a:lnTo>
                    <a:pt x="2276808" y="1282701"/>
                  </a:lnTo>
                  <a:lnTo>
                    <a:pt x="2277434" y="1281393"/>
                  </a:lnTo>
                  <a:lnTo>
                    <a:pt x="2278061" y="1280017"/>
                  </a:lnTo>
                  <a:lnTo>
                    <a:pt x="2278687" y="1278570"/>
                  </a:lnTo>
                  <a:lnTo>
                    <a:pt x="2279314" y="1277048"/>
                  </a:lnTo>
                  <a:lnTo>
                    <a:pt x="2279940" y="1275528"/>
                  </a:lnTo>
                  <a:lnTo>
                    <a:pt x="2280567" y="1274043"/>
                  </a:lnTo>
                  <a:lnTo>
                    <a:pt x="2281194" y="1272655"/>
                  </a:lnTo>
                  <a:lnTo>
                    <a:pt x="2281820" y="1271404"/>
                  </a:lnTo>
                  <a:lnTo>
                    <a:pt x="2282447" y="1270274"/>
                  </a:lnTo>
                  <a:lnTo>
                    <a:pt x="2283073" y="1269261"/>
                  </a:lnTo>
                  <a:lnTo>
                    <a:pt x="2283700" y="1268351"/>
                  </a:lnTo>
                  <a:lnTo>
                    <a:pt x="2284326" y="1267594"/>
                  </a:lnTo>
                  <a:lnTo>
                    <a:pt x="2284953" y="1266985"/>
                  </a:lnTo>
                  <a:lnTo>
                    <a:pt x="2285579" y="1266550"/>
                  </a:lnTo>
                  <a:lnTo>
                    <a:pt x="2286206" y="1266317"/>
                  </a:lnTo>
                  <a:lnTo>
                    <a:pt x="2286833" y="1266284"/>
                  </a:lnTo>
                  <a:lnTo>
                    <a:pt x="2287459" y="1266415"/>
                  </a:lnTo>
                  <a:lnTo>
                    <a:pt x="2288086" y="1266712"/>
                  </a:lnTo>
                  <a:lnTo>
                    <a:pt x="2288712" y="1267190"/>
                  </a:lnTo>
                  <a:lnTo>
                    <a:pt x="2289339" y="1267816"/>
                  </a:lnTo>
                  <a:lnTo>
                    <a:pt x="2289965" y="1268603"/>
                  </a:lnTo>
                  <a:lnTo>
                    <a:pt x="2290592" y="1269535"/>
                  </a:lnTo>
                  <a:lnTo>
                    <a:pt x="2291218" y="1270612"/>
                  </a:lnTo>
                  <a:lnTo>
                    <a:pt x="2291845" y="1271820"/>
                  </a:lnTo>
                  <a:lnTo>
                    <a:pt x="2292472" y="1273108"/>
                  </a:lnTo>
                  <a:lnTo>
                    <a:pt x="2293098" y="1274443"/>
                  </a:lnTo>
                  <a:lnTo>
                    <a:pt x="2293725" y="1275800"/>
                  </a:lnTo>
                  <a:lnTo>
                    <a:pt x="2294351" y="1277185"/>
                  </a:lnTo>
                  <a:lnTo>
                    <a:pt x="2294978" y="1278602"/>
                  </a:lnTo>
                  <a:lnTo>
                    <a:pt x="2295604" y="1279996"/>
                  </a:lnTo>
                  <a:lnTo>
                    <a:pt x="2296231" y="1281370"/>
                  </a:lnTo>
                  <a:lnTo>
                    <a:pt x="2296857" y="1282772"/>
                  </a:lnTo>
                  <a:lnTo>
                    <a:pt x="2297484" y="1284252"/>
                  </a:lnTo>
                  <a:lnTo>
                    <a:pt x="2298111" y="1285783"/>
                  </a:lnTo>
                  <a:lnTo>
                    <a:pt x="2298737" y="1287399"/>
                  </a:lnTo>
                  <a:lnTo>
                    <a:pt x="2299364" y="1289103"/>
                  </a:lnTo>
                  <a:lnTo>
                    <a:pt x="2299990" y="1290891"/>
                  </a:lnTo>
                  <a:lnTo>
                    <a:pt x="2300617" y="1292730"/>
                  </a:lnTo>
                  <a:lnTo>
                    <a:pt x="2301243" y="1294634"/>
                  </a:lnTo>
                  <a:lnTo>
                    <a:pt x="2301870" y="1296602"/>
                  </a:lnTo>
                  <a:lnTo>
                    <a:pt x="2302496" y="1298657"/>
                  </a:lnTo>
                  <a:lnTo>
                    <a:pt x="2303123" y="1300810"/>
                  </a:lnTo>
                  <a:lnTo>
                    <a:pt x="2303750" y="1303080"/>
                  </a:lnTo>
                  <a:lnTo>
                    <a:pt x="2304376" y="1305468"/>
                  </a:lnTo>
                  <a:lnTo>
                    <a:pt x="2305003" y="1307969"/>
                  </a:lnTo>
                  <a:lnTo>
                    <a:pt x="2305629" y="1310568"/>
                  </a:lnTo>
                  <a:lnTo>
                    <a:pt x="2306256" y="1313197"/>
                  </a:lnTo>
                  <a:lnTo>
                    <a:pt x="2306882" y="1315833"/>
                  </a:lnTo>
                  <a:lnTo>
                    <a:pt x="2307509" y="1318487"/>
                  </a:lnTo>
                  <a:lnTo>
                    <a:pt x="2308135" y="1321182"/>
                  </a:lnTo>
                  <a:lnTo>
                    <a:pt x="2308762" y="1323935"/>
                  </a:lnTo>
                  <a:lnTo>
                    <a:pt x="2309389" y="1326773"/>
                  </a:lnTo>
                  <a:lnTo>
                    <a:pt x="2310015" y="1329693"/>
                  </a:lnTo>
                  <a:lnTo>
                    <a:pt x="2310642" y="1332696"/>
                  </a:lnTo>
                  <a:lnTo>
                    <a:pt x="2311268" y="1335784"/>
                  </a:lnTo>
                  <a:lnTo>
                    <a:pt x="2311895" y="1338908"/>
                  </a:lnTo>
                  <a:lnTo>
                    <a:pt x="2312521" y="1342048"/>
                  </a:lnTo>
                  <a:lnTo>
                    <a:pt x="2313148" y="1345153"/>
                  </a:lnTo>
                  <a:lnTo>
                    <a:pt x="2313774" y="1348211"/>
                  </a:lnTo>
                  <a:lnTo>
                    <a:pt x="2314401" y="1351219"/>
                  </a:lnTo>
                  <a:lnTo>
                    <a:pt x="2315028" y="1354220"/>
                  </a:lnTo>
                  <a:lnTo>
                    <a:pt x="2315654" y="1357250"/>
                  </a:lnTo>
                  <a:lnTo>
                    <a:pt x="2316281" y="1360280"/>
                  </a:lnTo>
                  <a:lnTo>
                    <a:pt x="2316907" y="1363291"/>
                  </a:lnTo>
                  <a:lnTo>
                    <a:pt x="2317534" y="1366243"/>
                  </a:lnTo>
                  <a:lnTo>
                    <a:pt x="2318160" y="1369097"/>
                  </a:lnTo>
                  <a:lnTo>
                    <a:pt x="2318787" y="1371826"/>
                  </a:lnTo>
                  <a:lnTo>
                    <a:pt x="2319413" y="1374408"/>
                  </a:lnTo>
                  <a:lnTo>
                    <a:pt x="2320040" y="1376826"/>
                  </a:lnTo>
                  <a:lnTo>
                    <a:pt x="2320667" y="1379060"/>
                  </a:lnTo>
                  <a:lnTo>
                    <a:pt x="2321293" y="1381132"/>
                  </a:lnTo>
                  <a:lnTo>
                    <a:pt x="2321920" y="1383059"/>
                  </a:lnTo>
                  <a:lnTo>
                    <a:pt x="2322546" y="1384837"/>
                  </a:lnTo>
                  <a:lnTo>
                    <a:pt x="2323173" y="1386450"/>
                  </a:lnTo>
                  <a:lnTo>
                    <a:pt x="2323799" y="1387911"/>
                  </a:lnTo>
                  <a:lnTo>
                    <a:pt x="2324426" y="1389253"/>
                  </a:lnTo>
                  <a:lnTo>
                    <a:pt x="2325052" y="1390497"/>
                  </a:lnTo>
                  <a:lnTo>
                    <a:pt x="2325679" y="1391673"/>
                  </a:lnTo>
                  <a:lnTo>
                    <a:pt x="2326306" y="1392805"/>
                  </a:lnTo>
                  <a:lnTo>
                    <a:pt x="2326932" y="1393926"/>
                  </a:lnTo>
                  <a:lnTo>
                    <a:pt x="2327559" y="1395118"/>
                  </a:lnTo>
                  <a:lnTo>
                    <a:pt x="2328185" y="1396446"/>
                  </a:lnTo>
                  <a:lnTo>
                    <a:pt x="2328812" y="1397922"/>
                  </a:lnTo>
                  <a:lnTo>
                    <a:pt x="2329438" y="1399569"/>
                  </a:lnTo>
                  <a:lnTo>
                    <a:pt x="2330065" y="1401452"/>
                  </a:lnTo>
                  <a:lnTo>
                    <a:pt x="2330691" y="1403552"/>
                  </a:lnTo>
                  <a:lnTo>
                    <a:pt x="2331318" y="1405849"/>
                  </a:lnTo>
                  <a:lnTo>
                    <a:pt x="2331945" y="1408335"/>
                  </a:lnTo>
                  <a:lnTo>
                    <a:pt x="2332571" y="1411021"/>
                  </a:lnTo>
                  <a:lnTo>
                    <a:pt x="2333198" y="1413905"/>
                  </a:lnTo>
                  <a:lnTo>
                    <a:pt x="2333824" y="1416999"/>
                  </a:lnTo>
                  <a:lnTo>
                    <a:pt x="2334451" y="1420320"/>
                  </a:lnTo>
                  <a:lnTo>
                    <a:pt x="2335077" y="1423881"/>
                  </a:lnTo>
                  <a:lnTo>
                    <a:pt x="2335704" y="1427666"/>
                  </a:lnTo>
                  <a:lnTo>
                    <a:pt x="2336330" y="1431649"/>
                  </a:lnTo>
                  <a:lnTo>
                    <a:pt x="2336957" y="1435797"/>
                  </a:lnTo>
                  <a:lnTo>
                    <a:pt x="2337584" y="1440087"/>
                  </a:lnTo>
                  <a:lnTo>
                    <a:pt x="2338210" y="1444496"/>
                  </a:lnTo>
                  <a:lnTo>
                    <a:pt x="2338837" y="1448988"/>
                  </a:lnTo>
                  <a:lnTo>
                    <a:pt x="2339463" y="1453534"/>
                  </a:lnTo>
                  <a:lnTo>
                    <a:pt x="2340090" y="1458096"/>
                  </a:lnTo>
                  <a:lnTo>
                    <a:pt x="2340716" y="1462671"/>
                  </a:lnTo>
                  <a:lnTo>
                    <a:pt x="2341343" y="1467234"/>
                  </a:lnTo>
                  <a:lnTo>
                    <a:pt x="2341969" y="1471769"/>
                  </a:lnTo>
                  <a:lnTo>
                    <a:pt x="2342596" y="1476254"/>
                  </a:lnTo>
                  <a:lnTo>
                    <a:pt x="2343223" y="1480657"/>
                  </a:lnTo>
                  <a:lnTo>
                    <a:pt x="2343849" y="1484936"/>
                  </a:lnTo>
                  <a:lnTo>
                    <a:pt x="2344476" y="1489053"/>
                  </a:lnTo>
                  <a:lnTo>
                    <a:pt x="2345102" y="1492999"/>
                  </a:lnTo>
                  <a:lnTo>
                    <a:pt x="2345729" y="1496736"/>
                  </a:lnTo>
                  <a:lnTo>
                    <a:pt x="2346355" y="1500286"/>
                  </a:lnTo>
                  <a:lnTo>
                    <a:pt x="2346982" y="1503610"/>
                  </a:lnTo>
                  <a:lnTo>
                    <a:pt x="2347608" y="1506718"/>
                  </a:lnTo>
                  <a:lnTo>
                    <a:pt x="2348235" y="1509611"/>
                  </a:lnTo>
                  <a:lnTo>
                    <a:pt x="2348862" y="1512318"/>
                  </a:lnTo>
                  <a:lnTo>
                    <a:pt x="2349488" y="1514841"/>
                  </a:lnTo>
                  <a:lnTo>
                    <a:pt x="2350115" y="1517178"/>
                  </a:lnTo>
                  <a:lnTo>
                    <a:pt x="2350741" y="1519325"/>
                  </a:lnTo>
                  <a:lnTo>
                    <a:pt x="2351368" y="1521306"/>
                  </a:lnTo>
                  <a:lnTo>
                    <a:pt x="2351994" y="1523114"/>
                  </a:lnTo>
                  <a:lnTo>
                    <a:pt x="2352621" y="1524750"/>
                  </a:lnTo>
                  <a:lnTo>
                    <a:pt x="2353247" y="1526225"/>
                  </a:lnTo>
                  <a:lnTo>
                    <a:pt x="2353874" y="1527542"/>
                  </a:lnTo>
                  <a:lnTo>
                    <a:pt x="2354500" y="1528708"/>
                  </a:lnTo>
                  <a:lnTo>
                    <a:pt x="2355127" y="1529782"/>
                  </a:lnTo>
                  <a:lnTo>
                    <a:pt x="2355754" y="1530772"/>
                  </a:lnTo>
                  <a:lnTo>
                    <a:pt x="2356380" y="1531674"/>
                  </a:lnTo>
                  <a:lnTo>
                    <a:pt x="2357007" y="1532497"/>
                  </a:lnTo>
                  <a:lnTo>
                    <a:pt x="2357633" y="1533235"/>
                  </a:lnTo>
                  <a:lnTo>
                    <a:pt x="2358260" y="1533884"/>
                  </a:lnTo>
                  <a:lnTo>
                    <a:pt x="2358886" y="1534416"/>
                  </a:lnTo>
                  <a:lnTo>
                    <a:pt x="2359513" y="1534794"/>
                  </a:lnTo>
                  <a:lnTo>
                    <a:pt x="2360139" y="1534984"/>
                  </a:lnTo>
                  <a:lnTo>
                    <a:pt x="2360766" y="1534989"/>
                  </a:lnTo>
                  <a:lnTo>
                    <a:pt x="2361393" y="1534802"/>
                  </a:lnTo>
                  <a:lnTo>
                    <a:pt x="2362019" y="1534445"/>
                  </a:lnTo>
                  <a:lnTo>
                    <a:pt x="2362646" y="1533932"/>
                  </a:lnTo>
                  <a:lnTo>
                    <a:pt x="2363272" y="1533294"/>
                  </a:lnTo>
                  <a:lnTo>
                    <a:pt x="2363899" y="1532579"/>
                  </a:lnTo>
                  <a:lnTo>
                    <a:pt x="2364525" y="1531799"/>
                  </a:lnTo>
                  <a:lnTo>
                    <a:pt x="2365152" y="1530953"/>
                  </a:lnTo>
                  <a:lnTo>
                    <a:pt x="2365778" y="1530042"/>
                  </a:lnTo>
                  <a:lnTo>
                    <a:pt x="2366405" y="1529061"/>
                  </a:lnTo>
                  <a:lnTo>
                    <a:pt x="2367032" y="1528050"/>
                  </a:lnTo>
                  <a:lnTo>
                    <a:pt x="2367658" y="1527015"/>
                  </a:lnTo>
                  <a:lnTo>
                    <a:pt x="2368285" y="1525962"/>
                  </a:lnTo>
                  <a:lnTo>
                    <a:pt x="2368911" y="1524912"/>
                  </a:lnTo>
                  <a:lnTo>
                    <a:pt x="2369538" y="1523861"/>
                  </a:lnTo>
                  <a:lnTo>
                    <a:pt x="2370164" y="1522797"/>
                  </a:lnTo>
                  <a:lnTo>
                    <a:pt x="2370791" y="1521724"/>
                  </a:lnTo>
                  <a:lnTo>
                    <a:pt x="2371417" y="1520620"/>
                  </a:lnTo>
                  <a:lnTo>
                    <a:pt x="2372044" y="1519434"/>
                  </a:lnTo>
                  <a:lnTo>
                    <a:pt x="2372671" y="1518168"/>
                  </a:lnTo>
                  <a:lnTo>
                    <a:pt x="2373297" y="1516799"/>
                  </a:lnTo>
                  <a:lnTo>
                    <a:pt x="2373924" y="1515362"/>
                  </a:lnTo>
                  <a:lnTo>
                    <a:pt x="2374550" y="1513874"/>
                  </a:lnTo>
                  <a:lnTo>
                    <a:pt x="2375177" y="1512337"/>
                  </a:lnTo>
                  <a:lnTo>
                    <a:pt x="2375803" y="1510796"/>
                  </a:lnTo>
                  <a:lnTo>
                    <a:pt x="2376430" y="1509237"/>
                  </a:lnTo>
                  <a:lnTo>
                    <a:pt x="2377056" y="1507695"/>
                  </a:lnTo>
                  <a:lnTo>
                    <a:pt x="2377683" y="1506160"/>
                  </a:lnTo>
                  <a:lnTo>
                    <a:pt x="2378310" y="1504606"/>
                  </a:lnTo>
                  <a:lnTo>
                    <a:pt x="2378936" y="1503048"/>
                  </a:lnTo>
                  <a:lnTo>
                    <a:pt x="2379563" y="1501497"/>
                  </a:lnTo>
                  <a:lnTo>
                    <a:pt x="2380189" y="1499978"/>
                  </a:lnTo>
                  <a:lnTo>
                    <a:pt x="2380816" y="1498466"/>
                  </a:lnTo>
                  <a:lnTo>
                    <a:pt x="2381442" y="1497004"/>
                  </a:lnTo>
                  <a:lnTo>
                    <a:pt x="2382069" y="1495617"/>
                  </a:lnTo>
                  <a:lnTo>
                    <a:pt x="2382695" y="1494323"/>
                  </a:lnTo>
                  <a:lnTo>
                    <a:pt x="2383322" y="1493122"/>
                  </a:lnTo>
                  <a:lnTo>
                    <a:pt x="2383949" y="1492037"/>
                  </a:lnTo>
                  <a:lnTo>
                    <a:pt x="2384575" y="1491078"/>
                  </a:lnTo>
                  <a:lnTo>
                    <a:pt x="2385202" y="1490241"/>
                  </a:lnTo>
                  <a:lnTo>
                    <a:pt x="2385828" y="1489538"/>
                  </a:lnTo>
                  <a:lnTo>
                    <a:pt x="2386455" y="1488977"/>
                  </a:lnTo>
                  <a:lnTo>
                    <a:pt x="2387081" y="1488498"/>
                  </a:lnTo>
                  <a:lnTo>
                    <a:pt x="2387708" y="1488092"/>
                  </a:lnTo>
                  <a:lnTo>
                    <a:pt x="2388334" y="1487753"/>
                  </a:lnTo>
                  <a:lnTo>
                    <a:pt x="2388961" y="1487435"/>
                  </a:lnTo>
                  <a:lnTo>
                    <a:pt x="2389588" y="1487129"/>
                  </a:lnTo>
                  <a:lnTo>
                    <a:pt x="2390214" y="1486819"/>
                  </a:lnTo>
                  <a:lnTo>
                    <a:pt x="2390841" y="1486497"/>
                  </a:lnTo>
                  <a:lnTo>
                    <a:pt x="2391467" y="1486165"/>
                  </a:lnTo>
                  <a:lnTo>
                    <a:pt x="2392094" y="1485788"/>
                  </a:lnTo>
                  <a:lnTo>
                    <a:pt x="2392720" y="1485305"/>
                  </a:lnTo>
                  <a:lnTo>
                    <a:pt x="2393347" y="1484684"/>
                  </a:lnTo>
                  <a:lnTo>
                    <a:pt x="2393973" y="1483914"/>
                  </a:lnTo>
                  <a:lnTo>
                    <a:pt x="2394600" y="1482991"/>
                  </a:lnTo>
                  <a:lnTo>
                    <a:pt x="2395227" y="1481917"/>
                  </a:lnTo>
                  <a:lnTo>
                    <a:pt x="2395853" y="1480671"/>
                  </a:lnTo>
                  <a:lnTo>
                    <a:pt x="2396480" y="1479251"/>
                  </a:lnTo>
                  <a:lnTo>
                    <a:pt x="2397106" y="1477657"/>
                  </a:lnTo>
                  <a:lnTo>
                    <a:pt x="2397733" y="1475880"/>
                  </a:lnTo>
                  <a:lnTo>
                    <a:pt x="2398359" y="1473927"/>
                  </a:lnTo>
                  <a:lnTo>
                    <a:pt x="2398986" y="1471747"/>
                  </a:lnTo>
                  <a:lnTo>
                    <a:pt x="2399612" y="1469347"/>
                  </a:lnTo>
                  <a:lnTo>
                    <a:pt x="2400239" y="1466752"/>
                  </a:lnTo>
                  <a:lnTo>
                    <a:pt x="2400866" y="1463950"/>
                  </a:lnTo>
                  <a:lnTo>
                    <a:pt x="2401492" y="1460983"/>
                  </a:lnTo>
                  <a:lnTo>
                    <a:pt x="2402119" y="1457908"/>
                  </a:lnTo>
                  <a:lnTo>
                    <a:pt x="2402745" y="1454773"/>
                  </a:lnTo>
                  <a:lnTo>
                    <a:pt x="2403372" y="1451566"/>
                  </a:lnTo>
                  <a:lnTo>
                    <a:pt x="2403998" y="1448316"/>
                  </a:lnTo>
                  <a:lnTo>
                    <a:pt x="2404625" y="1445016"/>
                  </a:lnTo>
                  <a:lnTo>
                    <a:pt x="2405251" y="1441673"/>
                  </a:lnTo>
                  <a:lnTo>
                    <a:pt x="2405878" y="1438261"/>
                  </a:lnTo>
                  <a:lnTo>
                    <a:pt x="2406505" y="1434781"/>
                  </a:lnTo>
                  <a:lnTo>
                    <a:pt x="2407131" y="1431242"/>
                  </a:lnTo>
                  <a:lnTo>
                    <a:pt x="2407758" y="1427663"/>
                  </a:lnTo>
                  <a:lnTo>
                    <a:pt x="2408384" y="1424106"/>
                  </a:lnTo>
                  <a:lnTo>
                    <a:pt x="2409011" y="1420564"/>
                  </a:lnTo>
                  <a:lnTo>
                    <a:pt x="2409637" y="1417060"/>
                  </a:lnTo>
                  <a:lnTo>
                    <a:pt x="2410264" y="1413573"/>
                  </a:lnTo>
                  <a:lnTo>
                    <a:pt x="2410890" y="1410105"/>
                  </a:lnTo>
                  <a:lnTo>
                    <a:pt x="2411517" y="1406629"/>
                  </a:lnTo>
                  <a:lnTo>
                    <a:pt x="2412144" y="1403155"/>
                  </a:lnTo>
                  <a:lnTo>
                    <a:pt x="2412770" y="1399719"/>
                  </a:lnTo>
                  <a:lnTo>
                    <a:pt x="2413397" y="1396341"/>
                  </a:lnTo>
                  <a:lnTo>
                    <a:pt x="2414023" y="1393009"/>
                  </a:lnTo>
                  <a:lnTo>
                    <a:pt x="2414650" y="1389730"/>
                  </a:lnTo>
                  <a:lnTo>
                    <a:pt x="2415276" y="1386506"/>
                  </a:lnTo>
                  <a:lnTo>
                    <a:pt x="2415903" y="1383346"/>
                  </a:lnTo>
                  <a:lnTo>
                    <a:pt x="2416529" y="1380220"/>
                  </a:lnTo>
                  <a:lnTo>
                    <a:pt x="2417156" y="1377135"/>
                  </a:lnTo>
                  <a:lnTo>
                    <a:pt x="2417783" y="1374060"/>
                  </a:lnTo>
                  <a:lnTo>
                    <a:pt x="2418409" y="1370965"/>
                  </a:lnTo>
                  <a:lnTo>
                    <a:pt x="2419036" y="1367875"/>
                  </a:lnTo>
                  <a:lnTo>
                    <a:pt x="2419662" y="1364815"/>
                  </a:lnTo>
                  <a:lnTo>
                    <a:pt x="2420289" y="1361792"/>
                  </a:lnTo>
                  <a:lnTo>
                    <a:pt x="2420915" y="1358842"/>
                  </a:lnTo>
                  <a:lnTo>
                    <a:pt x="2421542" y="1355977"/>
                  </a:lnTo>
                  <a:lnTo>
                    <a:pt x="2422168" y="1353187"/>
                  </a:lnTo>
                  <a:lnTo>
                    <a:pt x="2422795" y="1350459"/>
                  </a:lnTo>
                  <a:lnTo>
                    <a:pt x="2423422" y="1347791"/>
                  </a:lnTo>
                  <a:lnTo>
                    <a:pt x="2424048" y="1345182"/>
                  </a:lnTo>
                  <a:lnTo>
                    <a:pt x="2424675" y="1342655"/>
                  </a:lnTo>
                  <a:lnTo>
                    <a:pt x="2425301" y="1340216"/>
                  </a:lnTo>
                  <a:lnTo>
                    <a:pt x="2425928" y="1337866"/>
                  </a:lnTo>
                  <a:lnTo>
                    <a:pt x="2426554" y="1335544"/>
                  </a:lnTo>
                  <a:lnTo>
                    <a:pt x="2427181" y="1333224"/>
                  </a:lnTo>
                  <a:lnTo>
                    <a:pt x="2427807" y="1330916"/>
                  </a:lnTo>
                  <a:lnTo>
                    <a:pt x="2428434" y="1328612"/>
                  </a:lnTo>
                  <a:lnTo>
                    <a:pt x="2429061" y="1326306"/>
                  </a:lnTo>
                  <a:lnTo>
                    <a:pt x="2429687" y="1323958"/>
                  </a:lnTo>
                  <a:lnTo>
                    <a:pt x="2430314" y="1321544"/>
                  </a:lnTo>
                  <a:lnTo>
                    <a:pt x="2430940" y="1319090"/>
                  </a:lnTo>
                  <a:lnTo>
                    <a:pt x="2431567" y="1316579"/>
                  </a:lnTo>
                  <a:lnTo>
                    <a:pt x="2432193" y="1313990"/>
                  </a:lnTo>
                  <a:lnTo>
                    <a:pt x="2432820" y="1311342"/>
                  </a:lnTo>
                  <a:lnTo>
                    <a:pt x="2433446" y="1308619"/>
                  </a:lnTo>
                  <a:lnTo>
                    <a:pt x="2434073" y="1305806"/>
                  </a:lnTo>
                  <a:lnTo>
                    <a:pt x="2434700" y="1302890"/>
                  </a:lnTo>
                  <a:lnTo>
                    <a:pt x="2435326" y="1299888"/>
                  </a:lnTo>
                  <a:lnTo>
                    <a:pt x="2435953" y="1296823"/>
                  </a:lnTo>
                  <a:lnTo>
                    <a:pt x="2436579" y="1293681"/>
                  </a:lnTo>
                  <a:lnTo>
                    <a:pt x="2437206" y="1290476"/>
                  </a:lnTo>
                  <a:lnTo>
                    <a:pt x="2437832" y="1287242"/>
                  </a:lnTo>
                  <a:lnTo>
                    <a:pt x="2438459" y="1283986"/>
                  </a:lnTo>
                  <a:lnTo>
                    <a:pt x="2439085" y="1280756"/>
                  </a:lnTo>
                  <a:lnTo>
                    <a:pt x="2439712" y="1277525"/>
                  </a:lnTo>
                  <a:lnTo>
                    <a:pt x="2440339" y="1274248"/>
                  </a:lnTo>
                  <a:lnTo>
                    <a:pt x="2440965" y="1270949"/>
                  </a:lnTo>
                  <a:lnTo>
                    <a:pt x="2441592" y="1267668"/>
                  </a:lnTo>
                  <a:lnTo>
                    <a:pt x="2442218" y="1264439"/>
                  </a:lnTo>
                  <a:lnTo>
                    <a:pt x="2442845" y="1261240"/>
                  </a:lnTo>
                  <a:lnTo>
                    <a:pt x="2443471" y="1258098"/>
                  </a:lnTo>
                  <a:lnTo>
                    <a:pt x="2444098" y="1254997"/>
                  </a:lnTo>
                  <a:lnTo>
                    <a:pt x="2444724" y="1251937"/>
                  </a:lnTo>
                  <a:lnTo>
                    <a:pt x="2445351" y="1248932"/>
                  </a:lnTo>
                  <a:lnTo>
                    <a:pt x="2445978" y="1246017"/>
                  </a:lnTo>
                  <a:lnTo>
                    <a:pt x="2446604" y="1243168"/>
                  </a:lnTo>
                  <a:lnTo>
                    <a:pt x="2447231" y="1240392"/>
                  </a:lnTo>
                  <a:lnTo>
                    <a:pt x="2447857" y="1237673"/>
                  </a:lnTo>
                  <a:lnTo>
                    <a:pt x="2448484" y="1235022"/>
                  </a:lnTo>
                  <a:lnTo>
                    <a:pt x="2449110" y="1232429"/>
                  </a:lnTo>
                  <a:lnTo>
                    <a:pt x="2449737" y="1229944"/>
                  </a:lnTo>
                  <a:lnTo>
                    <a:pt x="2450363" y="1227587"/>
                  </a:lnTo>
                  <a:lnTo>
                    <a:pt x="2450990" y="1225359"/>
                  </a:lnTo>
                  <a:lnTo>
                    <a:pt x="2451617" y="1223241"/>
                  </a:lnTo>
                  <a:lnTo>
                    <a:pt x="2452243" y="1221250"/>
                  </a:lnTo>
                  <a:lnTo>
                    <a:pt x="2452870" y="1219387"/>
                  </a:lnTo>
                  <a:lnTo>
                    <a:pt x="2453496" y="1217663"/>
                  </a:lnTo>
                  <a:lnTo>
                    <a:pt x="2454123" y="1216105"/>
                  </a:lnTo>
                  <a:lnTo>
                    <a:pt x="2454749" y="1214742"/>
                  </a:lnTo>
                  <a:lnTo>
                    <a:pt x="2455376" y="1213615"/>
                  </a:lnTo>
                  <a:lnTo>
                    <a:pt x="2456002" y="1212776"/>
                  </a:lnTo>
                  <a:lnTo>
                    <a:pt x="2456629" y="1212227"/>
                  </a:lnTo>
                  <a:lnTo>
                    <a:pt x="2457256" y="1211974"/>
                  </a:lnTo>
                  <a:lnTo>
                    <a:pt x="2457882" y="1212003"/>
                  </a:lnTo>
                  <a:lnTo>
                    <a:pt x="2458509" y="1212362"/>
                  </a:lnTo>
                  <a:lnTo>
                    <a:pt x="2459135" y="1213060"/>
                  </a:lnTo>
                  <a:lnTo>
                    <a:pt x="2459762" y="1214067"/>
                  </a:lnTo>
                  <a:lnTo>
                    <a:pt x="2460388" y="1215391"/>
                  </a:lnTo>
                  <a:lnTo>
                    <a:pt x="2461015" y="1217025"/>
                  </a:lnTo>
                  <a:lnTo>
                    <a:pt x="2461641" y="1219014"/>
                  </a:lnTo>
                  <a:lnTo>
                    <a:pt x="2462268" y="1221359"/>
                  </a:lnTo>
                  <a:lnTo>
                    <a:pt x="2462895" y="1224025"/>
                  </a:lnTo>
                  <a:lnTo>
                    <a:pt x="2463521" y="1227014"/>
                  </a:lnTo>
                  <a:lnTo>
                    <a:pt x="2464148" y="1230321"/>
                  </a:lnTo>
                  <a:lnTo>
                    <a:pt x="2464774" y="1233898"/>
                  </a:lnTo>
                  <a:lnTo>
                    <a:pt x="2465401" y="1237709"/>
                  </a:lnTo>
                  <a:lnTo>
                    <a:pt x="2466027" y="1241751"/>
                  </a:lnTo>
                  <a:lnTo>
                    <a:pt x="2466654" y="1246017"/>
                  </a:lnTo>
                  <a:lnTo>
                    <a:pt x="2467280" y="1250511"/>
                  </a:lnTo>
                  <a:lnTo>
                    <a:pt x="2467907" y="1255223"/>
                  </a:lnTo>
                  <a:lnTo>
                    <a:pt x="2468534" y="1260164"/>
                  </a:lnTo>
                  <a:lnTo>
                    <a:pt x="2469160" y="1265332"/>
                  </a:lnTo>
                  <a:lnTo>
                    <a:pt x="2469787" y="1270707"/>
                  </a:lnTo>
                  <a:lnTo>
                    <a:pt x="2470413" y="1276276"/>
                  </a:lnTo>
                  <a:lnTo>
                    <a:pt x="2471040" y="1282007"/>
                  </a:lnTo>
                  <a:lnTo>
                    <a:pt x="2471666" y="1287880"/>
                  </a:lnTo>
                  <a:lnTo>
                    <a:pt x="2472293" y="1293917"/>
                  </a:lnTo>
                  <a:lnTo>
                    <a:pt x="2472919" y="1300113"/>
                  </a:lnTo>
                  <a:lnTo>
                    <a:pt x="2473546" y="1306434"/>
                  </a:lnTo>
                  <a:lnTo>
                    <a:pt x="2474173" y="1312875"/>
                  </a:lnTo>
                  <a:lnTo>
                    <a:pt x="2474799" y="1319429"/>
                  </a:lnTo>
                  <a:lnTo>
                    <a:pt x="2475426" y="1326080"/>
                  </a:lnTo>
                  <a:lnTo>
                    <a:pt x="2476052" y="1332772"/>
                  </a:lnTo>
                  <a:lnTo>
                    <a:pt x="2476679" y="1339482"/>
                  </a:lnTo>
                  <a:lnTo>
                    <a:pt x="2477305" y="1346186"/>
                  </a:lnTo>
                  <a:lnTo>
                    <a:pt x="2477932" y="1352872"/>
                  </a:lnTo>
                  <a:lnTo>
                    <a:pt x="2478558" y="1359532"/>
                  </a:lnTo>
                  <a:lnTo>
                    <a:pt x="2479185" y="1366174"/>
                  </a:lnTo>
                  <a:lnTo>
                    <a:pt x="2479812" y="1372797"/>
                  </a:lnTo>
                  <a:lnTo>
                    <a:pt x="2480438" y="1379421"/>
                  </a:lnTo>
                  <a:lnTo>
                    <a:pt x="2481065" y="1386050"/>
                  </a:lnTo>
                  <a:lnTo>
                    <a:pt x="2481691" y="1392647"/>
                  </a:lnTo>
                  <a:lnTo>
                    <a:pt x="2482318" y="1399175"/>
                  </a:lnTo>
                  <a:lnTo>
                    <a:pt x="2482944" y="1405639"/>
                  </a:lnTo>
                  <a:lnTo>
                    <a:pt x="2483571" y="1412023"/>
                  </a:lnTo>
                  <a:lnTo>
                    <a:pt x="2484197" y="1418304"/>
                  </a:lnTo>
                  <a:lnTo>
                    <a:pt x="2484824" y="1424496"/>
                  </a:lnTo>
                  <a:lnTo>
                    <a:pt x="2485451" y="1430612"/>
                  </a:lnTo>
                  <a:lnTo>
                    <a:pt x="2486077" y="1436651"/>
                  </a:lnTo>
                  <a:lnTo>
                    <a:pt x="2486704" y="1442589"/>
                  </a:lnTo>
                  <a:lnTo>
                    <a:pt x="2487330" y="1448370"/>
                  </a:lnTo>
                  <a:lnTo>
                    <a:pt x="2487957" y="1453981"/>
                  </a:lnTo>
                  <a:lnTo>
                    <a:pt x="2488583" y="1459433"/>
                  </a:lnTo>
                  <a:lnTo>
                    <a:pt x="2489210" y="1464745"/>
                  </a:lnTo>
                  <a:lnTo>
                    <a:pt x="2489836" y="1469924"/>
                  </a:lnTo>
                  <a:lnTo>
                    <a:pt x="2490463" y="1474967"/>
                  </a:lnTo>
                  <a:lnTo>
                    <a:pt x="2491090" y="1479887"/>
                  </a:lnTo>
                  <a:lnTo>
                    <a:pt x="2491716" y="1484705"/>
                  </a:lnTo>
                  <a:lnTo>
                    <a:pt x="2492343" y="1489411"/>
                  </a:lnTo>
                  <a:lnTo>
                    <a:pt x="2492969" y="1494030"/>
                  </a:lnTo>
                  <a:lnTo>
                    <a:pt x="2493596" y="1498565"/>
                  </a:lnTo>
                  <a:lnTo>
                    <a:pt x="2494222" y="1503020"/>
                  </a:lnTo>
                  <a:lnTo>
                    <a:pt x="2494849" y="1507426"/>
                  </a:lnTo>
                  <a:lnTo>
                    <a:pt x="2495475" y="1511787"/>
                  </a:lnTo>
                  <a:lnTo>
                    <a:pt x="2496102" y="1516117"/>
                  </a:lnTo>
                  <a:lnTo>
                    <a:pt x="2496729" y="1520454"/>
                  </a:lnTo>
                  <a:lnTo>
                    <a:pt x="2497355" y="1524820"/>
                  </a:lnTo>
                  <a:lnTo>
                    <a:pt x="2497982" y="1529196"/>
                  </a:lnTo>
                  <a:lnTo>
                    <a:pt x="2498608" y="1533583"/>
                  </a:lnTo>
                  <a:lnTo>
                    <a:pt x="2499235" y="1537971"/>
                  </a:lnTo>
                  <a:lnTo>
                    <a:pt x="2499861" y="1542358"/>
                  </a:lnTo>
                  <a:lnTo>
                    <a:pt x="2500488" y="1546730"/>
                  </a:lnTo>
                  <a:lnTo>
                    <a:pt x="2501114" y="1551082"/>
                  </a:lnTo>
                  <a:lnTo>
                    <a:pt x="2501741" y="1555357"/>
                  </a:lnTo>
                  <a:lnTo>
                    <a:pt x="2502368" y="1559555"/>
                  </a:lnTo>
                  <a:lnTo>
                    <a:pt x="2502994" y="1563683"/>
                  </a:lnTo>
                  <a:lnTo>
                    <a:pt x="2503621" y="1567742"/>
                  </a:lnTo>
                  <a:lnTo>
                    <a:pt x="2504247" y="1571685"/>
                  </a:lnTo>
                  <a:lnTo>
                    <a:pt x="2504874" y="1575490"/>
                  </a:lnTo>
                  <a:lnTo>
                    <a:pt x="2505500" y="1579170"/>
                  </a:lnTo>
                  <a:lnTo>
                    <a:pt x="2506127" y="1582710"/>
                  </a:lnTo>
                  <a:lnTo>
                    <a:pt x="2506753" y="1586086"/>
                  </a:lnTo>
                  <a:lnTo>
                    <a:pt x="2507380" y="1589296"/>
                  </a:lnTo>
                  <a:lnTo>
                    <a:pt x="2508007" y="1592344"/>
                  </a:lnTo>
                  <a:lnTo>
                    <a:pt x="2508633" y="1595215"/>
                  </a:lnTo>
                  <a:lnTo>
                    <a:pt x="2509260" y="1597906"/>
                  </a:lnTo>
                  <a:lnTo>
                    <a:pt x="2509886" y="1600390"/>
                  </a:lnTo>
                  <a:lnTo>
                    <a:pt x="2510513" y="1602685"/>
                  </a:lnTo>
                  <a:lnTo>
                    <a:pt x="2511139" y="1604820"/>
                  </a:lnTo>
                  <a:lnTo>
                    <a:pt x="2511766" y="1606802"/>
                  </a:lnTo>
                  <a:lnTo>
                    <a:pt x="2512392" y="1608626"/>
                  </a:lnTo>
                  <a:lnTo>
                    <a:pt x="2513019" y="1610290"/>
                  </a:lnTo>
                  <a:lnTo>
                    <a:pt x="2513646" y="1611806"/>
                  </a:lnTo>
                  <a:lnTo>
                    <a:pt x="2514272" y="1613217"/>
                  </a:lnTo>
                  <a:lnTo>
                    <a:pt x="2514899" y="1614511"/>
                  </a:lnTo>
                  <a:lnTo>
                    <a:pt x="2515525" y="1615703"/>
                  </a:lnTo>
                  <a:lnTo>
                    <a:pt x="2516152" y="1616845"/>
                  </a:lnTo>
                  <a:lnTo>
                    <a:pt x="2516778" y="1617937"/>
                  </a:lnTo>
                  <a:lnTo>
                    <a:pt x="2517405" y="1618967"/>
                  </a:lnTo>
                  <a:lnTo>
                    <a:pt x="2518031" y="1619878"/>
                  </a:lnTo>
                  <a:lnTo>
                    <a:pt x="2518658" y="1620660"/>
                  </a:lnTo>
                  <a:lnTo>
                    <a:pt x="2519285" y="1621324"/>
                  </a:lnTo>
                  <a:lnTo>
                    <a:pt x="2519911" y="1621852"/>
                  </a:lnTo>
                  <a:lnTo>
                    <a:pt x="2520538" y="1622244"/>
                  </a:lnTo>
                  <a:lnTo>
                    <a:pt x="2521164" y="1622485"/>
                  </a:lnTo>
                  <a:lnTo>
                    <a:pt x="2521791" y="1622569"/>
                  </a:lnTo>
                  <a:lnTo>
                    <a:pt x="2522417" y="1622502"/>
                  </a:lnTo>
                  <a:lnTo>
                    <a:pt x="2523044" y="1622265"/>
                  </a:lnTo>
                  <a:lnTo>
                    <a:pt x="2523670" y="1621827"/>
                  </a:lnTo>
                  <a:lnTo>
                    <a:pt x="2524297" y="1621182"/>
                  </a:lnTo>
                  <a:lnTo>
                    <a:pt x="2524924" y="1620292"/>
                  </a:lnTo>
                  <a:lnTo>
                    <a:pt x="2525550" y="1619143"/>
                  </a:lnTo>
                  <a:lnTo>
                    <a:pt x="2526177" y="1617717"/>
                  </a:lnTo>
                  <a:lnTo>
                    <a:pt x="2526803" y="1615995"/>
                  </a:lnTo>
                  <a:lnTo>
                    <a:pt x="2527430" y="1614006"/>
                  </a:lnTo>
                  <a:lnTo>
                    <a:pt x="2528056" y="1611760"/>
                  </a:lnTo>
                  <a:lnTo>
                    <a:pt x="2528683" y="1609269"/>
                  </a:lnTo>
                  <a:lnTo>
                    <a:pt x="2529309" y="1606557"/>
                  </a:lnTo>
                  <a:lnTo>
                    <a:pt x="2529936" y="1603636"/>
                  </a:lnTo>
                  <a:lnTo>
                    <a:pt x="2530563" y="1600496"/>
                  </a:lnTo>
                  <a:lnTo>
                    <a:pt x="2531189" y="1597145"/>
                  </a:lnTo>
                  <a:lnTo>
                    <a:pt x="2531816" y="1593576"/>
                  </a:lnTo>
                  <a:lnTo>
                    <a:pt x="2532442" y="1589805"/>
                  </a:lnTo>
                  <a:lnTo>
                    <a:pt x="2533069" y="1585842"/>
                  </a:lnTo>
                  <a:lnTo>
                    <a:pt x="2533695" y="1581756"/>
                  </a:lnTo>
                  <a:lnTo>
                    <a:pt x="2534322" y="1577592"/>
                  </a:lnTo>
                  <a:lnTo>
                    <a:pt x="2534948" y="1573354"/>
                  </a:lnTo>
                  <a:lnTo>
                    <a:pt x="2535575" y="1569046"/>
                  </a:lnTo>
                  <a:lnTo>
                    <a:pt x="2536202" y="1564653"/>
                  </a:lnTo>
                  <a:lnTo>
                    <a:pt x="2536828" y="1560168"/>
                  </a:lnTo>
                  <a:lnTo>
                    <a:pt x="2537455" y="1555592"/>
                  </a:lnTo>
                  <a:lnTo>
                    <a:pt x="2538081" y="1550940"/>
                  </a:lnTo>
                  <a:lnTo>
                    <a:pt x="2538708" y="1546270"/>
                  </a:lnTo>
                  <a:lnTo>
                    <a:pt x="2539334" y="1541597"/>
                  </a:lnTo>
                  <a:lnTo>
                    <a:pt x="2539961" y="1536947"/>
                  </a:lnTo>
                  <a:lnTo>
                    <a:pt x="2540587" y="1532336"/>
                  </a:lnTo>
                  <a:lnTo>
                    <a:pt x="2541214" y="1527773"/>
                  </a:lnTo>
                  <a:lnTo>
                    <a:pt x="2541841" y="1523283"/>
                  </a:lnTo>
                  <a:lnTo>
                    <a:pt x="2542467" y="1518856"/>
                  </a:lnTo>
                  <a:lnTo>
                    <a:pt x="2543094" y="1514457"/>
                  </a:lnTo>
                  <a:lnTo>
                    <a:pt x="2543720" y="1510089"/>
                  </a:lnTo>
                  <a:lnTo>
                    <a:pt x="2544347" y="1505750"/>
                  </a:lnTo>
                  <a:lnTo>
                    <a:pt x="2544973" y="1501455"/>
                  </a:lnTo>
                  <a:lnTo>
                    <a:pt x="2545600" y="1497238"/>
                  </a:lnTo>
                  <a:lnTo>
                    <a:pt x="2546226" y="1493116"/>
                  </a:lnTo>
                  <a:lnTo>
                    <a:pt x="2546853" y="1489101"/>
                  </a:lnTo>
                  <a:lnTo>
                    <a:pt x="2547480" y="1485172"/>
                  </a:lnTo>
                  <a:lnTo>
                    <a:pt x="2548106" y="1481258"/>
                  </a:lnTo>
                  <a:lnTo>
                    <a:pt x="2548733" y="1477317"/>
                  </a:lnTo>
                  <a:lnTo>
                    <a:pt x="2549359" y="1473349"/>
                  </a:lnTo>
                  <a:lnTo>
                    <a:pt x="2549986" y="1469416"/>
                  </a:lnTo>
                  <a:lnTo>
                    <a:pt x="2550612" y="1465529"/>
                  </a:lnTo>
                  <a:lnTo>
                    <a:pt x="2551239" y="1461670"/>
                  </a:lnTo>
                  <a:lnTo>
                    <a:pt x="2551865" y="1457865"/>
                  </a:lnTo>
                  <a:lnTo>
                    <a:pt x="2552492" y="1454101"/>
                  </a:lnTo>
                  <a:lnTo>
                    <a:pt x="2553119" y="1450371"/>
                  </a:lnTo>
                  <a:lnTo>
                    <a:pt x="2553745" y="1446668"/>
                  </a:lnTo>
                  <a:lnTo>
                    <a:pt x="2554372" y="1442985"/>
                  </a:lnTo>
                  <a:lnTo>
                    <a:pt x="2554998" y="1439334"/>
                  </a:lnTo>
                  <a:lnTo>
                    <a:pt x="2555625" y="1435711"/>
                  </a:lnTo>
                  <a:lnTo>
                    <a:pt x="2556251" y="1432097"/>
                  </a:lnTo>
                  <a:lnTo>
                    <a:pt x="2556878" y="1428524"/>
                  </a:lnTo>
                  <a:lnTo>
                    <a:pt x="2557504" y="1425013"/>
                  </a:lnTo>
                  <a:lnTo>
                    <a:pt x="2558131" y="1421599"/>
                  </a:lnTo>
                  <a:lnTo>
                    <a:pt x="2558758" y="1418283"/>
                  </a:lnTo>
                  <a:lnTo>
                    <a:pt x="2559384" y="1415034"/>
                  </a:lnTo>
                  <a:lnTo>
                    <a:pt x="2560011" y="1411842"/>
                  </a:lnTo>
                  <a:lnTo>
                    <a:pt x="2560637" y="1408720"/>
                  </a:lnTo>
                  <a:lnTo>
                    <a:pt x="2561264" y="1405646"/>
                  </a:lnTo>
                  <a:lnTo>
                    <a:pt x="2561890" y="1402637"/>
                  </a:lnTo>
                  <a:lnTo>
                    <a:pt x="2562517" y="1399690"/>
                  </a:lnTo>
                  <a:lnTo>
                    <a:pt x="2563143" y="1396805"/>
                  </a:lnTo>
                  <a:lnTo>
                    <a:pt x="2563770" y="1393998"/>
                  </a:lnTo>
                  <a:lnTo>
                    <a:pt x="2564397" y="1391306"/>
                  </a:lnTo>
                  <a:lnTo>
                    <a:pt x="2565023" y="1388734"/>
                  </a:lnTo>
                  <a:lnTo>
                    <a:pt x="2565650" y="1386283"/>
                  </a:lnTo>
                  <a:lnTo>
                    <a:pt x="2566276" y="1383923"/>
                  </a:lnTo>
                  <a:lnTo>
                    <a:pt x="2566903" y="1381644"/>
                  </a:lnTo>
                  <a:lnTo>
                    <a:pt x="2567529" y="1379460"/>
                  </a:lnTo>
                  <a:lnTo>
                    <a:pt x="2568156" y="1377417"/>
                  </a:lnTo>
                  <a:lnTo>
                    <a:pt x="2568782" y="1375534"/>
                  </a:lnTo>
                  <a:lnTo>
                    <a:pt x="2569409" y="1373840"/>
                  </a:lnTo>
                  <a:lnTo>
                    <a:pt x="2570036" y="1372338"/>
                  </a:lnTo>
                  <a:lnTo>
                    <a:pt x="2570662" y="1371001"/>
                  </a:lnTo>
                  <a:lnTo>
                    <a:pt x="2571289" y="1369816"/>
                  </a:lnTo>
                  <a:lnTo>
                    <a:pt x="2571915" y="1368791"/>
                  </a:lnTo>
                  <a:lnTo>
                    <a:pt x="2572542" y="1367942"/>
                  </a:lnTo>
                  <a:lnTo>
                    <a:pt x="2573168" y="1367263"/>
                  </a:lnTo>
                  <a:lnTo>
                    <a:pt x="2573795" y="1366702"/>
                  </a:lnTo>
                  <a:lnTo>
                    <a:pt x="2574421" y="1366258"/>
                  </a:lnTo>
                  <a:lnTo>
                    <a:pt x="2575048" y="1365934"/>
                  </a:lnTo>
                  <a:lnTo>
                    <a:pt x="2575675" y="1365715"/>
                  </a:lnTo>
                  <a:lnTo>
                    <a:pt x="2576301" y="1365599"/>
                  </a:lnTo>
                  <a:lnTo>
                    <a:pt x="2576928" y="1365562"/>
                  </a:lnTo>
                  <a:lnTo>
                    <a:pt x="2577554" y="1365546"/>
                  </a:lnTo>
                  <a:lnTo>
                    <a:pt x="2578181" y="1365517"/>
                  </a:lnTo>
                  <a:lnTo>
                    <a:pt x="2578807" y="1365426"/>
                  </a:lnTo>
                  <a:lnTo>
                    <a:pt x="2579434" y="1365267"/>
                  </a:lnTo>
                  <a:lnTo>
                    <a:pt x="2580060" y="1365066"/>
                  </a:lnTo>
                  <a:lnTo>
                    <a:pt x="2580687" y="1364899"/>
                  </a:lnTo>
                  <a:lnTo>
                    <a:pt x="2581314" y="1364774"/>
                  </a:lnTo>
                  <a:lnTo>
                    <a:pt x="2581940" y="1364688"/>
                  </a:lnTo>
                  <a:lnTo>
                    <a:pt x="2582567" y="1364635"/>
                  </a:lnTo>
                  <a:lnTo>
                    <a:pt x="2583193" y="1364601"/>
                  </a:lnTo>
                  <a:lnTo>
                    <a:pt x="2583820" y="1364556"/>
                  </a:lnTo>
                  <a:lnTo>
                    <a:pt x="2584446" y="1364504"/>
                  </a:lnTo>
                  <a:lnTo>
                    <a:pt x="2585073" y="1364460"/>
                  </a:lnTo>
                  <a:lnTo>
                    <a:pt x="2585699" y="1364438"/>
                  </a:lnTo>
                  <a:lnTo>
                    <a:pt x="2586326" y="1364455"/>
                  </a:lnTo>
                  <a:lnTo>
                    <a:pt x="2586952" y="1364539"/>
                  </a:lnTo>
                  <a:lnTo>
                    <a:pt x="2587579" y="1364734"/>
                  </a:lnTo>
                  <a:lnTo>
                    <a:pt x="2588206" y="1365081"/>
                  </a:lnTo>
                  <a:lnTo>
                    <a:pt x="2588832" y="1365584"/>
                  </a:lnTo>
                  <a:lnTo>
                    <a:pt x="2589459" y="1366223"/>
                  </a:lnTo>
                  <a:lnTo>
                    <a:pt x="2590085" y="1366952"/>
                  </a:lnTo>
                  <a:lnTo>
                    <a:pt x="2590712" y="1367758"/>
                  </a:lnTo>
                  <a:lnTo>
                    <a:pt x="2591338" y="1368640"/>
                  </a:lnTo>
                  <a:lnTo>
                    <a:pt x="2591965" y="1369596"/>
                  </a:lnTo>
                  <a:lnTo>
                    <a:pt x="2592591" y="1370646"/>
                  </a:lnTo>
                  <a:lnTo>
                    <a:pt x="2593218" y="1371807"/>
                  </a:lnTo>
                  <a:lnTo>
                    <a:pt x="2593845" y="1373050"/>
                  </a:lnTo>
                  <a:lnTo>
                    <a:pt x="2594471" y="1374361"/>
                  </a:lnTo>
                  <a:lnTo>
                    <a:pt x="2595098" y="1375741"/>
                  </a:lnTo>
                  <a:lnTo>
                    <a:pt x="2595724" y="1377184"/>
                  </a:lnTo>
                  <a:lnTo>
                    <a:pt x="2596351" y="1378626"/>
                  </a:lnTo>
                  <a:lnTo>
                    <a:pt x="2596977" y="1380024"/>
                  </a:lnTo>
                  <a:lnTo>
                    <a:pt x="2597604" y="1381346"/>
                  </a:lnTo>
                  <a:lnTo>
                    <a:pt x="2598230" y="1382615"/>
                  </a:lnTo>
                  <a:lnTo>
                    <a:pt x="2598857" y="1383884"/>
                  </a:lnTo>
                  <a:lnTo>
                    <a:pt x="2599484" y="1385169"/>
                  </a:lnTo>
                  <a:lnTo>
                    <a:pt x="2600110" y="1386475"/>
                  </a:lnTo>
                  <a:lnTo>
                    <a:pt x="2600737" y="1387788"/>
                  </a:lnTo>
                  <a:lnTo>
                    <a:pt x="2601363" y="1389081"/>
                  </a:lnTo>
                  <a:lnTo>
                    <a:pt x="2601990" y="1390352"/>
                  </a:lnTo>
                  <a:lnTo>
                    <a:pt x="2602616" y="1391618"/>
                  </a:lnTo>
                  <a:lnTo>
                    <a:pt x="2603243" y="1392891"/>
                  </a:lnTo>
                  <a:lnTo>
                    <a:pt x="2603869" y="1394198"/>
                  </a:lnTo>
                  <a:lnTo>
                    <a:pt x="2604496" y="1395537"/>
                  </a:lnTo>
                  <a:lnTo>
                    <a:pt x="2605123" y="1396902"/>
                  </a:lnTo>
                  <a:lnTo>
                    <a:pt x="2605749" y="1398324"/>
                  </a:lnTo>
                  <a:lnTo>
                    <a:pt x="2606376" y="1399825"/>
                  </a:lnTo>
                  <a:lnTo>
                    <a:pt x="2607002" y="1401414"/>
                  </a:lnTo>
                  <a:lnTo>
                    <a:pt x="2607629" y="1403060"/>
                  </a:lnTo>
                  <a:lnTo>
                    <a:pt x="2608255" y="1404726"/>
                  </a:lnTo>
                  <a:lnTo>
                    <a:pt x="2608882" y="1406417"/>
                  </a:lnTo>
                  <a:lnTo>
                    <a:pt x="2609508" y="1408149"/>
                  </a:lnTo>
                  <a:lnTo>
                    <a:pt x="2610135" y="1409940"/>
                  </a:lnTo>
                  <a:lnTo>
                    <a:pt x="2610762" y="1411840"/>
                  </a:lnTo>
                  <a:lnTo>
                    <a:pt x="2611388" y="1413880"/>
                  </a:lnTo>
                  <a:lnTo>
                    <a:pt x="2612015" y="1416057"/>
                  </a:lnTo>
                  <a:lnTo>
                    <a:pt x="2612641" y="1418305"/>
                  </a:lnTo>
                  <a:lnTo>
                    <a:pt x="2613268" y="1420615"/>
                  </a:lnTo>
                  <a:lnTo>
                    <a:pt x="2613894" y="1422989"/>
                  </a:lnTo>
                  <a:lnTo>
                    <a:pt x="2614521" y="1425421"/>
                  </a:lnTo>
                  <a:lnTo>
                    <a:pt x="2615147" y="1427959"/>
                  </a:lnTo>
                  <a:lnTo>
                    <a:pt x="2615774" y="1430610"/>
                  </a:lnTo>
                  <a:lnTo>
                    <a:pt x="2616401" y="1433366"/>
                  </a:lnTo>
                  <a:lnTo>
                    <a:pt x="2617027" y="1436230"/>
                  </a:lnTo>
                  <a:lnTo>
                    <a:pt x="2617654" y="1439200"/>
                  </a:lnTo>
                  <a:lnTo>
                    <a:pt x="2618280" y="1442265"/>
                  </a:lnTo>
                  <a:lnTo>
                    <a:pt x="2618907" y="1445411"/>
                  </a:lnTo>
                  <a:lnTo>
                    <a:pt x="2619533" y="1448612"/>
                  </a:lnTo>
                  <a:lnTo>
                    <a:pt x="2620160" y="1451845"/>
                  </a:lnTo>
                  <a:lnTo>
                    <a:pt x="2620786" y="1455082"/>
                  </a:lnTo>
                  <a:lnTo>
                    <a:pt x="2621413" y="1458326"/>
                  </a:lnTo>
                  <a:lnTo>
                    <a:pt x="2622040" y="1461634"/>
                  </a:lnTo>
                  <a:lnTo>
                    <a:pt x="2622666" y="1465015"/>
                  </a:lnTo>
                  <a:lnTo>
                    <a:pt x="2623293" y="1468449"/>
                  </a:lnTo>
                  <a:lnTo>
                    <a:pt x="2623919" y="1471940"/>
                  </a:lnTo>
                  <a:lnTo>
                    <a:pt x="2624546" y="1475433"/>
                  </a:lnTo>
                  <a:lnTo>
                    <a:pt x="2625172" y="1478922"/>
                  </a:lnTo>
                  <a:lnTo>
                    <a:pt x="2625799" y="1482422"/>
                  </a:lnTo>
                  <a:lnTo>
                    <a:pt x="2626425" y="1485945"/>
                  </a:lnTo>
                  <a:lnTo>
                    <a:pt x="2627052" y="1489487"/>
                  </a:lnTo>
                  <a:lnTo>
                    <a:pt x="2627679" y="1493042"/>
                  </a:lnTo>
                  <a:lnTo>
                    <a:pt x="2628305" y="1496611"/>
                  </a:lnTo>
                  <a:lnTo>
                    <a:pt x="2628932" y="1500225"/>
                  </a:lnTo>
                  <a:lnTo>
                    <a:pt x="2629558" y="1503894"/>
                  </a:lnTo>
                  <a:lnTo>
                    <a:pt x="2630185" y="1507593"/>
                  </a:lnTo>
                  <a:lnTo>
                    <a:pt x="2630811" y="1511271"/>
                  </a:lnTo>
                  <a:lnTo>
                    <a:pt x="2631438" y="1514911"/>
                  </a:lnTo>
                  <a:lnTo>
                    <a:pt x="2632064" y="1518509"/>
                  </a:lnTo>
                  <a:lnTo>
                    <a:pt x="2632691" y="1522064"/>
                  </a:lnTo>
                  <a:lnTo>
                    <a:pt x="2633318" y="1525577"/>
                  </a:lnTo>
                  <a:lnTo>
                    <a:pt x="2633944" y="1529047"/>
                  </a:lnTo>
                  <a:lnTo>
                    <a:pt x="2634571" y="1532452"/>
                  </a:lnTo>
                  <a:lnTo>
                    <a:pt x="2635197" y="1535768"/>
                  </a:lnTo>
                  <a:lnTo>
                    <a:pt x="2635824" y="1538949"/>
                  </a:lnTo>
                  <a:lnTo>
                    <a:pt x="2636450" y="1541988"/>
                  </a:lnTo>
                  <a:lnTo>
                    <a:pt x="2637077" y="1544885"/>
                  </a:lnTo>
                  <a:lnTo>
                    <a:pt x="2637703" y="1547641"/>
                  </a:lnTo>
                  <a:lnTo>
                    <a:pt x="2638330" y="1550243"/>
                  </a:lnTo>
                  <a:lnTo>
                    <a:pt x="2638957" y="1552683"/>
                  </a:lnTo>
                  <a:lnTo>
                    <a:pt x="2639583" y="1555006"/>
                  </a:lnTo>
                  <a:lnTo>
                    <a:pt x="2640210" y="1557268"/>
                  </a:lnTo>
                  <a:lnTo>
                    <a:pt x="2640836" y="1559476"/>
                  </a:lnTo>
                  <a:lnTo>
                    <a:pt x="2641463" y="1561627"/>
                  </a:lnTo>
                  <a:lnTo>
                    <a:pt x="2642089" y="1563723"/>
                  </a:lnTo>
                  <a:lnTo>
                    <a:pt x="2642716" y="1565754"/>
                  </a:lnTo>
                  <a:lnTo>
                    <a:pt x="2643342" y="1567701"/>
                  </a:lnTo>
                  <a:lnTo>
                    <a:pt x="2643969" y="1569567"/>
                  </a:lnTo>
                  <a:lnTo>
                    <a:pt x="2644596" y="1571372"/>
                  </a:lnTo>
                  <a:lnTo>
                    <a:pt x="2645222" y="1573138"/>
                  </a:lnTo>
                  <a:lnTo>
                    <a:pt x="2645849" y="1574893"/>
                  </a:lnTo>
                  <a:lnTo>
                    <a:pt x="2646475" y="1576670"/>
                  </a:lnTo>
                  <a:lnTo>
                    <a:pt x="2647102" y="1578463"/>
                  </a:lnTo>
                  <a:lnTo>
                    <a:pt x="2647728" y="1580281"/>
                  </a:lnTo>
                  <a:lnTo>
                    <a:pt x="2648355" y="1582133"/>
                  </a:lnTo>
                  <a:lnTo>
                    <a:pt x="2648981" y="1584007"/>
                  </a:lnTo>
                  <a:lnTo>
                    <a:pt x="2649608" y="1585888"/>
                  </a:lnTo>
                  <a:lnTo>
                    <a:pt x="2650235" y="1587770"/>
                  </a:lnTo>
                  <a:lnTo>
                    <a:pt x="2650861" y="1589640"/>
                  </a:lnTo>
                  <a:lnTo>
                    <a:pt x="2651488" y="1591503"/>
                  </a:lnTo>
                  <a:lnTo>
                    <a:pt x="2652114" y="1593379"/>
                  </a:lnTo>
                  <a:lnTo>
                    <a:pt x="2652741" y="1595289"/>
                  </a:lnTo>
                  <a:lnTo>
                    <a:pt x="2653367" y="1597244"/>
                  </a:lnTo>
                  <a:lnTo>
                    <a:pt x="2653994" y="1599220"/>
                  </a:lnTo>
                  <a:lnTo>
                    <a:pt x="2654620" y="1601194"/>
                  </a:lnTo>
                  <a:lnTo>
                    <a:pt x="2655247" y="1603131"/>
                  </a:lnTo>
                  <a:lnTo>
                    <a:pt x="2655874" y="1605015"/>
                  </a:lnTo>
                  <a:lnTo>
                    <a:pt x="2656500" y="1606855"/>
                  </a:lnTo>
                  <a:lnTo>
                    <a:pt x="2657127" y="1608671"/>
                  </a:lnTo>
                  <a:lnTo>
                    <a:pt x="2657753" y="1610465"/>
                  </a:lnTo>
                  <a:lnTo>
                    <a:pt x="2658380" y="1612232"/>
                  </a:lnTo>
                  <a:lnTo>
                    <a:pt x="2659006" y="1613976"/>
                  </a:lnTo>
                  <a:lnTo>
                    <a:pt x="2659633" y="1615704"/>
                  </a:lnTo>
                  <a:lnTo>
                    <a:pt x="2660259" y="1617436"/>
                  </a:lnTo>
                  <a:lnTo>
                    <a:pt x="2660886" y="1619162"/>
                  </a:lnTo>
                  <a:lnTo>
                    <a:pt x="2661513" y="1620876"/>
                  </a:lnTo>
                  <a:lnTo>
                    <a:pt x="2662139" y="1622566"/>
                  </a:lnTo>
                  <a:lnTo>
                    <a:pt x="2662766" y="1624230"/>
                  </a:lnTo>
                  <a:lnTo>
                    <a:pt x="2663392" y="1625872"/>
                  </a:lnTo>
                  <a:lnTo>
                    <a:pt x="2664019" y="1627494"/>
                  </a:lnTo>
                  <a:lnTo>
                    <a:pt x="2664645" y="1629119"/>
                  </a:lnTo>
                  <a:lnTo>
                    <a:pt x="2665272" y="1630730"/>
                  </a:lnTo>
                  <a:lnTo>
                    <a:pt x="2665898" y="1632341"/>
                  </a:lnTo>
                  <a:lnTo>
                    <a:pt x="2666525" y="1633916"/>
                  </a:lnTo>
                  <a:lnTo>
                    <a:pt x="2667152" y="1635452"/>
                  </a:lnTo>
                  <a:lnTo>
                    <a:pt x="2667778" y="1636970"/>
                  </a:lnTo>
                  <a:lnTo>
                    <a:pt x="2668405" y="1638475"/>
                  </a:lnTo>
                  <a:lnTo>
                    <a:pt x="2669031" y="1639960"/>
                  </a:lnTo>
                  <a:lnTo>
                    <a:pt x="2669658" y="1641429"/>
                  </a:lnTo>
                  <a:lnTo>
                    <a:pt x="2670284" y="1642892"/>
                  </a:lnTo>
                  <a:lnTo>
                    <a:pt x="2670911" y="1644333"/>
                  </a:lnTo>
                  <a:lnTo>
                    <a:pt x="2671537" y="1645738"/>
                  </a:lnTo>
                  <a:lnTo>
                    <a:pt x="2672164" y="1647090"/>
                  </a:lnTo>
                  <a:lnTo>
                    <a:pt x="2672791" y="1648386"/>
                  </a:lnTo>
                  <a:lnTo>
                    <a:pt x="2673417" y="1649629"/>
                  </a:lnTo>
                  <a:lnTo>
                    <a:pt x="2674044" y="1650816"/>
                  </a:lnTo>
                  <a:lnTo>
                    <a:pt x="2674670" y="1651954"/>
                  </a:lnTo>
                  <a:lnTo>
                    <a:pt x="2675297" y="1653061"/>
                  </a:lnTo>
                  <a:lnTo>
                    <a:pt x="2675923" y="1654132"/>
                  </a:lnTo>
                  <a:lnTo>
                    <a:pt x="2676550" y="1655155"/>
                  </a:lnTo>
                  <a:lnTo>
                    <a:pt x="2677176" y="1656110"/>
                  </a:lnTo>
                  <a:lnTo>
                    <a:pt x="2677803" y="1656957"/>
                  </a:lnTo>
                  <a:lnTo>
                    <a:pt x="2678430" y="1657678"/>
                  </a:lnTo>
                  <a:lnTo>
                    <a:pt x="2679056" y="1658275"/>
                  </a:lnTo>
                  <a:lnTo>
                    <a:pt x="2679683" y="1658751"/>
                  </a:lnTo>
                  <a:lnTo>
                    <a:pt x="2680309" y="1659115"/>
                  </a:lnTo>
                  <a:lnTo>
                    <a:pt x="2680936" y="1659371"/>
                  </a:lnTo>
                  <a:lnTo>
                    <a:pt x="2681562" y="1659531"/>
                  </a:lnTo>
                  <a:lnTo>
                    <a:pt x="2682189" y="1659604"/>
                  </a:lnTo>
                  <a:lnTo>
                    <a:pt x="2682815" y="1659600"/>
                  </a:lnTo>
                  <a:lnTo>
                    <a:pt x="2683442" y="1659518"/>
                  </a:lnTo>
                  <a:lnTo>
                    <a:pt x="2684069" y="1659352"/>
                  </a:lnTo>
                  <a:lnTo>
                    <a:pt x="2684695" y="1659075"/>
                  </a:lnTo>
                  <a:lnTo>
                    <a:pt x="2685322" y="1658686"/>
                  </a:lnTo>
                  <a:lnTo>
                    <a:pt x="2685948" y="1658217"/>
                  </a:lnTo>
                  <a:lnTo>
                    <a:pt x="2686575" y="1657682"/>
                  </a:lnTo>
                  <a:lnTo>
                    <a:pt x="2687201" y="1657150"/>
                  </a:lnTo>
                  <a:lnTo>
                    <a:pt x="2687828" y="1656639"/>
                  </a:lnTo>
                  <a:lnTo>
                    <a:pt x="2688454" y="1656160"/>
                  </a:lnTo>
                  <a:lnTo>
                    <a:pt x="2689081" y="1655681"/>
                  </a:lnTo>
                  <a:lnTo>
                    <a:pt x="2689708" y="1655208"/>
                  </a:lnTo>
                  <a:lnTo>
                    <a:pt x="2690334" y="1654748"/>
                  </a:lnTo>
                  <a:lnTo>
                    <a:pt x="2690961" y="1654301"/>
                  </a:lnTo>
                  <a:lnTo>
                    <a:pt x="2691587" y="1653862"/>
                  </a:lnTo>
                  <a:lnTo>
                    <a:pt x="2692214" y="1653425"/>
                  </a:lnTo>
                  <a:lnTo>
                    <a:pt x="2692840" y="1653002"/>
                  </a:lnTo>
                  <a:lnTo>
                    <a:pt x="2693467" y="1652572"/>
                  </a:lnTo>
                  <a:lnTo>
                    <a:pt x="2694093" y="1652144"/>
                  </a:lnTo>
                  <a:lnTo>
                    <a:pt x="2694720" y="1651713"/>
                  </a:lnTo>
                  <a:lnTo>
                    <a:pt x="2695347" y="1651232"/>
                  </a:lnTo>
                  <a:lnTo>
                    <a:pt x="2695973" y="1650689"/>
                  </a:lnTo>
                  <a:lnTo>
                    <a:pt x="2696600" y="1650040"/>
                  </a:lnTo>
                  <a:lnTo>
                    <a:pt x="2697226" y="1649285"/>
                  </a:lnTo>
                  <a:lnTo>
                    <a:pt x="2697853" y="1648415"/>
                  </a:lnTo>
                  <a:lnTo>
                    <a:pt x="2698479" y="1647477"/>
                  </a:lnTo>
                  <a:lnTo>
                    <a:pt x="2699106" y="1646488"/>
                  </a:lnTo>
                  <a:lnTo>
                    <a:pt x="2699732" y="1645442"/>
                  </a:lnTo>
                  <a:lnTo>
                    <a:pt x="2700359" y="1644335"/>
                  </a:lnTo>
                  <a:lnTo>
                    <a:pt x="2700986" y="1643170"/>
                  </a:lnTo>
                  <a:lnTo>
                    <a:pt x="2701612" y="1641944"/>
                  </a:lnTo>
                  <a:lnTo>
                    <a:pt x="2702239" y="1640646"/>
                  </a:lnTo>
                  <a:lnTo>
                    <a:pt x="2702865" y="1639305"/>
                  </a:lnTo>
                  <a:lnTo>
                    <a:pt x="2703492" y="1637922"/>
                  </a:lnTo>
                  <a:lnTo>
                    <a:pt x="2704118" y="1636498"/>
                  </a:lnTo>
                  <a:lnTo>
                    <a:pt x="2704745" y="1635060"/>
                  </a:lnTo>
                  <a:lnTo>
                    <a:pt x="2705371" y="1633604"/>
                  </a:lnTo>
                  <a:lnTo>
                    <a:pt x="2705998" y="1632161"/>
                  </a:lnTo>
                  <a:lnTo>
                    <a:pt x="2706625" y="1630727"/>
                  </a:lnTo>
                  <a:lnTo>
                    <a:pt x="2707251" y="1629271"/>
                  </a:lnTo>
                  <a:lnTo>
                    <a:pt x="2707878" y="1627797"/>
                  </a:lnTo>
                  <a:lnTo>
                    <a:pt x="2708504" y="1626291"/>
                  </a:lnTo>
                  <a:lnTo>
                    <a:pt x="2709131" y="1624756"/>
                  </a:lnTo>
                  <a:lnTo>
                    <a:pt x="2709757" y="1623166"/>
                  </a:lnTo>
                  <a:lnTo>
                    <a:pt x="2710384" y="1621508"/>
                  </a:lnTo>
                  <a:lnTo>
                    <a:pt x="2711010" y="1619774"/>
                  </a:lnTo>
                  <a:lnTo>
                    <a:pt x="2711637" y="1617964"/>
                  </a:lnTo>
                  <a:lnTo>
                    <a:pt x="2712264" y="1616064"/>
                  </a:lnTo>
                  <a:lnTo>
                    <a:pt x="2712890" y="1614083"/>
                  </a:lnTo>
                  <a:lnTo>
                    <a:pt x="2713517" y="1612033"/>
                  </a:lnTo>
                  <a:lnTo>
                    <a:pt x="2714143" y="1609910"/>
                  </a:lnTo>
                  <a:lnTo>
                    <a:pt x="2714770" y="1607714"/>
                  </a:lnTo>
                  <a:lnTo>
                    <a:pt x="2715396" y="1605442"/>
                  </a:lnTo>
                  <a:lnTo>
                    <a:pt x="2716023" y="1603101"/>
                  </a:lnTo>
                  <a:lnTo>
                    <a:pt x="2716649" y="1600722"/>
                  </a:lnTo>
                  <a:lnTo>
                    <a:pt x="2717276" y="1598291"/>
                  </a:lnTo>
                  <a:lnTo>
                    <a:pt x="2717903" y="1595822"/>
                  </a:lnTo>
                  <a:lnTo>
                    <a:pt x="2718529" y="1593316"/>
                  </a:lnTo>
                  <a:lnTo>
                    <a:pt x="2719156" y="1590817"/>
                  </a:lnTo>
                  <a:lnTo>
                    <a:pt x="2719782" y="1588346"/>
                  </a:lnTo>
                  <a:lnTo>
                    <a:pt x="2720409" y="1585903"/>
                  </a:lnTo>
                  <a:lnTo>
                    <a:pt x="2721035" y="1583491"/>
                  </a:lnTo>
                  <a:lnTo>
                    <a:pt x="2721662" y="1581110"/>
                  </a:lnTo>
                  <a:lnTo>
                    <a:pt x="2722288" y="1578754"/>
                  </a:lnTo>
                  <a:lnTo>
                    <a:pt x="2722915" y="1576416"/>
                  </a:lnTo>
                  <a:lnTo>
                    <a:pt x="2723542" y="1574089"/>
                  </a:lnTo>
                  <a:lnTo>
                    <a:pt x="2724168" y="1571761"/>
                  </a:lnTo>
                  <a:lnTo>
                    <a:pt x="2724795" y="1569421"/>
                  </a:lnTo>
                  <a:lnTo>
                    <a:pt x="2725421" y="1567090"/>
                  </a:lnTo>
                  <a:lnTo>
                    <a:pt x="2726048" y="1564771"/>
                  </a:lnTo>
                  <a:lnTo>
                    <a:pt x="2726674" y="1562485"/>
                  </a:lnTo>
                  <a:lnTo>
                    <a:pt x="2727301" y="1560260"/>
                  </a:lnTo>
                  <a:lnTo>
                    <a:pt x="2727927" y="1558103"/>
                  </a:lnTo>
                  <a:lnTo>
                    <a:pt x="2728554" y="1556010"/>
                  </a:lnTo>
                  <a:lnTo>
                    <a:pt x="2729181" y="1553996"/>
                  </a:lnTo>
                  <a:lnTo>
                    <a:pt x="2729807" y="1552055"/>
                  </a:lnTo>
                  <a:lnTo>
                    <a:pt x="2730434" y="1550185"/>
                  </a:lnTo>
                  <a:lnTo>
                    <a:pt x="2731060" y="1548375"/>
                  </a:lnTo>
                  <a:lnTo>
                    <a:pt x="2731687" y="1546624"/>
                  </a:lnTo>
                  <a:lnTo>
                    <a:pt x="2732313" y="1544933"/>
                  </a:lnTo>
                  <a:lnTo>
                    <a:pt x="2732940" y="1543332"/>
                  </a:lnTo>
                  <a:lnTo>
                    <a:pt x="2733566" y="1541846"/>
                  </a:lnTo>
                  <a:lnTo>
                    <a:pt x="2734193" y="1540492"/>
                  </a:lnTo>
                  <a:lnTo>
                    <a:pt x="2734820" y="1539257"/>
                  </a:lnTo>
                  <a:lnTo>
                    <a:pt x="2735446" y="1538146"/>
                  </a:lnTo>
                  <a:lnTo>
                    <a:pt x="2736073" y="1537156"/>
                  </a:lnTo>
                  <a:lnTo>
                    <a:pt x="2736699" y="1536263"/>
                  </a:lnTo>
                  <a:lnTo>
                    <a:pt x="2737326" y="1535466"/>
                  </a:lnTo>
                  <a:lnTo>
                    <a:pt x="2737952" y="1534739"/>
                  </a:lnTo>
                  <a:lnTo>
                    <a:pt x="2738579" y="1534085"/>
                  </a:lnTo>
                  <a:lnTo>
                    <a:pt x="2739205" y="1533531"/>
                  </a:lnTo>
                  <a:lnTo>
                    <a:pt x="2739832" y="1533080"/>
                  </a:lnTo>
                  <a:lnTo>
                    <a:pt x="2740459" y="1532759"/>
                  </a:lnTo>
                  <a:lnTo>
                    <a:pt x="2741085" y="1532575"/>
                  </a:lnTo>
                  <a:lnTo>
                    <a:pt x="2741712" y="1532550"/>
                  </a:lnTo>
                  <a:lnTo>
                    <a:pt x="2742338" y="1532680"/>
                  </a:lnTo>
                  <a:lnTo>
                    <a:pt x="2742965" y="1532956"/>
                  </a:lnTo>
                  <a:lnTo>
                    <a:pt x="2743591" y="1533386"/>
                  </a:lnTo>
                  <a:lnTo>
                    <a:pt x="2744218" y="1533971"/>
                  </a:lnTo>
                  <a:lnTo>
                    <a:pt x="2744844" y="1534697"/>
                  </a:lnTo>
                  <a:lnTo>
                    <a:pt x="2745471" y="1535547"/>
                  </a:lnTo>
                  <a:lnTo>
                    <a:pt x="2746098" y="1536521"/>
                  </a:lnTo>
                  <a:lnTo>
                    <a:pt x="2746724" y="1537606"/>
                  </a:lnTo>
                  <a:lnTo>
                    <a:pt x="2747351" y="1538801"/>
                  </a:lnTo>
                  <a:lnTo>
                    <a:pt x="2747977" y="1540093"/>
                  </a:lnTo>
                  <a:lnTo>
                    <a:pt x="2748604" y="1541446"/>
                  </a:lnTo>
                  <a:lnTo>
                    <a:pt x="2749230" y="1542874"/>
                  </a:lnTo>
                  <a:lnTo>
                    <a:pt x="2749857" y="1544324"/>
                  </a:lnTo>
                  <a:lnTo>
                    <a:pt x="2750483" y="1545783"/>
                  </a:lnTo>
                  <a:lnTo>
                    <a:pt x="2751110" y="1547202"/>
                  </a:lnTo>
                  <a:lnTo>
                    <a:pt x="2751737" y="1548558"/>
                  </a:lnTo>
                  <a:lnTo>
                    <a:pt x="2752363" y="1549851"/>
                  </a:lnTo>
                  <a:lnTo>
                    <a:pt x="2752990" y="1551075"/>
                  </a:lnTo>
                  <a:lnTo>
                    <a:pt x="2753616" y="1552230"/>
                  </a:lnTo>
                  <a:lnTo>
                    <a:pt x="2754243" y="1553328"/>
                  </a:lnTo>
                  <a:lnTo>
                    <a:pt x="2754869" y="1554377"/>
                  </a:lnTo>
                  <a:lnTo>
                    <a:pt x="2755496" y="1555394"/>
                  </a:lnTo>
                  <a:lnTo>
                    <a:pt x="2756122" y="1556418"/>
                  </a:lnTo>
                  <a:lnTo>
                    <a:pt x="2756749" y="1557456"/>
                  </a:lnTo>
                  <a:lnTo>
                    <a:pt x="2757376" y="1558516"/>
                  </a:lnTo>
                  <a:lnTo>
                    <a:pt x="2758002" y="1559622"/>
                  </a:lnTo>
                  <a:lnTo>
                    <a:pt x="2758629" y="1560767"/>
                  </a:lnTo>
                  <a:lnTo>
                    <a:pt x="2759255" y="1561978"/>
                  </a:lnTo>
                  <a:lnTo>
                    <a:pt x="2759882" y="1563279"/>
                  </a:lnTo>
                  <a:lnTo>
                    <a:pt x="2760508" y="1564692"/>
                  </a:lnTo>
                  <a:lnTo>
                    <a:pt x="2761135" y="1566211"/>
                  </a:lnTo>
                  <a:lnTo>
                    <a:pt x="2761761" y="1567830"/>
                  </a:lnTo>
                  <a:lnTo>
                    <a:pt x="2762388" y="1569557"/>
                  </a:lnTo>
                  <a:lnTo>
                    <a:pt x="2763015" y="1571377"/>
                  </a:lnTo>
                  <a:lnTo>
                    <a:pt x="2763641" y="1573266"/>
                  </a:lnTo>
                  <a:lnTo>
                    <a:pt x="2764268" y="1575218"/>
                  </a:lnTo>
                  <a:lnTo>
                    <a:pt x="2764894" y="1577204"/>
                  </a:lnTo>
                  <a:lnTo>
                    <a:pt x="2765521" y="1579168"/>
                  </a:lnTo>
                  <a:lnTo>
                    <a:pt x="2766147" y="1581098"/>
                  </a:lnTo>
                  <a:lnTo>
                    <a:pt x="2766774" y="1582994"/>
                  </a:lnTo>
                  <a:lnTo>
                    <a:pt x="2767400" y="1584846"/>
                  </a:lnTo>
                  <a:lnTo>
                    <a:pt x="2768027" y="1586659"/>
                  </a:lnTo>
                  <a:lnTo>
                    <a:pt x="2768654" y="1588389"/>
                  </a:lnTo>
                  <a:lnTo>
                    <a:pt x="2769280" y="1590027"/>
                  </a:lnTo>
                  <a:lnTo>
                    <a:pt x="2769907" y="1591585"/>
                  </a:lnTo>
                  <a:lnTo>
                    <a:pt x="2770533" y="1593041"/>
                  </a:lnTo>
                  <a:lnTo>
                    <a:pt x="2771160" y="1594412"/>
                  </a:lnTo>
                  <a:lnTo>
                    <a:pt x="2771786" y="1595691"/>
                  </a:lnTo>
                  <a:lnTo>
                    <a:pt x="2772413" y="1596911"/>
                  </a:lnTo>
                  <a:lnTo>
                    <a:pt x="2773039" y="1598104"/>
                  </a:lnTo>
                  <a:lnTo>
                    <a:pt x="2773666" y="1599273"/>
                  </a:lnTo>
                  <a:lnTo>
                    <a:pt x="2774293" y="1600450"/>
                  </a:lnTo>
                  <a:lnTo>
                    <a:pt x="2774919" y="1601655"/>
                  </a:lnTo>
                  <a:lnTo>
                    <a:pt x="2775546" y="1602868"/>
                  </a:lnTo>
                  <a:lnTo>
                    <a:pt x="2776172" y="1604072"/>
                  </a:lnTo>
                  <a:lnTo>
                    <a:pt x="2776799" y="1605273"/>
                  </a:lnTo>
                  <a:lnTo>
                    <a:pt x="2777425" y="1606458"/>
                  </a:lnTo>
                  <a:lnTo>
                    <a:pt x="2778052" y="1607658"/>
                  </a:lnTo>
                  <a:lnTo>
                    <a:pt x="2778678" y="1608874"/>
                  </a:lnTo>
                  <a:lnTo>
                    <a:pt x="2779305" y="1610095"/>
                  </a:lnTo>
                  <a:lnTo>
                    <a:pt x="2779932" y="1611366"/>
                  </a:lnTo>
                  <a:lnTo>
                    <a:pt x="2780558" y="1612682"/>
                  </a:lnTo>
                  <a:lnTo>
                    <a:pt x="2781185" y="1614046"/>
                  </a:lnTo>
                  <a:lnTo>
                    <a:pt x="2781811" y="1615428"/>
                  </a:lnTo>
                  <a:lnTo>
                    <a:pt x="2782438" y="1616816"/>
                  </a:lnTo>
                  <a:lnTo>
                    <a:pt x="2783064" y="1618211"/>
                  </a:lnTo>
                  <a:lnTo>
                    <a:pt x="2783691" y="1619601"/>
                  </a:lnTo>
                  <a:lnTo>
                    <a:pt x="2784317" y="1620977"/>
                  </a:lnTo>
                  <a:lnTo>
                    <a:pt x="2784944" y="1622370"/>
                  </a:lnTo>
                  <a:lnTo>
                    <a:pt x="2785571" y="1623784"/>
                  </a:lnTo>
                  <a:lnTo>
                    <a:pt x="2786197" y="1625227"/>
                  </a:lnTo>
                  <a:lnTo>
                    <a:pt x="2786824" y="1626706"/>
                  </a:lnTo>
                  <a:lnTo>
                    <a:pt x="2787450" y="1628231"/>
                  </a:lnTo>
                  <a:lnTo>
                    <a:pt x="2788077" y="1629778"/>
                  </a:lnTo>
                  <a:lnTo>
                    <a:pt x="2788703" y="1631359"/>
                  </a:lnTo>
                  <a:lnTo>
                    <a:pt x="2789330" y="1632949"/>
                  </a:lnTo>
                  <a:lnTo>
                    <a:pt x="2789956" y="1634520"/>
                  </a:lnTo>
                  <a:lnTo>
                    <a:pt x="2790583" y="1636066"/>
                  </a:lnTo>
                  <a:lnTo>
                    <a:pt x="2791210" y="1637579"/>
                  </a:lnTo>
                  <a:lnTo>
                    <a:pt x="2791836" y="1639034"/>
                  </a:lnTo>
                  <a:lnTo>
                    <a:pt x="2792463" y="1640436"/>
                  </a:lnTo>
                  <a:lnTo>
                    <a:pt x="2793089" y="1641790"/>
                  </a:lnTo>
                  <a:lnTo>
                    <a:pt x="2793716" y="1643105"/>
                  </a:lnTo>
                  <a:lnTo>
                    <a:pt x="2794342" y="1644376"/>
                  </a:lnTo>
                  <a:lnTo>
                    <a:pt x="2794969" y="1645620"/>
                  </a:lnTo>
                  <a:lnTo>
                    <a:pt x="2795595" y="1646850"/>
                  </a:lnTo>
                  <a:lnTo>
                    <a:pt x="2796222" y="1648059"/>
                  </a:lnTo>
                  <a:lnTo>
                    <a:pt x="2796849" y="1649230"/>
                  </a:lnTo>
                  <a:lnTo>
                    <a:pt x="2797475" y="1650392"/>
                  </a:lnTo>
                  <a:lnTo>
                    <a:pt x="2798102" y="1651539"/>
                  </a:lnTo>
                  <a:lnTo>
                    <a:pt x="2798728" y="1652670"/>
                  </a:lnTo>
                  <a:lnTo>
                    <a:pt x="2799355" y="1653796"/>
                  </a:lnTo>
                  <a:lnTo>
                    <a:pt x="2799981" y="1654911"/>
                  </a:lnTo>
                  <a:lnTo>
                    <a:pt x="2800608" y="1656053"/>
                  </a:lnTo>
                  <a:lnTo>
                    <a:pt x="2801234" y="1657235"/>
                  </a:lnTo>
                  <a:lnTo>
                    <a:pt x="2801861" y="1658443"/>
                  </a:lnTo>
                  <a:lnTo>
                    <a:pt x="2802488" y="1659694"/>
                  </a:lnTo>
                  <a:lnTo>
                    <a:pt x="2803114" y="1660951"/>
                  </a:lnTo>
                  <a:lnTo>
                    <a:pt x="2803741" y="1662213"/>
                  </a:lnTo>
                  <a:lnTo>
                    <a:pt x="2804367" y="1663421"/>
                  </a:lnTo>
                  <a:lnTo>
                    <a:pt x="2804994" y="1664549"/>
                  </a:lnTo>
                  <a:lnTo>
                    <a:pt x="2805620" y="1665583"/>
                  </a:lnTo>
                  <a:lnTo>
                    <a:pt x="2806247" y="1666512"/>
                  </a:lnTo>
                  <a:lnTo>
                    <a:pt x="2806873" y="1667325"/>
                  </a:lnTo>
                  <a:lnTo>
                    <a:pt x="2807500" y="1668036"/>
                  </a:lnTo>
                  <a:lnTo>
                    <a:pt x="2808127" y="1668664"/>
                  </a:lnTo>
                  <a:lnTo>
                    <a:pt x="2808753" y="1669211"/>
                  </a:lnTo>
                  <a:lnTo>
                    <a:pt x="2809380" y="1669681"/>
                  </a:lnTo>
                  <a:lnTo>
                    <a:pt x="2810006" y="1670039"/>
                  </a:lnTo>
                  <a:lnTo>
                    <a:pt x="2810633" y="1670280"/>
                  </a:lnTo>
                  <a:lnTo>
                    <a:pt x="2811259" y="1670419"/>
                  </a:lnTo>
                  <a:lnTo>
                    <a:pt x="2811886" y="1670418"/>
                  </a:lnTo>
                  <a:lnTo>
                    <a:pt x="2812512" y="1670288"/>
                  </a:lnTo>
                  <a:lnTo>
                    <a:pt x="2813139" y="1670034"/>
                  </a:lnTo>
                  <a:lnTo>
                    <a:pt x="2813766" y="1669703"/>
                  </a:lnTo>
                  <a:lnTo>
                    <a:pt x="2814392" y="1669318"/>
                  </a:lnTo>
                  <a:lnTo>
                    <a:pt x="2815019" y="1668884"/>
                  </a:lnTo>
                  <a:lnTo>
                    <a:pt x="2815645" y="1668407"/>
                  </a:lnTo>
                  <a:lnTo>
                    <a:pt x="2816272" y="1667897"/>
                  </a:lnTo>
                  <a:lnTo>
                    <a:pt x="2816898" y="1667334"/>
                  </a:lnTo>
                  <a:lnTo>
                    <a:pt x="2817525" y="1666708"/>
                  </a:lnTo>
                  <a:lnTo>
                    <a:pt x="2818151" y="1665991"/>
                  </a:lnTo>
                  <a:lnTo>
                    <a:pt x="2818778" y="1665176"/>
                  </a:lnTo>
                  <a:lnTo>
                    <a:pt x="2819405" y="1664267"/>
                  </a:lnTo>
                  <a:lnTo>
                    <a:pt x="2820031" y="1663263"/>
                  </a:lnTo>
                  <a:lnTo>
                    <a:pt x="2820658" y="1662189"/>
                  </a:lnTo>
                  <a:lnTo>
                    <a:pt x="2821284" y="1661056"/>
                  </a:lnTo>
                  <a:lnTo>
                    <a:pt x="2821911" y="1659902"/>
                  </a:lnTo>
                  <a:lnTo>
                    <a:pt x="2822537" y="1658731"/>
                  </a:lnTo>
                  <a:lnTo>
                    <a:pt x="2823164" y="1657542"/>
                  </a:lnTo>
                  <a:lnTo>
                    <a:pt x="2823790" y="1656337"/>
                  </a:lnTo>
                  <a:lnTo>
                    <a:pt x="2824417" y="1655116"/>
                  </a:lnTo>
                  <a:lnTo>
                    <a:pt x="2825043" y="1653875"/>
                  </a:lnTo>
                  <a:lnTo>
                    <a:pt x="2825670" y="1652621"/>
                  </a:lnTo>
                  <a:lnTo>
                    <a:pt x="2826297" y="1651382"/>
                  </a:lnTo>
                  <a:lnTo>
                    <a:pt x="2826923" y="1650156"/>
                  </a:lnTo>
                  <a:lnTo>
                    <a:pt x="2827550" y="1648971"/>
                  </a:lnTo>
                  <a:lnTo>
                    <a:pt x="2828176" y="1647862"/>
                  </a:lnTo>
                  <a:lnTo>
                    <a:pt x="2828803" y="1646855"/>
                  </a:lnTo>
                  <a:lnTo>
                    <a:pt x="2829429" y="1645938"/>
                  </a:lnTo>
                  <a:lnTo>
                    <a:pt x="2830056" y="1645068"/>
                  </a:lnTo>
                  <a:lnTo>
                    <a:pt x="2830682" y="1644227"/>
                  </a:lnTo>
                  <a:lnTo>
                    <a:pt x="2831309" y="1643430"/>
                  </a:lnTo>
                  <a:lnTo>
                    <a:pt x="2831936" y="1642678"/>
                  </a:lnTo>
                  <a:lnTo>
                    <a:pt x="2832562" y="1641985"/>
                  </a:lnTo>
                  <a:lnTo>
                    <a:pt x="2833189" y="1641360"/>
                  </a:lnTo>
                  <a:lnTo>
                    <a:pt x="2833815" y="1640798"/>
                  </a:lnTo>
                  <a:lnTo>
                    <a:pt x="2834442" y="1640300"/>
                  </a:lnTo>
                  <a:lnTo>
                    <a:pt x="2835068" y="1639860"/>
                  </a:lnTo>
                  <a:lnTo>
                    <a:pt x="2835695" y="1639450"/>
                  </a:lnTo>
                  <a:lnTo>
                    <a:pt x="2836321" y="1639070"/>
                  </a:lnTo>
                  <a:lnTo>
                    <a:pt x="2836948" y="1638706"/>
                  </a:lnTo>
                  <a:lnTo>
                    <a:pt x="2837575" y="1638354"/>
                  </a:lnTo>
                  <a:lnTo>
                    <a:pt x="2838201" y="1638024"/>
                  </a:lnTo>
                  <a:lnTo>
                    <a:pt x="2838828" y="1637721"/>
                  </a:lnTo>
                  <a:lnTo>
                    <a:pt x="2839454" y="1637467"/>
                  </a:lnTo>
                  <a:lnTo>
                    <a:pt x="2840081" y="1637278"/>
                  </a:lnTo>
                  <a:lnTo>
                    <a:pt x="2840707" y="1637122"/>
                  </a:lnTo>
                  <a:lnTo>
                    <a:pt x="2841334" y="1637006"/>
                  </a:lnTo>
                  <a:lnTo>
                    <a:pt x="2841960" y="1636933"/>
                  </a:lnTo>
                  <a:lnTo>
                    <a:pt x="2842587" y="1636879"/>
                  </a:lnTo>
                  <a:lnTo>
                    <a:pt x="2843214" y="1636850"/>
                  </a:lnTo>
                  <a:lnTo>
                    <a:pt x="2843840" y="1636844"/>
                  </a:lnTo>
                  <a:lnTo>
                    <a:pt x="2844467" y="1636881"/>
                  </a:lnTo>
                  <a:lnTo>
                    <a:pt x="2845093" y="1636975"/>
                  </a:lnTo>
                  <a:lnTo>
                    <a:pt x="2845720" y="1637127"/>
                  </a:lnTo>
                  <a:lnTo>
                    <a:pt x="2846346" y="1637353"/>
                  </a:lnTo>
                  <a:lnTo>
                    <a:pt x="2846973" y="1637653"/>
                  </a:lnTo>
                  <a:lnTo>
                    <a:pt x="2847599" y="1638008"/>
                  </a:lnTo>
                  <a:lnTo>
                    <a:pt x="2848226" y="1638420"/>
                  </a:lnTo>
                  <a:lnTo>
                    <a:pt x="2848853" y="1638883"/>
                  </a:lnTo>
                  <a:lnTo>
                    <a:pt x="2849479" y="1639398"/>
                  </a:lnTo>
                  <a:lnTo>
                    <a:pt x="2850106" y="1639982"/>
                  </a:lnTo>
                  <a:lnTo>
                    <a:pt x="2850732" y="1640628"/>
                  </a:lnTo>
                  <a:lnTo>
                    <a:pt x="2851359" y="1641322"/>
                  </a:lnTo>
                  <a:lnTo>
                    <a:pt x="2851985" y="1642069"/>
                  </a:lnTo>
                  <a:lnTo>
                    <a:pt x="2852612" y="1642840"/>
                  </a:lnTo>
                  <a:lnTo>
                    <a:pt x="2853238" y="1643640"/>
                  </a:lnTo>
                  <a:lnTo>
                    <a:pt x="2853865" y="1644435"/>
                  </a:lnTo>
                  <a:lnTo>
                    <a:pt x="2854492" y="1645221"/>
                  </a:lnTo>
                  <a:lnTo>
                    <a:pt x="2855118" y="1646002"/>
                  </a:lnTo>
                  <a:lnTo>
                    <a:pt x="2855745" y="1646781"/>
                  </a:lnTo>
                  <a:lnTo>
                    <a:pt x="2856371" y="1647533"/>
                  </a:lnTo>
                  <a:lnTo>
                    <a:pt x="2856998" y="1648260"/>
                  </a:lnTo>
                  <a:lnTo>
                    <a:pt x="2857624" y="1648944"/>
                  </a:lnTo>
                  <a:lnTo>
                    <a:pt x="2858251" y="1649564"/>
                  </a:lnTo>
                  <a:lnTo>
                    <a:pt x="2858877" y="1650118"/>
                  </a:lnTo>
                  <a:lnTo>
                    <a:pt x="2859504" y="1650595"/>
                  </a:lnTo>
                  <a:lnTo>
                    <a:pt x="2860131" y="1650972"/>
                  </a:lnTo>
                  <a:lnTo>
                    <a:pt x="2860757" y="1651239"/>
                  </a:lnTo>
                  <a:lnTo>
                    <a:pt x="2861384" y="1651386"/>
                  </a:lnTo>
                  <a:lnTo>
                    <a:pt x="2862010" y="1651454"/>
                  </a:lnTo>
                  <a:lnTo>
                    <a:pt x="2862637" y="1651471"/>
                  </a:lnTo>
                  <a:lnTo>
                    <a:pt x="2863263" y="1651414"/>
                  </a:lnTo>
                  <a:lnTo>
                    <a:pt x="2863890" y="1651275"/>
                  </a:lnTo>
                  <a:lnTo>
                    <a:pt x="2864516" y="1651050"/>
                  </a:lnTo>
                  <a:lnTo>
                    <a:pt x="2865143" y="1650714"/>
                  </a:lnTo>
                  <a:lnTo>
                    <a:pt x="2865770" y="1650296"/>
                  </a:lnTo>
                  <a:lnTo>
                    <a:pt x="2866396" y="1649799"/>
                  </a:lnTo>
                  <a:lnTo>
                    <a:pt x="2867023" y="1649241"/>
                  </a:lnTo>
                  <a:lnTo>
                    <a:pt x="2867649" y="1648645"/>
                  </a:lnTo>
                  <a:lnTo>
                    <a:pt x="2868276" y="1648030"/>
                  </a:lnTo>
                  <a:lnTo>
                    <a:pt x="2868902" y="1647396"/>
                  </a:lnTo>
                  <a:lnTo>
                    <a:pt x="2869529" y="1646755"/>
                  </a:lnTo>
                  <a:lnTo>
                    <a:pt x="2870155" y="1646081"/>
                  </a:lnTo>
                  <a:lnTo>
                    <a:pt x="2870782" y="1645381"/>
                  </a:lnTo>
                  <a:lnTo>
                    <a:pt x="2871409" y="1644629"/>
                  </a:lnTo>
                  <a:lnTo>
                    <a:pt x="2872035" y="1643822"/>
                  </a:lnTo>
                  <a:lnTo>
                    <a:pt x="2872662" y="1642998"/>
                  </a:lnTo>
                  <a:lnTo>
                    <a:pt x="2873288" y="1642171"/>
                  </a:lnTo>
                  <a:lnTo>
                    <a:pt x="2873915" y="1641343"/>
                  </a:lnTo>
                  <a:lnTo>
                    <a:pt x="2874541" y="1640536"/>
                  </a:lnTo>
                  <a:lnTo>
                    <a:pt x="2875168" y="1639746"/>
                  </a:lnTo>
                  <a:lnTo>
                    <a:pt x="2875794" y="1638957"/>
                  </a:lnTo>
                  <a:lnTo>
                    <a:pt x="2876421" y="1638149"/>
                  </a:lnTo>
                  <a:lnTo>
                    <a:pt x="2877048" y="1637316"/>
                  </a:lnTo>
                  <a:lnTo>
                    <a:pt x="2877674" y="1636439"/>
                  </a:lnTo>
                  <a:lnTo>
                    <a:pt x="2878301" y="1635509"/>
                  </a:lnTo>
                  <a:lnTo>
                    <a:pt x="2878927" y="1634522"/>
                  </a:lnTo>
                  <a:lnTo>
                    <a:pt x="2879554" y="1633512"/>
                  </a:lnTo>
                  <a:lnTo>
                    <a:pt x="2880180" y="1632474"/>
                  </a:lnTo>
                  <a:lnTo>
                    <a:pt x="2880807" y="1631426"/>
                  </a:lnTo>
                  <a:lnTo>
                    <a:pt x="2881433" y="1630353"/>
                  </a:lnTo>
                  <a:lnTo>
                    <a:pt x="2882060" y="1629238"/>
                  </a:lnTo>
                  <a:lnTo>
                    <a:pt x="2882687" y="1628068"/>
                  </a:lnTo>
                  <a:lnTo>
                    <a:pt x="2883313" y="1626836"/>
                  </a:lnTo>
                  <a:lnTo>
                    <a:pt x="2883940" y="1625546"/>
                  </a:lnTo>
                  <a:lnTo>
                    <a:pt x="2884566" y="1624198"/>
                  </a:lnTo>
                  <a:lnTo>
                    <a:pt x="2885193" y="1622803"/>
                  </a:lnTo>
                  <a:lnTo>
                    <a:pt x="2885819" y="1621367"/>
                  </a:lnTo>
                  <a:lnTo>
                    <a:pt x="2886446" y="1619892"/>
                  </a:lnTo>
                  <a:lnTo>
                    <a:pt x="2887072" y="1618378"/>
                  </a:lnTo>
                  <a:lnTo>
                    <a:pt x="2887699" y="1616823"/>
                  </a:lnTo>
                  <a:lnTo>
                    <a:pt x="2888326" y="1615234"/>
                  </a:lnTo>
                  <a:lnTo>
                    <a:pt x="2888952" y="1613597"/>
                  </a:lnTo>
                  <a:lnTo>
                    <a:pt x="2889579" y="1611911"/>
                  </a:lnTo>
                  <a:lnTo>
                    <a:pt x="2890205" y="1610150"/>
                  </a:lnTo>
                  <a:lnTo>
                    <a:pt x="2890832" y="1608314"/>
                  </a:lnTo>
                  <a:lnTo>
                    <a:pt x="2891458" y="1606409"/>
                  </a:lnTo>
                  <a:lnTo>
                    <a:pt x="2892085" y="1604455"/>
                  </a:lnTo>
                  <a:lnTo>
                    <a:pt x="2892711" y="1602472"/>
                  </a:lnTo>
                  <a:lnTo>
                    <a:pt x="2893338" y="1600475"/>
                  </a:lnTo>
                  <a:lnTo>
                    <a:pt x="2893965" y="1598441"/>
                  </a:lnTo>
                  <a:lnTo>
                    <a:pt x="2894591" y="1596368"/>
                  </a:lnTo>
                  <a:lnTo>
                    <a:pt x="2895218" y="1594243"/>
                  </a:lnTo>
                  <a:lnTo>
                    <a:pt x="2895844" y="1592061"/>
                  </a:lnTo>
                  <a:lnTo>
                    <a:pt x="2896471" y="1589816"/>
                  </a:lnTo>
                  <a:lnTo>
                    <a:pt x="2897097" y="1587525"/>
                  </a:lnTo>
                  <a:lnTo>
                    <a:pt x="2897724" y="1585170"/>
                  </a:lnTo>
                  <a:lnTo>
                    <a:pt x="2898350" y="1582775"/>
                  </a:lnTo>
                  <a:lnTo>
                    <a:pt x="2898977" y="1580357"/>
                  </a:lnTo>
                  <a:lnTo>
                    <a:pt x="2899604" y="1577936"/>
                  </a:lnTo>
                  <a:lnTo>
                    <a:pt x="2900230" y="1575492"/>
                  </a:lnTo>
                  <a:lnTo>
                    <a:pt x="2900857" y="1573018"/>
                  </a:lnTo>
                  <a:lnTo>
                    <a:pt x="2901483" y="1570513"/>
                  </a:lnTo>
                  <a:lnTo>
                    <a:pt x="2902110" y="1567987"/>
                  </a:lnTo>
                  <a:lnTo>
                    <a:pt x="2902736" y="1565431"/>
                  </a:lnTo>
                  <a:lnTo>
                    <a:pt x="2903363" y="1562874"/>
                  </a:lnTo>
                  <a:lnTo>
                    <a:pt x="2903989" y="1560294"/>
                  </a:lnTo>
                  <a:lnTo>
                    <a:pt x="2904616" y="1557706"/>
                  </a:lnTo>
                  <a:lnTo>
                    <a:pt x="2905243" y="1555121"/>
                  </a:lnTo>
                  <a:lnTo>
                    <a:pt x="2905869" y="1552551"/>
                  </a:lnTo>
                  <a:lnTo>
                    <a:pt x="2906496" y="1549994"/>
                  </a:lnTo>
                  <a:lnTo>
                    <a:pt x="2907122" y="1547455"/>
                  </a:lnTo>
                  <a:lnTo>
                    <a:pt x="2907749" y="1544925"/>
                  </a:lnTo>
                  <a:lnTo>
                    <a:pt x="2908375" y="1542404"/>
                  </a:lnTo>
                  <a:lnTo>
                    <a:pt x="2909002" y="1539871"/>
                  </a:lnTo>
                  <a:lnTo>
                    <a:pt x="2909628" y="1537363"/>
                  </a:lnTo>
                  <a:lnTo>
                    <a:pt x="2910255" y="1534896"/>
                  </a:lnTo>
                  <a:lnTo>
                    <a:pt x="2910882" y="1532472"/>
                  </a:lnTo>
                  <a:lnTo>
                    <a:pt x="2911508" y="1530070"/>
                  </a:lnTo>
                  <a:lnTo>
                    <a:pt x="2912135" y="1527696"/>
                  </a:lnTo>
                  <a:lnTo>
                    <a:pt x="2912761" y="1525328"/>
                  </a:lnTo>
                  <a:lnTo>
                    <a:pt x="2913388" y="1522983"/>
                  </a:lnTo>
                  <a:lnTo>
                    <a:pt x="2914014" y="1520669"/>
                  </a:lnTo>
                  <a:lnTo>
                    <a:pt x="2914641" y="1518401"/>
                  </a:lnTo>
                  <a:lnTo>
                    <a:pt x="2915267" y="1516183"/>
                  </a:lnTo>
                  <a:lnTo>
                    <a:pt x="2915894" y="1513982"/>
                  </a:lnTo>
                  <a:lnTo>
                    <a:pt x="2916521" y="1511779"/>
                  </a:lnTo>
                  <a:lnTo>
                    <a:pt x="2917147" y="1509558"/>
                  </a:lnTo>
                  <a:lnTo>
                    <a:pt x="2917774" y="1507310"/>
                  </a:lnTo>
                  <a:lnTo>
                    <a:pt x="2918400" y="1505026"/>
                  </a:lnTo>
                  <a:lnTo>
                    <a:pt x="2919027" y="1502726"/>
                  </a:lnTo>
                  <a:lnTo>
                    <a:pt x="2919653" y="1500413"/>
                  </a:lnTo>
                  <a:lnTo>
                    <a:pt x="2920280" y="1498089"/>
                  </a:lnTo>
                  <a:lnTo>
                    <a:pt x="2920906" y="1495747"/>
                  </a:lnTo>
                  <a:lnTo>
                    <a:pt x="2921533" y="1493382"/>
                  </a:lnTo>
                  <a:lnTo>
                    <a:pt x="2922160" y="1491014"/>
                  </a:lnTo>
                  <a:lnTo>
                    <a:pt x="2922786" y="1488638"/>
                  </a:lnTo>
                  <a:lnTo>
                    <a:pt x="2923413" y="1486253"/>
                  </a:lnTo>
                  <a:lnTo>
                    <a:pt x="2924039" y="1483861"/>
                  </a:lnTo>
                  <a:lnTo>
                    <a:pt x="2924666" y="1481444"/>
                  </a:lnTo>
                  <a:lnTo>
                    <a:pt x="2925292" y="1479026"/>
                  </a:lnTo>
                  <a:lnTo>
                    <a:pt x="2925919" y="1476637"/>
                  </a:lnTo>
                  <a:lnTo>
                    <a:pt x="2926545" y="1474270"/>
                  </a:lnTo>
                  <a:lnTo>
                    <a:pt x="2927172" y="1471927"/>
                  </a:lnTo>
                  <a:lnTo>
                    <a:pt x="2927799" y="1469633"/>
                  </a:lnTo>
                  <a:lnTo>
                    <a:pt x="2928425" y="1467359"/>
                  </a:lnTo>
                  <a:lnTo>
                    <a:pt x="2929052" y="1465097"/>
                  </a:lnTo>
                  <a:lnTo>
                    <a:pt x="2929678" y="1462862"/>
                  </a:lnTo>
                  <a:lnTo>
                    <a:pt x="2930305" y="1460657"/>
                  </a:lnTo>
                  <a:lnTo>
                    <a:pt x="2930931" y="1458450"/>
                  </a:lnTo>
                  <a:lnTo>
                    <a:pt x="2931558" y="1456226"/>
                  </a:lnTo>
                  <a:lnTo>
                    <a:pt x="2932184" y="1454006"/>
                  </a:lnTo>
                  <a:lnTo>
                    <a:pt x="2932811" y="1451815"/>
                  </a:lnTo>
                  <a:lnTo>
                    <a:pt x="2933438" y="1449623"/>
                  </a:lnTo>
                  <a:lnTo>
                    <a:pt x="2934064" y="1447435"/>
                  </a:lnTo>
                  <a:lnTo>
                    <a:pt x="2934691" y="1445243"/>
                  </a:lnTo>
                  <a:lnTo>
                    <a:pt x="2935317" y="1443024"/>
                  </a:lnTo>
                  <a:lnTo>
                    <a:pt x="2935944" y="1440787"/>
                  </a:lnTo>
                  <a:lnTo>
                    <a:pt x="2936570" y="1438528"/>
                  </a:lnTo>
                  <a:lnTo>
                    <a:pt x="2937197" y="1436227"/>
                  </a:lnTo>
                  <a:lnTo>
                    <a:pt x="2937823" y="1433911"/>
                  </a:lnTo>
                  <a:lnTo>
                    <a:pt x="2938450" y="1431598"/>
                  </a:lnTo>
                  <a:lnTo>
                    <a:pt x="2939077" y="1429277"/>
                  </a:lnTo>
                  <a:lnTo>
                    <a:pt x="2939703" y="1426966"/>
                  </a:lnTo>
                  <a:lnTo>
                    <a:pt x="2940330" y="1424711"/>
                  </a:lnTo>
                  <a:lnTo>
                    <a:pt x="2940956" y="1422528"/>
                  </a:lnTo>
                  <a:lnTo>
                    <a:pt x="2941583" y="1420402"/>
                  </a:lnTo>
                  <a:lnTo>
                    <a:pt x="2942209" y="1418290"/>
                  </a:lnTo>
                  <a:lnTo>
                    <a:pt x="2942836" y="1416222"/>
                  </a:lnTo>
                  <a:lnTo>
                    <a:pt x="2943462" y="1414204"/>
                  </a:lnTo>
                  <a:lnTo>
                    <a:pt x="2944089" y="1412241"/>
                  </a:lnTo>
                  <a:lnTo>
                    <a:pt x="2944716" y="1410347"/>
                  </a:lnTo>
                  <a:lnTo>
                    <a:pt x="2945342" y="1408512"/>
                  </a:lnTo>
                  <a:lnTo>
                    <a:pt x="2945969" y="1406734"/>
                  </a:lnTo>
                  <a:lnTo>
                    <a:pt x="2946595" y="1405012"/>
                  </a:lnTo>
                  <a:lnTo>
                    <a:pt x="2947222" y="1403321"/>
                  </a:lnTo>
                  <a:lnTo>
                    <a:pt x="2947848" y="1401671"/>
                  </a:lnTo>
                  <a:lnTo>
                    <a:pt x="2948475" y="1400075"/>
                  </a:lnTo>
                  <a:lnTo>
                    <a:pt x="2949101" y="1398541"/>
                  </a:lnTo>
                  <a:lnTo>
                    <a:pt x="2949728" y="1397054"/>
                  </a:lnTo>
                  <a:lnTo>
                    <a:pt x="2950355" y="1395605"/>
                  </a:lnTo>
                  <a:lnTo>
                    <a:pt x="2950981" y="1394191"/>
                  </a:lnTo>
                  <a:lnTo>
                    <a:pt x="2951608" y="1392829"/>
                  </a:lnTo>
                  <a:lnTo>
                    <a:pt x="2952234" y="1391543"/>
                  </a:lnTo>
                  <a:lnTo>
                    <a:pt x="2952861" y="1390367"/>
                  </a:lnTo>
                  <a:lnTo>
                    <a:pt x="2953487" y="1389306"/>
                  </a:lnTo>
                  <a:lnTo>
                    <a:pt x="2954114" y="1388346"/>
                  </a:lnTo>
                  <a:lnTo>
                    <a:pt x="2954740" y="1387502"/>
                  </a:lnTo>
                  <a:lnTo>
                    <a:pt x="2955367" y="1386782"/>
                  </a:lnTo>
                  <a:lnTo>
                    <a:pt x="2955994" y="1386185"/>
                  </a:lnTo>
                  <a:lnTo>
                    <a:pt x="2956620" y="1385736"/>
                  </a:lnTo>
                  <a:lnTo>
                    <a:pt x="2957247" y="1385409"/>
                  </a:lnTo>
                  <a:lnTo>
                    <a:pt x="2957873" y="1385197"/>
                  </a:lnTo>
                  <a:lnTo>
                    <a:pt x="2958500" y="1385119"/>
                  </a:lnTo>
                  <a:lnTo>
                    <a:pt x="2959126" y="1385207"/>
                  </a:lnTo>
                  <a:lnTo>
                    <a:pt x="2959753" y="1385460"/>
                  </a:lnTo>
                  <a:lnTo>
                    <a:pt x="2960379" y="1385904"/>
                  </a:lnTo>
                  <a:lnTo>
                    <a:pt x="2961006" y="1386527"/>
                  </a:lnTo>
                  <a:lnTo>
                    <a:pt x="2961633" y="1387296"/>
                  </a:lnTo>
                  <a:lnTo>
                    <a:pt x="2962259" y="1388177"/>
                  </a:lnTo>
                  <a:lnTo>
                    <a:pt x="2962886" y="1389174"/>
                  </a:lnTo>
                  <a:lnTo>
                    <a:pt x="2963512" y="1390309"/>
                  </a:lnTo>
                  <a:lnTo>
                    <a:pt x="2964139" y="1391584"/>
                  </a:lnTo>
                  <a:lnTo>
                    <a:pt x="2964765" y="1392973"/>
                  </a:lnTo>
                  <a:lnTo>
                    <a:pt x="2965392" y="1394495"/>
                  </a:lnTo>
                  <a:lnTo>
                    <a:pt x="2966018" y="1396130"/>
                  </a:lnTo>
                  <a:lnTo>
                    <a:pt x="2966645" y="1397895"/>
                  </a:lnTo>
                  <a:lnTo>
                    <a:pt x="2967272" y="1399783"/>
                  </a:lnTo>
                  <a:lnTo>
                    <a:pt x="2967898" y="1401770"/>
                  </a:lnTo>
                  <a:lnTo>
                    <a:pt x="2968525" y="1403832"/>
                  </a:lnTo>
                  <a:lnTo>
                    <a:pt x="2969151" y="1405970"/>
                  </a:lnTo>
                  <a:lnTo>
                    <a:pt x="2969778" y="1408153"/>
                  </a:lnTo>
                  <a:lnTo>
                    <a:pt x="2970404" y="1410369"/>
                  </a:lnTo>
                  <a:lnTo>
                    <a:pt x="2971031" y="1412624"/>
                  </a:lnTo>
                  <a:lnTo>
                    <a:pt x="2971657" y="1414923"/>
                  </a:lnTo>
                  <a:lnTo>
                    <a:pt x="2972284" y="1417235"/>
                  </a:lnTo>
                  <a:lnTo>
                    <a:pt x="2972911" y="1419522"/>
                  </a:lnTo>
                  <a:lnTo>
                    <a:pt x="2973537" y="1421762"/>
                  </a:lnTo>
                  <a:lnTo>
                    <a:pt x="2974164" y="1423983"/>
                  </a:lnTo>
                  <a:lnTo>
                    <a:pt x="2974790" y="1426154"/>
                  </a:lnTo>
                  <a:lnTo>
                    <a:pt x="2975417" y="1428275"/>
                  </a:lnTo>
                  <a:lnTo>
                    <a:pt x="2976043" y="1430335"/>
                  </a:lnTo>
                  <a:lnTo>
                    <a:pt x="2976670" y="1432325"/>
                  </a:lnTo>
                  <a:lnTo>
                    <a:pt x="2977296" y="1434255"/>
                  </a:lnTo>
                  <a:lnTo>
                    <a:pt x="2977923" y="1436130"/>
                  </a:lnTo>
                  <a:lnTo>
                    <a:pt x="2978550" y="1437977"/>
                  </a:lnTo>
                  <a:lnTo>
                    <a:pt x="2979176" y="1439835"/>
                  </a:lnTo>
                  <a:lnTo>
                    <a:pt x="2979803" y="1441731"/>
                  </a:lnTo>
                  <a:lnTo>
                    <a:pt x="2980429" y="1443671"/>
                  </a:lnTo>
                  <a:lnTo>
                    <a:pt x="2981056" y="1445659"/>
                  </a:lnTo>
                  <a:lnTo>
                    <a:pt x="2981682" y="1447722"/>
                  </a:lnTo>
                  <a:lnTo>
                    <a:pt x="2982309" y="1449874"/>
                  </a:lnTo>
                  <a:lnTo>
                    <a:pt x="2982935" y="1452117"/>
                  </a:lnTo>
                  <a:lnTo>
                    <a:pt x="2983562" y="1454456"/>
                  </a:lnTo>
                  <a:lnTo>
                    <a:pt x="2984189" y="1456894"/>
                  </a:lnTo>
                  <a:lnTo>
                    <a:pt x="2984815" y="1459428"/>
                  </a:lnTo>
                  <a:lnTo>
                    <a:pt x="2985442" y="1462071"/>
                  </a:lnTo>
                  <a:lnTo>
                    <a:pt x="2986068" y="1464831"/>
                  </a:lnTo>
                  <a:lnTo>
                    <a:pt x="2986695" y="1467703"/>
                  </a:lnTo>
                  <a:lnTo>
                    <a:pt x="2987321" y="1470664"/>
                  </a:lnTo>
                  <a:lnTo>
                    <a:pt x="2987948" y="1473651"/>
                  </a:lnTo>
                  <a:lnTo>
                    <a:pt x="2988574" y="1476614"/>
                  </a:lnTo>
                  <a:lnTo>
                    <a:pt x="2989201" y="1479565"/>
                  </a:lnTo>
                  <a:lnTo>
                    <a:pt x="2989828" y="1482519"/>
                  </a:lnTo>
                  <a:lnTo>
                    <a:pt x="2990454" y="1485458"/>
                  </a:lnTo>
                  <a:lnTo>
                    <a:pt x="2991081" y="1488369"/>
                  </a:lnTo>
                  <a:lnTo>
                    <a:pt x="2991707" y="1491245"/>
                  </a:lnTo>
                  <a:lnTo>
                    <a:pt x="2992334" y="1494077"/>
                  </a:lnTo>
                  <a:lnTo>
                    <a:pt x="2992960" y="1496859"/>
                  </a:lnTo>
                  <a:lnTo>
                    <a:pt x="2993587" y="1499609"/>
                  </a:lnTo>
                  <a:lnTo>
                    <a:pt x="2994213" y="1502315"/>
                  </a:lnTo>
                  <a:lnTo>
                    <a:pt x="2994840" y="1504980"/>
                  </a:lnTo>
                  <a:lnTo>
                    <a:pt x="2995467" y="1507596"/>
                  </a:lnTo>
                  <a:lnTo>
                    <a:pt x="2996093" y="1510178"/>
                  </a:lnTo>
                  <a:lnTo>
                    <a:pt x="2996720" y="1512739"/>
                  </a:lnTo>
                  <a:lnTo>
                    <a:pt x="2997346" y="1515320"/>
                  </a:lnTo>
                  <a:lnTo>
                    <a:pt x="2997973" y="1517939"/>
                  </a:lnTo>
                  <a:lnTo>
                    <a:pt x="2998599" y="1520572"/>
                  </a:lnTo>
                  <a:lnTo>
                    <a:pt x="2999226" y="1523212"/>
                  </a:lnTo>
                  <a:lnTo>
                    <a:pt x="2999852" y="1525877"/>
                  </a:lnTo>
                  <a:lnTo>
                    <a:pt x="3000479" y="1528558"/>
                  </a:lnTo>
                  <a:lnTo>
                    <a:pt x="3001106" y="1531249"/>
                  </a:lnTo>
                  <a:lnTo>
                    <a:pt x="3001732" y="1533954"/>
                  </a:lnTo>
                  <a:lnTo>
                    <a:pt x="3002359" y="1536663"/>
                  </a:lnTo>
                  <a:lnTo>
                    <a:pt x="3002985" y="1539345"/>
                  </a:lnTo>
                  <a:lnTo>
                    <a:pt x="3003612" y="1542009"/>
                  </a:lnTo>
                  <a:lnTo>
                    <a:pt x="3004238" y="1544642"/>
                  </a:lnTo>
                  <a:lnTo>
                    <a:pt x="3004865" y="1547274"/>
                  </a:lnTo>
                  <a:lnTo>
                    <a:pt x="3005491" y="1549848"/>
                  </a:lnTo>
                  <a:lnTo>
                    <a:pt x="3006118" y="1552341"/>
                  </a:lnTo>
                  <a:lnTo>
                    <a:pt x="3006745" y="1554753"/>
                  </a:lnTo>
                  <a:lnTo>
                    <a:pt x="3007371" y="1557084"/>
                  </a:lnTo>
                  <a:lnTo>
                    <a:pt x="3007998" y="1559346"/>
                  </a:lnTo>
                  <a:lnTo>
                    <a:pt x="3008624" y="1561533"/>
                  </a:lnTo>
                  <a:lnTo>
                    <a:pt x="3009251" y="1563645"/>
                  </a:lnTo>
                  <a:lnTo>
                    <a:pt x="3009877" y="1565684"/>
                  </a:lnTo>
                  <a:lnTo>
                    <a:pt x="3010504" y="1567626"/>
                  </a:lnTo>
                  <a:lnTo>
                    <a:pt x="3011130" y="1569449"/>
                  </a:lnTo>
                  <a:lnTo>
                    <a:pt x="3011757" y="1571118"/>
                  </a:lnTo>
                  <a:lnTo>
                    <a:pt x="3012384" y="1572639"/>
                  </a:lnTo>
                  <a:lnTo>
                    <a:pt x="3013010" y="1574015"/>
                  </a:lnTo>
                  <a:lnTo>
                    <a:pt x="3013637" y="1575245"/>
                  </a:lnTo>
                  <a:lnTo>
                    <a:pt x="3014263" y="1576328"/>
                  </a:lnTo>
                  <a:lnTo>
                    <a:pt x="3014890" y="1577259"/>
                  </a:lnTo>
                  <a:lnTo>
                    <a:pt x="3015516" y="1578025"/>
                  </a:lnTo>
                  <a:lnTo>
                    <a:pt x="3016143" y="1578615"/>
                  </a:lnTo>
                  <a:lnTo>
                    <a:pt x="3016769" y="1579030"/>
                  </a:lnTo>
                  <a:lnTo>
                    <a:pt x="3017396" y="1579250"/>
                  </a:lnTo>
                  <a:lnTo>
                    <a:pt x="3018023" y="1579281"/>
                  </a:lnTo>
                  <a:lnTo>
                    <a:pt x="3018649" y="1579126"/>
                  </a:lnTo>
                  <a:lnTo>
                    <a:pt x="3019276" y="1578791"/>
                  </a:lnTo>
                  <a:lnTo>
                    <a:pt x="3019902" y="1578311"/>
                  </a:lnTo>
                  <a:lnTo>
                    <a:pt x="3020529" y="1577717"/>
                  </a:lnTo>
                  <a:lnTo>
                    <a:pt x="3021155" y="1577038"/>
                  </a:lnTo>
                  <a:lnTo>
                    <a:pt x="3021782" y="1576264"/>
                  </a:lnTo>
                  <a:lnTo>
                    <a:pt x="3022408" y="1575393"/>
                  </a:lnTo>
                  <a:lnTo>
                    <a:pt x="3023035" y="1574411"/>
                  </a:lnTo>
                  <a:lnTo>
                    <a:pt x="3023662" y="1573276"/>
                  </a:lnTo>
                  <a:lnTo>
                    <a:pt x="3024288" y="1572000"/>
                  </a:lnTo>
                  <a:lnTo>
                    <a:pt x="3024915" y="1570601"/>
                  </a:lnTo>
                  <a:lnTo>
                    <a:pt x="3025541" y="1569081"/>
                  </a:lnTo>
                  <a:lnTo>
                    <a:pt x="3026168" y="1567433"/>
                  </a:lnTo>
                  <a:lnTo>
                    <a:pt x="3026794" y="1565664"/>
                  </a:lnTo>
                  <a:lnTo>
                    <a:pt x="3027421" y="1563770"/>
                  </a:lnTo>
                  <a:lnTo>
                    <a:pt x="3028047" y="1561734"/>
                  </a:lnTo>
                  <a:lnTo>
                    <a:pt x="3028674" y="1559553"/>
                  </a:lnTo>
                  <a:lnTo>
                    <a:pt x="3029301" y="1557204"/>
                  </a:lnTo>
                  <a:lnTo>
                    <a:pt x="3029927" y="1554669"/>
                  </a:lnTo>
                  <a:lnTo>
                    <a:pt x="3030554" y="1551952"/>
                  </a:lnTo>
                  <a:lnTo>
                    <a:pt x="3031180" y="1549055"/>
                  </a:lnTo>
                  <a:lnTo>
                    <a:pt x="3031807" y="1545964"/>
                  </a:lnTo>
                  <a:lnTo>
                    <a:pt x="3032433" y="1542698"/>
                  </a:lnTo>
                  <a:lnTo>
                    <a:pt x="3033060" y="1539287"/>
                  </a:lnTo>
                  <a:lnTo>
                    <a:pt x="3033686" y="1535725"/>
                  </a:lnTo>
                  <a:lnTo>
                    <a:pt x="3034313" y="1532016"/>
                  </a:lnTo>
                  <a:lnTo>
                    <a:pt x="3034940" y="1528173"/>
                  </a:lnTo>
                  <a:lnTo>
                    <a:pt x="3035566" y="1524215"/>
                  </a:lnTo>
                  <a:lnTo>
                    <a:pt x="3036193" y="1520152"/>
                  </a:lnTo>
                  <a:lnTo>
                    <a:pt x="3036819" y="1515968"/>
                  </a:lnTo>
                  <a:lnTo>
                    <a:pt x="3037446" y="1511716"/>
                  </a:lnTo>
                  <a:lnTo>
                    <a:pt x="3038072" y="1507406"/>
                  </a:lnTo>
                  <a:lnTo>
                    <a:pt x="3038699" y="1503038"/>
                  </a:lnTo>
                  <a:lnTo>
                    <a:pt x="3039325" y="1498614"/>
                  </a:lnTo>
                  <a:lnTo>
                    <a:pt x="3039952" y="1494120"/>
                  </a:lnTo>
                  <a:lnTo>
                    <a:pt x="3040579" y="1489557"/>
                  </a:lnTo>
                  <a:lnTo>
                    <a:pt x="3041205" y="1484915"/>
                  </a:lnTo>
                  <a:lnTo>
                    <a:pt x="3041832" y="1480191"/>
                  </a:lnTo>
                  <a:lnTo>
                    <a:pt x="3042458" y="1475379"/>
                  </a:lnTo>
                  <a:lnTo>
                    <a:pt x="3043085" y="1470494"/>
                  </a:lnTo>
                  <a:lnTo>
                    <a:pt x="3043711" y="1465547"/>
                  </a:lnTo>
                  <a:lnTo>
                    <a:pt x="3044338" y="1460518"/>
                  </a:lnTo>
                  <a:lnTo>
                    <a:pt x="3044964" y="1455380"/>
                  </a:lnTo>
                  <a:lnTo>
                    <a:pt x="3045591" y="1450124"/>
                  </a:lnTo>
                  <a:lnTo>
                    <a:pt x="3046218" y="1444750"/>
                  </a:lnTo>
                  <a:lnTo>
                    <a:pt x="3046844" y="1439242"/>
                  </a:lnTo>
                  <a:lnTo>
                    <a:pt x="3047471" y="1433587"/>
                  </a:lnTo>
                  <a:lnTo>
                    <a:pt x="3048097" y="1427784"/>
                  </a:lnTo>
                  <a:lnTo>
                    <a:pt x="3048724" y="1421826"/>
                  </a:lnTo>
                  <a:lnTo>
                    <a:pt x="3049350" y="1415732"/>
                  </a:lnTo>
                  <a:lnTo>
                    <a:pt x="3049977" y="1409503"/>
                  </a:lnTo>
                  <a:lnTo>
                    <a:pt x="3050603" y="1403159"/>
                  </a:lnTo>
                  <a:lnTo>
                    <a:pt x="3051230" y="1396724"/>
                  </a:lnTo>
                  <a:lnTo>
                    <a:pt x="3051857" y="1390209"/>
                  </a:lnTo>
                  <a:lnTo>
                    <a:pt x="3052483" y="1383600"/>
                  </a:lnTo>
                  <a:lnTo>
                    <a:pt x="3053110" y="1376875"/>
                  </a:lnTo>
                  <a:lnTo>
                    <a:pt x="3053736" y="1370039"/>
                  </a:lnTo>
                  <a:lnTo>
                    <a:pt x="3054363" y="1363091"/>
                  </a:lnTo>
                  <a:lnTo>
                    <a:pt x="3054989" y="1356051"/>
                  </a:lnTo>
                  <a:lnTo>
                    <a:pt x="3055616" y="1348957"/>
                  </a:lnTo>
                  <a:lnTo>
                    <a:pt x="3056242" y="1341817"/>
                  </a:lnTo>
                  <a:lnTo>
                    <a:pt x="3056869" y="1334654"/>
                  </a:lnTo>
                  <a:lnTo>
                    <a:pt x="3057496" y="1327449"/>
                  </a:lnTo>
                  <a:lnTo>
                    <a:pt x="3058122" y="1320236"/>
                  </a:lnTo>
                  <a:lnTo>
                    <a:pt x="3058749" y="1313012"/>
                  </a:lnTo>
                  <a:lnTo>
                    <a:pt x="3059375" y="1305783"/>
                  </a:lnTo>
                  <a:lnTo>
                    <a:pt x="3060002" y="1298546"/>
                  </a:lnTo>
                  <a:lnTo>
                    <a:pt x="3060628" y="1291300"/>
                  </a:lnTo>
                  <a:lnTo>
                    <a:pt x="3061255" y="1284039"/>
                  </a:lnTo>
                  <a:lnTo>
                    <a:pt x="3061881" y="1276771"/>
                  </a:lnTo>
                  <a:lnTo>
                    <a:pt x="3062508" y="1269508"/>
                  </a:lnTo>
                  <a:lnTo>
                    <a:pt x="3063134" y="1262273"/>
                  </a:lnTo>
                  <a:lnTo>
                    <a:pt x="3063761" y="1255096"/>
                  </a:lnTo>
                  <a:lnTo>
                    <a:pt x="3064388" y="1247967"/>
                  </a:lnTo>
                  <a:lnTo>
                    <a:pt x="3065014" y="1240847"/>
                  </a:lnTo>
                  <a:lnTo>
                    <a:pt x="3065641" y="1233734"/>
                  </a:lnTo>
                  <a:lnTo>
                    <a:pt x="3066267" y="1226615"/>
                  </a:lnTo>
                  <a:lnTo>
                    <a:pt x="3066894" y="1219516"/>
                  </a:lnTo>
                  <a:lnTo>
                    <a:pt x="3067520" y="1212411"/>
                  </a:lnTo>
                  <a:lnTo>
                    <a:pt x="3068147" y="1205343"/>
                  </a:lnTo>
                  <a:lnTo>
                    <a:pt x="3068773" y="1198333"/>
                  </a:lnTo>
                  <a:lnTo>
                    <a:pt x="3069400" y="1191376"/>
                  </a:lnTo>
                  <a:lnTo>
                    <a:pt x="3070027" y="1184445"/>
                  </a:lnTo>
                  <a:lnTo>
                    <a:pt x="3070653" y="1177566"/>
                  </a:lnTo>
                  <a:lnTo>
                    <a:pt x="3071280" y="1170759"/>
                  </a:lnTo>
                  <a:lnTo>
                    <a:pt x="3071906" y="1164028"/>
                  </a:lnTo>
                  <a:lnTo>
                    <a:pt x="3072533" y="1157371"/>
                  </a:lnTo>
                  <a:lnTo>
                    <a:pt x="3073159" y="1150814"/>
                  </a:lnTo>
                  <a:lnTo>
                    <a:pt x="3073786" y="1144375"/>
                  </a:lnTo>
                  <a:lnTo>
                    <a:pt x="3074412" y="1138098"/>
                  </a:lnTo>
                  <a:lnTo>
                    <a:pt x="3075039" y="1131996"/>
                  </a:lnTo>
                  <a:lnTo>
                    <a:pt x="3075666" y="1126075"/>
                  </a:lnTo>
                  <a:lnTo>
                    <a:pt x="3076292" y="1120343"/>
                  </a:lnTo>
                  <a:lnTo>
                    <a:pt x="3076919" y="1114797"/>
                  </a:lnTo>
                  <a:lnTo>
                    <a:pt x="3077545" y="1109404"/>
                  </a:lnTo>
                  <a:lnTo>
                    <a:pt x="3078172" y="1104168"/>
                  </a:lnTo>
                  <a:lnTo>
                    <a:pt x="3078798" y="1099099"/>
                  </a:lnTo>
                  <a:lnTo>
                    <a:pt x="3079425" y="1094234"/>
                  </a:lnTo>
                  <a:lnTo>
                    <a:pt x="3080051" y="1089579"/>
                  </a:lnTo>
                  <a:lnTo>
                    <a:pt x="3080678" y="1085133"/>
                  </a:lnTo>
                  <a:lnTo>
                    <a:pt x="3081305" y="1080902"/>
                  </a:lnTo>
                  <a:lnTo>
                    <a:pt x="3081931" y="1076866"/>
                  </a:lnTo>
                  <a:lnTo>
                    <a:pt x="3082558" y="1073009"/>
                  </a:lnTo>
                  <a:lnTo>
                    <a:pt x="3083184" y="1069305"/>
                  </a:lnTo>
                  <a:lnTo>
                    <a:pt x="3083811" y="1065718"/>
                  </a:lnTo>
                  <a:lnTo>
                    <a:pt x="3084437" y="1062239"/>
                  </a:lnTo>
                  <a:lnTo>
                    <a:pt x="3085064" y="1058855"/>
                  </a:lnTo>
                  <a:lnTo>
                    <a:pt x="3085690" y="1055575"/>
                  </a:lnTo>
                  <a:lnTo>
                    <a:pt x="3086317" y="1052467"/>
                  </a:lnTo>
                  <a:lnTo>
                    <a:pt x="3086944" y="1049546"/>
                  </a:lnTo>
                  <a:lnTo>
                    <a:pt x="3087570" y="1046810"/>
                  </a:lnTo>
                  <a:lnTo>
                    <a:pt x="3088197" y="1044268"/>
                  </a:lnTo>
                  <a:lnTo>
                    <a:pt x="3088823" y="1041915"/>
                  </a:lnTo>
                  <a:lnTo>
                    <a:pt x="3089450" y="1039747"/>
                  </a:lnTo>
                  <a:lnTo>
                    <a:pt x="3090076" y="1037737"/>
                  </a:lnTo>
                  <a:lnTo>
                    <a:pt x="3090703" y="1035881"/>
                  </a:lnTo>
                  <a:lnTo>
                    <a:pt x="3091329" y="1034178"/>
                  </a:lnTo>
                  <a:lnTo>
                    <a:pt x="3091956" y="1032640"/>
                  </a:lnTo>
                  <a:lnTo>
                    <a:pt x="3092583" y="1031287"/>
                  </a:lnTo>
                  <a:lnTo>
                    <a:pt x="3093209" y="1030133"/>
                  </a:lnTo>
                  <a:lnTo>
                    <a:pt x="3093836" y="1029209"/>
                  </a:lnTo>
                  <a:lnTo>
                    <a:pt x="3094462" y="1028518"/>
                  </a:lnTo>
                  <a:lnTo>
                    <a:pt x="3095089" y="1028034"/>
                  </a:lnTo>
                  <a:lnTo>
                    <a:pt x="3095715" y="1027714"/>
                  </a:lnTo>
                  <a:lnTo>
                    <a:pt x="3096342" y="1027560"/>
                  </a:lnTo>
                  <a:lnTo>
                    <a:pt x="3096968" y="1027589"/>
                  </a:lnTo>
                  <a:lnTo>
                    <a:pt x="3097595" y="1027795"/>
                  </a:lnTo>
                  <a:lnTo>
                    <a:pt x="3098222" y="1028168"/>
                  </a:lnTo>
                  <a:lnTo>
                    <a:pt x="3098848" y="1028705"/>
                  </a:lnTo>
                  <a:lnTo>
                    <a:pt x="3099475" y="1029436"/>
                  </a:lnTo>
                  <a:lnTo>
                    <a:pt x="3100101" y="1030336"/>
                  </a:lnTo>
                  <a:lnTo>
                    <a:pt x="3100728" y="1031399"/>
                  </a:lnTo>
                  <a:lnTo>
                    <a:pt x="3101354" y="1032594"/>
                  </a:lnTo>
                  <a:lnTo>
                    <a:pt x="3101981" y="1033952"/>
                  </a:lnTo>
                  <a:lnTo>
                    <a:pt x="3102607" y="1035456"/>
                  </a:lnTo>
                  <a:lnTo>
                    <a:pt x="3103234" y="1037069"/>
                  </a:lnTo>
                  <a:lnTo>
                    <a:pt x="3103861" y="1038819"/>
                  </a:lnTo>
                  <a:lnTo>
                    <a:pt x="3104487" y="1040715"/>
                  </a:lnTo>
                  <a:lnTo>
                    <a:pt x="3105114" y="1042748"/>
                  </a:lnTo>
                  <a:lnTo>
                    <a:pt x="3105740" y="1044909"/>
                  </a:lnTo>
                  <a:lnTo>
                    <a:pt x="3106367" y="1047171"/>
                  </a:lnTo>
                  <a:lnTo>
                    <a:pt x="3106993" y="1049535"/>
                  </a:lnTo>
                  <a:lnTo>
                    <a:pt x="3107620" y="1052016"/>
                  </a:lnTo>
                  <a:lnTo>
                    <a:pt x="3108246" y="1054627"/>
                  </a:lnTo>
                  <a:lnTo>
                    <a:pt x="3108873" y="1057384"/>
                  </a:lnTo>
                  <a:lnTo>
                    <a:pt x="3109500" y="1060286"/>
                  </a:lnTo>
                  <a:lnTo>
                    <a:pt x="3110126" y="1063329"/>
                  </a:lnTo>
                  <a:lnTo>
                    <a:pt x="3110753" y="1066525"/>
                  </a:lnTo>
                  <a:lnTo>
                    <a:pt x="3111379" y="1069844"/>
                  </a:lnTo>
                  <a:lnTo>
                    <a:pt x="3112006" y="1073271"/>
                  </a:lnTo>
                  <a:lnTo>
                    <a:pt x="3112632" y="1076814"/>
                  </a:lnTo>
                  <a:lnTo>
                    <a:pt x="3113259" y="1080440"/>
                  </a:lnTo>
                  <a:lnTo>
                    <a:pt x="3113885" y="1084154"/>
                  </a:lnTo>
                  <a:lnTo>
                    <a:pt x="3114512" y="1087936"/>
                  </a:lnTo>
                  <a:lnTo>
                    <a:pt x="3115139" y="1091799"/>
                  </a:lnTo>
                  <a:lnTo>
                    <a:pt x="3115765" y="1095765"/>
                  </a:lnTo>
                  <a:lnTo>
                    <a:pt x="3116392" y="1099847"/>
                  </a:lnTo>
                  <a:lnTo>
                    <a:pt x="3117018" y="1104055"/>
                  </a:lnTo>
                  <a:lnTo>
                    <a:pt x="3117645" y="1108359"/>
                  </a:lnTo>
                  <a:lnTo>
                    <a:pt x="3118271" y="1112691"/>
                  </a:lnTo>
                  <a:lnTo>
                    <a:pt x="3118898" y="1117049"/>
                  </a:lnTo>
                  <a:lnTo>
                    <a:pt x="3119524" y="1121430"/>
                  </a:lnTo>
                  <a:lnTo>
                    <a:pt x="3120151" y="1125830"/>
                  </a:lnTo>
                  <a:lnTo>
                    <a:pt x="3120778" y="1130210"/>
                  </a:lnTo>
                  <a:lnTo>
                    <a:pt x="3121404" y="1134578"/>
                  </a:lnTo>
                  <a:lnTo>
                    <a:pt x="3122031" y="1138937"/>
                  </a:lnTo>
                  <a:lnTo>
                    <a:pt x="3122657" y="1143295"/>
                  </a:lnTo>
                  <a:lnTo>
                    <a:pt x="3123284" y="1147653"/>
                  </a:lnTo>
                  <a:lnTo>
                    <a:pt x="3123910" y="1152012"/>
                  </a:lnTo>
                  <a:lnTo>
                    <a:pt x="3124537" y="1156363"/>
                  </a:lnTo>
                  <a:lnTo>
                    <a:pt x="3125163" y="1160673"/>
                  </a:lnTo>
                  <a:lnTo>
                    <a:pt x="3125790" y="1164904"/>
                  </a:lnTo>
                  <a:lnTo>
                    <a:pt x="3126417" y="1169033"/>
                  </a:lnTo>
                  <a:lnTo>
                    <a:pt x="3127043" y="1173073"/>
                  </a:lnTo>
                  <a:lnTo>
                    <a:pt x="3127670" y="1177067"/>
                  </a:lnTo>
                  <a:lnTo>
                    <a:pt x="3128296" y="1181030"/>
                  </a:lnTo>
                  <a:lnTo>
                    <a:pt x="3128923" y="1184960"/>
                  </a:lnTo>
                  <a:lnTo>
                    <a:pt x="3129549" y="1188865"/>
                  </a:lnTo>
                  <a:lnTo>
                    <a:pt x="3130176" y="1192766"/>
                  </a:lnTo>
                  <a:lnTo>
                    <a:pt x="3130802" y="1196635"/>
                  </a:lnTo>
                  <a:lnTo>
                    <a:pt x="3131429" y="1200431"/>
                  </a:lnTo>
                  <a:lnTo>
                    <a:pt x="3132056" y="1204152"/>
                  </a:lnTo>
                  <a:lnTo>
                    <a:pt x="3132682" y="1207811"/>
                  </a:lnTo>
                  <a:lnTo>
                    <a:pt x="3133309" y="1211447"/>
                  </a:lnTo>
                  <a:lnTo>
                    <a:pt x="3133935" y="1215052"/>
                  </a:lnTo>
                  <a:lnTo>
                    <a:pt x="3134562" y="1218632"/>
                  </a:lnTo>
                  <a:lnTo>
                    <a:pt x="3135188" y="1222207"/>
                  </a:lnTo>
                  <a:lnTo>
                    <a:pt x="3135815" y="1225743"/>
                  </a:lnTo>
                  <a:lnTo>
                    <a:pt x="3136441" y="1229234"/>
                  </a:lnTo>
                  <a:lnTo>
                    <a:pt x="3137068" y="1232662"/>
                  </a:lnTo>
                  <a:lnTo>
                    <a:pt x="3137695" y="1236009"/>
                  </a:lnTo>
                  <a:lnTo>
                    <a:pt x="3138321" y="1239256"/>
                  </a:lnTo>
                  <a:lnTo>
                    <a:pt x="3138948" y="1242393"/>
                  </a:lnTo>
                  <a:lnTo>
                    <a:pt x="3139574" y="1245439"/>
                  </a:lnTo>
                  <a:lnTo>
                    <a:pt x="3140201" y="1248430"/>
                  </a:lnTo>
                  <a:lnTo>
                    <a:pt x="3140827" y="1251372"/>
                  </a:lnTo>
                  <a:lnTo>
                    <a:pt x="3141454" y="1254291"/>
                  </a:lnTo>
                  <a:lnTo>
                    <a:pt x="3142080" y="1257185"/>
                  </a:lnTo>
                  <a:lnTo>
                    <a:pt x="3142707" y="1259991"/>
                  </a:lnTo>
                  <a:lnTo>
                    <a:pt x="3143334" y="1262703"/>
                  </a:lnTo>
                  <a:lnTo>
                    <a:pt x="3143960" y="1265313"/>
                  </a:lnTo>
                  <a:lnTo>
                    <a:pt x="3144587" y="1267834"/>
                  </a:lnTo>
                  <a:lnTo>
                    <a:pt x="3145213" y="1270294"/>
                  </a:lnTo>
                  <a:lnTo>
                    <a:pt x="3145840" y="1272703"/>
                  </a:lnTo>
                  <a:lnTo>
                    <a:pt x="3146466" y="1275059"/>
                  </a:lnTo>
                  <a:lnTo>
                    <a:pt x="3147093" y="1277358"/>
                  </a:lnTo>
                  <a:lnTo>
                    <a:pt x="3147719" y="1279611"/>
                  </a:lnTo>
                  <a:lnTo>
                    <a:pt x="3148346" y="1281818"/>
                  </a:lnTo>
                  <a:lnTo>
                    <a:pt x="3148973" y="1283952"/>
                  </a:lnTo>
                  <a:lnTo>
                    <a:pt x="3149599" y="1286004"/>
                  </a:lnTo>
                  <a:lnTo>
                    <a:pt x="3150226" y="1287984"/>
                  </a:lnTo>
                  <a:lnTo>
                    <a:pt x="3150852" y="1289869"/>
                  </a:lnTo>
                  <a:lnTo>
                    <a:pt x="3151479" y="1291679"/>
                  </a:lnTo>
                  <a:lnTo>
                    <a:pt x="3152105" y="1293405"/>
                  </a:lnTo>
                  <a:lnTo>
                    <a:pt x="3152732" y="1295064"/>
                  </a:lnTo>
                  <a:lnTo>
                    <a:pt x="3153358" y="1296667"/>
                  </a:lnTo>
                  <a:lnTo>
                    <a:pt x="3153985" y="1298211"/>
                  </a:lnTo>
                  <a:lnTo>
                    <a:pt x="3154612" y="1299668"/>
                  </a:lnTo>
                  <a:lnTo>
                    <a:pt x="3155238" y="1301002"/>
                  </a:lnTo>
                  <a:lnTo>
                    <a:pt x="3155865" y="1302220"/>
                  </a:lnTo>
                  <a:lnTo>
                    <a:pt x="3156491" y="1303302"/>
                  </a:lnTo>
                  <a:lnTo>
                    <a:pt x="3157118" y="1304273"/>
                  </a:lnTo>
                  <a:lnTo>
                    <a:pt x="3157744" y="1305138"/>
                  </a:lnTo>
                  <a:lnTo>
                    <a:pt x="3158371" y="1305911"/>
                  </a:lnTo>
                  <a:lnTo>
                    <a:pt x="3158997" y="1306601"/>
                  </a:lnTo>
                  <a:lnTo>
                    <a:pt x="3159624" y="1307174"/>
                  </a:lnTo>
                  <a:lnTo>
                    <a:pt x="3160251" y="1307593"/>
                  </a:lnTo>
                  <a:lnTo>
                    <a:pt x="3160877" y="1307851"/>
                  </a:lnTo>
                  <a:lnTo>
                    <a:pt x="3161504" y="1307948"/>
                  </a:lnTo>
                  <a:lnTo>
                    <a:pt x="3162130" y="1307881"/>
                  </a:lnTo>
                  <a:lnTo>
                    <a:pt x="3162757" y="1307659"/>
                  </a:lnTo>
                  <a:lnTo>
                    <a:pt x="3163383" y="1307297"/>
                  </a:lnTo>
                  <a:lnTo>
                    <a:pt x="3164010" y="1306833"/>
                  </a:lnTo>
                  <a:lnTo>
                    <a:pt x="3164636" y="1306269"/>
                  </a:lnTo>
                  <a:lnTo>
                    <a:pt x="3165263" y="1305606"/>
                  </a:lnTo>
                  <a:lnTo>
                    <a:pt x="3165890" y="1304865"/>
                  </a:lnTo>
                  <a:lnTo>
                    <a:pt x="3166516" y="1304006"/>
                  </a:lnTo>
                  <a:lnTo>
                    <a:pt x="3167143" y="1303013"/>
                  </a:lnTo>
                  <a:lnTo>
                    <a:pt x="3167769" y="1301889"/>
                  </a:lnTo>
                  <a:lnTo>
                    <a:pt x="3168396" y="1300595"/>
                  </a:lnTo>
                  <a:lnTo>
                    <a:pt x="3169022" y="1299140"/>
                  </a:lnTo>
                  <a:lnTo>
                    <a:pt x="3169649" y="1297556"/>
                  </a:lnTo>
                  <a:lnTo>
                    <a:pt x="3170275" y="1295842"/>
                  </a:lnTo>
                  <a:lnTo>
                    <a:pt x="3170902" y="1293998"/>
                  </a:lnTo>
                  <a:lnTo>
                    <a:pt x="3171529" y="1291981"/>
                  </a:lnTo>
                  <a:lnTo>
                    <a:pt x="3172155" y="1289792"/>
                  </a:lnTo>
                  <a:lnTo>
                    <a:pt x="3172782" y="1287419"/>
                  </a:lnTo>
                  <a:lnTo>
                    <a:pt x="3173408" y="1284839"/>
                  </a:lnTo>
                  <a:lnTo>
                    <a:pt x="3174035" y="1282048"/>
                  </a:lnTo>
                  <a:lnTo>
                    <a:pt x="3174661" y="1279078"/>
                  </a:lnTo>
                  <a:lnTo>
                    <a:pt x="3175288" y="1275912"/>
                  </a:lnTo>
                  <a:lnTo>
                    <a:pt x="3175914" y="1272583"/>
                  </a:lnTo>
                  <a:lnTo>
                    <a:pt x="3176541" y="1269085"/>
                  </a:lnTo>
                  <a:lnTo>
                    <a:pt x="3177168" y="1265430"/>
                  </a:lnTo>
                  <a:lnTo>
                    <a:pt x="3177794" y="1261612"/>
                  </a:lnTo>
                  <a:lnTo>
                    <a:pt x="3178421" y="1257654"/>
                  </a:lnTo>
                  <a:lnTo>
                    <a:pt x="3179047" y="1253539"/>
                  </a:lnTo>
                  <a:lnTo>
                    <a:pt x="3179674" y="1249267"/>
                  </a:lnTo>
                  <a:lnTo>
                    <a:pt x="3180300" y="1244841"/>
                  </a:lnTo>
                  <a:lnTo>
                    <a:pt x="3180927" y="1240299"/>
                  </a:lnTo>
                  <a:lnTo>
                    <a:pt x="3181553" y="1235641"/>
                  </a:lnTo>
                  <a:lnTo>
                    <a:pt x="3182180" y="1230879"/>
                  </a:lnTo>
                  <a:lnTo>
                    <a:pt x="3182807" y="1226000"/>
                  </a:lnTo>
                  <a:lnTo>
                    <a:pt x="3183433" y="1221008"/>
                  </a:lnTo>
                  <a:lnTo>
                    <a:pt x="3184060" y="1215899"/>
                  </a:lnTo>
                  <a:lnTo>
                    <a:pt x="3184686" y="1210701"/>
                  </a:lnTo>
                  <a:lnTo>
                    <a:pt x="3185313" y="1205395"/>
                  </a:lnTo>
                  <a:lnTo>
                    <a:pt x="3185939" y="1199981"/>
                  </a:lnTo>
                  <a:lnTo>
                    <a:pt x="3186566" y="1194480"/>
                  </a:lnTo>
                  <a:lnTo>
                    <a:pt x="3187192" y="1188933"/>
                  </a:lnTo>
                  <a:lnTo>
                    <a:pt x="3187819" y="1183334"/>
                  </a:lnTo>
                  <a:lnTo>
                    <a:pt x="3188446" y="1177706"/>
                  </a:lnTo>
                  <a:lnTo>
                    <a:pt x="3189072" y="1172016"/>
                  </a:lnTo>
                  <a:lnTo>
                    <a:pt x="3189699" y="1166291"/>
                  </a:lnTo>
                  <a:lnTo>
                    <a:pt x="3190325" y="1160534"/>
                  </a:lnTo>
                  <a:lnTo>
                    <a:pt x="3190952" y="1154726"/>
                  </a:lnTo>
                  <a:lnTo>
                    <a:pt x="3191578" y="1148864"/>
                  </a:lnTo>
                  <a:lnTo>
                    <a:pt x="3192205" y="1142985"/>
                  </a:lnTo>
                  <a:lnTo>
                    <a:pt x="3192831" y="1137093"/>
                  </a:lnTo>
                  <a:lnTo>
                    <a:pt x="3193458" y="1131206"/>
                  </a:lnTo>
                  <a:lnTo>
                    <a:pt x="3194085" y="1125343"/>
                  </a:lnTo>
                  <a:lnTo>
                    <a:pt x="3194711" y="1119514"/>
                  </a:lnTo>
                  <a:lnTo>
                    <a:pt x="3195338" y="1113731"/>
                  </a:lnTo>
                  <a:lnTo>
                    <a:pt x="3195964" y="1107934"/>
                  </a:lnTo>
                  <a:lnTo>
                    <a:pt x="3196591" y="1102107"/>
                  </a:lnTo>
                  <a:lnTo>
                    <a:pt x="3197217" y="1096237"/>
                  </a:lnTo>
                  <a:lnTo>
                    <a:pt x="3197844" y="1090310"/>
                  </a:lnTo>
                  <a:lnTo>
                    <a:pt x="3198470" y="1084377"/>
                  </a:lnTo>
                  <a:lnTo>
                    <a:pt x="3199097" y="1078435"/>
                  </a:lnTo>
                  <a:lnTo>
                    <a:pt x="3199724" y="1072477"/>
                  </a:lnTo>
                  <a:lnTo>
                    <a:pt x="3200350" y="1066533"/>
                  </a:lnTo>
                  <a:lnTo>
                    <a:pt x="3200977" y="1060624"/>
                  </a:lnTo>
                  <a:lnTo>
                    <a:pt x="3201603" y="1054736"/>
                  </a:lnTo>
                  <a:lnTo>
                    <a:pt x="3202230" y="1048839"/>
                  </a:lnTo>
                  <a:lnTo>
                    <a:pt x="3202856" y="1042912"/>
                  </a:lnTo>
                  <a:lnTo>
                    <a:pt x="3203483" y="1036947"/>
                  </a:lnTo>
                  <a:lnTo>
                    <a:pt x="3204109" y="1030892"/>
                  </a:lnTo>
                  <a:lnTo>
                    <a:pt x="3204736" y="1024724"/>
                  </a:lnTo>
                  <a:lnTo>
                    <a:pt x="3205363" y="1018490"/>
                  </a:lnTo>
                  <a:lnTo>
                    <a:pt x="3205989" y="1012215"/>
                  </a:lnTo>
                  <a:lnTo>
                    <a:pt x="3206616" y="1005909"/>
                  </a:lnTo>
                  <a:lnTo>
                    <a:pt x="3207242" y="999587"/>
                  </a:lnTo>
                  <a:lnTo>
                    <a:pt x="3207869" y="993236"/>
                  </a:lnTo>
                  <a:lnTo>
                    <a:pt x="3208495" y="986847"/>
                  </a:lnTo>
                  <a:lnTo>
                    <a:pt x="3209122" y="980413"/>
                  </a:lnTo>
                  <a:lnTo>
                    <a:pt x="3209748" y="973947"/>
                  </a:lnTo>
                  <a:lnTo>
                    <a:pt x="3210375" y="967420"/>
                  </a:lnTo>
                  <a:lnTo>
                    <a:pt x="3211002" y="960827"/>
                  </a:lnTo>
                  <a:lnTo>
                    <a:pt x="3211628" y="954170"/>
                  </a:lnTo>
                  <a:lnTo>
                    <a:pt x="3212255" y="947439"/>
                  </a:lnTo>
                  <a:lnTo>
                    <a:pt x="3212881" y="940616"/>
                  </a:lnTo>
                  <a:lnTo>
                    <a:pt x="3213508" y="933739"/>
                  </a:lnTo>
                  <a:lnTo>
                    <a:pt x="3214134" y="926789"/>
                  </a:lnTo>
                  <a:lnTo>
                    <a:pt x="3214761" y="919781"/>
                  </a:lnTo>
                  <a:lnTo>
                    <a:pt x="3215387" y="912717"/>
                  </a:lnTo>
                  <a:lnTo>
                    <a:pt x="3216014" y="905584"/>
                  </a:lnTo>
                  <a:lnTo>
                    <a:pt x="3216641" y="898355"/>
                  </a:lnTo>
                  <a:lnTo>
                    <a:pt x="3217267" y="891053"/>
                  </a:lnTo>
                  <a:lnTo>
                    <a:pt x="3217894" y="883711"/>
                  </a:lnTo>
                  <a:lnTo>
                    <a:pt x="3218520" y="876317"/>
                  </a:lnTo>
                  <a:lnTo>
                    <a:pt x="3219147" y="868840"/>
                  </a:lnTo>
                  <a:lnTo>
                    <a:pt x="3219773" y="861281"/>
                  </a:lnTo>
                  <a:lnTo>
                    <a:pt x="3220400" y="853671"/>
                  </a:lnTo>
                  <a:lnTo>
                    <a:pt x="3221026" y="846033"/>
                  </a:lnTo>
                  <a:lnTo>
                    <a:pt x="3221653" y="838387"/>
                  </a:lnTo>
                  <a:lnTo>
                    <a:pt x="3222280" y="830729"/>
                  </a:lnTo>
                  <a:lnTo>
                    <a:pt x="3222906" y="823110"/>
                  </a:lnTo>
                  <a:lnTo>
                    <a:pt x="3223533" y="815573"/>
                  </a:lnTo>
                  <a:lnTo>
                    <a:pt x="3224159" y="808104"/>
                  </a:lnTo>
                  <a:lnTo>
                    <a:pt x="3224786" y="800691"/>
                  </a:lnTo>
                  <a:lnTo>
                    <a:pt x="3225412" y="793330"/>
                  </a:lnTo>
                  <a:lnTo>
                    <a:pt x="3226039" y="786028"/>
                  </a:lnTo>
                  <a:lnTo>
                    <a:pt x="3226665" y="778793"/>
                  </a:lnTo>
                  <a:lnTo>
                    <a:pt x="3227292" y="771596"/>
                  </a:lnTo>
                  <a:lnTo>
                    <a:pt x="3227919" y="764462"/>
                  </a:lnTo>
                  <a:lnTo>
                    <a:pt x="3228545" y="757425"/>
                  </a:lnTo>
                  <a:lnTo>
                    <a:pt x="3229172" y="750518"/>
                  </a:lnTo>
                  <a:lnTo>
                    <a:pt x="3229798" y="743752"/>
                  </a:lnTo>
                  <a:lnTo>
                    <a:pt x="3230425" y="737109"/>
                  </a:lnTo>
                  <a:lnTo>
                    <a:pt x="3231051" y="730609"/>
                  </a:lnTo>
                  <a:lnTo>
                    <a:pt x="3231678" y="724279"/>
                  </a:lnTo>
                  <a:lnTo>
                    <a:pt x="3232304" y="718111"/>
                  </a:lnTo>
                  <a:lnTo>
                    <a:pt x="3232931" y="712095"/>
                  </a:lnTo>
                  <a:lnTo>
                    <a:pt x="3233558" y="706236"/>
                  </a:lnTo>
                  <a:lnTo>
                    <a:pt x="3234184" y="700580"/>
                  </a:lnTo>
                  <a:lnTo>
                    <a:pt x="3234811" y="695125"/>
                  </a:lnTo>
                  <a:lnTo>
                    <a:pt x="3235437" y="689875"/>
                  </a:lnTo>
                  <a:lnTo>
                    <a:pt x="3236064" y="684851"/>
                  </a:lnTo>
                  <a:lnTo>
                    <a:pt x="3236690" y="680082"/>
                  </a:lnTo>
                  <a:lnTo>
                    <a:pt x="3237317" y="675564"/>
                  </a:lnTo>
                  <a:lnTo>
                    <a:pt x="3237943" y="671314"/>
                  </a:lnTo>
                  <a:lnTo>
                    <a:pt x="3238570" y="667329"/>
                  </a:lnTo>
                  <a:lnTo>
                    <a:pt x="3239197" y="663620"/>
                  </a:lnTo>
                  <a:lnTo>
                    <a:pt x="3239823" y="660196"/>
                  </a:lnTo>
                  <a:lnTo>
                    <a:pt x="3240450" y="657081"/>
                  </a:lnTo>
                  <a:lnTo>
                    <a:pt x="3241076" y="654280"/>
                  </a:lnTo>
                  <a:lnTo>
                    <a:pt x="3241703" y="651802"/>
                  </a:lnTo>
                  <a:lnTo>
                    <a:pt x="3242329" y="649666"/>
                  </a:lnTo>
                  <a:lnTo>
                    <a:pt x="3242956" y="647876"/>
                  </a:lnTo>
                  <a:lnTo>
                    <a:pt x="3243582" y="646388"/>
                  </a:lnTo>
                  <a:lnTo>
                    <a:pt x="3244209" y="645189"/>
                  </a:lnTo>
                  <a:lnTo>
                    <a:pt x="3244836" y="644305"/>
                  </a:lnTo>
                  <a:lnTo>
                    <a:pt x="3245462" y="643729"/>
                  </a:lnTo>
                  <a:lnTo>
                    <a:pt x="3246089" y="643492"/>
                  </a:lnTo>
                  <a:lnTo>
                    <a:pt x="3246715" y="643597"/>
                  </a:lnTo>
                  <a:lnTo>
                    <a:pt x="3247342" y="644045"/>
                  </a:lnTo>
                  <a:lnTo>
                    <a:pt x="3247968" y="644871"/>
                  </a:lnTo>
                  <a:lnTo>
                    <a:pt x="3248595" y="646072"/>
                  </a:lnTo>
                  <a:lnTo>
                    <a:pt x="3249221" y="647644"/>
                  </a:lnTo>
                  <a:lnTo>
                    <a:pt x="3249848" y="649532"/>
                  </a:lnTo>
                  <a:lnTo>
                    <a:pt x="3250475" y="651746"/>
                  </a:lnTo>
                  <a:lnTo>
                    <a:pt x="3251101" y="654294"/>
                  </a:lnTo>
                  <a:lnTo>
                    <a:pt x="3251728" y="657191"/>
                  </a:lnTo>
                  <a:lnTo>
                    <a:pt x="3252354" y="660386"/>
                  </a:lnTo>
                  <a:lnTo>
                    <a:pt x="3252981" y="663873"/>
                  </a:lnTo>
                  <a:lnTo>
                    <a:pt x="3253607" y="667623"/>
                  </a:lnTo>
                  <a:lnTo>
                    <a:pt x="3254234" y="671629"/>
                  </a:lnTo>
                  <a:lnTo>
                    <a:pt x="3254860" y="675797"/>
                  </a:lnTo>
                  <a:lnTo>
                    <a:pt x="3255487" y="680106"/>
                  </a:lnTo>
                  <a:lnTo>
                    <a:pt x="3256114" y="684552"/>
                  </a:lnTo>
                  <a:lnTo>
                    <a:pt x="3256740" y="689129"/>
                  </a:lnTo>
                  <a:lnTo>
                    <a:pt x="3257367" y="693834"/>
                  </a:lnTo>
                  <a:lnTo>
                    <a:pt x="3257993" y="698657"/>
                  </a:lnTo>
                  <a:lnTo>
                    <a:pt x="3258620" y="703587"/>
                  </a:lnTo>
                  <a:lnTo>
                    <a:pt x="3259246" y="708650"/>
                  </a:lnTo>
                  <a:lnTo>
                    <a:pt x="3259873" y="713837"/>
                  </a:lnTo>
                  <a:lnTo>
                    <a:pt x="3260499" y="719122"/>
                  </a:lnTo>
                  <a:lnTo>
                    <a:pt x="3261126" y="724448"/>
                  </a:lnTo>
                  <a:lnTo>
                    <a:pt x="3261753" y="729799"/>
                  </a:lnTo>
                  <a:lnTo>
                    <a:pt x="3262379" y="735185"/>
                  </a:lnTo>
                  <a:lnTo>
                    <a:pt x="3263006" y="740608"/>
                  </a:lnTo>
                  <a:lnTo>
                    <a:pt x="3263632" y="746054"/>
                  </a:lnTo>
                  <a:lnTo>
                    <a:pt x="3264259" y="751567"/>
                  </a:lnTo>
                  <a:lnTo>
                    <a:pt x="3264885" y="757168"/>
                  </a:lnTo>
                  <a:lnTo>
                    <a:pt x="3265512" y="762828"/>
                  </a:lnTo>
                  <a:lnTo>
                    <a:pt x="3266138" y="768541"/>
                  </a:lnTo>
                  <a:lnTo>
                    <a:pt x="3266765" y="774300"/>
                  </a:lnTo>
                  <a:lnTo>
                    <a:pt x="3267392" y="780104"/>
                  </a:lnTo>
                  <a:lnTo>
                    <a:pt x="3268018" y="785935"/>
                  </a:lnTo>
                  <a:lnTo>
                    <a:pt x="3268645" y="791773"/>
                  </a:lnTo>
                  <a:lnTo>
                    <a:pt x="3269271" y="797598"/>
                  </a:lnTo>
                  <a:lnTo>
                    <a:pt x="3269898" y="803374"/>
                  </a:lnTo>
                  <a:lnTo>
                    <a:pt x="3270524" y="809098"/>
                  </a:lnTo>
                  <a:lnTo>
                    <a:pt x="3271151" y="814770"/>
                  </a:lnTo>
                  <a:lnTo>
                    <a:pt x="3271777" y="820372"/>
                  </a:lnTo>
                  <a:lnTo>
                    <a:pt x="3272404" y="825839"/>
                  </a:lnTo>
                  <a:lnTo>
                    <a:pt x="3273031" y="831176"/>
                  </a:lnTo>
                  <a:lnTo>
                    <a:pt x="3273657" y="836366"/>
                  </a:lnTo>
                  <a:lnTo>
                    <a:pt x="3274284" y="841399"/>
                  </a:lnTo>
                  <a:lnTo>
                    <a:pt x="3274910" y="846303"/>
                  </a:lnTo>
                  <a:lnTo>
                    <a:pt x="3275537" y="851121"/>
                  </a:lnTo>
                  <a:lnTo>
                    <a:pt x="3276163" y="855864"/>
                  </a:lnTo>
                  <a:lnTo>
                    <a:pt x="3276790" y="860505"/>
                  </a:lnTo>
                  <a:lnTo>
                    <a:pt x="3277416" y="865032"/>
                  </a:lnTo>
                  <a:lnTo>
                    <a:pt x="3278043" y="869425"/>
                  </a:lnTo>
                  <a:lnTo>
                    <a:pt x="3278670" y="873688"/>
                  </a:lnTo>
                  <a:lnTo>
                    <a:pt x="3279296" y="877823"/>
                  </a:lnTo>
                  <a:lnTo>
                    <a:pt x="3279923" y="881814"/>
                  </a:lnTo>
                  <a:lnTo>
                    <a:pt x="3280549" y="885670"/>
                  </a:lnTo>
                  <a:lnTo>
                    <a:pt x="3281176" y="889393"/>
                  </a:lnTo>
                  <a:lnTo>
                    <a:pt x="3281802" y="893056"/>
                  </a:lnTo>
                  <a:lnTo>
                    <a:pt x="3282429" y="896656"/>
                  </a:lnTo>
                  <a:lnTo>
                    <a:pt x="3283055" y="900193"/>
                  </a:lnTo>
                  <a:lnTo>
                    <a:pt x="3283682" y="903648"/>
                  </a:lnTo>
                  <a:lnTo>
                    <a:pt x="3284309" y="906998"/>
                  </a:lnTo>
                  <a:lnTo>
                    <a:pt x="3284935" y="910285"/>
                  </a:lnTo>
                  <a:lnTo>
                    <a:pt x="3285562" y="913514"/>
                  </a:lnTo>
                  <a:lnTo>
                    <a:pt x="3286188" y="916658"/>
                  </a:lnTo>
                  <a:lnTo>
                    <a:pt x="3286815" y="919816"/>
                  </a:lnTo>
                  <a:lnTo>
                    <a:pt x="3287441" y="922985"/>
                  </a:lnTo>
                  <a:lnTo>
                    <a:pt x="3288068" y="926162"/>
                  </a:lnTo>
                  <a:lnTo>
                    <a:pt x="3288694" y="929329"/>
                  </a:lnTo>
                  <a:lnTo>
                    <a:pt x="3289321" y="932460"/>
                  </a:lnTo>
                  <a:lnTo>
                    <a:pt x="3289948" y="935552"/>
                  </a:lnTo>
                  <a:lnTo>
                    <a:pt x="3290574" y="938601"/>
                  </a:lnTo>
                  <a:lnTo>
                    <a:pt x="3291201" y="941566"/>
                  </a:lnTo>
                  <a:lnTo>
                    <a:pt x="3291827" y="944437"/>
                  </a:lnTo>
                  <a:lnTo>
                    <a:pt x="3292454" y="947206"/>
                  </a:lnTo>
                  <a:lnTo>
                    <a:pt x="3293080" y="949927"/>
                  </a:lnTo>
                  <a:lnTo>
                    <a:pt x="3293707" y="952634"/>
                  </a:lnTo>
                  <a:lnTo>
                    <a:pt x="3294333" y="955300"/>
                  </a:lnTo>
                  <a:lnTo>
                    <a:pt x="3294960" y="957917"/>
                  </a:lnTo>
                  <a:lnTo>
                    <a:pt x="3295587" y="960530"/>
                  </a:lnTo>
                  <a:lnTo>
                    <a:pt x="3296213" y="963099"/>
                  </a:lnTo>
                  <a:lnTo>
                    <a:pt x="3296840" y="965590"/>
                  </a:lnTo>
                  <a:lnTo>
                    <a:pt x="3297466" y="968045"/>
                  </a:lnTo>
                  <a:lnTo>
                    <a:pt x="3298093" y="970510"/>
                  </a:lnTo>
                  <a:lnTo>
                    <a:pt x="3298719" y="973008"/>
                  </a:lnTo>
                  <a:lnTo>
                    <a:pt x="3299346" y="975560"/>
                  </a:lnTo>
                  <a:lnTo>
                    <a:pt x="3299972" y="978177"/>
                  </a:lnTo>
                  <a:lnTo>
                    <a:pt x="3300599" y="980865"/>
                  </a:lnTo>
                  <a:lnTo>
                    <a:pt x="3301225" y="983663"/>
                  </a:lnTo>
                  <a:lnTo>
                    <a:pt x="3301852" y="986566"/>
                  </a:lnTo>
                  <a:lnTo>
                    <a:pt x="3302479" y="989553"/>
                  </a:lnTo>
                  <a:lnTo>
                    <a:pt x="3303105" y="992589"/>
                  </a:lnTo>
                  <a:lnTo>
                    <a:pt x="3303732" y="995656"/>
                  </a:lnTo>
                  <a:lnTo>
                    <a:pt x="3304358" y="998781"/>
                  </a:lnTo>
                  <a:lnTo>
                    <a:pt x="3304985" y="1001948"/>
                  </a:lnTo>
                  <a:lnTo>
                    <a:pt x="3305611" y="1005168"/>
                  </a:lnTo>
                  <a:lnTo>
                    <a:pt x="3306238" y="1008490"/>
                  </a:lnTo>
                  <a:lnTo>
                    <a:pt x="3306864" y="1011911"/>
                  </a:lnTo>
                  <a:lnTo>
                    <a:pt x="3307491" y="1015399"/>
                  </a:lnTo>
                  <a:lnTo>
                    <a:pt x="3308118" y="1018970"/>
                  </a:lnTo>
                  <a:lnTo>
                    <a:pt x="3308744" y="1022604"/>
                  </a:lnTo>
                  <a:lnTo>
                    <a:pt x="3309371" y="1026294"/>
                  </a:lnTo>
                  <a:lnTo>
                    <a:pt x="3309997" y="1029995"/>
                  </a:lnTo>
                  <a:lnTo>
                    <a:pt x="3310624" y="1033670"/>
                  </a:lnTo>
                  <a:lnTo>
                    <a:pt x="3311250" y="1037316"/>
                  </a:lnTo>
                  <a:lnTo>
                    <a:pt x="3311877" y="1040896"/>
                  </a:lnTo>
                  <a:lnTo>
                    <a:pt x="3312503" y="1044430"/>
                  </a:lnTo>
                  <a:lnTo>
                    <a:pt x="3313130" y="1047922"/>
                  </a:lnTo>
                  <a:lnTo>
                    <a:pt x="3313757" y="1051351"/>
                  </a:lnTo>
                  <a:lnTo>
                    <a:pt x="3314383" y="1054731"/>
                  </a:lnTo>
                  <a:lnTo>
                    <a:pt x="3315010" y="1058072"/>
                  </a:lnTo>
                  <a:lnTo>
                    <a:pt x="3315636" y="1061381"/>
                  </a:lnTo>
                  <a:lnTo>
                    <a:pt x="3316263" y="1064690"/>
                  </a:lnTo>
                  <a:lnTo>
                    <a:pt x="3316889" y="1067990"/>
                  </a:lnTo>
                  <a:lnTo>
                    <a:pt x="3317516" y="1071286"/>
                  </a:lnTo>
                  <a:lnTo>
                    <a:pt x="3318142" y="1074596"/>
                  </a:lnTo>
                  <a:lnTo>
                    <a:pt x="3318769" y="1077862"/>
                  </a:lnTo>
                  <a:lnTo>
                    <a:pt x="3319396" y="1081098"/>
                  </a:lnTo>
                  <a:lnTo>
                    <a:pt x="3320022" y="1084301"/>
                  </a:lnTo>
                  <a:lnTo>
                    <a:pt x="3320649" y="1087504"/>
                  </a:lnTo>
                  <a:lnTo>
                    <a:pt x="3321275" y="1090750"/>
                  </a:lnTo>
                  <a:lnTo>
                    <a:pt x="3321902" y="1094027"/>
                  </a:lnTo>
                  <a:lnTo>
                    <a:pt x="3322528" y="1097343"/>
                  </a:lnTo>
                  <a:lnTo>
                    <a:pt x="3323155" y="1100720"/>
                  </a:lnTo>
                  <a:lnTo>
                    <a:pt x="3323781" y="1104163"/>
                  </a:lnTo>
                  <a:lnTo>
                    <a:pt x="3324408" y="1107677"/>
                  </a:lnTo>
                  <a:lnTo>
                    <a:pt x="3325035" y="1111247"/>
                  </a:lnTo>
                  <a:lnTo>
                    <a:pt x="3325661" y="1114851"/>
                  </a:lnTo>
                  <a:lnTo>
                    <a:pt x="3326288" y="1118499"/>
                  </a:lnTo>
                  <a:lnTo>
                    <a:pt x="3326914" y="1122172"/>
                  </a:lnTo>
                  <a:lnTo>
                    <a:pt x="3327541" y="1125822"/>
                  </a:lnTo>
                  <a:lnTo>
                    <a:pt x="3328167" y="1129501"/>
                  </a:lnTo>
                  <a:lnTo>
                    <a:pt x="3328794" y="1133231"/>
                  </a:lnTo>
                  <a:lnTo>
                    <a:pt x="3329420" y="1137030"/>
                  </a:lnTo>
                  <a:lnTo>
                    <a:pt x="3330047" y="1140860"/>
                  </a:lnTo>
                  <a:lnTo>
                    <a:pt x="3330674" y="1144738"/>
                  </a:lnTo>
                  <a:lnTo>
                    <a:pt x="3331300" y="1148660"/>
                  </a:lnTo>
                  <a:lnTo>
                    <a:pt x="3331927" y="1152639"/>
                  </a:lnTo>
                  <a:lnTo>
                    <a:pt x="3332553" y="1156688"/>
                  </a:lnTo>
                  <a:lnTo>
                    <a:pt x="3333180" y="1160796"/>
                  </a:lnTo>
                  <a:lnTo>
                    <a:pt x="3333806" y="1164984"/>
                  </a:lnTo>
                  <a:lnTo>
                    <a:pt x="3334433" y="1169285"/>
                  </a:lnTo>
                  <a:lnTo>
                    <a:pt x="3335059" y="1173743"/>
                  </a:lnTo>
                  <a:lnTo>
                    <a:pt x="3335686" y="1178374"/>
                  </a:lnTo>
                  <a:lnTo>
                    <a:pt x="3336313" y="1183194"/>
                  </a:lnTo>
                  <a:lnTo>
                    <a:pt x="3336939" y="1188212"/>
                  </a:lnTo>
                  <a:lnTo>
                    <a:pt x="3337566" y="1193414"/>
                  </a:lnTo>
                  <a:lnTo>
                    <a:pt x="3338192" y="1198764"/>
                  </a:lnTo>
                  <a:lnTo>
                    <a:pt x="3338819" y="1204244"/>
                  </a:lnTo>
                  <a:lnTo>
                    <a:pt x="3339445" y="1209881"/>
                  </a:lnTo>
                  <a:lnTo>
                    <a:pt x="3340072" y="1215665"/>
                  </a:lnTo>
                  <a:lnTo>
                    <a:pt x="3340698" y="1221618"/>
                  </a:lnTo>
                  <a:lnTo>
                    <a:pt x="3341325" y="1227743"/>
                  </a:lnTo>
                  <a:lnTo>
                    <a:pt x="3341952" y="1234066"/>
                  </a:lnTo>
                  <a:lnTo>
                    <a:pt x="3342578" y="1240604"/>
                  </a:lnTo>
                  <a:lnTo>
                    <a:pt x="3343205" y="1247340"/>
                  </a:lnTo>
                  <a:lnTo>
                    <a:pt x="3343831" y="1254293"/>
                  </a:lnTo>
                  <a:lnTo>
                    <a:pt x="3344458" y="1261430"/>
                  </a:lnTo>
                  <a:lnTo>
                    <a:pt x="3345084" y="1268733"/>
                  </a:lnTo>
                  <a:lnTo>
                    <a:pt x="3345711" y="1276184"/>
                  </a:lnTo>
                  <a:lnTo>
                    <a:pt x="3346337" y="1283775"/>
                  </a:lnTo>
                  <a:lnTo>
                    <a:pt x="3346964" y="1291501"/>
                  </a:lnTo>
                  <a:lnTo>
                    <a:pt x="3347591" y="1299338"/>
                  </a:lnTo>
                  <a:lnTo>
                    <a:pt x="3348217" y="1307262"/>
                  </a:lnTo>
                  <a:lnTo>
                    <a:pt x="3348844" y="1315267"/>
                  </a:lnTo>
                  <a:lnTo>
                    <a:pt x="3349470" y="1323303"/>
                  </a:lnTo>
                  <a:lnTo>
                    <a:pt x="3350097" y="1331392"/>
                  </a:lnTo>
                  <a:lnTo>
                    <a:pt x="3350723" y="1339550"/>
                  </a:lnTo>
                  <a:lnTo>
                    <a:pt x="3351350" y="1347795"/>
                  </a:lnTo>
                  <a:lnTo>
                    <a:pt x="3351976" y="1356141"/>
                  </a:lnTo>
                  <a:lnTo>
                    <a:pt x="3352603" y="1364586"/>
                  </a:lnTo>
                  <a:lnTo>
                    <a:pt x="3353230" y="1373094"/>
                  </a:lnTo>
                  <a:lnTo>
                    <a:pt x="3353856" y="1381676"/>
                  </a:lnTo>
                  <a:lnTo>
                    <a:pt x="3354483" y="1390336"/>
                  </a:lnTo>
                  <a:lnTo>
                    <a:pt x="3355109" y="1399079"/>
                  </a:lnTo>
                  <a:lnTo>
                    <a:pt x="3355736" y="1407886"/>
                  </a:lnTo>
                  <a:lnTo>
                    <a:pt x="3356362" y="1416744"/>
                  </a:lnTo>
                  <a:lnTo>
                    <a:pt x="3356989" y="1425654"/>
                  </a:lnTo>
                  <a:lnTo>
                    <a:pt x="3357615" y="1434595"/>
                  </a:lnTo>
                  <a:lnTo>
                    <a:pt x="3358242" y="1443504"/>
                  </a:lnTo>
                  <a:lnTo>
                    <a:pt x="3358869" y="1452389"/>
                  </a:lnTo>
                  <a:lnTo>
                    <a:pt x="3359495" y="1461256"/>
                  </a:lnTo>
                  <a:lnTo>
                    <a:pt x="3360122" y="1470055"/>
                  </a:lnTo>
                  <a:lnTo>
                    <a:pt x="3360748" y="1478736"/>
                  </a:lnTo>
                  <a:lnTo>
                    <a:pt x="3361375" y="1487258"/>
                  </a:lnTo>
                  <a:lnTo>
                    <a:pt x="3362001" y="1495616"/>
                  </a:lnTo>
                  <a:lnTo>
                    <a:pt x="3362628" y="1503767"/>
                  </a:lnTo>
                  <a:lnTo>
                    <a:pt x="3363254" y="1511701"/>
                  </a:lnTo>
                  <a:lnTo>
                    <a:pt x="3363881" y="1519388"/>
                  </a:lnTo>
                  <a:lnTo>
                    <a:pt x="3364508" y="1526823"/>
                  </a:lnTo>
                  <a:lnTo>
                    <a:pt x="3365134" y="1534003"/>
                  </a:lnTo>
                  <a:lnTo>
                    <a:pt x="3365761" y="1540917"/>
                  </a:lnTo>
                  <a:lnTo>
                    <a:pt x="3366387" y="1547559"/>
                  </a:lnTo>
                  <a:lnTo>
                    <a:pt x="3367014" y="1553911"/>
                  </a:lnTo>
                  <a:lnTo>
                    <a:pt x="3367640" y="1560000"/>
                  </a:lnTo>
                  <a:lnTo>
                    <a:pt x="3368267" y="1565827"/>
                  </a:lnTo>
                  <a:lnTo>
                    <a:pt x="3368893" y="1571380"/>
                  </a:lnTo>
                  <a:lnTo>
                    <a:pt x="3369520" y="1576668"/>
                  </a:lnTo>
                  <a:lnTo>
                    <a:pt x="3370147" y="1581689"/>
                  </a:lnTo>
                  <a:lnTo>
                    <a:pt x="3370773" y="1586444"/>
                  </a:lnTo>
                  <a:lnTo>
                    <a:pt x="3371400" y="1590926"/>
                  </a:lnTo>
                  <a:lnTo>
                    <a:pt x="3372026" y="1595176"/>
                  </a:lnTo>
                  <a:lnTo>
                    <a:pt x="3372653" y="1599195"/>
                  </a:lnTo>
                  <a:lnTo>
                    <a:pt x="3373279" y="1602983"/>
                  </a:lnTo>
                  <a:lnTo>
                    <a:pt x="3373906" y="1606548"/>
                  </a:lnTo>
                  <a:lnTo>
                    <a:pt x="3374532" y="1609927"/>
                  </a:lnTo>
                  <a:lnTo>
                    <a:pt x="3375159" y="1613129"/>
                  </a:lnTo>
                  <a:lnTo>
                    <a:pt x="3375786" y="1616156"/>
                  </a:lnTo>
                  <a:lnTo>
                    <a:pt x="3376412" y="1619023"/>
                  </a:lnTo>
                  <a:lnTo>
                    <a:pt x="3377039" y="1621729"/>
                  </a:lnTo>
                  <a:lnTo>
                    <a:pt x="3377665" y="1624282"/>
                  </a:lnTo>
                  <a:lnTo>
                    <a:pt x="3378292" y="1626678"/>
                  </a:lnTo>
                  <a:lnTo>
                    <a:pt x="3378918" y="1628918"/>
                  </a:lnTo>
                  <a:lnTo>
                    <a:pt x="3379545" y="1631017"/>
                  </a:lnTo>
                  <a:lnTo>
                    <a:pt x="3380171" y="1633017"/>
                  </a:lnTo>
                  <a:lnTo>
                    <a:pt x="3380798" y="1634926"/>
                  </a:lnTo>
                  <a:lnTo>
                    <a:pt x="3381425" y="1636783"/>
                  </a:lnTo>
                  <a:lnTo>
                    <a:pt x="3382051" y="1638587"/>
                  </a:lnTo>
                  <a:lnTo>
                    <a:pt x="3382678" y="1640343"/>
                  </a:lnTo>
                  <a:lnTo>
                    <a:pt x="3383304" y="1642030"/>
                  </a:lnTo>
                  <a:lnTo>
                    <a:pt x="3383931" y="1643615"/>
                  </a:lnTo>
                  <a:lnTo>
                    <a:pt x="3384557" y="1645098"/>
                  </a:lnTo>
                  <a:lnTo>
                    <a:pt x="3385184" y="1646486"/>
                  </a:lnTo>
                  <a:lnTo>
                    <a:pt x="3385810" y="1647777"/>
                  </a:lnTo>
                  <a:lnTo>
                    <a:pt x="3386437" y="1648978"/>
                  </a:lnTo>
                  <a:lnTo>
                    <a:pt x="3387064" y="1650087"/>
                  </a:lnTo>
                  <a:lnTo>
                    <a:pt x="3387690" y="1651106"/>
                  </a:lnTo>
                  <a:lnTo>
                    <a:pt x="3388317" y="1652048"/>
                  </a:lnTo>
                  <a:lnTo>
                    <a:pt x="3388943" y="1652905"/>
                  </a:lnTo>
                  <a:lnTo>
                    <a:pt x="3389570" y="1653678"/>
                  </a:lnTo>
                  <a:lnTo>
                    <a:pt x="3390196" y="1654424"/>
                  </a:lnTo>
                  <a:lnTo>
                    <a:pt x="3390823" y="1655145"/>
                  </a:lnTo>
                  <a:lnTo>
                    <a:pt x="3391449" y="1655829"/>
                  </a:lnTo>
                  <a:lnTo>
                    <a:pt x="3392076" y="1656478"/>
                  </a:lnTo>
                  <a:lnTo>
                    <a:pt x="3392703" y="1657094"/>
                  </a:lnTo>
                  <a:lnTo>
                    <a:pt x="3393329" y="1657662"/>
                  </a:lnTo>
                  <a:lnTo>
                    <a:pt x="3393956" y="1658165"/>
                  </a:lnTo>
                  <a:lnTo>
                    <a:pt x="3394582" y="1658606"/>
                  </a:lnTo>
                  <a:lnTo>
                    <a:pt x="3395209" y="1658976"/>
                  </a:lnTo>
                  <a:lnTo>
                    <a:pt x="3395835" y="1659283"/>
                  </a:lnTo>
                  <a:lnTo>
                    <a:pt x="3396462" y="1659517"/>
                  </a:lnTo>
                  <a:lnTo>
                    <a:pt x="3397088" y="1659678"/>
                  </a:lnTo>
                  <a:lnTo>
                    <a:pt x="3397715" y="1659758"/>
                  </a:lnTo>
                  <a:lnTo>
                    <a:pt x="3398342" y="1659755"/>
                  </a:lnTo>
                  <a:lnTo>
                    <a:pt x="3398968" y="1659679"/>
                  </a:lnTo>
                  <a:lnTo>
                    <a:pt x="3399595" y="1659498"/>
                  </a:lnTo>
                  <a:lnTo>
                    <a:pt x="3400221" y="1659192"/>
                  </a:lnTo>
                  <a:lnTo>
                    <a:pt x="3400848" y="1658753"/>
                  </a:lnTo>
                  <a:lnTo>
                    <a:pt x="3401474" y="1658182"/>
                  </a:lnTo>
                  <a:lnTo>
                    <a:pt x="3402101" y="1657486"/>
                  </a:lnTo>
                  <a:lnTo>
                    <a:pt x="3402727" y="1656680"/>
                  </a:lnTo>
                  <a:lnTo>
                    <a:pt x="3403354" y="1655780"/>
                  </a:lnTo>
                  <a:lnTo>
                    <a:pt x="3403981" y="1654766"/>
                  </a:lnTo>
                  <a:lnTo>
                    <a:pt x="3404607" y="1653648"/>
                  </a:lnTo>
                  <a:lnTo>
                    <a:pt x="3405234" y="1652434"/>
                  </a:lnTo>
                  <a:lnTo>
                    <a:pt x="3405860" y="1651124"/>
                  </a:lnTo>
                  <a:lnTo>
                    <a:pt x="3406487" y="1649687"/>
                  </a:lnTo>
                  <a:lnTo>
                    <a:pt x="3407113" y="1648133"/>
                  </a:lnTo>
                  <a:lnTo>
                    <a:pt x="3407740" y="1646463"/>
                  </a:lnTo>
                  <a:lnTo>
                    <a:pt x="3408366" y="1644680"/>
                  </a:lnTo>
                  <a:lnTo>
                    <a:pt x="3408993" y="1642796"/>
                  </a:lnTo>
                  <a:lnTo>
                    <a:pt x="3409620" y="1640817"/>
                  </a:lnTo>
                  <a:lnTo>
                    <a:pt x="3410246" y="1638764"/>
                  </a:lnTo>
                  <a:lnTo>
                    <a:pt x="3410873" y="1636631"/>
                  </a:lnTo>
                  <a:lnTo>
                    <a:pt x="3411499" y="1634436"/>
                  </a:lnTo>
                  <a:lnTo>
                    <a:pt x="3412126" y="1632168"/>
                  </a:lnTo>
                  <a:lnTo>
                    <a:pt x="3412752" y="1629806"/>
                  </a:lnTo>
                  <a:lnTo>
                    <a:pt x="3413379" y="1627365"/>
                  </a:lnTo>
                  <a:lnTo>
                    <a:pt x="3414005" y="1624864"/>
                  </a:lnTo>
                  <a:lnTo>
                    <a:pt x="3414632" y="1622307"/>
                  </a:lnTo>
                  <a:lnTo>
                    <a:pt x="3415259" y="1619702"/>
                  </a:lnTo>
                  <a:lnTo>
                    <a:pt x="3415885" y="1617075"/>
                  </a:lnTo>
                  <a:lnTo>
                    <a:pt x="3416512" y="1614431"/>
                  </a:lnTo>
                  <a:lnTo>
                    <a:pt x="3417138" y="1611776"/>
                  </a:lnTo>
                  <a:lnTo>
                    <a:pt x="3417765" y="1609108"/>
                  </a:lnTo>
                  <a:lnTo>
                    <a:pt x="3418391" y="1606425"/>
                  </a:lnTo>
                  <a:lnTo>
                    <a:pt x="3419018" y="1603725"/>
                  </a:lnTo>
                  <a:lnTo>
                    <a:pt x="3419644" y="1601021"/>
                  </a:lnTo>
                  <a:lnTo>
                    <a:pt x="3420271" y="1598312"/>
                  </a:lnTo>
                  <a:lnTo>
                    <a:pt x="3420898" y="1595604"/>
                  </a:lnTo>
                  <a:lnTo>
                    <a:pt x="3421524" y="1592909"/>
                  </a:lnTo>
                  <a:lnTo>
                    <a:pt x="3422151" y="1590224"/>
                  </a:lnTo>
                  <a:lnTo>
                    <a:pt x="3422777" y="1587551"/>
                  </a:lnTo>
                  <a:lnTo>
                    <a:pt x="3423404" y="1584903"/>
                  </a:lnTo>
                  <a:lnTo>
                    <a:pt x="3424030" y="1582280"/>
                  </a:lnTo>
                  <a:lnTo>
                    <a:pt x="3424657" y="1579709"/>
                  </a:lnTo>
                  <a:lnTo>
                    <a:pt x="3425283" y="1577228"/>
                  </a:lnTo>
                  <a:lnTo>
                    <a:pt x="3425910" y="1574845"/>
                  </a:lnTo>
                  <a:lnTo>
                    <a:pt x="3426537" y="1572581"/>
                  </a:lnTo>
                  <a:lnTo>
                    <a:pt x="3427163" y="1570449"/>
                  </a:lnTo>
                  <a:lnTo>
                    <a:pt x="3427790" y="1568460"/>
                  </a:lnTo>
                  <a:lnTo>
                    <a:pt x="3428416" y="1566625"/>
                  </a:lnTo>
                  <a:lnTo>
                    <a:pt x="3429043" y="1564927"/>
                  </a:lnTo>
                  <a:lnTo>
                    <a:pt x="3429669" y="1563377"/>
                  </a:lnTo>
                  <a:lnTo>
                    <a:pt x="3430296" y="1561966"/>
                  </a:lnTo>
                  <a:lnTo>
                    <a:pt x="3430922" y="1560693"/>
                  </a:lnTo>
                  <a:lnTo>
                    <a:pt x="3431549" y="1559584"/>
                  </a:lnTo>
                  <a:lnTo>
                    <a:pt x="3432176" y="1558648"/>
                  </a:lnTo>
                  <a:lnTo>
                    <a:pt x="3432802" y="1557888"/>
                  </a:lnTo>
                  <a:lnTo>
                    <a:pt x="3433429" y="1557299"/>
                  </a:lnTo>
                  <a:lnTo>
                    <a:pt x="3434055" y="1556873"/>
                  </a:lnTo>
                  <a:lnTo>
                    <a:pt x="3434682" y="1556572"/>
                  </a:lnTo>
                  <a:lnTo>
                    <a:pt x="3435308" y="1556387"/>
                  </a:lnTo>
                  <a:lnTo>
                    <a:pt x="3435935" y="1556305"/>
                  </a:lnTo>
                  <a:lnTo>
                    <a:pt x="3436561" y="1556316"/>
                  </a:lnTo>
                  <a:lnTo>
                    <a:pt x="3437188" y="1556419"/>
                  </a:lnTo>
                  <a:lnTo>
                    <a:pt x="3437815" y="1556618"/>
                  </a:lnTo>
                  <a:lnTo>
                    <a:pt x="3438441" y="1556925"/>
                  </a:lnTo>
                  <a:lnTo>
                    <a:pt x="3439068" y="1557336"/>
                  </a:lnTo>
                  <a:lnTo>
                    <a:pt x="3439694" y="1557856"/>
                  </a:lnTo>
                  <a:lnTo>
                    <a:pt x="3440321" y="1558485"/>
                  </a:lnTo>
                  <a:lnTo>
                    <a:pt x="3440947" y="1559215"/>
                  </a:lnTo>
                  <a:lnTo>
                    <a:pt x="3441574" y="1560049"/>
                  </a:lnTo>
                  <a:lnTo>
                    <a:pt x="3442200" y="1560966"/>
                  </a:lnTo>
                  <a:lnTo>
                    <a:pt x="3442827" y="1561980"/>
                  </a:lnTo>
                  <a:lnTo>
                    <a:pt x="3443454" y="1563069"/>
                  </a:lnTo>
                  <a:lnTo>
                    <a:pt x="3444080" y="1564242"/>
                  </a:lnTo>
                  <a:lnTo>
                    <a:pt x="3444707" y="1565509"/>
                  </a:lnTo>
                  <a:lnTo>
                    <a:pt x="3445333" y="1566854"/>
                  </a:lnTo>
                  <a:lnTo>
                    <a:pt x="3445960" y="1568250"/>
                  </a:lnTo>
                  <a:lnTo>
                    <a:pt x="3446586" y="1569694"/>
                  </a:lnTo>
                  <a:lnTo>
                    <a:pt x="3447213" y="1571175"/>
                  </a:lnTo>
                  <a:lnTo>
                    <a:pt x="3447839" y="1572693"/>
                  </a:lnTo>
                  <a:lnTo>
                    <a:pt x="3448466" y="1574236"/>
                  </a:lnTo>
                  <a:lnTo>
                    <a:pt x="3449093" y="1575800"/>
                  </a:lnTo>
                  <a:lnTo>
                    <a:pt x="3449719" y="1577396"/>
                  </a:lnTo>
                  <a:lnTo>
                    <a:pt x="3450346" y="1579035"/>
                  </a:lnTo>
                  <a:lnTo>
                    <a:pt x="3450972" y="1580709"/>
                  </a:lnTo>
                  <a:lnTo>
                    <a:pt x="3451599" y="1582417"/>
                  </a:lnTo>
                  <a:lnTo>
                    <a:pt x="3452225" y="1584169"/>
                  </a:lnTo>
                  <a:lnTo>
                    <a:pt x="3452852" y="1585950"/>
                  </a:lnTo>
                  <a:lnTo>
                    <a:pt x="3453478" y="1587736"/>
                  </a:lnTo>
                  <a:lnTo>
                    <a:pt x="3454105" y="1589527"/>
                  </a:lnTo>
                  <a:lnTo>
                    <a:pt x="3454732" y="1591325"/>
                  </a:lnTo>
                  <a:lnTo>
                    <a:pt x="3455358" y="1593158"/>
                  </a:lnTo>
                  <a:lnTo>
                    <a:pt x="3455985" y="1595029"/>
                  </a:lnTo>
                  <a:lnTo>
                    <a:pt x="3456611" y="1596941"/>
                  </a:lnTo>
                  <a:lnTo>
                    <a:pt x="3457238" y="1598877"/>
                  </a:lnTo>
                  <a:lnTo>
                    <a:pt x="3457864" y="1600859"/>
                  </a:lnTo>
                  <a:lnTo>
                    <a:pt x="3458491" y="1602887"/>
                  </a:lnTo>
                  <a:lnTo>
                    <a:pt x="3459117" y="1604958"/>
                  </a:lnTo>
                  <a:lnTo>
                    <a:pt x="3459744" y="1607064"/>
                  </a:lnTo>
                  <a:lnTo>
                    <a:pt x="3460371" y="1609213"/>
                  </a:lnTo>
                  <a:lnTo>
                    <a:pt x="3460997" y="1611403"/>
                  </a:lnTo>
                  <a:lnTo>
                    <a:pt x="3461624" y="1613629"/>
                  </a:lnTo>
                  <a:lnTo>
                    <a:pt x="3462250" y="1615904"/>
                  </a:lnTo>
                  <a:lnTo>
                    <a:pt x="3462877" y="1618191"/>
                  </a:lnTo>
                  <a:lnTo>
                    <a:pt x="3463503" y="1620480"/>
                  </a:lnTo>
                  <a:lnTo>
                    <a:pt x="3464130" y="1622774"/>
                  </a:lnTo>
                  <a:lnTo>
                    <a:pt x="3464756" y="1625067"/>
                  </a:lnTo>
                  <a:lnTo>
                    <a:pt x="3465383" y="1627356"/>
                  </a:lnTo>
                  <a:lnTo>
                    <a:pt x="3466010" y="1629634"/>
                  </a:lnTo>
                  <a:lnTo>
                    <a:pt x="3466636" y="1631936"/>
                  </a:lnTo>
                  <a:lnTo>
                    <a:pt x="3467263" y="1634245"/>
                  </a:lnTo>
                  <a:lnTo>
                    <a:pt x="3467889" y="1636547"/>
                  </a:lnTo>
                  <a:lnTo>
                    <a:pt x="3468516" y="1638850"/>
                  </a:lnTo>
                  <a:lnTo>
                    <a:pt x="3469142" y="1641155"/>
                  </a:lnTo>
                  <a:lnTo>
                    <a:pt x="3469769" y="1643449"/>
                  </a:lnTo>
                  <a:lnTo>
                    <a:pt x="3470395" y="1645718"/>
                  </a:lnTo>
                  <a:lnTo>
                    <a:pt x="3471022" y="1647925"/>
                  </a:lnTo>
                  <a:lnTo>
                    <a:pt x="3471649" y="1650068"/>
                  </a:lnTo>
                  <a:lnTo>
                    <a:pt x="3472275" y="1652177"/>
                  </a:lnTo>
                  <a:lnTo>
                    <a:pt x="3472902" y="1654248"/>
                  </a:lnTo>
                  <a:lnTo>
                    <a:pt x="3473528" y="1656278"/>
                  </a:lnTo>
                  <a:lnTo>
                    <a:pt x="3474155" y="1658235"/>
                  </a:lnTo>
                  <a:lnTo>
                    <a:pt x="3474781" y="1660119"/>
                  </a:lnTo>
                  <a:lnTo>
                    <a:pt x="3475408" y="1661932"/>
                  </a:lnTo>
                  <a:lnTo>
                    <a:pt x="3476034" y="1663636"/>
                  </a:lnTo>
                  <a:lnTo>
                    <a:pt x="3476661" y="1665199"/>
                  </a:lnTo>
                  <a:lnTo>
                    <a:pt x="3477288" y="1666628"/>
                  </a:lnTo>
                  <a:lnTo>
                    <a:pt x="3477914" y="1667918"/>
                  </a:lnTo>
                  <a:lnTo>
                    <a:pt x="3478541" y="1669060"/>
                  </a:lnTo>
                  <a:lnTo>
                    <a:pt x="3479167" y="1670047"/>
                  </a:lnTo>
                  <a:lnTo>
                    <a:pt x="3479794" y="1670887"/>
                  </a:lnTo>
                  <a:lnTo>
                    <a:pt x="3480420" y="1671625"/>
                  </a:lnTo>
                  <a:lnTo>
                    <a:pt x="3481047" y="1672256"/>
                  </a:lnTo>
                  <a:lnTo>
                    <a:pt x="3481673" y="1672767"/>
                  </a:lnTo>
                  <a:lnTo>
                    <a:pt x="3482300" y="1673136"/>
                  </a:lnTo>
                  <a:lnTo>
                    <a:pt x="3482927" y="1673373"/>
                  </a:lnTo>
                  <a:lnTo>
                    <a:pt x="3483553" y="1673525"/>
                  </a:lnTo>
                  <a:lnTo>
                    <a:pt x="3484180" y="1673599"/>
                  </a:lnTo>
                  <a:lnTo>
                    <a:pt x="3484806" y="1673617"/>
                  </a:lnTo>
                  <a:lnTo>
                    <a:pt x="3485433" y="1673613"/>
                  </a:lnTo>
                  <a:lnTo>
                    <a:pt x="3486059" y="1673599"/>
                  </a:lnTo>
                  <a:lnTo>
                    <a:pt x="3486686" y="1673580"/>
                  </a:lnTo>
                  <a:lnTo>
                    <a:pt x="3487312" y="1673525"/>
                  </a:lnTo>
                  <a:lnTo>
                    <a:pt x="3487939" y="1673439"/>
                  </a:lnTo>
                  <a:lnTo>
                    <a:pt x="3488566" y="1673325"/>
                  </a:lnTo>
                  <a:lnTo>
                    <a:pt x="3489192" y="1673176"/>
                  </a:lnTo>
                  <a:lnTo>
                    <a:pt x="3489819" y="1672977"/>
                  </a:lnTo>
                  <a:lnTo>
                    <a:pt x="3490445" y="1672725"/>
                  </a:lnTo>
                  <a:lnTo>
                    <a:pt x="3491072" y="1672433"/>
                  </a:lnTo>
                  <a:lnTo>
                    <a:pt x="3491698" y="1672116"/>
                  </a:lnTo>
                  <a:lnTo>
                    <a:pt x="3492325" y="1671771"/>
                  </a:lnTo>
                  <a:lnTo>
                    <a:pt x="3492951" y="1671382"/>
                  </a:lnTo>
                  <a:lnTo>
                    <a:pt x="3493578" y="1670945"/>
                  </a:lnTo>
                  <a:lnTo>
                    <a:pt x="3494205" y="1670437"/>
                  </a:lnTo>
                  <a:lnTo>
                    <a:pt x="3494831" y="1669890"/>
                  </a:lnTo>
                  <a:lnTo>
                    <a:pt x="3495458" y="1669304"/>
                  </a:lnTo>
                  <a:lnTo>
                    <a:pt x="3496084" y="1668677"/>
                  </a:lnTo>
                  <a:lnTo>
                    <a:pt x="3496711" y="1668028"/>
                  </a:lnTo>
                  <a:lnTo>
                    <a:pt x="3497337" y="1667364"/>
                  </a:lnTo>
                  <a:lnTo>
                    <a:pt x="3497964" y="1666692"/>
                  </a:lnTo>
                  <a:lnTo>
                    <a:pt x="3498590" y="1666010"/>
                  </a:lnTo>
                  <a:lnTo>
                    <a:pt x="3499217" y="1665336"/>
                  </a:lnTo>
                  <a:lnTo>
                    <a:pt x="3499844" y="1664677"/>
                  </a:lnTo>
                  <a:lnTo>
                    <a:pt x="3500470" y="1664018"/>
                  </a:lnTo>
                  <a:lnTo>
                    <a:pt x="3501097" y="1663348"/>
                  </a:lnTo>
                  <a:lnTo>
                    <a:pt x="3501723" y="1662662"/>
                  </a:lnTo>
                  <a:lnTo>
                    <a:pt x="3502350" y="1661966"/>
                  </a:lnTo>
                  <a:lnTo>
                    <a:pt x="3502976" y="1661259"/>
                  </a:lnTo>
                  <a:lnTo>
                    <a:pt x="3503603" y="1660540"/>
                  </a:lnTo>
                  <a:lnTo>
                    <a:pt x="3504229" y="1659781"/>
                  </a:lnTo>
                  <a:lnTo>
                    <a:pt x="3504856" y="1658985"/>
                  </a:lnTo>
                  <a:lnTo>
                    <a:pt x="3505483" y="1658140"/>
                  </a:lnTo>
                  <a:lnTo>
                    <a:pt x="3506109" y="1657279"/>
                  </a:lnTo>
                  <a:lnTo>
                    <a:pt x="3506736" y="1656391"/>
                  </a:lnTo>
                  <a:lnTo>
                    <a:pt x="3507362" y="1655477"/>
                  </a:lnTo>
                  <a:lnTo>
                    <a:pt x="3507989" y="1654551"/>
                  </a:lnTo>
                  <a:lnTo>
                    <a:pt x="3508615" y="1653623"/>
                  </a:lnTo>
                  <a:lnTo>
                    <a:pt x="3509242" y="1652672"/>
                  </a:lnTo>
                  <a:lnTo>
                    <a:pt x="3509868" y="1651712"/>
                  </a:lnTo>
                  <a:lnTo>
                    <a:pt x="3510495" y="1650743"/>
                  </a:lnTo>
                  <a:lnTo>
                    <a:pt x="3511122" y="1649791"/>
                  </a:lnTo>
                  <a:lnTo>
                    <a:pt x="3511748" y="1648850"/>
                  </a:lnTo>
                  <a:lnTo>
                    <a:pt x="3512375" y="1647901"/>
                  </a:lnTo>
                  <a:lnTo>
                    <a:pt x="3513001" y="1646950"/>
                  </a:lnTo>
                  <a:lnTo>
                    <a:pt x="3513628" y="1645996"/>
                  </a:lnTo>
                  <a:lnTo>
                    <a:pt x="3514254" y="1645047"/>
                  </a:lnTo>
                  <a:lnTo>
                    <a:pt x="3514881" y="1644099"/>
                  </a:lnTo>
                  <a:lnTo>
                    <a:pt x="3515507" y="1643118"/>
                  </a:lnTo>
                  <a:lnTo>
                    <a:pt x="3516134" y="1642108"/>
                  </a:lnTo>
                  <a:lnTo>
                    <a:pt x="3516761" y="1641056"/>
                  </a:lnTo>
                  <a:lnTo>
                    <a:pt x="3517387" y="1639960"/>
                  </a:lnTo>
                  <a:lnTo>
                    <a:pt x="3518014" y="1638830"/>
                  </a:lnTo>
                  <a:lnTo>
                    <a:pt x="3518640" y="1637699"/>
                  </a:lnTo>
                  <a:lnTo>
                    <a:pt x="3519267" y="1636580"/>
                  </a:lnTo>
                  <a:lnTo>
                    <a:pt x="3519893" y="1635495"/>
                  </a:lnTo>
                  <a:lnTo>
                    <a:pt x="3520520" y="1634434"/>
                  </a:lnTo>
                  <a:lnTo>
                    <a:pt x="3521146" y="1633399"/>
                  </a:lnTo>
                  <a:lnTo>
                    <a:pt x="3521773" y="1632390"/>
                  </a:lnTo>
                  <a:lnTo>
                    <a:pt x="3522400" y="1631411"/>
                  </a:lnTo>
                  <a:lnTo>
                    <a:pt x="3523026" y="1630462"/>
                  </a:lnTo>
                  <a:lnTo>
                    <a:pt x="3523653" y="1629547"/>
                  </a:lnTo>
                  <a:lnTo>
                    <a:pt x="3524279" y="1628658"/>
                  </a:lnTo>
                  <a:lnTo>
                    <a:pt x="3524906" y="1627791"/>
                  </a:lnTo>
                  <a:lnTo>
                    <a:pt x="3525532" y="1626999"/>
                  </a:lnTo>
                  <a:lnTo>
                    <a:pt x="3526159" y="1626275"/>
                  </a:lnTo>
                  <a:lnTo>
                    <a:pt x="3526785" y="1625593"/>
                  </a:lnTo>
                  <a:lnTo>
                    <a:pt x="3527412" y="1624944"/>
                  </a:lnTo>
                  <a:lnTo>
                    <a:pt x="3528039" y="1624315"/>
                  </a:lnTo>
                  <a:lnTo>
                    <a:pt x="3528665" y="1623701"/>
                  </a:lnTo>
                  <a:lnTo>
                    <a:pt x="3529292" y="1623076"/>
                  </a:lnTo>
                  <a:lnTo>
                    <a:pt x="3529918" y="1622439"/>
                  </a:lnTo>
                  <a:lnTo>
                    <a:pt x="3530545" y="1621805"/>
                  </a:lnTo>
                  <a:lnTo>
                    <a:pt x="3531171" y="1621166"/>
                  </a:lnTo>
                  <a:lnTo>
                    <a:pt x="3531798" y="1620520"/>
                  </a:lnTo>
                  <a:lnTo>
                    <a:pt x="3532424" y="1619861"/>
                  </a:lnTo>
                  <a:lnTo>
                    <a:pt x="3533051" y="1619221"/>
                  </a:lnTo>
                  <a:lnTo>
                    <a:pt x="3533678" y="1618637"/>
                  </a:lnTo>
                  <a:lnTo>
                    <a:pt x="3534304" y="1618111"/>
                  </a:lnTo>
                  <a:lnTo>
                    <a:pt x="3534931" y="1617643"/>
                  </a:lnTo>
                  <a:lnTo>
                    <a:pt x="3535557" y="1617230"/>
                  </a:lnTo>
                  <a:lnTo>
                    <a:pt x="3536184" y="1616889"/>
                  </a:lnTo>
                  <a:lnTo>
                    <a:pt x="3536810" y="1616647"/>
                  </a:lnTo>
                  <a:lnTo>
                    <a:pt x="3537437" y="1616493"/>
                  </a:lnTo>
                  <a:lnTo>
                    <a:pt x="3538063" y="1616422"/>
                  </a:lnTo>
                  <a:lnTo>
                    <a:pt x="3538690" y="1616448"/>
                  </a:lnTo>
                  <a:lnTo>
                    <a:pt x="3539316" y="1616570"/>
                  </a:lnTo>
                  <a:lnTo>
                    <a:pt x="3539943" y="1616768"/>
                  </a:lnTo>
                  <a:lnTo>
                    <a:pt x="3540570" y="1617048"/>
                  </a:lnTo>
                  <a:lnTo>
                    <a:pt x="3541196" y="1617431"/>
                  </a:lnTo>
                  <a:lnTo>
                    <a:pt x="3541823" y="1617903"/>
                  </a:lnTo>
                  <a:lnTo>
                    <a:pt x="3542449" y="1618446"/>
                  </a:lnTo>
                  <a:lnTo>
                    <a:pt x="3543076" y="1619009"/>
                  </a:lnTo>
                  <a:lnTo>
                    <a:pt x="3543702" y="1619597"/>
                  </a:lnTo>
                  <a:lnTo>
                    <a:pt x="3544329" y="1620197"/>
                  </a:lnTo>
                  <a:lnTo>
                    <a:pt x="3544955" y="1620816"/>
                  </a:lnTo>
                  <a:lnTo>
                    <a:pt x="3545582" y="1621457"/>
                  </a:lnTo>
                  <a:lnTo>
                    <a:pt x="3546209" y="1622099"/>
                  </a:lnTo>
                  <a:lnTo>
                    <a:pt x="3546835" y="1622759"/>
                  </a:lnTo>
                  <a:lnTo>
                    <a:pt x="3547462" y="1623426"/>
                  </a:lnTo>
                  <a:lnTo>
                    <a:pt x="3548088" y="1624087"/>
                  </a:lnTo>
                  <a:lnTo>
                    <a:pt x="3548715" y="1624736"/>
                  </a:lnTo>
                  <a:lnTo>
                    <a:pt x="3549341" y="1625395"/>
                  </a:lnTo>
                  <a:lnTo>
                    <a:pt x="3549968" y="1626071"/>
                  </a:lnTo>
                  <a:lnTo>
                    <a:pt x="3550594" y="1626729"/>
                  </a:lnTo>
                  <a:lnTo>
                    <a:pt x="3551221" y="1627399"/>
                  </a:lnTo>
                  <a:lnTo>
                    <a:pt x="3551848" y="1628048"/>
                  </a:lnTo>
                  <a:lnTo>
                    <a:pt x="3552474" y="1628680"/>
                  </a:lnTo>
                  <a:lnTo>
                    <a:pt x="3553101" y="1629273"/>
                  </a:lnTo>
                  <a:lnTo>
                    <a:pt x="3553727" y="1629811"/>
                  </a:lnTo>
                  <a:lnTo>
                    <a:pt x="3554354" y="1630281"/>
                  </a:lnTo>
                  <a:lnTo>
                    <a:pt x="3554980" y="1630648"/>
                  </a:lnTo>
                  <a:lnTo>
                    <a:pt x="3555607" y="1630905"/>
                  </a:lnTo>
                  <a:lnTo>
                    <a:pt x="3556233" y="1631043"/>
                  </a:lnTo>
                  <a:lnTo>
                    <a:pt x="3556860" y="1631075"/>
                  </a:lnTo>
                  <a:lnTo>
                    <a:pt x="3557487" y="1630950"/>
                  </a:lnTo>
                  <a:lnTo>
                    <a:pt x="3558113" y="1630688"/>
                  </a:lnTo>
                  <a:lnTo>
                    <a:pt x="3558740" y="1630306"/>
                  </a:lnTo>
                  <a:lnTo>
                    <a:pt x="3559366" y="1629799"/>
                  </a:lnTo>
                  <a:lnTo>
                    <a:pt x="3559993" y="1629168"/>
                  </a:lnTo>
                  <a:lnTo>
                    <a:pt x="3560619" y="1628410"/>
                  </a:lnTo>
                  <a:lnTo>
                    <a:pt x="3561246" y="1627546"/>
                  </a:lnTo>
                  <a:lnTo>
                    <a:pt x="3561872" y="1626578"/>
                  </a:lnTo>
                  <a:lnTo>
                    <a:pt x="3562499" y="1625478"/>
                  </a:lnTo>
                  <a:lnTo>
                    <a:pt x="3563126" y="1624232"/>
                  </a:lnTo>
                  <a:lnTo>
                    <a:pt x="3563752" y="1622858"/>
                  </a:lnTo>
                  <a:lnTo>
                    <a:pt x="3564379" y="1621390"/>
                  </a:lnTo>
                  <a:lnTo>
                    <a:pt x="3565005" y="1619810"/>
                  </a:lnTo>
                  <a:lnTo>
                    <a:pt x="3565632" y="1618129"/>
                  </a:lnTo>
                  <a:lnTo>
                    <a:pt x="3566258" y="1616355"/>
                  </a:lnTo>
                  <a:lnTo>
                    <a:pt x="3566885" y="1614515"/>
                  </a:lnTo>
                  <a:lnTo>
                    <a:pt x="3567511" y="1612624"/>
                  </a:lnTo>
                  <a:lnTo>
                    <a:pt x="3568138" y="1610669"/>
                  </a:lnTo>
                  <a:lnTo>
                    <a:pt x="3568765" y="1608614"/>
                  </a:lnTo>
                  <a:lnTo>
                    <a:pt x="3569391" y="1606489"/>
                  </a:lnTo>
                  <a:lnTo>
                    <a:pt x="3570018" y="1604297"/>
                  </a:lnTo>
                  <a:lnTo>
                    <a:pt x="3570644" y="1602027"/>
                  </a:lnTo>
                  <a:lnTo>
                    <a:pt x="3571271" y="1599679"/>
                  </a:lnTo>
                  <a:lnTo>
                    <a:pt x="3571897" y="1597328"/>
                  </a:lnTo>
                  <a:lnTo>
                    <a:pt x="3572524" y="1595012"/>
                  </a:lnTo>
                  <a:lnTo>
                    <a:pt x="3573150" y="1592710"/>
                  </a:lnTo>
                  <a:lnTo>
                    <a:pt x="3573777" y="1590423"/>
                  </a:lnTo>
                  <a:lnTo>
                    <a:pt x="3574404" y="1588169"/>
                  </a:lnTo>
                  <a:lnTo>
                    <a:pt x="3575030" y="1585948"/>
                  </a:lnTo>
                  <a:lnTo>
                    <a:pt x="3575657" y="1583742"/>
                  </a:lnTo>
                  <a:lnTo>
                    <a:pt x="3576283" y="1581555"/>
                  </a:lnTo>
                  <a:lnTo>
                    <a:pt x="3576910" y="1579379"/>
                  </a:lnTo>
                  <a:lnTo>
                    <a:pt x="3577536" y="1577211"/>
                  </a:lnTo>
                  <a:lnTo>
                    <a:pt x="3578163" y="1575060"/>
                  </a:lnTo>
                  <a:lnTo>
                    <a:pt x="3578789" y="1572875"/>
                  </a:lnTo>
                  <a:lnTo>
                    <a:pt x="3579416" y="1570650"/>
                  </a:lnTo>
                  <a:lnTo>
                    <a:pt x="3580043" y="1568390"/>
                  </a:lnTo>
                  <a:lnTo>
                    <a:pt x="3580669" y="1566101"/>
                  </a:lnTo>
                  <a:lnTo>
                    <a:pt x="3581296" y="1563737"/>
                  </a:lnTo>
                  <a:lnTo>
                    <a:pt x="3581922" y="1561273"/>
                  </a:lnTo>
                  <a:lnTo>
                    <a:pt x="3582549" y="1558709"/>
                  </a:lnTo>
                  <a:lnTo>
                    <a:pt x="3583175" y="1555998"/>
                  </a:lnTo>
                  <a:lnTo>
                    <a:pt x="3583802" y="1553152"/>
                  </a:lnTo>
                  <a:lnTo>
                    <a:pt x="3584428" y="1550181"/>
                  </a:lnTo>
                  <a:lnTo>
                    <a:pt x="3585055" y="1547095"/>
                  </a:lnTo>
                  <a:lnTo>
                    <a:pt x="3585682" y="1543906"/>
                  </a:lnTo>
                  <a:lnTo>
                    <a:pt x="3586308" y="1540623"/>
                  </a:lnTo>
                  <a:lnTo>
                    <a:pt x="3586935" y="1537267"/>
                  </a:lnTo>
                  <a:lnTo>
                    <a:pt x="3587561" y="1533873"/>
                  </a:lnTo>
                  <a:lnTo>
                    <a:pt x="3588188" y="1530483"/>
                  </a:lnTo>
                  <a:lnTo>
                    <a:pt x="3588814" y="1527131"/>
                  </a:lnTo>
                  <a:lnTo>
                    <a:pt x="3589441" y="1523846"/>
                  </a:lnTo>
                  <a:lnTo>
                    <a:pt x="3590067" y="1520628"/>
                  </a:lnTo>
                  <a:lnTo>
                    <a:pt x="3590694" y="1517502"/>
                  </a:lnTo>
                  <a:lnTo>
                    <a:pt x="3591321" y="1514492"/>
                  </a:lnTo>
                  <a:lnTo>
                    <a:pt x="3591947" y="1511612"/>
                  </a:lnTo>
                  <a:lnTo>
                    <a:pt x="3592574" y="1508892"/>
                  </a:lnTo>
                  <a:lnTo>
                    <a:pt x="3593200" y="1506329"/>
                  </a:lnTo>
                  <a:lnTo>
                    <a:pt x="3593827" y="1503924"/>
                  </a:lnTo>
                  <a:lnTo>
                    <a:pt x="3594453" y="1501717"/>
                  </a:lnTo>
                  <a:lnTo>
                    <a:pt x="3595080" y="1499743"/>
                  </a:lnTo>
                  <a:lnTo>
                    <a:pt x="3595706" y="1497987"/>
                  </a:lnTo>
                  <a:lnTo>
                    <a:pt x="3596333" y="1496431"/>
                  </a:lnTo>
                  <a:lnTo>
                    <a:pt x="3596960" y="1495064"/>
                  </a:lnTo>
                  <a:lnTo>
                    <a:pt x="3597586" y="1493847"/>
                  </a:lnTo>
                  <a:lnTo>
                    <a:pt x="3598213" y="1492755"/>
                  </a:lnTo>
                  <a:lnTo>
                    <a:pt x="3598839" y="1491780"/>
                  </a:lnTo>
                  <a:lnTo>
                    <a:pt x="3599466" y="1490900"/>
                  </a:lnTo>
                  <a:lnTo>
                    <a:pt x="3600092" y="1490116"/>
                  </a:lnTo>
                  <a:lnTo>
                    <a:pt x="3600719" y="1489431"/>
                  </a:lnTo>
                  <a:lnTo>
                    <a:pt x="3601345" y="1488846"/>
                  </a:lnTo>
                  <a:lnTo>
                    <a:pt x="3601972" y="1488334"/>
                  </a:lnTo>
                  <a:lnTo>
                    <a:pt x="3602599" y="1487900"/>
                  </a:lnTo>
                  <a:lnTo>
                    <a:pt x="3603225" y="1487548"/>
                  </a:lnTo>
                  <a:lnTo>
                    <a:pt x="3603852" y="1487217"/>
                  </a:lnTo>
                  <a:lnTo>
                    <a:pt x="3604478" y="1486870"/>
                  </a:lnTo>
                  <a:lnTo>
                    <a:pt x="3605105" y="1486526"/>
                  </a:lnTo>
                  <a:lnTo>
                    <a:pt x="3605731" y="1486195"/>
                  </a:lnTo>
                  <a:lnTo>
                    <a:pt x="3606358" y="1485878"/>
                  </a:lnTo>
                  <a:lnTo>
                    <a:pt x="3606984" y="1485611"/>
                  </a:lnTo>
                  <a:lnTo>
                    <a:pt x="3607611" y="1485404"/>
                  </a:lnTo>
                  <a:lnTo>
                    <a:pt x="3608238" y="1485252"/>
                  </a:lnTo>
                  <a:lnTo>
                    <a:pt x="3608864" y="1485153"/>
                  </a:lnTo>
                  <a:lnTo>
                    <a:pt x="3609491" y="1485090"/>
                  </a:lnTo>
                  <a:lnTo>
                    <a:pt x="3610117" y="1485074"/>
                  </a:lnTo>
                  <a:lnTo>
                    <a:pt x="3610744" y="1485132"/>
                  </a:lnTo>
                  <a:lnTo>
                    <a:pt x="3611370" y="1485289"/>
                  </a:lnTo>
                  <a:lnTo>
                    <a:pt x="3611997" y="1485530"/>
                  </a:lnTo>
                  <a:lnTo>
                    <a:pt x="3612623" y="1485817"/>
                  </a:lnTo>
                  <a:lnTo>
                    <a:pt x="3613250" y="1486152"/>
                  </a:lnTo>
                  <a:lnTo>
                    <a:pt x="3613877" y="1486522"/>
                  </a:lnTo>
                  <a:lnTo>
                    <a:pt x="3614503" y="1486931"/>
                  </a:lnTo>
                  <a:lnTo>
                    <a:pt x="3615130" y="1487385"/>
                  </a:lnTo>
                  <a:lnTo>
                    <a:pt x="3615756" y="1487896"/>
                  </a:lnTo>
                  <a:lnTo>
                    <a:pt x="3616383" y="1488467"/>
                  </a:lnTo>
                  <a:lnTo>
                    <a:pt x="3617009" y="1489107"/>
                  </a:lnTo>
                  <a:lnTo>
                    <a:pt x="3617636" y="1489839"/>
                  </a:lnTo>
                  <a:lnTo>
                    <a:pt x="3618262" y="1490646"/>
                  </a:lnTo>
                  <a:lnTo>
                    <a:pt x="3618889" y="1491539"/>
                  </a:lnTo>
                  <a:lnTo>
                    <a:pt x="3619516" y="1492497"/>
                  </a:lnTo>
                  <a:lnTo>
                    <a:pt x="3620142" y="1493493"/>
                  </a:lnTo>
                  <a:lnTo>
                    <a:pt x="3620769" y="1494508"/>
                  </a:lnTo>
                  <a:lnTo>
                    <a:pt x="3621395" y="1495535"/>
                  </a:lnTo>
                  <a:lnTo>
                    <a:pt x="3622022" y="1496601"/>
                  </a:lnTo>
                  <a:lnTo>
                    <a:pt x="3622648" y="1497707"/>
                  </a:lnTo>
                  <a:lnTo>
                    <a:pt x="3623275" y="1498854"/>
                  </a:lnTo>
                  <a:lnTo>
                    <a:pt x="3623901" y="1500034"/>
                  </a:lnTo>
                  <a:lnTo>
                    <a:pt x="3624528" y="1501221"/>
                  </a:lnTo>
                  <a:lnTo>
                    <a:pt x="3625155" y="1502417"/>
                  </a:lnTo>
                  <a:lnTo>
                    <a:pt x="3625781" y="1503644"/>
                  </a:lnTo>
                  <a:lnTo>
                    <a:pt x="3626408" y="1504872"/>
                  </a:lnTo>
                  <a:lnTo>
                    <a:pt x="3627034" y="1506072"/>
                  </a:lnTo>
                  <a:lnTo>
                    <a:pt x="3627661" y="1507271"/>
                  </a:lnTo>
                  <a:lnTo>
                    <a:pt x="3628287" y="1508447"/>
                  </a:lnTo>
                  <a:lnTo>
                    <a:pt x="3628914" y="1509573"/>
                  </a:lnTo>
                  <a:lnTo>
                    <a:pt x="3629540" y="1510644"/>
                  </a:lnTo>
                  <a:lnTo>
                    <a:pt x="3630167" y="1511638"/>
                  </a:lnTo>
                  <a:lnTo>
                    <a:pt x="3630794" y="1512568"/>
                  </a:lnTo>
                  <a:lnTo>
                    <a:pt x="3631420" y="1513440"/>
                  </a:lnTo>
                  <a:lnTo>
                    <a:pt x="3632047" y="1514247"/>
                  </a:lnTo>
                  <a:lnTo>
                    <a:pt x="3632673" y="1514984"/>
                  </a:lnTo>
                  <a:lnTo>
                    <a:pt x="3633300" y="1515647"/>
                  </a:lnTo>
                  <a:lnTo>
                    <a:pt x="3633926" y="1516260"/>
                  </a:lnTo>
                  <a:lnTo>
                    <a:pt x="3634553" y="1516795"/>
                  </a:lnTo>
                  <a:lnTo>
                    <a:pt x="3635179" y="1517200"/>
                  </a:lnTo>
                  <a:lnTo>
                    <a:pt x="3635806" y="1517495"/>
                  </a:lnTo>
                  <a:lnTo>
                    <a:pt x="3636433" y="1517680"/>
                  </a:lnTo>
                  <a:lnTo>
                    <a:pt x="3637059" y="1517760"/>
                  </a:lnTo>
                  <a:lnTo>
                    <a:pt x="3637686" y="1517757"/>
                  </a:lnTo>
                  <a:lnTo>
                    <a:pt x="3638312" y="1517668"/>
                  </a:lnTo>
                  <a:lnTo>
                    <a:pt x="3638939" y="1517490"/>
                  </a:lnTo>
                  <a:lnTo>
                    <a:pt x="3639565" y="1517234"/>
                  </a:lnTo>
                  <a:lnTo>
                    <a:pt x="3640192" y="1516906"/>
                  </a:lnTo>
                  <a:lnTo>
                    <a:pt x="3640818" y="1516515"/>
                  </a:lnTo>
                  <a:lnTo>
                    <a:pt x="3641445" y="1516114"/>
                  </a:lnTo>
                  <a:lnTo>
                    <a:pt x="3642072" y="1515705"/>
                  </a:lnTo>
                  <a:lnTo>
                    <a:pt x="3642698" y="1515297"/>
                  </a:lnTo>
                  <a:lnTo>
                    <a:pt x="3643325" y="1514868"/>
                  </a:lnTo>
                  <a:lnTo>
                    <a:pt x="3643951" y="1514448"/>
                  </a:lnTo>
                  <a:lnTo>
                    <a:pt x="3644578" y="1514091"/>
                  </a:lnTo>
                  <a:lnTo>
                    <a:pt x="3645204" y="1513802"/>
                  </a:lnTo>
                  <a:lnTo>
                    <a:pt x="3645831" y="1513606"/>
                  </a:lnTo>
                  <a:lnTo>
                    <a:pt x="3646457" y="1513477"/>
                  </a:lnTo>
                  <a:lnTo>
                    <a:pt x="3647084" y="1513411"/>
                  </a:lnTo>
                  <a:lnTo>
                    <a:pt x="3647711" y="1513438"/>
                  </a:lnTo>
                  <a:lnTo>
                    <a:pt x="3648337" y="1513556"/>
                  </a:lnTo>
                  <a:lnTo>
                    <a:pt x="3648964" y="1513756"/>
                  </a:lnTo>
                  <a:lnTo>
                    <a:pt x="3649590" y="1514018"/>
                  </a:lnTo>
                  <a:lnTo>
                    <a:pt x="3650217" y="1514354"/>
                  </a:lnTo>
                  <a:lnTo>
                    <a:pt x="3650843" y="1514704"/>
                  </a:lnTo>
                  <a:lnTo>
                    <a:pt x="3651470" y="1515059"/>
                  </a:lnTo>
                  <a:lnTo>
                    <a:pt x="3652096" y="1515409"/>
                  </a:lnTo>
                  <a:lnTo>
                    <a:pt x="3652723" y="1515755"/>
                  </a:lnTo>
                  <a:lnTo>
                    <a:pt x="3653350" y="1516077"/>
                  </a:lnTo>
                  <a:lnTo>
                    <a:pt x="3653976" y="1516335"/>
                  </a:lnTo>
                  <a:lnTo>
                    <a:pt x="3654603" y="1516505"/>
                  </a:lnTo>
                  <a:lnTo>
                    <a:pt x="3655229" y="1516577"/>
                  </a:lnTo>
                  <a:lnTo>
                    <a:pt x="3655856" y="1516562"/>
                  </a:lnTo>
                  <a:lnTo>
                    <a:pt x="3656482" y="1516451"/>
                  </a:lnTo>
                  <a:lnTo>
                    <a:pt x="3657109" y="1516217"/>
                  </a:lnTo>
                  <a:lnTo>
                    <a:pt x="3657735" y="1515828"/>
                  </a:lnTo>
                  <a:lnTo>
                    <a:pt x="3658362" y="1515275"/>
                  </a:lnTo>
                  <a:lnTo>
                    <a:pt x="3658989" y="1514557"/>
                  </a:lnTo>
                  <a:lnTo>
                    <a:pt x="3659615" y="1513646"/>
                  </a:lnTo>
                  <a:lnTo>
                    <a:pt x="3660242" y="1512581"/>
                  </a:lnTo>
                  <a:lnTo>
                    <a:pt x="3660868" y="1511395"/>
                  </a:lnTo>
                  <a:lnTo>
                    <a:pt x="3661495" y="1510100"/>
                  </a:lnTo>
                  <a:lnTo>
                    <a:pt x="3662121" y="1508708"/>
                  </a:lnTo>
                  <a:lnTo>
                    <a:pt x="3662748" y="1507218"/>
                  </a:lnTo>
                  <a:lnTo>
                    <a:pt x="3663374" y="1505635"/>
                  </a:lnTo>
                  <a:lnTo>
                    <a:pt x="3664001" y="1503970"/>
                  </a:lnTo>
                  <a:lnTo>
                    <a:pt x="3664628" y="1502252"/>
                  </a:lnTo>
                  <a:lnTo>
                    <a:pt x="3665254" y="1500489"/>
                  </a:lnTo>
                  <a:lnTo>
                    <a:pt x="3665881" y="1498692"/>
                  </a:lnTo>
                  <a:lnTo>
                    <a:pt x="3666507" y="1496913"/>
                  </a:lnTo>
                  <a:lnTo>
                    <a:pt x="3667134" y="1495219"/>
                  </a:lnTo>
                  <a:lnTo>
                    <a:pt x="3667760" y="1493617"/>
                  </a:lnTo>
                  <a:lnTo>
                    <a:pt x="3668387" y="1492114"/>
                  </a:lnTo>
                  <a:lnTo>
                    <a:pt x="3669013" y="1490709"/>
                  </a:lnTo>
                  <a:lnTo>
                    <a:pt x="3669640" y="1489356"/>
                  </a:lnTo>
                  <a:lnTo>
                    <a:pt x="3670267" y="1488057"/>
                  </a:lnTo>
                  <a:lnTo>
                    <a:pt x="3670893" y="1486812"/>
                  </a:lnTo>
                  <a:lnTo>
                    <a:pt x="3671520" y="1485631"/>
                  </a:lnTo>
                  <a:lnTo>
                    <a:pt x="3672146" y="1484511"/>
                  </a:lnTo>
                  <a:lnTo>
                    <a:pt x="3672773" y="1483437"/>
                  </a:lnTo>
                  <a:lnTo>
                    <a:pt x="3673399" y="1482379"/>
                  </a:lnTo>
                  <a:lnTo>
                    <a:pt x="3674026" y="1481320"/>
                  </a:lnTo>
                  <a:lnTo>
                    <a:pt x="3674652" y="1480249"/>
                  </a:lnTo>
                  <a:lnTo>
                    <a:pt x="3675279" y="1479199"/>
                  </a:lnTo>
                  <a:lnTo>
                    <a:pt x="3675906" y="1478172"/>
                  </a:lnTo>
                  <a:lnTo>
                    <a:pt x="3676532" y="1477136"/>
                  </a:lnTo>
                  <a:lnTo>
                    <a:pt x="3677159" y="1476121"/>
                  </a:lnTo>
                  <a:lnTo>
                    <a:pt x="3677785" y="1475125"/>
                  </a:lnTo>
                  <a:lnTo>
                    <a:pt x="3678412" y="1474170"/>
                  </a:lnTo>
                  <a:lnTo>
                    <a:pt x="3679038" y="1473278"/>
                  </a:lnTo>
                  <a:lnTo>
                    <a:pt x="3679665" y="1472414"/>
                  </a:lnTo>
                  <a:lnTo>
                    <a:pt x="3680291" y="1471567"/>
                  </a:lnTo>
                  <a:lnTo>
                    <a:pt x="3680918" y="1470777"/>
                  </a:lnTo>
                  <a:lnTo>
                    <a:pt x="3681545" y="1470045"/>
                  </a:lnTo>
                  <a:lnTo>
                    <a:pt x="3682171" y="1469392"/>
                  </a:lnTo>
                  <a:lnTo>
                    <a:pt x="3682798" y="1468873"/>
                  </a:lnTo>
                  <a:lnTo>
                    <a:pt x="3683424" y="1468456"/>
                  </a:lnTo>
                  <a:lnTo>
                    <a:pt x="3684051" y="1468138"/>
                  </a:lnTo>
                  <a:lnTo>
                    <a:pt x="3684677" y="1467881"/>
                  </a:lnTo>
                  <a:lnTo>
                    <a:pt x="3685304" y="1467634"/>
                  </a:lnTo>
                  <a:lnTo>
                    <a:pt x="3685930" y="1467403"/>
                  </a:lnTo>
                  <a:lnTo>
                    <a:pt x="3686557" y="1467186"/>
                  </a:lnTo>
                  <a:lnTo>
                    <a:pt x="3687184" y="1466984"/>
                  </a:lnTo>
                  <a:lnTo>
                    <a:pt x="3687810" y="1466794"/>
                  </a:lnTo>
                  <a:lnTo>
                    <a:pt x="3688437" y="1466621"/>
                  </a:lnTo>
                  <a:lnTo>
                    <a:pt x="3689063" y="1466485"/>
                  </a:lnTo>
                  <a:lnTo>
                    <a:pt x="3689690" y="1466384"/>
                  </a:lnTo>
                  <a:lnTo>
                    <a:pt x="3690316" y="1466303"/>
                  </a:lnTo>
                  <a:lnTo>
                    <a:pt x="3690943" y="1466260"/>
                  </a:lnTo>
                  <a:lnTo>
                    <a:pt x="3691569" y="1466272"/>
                  </a:lnTo>
                  <a:lnTo>
                    <a:pt x="3692196" y="1466323"/>
                  </a:lnTo>
                  <a:lnTo>
                    <a:pt x="3692823" y="1466447"/>
                  </a:lnTo>
                  <a:lnTo>
                    <a:pt x="3693449" y="1466645"/>
                  </a:lnTo>
                  <a:lnTo>
                    <a:pt x="3694076" y="1466969"/>
                  </a:lnTo>
                  <a:lnTo>
                    <a:pt x="3694702" y="1467443"/>
                  </a:lnTo>
                  <a:lnTo>
                    <a:pt x="3695329" y="1468068"/>
                  </a:lnTo>
                  <a:lnTo>
                    <a:pt x="3695955" y="1468832"/>
                  </a:lnTo>
                  <a:lnTo>
                    <a:pt x="3696582" y="1469727"/>
                  </a:lnTo>
                  <a:lnTo>
                    <a:pt x="3697208" y="1470729"/>
                  </a:lnTo>
                  <a:lnTo>
                    <a:pt x="3697835" y="1471844"/>
                  </a:lnTo>
                  <a:lnTo>
                    <a:pt x="3698462" y="1473059"/>
                  </a:lnTo>
                  <a:lnTo>
                    <a:pt x="3699088" y="1474363"/>
                  </a:lnTo>
                  <a:lnTo>
                    <a:pt x="3699715" y="1475733"/>
                  </a:lnTo>
                  <a:lnTo>
                    <a:pt x="3700341" y="1477151"/>
                  </a:lnTo>
                  <a:lnTo>
                    <a:pt x="3700968" y="1478625"/>
                  </a:lnTo>
                  <a:lnTo>
                    <a:pt x="3701594" y="1480185"/>
                  </a:lnTo>
                  <a:lnTo>
                    <a:pt x="3702221" y="1481831"/>
                  </a:lnTo>
                  <a:lnTo>
                    <a:pt x="3702847" y="1483549"/>
                  </a:lnTo>
                  <a:lnTo>
                    <a:pt x="3703474" y="1485317"/>
                  </a:lnTo>
                  <a:lnTo>
                    <a:pt x="3704101" y="1487123"/>
                  </a:lnTo>
                  <a:lnTo>
                    <a:pt x="3704727" y="1488965"/>
                  </a:lnTo>
                  <a:lnTo>
                    <a:pt x="3705354" y="1490837"/>
                  </a:lnTo>
                  <a:lnTo>
                    <a:pt x="3705980" y="1492737"/>
                  </a:lnTo>
                  <a:lnTo>
                    <a:pt x="3706607" y="1494651"/>
                  </a:lnTo>
                  <a:lnTo>
                    <a:pt x="3707233" y="1496527"/>
                  </a:lnTo>
                  <a:lnTo>
                    <a:pt x="3707860" y="1498347"/>
                  </a:lnTo>
                  <a:lnTo>
                    <a:pt x="3708486" y="1500144"/>
                  </a:lnTo>
                  <a:lnTo>
                    <a:pt x="3709113" y="1501933"/>
                  </a:lnTo>
                  <a:lnTo>
                    <a:pt x="3709740" y="1503727"/>
                  </a:lnTo>
                  <a:lnTo>
                    <a:pt x="3710366" y="1505497"/>
                  </a:lnTo>
                  <a:lnTo>
                    <a:pt x="3710993" y="1507213"/>
                  </a:lnTo>
                  <a:lnTo>
                    <a:pt x="3711619" y="1508879"/>
                  </a:lnTo>
                  <a:lnTo>
                    <a:pt x="3712246" y="1510493"/>
                  </a:lnTo>
                  <a:lnTo>
                    <a:pt x="3712872" y="1512009"/>
                  </a:lnTo>
                  <a:lnTo>
                    <a:pt x="3713499" y="1513442"/>
                  </a:lnTo>
                  <a:lnTo>
                    <a:pt x="3714125" y="1514802"/>
                  </a:lnTo>
                  <a:lnTo>
                    <a:pt x="3714752" y="1516087"/>
                  </a:lnTo>
                  <a:lnTo>
                    <a:pt x="3715379" y="1517334"/>
                  </a:lnTo>
                  <a:lnTo>
                    <a:pt x="3716005" y="1518566"/>
                  </a:lnTo>
                  <a:lnTo>
                    <a:pt x="3716632" y="1519818"/>
                  </a:lnTo>
                  <a:lnTo>
                    <a:pt x="3717258" y="1521149"/>
                  </a:lnTo>
                  <a:lnTo>
                    <a:pt x="3717885" y="1522535"/>
                  </a:lnTo>
                  <a:lnTo>
                    <a:pt x="3718511" y="1523974"/>
                  </a:lnTo>
                  <a:lnTo>
                    <a:pt x="3719138" y="1525465"/>
                  </a:lnTo>
                  <a:lnTo>
                    <a:pt x="3719764" y="1527013"/>
                  </a:lnTo>
                  <a:lnTo>
                    <a:pt x="3720391" y="1528616"/>
                  </a:lnTo>
                  <a:lnTo>
                    <a:pt x="3721018" y="1530293"/>
                  </a:lnTo>
                  <a:lnTo>
                    <a:pt x="3721644" y="1532060"/>
                  </a:lnTo>
                  <a:lnTo>
                    <a:pt x="3722271" y="1533977"/>
                  </a:lnTo>
                  <a:lnTo>
                    <a:pt x="3722897" y="1536021"/>
                  </a:lnTo>
                  <a:lnTo>
                    <a:pt x="3723524" y="1538176"/>
                  </a:lnTo>
                  <a:lnTo>
                    <a:pt x="3724150" y="1540443"/>
                  </a:lnTo>
                  <a:lnTo>
                    <a:pt x="3724777" y="1542800"/>
                  </a:lnTo>
                  <a:lnTo>
                    <a:pt x="3725403" y="1545245"/>
                  </a:lnTo>
                  <a:lnTo>
                    <a:pt x="3726030" y="1547750"/>
                  </a:lnTo>
                  <a:lnTo>
                    <a:pt x="3726657" y="1550270"/>
                  </a:lnTo>
                  <a:lnTo>
                    <a:pt x="3727283" y="1552802"/>
                  </a:lnTo>
                  <a:lnTo>
                    <a:pt x="3727910" y="1555345"/>
                  </a:lnTo>
                  <a:lnTo>
                    <a:pt x="3728536" y="1557878"/>
                  </a:lnTo>
                  <a:lnTo>
                    <a:pt x="3729163" y="1560390"/>
                  </a:lnTo>
                  <a:lnTo>
                    <a:pt x="3729789" y="1562869"/>
                  </a:lnTo>
                  <a:lnTo>
                    <a:pt x="3730416" y="1565288"/>
                  </a:lnTo>
                  <a:lnTo>
                    <a:pt x="3731042" y="1567631"/>
                  </a:lnTo>
                  <a:lnTo>
                    <a:pt x="3731669" y="1569895"/>
                  </a:lnTo>
                  <a:lnTo>
                    <a:pt x="3732296" y="1572112"/>
                  </a:lnTo>
                  <a:lnTo>
                    <a:pt x="3732922" y="1574268"/>
                  </a:lnTo>
                  <a:lnTo>
                    <a:pt x="3733549" y="1576356"/>
                  </a:lnTo>
                  <a:lnTo>
                    <a:pt x="3734175" y="1578356"/>
                  </a:lnTo>
                  <a:lnTo>
                    <a:pt x="3734802" y="1580284"/>
                  </a:lnTo>
                  <a:lnTo>
                    <a:pt x="3735428" y="1582151"/>
                  </a:lnTo>
                  <a:lnTo>
                    <a:pt x="3736055" y="1583971"/>
                  </a:lnTo>
                  <a:lnTo>
                    <a:pt x="3736681" y="1585757"/>
                  </a:lnTo>
                  <a:lnTo>
                    <a:pt x="3737308" y="1587509"/>
                  </a:lnTo>
                  <a:lnTo>
                    <a:pt x="3737935" y="1589235"/>
                  </a:lnTo>
                  <a:lnTo>
                    <a:pt x="3738561" y="1590964"/>
                  </a:lnTo>
                  <a:lnTo>
                    <a:pt x="3739188" y="1592713"/>
                  </a:lnTo>
                  <a:lnTo>
                    <a:pt x="3739814" y="1594471"/>
                  </a:lnTo>
                  <a:lnTo>
                    <a:pt x="3740441" y="1596199"/>
                  </a:lnTo>
                  <a:lnTo>
                    <a:pt x="3741067" y="1597864"/>
                  </a:lnTo>
                  <a:lnTo>
                    <a:pt x="3741694" y="1599432"/>
                  </a:lnTo>
                  <a:lnTo>
                    <a:pt x="3742320" y="1600927"/>
                  </a:lnTo>
                  <a:lnTo>
                    <a:pt x="3742947" y="1602366"/>
                  </a:lnTo>
                  <a:lnTo>
                    <a:pt x="3743574" y="1603710"/>
                  </a:lnTo>
                  <a:lnTo>
                    <a:pt x="3744200" y="1604957"/>
                  </a:lnTo>
                  <a:lnTo>
                    <a:pt x="3744827" y="1606108"/>
                  </a:lnTo>
                  <a:lnTo>
                    <a:pt x="3745453" y="1607140"/>
                  </a:lnTo>
                  <a:lnTo>
                    <a:pt x="3746080" y="1608042"/>
                  </a:lnTo>
                  <a:lnTo>
                    <a:pt x="3746706" y="1608814"/>
                  </a:lnTo>
                  <a:lnTo>
                    <a:pt x="3747333" y="1609466"/>
                  </a:lnTo>
                  <a:lnTo>
                    <a:pt x="3747959" y="1610018"/>
                  </a:lnTo>
                  <a:lnTo>
                    <a:pt x="3748586" y="1610445"/>
                  </a:lnTo>
                  <a:lnTo>
                    <a:pt x="3749213" y="1610756"/>
                  </a:lnTo>
                  <a:lnTo>
                    <a:pt x="3749839" y="1610986"/>
                  </a:lnTo>
                  <a:lnTo>
                    <a:pt x="3750466" y="1611162"/>
                  </a:lnTo>
                  <a:lnTo>
                    <a:pt x="3751092" y="1611281"/>
                  </a:lnTo>
                  <a:lnTo>
                    <a:pt x="3751719" y="1611342"/>
                  </a:lnTo>
                  <a:lnTo>
                    <a:pt x="3752345" y="1611347"/>
                  </a:lnTo>
                  <a:lnTo>
                    <a:pt x="3752972" y="1611308"/>
                  </a:lnTo>
                  <a:lnTo>
                    <a:pt x="3753598" y="1611231"/>
                  </a:lnTo>
                  <a:lnTo>
                    <a:pt x="3754225" y="1611094"/>
                  </a:lnTo>
                  <a:lnTo>
                    <a:pt x="3754852" y="1610923"/>
                  </a:lnTo>
                  <a:lnTo>
                    <a:pt x="3755478" y="1610735"/>
                  </a:lnTo>
                  <a:lnTo>
                    <a:pt x="3756105" y="1610523"/>
                  </a:lnTo>
                  <a:lnTo>
                    <a:pt x="3756731" y="1610253"/>
                  </a:lnTo>
                  <a:lnTo>
                    <a:pt x="3757358" y="1609903"/>
                  </a:lnTo>
                  <a:lnTo>
                    <a:pt x="3757984" y="1609502"/>
                  </a:lnTo>
                  <a:lnTo>
                    <a:pt x="3758611" y="1609073"/>
                  </a:lnTo>
                  <a:lnTo>
                    <a:pt x="3759237" y="1608610"/>
                  </a:lnTo>
                  <a:lnTo>
                    <a:pt x="3759864" y="1608101"/>
                  </a:lnTo>
                  <a:lnTo>
                    <a:pt x="3760491" y="1607556"/>
                  </a:lnTo>
                  <a:lnTo>
                    <a:pt x="3761117" y="1606983"/>
                  </a:lnTo>
                  <a:lnTo>
                    <a:pt x="3761744" y="1606384"/>
                  </a:lnTo>
                  <a:lnTo>
                    <a:pt x="3762370" y="1605771"/>
                  </a:lnTo>
                  <a:lnTo>
                    <a:pt x="3762997" y="1605151"/>
                  </a:lnTo>
                  <a:lnTo>
                    <a:pt x="3763623" y="1604533"/>
                  </a:lnTo>
                  <a:lnTo>
                    <a:pt x="3764250" y="1603895"/>
                  </a:lnTo>
                  <a:lnTo>
                    <a:pt x="3764876" y="1603221"/>
                  </a:lnTo>
                  <a:lnTo>
                    <a:pt x="3765503" y="1602511"/>
                  </a:lnTo>
                  <a:lnTo>
                    <a:pt x="3766130" y="1601777"/>
                  </a:lnTo>
                  <a:lnTo>
                    <a:pt x="3766756" y="1601028"/>
                  </a:lnTo>
                  <a:lnTo>
                    <a:pt x="3767383" y="1600266"/>
                  </a:lnTo>
                  <a:lnTo>
                    <a:pt x="3768009" y="1599484"/>
                  </a:lnTo>
                  <a:lnTo>
                    <a:pt x="3768636" y="1598693"/>
                  </a:lnTo>
                  <a:lnTo>
                    <a:pt x="3769262" y="1597925"/>
                  </a:lnTo>
                  <a:lnTo>
                    <a:pt x="3769889" y="1597199"/>
                  </a:lnTo>
                  <a:lnTo>
                    <a:pt x="3770515" y="1596515"/>
                  </a:lnTo>
                  <a:lnTo>
                    <a:pt x="3771142" y="1595866"/>
                  </a:lnTo>
                  <a:lnTo>
                    <a:pt x="3771769" y="1595246"/>
                  </a:lnTo>
                  <a:lnTo>
                    <a:pt x="3772395" y="1594658"/>
                  </a:lnTo>
                  <a:lnTo>
                    <a:pt x="3773022" y="1594096"/>
                  </a:lnTo>
                  <a:lnTo>
                    <a:pt x="3773648" y="1593575"/>
                  </a:lnTo>
                  <a:lnTo>
                    <a:pt x="3774275" y="1593074"/>
                  </a:lnTo>
                  <a:lnTo>
                    <a:pt x="3774901" y="1592605"/>
                  </a:lnTo>
                  <a:lnTo>
                    <a:pt x="3775528" y="1592224"/>
                  </a:lnTo>
                  <a:lnTo>
                    <a:pt x="3776154" y="1591939"/>
                  </a:lnTo>
                  <a:lnTo>
                    <a:pt x="3776781" y="1591740"/>
                  </a:lnTo>
                  <a:lnTo>
                    <a:pt x="3777407" y="1591636"/>
                  </a:lnTo>
                  <a:lnTo>
                    <a:pt x="3778034" y="1591616"/>
                  </a:lnTo>
                  <a:lnTo>
                    <a:pt x="3778661" y="1591666"/>
                  </a:lnTo>
                  <a:lnTo>
                    <a:pt x="3779287" y="1591771"/>
                  </a:lnTo>
                  <a:lnTo>
                    <a:pt x="3779914" y="1591901"/>
                  </a:lnTo>
                  <a:lnTo>
                    <a:pt x="3780540" y="1592085"/>
                  </a:lnTo>
                  <a:lnTo>
                    <a:pt x="3781167" y="1592317"/>
                  </a:lnTo>
                  <a:lnTo>
                    <a:pt x="3781793" y="1592573"/>
                  </a:lnTo>
                  <a:lnTo>
                    <a:pt x="3782420" y="1592833"/>
                  </a:lnTo>
                  <a:lnTo>
                    <a:pt x="3783046" y="1593109"/>
                  </a:lnTo>
                  <a:lnTo>
                    <a:pt x="3783673" y="1593421"/>
                  </a:lnTo>
                  <a:lnTo>
                    <a:pt x="3784300" y="1593773"/>
                  </a:lnTo>
                  <a:lnTo>
                    <a:pt x="3784926" y="1594115"/>
                  </a:lnTo>
                  <a:lnTo>
                    <a:pt x="3785553" y="1594429"/>
                  </a:lnTo>
                  <a:lnTo>
                    <a:pt x="3786179" y="1594707"/>
                  </a:lnTo>
                  <a:lnTo>
                    <a:pt x="3786806" y="1594902"/>
                  </a:lnTo>
                  <a:lnTo>
                    <a:pt x="3787432" y="1595003"/>
                  </a:lnTo>
                  <a:lnTo>
                    <a:pt x="3788059" y="1595011"/>
                  </a:lnTo>
                  <a:lnTo>
                    <a:pt x="3788685" y="1594941"/>
                  </a:lnTo>
                  <a:lnTo>
                    <a:pt x="3789312" y="1594816"/>
                  </a:lnTo>
                  <a:lnTo>
                    <a:pt x="3789939" y="1594607"/>
                  </a:lnTo>
                  <a:lnTo>
                    <a:pt x="3790565" y="1594307"/>
                  </a:lnTo>
                  <a:lnTo>
                    <a:pt x="3791192" y="1593948"/>
                  </a:lnTo>
                  <a:lnTo>
                    <a:pt x="3791818" y="1593531"/>
                  </a:lnTo>
                  <a:lnTo>
                    <a:pt x="3792445" y="1593055"/>
                  </a:lnTo>
                  <a:lnTo>
                    <a:pt x="3793071" y="1592502"/>
                  </a:lnTo>
                  <a:lnTo>
                    <a:pt x="3793698" y="1591858"/>
                  </a:lnTo>
                  <a:lnTo>
                    <a:pt x="3794324" y="1591118"/>
                  </a:lnTo>
                  <a:lnTo>
                    <a:pt x="3794951" y="1590283"/>
                  </a:lnTo>
                  <a:lnTo>
                    <a:pt x="3795578" y="1589358"/>
                  </a:lnTo>
                  <a:lnTo>
                    <a:pt x="3796204" y="1588378"/>
                  </a:lnTo>
                  <a:lnTo>
                    <a:pt x="3796831" y="1587357"/>
                  </a:lnTo>
                  <a:lnTo>
                    <a:pt x="3797457" y="1586292"/>
                  </a:lnTo>
                  <a:lnTo>
                    <a:pt x="3798084" y="1585188"/>
                  </a:lnTo>
                  <a:lnTo>
                    <a:pt x="3798710" y="1584041"/>
                  </a:lnTo>
                  <a:lnTo>
                    <a:pt x="3799337" y="1582844"/>
                  </a:lnTo>
                  <a:lnTo>
                    <a:pt x="3799963" y="1581598"/>
                  </a:lnTo>
                  <a:lnTo>
                    <a:pt x="3800590" y="1580286"/>
                  </a:lnTo>
                  <a:lnTo>
                    <a:pt x="3801217" y="1578885"/>
                  </a:lnTo>
                  <a:lnTo>
                    <a:pt x="3801843" y="1577385"/>
                  </a:lnTo>
                  <a:lnTo>
                    <a:pt x="3802470" y="1575817"/>
                  </a:lnTo>
                  <a:lnTo>
                    <a:pt x="3803096" y="1574246"/>
                  </a:lnTo>
                  <a:lnTo>
                    <a:pt x="3803723" y="1572705"/>
                  </a:lnTo>
                  <a:lnTo>
                    <a:pt x="3804349" y="1571211"/>
                  </a:lnTo>
                  <a:lnTo>
                    <a:pt x="3804976" y="1569776"/>
                  </a:lnTo>
                  <a:lnTo>
                    <a:pt x="3805602" y="1568407"/>
                  </a:lnTo>
                  <a:lnTo>
                    <a:pt x="3806229" y="1567144"/>
                  </a:lnTo>
                  <a:lnTo>
                    <a:pt x="3806856" y="1565988"/>
                  </a:lnTo>
                  <a:lnTo>
                    <a:pt x="3807482" y="1564909"/>
                  </a:lnTo>
                  <a:lnTo>
                    <a:pt x="3808109" y="1563920"/>
                  </a:lnTo>
                  <a:lnTo>
                    <a:pt x="3808735" y="1563015"/>
                  </a:lnTo>
                  <a:lnTo>
                    <a:pt x="3809362" y="1562181"/>
                  </a:lnTo>
                  <a:lnTo>
                    <a:pt x="3809988" y="1561409"/>
                  </a:lnTo>
                  <a:lnTo>
                    <a:pt x="3810615" y="1560710"/>
                  </a:lnTo>
                  <a:lnTo>
                    <a:pt x="3811241" y="1560065"/>
                  </a:lnTo>
                  <a:lnTo>
                    <a:pt x="3811868" y="1559479"/>
                  </a:lnTo>
                  <a:lnTo>
                    <a:pt x="3812495" y="1558925"/>
                  </a:lnTo>
                  <a:lnTo>
                    <a:pt x="3813121" y="1558361"/>
                  </a:lnTo>
                  <a:lnTo>
                    <a:pt x="3813748" y="1557813"/>
                  </a:lnTo>
                  <a:lnTo>
                    <a:pt x="3814374" y="1557274"/>
                  </a:lnTo>
                  <a:lnTo>
                    <a:pt x="3815001" y="1556718"/>
                  </a:lnTo>
                  <a:lnTo>
                    <a:pt x="3815627" y="1556090"/>
                  </a:lnTo>
                  <a:lnTo>
                    <a:pt x="3816254" y="1555378"/>
                  </a:lnTo>
                  <a:lnTo>
                    <a:pt x="3816880" y="1554610"/>
                  </a:lnTo>
                  <a:lnTo>
                    <a:pt x="3817507" y="1553785"/>
                  </a:lnTo>
                  <a:lnTo>
                    <a:pt x="3818134" y="1552868"/>
                  </a:lnTo>
                  <a:lnTo>
                    <a:pt x="3818760" y="1551889"/>
                  </a:lnTo>
                  <a:lnTo>
                    <a:pt x="3819387" y="1550841"/>
                  </a:lnTo>
                  <a:lnTo>
                    <a:pt x="3820013" y="1549728"/>
                  </a:lnTo>
                  <a:lnTo>
                    <a:pt x="3820640" y="1548541"/>
                  </a:lnTo>
                  <a:lnTo>
                    <a:pt x="3821266" y="1547277"/>
                  </a:lnTo>
                  <a:lnTo>
                    <a:pt x="3821893" y="1545937"/>
                  </a:lnTo>
                  <a:lnTo>
                    <a:pt x="3822519" y="1544572"/>
                  </a:lnTo>
                  <a:lnTo>
                    <a:pt x="3823146" y="1543189"/>
                  </a:lnTo>
                  <a:lnTo>
                    <a:pt x="3823773" y="1541813"/>
                  </a:lnTo>
                  <a:lnTo>
                    <a:pt x="3824399" y="1540484"/>
                  </a:lnTo>
                  <a:lnTo>
                    <a:pt x="3825026" y="1539253"/>
                  </a:lnTo>
                  <a:lnTo>
                    <a:pt x="3825652" y="1538156"/>
                  </a:lnTo>
                  <a:lnTo>
                    <a:pt x="3826279" y="1537180"/>
                  </a:lnTo>
                  <a:lnTo>
                    <a:pt x="3826905" y="1536308"/>
                  </a:lnTo>
                  <a:lnTo>
                    <a:pt x="3827532" y="1535538"/>
                  </a:lnTo>
                  <a:lnTo>
                    <a:pt x="3828158" y="1534829"/>
                  </a:lnTo>
                  <a:lnTo>
                    <a:pt x="3828785" y="1534204"/>
                  </a:lnTo>
                  <a:lnTo>
                    <a:pt x="3829412" y="1533649"/>
                  </a:lnTo>
                  <a:lnTo>
                    <a:pt x="3830038" y="1533145"/>
                  </a:lnTo>
                  <a:lnTo>
                    <a:pt x="3830665" y="1532684"/>
                  </a:lnTo>
                  <a:lnTo>
                    <a:pt x="3831291" y="1532261"/>
                  </a:lnTo>
                  <a:lnTo>
                    <a:pt x="3831918" y="1531860"/>
                  </a:lnTo>
                  <a:lnTo>
                    <a:pt x="3832544" y="1531480"/>
                  </a:lnTo>
                  <a:lnTo>
                    <a:pt x="3833171" y="1531115"/>
                  </a:lnTo>
                  <a:lnTo>
                    <a:pt x="3833797" y="1530766"/>
                  </a:lnTo>
                  <a:lnTo>
                    <a:pt x="3834424" y="1530392"/>
                  </a:lnTo>
                  <a:lnTo>
                    <a:pt x="3835051" y="1529930"/>
                  </a:lnTo>
                  <a:lnTo>
                    <a:pt x="3835677" y="1529370"/>
                  </a:lnTo>
                  <a:lnTo>
                    <a:pt x="3836304" y="1528737"/>
                  </a:lnTo>
                  <a:lnTo>
                    <a:pt x="3836930" y="1528055"/>
                  </a:lnTo>
                  <a:lnTo>
                    <a:pt x="3837557" y="1527334"/>
                  </a:lnTo>
                  <a:lnTo>
                    <a:pt x="3838183" y="1526543"/>
                  </a:lnTo>
                  <a:lnTo>
                    <a:pt x="3838810" y="1525683"/>
                  </a:lnTo>
                  <a:lnTo>
                    <a:pt x="3839436" y="1524773"/>
                  </a:lnTo>
                  <a:lnTo>
                    <a:pt x="3840063" y="1523807"/>
                  </a:lnTo>
                  <a:lnTo>
                    <a:pt x="3840690" y="1522818"/>
                  </a:lnTo>
                  <a:lnTo>
                    <a:pt x="3841316" y="1521817"/>
                  </a:lnTo>
                  <a:lnTo>
                    <a:pt x="3841943" y="1520807"/>
                  </a:lnTo>
                  <a:lnTo>
                    <a:pt x="3842569" y="1519786"/>
                  </a:lnTo>
                  <a:lnTo>
                    <a:pt x="3843196" y="1518770"/>
                  </a:lnTo>
                  <a:lnTo>
                    <a:pt x="3843822" y="1517760"/>
                  </a:lnTo>
                  <a:lnTo>
                    <a:pt x="3844449" y="1516805"/>
                  </a:lnTo>
                  <a:lnTo>
                    <a:pt x="3845075" y="1515953"/>
                  </a:lnTo>
                  <a:lnTo>
                    <a:pt x="3845702" y="1515176"/>
                  </a:lnTo>
                  <a:lnTo>
                    <a:pt x="3846329" y="1514463"/>
                  </a:lnTo>
                  <a:lnTo>
                    <a:pt x="3846955" y="1513829"/>
                  </a:lnTo>
                  <a:lnTo>
                    <a:pt x="3847582" y="1513307"/>
                  </a:lnTo>
                  <a:lnTo>
                    <a:pt x="3848208" y="1512909"/>
                  </a:lnTo>
                  <a:lnTo>
                    <a:pt x="3848835" y="1512642"/>
                  </a:lnTo>
                  <a:lnTo>
                    <a:pt x="3849461" y="1512540"/>
                  </a:lnTo>
                  <a:lnTo>
                    <a:pt x="3850088" y="1512642"/>
                  </a:lnTo>
                  <a:lnTo>
                    <a:pt x="3850714" y="1512969"/>
                  </a:lnTo>
                  <a:lnTo>
                    <a:pt x="3851341" y="1513538"/>
                  </a:lnTo>
                  <a:lnTo>
                    <a:pt x="3851968" y="1514363"/>
                  </a:lnTo>
                  <a:lnTo>
                    <a:pt x="3852594" y="1515458"/>
                  </a:lnTo>
                  <a:lnTo>
                    <a:pt x="3853221" y="1516809"/>
                  </a:lnTo>
                  <a:lnTo>
                    <a:pt x="3853847" y="1518389"/>
                  </a:lnTo>
                  <a:lnTo>
                    <a:pt x="3854474" y="1520162"/>
                  </a:lnTo>
                  <a:lnTo>
                    <a:pt x="3855100" y="1522100"/>
                  </a:lnTo>
                  <a:lnTo>
                    <a:pt x="3855727" y="1524195"/>
                  </a:lnTo>
                  <a:lnTo>
                    <a:pt x="3856353" y="1526420"/>
                  </a:lnTo>
                  <a:lnTo>
                    <a:pt x="3856980" y="1528749"/>
                  </a:lnTo>
                  <a:lnTo>
                    <a:pt x="3857607" y="1531161"/>
                  </a:lnTo>
                  <a:lnTo>
                    <a:pt x="3858233" y="1533669"/>
                  </a:lnTo>
                  <a:lnTo>
                    <a:pt x="3858860" y="1536260"/>
                  </a:lnTo>
                  <a:lnTo>
                    <a:pt x="3859486" y="1538934"/>
                  </a:lnTo>
                  <a:lnTo>
                    <a:pt x="3860113" y="1541701"/>
                  </a:lnTo>
                  <a:lnTo>
                    <a:pt x="3860739" y="1544523"/>
                  </a:lnTo>
                  <a:lnTo>
                    <a:pt x="3861366" y="1547406"/>
                  </a:lnTo>
                  <a:lnTo>
                    <a:pt x="3861992" y="1550341"/>
                  </a:lnTo>
                  <a:lnTo>
                    <a:pt x="3862619" y="1553340"/>
                  </a:lnTo>
                  <a:lnTo>
                    <a:pt x="3863246" y="1556410"/>
                  </a:lnTo>
                  <a:lnTo>
                    <a:pt x="3863872" y="1559550"/>
                  </a:lnTo>
                  <a:lnTo>
                    <a:pt x="3864499" y="1562775"/>
                  </a:lnTo>
                  <a:lnTo>
                    <a:pt x="3865125" y="1566054"/>
                  </a:lnTo>
                  <a:lnTo>
                    <a:pt x="3865752" y="1569360"/>
                  </a:lnTo>
                  <a:lnTo>
                    <a:pt x="3866378" y="1572712"/>
                  </a:lnTo>
                  <a:lnTo>
                    <a:pt x="3867005" y="1576105"/>
                  </a:lnTo>
                  <a:lnTo>
                    <a:pt x="3867631" y="1579525"/>
                  </a:lnTo>
                  <a:lnTo>
                    <a:pt x="3868258" y="1582945"/>
                  </a:lnTo>
                  <a:lnTo>
                    <a:pt x="3868885" y="1586341"/>
                  </a:lnTo>
                  <a:lnTo>
                    <a:pt x="3869511" y="1589671"/>
                  </a:lnTo>
                  <a:lnTo>
                    <a:pt x="3870138" y="1592946"/>
                  </a:lnTo>
                  <a:lnTo>
                    <a:pt x="3870764" y="1596141"/>
                  </a:lnTo>
                  <a:lnTo>
                    <a:pt x="3871391" y="1599276"/>
                  </a:lnTo>
                  <a:lnTo>
                    <a:pt x="3872017" y="1602368"/>
                  </a:lnTo>
                  <a:lnTo>
                    <a:pt x="3872644" y="1605418"/>
                  </a:lnTo>
                  <a:lnTo>
                    <a:pt x="3873270" y="1608418"/>
                  </a:lnTo>
                  <a:lnTo>
                    <a:pt x="3873897" y="1611408"/>
                  </a:lnTo>
                  <a:lnTo>
                    <a:pt x="3874524" y="1614368"/>
                  </a:lnTo>
                  <a:lnTo>
                    <a:pt x="3875150" y="1617288"/>
                  </a:lnTo>
                  <a:lnTo>
                    <a:pt x="3875777" y="1620187"/>
                  </a:lnTo>
                  <a:lnTo>
                    <a:pt x="3876403" y="1623036"/>
                  </a:lnTo>
                  <a:lnTo>
                    <a:pt x="3877030" y="1625837"/>
                  </a:lnTo>
                  <a:lnTo>
                    <a:pt x="3877656" y="1628610"/>
                  </a:lnTo>
                  <a:lnTo>
                    <a:pt x="3878283" y="1631393"/>
                  </a:lnTo>
                  <a:lnTo>
                    <a:pt x="3878909" y="1634200"/>
                  </a:lnTo>
                  <a:lnTo>
                    <a:pt x="3879536" y="1637022"/>
                  </a:lnTo>
                  <a:lnTo>
                    <a:pt x="3880163" y="1639874"/>
                  </a:lnTo>
                  <a:lnTo>
                    <a:pt x="3880789" y="1642767"/>
                  </a:lnTo>
                  <a:lnTo>
                    <a:pt x="3881416" y="1645651"/>
                  </a:lnTo>
                  <a:lnTo>
                    <a:pt x="3882042" y="1648516"/>
                  </a:lnTo>
                  <a:lnTo>
                    <a:pt x="3882669" y="1651355"/>
                  </a:lnTo>
                  <a:lnTo>
                    <a:pt x="3883295" y="1654155"/>
                  </a:lnTo>
                  <a:lnTo>
                    <a:pt x="3883922" y="1656934"/>
                  </a:lnTo>
                  <a:lnTo>
                    <a:pt x="3884548" y="1659711"/>
                  </a:lnTo>
                  <a:lnTo>
                    <a:pt x="3885175" y="1662452"/>
                  </a:lnTo>
                  <a:lnTo>
                    <a:pt x="3885802" y="1665116"/>
                  </a:lnTo>
                  <a:lnTo>
                    <a:pt x="3886428" y="1667653"/>
                  </a:lnTo>
                  <a:lnTo>
                    <a:pt x="3887055" y="1670033"/>
                  </a:lnTo>
                  <a:lnTo>
                    <a:pt x="3887681" y="1672231"/>
                  </a:lnTo>
                  <a:lnTo>
                    <a:pt x="3888308" y="1674218"/>
                  </a:lnTo>
                  <a:lnTo>
                    <a:pt x="3888934" y="1676045"/>
                  </a:lnTo>
                  <a:lnTo>
                    <a:pt x="3889561" y="1677725"/>
                  </a:lnTo>
                  <a:lnTo>
                    <a:pt x="3890187" y="1679286"/>
                  </a:lnTo>
                  <a:lnTo>
                    <a:pt x="3890814" y="1680810"/>
                  </a:lnTo>
                  <a:lnTo>
                    <a:pt x="3891441" y="1682297"/>
                  </a:lnTo>
                  <a:lnTo>
                    <a:pt x="3892067" y="1683763"/>
                  </a:lnTo>
                  <a:lnTo>
                    <a:pt x="3892694" y="1685240"/>
                  </a:lnTo>
                  <a:lnTo>
                    <a:pt x="3893320" y="1686745"/>
                  </a:lnTo>
                  <a:lnTo>
                    <a:pt x="3893947" y="1688291"/>
                  </a:lnTo>
                  <a:lnTo>
                    <a:pt x="3894573" y="1689888"/>
                  </a:lnTo>
                  <a:lnTo>
                    <a:pt x="3895200" y="1691570"/>
                  </a:lnTo>
                  <a:lnTo>
                    <a:pt x="3895826" y="1693375"/>
                  </a:lnTo>
                  <a:lnTo>
                    <a:pt x="3896453" y="1695320"/>
                  </a:lnTo>
                  <a:lnTo>
                    <a:pt x="3897080" y="1697435"/>
                  </a:lnTo>
                  <a:lnTo>
                    <a:pt x="3897706" y="1699759"/>
                  </a:lnTo>
                  <a:lnTo>
                    <a:pt x="3898333" y="1702271"/>
                  </a:lnTo>
                  <a:lnTo>
                    <a:pt x="3898959" y="1704973"/>
                  </a:lnTo>
                  <a:lnTo>
                    <a:pt x="3899586" y="1707884"/>
                  </a:lnTo>
                  <a:lnTo>
                    <a:pt x="3900212" y="1710986"/>
                  </a:lnTo>
                  <a:lnTo>
                    <a:pt x="3900839" y="1714291"/>
                  </a:lnTo>
                  <a:lnTo>
                    <a:pt x="3901465" y="1717810"/>
                  </a:lnTo>
                  <a:lnTo>
                    <a:pt x="3902092" y="1721525"/>
                  </a:lnTo>
                  <a:lnTo>
                    <a:pt x="3902719" y="1725442"/>
                  </a:lnTo>
                  <a:lnTo>
                    <a:pt x="3903345" y="1729508"/>
                  </a:lnTo>
                  <a:lnTo>
                    <a:pt x="3903972" y="1733701"/>
                  </a:lnTo>
                  <a:lnTo>
                    <a:pt x="3904598" y="1738012"/>
                  </a:lnTo>
                  <a:lnTo>
                    <a:pt x="3905225" y="1742456"/>
                  </a:lnTo>
                  <a:lnTo>
                    <a:pt x="3905851" y="1746971"/>
                  </a:lnTo>
                  <a:lnTo>
                    <a:pt x="3906478" y="1751598"/>
                  </a:lnTo>
                  <a:lnTo>
                    <a:pt x="3907104" y="1756339"/>
                  </a:lnTo>
                  <a:lnTo>
                    <a:pt x="3907731" y="1761160"/>
                  </a:lnTo>
                  <a:lnTo>
                    <a:pt x="3908358" y="1766065"/>
                  </a:lnTo>
                  <a:lnTo>
                    <a:pt x="3908984" y="1771019"/>
                  </a:lnTo>
                  <a:lnTo>
                    <a:pt x="3909611" y="1776018"/>
                  </a:lnTo>
                  <a:lnTo>
                    <a:pt x="3910237" y="1781040"/>
                  </a:lnTo>
                  <a:lnTo>
                    <a:pt x="3910864" y="1786053"/>
                  </a:lnTo>
                  <a:lnTo>
                    <a:pt x="3911490" y="1791043"/>
                  </a:lnTo>
                  <a:lnTo>
                    <a:pt x="3912117" y="1795995"/>
                  </a:lnTo>
                  <a:lnTo>
                    <a:pt x="3912743" y="1800893"/>
                  </a:lnTo>
                  <a:lnTo>
                    <a:pt x="3913370" y="1805759"/>
                  </a:lnTo>
                  <a:lnTo>
                    <a:pt x="3913997" y="1810594"/>
                  </a:lnTo>
                  <a:lnTo>
                    <a:pt x="3914623" y="1815378"/>
                  </a:lnTo>
                  <a:lnTo>
                    <a:pt x="3915250" y="1820112"/>
                  </a:lnTo>
                  <a:lnTo>
                    <a:pt x="3915876" y="1824784"/>
                  </a:lnTo>
                  <a:lnTo>
                    <a:pt x="3916173" y="1826954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6976511" y="3550401"/>
              <a:ext cx="93548" cy="312780"/>
            </a:xfrm>
            <a:custGeom>
              <a:avLst/>
              <a:pathLst>
                <a:path w="93548" h="312780">
                  <a:moveTo>
                    <a:pt x="0" y="312780"/>
                  </a:moveTo>
                  <a:lnTo>
                    <a:pt x="98" y="311449"/>
                  </a:lnTo>
                  <a:lnTo>
                    <a:pt x="724" y="302770"/>
                  </a:lnTo>
                  <a:lnTo>
                    <a:pt x="1351" y="293899"/>
                  </a:lnTo>
                  <a:lnTo>
                    <a:pt x="1978" y="284906"/>
                  </a:lnTo>
                  <a:lnTo>
                    <a:pt x="2604" y="275808"/>
                  </a:lnTo>
                  <a:lnTo>
                    <a:pt x="3231" y="266637"/>
                  </a:lnTo>
                  <a:lnTo>
                    <a:pt x="3857" y="257434"/>
                  </a:lnTo>
                  <a:lnTo>
                    <a:pt x="4484" y="248200"/>
                  </a:lnTo>
                  <a:lnTo>
                    <a:pt x="5110" y="238944"/>
                  </a:lnTo>
                  <a:lnTo>
                    <a:pt x="5737" y="229669"/>
                  </a:lnTo>
                  <a:lnTo>
                    <a:pt x="6363" y="220385"/>
                  </a:lnTo>
                  <a:lnTo>
                    <a:pt x="6990" y="211106"/>
                  </a:lnTo>
                  <a:lnTo>
                    <a:pt x="7617" y="201892"/>
                  </a:lnTo>
                  <a:lnTo>
                    <a:pt x="8243" y="192809"/>
                  </a:lnTo>
                  <a:lnTo>
                    <a:pt x="8870" y="183916"/>
                  </a:lnTo>
                  <a:lnTo>
                    <a:pt x="9496" y="175196"/>
                  </a:lnTo>
                  <a:lnTo>
                    <a:pt x="10123" y="166654"/>
                  </a:lnTo>
                  <a:lnTo>
                    <a:pt x="10749" y="158310"/>
                  </a:lnTo>
                  <a:lnTo>
                    <a:pt x="11376" y="150142"/>
                  </a:lnTo>
                  <a:lnTo>
                    <a:pt x="12002" y="142187"/>
                  </a:lnTo>
                  <a:lnTo>
                    <a:pt x="12629" y="134462"/>
                  </a:lnTo>
                  <a:lnTo>
                    <a:pt x="13256" y="126972"/>
                  </a:lnTo>
                  <a:lnTo>
                    <a:pt x="13882" y="119730"/>
                  </a:lnTo>
                  <a:lnTo>
                    <a:pt x="14509" y="112736"/>
                  </a:lnTo>
                  <a:lnTo>
                    <a:pt x="15135" y="105978"/>
                  </a:lnTo>
                  <a:lnTo>
                    <a:pt x="15762" y="99459"/>
                  </a:lnTo>
                  <a:lnTo>
                    <a:pt x="16388" y="93185"/>
                  </a:lnTo>
                  <a:lnTo>
                    <a:pt x="17015" y="87128"/>
                  </a:lnTo>
                  <a:lnTo>
                    <a:pt x="17641" y="81268"/>
                  </a:lnTo>
                  <a:lnTo>
                    <a:pt x="18268" y="75576"/>
                  </a:lnTo>
                  <a:lnTo>
                    <a:pt x="18895" y="70042"/>
                  </a:lnTo>
                  <a:lnTo>
                    <a:pt x="19521" y="64730"/>
                  </a:lnTo>
                  <a:lnTo>
                    <a:pt x="20148" y="59632"/>
                  </a:lnTo>
                  <a:lnTo>
                    <a:pt x="20774" y="54737"/>
                  </a:lnTo>
                  <a:lnTo>
                    <a:pt x="21401" y="50013"/>
                  </a:lnTo>
                  <a:lnTo>
                    <a:pt x="22027" y="45445"/>
                  </a:lnTo>
                  <a:lnTo>
                    <a:pt x="22654" y="41021"/>
                  </a:lnTo>
                  <a:lnTo>
                    <a:pt x="23280" y="36768"/>
                  </a:lnTo>
                  <a:lnTo>
                    <a:pt x="23907" y="32688"/>
                  </a:lnTo>
                  <a:lnTo>
                    <a:pt x="24534" y="28774"/>
                  </a:lnTo>
                  <a:lnTo>
                    <a:pt x="25160" y="25061"/>
                  </a:lnTo>
                  <a:lnTo>
                    <a:pt x="25787" y="21558"/>
                  </a:lnTo>
                  <a:lnTo>
                    <a:pt x="26413" y="18312"/>
                  </a:lnTo>
                  <a:lnTo>
                    <a:pt x="27040" y="15313"/>
                  </a:lnTo>
                  <a:lnTo>
                    <a:pt x="27666" y="12573"/>
                  </a:lnTo>
                  <a:lnTo>
                    <a:pt x="28293" y="10102"/>
                  </a:lnTo>
                  <a:lnTo>
                    <a:pt x="28919" y="7893"/>
                  </a:lnTo>
                  <a:lnTo>
                    <a:pt x="29546" y="5940"/>
                  </a:lnTo>
                  <a:lnTo>
                    <a:pt x="30173" y="4268"/>
                  </a:lnTo>
                  <a:lnTo>
                    <a:pt x="30799" y="2872"/>
                  </a:lnTo>
                  <a:lnTo>
                    <a:pt x="31426" y="1743"/>
                  </a:lnTo>
                  <a:lnTo>
                    <a:pt x="32052" y="880"/>
                  </a:lnTo>
                  <a:lnTo>
                    <a:pt x="32679" y="303"/>
                  </a:lnTo>
                  <a:lnTo>
                    <a:pt x="33305" y="7"/>
                  </a:lnTo>
                  <a:lnTo>
                    <a:pt x="33932" y="0"/>
                  </a:lnTo>
                  <a:lnTo>
                    <a:pt x="34558" y="256"/>
                  </a:lnTo>
                  <a:lnTo>
                    <a:pt x="35185" y="771"/>
                  </a:lnTo>
                  <a:lnTo>
                    <a:pt x="35812" y="1517"/>
                  </a:lnTo>
                  <a:lnTo>
                    <a:pt x="36438" y="2499"/>
                  </a:lnTo>
                  <a:lnTo>
                    <a:pt x="37065" y="3710"/>
                  </a:lnTo>
                  <a:lnTo>
                    <a:pt x="37691" y="5147"/>
                  </a:lnTo>
                  <a:lnTo>
                    <a:pt x="38318" y="6787"/>
                  </a:lnTo>
                  <a:lnTo>
                    <a:pt x="38944" y="8611"/>
                  </a:lnTo>
                  <a:lnTo>
                    <a:pt x="39571" y="10568"/>
                  </a:lnTo>
                  <a:lnTo>
                    <a:pt x="40197" y="12617"/>
                  </a:lnTo>
                  <a:lnTo>
                    <a:pt x="40824" y="14714"/>
                  </a:lnTo>
                  <a:lnTo>
                    <a:pt x="41451" y="16877"/>
                  </a:lnTo>
                  <a:lnTo>
                    <a:pt x="42077" y="19072"/>
                  </a:lnTo>
                  <a:lnTo>
                    <a:pt x="42704" y="21294"/>
                  </a:lnTo>
                  <a:lnTo>
                    <a:pt x="43330" y="23534"/>
                  </a:lnTo>
                  <a:lnTo>
                    <a:pt x="43957" y="25779"/>
                  </a:lnTo>
                  <a:lnTo>
                    <a:pt x="44583" y="28010"/>
                  </a:lnTo>
                  <a:lnTo>
                    <a:pt x="45210" y="30226"/>
                  </a:lnTo>
                  <a:lnTo>
                    <a:pt x="45836" y="32433"/>
                  </a:lnTo>
                  <a:lnTo>
                    <a:pt x="46463" y="34631"/>
                  </a:lnTo>
                  <a:lnTo>
                    <a:pt x="47090" y="36855"/>
                  </a:lnTo>
                  <a:lnTo>
                    <a:pt x="47716" y="39112"/>
                  </a:lnTo>
                  <a:lnTo>
                    <a:pt x="48343" y="41409"/>
                  </a:lnTo>
                  <a:lnTo>
                    <a:pt x="48969" y="43767"/>
                  </a:lnTo>
                  <a:lnTo>
                    <a:pt x="49596" y="46200"/>
                  </a:lnTo>
                  <a:lnTo>
                    <a:pt x="50222" y="48755"/>
                  </a:lnTo>
                  <a:lnTo>
                    <a:pt x="50849" y="51418"/>
                  </a:lnTo>
                  <a:lnTo>
                    <a:pt x="51475" y="54183"/>
                  </a:lnTo>
                  <a:lnTo>
                    <a:pt x="52102" y="57049"/>
                  </a:lnTo>
                  <a:lnTo>
                    <a:pt x="52729" y="60027"/>
                  </a:lnTo>
                  <a:lnTo>
                    <a:pt x="53355" y="63136"/>
                  </a:lnTo>
                  <a:lnTo>
                    <a:pt x="53982" y="66401"/>
                  </a:lnTo>
                  <a:lnTo>
                    <a:pt x="54608" y="69856"/>
                  </a:lnTo>
                  <a:lnTo>
                    <a:pt x="55235" y="73500"/>
                  </a:lnTo>
                  <a:lnTo>
                    <a:pt x="55861" y="77346"/>
                  </a:lnTo>
                  <a:lnTo>
                    <a:pt x="56488" y="81368"/>
                  </a:lnTo>
                  <a:lnTo>
                    <a:pt x="57114" y="85550"/>
                  </a:lnTo>
                  <a:lnTo>
                    <a:pt x="57741" y="89870"/>
                  </a:lnTo>
                  <a:lnTo>
                    <a:pt x="58368" y="94313"/>
                  </a:lnTo>
                  <a:lnTo>
                    <a:pt x="58994" y="98888"/>
                  </a:lnTo>
                  <a:lnTo>
                    <a:pt x="59621" y="103586"/>
                  </a:lnTo>
                  <a:lnTo>
                    <a:pt x="60247" y="108404"/>
                  </a:lnTo>
                  <a:lnTo>
                    <a:pt x="60874" y="113346"/>
                  </a:lnTo>
                  <a:lnTo>
                    <a:pt x="61500" y="118409"/>
                  </a:lnTo>
                  <a:lnTo>
                    <a:pt x="62127" y="123565"/>
                  </a:lnTo>
                  <a:lnTo>
                    <a:pt x="62753" y="128779"/>
                  </a:lnTo>
                  <a:lnTo>
                    <a:pt x="63380" y="134031"/>
                  </a:lnTo>
                  <a:lnTo>
                    <a:pt x="64007" y="139306"/>
                  </a:lnTo>
                  <a:lnTo>
                    <a:pt x="64633" y="144564"/>
                  </a:lnTo>
                  <a:lnTo>
                    <a:pt x="65260" y="149787"/>
                  </a:lnTo>
                  <a:lnTo>
                    <a:pt x="65886" y="154978"/>
                  </a:lnTo>
                  <a:lnTo>
                    <a:pt x="66513" y="160147"/>
                  </a:lnTo>
                  <a:lnTo>
                    <a:pt x="67139" y="165293"/>
                  </a:lnTo>
                  <a:lnTo>
                    <a:pt x="67766" y="170398"/>
                  </a:lnTo>
                  <a:lnTo>
                    <a:pt x="68392" y="175445"/>
                  </a:lnTo>
                  <a:lnTo>
                    <a:pt x="69019" y="180425"/>
                  </a:lnTo>
                  <a:lnTo>
                    <a:pt x="69646" y="185322"/>
                  </a:lnTo>
                  <a:lnTo>
                    <a:pt x="70272" y="190151"/>
                  </a:lnTo>
                  <a:lnTo>
                    <a:pt x="70899" y="194865"/>
                  </a:lnTo>
                  <a:lnTo>
                    <a:pt x="71525" y="199459"/>
                  </a:lnTo>
                  <a:lnTo>
                    <a:pt x="72152" y="203994"/>
                  </a:lnTo>
                  <a:lnTo>
                    <a:pt x="72778" y="208484"/>
                  </a:lnTo>
                  <a:lnTo>
                    <a:pt x="73405" y="212928"/>
                  </a:lnTo>
                  <a:lnTo>
                    <a:pt x="74031" y="217356"/>
                  </a:lnTo>
                  <a:lnTo>
                    <a:pt x="74658" y="221739"/>
                  </a:lnTo>
                  <a:lnTo>
                    <a:pt x="75285" y="226043"/>
                  </a:lnTo>
                  <a:lnTo>
                    <a:pt x="75911" y="230272"/>
                  </a:lnTo>
                  <a:lnTo>
                    <a:pt x="76538" y="234420"/>
                  </a:lnTo>
                  <a:lnTo>
                    <a:pt x="77164" y="238489"/>
                  </a:lnTo>
                  <a:lnTo>
                    <a:pt x="77791" y="242487"/>
                  </a:lnTo>
                  <a:lnTo>
                    <a:pt x="78417" y="246415"/>
                  </a:lnTo>
                  <a:lnTo>
                    <a:pt x="79044" y="250250"/>
                  </a:lnTo>
                  <a:lnTo>
                    <a:pt x="79670" y="253990"/>
                  </a:lnTo>
                  <a:lnTo>
                    <a:pt x="80297" y="257661"/>
                  </a:lnTo>
                  <a:lnTo>
                    <a:pt x="80924" y="261286"/>
                  </a:lnTo>
                  <a:lnTo>
                    <a:pt x="81550" y="264841"/>
                  </a:lnTo>
                  <a:lnTo>
                    <a:pt x="82177" y="268291"/>
                  </a:lnTo>
                  <a:lnTo>
                    <a:pt x="82803" y="271631"/>
                  </a:lnTo>
                  <a:lnTo>
                    <a:pt x="83430" y="274846"/>
                  </a:lnTo>
                  <a:lnTo>
                    <a:pt x="84056" y="277965"/>
                  </a:lnTo>
                  <a:lnTo>
                    <a:pt x="84683" y="281003"/>
                  </a:lnTo>
                  <a:lnTo>
                    <a:pt x="85309" y="283968"/>
                  </a:lnTo>
                  <a:lnTo>
                    <a:pt x="85936" y="286847"/>
                  </a:lnTo>
                  <a:lnTo>
                    <a:pt x="86563" y="289614"/>
                  </a:lnTo>
                  <a:lnTo>
                    <a:pt x="87189" y="292266"/>
                  </a:lnTo>
                  <a:lnTo>
                    <a:pt x="87816" y="294803"/>
                  </a:lnTo>
                  <a:lnTo>
                    <a:pt x="88442" y="297238"/>
                  </a:lnTo>
                  <a:lnTo>
                    <a:pt x="89069" y="299562"/>
                  </a:lnTo>
                  <a:lnTo>
                    <a:pt x="89695" y="301785"/>
                  </a:lnTo>
                  <a:lnTo>
                    <a:pt x="90322" y="303890"/>
                  </a:lnTo>
                  <a:lnTo>
                    <a:pt x="90948" y="305873"/>
                  </a:lnTo>
                  <a:lnTo>
                    <a:pt x="91575" y="307738"/>
                  </a:lnTo>
                  <a:lnTo>
                    <a:pt x="92202" y="309486"/>
                  </a:lnTo>
                  <a:lnTo>
                    <a:pt x="92828" y="311101"/>
                  </a:lnTo>
                  <a:lnTo>
                    <a:pt x="93455" y="312578"/>
                  </a:lnTo>
                  <a:lnTo>
                    <a:pt x="93548" y="312780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7153939" y="3698723"/>
              <a:ext cx="519407" cy="164458"/>
            </a:xfrm>
            <a:custGeom>
              <a:avLst/>
              <a:pathLst>
                <a:path w="519407" h="164458">
                  <a:moveTo>
                    <a:pt x="0" y="164458"/>
                  </a:moveTo>
                  <a:lnTo>
                    <a:pt x="611" y="162560"/>
                  </a:lnTo>
                  <a:lnTo>
                    <a:pt x="1238" y="160595"/>
                  </a:lnTo>
                  <a:lnTo>
                    <a:pt x="1864" y="158622"/>
                  </a:lnTo>
                  <a:lnTo>
                    <a:pt x="2491" y="156652"/>
                  </a:lnTo>
                  <a:lnTo>
                    <a:pt x="3118" y="154695"/>
                  </a:lnTo>
                  <a:lnTo>
                    <a:pt x="3744" y="152747"/>
                  </a:lnTo>
                  <a:lnTo>
                    <a:pt x="4371" y="150840"/>
                  </a:lnTo>
                  <a:lnTo>
                    <a:pt x="4997" y="148994"/>
                  </a:lnTo>
                  <a:lnTo>
                    <a:pt x="5624" y="147214"/>
                  </a:lnTo>
                  <a:lnTo>
                    <a:pt x="6250" y="145504"/>
                  </a:lnTo>
                  <a:lnTo>
                    <a:pt x="6877" y="143865"/>
                  </a:lnTo>
                  <a:lnTo>
                    <a:pt x="7503" y="142283"/>
                  </a:lnTo>
                  <a:lnTo>
                    <a:pt x="8130" y="140761"/>
                  </a:lnTo>
                  <a:lnTo>
                    <a:pt x="8757" y="139300"/>
                  </a:lnTo>
                  <a:lnTo>
                    <a:pt x="9383" y="137927"/>
                  </a:lnTo>
                  <a:lnTo>
                    <a:pt x="10010" y="136644"/>
                  </a:lnTo>
                  <a:lnTo>
                    <a:pt x="10636" y="135453"/>
                  </a:lnTo>
                  <a:lnTo>
                    <a:pt x="11263" y="134358"/>
                  </a:lnTo>
                  <a:lnTo>
                    <a:pt x="11889" y="133367"/>
                  </a:lnTo>
                  <a:lnTo>
                    <a:pt x="12516" y="132467"/>
                  </a:lnTo>
                  <a:lnTo>
                    <a:pt x="13142" y="131663"/>
                  </a:lnTo>
                  <a:lnTo>
                    <a:pt x="13769" y="130926"/>
                  </a:lnTo>
                  <a:lnTo>
                    <a:pt x="14396" y="130256"/>
                  </a:lnTo>
                  <a:lnTo>
                    <a:pt x="15022" y="129640"/>
                  </a:lnTo>
                  <a:lnTo>
                    <a:pt x="15649" y="129071"/>
                  </a:lnTo>
                  <a:lnTo>
                    <a:pt x="16275" y="128551"/>
                  </a:lnTo>
                  <a:lnTo>
                    <a:pt x="16902" y="128067"/>
                  </a:lnTo>
                  <a:lnTo>
                    <a:pt x="17528" y="127624"/>
                  </a:lnTo>
                  <a:lnTo>
                    <a:pt x="18155" y="127222"/>
                  </a:lnTo>
                  <a:lnTo>
                    <a:pt x="18781" y="126838"/>
                  </a:lnTo>
                  <a:lnTo>
                    <a:pt x="19408" y="126467"/>
                  </a:lnTo>
                  <a:lnTo>
                    <a:pt x="20035" y="126114"/>
                  </a:lnTo>
                  <a:lnTo>
                    <a:pt x="20661" y="125793"/>
                  </a:lnTo>
                  <a:lnTo>
                    <a:pt x="21288" y="125471"/>
                  </a:lnTo>
                  <a:lnTo>
                    <a:pt x="21914" y="125163"/>
                  </a:lnTo>
                  <a:lnTo>
                    <a:pt x="22541" y="124859"/>
                  </a:lnTo>
                  <a:lnTo>
                    <a:pt x="23167" y="124553"/>
                  </a:lnTo>
                  <a:lnTo>
                    <a:pt x="23794" y="124256"/>
                  </a:lnTo>
                  <a:lnTo>
                    <a:pt x="24420" y="123948"/>
                  </a:lnTo>
                  <a:lnTo>
                    <a:pt x="25047" y="123625"/>
                  </a:lnTo>
                  <a:lnTo>
                    <a:pt x="25674" y="123290"/>
                  </a:lnTo>
                  <a:lnTo>
                    <a:pt x="26300" y="122933"/>
                  </a:lnTo>
                  <a:lnTo>
                    <a:pt x="26927" y="122554"/>
                  </a:lnTo>
                  <a:lnTo>
                    <a:pt x="27553" y="122153"/>
                  </a:lnTo>
                  <a:lnTo>
                    <a:pt x="28180" y="121726"/>
                  </a:lnTo>
                  <a:lnTo>
                    <a:pt x="28806" y="121295"/>
                  </a:lnTo>
                  <a:lnTo>
                    <a:pt x="29433" y="120861"/>
                  </a:lnTo>
                  <a:lnTo>
                    <a:pt x="30059" y="120409"/>
                  </a:lnTo>
                  <a:lnTo>
                    <a:pt x="30686" y="119957"/>
                  </a:lnTo>
                  <a:lnTo>
                    <a:pt x="31313" y="119485"/>
                  </a:lnTo>
                  <a:lnTo>
                    <a:pt x="31939" y="119001"/>
                  </a:lnTo>
                  <a:lnTo>
                    <a:pt x="32566" y="118505"/>
                  </a:lnTo>
                  <a:lnTo>
                    <a:pt x="33192" y="117996"/>
                  </a:lnTo>
                  <a:lnTo>
                    <a:pt x="33819" y="117495"/>
                  </a:lnTo>
                  <a:lnTo>
                    <a:pt x="34445" y="117014"/>
                  </a:lnTo>
                  <a:lnTo>
                    <a:pt x="35072" y="116570"/>
                  </a:lnTo>
                  <a:lnTo>
                    <a:pt x="35698" y="116177"/>
                  </a:lnTo>
                  <a:lnTo>
                    <a:pt x="36325" y="115830"/>
                  </a:lnTo>
                  <a:lnTo>
                    <a:pt x="36952" y="115527"/>
                  </a:lnTo>
                  <a:lnTo>
                    <a:pt x="37578" y="115266"/>
                  </a:lnTo>
                  <a:lnTo>
                    <a:pt x="38205" y="115025"/>
                  </a:lnTo>
                  <a:lnTo>
                    <a:pt x="38831" y="114803"/>
                  </a:lnTo>
                  <a:lnTo>
                    <a:pt x="39458" y="114597"/>
                  </a:lnTo>
                  <a:lnTo>
                    <a:pt x="40084" y="114405"/>
                  </a:lnTo>
                  <a:lnTo>
                    <a:pt x="40711" y="114235"/>
                  </a:lnTo>
                  <a:lnTo>
                    <a:pt x="41337" y="114058"/>
                  </a:lnTo>
                  <a:lnTo>
                    <a:pt x="41964" y="113875"/>
                  </a:lnTo>
                  <a:lnTo>
                    <a:pt x="42591" y="113691"/>
                  </a:lnTo>
                  <a:lnTo>
                    <a:pt x="43217" y="113495"/>
                  </a:lnTo>
                  <a:lnTo>
                    <a:pt x="43844" y="113291"/>
                  </a:lnTo>
                  <a:lnTo>
                    <a:pt x="44470" y="113058"/>
                  </a:lnTo>
                  <a:lnTo>
                    <a:pt x="45097" y="112783"/>
                  </a:lnTo>
                  <a:lnTo>
                    <a:pt x="45723" y="112469"/>
                  </a:lnTo>
                  <a:lnTo>
                    <a:pt x="46350" y="112122"/>
                  </a:lnTo>
                  <a:lnTo>
                    <a:pt x="46976" y="111754"/>
                  </a:lnTo>
                  <a:lnTo>
                    <a:pt x="47603" y="111375"/>
                  </a:lnTo>
                  <a:lnTo>
                    <a:pt x="48230" y="110986"/>
                  </a:lnTo>
                  <a:lnTo>
                    <a:pt x="48856" y="110571"/>
                  </a:lnTo>
                  <a:lnTo>
                    <a:pt x="49483" y="110128"/>
                  </a:lnTo>
                  <a:lnTo>
                    <a:pt x="50109" y="109631"/>
                  </a:lnTo>
                  <a:lnTo>
                    <a:pt x="50736" y="109099"/>
                  </a:lnTo>
                  <a:lnTo>
                    <a:pt x="51362" y="108535"/>
                  </a:lnTo>
                  <a:lnTo>
                    <a:pt x="51989" y="107938"/>
                  </a:lnTo>
                  <a:lnTo>
                    <a:pt x="52615" y="107307"/>
                  </a:lnTo>
                  <a:lnTo>
                    <a:pt x="53242" y="106674"/>
                  </a:lnTo>
                  <a:lnTo>
                    <a:pt x="53869" y="106023"/>
                  </a:lnTo>
                  <a:lnTo>
                    <a:pt x="54495" y="105365"/>
                  </a:lnTo>
                  <a:lnTo>
                    <a:pt x="55122" y="104695"/>
                  </a:lnTo>
                  <a:lnTo>
                    <a:pt x="55748" y="104011"/>
                  </a:lnTo>
                  <a:lnTo>
                    <a:pt x="56375" y="103324"/>
                  </a:lnTo>
                  <a:lnTo>
                    <a:pt x="57001" y="102638"/>
                  </a:lnTo>
                  <a:lnTo>
                    <a:pt x="57628" y="101961"/>
                  </a:lnTo>
                  <a:lnTo>
                    <a:pt x="58254" y="101329"/>
                  </a:lnTo>
                  <a:lnTo>
                    <a:pt x="58881" y="100747"/>
                  </a:lnTo>
                  <a:lnTo>
                    <a:pt x="59508" y="100248"/>
                  </a:lnTo>
                  <a:lnTo>
                    <a:pt x="60134" y="99835"/>
                  </a:lnTo>
                  <a:lnTo>
                    <a:pt x="60761" y="99485"/>
                  </a:lnTo>
                  <a:lnTo>
                    <a:pt x="61387" y="99193"/>
                  </a:lnTo>
                  <a:lnTo>
                    <a:pt x="62014" y="98962"/>
                  </a:lnTo>
                  <a:lnTo>
                    <a:pt x="62640" y="98767"/>
                  </a:lnTo>
                  <a:lnTo>
                    <a:pt x="63267" y="98625"/>
                  </a:lnTo>
                  <a:lnTo>
                    <a:pt x="63893" y="98531"/>
                  </a:lnTo>
                  <a:lnTo>
                    <a:pt x="64520" y="98488"/>
                  </a:lnTo>
                  <a:lnTo>
                    <a:pt x="65147" y="98467"/>
                  </a:lnTo>
                  <a:lnTo>
                    <a:pt x="65773" y="98451"/>
                  </a:lnTo>
                  <a:lnTo>
                    <a:pt x="66400" y="98429"/>
                  </a:lnTo>
                  <a:lnTo>
                    <a:pt x="67026" y="98372"/>
                  </a:lnTo>
                  <a:lnTo>
                    <a:pt x="67653" y="98261"/>
                  </a:lnTo>
                  <a:lnTo>
                    <a:pt x="68279" y="98086"/>
                  </a:lnTo>
                  <a:lnTo>
                    <a:pt x="68906" y="97840"/>
                  </a:lnTo>
                  <a:lnTo>
                    <a:pt x="69532" y="97508"/>
                  </a:lnTo>
                  <a:lnTo>
                    <a:pt x="70159" y="97113"/>
                  </a:lnTo>
                  <a:lnTo>
                    <a:pt x="70786" y="96654"/>
                  </a:lnTo>
                  <a:lnTo>
                    <a:pt x="71412" y="96130"/>
                  </a:lnTo>
                  <a:lnTo>
                    <a:pt x="72039" y="95542"/>
                  </a:lnTo>
                  <a:lnTo>
                    <a:pt x="72665" y="94884"/>
                  </a:lnTo>
                  <a:lnTo>
                    <a:pt x="73292" y="94167"/>
                  </a:lnTo>
                  <a:lnTo>
                    <a:pt x="73918" y="93395"/>
                  </a:lnTo>
                  <a:lnTo>
                    <a:pt x="74545" y="92589"/>
                  </a:lnTo>
                  <a:lnTo>
                    <a:pt x="75171" y="91760"/>
                  </a:lnTo>
                  <a:lnTo>
                    <a:pt x="75798" y="90905"/>
                  </a:lnTo>
                  <a:lnTo>
                    <a:pt x="76425" y="90052"/>
                  </a:lnTo>
                  <a:lnTo>
                    <a:pt x="77051" y="89209"/>
                  </a:lnTo>
                  <a:lnTo>
                    <a:pt x="77678" y="88370"/>
                  </a:lnTo>
                  <a:lnTo>
                    <a:pt x="78304" y="87545"/>
                  </a:lnTo>
                  <a:lnTo>
                    <a:pt x="78931" y="86742"/>
                  </a:lnTo>
                  <a:lnTo>
                    <a:pt x="79557" y="85963"/>
                  </a:lnTo>
                  <a:lnTo>
                    <a:pt x="80184" y="85200"/>
                  </a:lnTo>
                  <a:lnTo>
                    <a:pt x="80810" y="84482"/>
                  </a:lnTo>
                  <a:lnTo>
                    <a:pt x="81437" y="83810"/>
                  </a:lnTo>
                  <a:lnTo>
                    <a:pt x="82064" y="83212"/>
                  </a:lnTo>
                  <a:lnTo>
                    <a:pt x="82690" y="82689"/>
                  </a:lnTo>
                  <a:lnTo>
                    <a:pt x="83317" y="82233"/>
                  </a:lnTo>
                  <a:lnTo>
                    <a:pt x="83943" y="81865"/>
                  </a:lnTo>
                  <a:lnTo>
                    <a:pt x="84570" y="81563"/>
                  </a:lnTo>
                  <a:lnTo>
                    <a:pt x="85196" y="81320"/>
                  </a:lnTo>
                  <a:lnTo>
                    <a:pt x="85823" y="81153"/>
                  </a:lnTo>
                  <a:lnTo>
                    <a:pt x="86449" y="81051"/>
                  </a:lnTo>
                  <a:lnTo>
                    <a:pt x="87076" y="81031"/>
                  </a:lnTo>
                  <a:lnTo>
                    <a:pt x="87703" y="81102"/>
                  </a:lnTo>
                  <a:lnTo>
                    <a:pt x="88329" y="81268"/>
                  </a:lnTo>
                  <a:lnTo>
                    <a:pt x="88956" y="81537"/>
                  </a:lnTo>
                  <a:lnTo>
                    <a:pt x="89582" y="81899"/>
                  </a:lnTo>
                  <a:lnTo>
                    <a:pt x="90209" y="82321"/>
                  </a:lnTo>
                  <a:lnTo>
                    <a:pt x="90835" y="82795"/>
                  </a:lnTo>
                  <a:lnTo>
                    <a:pt x="91462" y="83293"/>
                  </a:lnTo>
                  <a:lnTo>
                    <a:pt x="92088" y="83819"/>
                  </a:lnTo>
                  <a:lnTo>
                    <a:pt x="92715" y="84376"/>
                  </a:lnTo>
                  <a:lnTo>
                    <a:pt x="93342" y="84946"/>
                  </a:lnTo>
                  <a:lnTo>
                    <a:pt x="93968" y="85543"/>
                  </a:lnTo>
                  <a:lnTo>
                    <a:pt x="94595" y="86173"/>
                  </a:lnTo>
                  <a:lnTo>
                    <a:pt x="95221" y="86838"/>
                  </a:lnTo>
                  <a:lnTo>
                    <a:pt x="95848" y="87540"/>
                  </a:lnTo>
                  <a:lnTo>
                    <a:pt x="96474" y="88260"/>
                  </a:lnTo>
                  <a:lnTo>
                    <a:pt x="97101" y="89015"/>
                  </a:lnTo>
                  <a:lnTo>
                    <a:pt x="97727" y="89804"/>
                  </a:lnTo>
                  <a:lnTo>
                    <a:pt x="98354" y="90634"/>
                  </a:lnTo>
                  <a:lnTo>
                    <a:pt x="98981" y="91510"/>
                  </a:lnTo>
                  <a:lnTo>
                    <a:pt x="99607" y="92442"/>
                  </a:lnTo>
                  <a:lnTo>
                    <a:pt x="100234" y="93441"/>
                  </a:lnTo>
                  <a:lnTo>
                    <a:pt x="100860" y="94520"/>
                  </a:lnTo>
                  <a:lnTo>
                    <a:pt x="101487" y="95694"/>
                  </a:lnTo>
                  <a:lnTo>
                    <a:pt x="102113" y="96936"/>
                  </a:lnTo>
                  <a:lnTo>
                    <a:pt x="102740" y="98243"/>
                  </a:lnTo>
                  <a:lnTo>
                    <a:pt x="103366" y="99585"/>
                  </a:lnTo>
                  <a:lnTo>
                    <a:pt x="103993" y="100933"/>
                  </a:lnTo>
                  <a:lnTo>
                    <a:pt x="104620" y="102259"/>
                  </a:lnTo>
                  <a:lnTo>
                    <a:pt x="105246" y="103560"/>
                  </a:lnTo>
                  <a:lnTo>
                    <a:pt x="105873" y="104842"/>
                  </a:lnTo>
                  <a:lnTo>
                    <a:pt x="106499" y="106067"/>
                  </a:lnTo>
                  <a:lnTo>
                    <a:pt x="107126" y="107240"/>
                  </a:lnTo>
                  <a:lnTo>
                    <a:pt x="107752" y="108362"/>
                  </a:lnTo>
                  <a:lnTo>
                    <a:pt x="108379" y="109406"/>
                  </a:lnTo>
                  <a:lnTo>
                    <a:pt x="109005" y="110362"/>
                  </a:lnTo>
                  <a:lnTo>
                    <a:pt x="109632" y="111231"/>
                  </a:lnTo>
                  <a:lnTo>
                    <a:pt x="110259" y="111993"/>
                  </a:lnTo>
                  <a:lnTo>
                    <a:pt x="110885" y="112639"/>
                  </a:lnTo>
                  <a:lnTo>
                    <a:pt x="111512" y="113194"/>
                  </a:lnTo>
                  <a:lnTo>
                    <a:pt x="112138" y="113654"/>
                  </a:lnTo>
                  <a:lnTo>
                    <a:pt x="112765" y="114060"/>
                  </a:lnTo>
                  <a:lnTo>
                    <a:pt x="113391" y="114434"/>
                  </a:lnTo>
                  <a:lnTo>
                    <a:pt x="114018" y="114793"/>
                  </a:lnTo>
                  <a:lnTo>
                    <a:pt x="114644" y="115150"/>
                  </a:lnTo>
                  <a:lnTo>
                    <a:pt x="115271" y="115514"/>
                  </a:lnTo>
                  <a:lnTo>
                    <a:pt x="115898" y="115864"/>
                  </a:lnTo>
                  <a:lnTo>
                    <a:pt x="116524" y="116216"/>
                  </a:lnTo>
                  <a:lnTo>
                    <a:pt x="117151" y="116579"/>
                  </a:lnTo>
                  <a:lnTo>
                    <a:pt x="117777" y="116970"/>
                  </a:lnTo>
                  <a:lnTo>
                    <a:pt x="118404" y="117415"/>
                  </a:lnTo>
                  <a:lnTo>
                    <a:pt x="119030" y="117894"/>
                  </a:lnTo>
                  <a:lnTo>
                    <a:pt x="119657" y="118405"/>
                  </a:lnTo>
                  <a:lnTo>
                    <a:pt x="120283" y="118937"/>
                  </a:lnTo>
                  <a:lnTo>
                    <a:pt x="120910" y="119471"/>
                  </a:lnTo>
                  <a:lnTo>
                    <a:pt x="121537" y="120006"/>
                  </a:lnTo>
                  <a:lnTo>
                    <a:pt x="122163" y="120519"/>
                  </a:lnTo>
                  <a:lnTo>
                    <a:pt x="122790" y="121015"/>
                  </a:lnTo>
                  <a:lnTo>
                    <a:pt x="123416" y="121494"/>
                  </a:lnTo>
                  <a:lnTo>
                    <a:pt x="124043" y="121941"/>
                  </a:lnTo>
                  <a:lnTo>
                    <a:pt x="124669" y="122355"/>
                  </a:lnTo>
                  <a:lnTo>
                    <a:pt x="125296" y="122753"/>
                  </a:lnTo>
                  <a:lnTo>
                    <a:pt x="125922" y="123130"/>
                  </a:lnTo>
                  <a:lnTo>
                    <a:pt x="126549" y="123477"/>
                  </a:lnTo>
                  <a:lnTo>
                    <a:pt x="127176" y="123796"/>
                  </a:lnTo>
                  <a:lnTo>
                    <a:pt x="127802" y="124109"/>
                  </a:lnTo>
                  <a:lnTo>
                    <a:pt x="128429" y="124434"/>
                  </a:lnTo>
                  <a:lnTo>
                    <a:pt x="129055" y="124773"/>
                  </a:lnTo>
                  <a:lnTo>
                    <a:pt x="129682" y="125130"/>
                  </a:lnTo>
                  <a:lnTo>
                    <a:pt x="130308" y="125498"/>
                  </a:lnTo>
                  <a:lnTo>
                    <a:pt x="130935" y="125883"/>
                  </a:lnTo>
                  <a:lnTo>
                    <a:pt x="131561" y="126279"/>
                  </a:lnTo>
                  <a:lnTo>
                    <a:pt x="132188" y="126702"/>
                  </a:lnTo>
                  <a:lnTo>
                    <a:pt x="132815" y="127134"/>
                  </a:lnTo>
                  <a:lnTo>
                    <a:pt x="133441" y="127574"/>
                  </a:lnTo>
                  <a:lnTo>
                    <a:pt x="134068" y="128038"/>
                  </a:lnTo>
                  <a:lnTo>
                    <a:pt x="134694" y="128529"/>
                  </a:lnTo>
                  <a:lnTo>
                    <a:pt x="135321" y="129068"/>
                  </a:lnTo>
                  <a:lnTo>
                    <a:pt x="135947" y="129677"/>
                  </a:lnTo>
                  <a:lnTo>
                    <a:pt x="136574" y="130382"/>
                  </a:lnTo>
                  <a:lnTo>
                    <a:pt x="137200" y="131139"/>
                  </a:lnTo>
                  <a:lnTo>
                    <a:pt x="137827" y="131912"/>
                  </a:lnTo>
                  <a:lnTo>
                    <a:pt x="138453" y="132707"/>
                  </a:lnTo>
                  <a:lnTo>
                    <a:pt x="139080" y="133488"/>
                  </a:lnTo>
                  <a:lnTo>
                    <a:pt x="139707" y="134258"/>
                  </a:lnTo>
                  <a:lnTo>
                    <a:pt x="140333" y="135037"/>
                  </a:lnTo>
                  <a:lnTo>
                    <a:pt x="140960" y="135827"/>
                  </a:lnTo>
                  <a:lnTo>
                    <a:pt x="141586" y="136611"/>
                  </a:lnTo>
                  <a:lnTo>
                    <a:pt x="142213" y="137388"/>
                  </a:lnTo>
                  <a:lnTo>
                    <a:pt x="142839" y="138160"/>
                  </a:lnTo>
                  <a:lnTo>
                    <a:pt x="143466" y="138896"/>
                  </a:lnTo>
                  <a:lnTo>
                    <a:pt x="144092" y="139593"/>
                  </a:lnTo>
                  <a:lnTo>
                    <a:pt x="144719" y="140196"/>
                  </a:lnTo>
                  <a:lnTo>
                    <a:pt x="145346" y="140684"/>
                  </a:lnTo>
                  <a:lnTo>
                    <a:pt x="145972" y="141041"/>
                  </a:lnTo>
                  <a:lnTo>
                    <a:pt x="146599" y="141263"/>
                  </a:lnTo>
                  <a:lnTo>
                    <a:pt x="147225" y="141374"/>
                  </a:lnTo>
                  <a:lnTo>
                    <a:pt x="147852" y="141388"/>
                  </a:lnTo>
                  <a:lnTo>
                    <a:pt x="148478" y="141308"/>
                  </a:lnTo>
                  <a:lnTo>
                    <a:pt x="149105" y="141115"/>
                  </a:lnTo>
                  <a:lnTo>
                    <a:pt x="149731" y="140794"/>
                  </a:lnTo>
                  <a:lnTo>
                    <a:pt x="150358" y="140304"/>
                  </a:lnTo>
                  <a:lnTo>
                    <a:pt x="150985" y="139656"/>
                  </a:lnTo>
                  <a:lnTo>
                    <a:pt x="151611" y="138832"/>
                  </a:lnTo>
                  <a:lnTo>
                    <a:pt x="152238" y="137843"/>
                  </a:lnTo>
                  <a:lnTo>
                    <a:pt x="152864" y="136710"/>
                  </a:lnTo>
                  <a:lnTo>
                    <a:pt x="153491" y="135449"/>
                  </a:lnTo>
                  <a:lnTo>
                    <a:pt x="154117" y="134096"/>
                  </a:lnTo>
                  <a:lnTo>
                    <a:pt x="154744" y="132642"/>
                  </a:lnTo>
                  <a:lnTo>
                    <a:pt x="155370" y="131087"/>
                  </a:lnTo>
                  <a:lnTo>
                    <a:pt x="155997" y="129439"/>
                  </a:lnTo>
                  <a:lnTo>
                    <a:pt x="156624" y="127698"/>
                  </a:lnTo>
                  <a:lnTo>
                    <a:pt x="157250" y="125854"/>
                  </a:lnTo>
                  <a:lnTo>
                    <a:pt x="157877" y="123909"/>
                  </a:lnTo>
                  <a:lnTo>
                    <a:pt x="158503" y="121876"/>
                  </a:lnTo>
                  <a:lnTo>
                    <a:pt x="159130" y="119752"/>
                  </a:lnTo>
                  <a:lnTo>
                    <a:pt x="159756" y="117534"/>
                  </a:lnTo>
                  <a:lnTo>
                    <a:pt x="160383" y="115223"/>
                  </a:lnTo>
                  <a:lnTo>
                    <a:pt x="161009" y="112848"/>
                  </a:lnTo>
                  <a:lnTo>
                    <a:pt x="161636" y="110402"/>
                  </a:lnTo>
                  <a:lnTo>
                    <a:pt x="162263" y="107880"/>
                  </a:lnTo>
                  <a:lnTo>
                    <a:pt x="162889" y="105276"/>
                  </a:lnTo>
                  <a:lnTo>
                    <a:pt x="163516" y="102580"/>
                  </a:lnTo>
                  <a:lnTo>
                    <a:pt x="164142" y="99777"/>
                  </a:lnTo>
                  <a:lnTo>
                    <a:pt x="164769" y="96896"/>
                  </a:lnTo>
                  <a:lnTo>
                    <a:pt x="165395" y="93935"/>
                  </a:lnTo>
                  <a:lnTo>
                    <a:pt x="166022" y="90930"/>
                  </a:lnTo>
                  <a:lnTo>
                    <a:pt x="166648" y="87909"/>
                  </a:lnTo>
                  <a:lnTo>
                    <a:pt x="167275" y="84903"/>
                  </a:lnTo>
                  <a:lnTo>
                    <a:pt x="167902" y="81918"/>
                  </a:lnTo>
                  <a:lnTo>
                    <a:pt x="168528" y="78946"/>
                  </a:lnTo>
                  <a:lnTo>
                    <a:pt x="169155" y="76039"/>
                  </a:lnTo>
                  <a:lnTo>
                    <a:pt x="169781" y="73208"/>
                  </a:lnTo>
                  <a:lnTo>
                    <a:pt x="170408" y="70458"/>
                  </a:lnTo>
                  <a:lnTo>
                    <a:pt x="171034" y="67841"/>
                  </a:lnTo>
                  <a:lnTo>
                    <a:pt x="171661" y="65360"/>
                  </a:lnTo>
                  <a:lnTo>
                    <a:pt x="172287" y="63010"/>
                  </a:lnTo>
                  <a:lnTo>
                    <a:pt x="172914" y="60800"/>
                  </a:lnTo>
                  <a:lnTo>
                    <a:pt x="173541" y="58743"/>
                  </a:lnTo>
                  <a:lnTo>
                    <a:pt x="174167" y="56837"/>
                  </a:lnTo>
                  <a:lnTo>
                    <a:pt x="174794" y="55089"/>
                  </a:lnTo>
                  <a:lnTo>
                    <a:pt x="175420" y="53478"/>
                  </a:lnTo>
                  <a:lnTo>
                    <a:pt x="176047" y="52004"/>
                  </a:lnTo>
                  <a:lnTo>
                    <a:pt x="176673" y="50666"/>
                  </a:lnTo>
                  <a:lnTo>
                    <a:pt x="177300" y="49453"/>
                  </a:lnTo>
                  <a:lnTo>
                    <a:pt x="177926" y="48360"/>
                  </a:lnTo>
                  <a:lnTo>
                    <a:pt x="178553" y="47369"/>
                  </a:lnTo>
                  <a:lnTo>
                    <a:pt x="179180" y="46458"/>
                  </a:lnTo>
                  <a:lnTo>
                    <a:pt x="179806" y="45606"/>
                  </a:lnTo>
                  <a:lnTo>
                    <a:pt x="180433" y="44768"/>
                  </a:lnTo>
                  <a:lnTo>
                    <a:pt x="181059" y="43944"/>
                  </a:lnTo>
                  <a:lnTo>
                    <a:pt x="181686" y="43139"/>
                  </a:lnTo>
                  <a:lnTo>
                    <a:pt x="182312" y="42372"/>
                  </a:lnTo>
                  <a:lnTo>
                    <a:pt x="182939" y="41645"/>
                  </a:lnTo>
                  <a:lnTo>
                    <a:pt x="183565" y="40966"/>
                  </a:lnTo>
                  <a:lnTo>
                    <a:pt x="184192" y="40335"/>
                  </a:lnTo>
                  <a:lnTo>
                    <a:pt x="184819" y="39749"/>
                  </a:lnTo>
                  <a:lnTo>
                    <a:pt x="185445" y="39182"/>
                  </a:lnTo>
                  <a:lnTo>
                    <a:pt x="186072" y="38623"/>
                  </a:lnTo>
                  <a:lnTo>
                    <a:pt x="186698" y="38087"/>
                  </a:lnTo>
                  <a:lnTo>
                    <a:pt x="187325" y="37572"/>
                  </a:lnTo>
                  <a:lnTo>
                    <a:pt x="187951" y="37090"/>
                  </a:lnTo>
                  <a:lnTo>
                    <a:pt x="188578" y="36637"/>
                  </a:lnTo>
                  <a:lnTo>
                    <a:pt x="189204" y="36232"/>
                  </a:lnTo>
                  <a:lnTo>
                    <a:pt x="189831" y="35869"/>
                  </a:lnTo>
                  <a:lnTo>
                    <a:pt x="190458" y="35540"/>
                  </a:lnTo>
                  <a:lnTo>
                    <a:pt x="191084" y="35247"/>
                  </a:lnTo>
                  <a:lnTo>
                    <a:pt x="191711" y="34972"/>
                  </a:lnTo>
                  <a:lnTo>
                    <a:pt x="192337" y="34717"/>
                  </a:lnTo>
                  <a:lnTo>
                    <a:pt x="192964" y="34462"/>
                  </a:lnTo>
                  <a:lnTo>
                    <a:pt x="193590" y="34212"/>
                  </a:lnTo>
                  <a:lnTo>
                    <a:pt x="194217" y="33973"/>
                  </a:lnTo>
                  <a:lnTo>
                    <a:pt x="194843" y="33748"/>
                  </a:lnTo>
                  <a:lnTo>
                    <a:pt x="195470" y="33550"/>
                  </a:lnTo>
                  <a:lnTo>
                    <a:pt x="196097" y="33384"/>
                  </a:lnTo>
                  <a:lnTo>
                    <a:pt x="196723" y="33232"/>
                  </a:lnTo>
                  <a:lnTo>
                    <a:pt x="197350" y="33092"/>
                  </a:lnTo>
                  <a:lnTo>
                    <a:pt x="197976" y="32940"/>
                  </a:lnTo>
                  <a:lnTo>
                    <a:pt x="198603" y="32740"/>
                  </a:lnTo>
                  <a:lnTo>
                    <a:pt x="199229" y="32469"/>
                  </a:lnTo>
                  <a:lnTo>
                    <a:pt x="199856" y="32142"/>
                  </a:lnTo>
                  <a:lnTo>
                    <a:pt x="200482" y="31786"/>
                  </a:lnTo>
                  <a:lnTo>
                    <a:pt x="201109" y="31394"/>
                  </a:lnTo>
                  <a:lnTo>
                    <a:pt x="201736" y="31003"/>
                  </a:lnTo>
                  <a:lnTo>
                    <a:pt x="202362" y="30611"/>
                  </a:lnTo>
                  <a:lnTo>
                    <a:pt x="202989" y="30195"/>
                  </a:lnTo>
                  <a:lnTo>
                    <a:pt x="203615" y="29750"/>
                  </a:lnTo>
                  <a:lnTo>
                    <a:pt x="204242" y="29282"/>
                  </a:lnTo>
                  <a:lnTo>
                    <a:pt x="204868" y="28792"/>
                  </a:lnTo>
                  <a:lnTo>
                    <a:pt x="205495" y="28285"/>
                  </a:lnTo>
                  <a:lnTo>
                    <a:pt x="206121" y="27765"/>
                  </a:lnTo>
                  <a:lnTo>
                    <a:pt x="206748" y="27237"/>
                  </a:lnTo>
                  <a:lnTo>
                    <a:pt x="207375" y="26730"/>
                  </a:lnTo>
                  <a:lnTo>
                    <a:pt x="208001" y="26261"/>
                  </a:lnTo>
                  <a:lnTo>
                    <a:pt x="208628" y="25840"/>
                  </a:lnTo>
                  <a:lnTo>
                    <a:pt x="209254" y="25470"/>
                  </a:lnTo>
                  <a:lnTo>
                    <a:pt x="209881" y="25139"/>
                  </a:lnTo>
                  <a:lnTo>
                    <a:pt x="210507" y="24845"/>
                  </a:lnTo>
                  <a:lnTo>
                    <a:pt x="211134" y="24576"/>
                  </a:lnTo>
                  <a:lnTo>
                    <a:pt x="211760" y="24349"/>
                  </a:lnTo>
                  <a:lnTo>
                    <a:pt x="212387" y="24198"/>
                  </a:lnTo>
                  <a:lnTo>
                    <a:pt x="213014" y="24158"/>
                  </a:lnTo>
                  <a:lnTo>
                    <a:pt x="213640" y="24219"/>
                  </a:lnTo>
                  <a:lnTo>
                    <a:pt x="214267" y="24392"/>
                  </a:lnTo>
                  <a:lnTo>
                    <a:pt x="214893" y="24680"/>
                  </a:lnTo>
                  <a:lnTo>
                    <a:pt x="215520" y="25088"/>
                  </a:lnTo>
                  <a:lnTo>
                    <a:pt x="216146" y="25604"/>
                  </a:lnTo>
                  <a:lnTo>
                    <a:pt x="216773" y="26225"/>
                  </a:lnTo>
                  <a:lnTo>
                    <a:pt x="217399" y="26963"/>
                  </a:lnTo>
                  <a:lnTo>
                    <a:pt x="218026" y="27824"/>
                  </a:lnTo>
                  <a:lnTo>
                    <a:pt x="218653" y="28804"/>
                  </a:lnTo>
                  <a:lnTo>
                    <a:pt x="219279" y="29908"/>
                  </a:lnTo>
                  <a:lnTo>
                    <a:pt x="219906" y="31134"/>
                  </a:lnTo>
                  <a:lnTo>
                    <a:pt x="220532" y="32481"/>
                  </a:lnTo>
                  <a:lnTo>
                    <a:pt x="221159" y="33935"/>
                  </a:lnTo>
                  <a:lnTo>
                    <a:pt x="221785" y="35503"/>
                  </a:lnTo>
                  <a:lnTo>
                    <a:pt x="222412" y="37154"/>
                  </a:lnTo>
                  <a:lnTo>
                    <a:pt x="223038" y="38887"/>
                  </a:lnTo>
                  <a:lnTo>
                    <a:pt x="223665" y="40668"/>
                  </a:lnTo>
                  <a:lnTo>
                    <a:pt x="224292" y="42499"/>
                  </a:lnTo>
                  <a:lnTo>
                    <a:pt x="224918" y="44373"/>
                  </a:lnTo>
                  <a:lnTo>
                    <a:pt x="225545" y="46286"/>
                  </a:lnTo>
                  <a:lnTo>
                    <a:pt x="226171" y="48239"/>
                  </a:lnTo>
                  <a:lnTo>
                    <a:pt x="226798" y="50228"/>
                  </a:lnTo>
                  <a:lnTo>
                    <a:pt x="227424" y="52251"/>
                  </a:lnTo>
                  <a:lnTo>
                    <a:pt x="228051" y="54311"/>
                  </a:lnTo>
                  <a:lnTo>
                    <a:pt x="228677" y="56399"/>
                  </a:lnTo>
                  <a:lnTo>
                    <a:pt x="229304" y="58517"/>
                  </a:lnTo>
                  <a:lnTo>
                    <a:pt x="229931" y="60658"/>
                  </a:lnTo>
                  <a:lnTo>
                    <a:pt x="230557" y="62824"/>
                  </a:lnTo>
                  <a:lnTo>
                    <a:pt x="231184" y="65011"/>
                  </a:lnTo>
                  <a:lnTo>
                    <a:pt x="231810" y="67207"/>
                  </a:lnTo>
                  <a:lnTo>
                    <a:pt x="232437" y="69393"/>
                  </a:lnTo>
                  <a:lnTo>
                    <a:pt x="233063" y="71567"/>
                  </a:lnTo>
                  <a:lnTo>
                    <a:pt x="233690" y="73701"/>
                  </a:lnTo>
                  <a:lnTo>
                    <a:pt x="234316" y="75799"/>
                  </a:lnTo>
                  <a:lnTo>
                    <a:pt x="234943" y="77868"/>
                  </a:lnTo>
                  <a:lnTo>
                    <a:pt x="235570" y="79913"/>
                  </a:lnTo>
                  <a:lnTo>
                    <a:pt x="236196" y="81932"/>
                  </a:lnTo>
                  <a:lnTo>
                    <a:pt x="236823" y="83919"/>
                  </a:lnTo>
                  <a:lnTo>
                    <a:pt x="237449" y="85873"/>
                  </a:lnTo>
                  <a:lnTo>
                    <a:pt x="238076" y="87794"/>
                  </a:lnTo>
                  <a:lnTo>
                    <a:pt x="238702" y="89662"/>
                  </a:lnTo>
                  <a:lnTo>
                    <a:pt x="239329" y="91456"/>
                  </a:lnTo>
                  <a:lnTo>
                    <a:pt x="239955" y="93172"/>
                  </a:lnTo>
                  <a:lnTo>
                    <a:pt x="240582" y="94787"/>
                  </a:lnTo>
                  <a:lnTo>
                    <a:pt x="241209" y="96307"/>
                  </a:lnTo>
                  <a:lnTo>
                    <a:pt x="241835" y="97748"/>
                  </a:lnTo>
                  <a:lnTo>
                    <a:pt x="242462" y="99118"/>
                  </a:lnTo>
                  <a:lnTo>
                    <a:pt x="243088" y="100411"/>
                  </a:lnTo>
                  <a:lnTo>
                    <a:pt x="243715" y="101610"/>
                  </a:lnTo>
                  <a:lnTo>
                    <a:pt x="244341" y="102695"/>
                  </a:lnTo>
                  <a:lnTo>
                    <a:pt x="244968" y="103617"/>
                  </a:lnTo>
                  <a:lnTo>
                    <a:pt x="245594" y="104362"/>
                  </a:lnTo>
                  <a:lnTo>
                    <a:pt x="246221" y="104918"/>
                  </a:lnTo>
                  <a:lnTo>
                    <a:pt x="246848" y="105283"/>
                  </a:lnTo>
                  <a:lnTo>
                    <a:pt x="247474" y="105462"/>
                  </a:lnTo>
                  <a:lnTo>
                    <a:pt x="248101" y="105474"/>
                  </a:lnTo>
                  <a:lnTo>
                    <a:pt x="248727" y="105330"/>
                  </a:lnTo>
                  <a:lnTo>
                    <a:pt x="249354" y="105040"/>
                  </a:lnTo>
                  <a:lnTo>
                    <a:pt x="249980" y="104619"/>
                  </a:lnTo>
                  <a:lnTo>
                    <a:pt x="250607" y="104066"/>
                  </a:lnTo>
                  <a:lnTo>
                    <a:pt x="251233" y="103377"/>
                  </a:lnTo>
                  <a:lnTo>
                    <a:pt x="251860" y="102536"/>
                  </a:lnTo>
                  <a:lnTo>
                    <a:pt x="252487" y="101555"/>
                  </a:lnTo>
                  <a:lnTo>
                    <a:pt x="253113" y="100446"/>
                  </a:lnTo>
                  <a:lnTo>
                    <a:pt x="253740" y="99218"/>
                  </a:lnTo>
                  <a:lnTo>
                    <a:pt x="254366" y="97927"/>
                  </a:lnTo>
                  <a:lnTo>
                    <a:pt x="254993" y="96582"/>
                  </a:lnTo>
                  <a:lnTo>
                    <a:pt x="255619" y="95213"/>
                  </a:lnTo>
                  <a:lnTo>
                    <a:pt x="256246" y="93818"/>
                  </a:lnTo>
                  <a:lnTo>
                    <a:pt x="256872" y="92391"/>
                  </a:lnTo>
                  <a:lnTo>
                    <a:pt x="257499" y="90932"/>
                  </a:lnTo>
                  <a:lnTo>
                    <a:pt x="258126" y="89438"/>
                  </a:lnTo>
                  <a:lnTo>
                    <a:pt x="258752" y="87900"/>
                  </a:lnTo>
                  <a:lnTo>
                    <a:pt x="259379" y="86314"/>
                  </a:lnTo>
                  <a:lnTo>
                    <a:pt x="260005" y="84678"/>
                  </a:lnTo>
                  <a:lnTo>
                    <a:pt x="260632" y="82992"/>
                  </a:lnTo>
                  <a:lnTo>
                    <a:pt x="261258" y="81274"/>
                  </a:lnTo>
                  <a:lnTo>
                    <a:pt x="261885" y="79538"/>
                  </a:lnTo>
                  <a:lnTo>
                    <a:pt x="262511" y="77783"/>
                  </a:lnTo>
                  <a:lnTo>
                    <a:pt x="263138" y="76014"/>
                  </a:lnTo>
                  <a:lnTo>
                    <a:pt x="263765" y="74231"/>
                  </a:lnTo>
                  <a:lnTo>
                    <a:pt x="264391" y="72435"/>
                  </a:lnTo>
                  <a:lnTo>
                    <a:pt x="265018" y="70628"/>
                  </a:lnTo>
                  <a:lnTo>
                    <a:pt x="265644" y="68813"/>
                  </a:lnTo>
                  <a:lnTo>
                    <a:pt x="266271" y="66987"/>
                  </a:lnTo>
                  <a:lnTo>
                    <a:pt x="266897" y="65148"/>
                  </a:lnTo>
                  <a:lnTo>
                    <a:pt x="267524" y="63290"/>
                  </a:lnTo>
                  <a:lnTo>
                    <a:pt x="268150" y="61416"/>
                  </a:lnTo>
                  <a:lnTo>
                    <a:pt x="268777" y="59532"/>
                  </a:lnTo>
                  <a:lnTo>
                    <a:pt x="269404" y="57642"/>
                  </a:lnTo>
                  <a:lnTo>
                    <a:pt x="270030" y="55730"/>
                  </a:lnTo>
                  <a:lnTo>
                    <a:pt x="270657" y="53805"/>
                  </a:lnTo>
                  <a:lnTo>
                    <a:pt x="271283" y="51879"/>
                  </a:lnTo>
                  <a:lnTo>
                    <a:pt x="271910" y="49947"/>
                  </a:lnTo>
                  <a:lnTo>
                    <a:pt x="272536" y="48025"/>
                  </a:lnTo>
                  <a:lnTo>
                    <a:pt x="273163" y="46112"/>
                  </a:lnTo>
                  <a:lnTo>
                    <a:pt x="273789" y="44207"/>
                  </a:lnTo>
                  <a:lnTo>
                    <a:pt x="274416" y="42317"/>
                  </a:lnTo>
                  <a:lnTo>
                    <a:pt x="275043" y="40460"/>
                  </a:lnTo>
                  <a:lnTo>
                    <a:pt x="275669" y="38639"/>
                  </a:lnTo>
                  <a:lnTo>
                    <a:pt x="276296" y="36872"/>
                  </a:lnTo>
                  <a:lnTo>
                    <a:pt x="276922" y="35194"/>
                  </a:lnTo>
                  <a:lnTo>
                    <a:pt x="277549" y="33615"/>
                  </a:lnTo>
                  <a:lnTo>
                    <a:pt x="278175" y="32134"/>
                  </a:lnTo>
                  <a:lnTo>
                    <a:pt x="278802" y="30751"/>
                  </a:lnTo>
                  <a:lnTo>
                    <a:pt x="279428" y="29473"/>
                  </a:lnTo>
                  <a:lnTo>
                    <a:pt x="280055" y="28295"/>
                  </a:lnTo>
                  <a:lnTo>
                    <a:pt x="280682" y="27210"/>
                  </a:lnTo>
                  <a:lnTo>
                    <a:pt x="281308" y="26223"/>
                  </a:lnTo>
                  <a:lnTo>
                    <a:pt x="281935" y="25323"/>
                  </a:lnTo>
                  <a:lnTo>
                    <a:pt x="282561" y="24504"/>
                  </a:lnTo>
                  <a:lnTo>
                    <a:pt x="283188" y="23760"/>
                  </a:lnTo>
                  <a:lnTo>
                    <a:pt x="283814" y="23098"/>
                  </a:lnTo>
                  <a:lnTo>
                    <a:pt x="284441" y="22506"/>
                  </a:lnTo>
                  <a:lnTo>
                    <a:pt x="285067" y="21981"/>
                  </a:lnTo>
                  <a:lnTo>
                    <a:pt x="285694" y="21509"/>
                  </a:lnTo>
                  <a:lnTo>
                    <a:pt x="286321" y="21058"/>
                  </a:lnTo>
                  <a:lnTo>
                    <a:pt x="286947" y="20622"/>
                  </a:lnTo>
                  <a:lnTo>
                    <a:pt x="287574" y="20191"/>
                  </a:lnTo>
                  <a:lnTo>
                    <a:pt x="288200" y="19762"/>
                  </a:lnTo>
                  <a:lnTo>
                    <a:pt x="288827" y="19339"/>
                  </a:lnTo>
                  <a:lnTo>
                    <a:pt x="289453" y="18920"/>
                  </a:lnTo>
                  <a:lnTo>
                    <a:pt x="290080" y="18509"/>
                  </a:lnTo>
                  <a:lnTo>
                    <a:pt x="290706" y="18107"/>
                  </a:lnTo>
                  <a:lnTo>
                    <a:pt x="291333" y="17719"/>
                  </a:lnTo>
                  <a:lnTo>
                    <a:pt x="291960" y="17350"/>
                  </a:lnTo>
                  <a:lnTo>
                    <a:pt x="292586" y="16985"/>
                  </a:lnTo>
                  <a:lnTo>
                    <a:pt x="293213" y="16600"/>
                  </a:lnTo>
                  <a:lnTo>
                    <a:pt x="293839" y="16180"/>
                  </a:lnTo>
                  <a:lnTo>
                    <a:pt x="294466" y="15730"/>
                  </a:lnTo>
                  <a:lnTo>
                    <a:pt x="295092" y="15245"/>
                  </a:lnTo>
                  <a:lnTo>
                    <a:pt x="295719" y="14726"/>
                  </a:lnTo>
                  <a:lnTo>
                    <a:pt x="296345" y="14170"/>
                  </a:lnTo>
                  <a:lnTo>
                    <a:pt x="296972" y="13573"/>
                  </a:lnTo>
                  <a:lnTo>
                    <a:pt x="297599" y="12940"/>
                  </a:lnTo>
                  <a:lnTo>
                    <a:pt x="298225" y="12259"/>
                  </a:lnTo>
                  <a:lnTo>
                    <a:pt x="298852" y="11538"/>
                  </a:lnTo>
                  <a:lnTo>
                    <a:pt x="299478" y="10787"/>
                  </a:lnTo>
                  <a:lnTo>
                    <a:pt x="300105" y="9991"/>
                  </a:lnTo>
                  <a:lnTo>
                    <a:pt x="300731" y="9136"/>
                  </a:lnTo>
                  <a:lnTo>
                    <a:pt x="301358" y="8238"/>
                  </a:lnTo>
                  <a:lnTo>
                    <a:pt x="301984" y="7323"/>
                  </a:lnTo>
                  <a:lnTo>
                    <a:pt x="302611" y="6404"/>
                  </a:lnTo>
                  <a:lnTo>
                    <a:pt x="303238" y="5502"/>
                  </a:lnTo>
                  <a:lnTo>
                    <a:pt x="303864" y="4622"/>
                  </a:lnTo>
                  <a:lnTo>
                    <a:pt x="304491" y="3782"/>
                  </a:lnTo>
                  <a:lnTo>
                    <a:pt x="305117" y="2982"/>
                  </a:lnTo>
                  <a:lnTo>
                    <a:pt x="305744" y="2253"/>
                  </a:lnTo>
                  <a:lnTo>
                    <a:pt x="306370" y="1596"/>
                  </a:lnTo>
                  <a:lnTo>
                    <a:pt x="306997" y="1026"/>
                  </a:lnTo>
                  <a:lnTo>
                    <a:pt x="307623" y="574"/>
                  </a:lnTo>
                  <a:lnTo>
                    <a:pt x="308250" y="252"/>
                  </a:lnTo>
                  <a:lnTo>
                    <a:pt x="308877" y="53"/>
                  </a:lnTo>
                  <a:lnTo>
                    <a:pt x="309503" y="0"/>
                  </a:lnTo>
                  <a:lnTo>
                    <a:pt x="310130" y="100"/>
                  </a:lnTo>
                  <a:lnTo>
                    <a:pt x="310756" y="355"/>
                  </a:lnTo>
                  <a:lnTo>
                    <a:pt x="311383" y="745"/>
                  </a:lnTo>
                  <a:lnTo>
                    <a:pt x="312009" y="1262"/>
                  </a:lnTo>
                  <a:lnTo>
                    <a:pt x="312636" y="1890"/>
                  </a:lnTo>
                  <a:lnTo>
                    <a:pt x="313262" y="2601"/>
                  </a:lnTo>
                  <a:lnTo>
                    <a:pt x="313889" y="3387"/>
                  </a:lnTo>
                  <a:lnTo>
                    <a:pt x="314516" y="4265"/>
                  </a:lnTo>
                  <a:lnTo>
                    <a:pt x="315142" y="5234"/>
                  </a:lnTo>
                  <a:lnTo>
                    <a:pt x="315769" y="6289"/>
                  </a:lnTo>
                  <a:lnTo>
                    <a:pt x="316395" y="7422"/>
                  </a:lnTo>
                  <a:lnTo>
                    <a:pt x="317022" y="8610"/>
                  </a:lnTo>
                  <a:lnTo>
                    <a:pt x="317648" y="9838"/>
                  </a:lnTo>
                  <a:lnTo>
                    <a:pt x="318275" y="11110"/>
                  </a:lnTo>
                  <a:lnTo>
                    <a:pt x="318901" y="12415"/>
                  </a:lnTo>
                  <a:lnTo>
                    <a:pt x="319528" y="13764"/>
                  </a:lnTo>
                  <a:lnTo>
                    <a:pt x="320155" y="15151"/>
                  </a:lnTo>
                  <a:lnTo>
                    <a:pt x="320781" y="16579"/>
                  </a:lnTo>
                  <a:lnTo>
                    <a:pt x="321408" y="18063"/>
                  </a:lnTo>
                  <a:lnTo>
                    <a:pt x="322034" y="19605"/>
                  </a:lnTo>
                  <a:lnTo>
                    <a:pt x="322661" y="21209"/>
                  </a:lnTo>
                  <a:lnTo>
                    <a:pt x="323287" y="22880"/>
                  </a:lnTo>
                  <a:lnTo>
                    <a:pt x="323914" y="24595"/>
                  </a:lnTo>
                  <a:lnTo>
                    <a:pt x="324540" y="26356"/>
                  </a:lnTo>
                  <a:lnTo>
                    <a:pt x="325167" y="28174"/>
                  </a:lnTo>
                  <a:lnTo>
                    <a:pt x="325794" y="30041"/>
                  </a:lnTo>
                  <a:lnTo>
                    <a:pt x="326420" y="31950"/>
                  </a:lnTo>
                  <a:lnTo>
                    <a:pt x="327047" y="33899"/>
                  </a:lnTo>
                  <a:lnTo>
                    <a:pt x="327673" y="35886"/>
                  </a:lnTo>
                  <a:lnTo>
                    <a:pt x="328300" y="37914"/>
                  </a:lnTo>
                  <a:lnTo>
                    <a:pt x="328926" y="39987"/>
                  </a:lnTo>
                  <a:lnTo>
                    <a:pt x="329553" y="42101"/>
                  </a:lnTo>
                  <a:lnTo>
                    <a:pt x="330179" y="44264"/>
                  </a:lnTo>
                  <a:lnTo>
                    <a:pt x="330806" y="46463"/>
                  </a:lnTo>
                  <a:lnTo>
                    <a:pt x="331433" y="48688"/>
                  </a:lnTo>
                  <a:lnTo>
                    <a:pt x="332059" y="50953"/>
                  </a:lnTo>
                  <a:lnTo>
                    <a:pt x="332686" y="53285"/>
                  </a:lnTo>
                  <a:lnTo>
                    <a:pt x="333312" y="55663"/>
                  </a:lnTo>
                  <a:lnTo>
                    <a:pt x="333939" y="58073"/>
                  </a:lnTo>
                  <a:lnTo>
                    <a:pt x="334565" y="60512"/>
                  </a:lnTo>
                  <a:lnTo>
                    <a:pt x="335192" y="62965"/>
                  </a:lnTo>
                  <a:lnTo>
                    <a:pt x="335818" y="65442"/>
                  </a:lnTo>
                  <a:lnTo>
                    <a:pt x="336445" y="67935"/>
                  </a:lnTo>
                  <a:lnTo>
                    <a:pt x="337072" y="70437"/>
                  </a:lnTo>
                  <a:lnTo>
                    <a:pt x="337698" y="72918"/>
                  </a:lnTo>
                  <a:lnTo>
                    <a:pt x="338325" y="75371"/>
                  </a:lnTo>
                  <a:lnTo>
                    <a:pt x="338951" y="77781"/>
                  </a:lnTo>
                  <a:lnTo>
                    <a:pt x="339578" y="80114"/>
                  </a:lnTo>
                  <a:lnTo>
                    <a:pt x="340204" y="82368"/>
                  </a:lnTo>
                  <a:lnTo>
                    <a:pt x="340831" y="84540"/>
                  </a:lnTo>
                  <a:lnTo>
                    <a:pt x="341457" y="86612"/>
                  </a:lnTo>
                  <a:lnTo>
                    <a:pt x="342084" y="88557"/>
                  </a:lnTo>
                  <a:lnTo>
                    <a:pt x="342711" y="90375"/>
                  </a:lnTo>
                  <a:lnTo>
                    <a:pt x="343337" y="92072"/>
                  </a:lnTo>
                  <a:lnTo>
                    <a:pt x="343964" y="93636"/>
                  </a:lnTo>
                  <a:lnTo>
                    <a:pt x="344590" y="95083"/>
                  </a:lnTo>
                  <a:lnTo>
                    <a:pt x="345217" y="96418"/>
                  </a:lnTo>
                  <a:lnTo>
                    <a:pt x="345843" y="97628"/>
                  </a:lnTo>
                  <a:lnTo>
                    <a:pt x="346470" y="98698"/>
                  </a:lnTo>
                  <a:lnTo>
                    <a:pt x="347096" y="99614"/>
                  </a:lnTo>
                  <a:lnTo>
                    <a:pt x="347723" y="100386"/>
                  </a:lnTo>
                  <a:lnTo>
                    <a:pt x="348350" y="101034"/>
                  </a:lnTo>
                  <a:lnTo>
                    <a:pt x="348976" y="101583"/>
                  </a:lnTo>
                  <a:lnTo>
                    <a:pt x="349603" y="102039"/>
                  </a:lnTo>
                  <a:lnTo>
                    <a:pt x="350229" y="102412"/>
                  </a:lnTo>
                  <a:lnTo>
                    <a:pt x="350856" y="102708"/>
                  </a:lnTo>
                  <a:lnTo>
                    <a:pt x="351482" y="102921"/>
                  </a:lnTo>
                  <a:lnTo>
                    <a:pt x="352109" y="103063"/>
                  </a:lnTo>
                  <a:lnTo>
                    <a:pt x="352735" y="103131"/>
                  </a:lnTo>
                  <a:lnTo>
                    <a:pt x="353362" y="103118"/>
                  </a:lnTo>
                  <a:lnTo>
                    <a:pt x="353989" y="103020"/>
                  </a:lnTo>
                  <a:lnTo>
                    <a:pt x="354615" y="102835"/>
                  </a:lnTo>
                  <a:lnTo>
                    <a:pt x="355242" y="102602"/>
                  </a:lnTo>
                  <a:lnTo>
                    <a:pt x="355868" y="102350"/>
                  </a:lnTo>
                  <a:lnTo>
                    <a:pt x="356495" y="102125"/>
                  </a:lnTo>
                  <a:lnTo>
                    <a:pt x="357121" y="101925"/>
                  </a:lnTo>
                  <a:lnTo>
                    <a:pt x="357748" y="101757"/>
                  </a:lnTo>
                  <a:lnTo>
                    <a:pt x="358374" y="101624"/>
                  </a:lnTo>
                  <a:lnTo>
                    <a:pt x="359001" y="101529"/>
                  </a:lnTo>
                  <a:lnTo>
                    <a:pt x="359628" y="101473"/>
                  </a:lnTo>
                  <a:lnTo>
                    <a:pt x="360254" y="101449"/>
                  </a:lnTo>
                  <a:lnTo>
                    <a:pt x="360881" y="101461"/>
                  </a:lnTo>
                  <a:lnTo>
                    <a:pt x="361507" y="101509"/>
                  </a:lnTo>
                  <a:lnTo>
                    <a:pt x="362134" y="101586"/>
                  </a:lnTo>
                  <a:lnTo>
                    <a:pt x="362760" y="101702"/>
                  </a:lnTo>
                  <a:lnTo>
                    <a:pt x="363387" y="101870"/>
                  </a:lnTo>
                  <a:lnTo>
                    <a:pt x="364013" y="102072"/>
                  </a:lnTo>
                  <a:lnTo>
                    <a:pt x="364640" y="102280"/>
                  </a:lnTo>
                  <a:lnTo>
                    <a:pt x="365267" y="102483"/>
                  </a:lnTo>
                  <a:lnTo>
                    <a:pt x="365893" y="102678"/>
                  </a:lnTo>
                  <a:lnTo>
                    <a:pt x="366520" y="102859"/>
                  </a:lnTo>
                  <a:lnTo>
                    <a:pt x="367146" y="103004"/>
                  </a:lnTo>
                  <a:lnTo>
                    <a:pt x="367773" y="103112"/>
                  </a:lnTo>
                  <a:lnTo>
                    <a:pt x="368399" y="103183"/>
                  </a:lnTo>
                  <a:lnTo>
                    <a:pt x="369026" y="103223"/>
                  </a:lnTo>
                  <a:lnTo>
                    <a:pt x="369652" y="103233"/>
                  </a:lnTo>
                  <a:lnTo>
                    <a:pt x="370279" y="103215"/>
                  </a:lnTo>
                  <a:lnTo>
                    <a:pt x="370906" y="103166"/>
                  </a:lnTo>
                  <a:lnTo>
                    <a:pt x="371532" y="103093"/>
                  </a:lnTo>
                  <a:lnTo>
                    <a:pt x="372159" y="102966"/>
                  </a:lnTo>
                  <a:lnTo>
                    <a:pt x="372785" y="102775"/>
                  </a:lnTo>
                  <a:lnTo>
                    <a:pt x="373412" y="102518"/>
                  </a:lnTo>
                  <a:lnTo>
                    <a:pt x="374038" y="102214"/>
                  </a:lnTo>
                  <a:lnTo>
                    <a:pt x="374665" y="101863"/>
                  </a:lnTo>
                  <a:lnTo>
                    <a:pt x="375291" y="101461"/>
                  </a:lnTo>
                  <a:lnTo>
                    <a:pt x="375918" y="101036"/>
                  </a:lnTo>
                  <a:lnTo>
                    <a:pt x="376544" y="100595"/>
                  </a:lnTo>
                  <a:lnTo>
                    <a:pt x="377171" y="100134"/>
                  </a:lnTo>
                  <a:lnTo>
                    <a:pt x="377798" y="99672"/>
                  </a:lnTo>
                  <a:lnTo>
                    <a:pt x="378424" y="99210"/>
                  </a:lnTo>
                  <a:lnTo>
                    <a:pt x="379051" y="98769"/>
                  </a:lnTo>
                  <a:lnTo>
                    <a:pt x="379677" y="98341"/>
                  </a:lnTo>
                  <a:lnTo>
                    <a:pt x="380304" y="97926"/>
                  </a:lnTo>
                  <a:lnTo>
                    <a:pt x="380930" y="97519"/>
                  </a:lnTo>
                  <a:lnTo>
                    <a:pt x="381557" y="97138"/>
                  </a:lnTo>
                  <a:lnTo>
                    <a:pt x="382183" y="96776"/>
                  </a:lnTo>
                  <a:lnTo>
                    <a:pt x="382810" y="96444"/>
                  </a:lnTo>
                  <a:lnTo>
                    <a:pt x="383437" y="96144"/>
                  </a:lnTo>
                  <a:lnTo>
                    <a:pt x="384063" y="95876"/>
                  </a:lnTo>
                  <a:lnTo>
                    <a:pt x="384690" y="95641"/>
                  </a:lnTo>
                  <a:lnTo>
                    <a:pt x="385316" y="95442"/>
                  </a:lnTo>
                  <a:lnTo>
                    <a:pt x="385943" y="95275"/>
                  </a:lnTo>
                  <a:lnTo>
                    <a:pt x="386569" y="95130"/>
                  </a:lnTo>
                  <a:lnTo>
                    <a:pt x="387196" y="94956"/>
                  </a:lnTo>
                  <a:lnTo>
                    <a:pt x="387822" y="94743"/>
                  </a:lnTo>
                  <a:lnTo>
                    <a:pt x="388449" y="94474"/>
                  </a:lnTo>
                  <a:lnTo>
                    <a:pt x="389076" y="94157"/>
                  </a:lnTo>
                  <a:lnTo>
                    <a:pt x="389702" y="93794"/>
                  </a:lnTo>
                  <a:lnTo>
                    <a:pt x="390329" y="93384"/>
                  </a:lnTo>
                  <a:lnTo>
                    <a:pt x="390955" y="92930"/>
                  </a:lnTo>
                  <a:lnTo>
                    <a:pt x="391582" y="92432"/>
                  </a:lnTo>
                  <a:lnTo>
                    <a:pt x="392208" y="91886"/>
                  </a:lnTo>
                  <a:lnTo>
                    <a:pt x="392835" y="91277"/>
                  </a:lnTo>
                  <a:lnTo>
                    <a:pt x="393461" y="90602"/>
                  </a:lnTo>
                  <a:lnTo>
                    <a:pt x="394088" y="89868"/>
                  </a:lnTo>
                  <a:lnTo>
                    <a:pt x="394715" y="89065"/>
                  </a:lnTo>
                  <a:lnTo>
                    <a:pt x="395341" y="88188"/>
                  </a:lnTo>
                  <a:lnTo>
                    <a:pt x="395968" y="87271"/>
                  </a:lnTo>
                  <a:lnTo>
                    <a:pt x="396594" y="86332"/>
                  </a:lnTo>
                  <a:lnTo>
                    <a:pt x="397221" y="85389"/>
                  </a:lnTo>
                  <a:lnTo>
                    <a:pt x="397847" y="84439"/>
                  </a:lnTo>
                  <a:lnTo>
                    <a:pt x="398474" y="83474"/>
                  </a:lnTo>
                  <a:lnTo>
                    <a:pt x="399100" y="82501"/>
                  </a:lnTo>
                  <a:lnTo>
                    <a:pt x="399727" y="81522"/>
                  </a:lnTo>
                  <a:lnTo>
                    <a:pt x="400354" y="80538"/>
                  </a:lnTo>
                  <a:lnTo>
                    <a:pt x="400980" y="79548"/>
                  </a:lnTo>
                  <a:lnTo>
                    <a:pt x="401607" y="78565"/>
                  </a:lnTo>
                  <a:lnTo>
                    <a:pt x="402233" y="77601"/>
                  </a:lnTo>
                  <a:lnTo>
                    <a:pt x="402860" y="76649"/>
                  </a:lnTo>
                  <a:lnTo>
                    <a:pt x="403486" y="75713"/>
                  </a:lnTo>
                  <a:lnTo>
                    <a:pt x="404113" y="74810"/>
                  </a:lnTo>
                  <a:lnTo>
                    <a:pt x="404739" y="73954"/>
                  </a:lnTo>
                  <a:lnTo>
                    <a:pt x="405366" y="73143"/>
                  </a:lnTo>
                  <a:lnTo>
                    <a:pt x="405993" y="72373"/>
                  </a:lnTo>
                  <a:lnTo>
                    <a:pt x="406619" y="71641"/>
                  </a:lnTo>
                  <a:lnTo>
                    <a:pt x="407246" y="70942"/>
                  </a:lnTo>
                  <a:lnTo>
                    <a:pt x="407872" y="70280"/>
                  </a:lnTo>
                  <a:lnTo>
                    <a:pt x="408499" y="69679"/>
                  </a:lnTo>
                  <a:lnTo>
                    <a:pt x="409125" y="69129"/>
                  </a:lnTo>
                  <a:lnTo>
                    <a:pt x="409752" y="68647"/>
                  </a:lnTo>
                  <a:lnTo>
                    <a:pt x="410378" y="68234"/>
                  </a:lnTo>
                  <a:lnTo>
                    <a:pt x="411005" y="67889"/>
                  </a:lnTo>
                  <a:lnTo>
                    <a:pt x="411632" y="67623"/>
                  </a:lnTo>
                  <a:lnTo>
                    <a:pt x="412258" y="67435"/>
                  </a:lnTo>
                  <a:lnTo>
                    <a:pt x="412885" y="67326"/>
                  </a:lnTo>
                  <a:lnTo>
                    <a:pt x="413511" y="67293"/>
                  </a:lnTo>
                  <a:lnTo>
                    <a:pt x="414138" y="67338"/>
                  </a:lnTo>
                  <a:lnTo>
                    <a:pt x="414764" y="67459"/>
                  </a:lnTo>
                  <a:lnTo>
                    <a:pt x="415391" y="67649"/>
                  </a:lnTo>
                  <a:lnTo>
                    <a:pt x="416017" y="67891"/>
                  </a:lnTo>
                  <a:lnTo>
                    <a:pt x="416644" y="68192"/>
                  </a:lnTo>
                  <a:lnTo>
                    <a:pt x="417271" y="68540"/>
                  </a:lnTo>
                  <a:lnTo>
                    <a:pt x="417897" y="68914"/>
                  </a:lnTo>
                  <a:lnTo>
                    <a:pt x="418524" y="69341"/>
                  </a:lnTo>
                  <a:lnTo>
                    <a:pt x="419150" y="69805"/>
                  </a:lnTo>
                  <a:lnTo>
                    <a:pt x="419777" y="70304"/>
                  </a:lnTo>
                  <a:lnTo>
                    <a:pt x="420403" y="70817"/>
                  </a:lnTo>
                  <a:lnTo>
                    <a:pt x="421030" y="71332"/>
                  </a:lnTo>
                  <a:lnTo>
                    <a:pt x="421656" y="71849"/>
                  </a:lnTo>
                  <a:lnTo>
                    <a:pt x="422283" y="72374"/>
                  </a:lnTo>
                  <a:lnTo>
                    <a:pt x="422910" y="72904"/>
                  </a:lnTo>
                  <a:lnTo>
                    <a:pt x="423536" y="73440"/>
                  </a:lnTo>
                  <a:lnTo>
                    <a:pt x="424163" y="73980"/>
                  </a:lnTo>
                  <a:lnTo>
                    <a:pt x="424789" y="74545"/>
                  </a:lnTo>
                  <a:lnTo>
                    <a:pt x="425416" y="75161"/>
                  </a:lnTo>
                  <a:lnTo>
                    <a:pt x="426042" y="75822"/>
                  </a:lnTo>
                  <a:lnTo>
                    <a:pt x="426669" y="76536"/>
                  </a:lnTo>
                  <a:lnTo>
                    <a:pt x="427295" y="77298"/>
                  </a:lnTo>
                  <a:lnTo>
                    <a:pt x="427922" y="78094"/>
                  </a:lnTo>
                  <a:lnTo>
                    <a:pt x="428549" y="78926"/>
                  </a:lnTo>
                  <a:lnTo>
                    <a:pt x="429175" y="79789"/>
                  </a:lnTo>
                  <a:lnTo>
                    <a:pt x="429802" y="80689"/>
                  </a:lnTo>
                  <a:lnTo>
                    <a:pt x="430428" y="81629"/>
                  </a:lnTo>
                  <a:lnTo>
                    <a:pt x="431055" y="82609"/>
                  </a:lnTo>
                  <a:lnTo>
                    <a:pt x="431681" y="83624"/>
                  </a:lnTo>
                  <a:lnTo>
                    <a:pt x="432308" y="84662"/>
                  </a:lnTo>
                  <a:lnTo>
                    <a:pt x="432934" y="85716"/>
                  </a:lnTo>
                  <a:lnTo>
                    <a:pt x="433561" y="86777"/>
                  </a:lnTo>
                  <a:lnTo>
                    <a:pt x="434188" y="87830"/>
                  </a:lnTo>
                  <a:lnTo>
                    <a:pt x="434814" y="88884"/>
                  </a:lnTo>
                  <a:lnTo>
                    <a:pt x="435441" y="89935"/>
                  </a:lnTo>
                  <a:lnTo>
                    <a:pt x="436067" y="90984"/>
                  </a:lnTo>
                  <a:lnTo>
                    <a:pt x="436694" y="92032"/>
                  </a:lnTo>
                  <a:lnTo>
                    <a:pt x="437320" y="93075"/>
                  </a:lnTo>
                  <a:lnTo>
                    <a:pt x="437947" y="94122"/>
                  </a:lnTo>
                  <a:lnTo>
                    <a:pt x="438573" y="95174"/>
                  </a:lnTo>
                  <a:lnTo>
                    <a:pt x="439200" y="96242"/>
                  </a:lnTo>
                  <a:lnTo>
                    <a:pt x="439827" y="97296"/>
                  </a:lnTo>
                  <a:lnTo>
                    <a:pt x="440453" y="98301"/>
                  </a:lnTo>
                  <a:lnTo>
                    <a:pt x="441080" y="99276"/>
                  </a:lnTo>
                  <a:lnTo>
                    <a:pt x="441706" y="100205"/>
                  </a:lnTo>
                  <a:lnTo>
                    <a:pt x="442333" y="101092"/>
                  </a:lnTo>
                  <a:lnTo>
                    <a:pt x="442959" y="101937"/>
                  </a:lnTo>
                  <a:lnTo>
                    <a:pt x="443586" y="102734"/>
                  </a:lnTo>
                  <a:lnTo>
                    <a:pt x="444212" y="103473"/>
                  </a:lnTo>
                  <a:lnTo>
                    <a:pt x="444839" y="104135"/>
                  </a:lnTo>
                  <a:lnTo>
                    <a:pt x="445466" y="104723"/>
                  </a:lnTo>
                  <a:lnTo>
                    <a:pt x="446092" y="105230"/>
                  </a:lnTo>
                  <a:lnTo>
                    <a:pt x="446719" y="105649"/>
                  </a:lnTo>
                  <a:lnTo>
                    <a:pt x="447345" y="105986"/>
                  </a:lnTo>
                  <a:lnTo>
                    <a:pt x="447972" y="106256"/>
                  </a:lnTo>
                  <a:lnTo>
                    <a:pt x="448598" y="106443"/>
                  </a:lnTo>
                  <a:lnTo>
                    <a:pt x="449225" y="106590"/>
                  </a:lnTo>
                  <a:lnTo>
                    <a:pt x="449851" y="106737"/>
                  </a:lnTo>
                  <a:lnTo>
                    <a:pt x="450478" y="106875"/>
                  </a:lnTo>
                  <a:lnTo>
                    <a:pt x="451105" y="107011"/>
                  </a:lnTo>
                  <a:lnTo>
                    <a:pt x="451731" y="107143"/>
                  </a:lnTo>
                  <a:lnTo>
                    <a:pt x="452358" y="107286"/>
                  </a:lnTo>
                  <a:lnTo>
                    <a:pt x="452984" y="107445"/>
                  </a:lnTo>
                  <a:lnTo>
                    <a:pt x="453611" y="107624"/>
                  </a:lnTo>
                  <a:lnTo>
                    <a:pt x="454237" y="107834"/>
                  </a:lnTo>
                  <a:lnTo>
                    <a:pt x="454864" y="108089"/>
                  </a:lnTo>
                  <a:lnTo>
                    <a:pt x="455490" y="108397"/>
                  </a:lnTo>
                  <a:lnTo>
                    <a:pt x="456117" y="108776"/>
                  </a:lnTo>
                  <a:lnTo>
                    <a:pt x="456744" y="109212"/>
                  </a:lnTo>
                  <a:lnTo>
                    <a:pt x="457370" y="109685"/>
                  </a:lnTo>
                  <a:lnTo>
                    <a:pt x="457997" y="110190"/>
                  </a:lnTo>
                  <a:lnTo>
                    <a:pt x="458623" y="110714"/>
                  </a:lnTo>
                  <a:lnTo>
                    <a:pt x="459250" y="111242"/>
                  </a:lnTo>
                  <a:lnTo>
                    <a:pt x="459876" y="111768"/>
                  </a:lnTo>
                  <a:lnTo>
                    <a:pt x="460503" y="112296"/>
                  </a:lnTo>
                  <a:lnTo>
                    <a:pt x="461129" y="112821"/>
                  </a:lnTo>
                  <a:lnTo>
                    <a:pt x="461756" y="113351"/>
                  </a:lnTo>
                  <a:lnTo>
                    <a:pt x="462383" y="113878"/>
                  </a:lnTo>
                  <a:lnTo>
                    <a:pt x="463009" y="114401"/>
                  </a:lnTo>
                  <a:lnTo>
                    <a:pt x="463636" y="114924"/>
                  </a:lnTo>
                  <a:lnTo>
                    <a:pt x="464262" y="115443"/>
                  </a:lnTo>
                  <a:lnTo>
                    <a:pt x="464889" y="115949"/>
                  </a:lnTo>
                  <a:lnTo>
                    <a:pt x="465515" y="116442"/>
                  </a:lnTo>
                  <a:lnTo>
                    <a:pt x="466142" y="116924"/>
                  </a:lnTo>
                  <a:lnTo>
                    <a:pt x="466768" y="117395"/>
                  </a:lnTo>
                  <a:lnTo>
                    <a:pt x="467395" y="117860"/>
                  </a:lnTo>
                  <a:lnTo>
                    <a:pt x="468022" y="118320"/>
                  </a:lnTo>
                  <a:lnTo>
                    <a:pt x="468648" y="118782"/>
                  </a:lnTo>
                  <a:lnTo>
                    <a:pt x="469275" y="119243"/>
                  </a:lnTo>
                  <a:lnTo>
                    <a:pt x="469901" y="119700"/>
                  </a:lnTo>
                  <a:lnTo>
                    <a:pt x="470528" y="120148"/>
                  </a:lnTo>
                  <a:lnTo>
                    <a:pt x="471154" y="120569"/>
                  </a:lnTo>
                  <a:lnTo>
                    <a:pt x="471781" y="121002"/>
                  </a:lnTo>
                  <a:lnTo>
                    <a:pt x="472407" y="121460"/>
                  </a:lnTo>
                  <a:lnTo>
                    <a:pt x="473034" y="121941"/>
                  </a:lnTo>
                  <a:lnTo>
                    <a:pt x="473661" y="122436"/>
                  </a:lnTo>
                  <a:lnTo>
                    <a:pt x="474287" y="122936"/>
                  </a:lnTo>
                  <a:lnTo>
                    <a:pt x="474914" y="123442"/>
                  </a:lnTo>
                  <a:lnTo>
                    <a:pt x="475540" y="123952"/>
                  </a:lnTo>
                  <a:lnTo>
                    <a:pt x="476167" y="124467"/>
                  </a:lnTo>
                  <a:lnTo>
                    <a:pt x="476793" y="125000"/>
                  </a:lnTo>
                  <a:lnTo>
                    <a:pt x="477420" y="125536"/>
                  </a:lnTo>
                  <a:lnTo>
                    <a:pt x="478046" y="126080"/>
                  </a:lnTo>
                  <a:lnTo>
                    <a:pt x="478673" y="126653"/>
                  </a:lnTo>
                  <a:lnTo>
                    <a:pt x="479300" y="127244"/>
                  </a:lnTo>
                  <a:lnTo>
                    <a:pt x="479926" y="127868"/>
                  </a:lnTo>
                  <a:lnTo>
                    <a:pt x="480553" y="128536"/>
                  </a:lnTo>
                  <a:lnTo>
                    <a:pt x="481179" y="129200"/>
                  </a:lnTo>
                  <a:lnTo>
                    <a:pt x="481806" y="129831"/>
                  </a:lnTo>
                  <a:lnTo>
                    <a:pt x="482432" y="130423"/>
                  </a:lnTo>
                  <a:lnTo>
                    <a:pt x="483059" y="131006"/>
                  </a:lnTo>
                  <a:lnTo>
                    <a:pt x="483685" y="131585"/>
                  </a:lnTo>
                  <a:lnTo>
                    <a:pt x="484312" y="132156"/>
                  </a:lnTo>
                  <a:lnTo>
                    <a:pt x="484939" y="132715"/>
                  </a:lnTo>
                  <a:lnTo>
                    <a:pt x="485565" y="133262"/>
                  </a:lnTo>
                  <a:lnTo>
                    <a:pt x="486192" y="133782"/>
                  </a:lnTo>
                  <a:lnTo>
                    <a:pt x="486818" y="134273"/>
                  </a:lnTo>
                  <a:lnTo>
                    <a:pt x="487445" y="134721"/>
                  </a:lnTo>
                  <a:lnTo>
                    <a:pt x="488071" y="135102"/>
                  </a:lnTo>
                  <a:lnTo>
                    <a:pt x="488698" y="135398"/>
                  </a:lnTo>
                  <a:lnTo>
                    <a:pt x="489324" y="135596"/>
                  </a:lnTo>
                  <a:lnTo>
                    <a:pt x="489951" y="135693"/>
                  </a:lnTo>
                  <a:lnTo>
                    <a:pt x="490578" y="135697"/>
                  </a:lnTo>
                  <a:lnTo>
                    <a:pt x="491204" y="135613"/>
                  </a:lnTo>
                  <a:lnTo>
                    <a:pt x="491831" y="135447"/>
                  </a:lnTo>
                  <a:lnTo>
                    <a:pt x="492457" y="135195"/>
                  </a:lnTo>
                  <a:lnTo>
                    <a:pt x="493084" y="134860"/>
                  </a:lnTo>
                  <a:lnTo>
                    <a:pt x="493710" y="134439"/>
                  </a:lnTo>
                  <a:lnTo>
                    <a:pt x="494337" y="133945"/>
                  </a:lnTo>
                  <a:lnTo>
                    <a:pt x="494963" y="133390"/>
                  </a:lnTo>
                  <a:lnTo>
                    <a:pt x="495590" y="132778"/>
                  </a:lnTo>
                  <a:lnTo>
                    <a:pt x="496217" y="132121"/>
                  </a:lnTo>
                  <a:lnTo>
                    <a:pt x="496843" y="131435"/>
                  </a:lnTo>
                  <a:lnTo>
                    <a:pt x="497470" y="130715"/>
                  </a:lnTo>
                  <a:lnTo>
                    <a:pt x="498096" y="129984"/>
                  </a:lnTo>
                  <a:lnTo>
                    <a:pt x="498723" y="129248"/>
                  </a:lnTo>
                  <a:lnTo>
                    <a:pt x="499349" y="128521"/>
                  </a:lnTo>
                  <a:lnTo>
                    <a:pt x="499976" y="127810"/>
                  </a:lnTo>
                  <a:lnTo>
                    <a:pt x="500602" y="127106"/>
                  </a:lnTo>
                  <a:lnTo>
                    <a:pt x="501229" y="126418"/>
                  </a:lnTo>
                  <a:lnTo>
                    <a:pt x="501856" y="125740"/>
                  </a:lnTo>
                  <a:lnTo>
                    <a:pt x="502482" y="125096"/>
                  </a:lnTo>
                  <a:lnTo>
                    <a:pt x="503109" y="124506"/>
                  </a:lnTo>
                  <a:lnTo>
                    <a:pt x="503735" y="123946"/>
                  </a:lnTo>
                  <a:lnTo>
                    <a:pt x="504362" y="123403"/>
                  </a:lnTo>
                  <a:lnTo>
                    <a:pt x="504988" y="122873"/>
                  </a:lnTo>
                  <a:lnTo>
                    <a:pt x="505615" y="122360"/>
                  </a:lnTo>
                  <a:lnTo>
                    <a:pt x="506241" y="121876"/>
                  </a:lnTo>
                  <a:lnTo>
                    <a:pt x="506868" y="121425"/>
                  </a:lnTo>
                  <a:lnTo>
                    <a:pt x="507495" y="121032"/>
                  </a:lnTo>
                  <a:lnTo>
                    <a:pt x="508121" y="120697"/>
                  </a:lnTo>
                  <a:lnTo>
                    <a:pt x="508748" y="120425"/>
                  </a:lnTo>
                  <a:lnTo>
                    <a:pt x="509374" y="120225"/>
                  </a:lnTo>
                  <a:lnTo>
                    <a:pt x="510001" y="120092"/>
                  </a:lnTo>
                  <a:lnTo>
                    <a:pt x="510627" y="120005"/>
                  </a:lnTo>
                  <a:lnTo>
                    <a:pt x="511254" y="119984"/>
                  </a:lnTo>
                  <a:lnTo>
                    <a:pt x="511880" y="119994"/>
                  </a:lnTo>
                  <a:lnTo>
                    <a:pt x="512507" y="120019"/>
                  </a:lnTo>
                  <a:lnTo>
                    <a:pt x="513134" y="120077"/>
                  </a:lnTo>
                  <a:lnTo>
                    <a:pt x="513760" y="120188"/>
                  </a:lnTo>
                  <a:lnTo>
                    <a:pt x="514387" y="120351"/>
                  </a:lnTo>
                  <a:lnTo>
                    <a:pt x="515013" y="120547"/>
                  </a:lnTo>
                  <a:lnTo>
                    <a:pt x="515640" y="120765"/>
                  </a:lnTo>
                  <a:lnTo>
                    <a:pt x="516266" y="120997"/>
                  </a:lnTo>
                  <a:lnTo>
                    <a:pt x="516893" y="121217"/>
                  </a:lnTo>
                  <a:lnTo>
                    <a:pt x="517519" y="121422"/>
                  </a:lnTo>
                  <a:lnTo>
                    <a:pt x="518146" y="121606"/>
                  </a:lnTo>
                  <a:lnTo>
                    <a:pt x="518773" y="121762"/>
                  </a:lnTo>
                  <a:lnTo>
                    <a:pt x="519399" y="121900"/>
                  </a:lnTo>
                  <a:lnTo>
                    <a:pt x="519407" y="164458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1188720" y="2088240"/>
              <a:ext cx="0" cy="1639109"/>
            </a:xfrm>
            <a:custGeom>
              <a:avLst/>
              <a:pathLst>
                <a:path w="0" h="1639109">
                  <a:moveTo>
                    <a:pt x="0" y="163910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097280" y="3727349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1097280" y="3399527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1097280" y="3071705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1097280" y="2743884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1097280" y="2416062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1097280" y="2088240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tx16"/>
            <p:cNvSpPr/>
            <p:nvPr/>
          </p:nvSpPr>
          <p:spPr>
            <a:xfrm rot="-5400000">
              <a:off x="790447" y="3669715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5.0</a:t>
              </a:r>
            </a:p>
          </p:txBody>
        </p:sp>
        <p:sp>
          <p:nvSpPr>
            <p:cNvPr id="18" name="tx17"/>
            <p:cNvSpPr/>
            <p:nvPr/>
          </p:nvSpPr>
          <p:spPr>
            <a:xfrm rot="-5400000">
              <a:off x="790447" y="3014072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6.0</a:t>
              </a:r>
            </a:p>
          </p:txBody>
        </p:sp>
        <p:sp>
          <p:nvSpPr>
            <p:cNvPr id="19" name="tx18"/>
            <p:cNvSpPr/>
            <p:nvPr/>
          </p:nvSpPr>
          <p:spPr>
            <a:xfrm rot="-5400000">
              <a:off x="790447" y="2358428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7.0</a:t>
              </a:r>
            </a:p>
          </p:txBody>
        </p:sp>
        <p:sp>
          <p:nvSpPr>
            <p:cNvPr id="20" name="pg19"/>
            <p:cNvSpPr/>
            <p:nvPr/>
          </p:nvSpPr>
          <p:spPr>
            <a:xfrm>
              <a:off x="1188720" y="1965959"/>
              <a:ext cx="6766559" cy="1897221"/>
            </a:xfrm>
            <a:custGeom>
              <a:avLst/>
              <a:pathLst>
                <a:path w="6766559" h="1897221">
                  <a:moveTo>
                    <a:pt x="0" y="1897221"/>
                  </a:moveTo>
                  <a:lnTo>
                    <a:pt x="6766559" y="1897221"/>
                  </a:lnTo>
                  <a:lnTo>
                    <a:pt x="676655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tx20"/>
            <p:cNvSpPr/>
            <p:nvPr/>
          </p:nvSpPr>
          <p:spPr>
            <a:xfrm>
              <a:off x="3914417" y="1667663"/>
              <a:ext cx="1315164" cy="1820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EB5_epi_cnt_n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4192897" y="4410636"/>
              <a:ext cx="758204" cy="1474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prof$start</a:t>
              </a:r>
            </a:p>
          </p:txBody>
        </p:sp>
        <p:sp>
          <p:nvSpPr>
            <p:cNvPr id="23" name="pg22"/>
            <p:cNvSpPr/>
            <p:nvPr/>
          </p:nvSpPr>
          <p:spPr>
            <a:xfrm>
              <a:off x="1475454" y="2036227"/>
              <a:ext cx="6197893" cy="1826954"/>
            </a:xfrm>
            <a:custGeom>
              <a:avLst/>
              <a:pathLst>
                <a:path w="6197893" h="1826954">
                  <a:moveTo>
                    <a:pt x="0" y="1826870"/>
                  </a:moveTo>
                  <a:lnTo>
                    <a:pt x="626" y="1826300"/>
                  </a:lnTo>
                  <a:lnTo>
                    <a:pt x="1253" y="1825773"/>
                  </a:lnTo>
                  <a:lnTo>
                    <a:pt x="1879" y="1825292"/>
                  </a:lnTo>
                  <a:lnTo>
                    <a:pt x="2506" y="1824864"/>
                  </a:lnTo>
                  <a:lnTo>
                    <a:pt x="3132" y="1824464"/>
                  </a:lnTo>
                  <a:lnTo>
                    <a:pt x="3759" y="1824101"/>
                  </a:lnTo>
                  <a:lnTo>
                    <a:pt x="4385" y="1823776"/>
                  </a:lnTo>
                  <a:lnTo>
                    <a:pt x="5012" y="1823497"/>
                  </a:lnTo>
                  <a:lnTo>
                    <a:pt x="5638" y="1823265"/>
                  </a:lnTo>
                  <a:lnTo>
                    <a:pt x="6265" y="1823055"/>
                  </a:lnTo>
                  <a:lnTo>
                    <a:pt x="6892" y="1822831"/>
                  </a:lnTo>
                  <a:lnTo>
                    <a:pt x="7518" y="1822583"/>
                  </a:lnTo>
                  <a:lnTo>
                    <a:pt x="8145" y="1822286"/>
                  </a:lnTo>
                  <a:lnTo>
                    <a:pt x="8771" y="1821943"/>
                  </a:lnTo>
                  <a:lnTo>
                    <a:pt x="9398" y="1821550"/>
                  </a:lnTo>
                  <a:lnTo>
                    <a:pt x="10024" y="1821133"/>
                  </a:lnTo>
                  <a:lnTo>
                    <a:pt x="10651" y="1820687"/>
                  </a:lnTo>
                  <a:lnTo>
                    <a:pt x="11277" y="1820205"/>
                  </a:lnTo>
                  <a:lnTo>
                    <a:pt x="11904" y="1819666"/>
                  </a:lnTo>
                  <a:lnTo>
                    <a:pt x="12531" y="1819091"/>
                  </a:lnTo>
                  <a:lnTo>
                    <a:pt x="13157" y="1818472"/>
                  </a:lnTo>
                  <a:lnTo>
                    <a:pt x="13784" y="1817808"/>
                  </a:lnTo>
                  <a:lnTo>
                    <a:pt x="14410" y="1817111"/>
                  </a:lnTo>
                  <a:lnTo>
                    <a:pt x="15037" y="1816376"/>
                  </a:lnTo>
                  <a:lnTo>
                    <a:pt x="15663" y="1815607"/>
                  </a:lnTo>
                  <a:lnTo>
                    <a:pt x="16290" y="1814815"/>
                  </a:lnTo>
                  <a:lnTo>
                    <a:pt x="16916" y="1814013"/>
                  </a:lnTo>
                  <a:lnTo>
                    <a:pt x="17543" y="1813196"/>
                  </a:lnTo>
                  <a:lnTo>
                    <a:pt x="18170" y="1812362"/>
                  </a:lnTo>
                  <a:lnTo>
                    <a:pt x="18796" y="1811513"/>
                  </a:lnTo>
                  <a:lnTo>
                    <a:pt x="19423" y="1810614"/>
                  </a:lnTo>
                  <a:lnTo>
                    <a:pt x="20049" y="1809681"/>
                  </a:lnTo>
                  <a:lnTo>
                    <a:pt x="20676" y="1808740"/>
                  </a:lnTo>
                  <a:lnTo>
                    <a:pt x="21302" y="1807791"/>
                  </a:lnTo>
                  <a:lnTo>
                    <a:pt x="21929" y="1806844"/>
                  </a:lnTo>
                  <a:lnTo>
                    <a:pt x="22555" y="1805916"/>
                  </a:lnTo>
                  <a:lnTo>
                    <a:pt x="23182" y="1805012"/>
                  </a:lnTo>
                  <a:lnTo>
                    <a:pt x="23809" y="1804121"/>
                  </a:lnTo>
                  <a:lnTo>
                    <a:pt x="24435" y="1803251"/>
                  </a:lnTo>
                  <a:lnTo>
                    <a:pt x="25062" y="1802399"/>
                  </a:lnTo>
                  <a:lnTo>
                    <a:pt x="25688" y="1801566"/>
                  </a:lnTo>
                  <a:lnTo>
                    <a:pt x="26315" y="1800755"/>
                  </a:lnTo>
                  <a:lnTo>
                    <a:pt x="26941" y="1799979"/>
                  </a:lnTo>
                  <a:lnTo>
                    <a:pt x="27568" y="1799265"/>
                  </a:lnTo>
                  <a:lnTo>
                    <a:pt x="28194" y="1798617"/>
                  </a:lnTo>
                  <a:lnTo>
                    <a:pt x="28821" y="1798038"/>
                  </a:lnTo>
                  <a:lnTo>
                    <a:pt x="29448" y="1797517"/>
                  </a:lnTo>
                  <a:lnTo>
                    <a:pt x="30074" y="1797033"/>
                  </a:lnTo>
                  <a:lnTo>
                    <a:pt x="30701" y="1796592"/>
                  </a:lnTo>
                  <a:lnTo>
                    <a:pt x="31327" y="1796187"/>
                  </a:lnTo>
                  <a:lnTo>
                    <a:pt x="31954" y="1795818"/>
                  </a:lnTo>
                  <a:lnTo>
                    <a:pt x="32580" y="1795492"/>
                  </a:lnTo>
                  <a:lnTo>
                    <a:pt x="33207" y="1795196"/>
                  </a:lnTo>
                  <a:lnTo>
                    <a:pt x="33833" y="1794918"/>
                  </a:lnTo>
                  <a:lnTo>
                    <a:pt x="34460" y="1794652"/>
                  </a:lnTo>
                  <a:lnTo>
                    <a:pt x="35087" y="1794422"/>
                  </a:lnTo>
                  <a:lnTo>
                    <a:pt x="35713" y="1794220"/>
                  </a:lnTo>
                  <a:lnTo>
                    <a:pt x="36340" y="1794047"/>
                  </a:lnTo>
                  <a:lnTo>
                    <a:pt x="36966" y="1793866"/>
                  </a:lnTo>
                  <a:lnTo>
                    <a:pt x="37593" y="1793678"/>
                  </a:lnTo>
                  <a:lnTo>
                    <a:pt x="38219" y="1793482"/>
                  </a:lnTo>
                  <a:lnTo>
                    <a:pt x="38846" y="1793285"/>
                  </a:lnTo>
                  <a:lnTo>
                    <a:pt x="39472" y="1793096"/>
                  </a:lnTo>
                  <a:lnTo>
                    <a:pt x="40099" y="1792910"/>
                  </a:lnTo>
                  <a:lnTo>
                    <a:pt x="40726" y="1792748"/>
                  </a:lnTo>
                  <a:lnTo>
                    <a:pt x="41352" y="1792617"/>
                  </a:lnTo>
                  <a:lnTo>
                    <a:pt x="41979" y="1792520"/>
                  </a:lnTo>
                  <a:lnTo>
                    <a:pt x="42605" y="1792466"/>
                  </a:lnTo>
                  <a:lnTo>
                    <a:pt x="43232" y="1792460"/>
                  </a:lnTo>
                  <a:lnTo>
                    <a:pt x="43858" y="1792524"/>
                  </a:lnTo>
                  <a:lnTo>
                    <a:pt x="44485" y="1792649"/>
                  </a:lnTo>
                  <a:lnTo>
                    <a:pt x="45111" y="1792850"/>
                  </a:lnTo>
                  <a:lnTo>
                    <a:pt x="45738" y="1793125"/>
                  </a:lnTo>
                  <a:lnTo>
                    <a:pt x="46365" y="1793469"/>
                  </a:lnTo>
                  <a:lnTo>
                    <a:pt x="46991" y="1793889"/>
                  </a:lnTo>
                  <a:lnTo>
                    <a:pt x="47618" y="1794389"/>
                  </a:lnTo>
                  <a:lnTo>
                    <a:pt x="48244" y="1794955"/>
                  </a:lnTo>
                  <a:lnTo>
                    <a:pt x="48871" y="1795577"/>
                  </a:lnTo>
                  <a:lnTo>
                    <a:pt x="49497" y="1796261"/>
                  </a:lnTo>
                  <a:lnTo>
                    <a:pt x="50124" y="1796983"/>
                  </a:lnTo>
                  <a:lnTo>
                    <a:pt x="50750" y="1797750"/>
                  </a:lnTo>
                  <a:lnTo>
                    <a:pt x="51377" y="1798602"/>
                  </a:lnTo>
                  <a:lnTo>
                    <a:pt x="52004" y="1799525"/>
                  </a:lnTo>
                  <a:lnTo>
                    <a:pt x="52630" y="1800519"/>
                  </a:lnTo>
                  <a:lnTo>
                    <a:pt x="53257" y="1801578"/>
                  </a:lnTo>
                  <a:lnTo>
                    <a:pt x="53883" y="1802697"/>
                  </a:lnTo>
                  <a:lnTo>
                    <a:pt x="54510" y="1803861"/>
                  </a:lnTo>
                  <a:lnTo>
                    <a:pt x="55136" y="1805069"/>
                  </a:lnTo>
                  <a:lnTo>
                    <a:pt x="55763" y="1806320"/>
                  </a:lnTo>
                  <a:lnTo>
                    <a:pt x="56389" y="1807620"/>
                  </a:lnTo>
                  <a:lnTo>
                    <a:pt x="57016" y="1808972"/>
                  </a:lnTo>
                  <a:lnTo>
                    <a:pt x="57643" y="1810389"/>
                  </a:lnTo>
                  <a:lnTo>
                    <a:pt x="58269" y="1811859"/>
                  </a:lnTo>
                  <a:lnTo>
                    <a:pt x="58896" y="1813392"/>
                  </a:lnTo>
                  <a:lnTo>
                    <a:pt x="59522" y="1814943"/>
                  </a:lnTo>
                  <a:lnTo>
                    <a:pt x="60149" y="1816512"/>
                  </a:lnTo>
                  <a:lnTo>
                    <a:pt x="60775" y="1818072"/>
                  </a:lnTo>
                  <a:lnTo>
                    <a:pt x="61402" y="1819606"/>
                  </a:lnTo>
                  <a:lnTo>
                    <a:pt x="62028" y="1821111"/>
                  </a:lnTo>
                  <a:lnTo>
                    <a:pt x="62655" y="1822581"/>
                  </a:lnTo>
                  <a:lnTo>
                    <a:pt x="63282" y="1824021"/>
                  </a:lnTo>
                  <a:lnTo>
                    <a:pt x="63908" y="1825401"/>
                  </a:lnTo>
                  <a:lnTo>
                    <a:pt x="64535" y="1826718"/>
                  </a:lnTo>
                  <a:lnTo>
                    <a:pt x="64652" y="1826954"/>
                  </a:lnTo>
                  <a:lnTo>
                    <a:pt x="173237" y="1826954"/>
                  </a:lnTo>
                  <a:lnTo>
                    <a:pt x="173555" y="1825881"/>
                  </a:lnTo>
                  <a:lnTo>
                    <a:pt x="174182" y="1823662"/>
                  </a:lnTo>
                  <a:lnTo>
                    <a:pt x="174808" y="1821339"/>
                  </a:lnTo>
                  <a:lnTo>
                    <a:pt x="175435" y="1818923"/>
                  </a:lnTo>
                  <a:lnTo>
                    <a:pt x="176062" y="1816404"/>
                  </a:lnTo>
                  <a:lnTo>
                    <a:pt x="176688" y="1813789"/>
                  </a:lnTo>
                  <a:lnTo>
                    <a:pt x="177315" y="1811051"/>
                  </a:lnTo>
                  <a:lnTo>
                    <a:pt x="177941" y="1808201"/>
                  </a:lnTo>
                  <a:lnTo>
                    <a:pt x="178568" y="1805282"/>
                  </a:lnTo>
                  <a:lnTo>
                    <a:pt x="179194" y="1802329"/>
                  </a:lnTo>
                  <a:lnTo>
                    <a:pt x="179821" y="1799339"/>
                  </a:lnTo>
                  <a:lnTo>
                    <a:pt x="180447" y="1796314"/>
                  </a:lnTo>
                  <a:lnTo>
                    <a:pt x="181074" y="1793248"/>
                  </a:lnTo>
                  <a:lnTo>
                    <a:pt x="181701" y="1790128"/>
                  </a:lnTo>
                  <a:lnTo>
                    <a:pt x="182327" y="1786966"/>
                  </a:lnTo>
                  <a:lnTo>
                    <a:pt x="182954" y="1783767"/>
                  </a:lnTo>
                  <a:lnTo>
                    <a:pt x="183580" y="1780559"/>
                  </a:lnTo>
                  <a:lnTo>
                    <a:pt x="184207" y="1777348"/>
                  </a:lnTo>
                  <a:lnTo>
                    <a:pt x="184833" y="1774114"/>
                  </a:lnTo>
                  <a:lnTo>
                    <a:pt x="185460" y="1770896"/>
                  </a:lnTo>
                  <a:lnTo>
                    <a:pt x="186086" y="1767696"/>
                  </a:lnTo>
                  <a:lnTo>
                    <a:pt x="186713" y="1764527"/>
                  </a:lnTo>
                  <a:lnTo>
                    <a:pt x="187340" y="1761409"/>
                  </a:lnTo>
                  <a:lnTo>
                    <a:pt x="187966" y="1758320"/>
                  </a:lnTo>
                  <a:lnTo>
                    <a:pt x="188593" y="1755262"/>
                  </a:lnTo>
                  <a:lnTo>
                    <a:pt x="189219" y="1752254"/>
                  </a:lnTo>
                  <a:lnTo>
                    <a:pt x="189846" y="1749311"/>
                  </a:lnTo>
                  <a:lnTo>
                    <a:pt x="190472" y="1746416"/>
                  </a:lnTo>
                  <a:lnTo>
                    <a:pt x="191099" y="1743575"/>
                  </a:lnTo>
                  <a:lnTo>
                    <a:pt x="191725" y="1740781"/>
                  </a:lnTo>
                  <a:lnTo>
                    <a:pt x="192352" y="1738025"/>
                  </a:lnTo>
                  <a:lnTo>
                    <a:pt x="192979" y="1735286"/>
                  </a:lnTo>
                  <a:lnTo>
                    <a:pt x="193605" y="1732577"/>
                  </a:lnTo>
                  <a:lnTo>
                    <a:pt x="194232" y="1729923"/>
                  </a:lnTo>
                  <a:lnTo>
                    <a:pt x="194858" y="1727308"/>
                  </a:lnTo>
                  <a:lnTo>
                    <a:pt x="195485" y="1724762"/>
                  </a:lnTo>
                  <a:lnTo>
                    <a:pt x="196111" y="1722285"/>
                  </a:lnTo>
                  <a:lnTo>
                    <a:pt x="196738" y="1719876"/>
                  </a:lnTo>
                  <a:lnTo>
                    <a:pt x="197364" y="1717518"/>
                  </a:lnTo>
                  <a:lnTo>
                    <a:pt x="197991" y="1715200"/>
                  </a:lnTo>
                  <a:lnTo>
                    <a:pt x="198618" y="1712927"/>
                  </a:lnTo>
                  <a:lnTo>
                    <a:pt x="199244" y="1710707"/>
                  </a:lnTo>
                  <a:lnTo>
                    <a:pt x="199871" y="1708563"/>
                  </a:lnTo>
                  <a:lnTo>
                    <a:pt x="200497" y="1706494"/>
                  </a:lnTo>
                  <a:lnTo>
                    <a:pt x="201124" y="1704516"/>
                  </a:lnTo>
                  <a:lnTo>
                    <a:pt x="201750" y="1702646"/>
                  </a:lnTo>
                  <a:lnTo>
                    <a:pt x="202377" y="1700893"/>
                  </a:lnTo>
                  <a:lnTo>
                    <a:pt x="203003" y="1699258"/>
                  </a:lnTo>
                  <a:lnTo>
                    <a:pt x="203630" y="1697731"/>
                  </a:lnTo>
                  <a:lnTo>
                    <a:pt x="204257" y="1696292"/>
                  </a:lnTo>
                  <a:lnTo>
                    <a:pt x="204883" y="1694897"/>
                  </a:lnTo>
                  <a:lnTo>
                    <a:pt x="205510" y="1693532"/>
                  </a:lnTo>
                  <a:lnTo>
                    <a:pt x="206136" y="1692173"/>
                  </a:lnTo>
                  <a:lnTo>
                    <a:pt x="206763" y="1690823"/>
                  </a:lnTo>
                  <a:lnTo>
                    <a:pt x="207389" y="1689479"/>
                  </a:lnTo>
                  <a:lnTo>
                    <a:pt x="208016" y="1688117"/>
                  </a:lnTo>
                  <a:lnTo>
                    <a:pt x="208642" y="1686734"/>
                  </a:lnTo>
                  <a:lnTo>
                    <a:pt x="209269" y="1685326"/>
                  </a:lnTo>
                  <a:lnTo>
                    <a:pt x="209896" y="1683891"/>
                  </a:lnTo>
                  <a:lnTo>
                    <a:pt x="210522" y="1682396"/>
                  </a:lnTo>
                  <a:lnTo>
                    <a:pt x="211149" y="1680821"/>
                  </a:lnTo>
                  <a:lnTo>
                    <a:pt x="211775" y="1679170"/>
                  </a:lnTo>
                  <a:lnTo>
                    <a:pt x="212402" y="1677441"/>
                  </a:lnTo>
                  <a:lnTo>
                    <a:pt x="213028" y="1675622"/>
                  </a:lnTo>
                  <a:lnTo>
                    <a:pt x="213655" y="1673726"/>
                  </a:lnTo>
                  <a:lnTo>
                    <a:pt x="214281" y="1671747"/>
                  </a:lnTo>
                  <a:lnTo>
                    <a:pt x="214908" y="1669685"/>
                  </a:lnTo>
                  <a:lnTo>
                    <a:pt x="215535" y="1667538"/>
                  </a:lnTo>
                  <a:lnTo>
                    <a:pt x="216161" y="1665360"/>
                  </a:lnTo>
                  <a:lnTo>
                    <a:pt x="216788" y="1663189"/>
                  </a:lnTo>
                  <a:lnTo>
                    <a:pt x="217414" y="1661003"/>
                  </a:lnTo>
                  <a:lnTo>
                    <a:pt x="218041" y="1658835"/>
                  </a:lnTo>
                  <a:lnTo>
                    <a:pt x="218667" y="1656689"/>
                  </a:lnTo>
                  <a:lnTo>
                    <a:pt x="219294" y="1654574"/>
                  </a:lnTo>
                  <a:lnTo>
                    <a:pt x="219920" y="1652516"/>
                  </a:lnTo>
                  <a:lnTo>
                    <a:pt x="220547" y="1650516"/>
                  </a:lnTo>
                  <a:lnTo>
                    <a:pt x="221174" y="1648589"/>
                  </a:lnTo>
                  <a:lnTo>
                    <a:pt x="221800" y="1646747"/>
                  </a:lnTo>
                  <a:lnTo>
                    <a:pt x="222427" y="1645020"/>
                  </a:lnTo>
                  <a:lnTo>
                    <a:pt x="223053" y="1643405"/>
                  </a:lnTo>
                  <a:lnTo>
                    <a:pt x="223680" y="1641907"/>
                  </a:lnTo>
                  <a:lnTo>
                    <a:pt x="224306" y="1640547"/>
                  </a:lnTo>
                  <a:lnTo>
                    <a:pt x="224933" y="1639331"/>
                  </a:lnTo>
                  <a:lnTo>
                    <a:pt x="225559" y="1638237"/>
                  </a:lnTo>
                  <a:lnTo>
                    <a:pt x="226186" y="1637251"/>
                  </a:lnTo>
                  <a:lnTo>
                    <a:pt x="226813" y="1636391"/>
                  </a:lnTo>
                  <a:lnTo>
                    <a:pt x="227439" y="1635622"/>
                  </a:lnTo>
                  <a:lnTo>
                    <a:pt x="228066" y="1634907"/>
                  </a:lnTo>
                  <a:lnTo>
                    <a:pt x="228692" y="1634260"/>
                  </a:lnTo>
                  <a:lnTo>
                    <a:pt x="229319" y="1633684"/>
                  </a:lnTo>
                  <a:lnTo>
                    <a:pt x="229945" y="1633181"/>
                  </a:lnTo>
                  <a:lnTo>
                    <a:pt x="230572" y="1632705"/>
                  </a:lnTo>
                  <a:lnTo>
                    <a:pt x="231198" y="1632248"/>
                  </a:lnTo>
                  <a:lnTo>
                    <a:pt x="231825" y="1631781"/>
                  </a:lnTo>
                  <a:lnTo>
                    <a:pt x="232452" y="1631320"/>
                  </a:lnTo>
                  <a:lnTo>
                    <a:pt x="233078" y="1630848"/>
                  </a:lnTo>
                  <a:lnTo>
                    <a:pt x="233705" y="1630343"/>
                  </a:lnTo>
                  <a:lnTo>
                    <a:pt x="234331" y="1629781"/>
                  </a:lnTo>
                  <a:lnTo>
                    <a:pt x="234958" y="1629129"/>
                  </a:lnTo>
                  <a:lnTo>
                    <a:pt x="235584" y="1628347"/>
                  </a:lnTo>
                  <a:lnTo>
                    <a:pt x="236211" y="1627444"/>
                  </a:lnTo>
                  <a:lnTo>
                    <a:pt x="236837" y="1626432"/>
                  </a:lnTo>
                  <a:lnTo>
                    <a:pt x="237464" y="1625334"/>
                  </a:lnTo>
                  <a:lnTo>
                    <a:pt x="238090" y="1624145"/>
                  </a:lnTo>
                  <a:lnTo>
                    <a:pt x="238717" y="1622843"/>
                  </a:lnTo>
                  <a:lnTo>
                    <a:pt x="239344" y="1621422"/>
                  </a:lnTo>
                  <a:lnTo>
                    <a:pt x="239970" y="1619901"/>
                  </a:lnTo>
                  <a:lnTo>
                    <a:pt x="240597" y="1618262"/>
                  </a:lnTo>
                  <a:lnTo>
                    <a:pt x="241223" y="1616511"/>
                  </a:lnTo>
                  <a:lnTo>
                    <a:pt x="241850" y="1614633"/>
                  </a:lnTo>
                  <a:lnTo>
                    <a:pt x="242476" y="1612644"/>
                  </a:lnTo>
                  <a:lnTo>
                    <a:pt x="243103" y="1610554"/>
                  </a:lnTo>
                  <a:lnTo>
                    <a:pt x="243729" y="1608392"/>
                  </a:lnTo>
                  <a:lnTo>
                    <a:pt x="244356" y="1606216"/>
                  </a:lnTo>
                  <a:lnTo>
                    <a:pt x="244983" y="1604057"/>
                  </a:lnTo>
                  <a:lnTo>
                    <a:pt x="245609" y="1601926"/>
                  </a:lnTo>
                  <a:lnTo>
                    <a:pt x="246236" y="1599828"/>
                  </a:lnTo>
                  <a:lnTo>
                    <a:pt x="246862" y="1597746"/>
                  </a:lnTo>
                  <a:lnTo>
                    <a:pt x="247489" y="1595680"/>
                  </a:lnTo>
                  <a:lnTo>
                    <a:pt x="248115" y="1593584"/>
                  </a:lnTo>
                  <a:lnTo>
                    <a:pt x="248742" y="1591446"/>
                  </a:lnTo>
                  <a:lnTo>
                    <a:pt x="249368" y="1589289"/>
                  </a:lnTo>
                  <a:lnTo>
                    <a:pt x="249995" y="1587100"/>
                  </a:lnTo>
                  <a:lnTo>
                    <a:pt x="250622" y="1584860"/>
                  </a:lnTo>
                  <a:lnTo>
                    <a:pt x="251248" y="1582562"/>
                  </a:lnTo>
                  <a:lnTo>
                    <a:pt x="251875" y="1580219"/>
                  </a:lnTo>
                  <a:lnTo>
                    <a:pt x="252501" y="1577864"/>
                  </a:lnTo>
                  <a:lnTo>
                    <a:pt x="253128" y="1575517"/>
                  </a:lnTo>
                  <a:lnTo>
                    <a:pt x="253754" y="1573166"/>
                  </a:lnTo>
                  <a:lnTo>
                    <a:pt x="254381" y="1570818"/>
                  </a:lnTo>
                  <a:lnTo>
                    <a:pt x="255007" y="1568468"/>
                  </a:lnTo>
                  <a:lnTo>
                    <a:pt x="255634" y="1566120"/>
                  </a:lnTo>
                  <a:lnTo>
                    <a:pt x="256261" y="1563776"/>
                  </a:lnTo>
                  <a:lnTo>
                    <a:pt x="256887" y="1561452"/>
                  </a:lnTo>
                  <a:lnTo>
                    <a:pt x="257514" y="1559168"/>
                  </a:lnTo>
                  <a:lnTo>
                    <a:pt x="258140" y="1556912"/>
                  </a:lnTo>
                  <a:lnTo>
                    <a:pt x="258767" y="1554670"/>
                  </a:lnTo>
                  <a:lnTo>
                    <a:pt x="259393" y="1552455"/>
                  </a:lnTo>
                  <a:lnTo>
                    <a:pt x="260020" y="1550298"/>
                  </a:lnTo>
                  <a:lnTo>
                    <a:pt x="260646" y="1548197"/>
                  </a:lnTo>
                  <a:lnTo>
                    <a:pt x="261273" y="1546149"/>
                  </a:lnTo>
                  <a:lnTo>
                    <a:pt x="261900" y="1544138"/>
                  </a:lnTo>
                  <a:lnTo>
                    <a:pt x="262526" y="1542150"/>
                  </a:lnTo>
                  <a:lnTo>
                    <a:pt x="263153" y="1540182"/>
                  </a:lnTo>
                  <a:lnTo>
                    <a:pt x="263779" y="1538241"/>
                  </a:lnTo>
                  <a:lnTo>
                    <a:pt x="264406" y="1536302"/>
                  </a:lnTo>
                  <a:lnTo>
                    <a:pt x="265032" y="1534368"/>
                  </a:lnTo>
                  <a:lnTo>
                    <a:pt x="265659" y="1532449"/>
                  </a:lnTo>
                  <a:lnTo>
                    <a:pt x="266285" y="1530543"/>
                  </a:lnTo>
                  <a:lnTo>
                    <a:pt x="266912" y="1528677"/>
                  </a:lnTo>
                  <a:lnTo>
                    <a:pt x="267539" y="1526915"/>
                  </a:lnTo>
                  <a:lnTo>
                    <a:pt x="268165" y="1525265"/>
                  </a:lnTo>
                  <a:lnTo>
                    <a:pt x="268792" y="1523752"/>
                  </a:lnTo>
                  <a:lnTo>
                    <a:pt x="269418" y="1522376"/>
                  </a:lnTo>
                  <a:lnTo>
                    <a:pt x="270045" y="1521145"/>
                  </a:lnTo>
                  <a:lnTo>
                    <a:pt x="270671" y="1520058"/>
                  </a:lnTo>
                  <a:lnTo>
                    <a:pt x="271298" y="1519117"/>
                  </a:lnTo>
                  <a:lnTo>
                    <a:pt x="271924" y="1518342"/>
                  </a:lnTo>
                  <a:lnTo>
                    <a:pt x="272551" y="1517743"/>
                  </a:lnTo>
                  <a:lnTo>
                    <a:pt x="273178" y="1517325"/>
                  </a:lnTo>
                  <a:lnTo>
                    <a:pt x="273804" y="1517072"/>
                  </a:lnTo>
                  <a:lnTo>
                    <a:pt x="274431" y="1516977"/>
                  </a:lnTo>
                  <a:lnTo>
                    <a:pt x="275057" y="1517046"/>
                  </a:lnTo>
                  <a:lnTo>
                    <a:pt x="275684" y="1517272"/>
                  </a:lnTo>
                  <a:lnTo>
                    <a:pt x="276310" y="1517609"/>
                  </a:lnTo>
                  <a:lnTo>
                    <a:pt x="276937" y="1518048"/>
                  </a:lnTo>
                  <a:lnTo>
                    <a:pt x="277563" y="1518539"/>
                  </a:lnTo>
                  <a:lnTo>
                    <a:pt x="278190" y="1519073"/>
                  </a:lnTo>
                  <a:lnTo>
                    <a:pt x="278817" y="1519660"/>
                  </a:lnTo>
                  <a:lnTo>
                    <a:pt x="279443" y="1520290"/>
                  </a:lnTo>
                  <a:lnTo>
                    <a:pt x="280070" y="1520985"/>
                  </a:lnTo>
                  <a:lnTo>
                    <a:pt x="280696" y="1521740"/>
                  </a:lnTo>
                  <a:lnTo>
                    <a:pt x="281323" y="1522550"/>
                  </a:lnTo>
                  <a:lnTo>
                    <a:pt x="281949" y="1523405"/>
                  </a:lnTo>
                  <a:lnTo>
                    <a:pt x="282576" y="1524335"/>
                  </a:lnTo>
                  <a:lnTo>
                    <a:pt x="283202" y="1525356"/>
                  </a:lnTo>
                  <a:lnTo>
                    <a:pt x="283829" y="1526435"/>
                  </a:lnTo>
                  <a:lnTo>
                    <a:pt x="284456" y="1527523"/>
                  </a:lnTo>
                  <a:lnTo>
                    <a:pt x="285082" y="1528571"/>
                  </a:lnTo>
                  <a:lnTo>
                    <a:pt x="285709" y="1529587"/>
                  </a:lnTo>
                  <a:lnTo>
                    <a:pt x="286335" y="1530552"/>
                  </a:lnTo>
                  <a:lnTo>
                    <a:pt x="286962" y="1531476"/>
                  </a:lnTo>
                  <a:lnTo>
                    <a:pt x="287588" y="1532370"/>
                  </a:lnTo>
                  <a:lnTo>
                    <a:pt x="288215" y="1533224"/>
                  </a:lnTo>
                  <a:lnTo>
                    <a:pt x="288841" y="1534027"/>
                  </a:lnTo>
                  <a:lnTo>
                    <a:pt x="289468" y="1534771"/>
                  </a:lnTo>
                  <a:lnTo>
                    <a:pt x="290095" y="1535471"/>
                  </a:lnTo>
                  <a:lnTo>
                    <a:pt x="290721" y="1536160"/>
                  </a:lnTo>
                  <a:lnTo>
                    <a:pt x="291348" y="1536820"/>
                  </a:lnTo>
                  <a:lnTo>
                    <a:pt x="291974" y="1537431"/>
                  </a:lnTo>
                  <a:lnTo>
                    <a:pt x="292601" y="1537986"/>
                  </a:lnTo>
                  <a:lnTo>
                    <a:pt x="293227" y="1538531"/>
                  </a:lnTo>
                  <a:lnTo>
                    <a:pt x="293854" y="1539070"/>
                  </a:lnTo>
                  <a:lnTo>
                    <a:pt x="294480" y="1539666"/>
                  </a:lnTo>
                  <a:lnTo>
                    <a:pt x="295107" y="1540312"/>
                  </a:lnTo>
                  <a:lnTo>
                    <a:pt x="295734" y="1541022"/>
                  </a:lnTo>
                  <a:lnTo>
                    <a:pt x="296360" y="1541823"/>
                  </a:lnTo>
                  <a:lnTo>
                    <a:pt x="296987" y="1542738"/>
                  </a:lnTo>
                  <a:lnTo>
                    <a:pt x="297613" y="1543802"/>
                  </a:lnTo>
                  <a:lnTo>
                    <a:pt x="298240" y="1545055"/>
                  </a:lnTo>
                  <a:lnTo>
                    <a:pt x="298866" y="1546494"/>
                  </a:lnTo>
                  <a:lnTo>
                    <a:pt x="299493" y="1548072"/>
                  </a:lnTo>
                  <a:lnTo>
                    <a:pt x="300119" y="1549751"/>
                  </a:lnTo>
                  <a:lnTo>
                    <a:pt x="300746" y="1551505"/>
                  </a:lnTo>
                  <a:lnTo>
                    <a:pt x="301373" y="1553312"/>
                  </a:lnTo>
                  <a:lnTo>
                    <a:pt x="301999" y="1555192"/>
                  </a:lnTo>
                  <a:lnTo>
                    <a:pt x="302626" y="1557148"/>
                  </a:lnTo>
                  <a:lnTo>
                    <a:pt x="303252" y="1559198"/>
                  </a:lnTo>
                  <a:lnTo>
                    <a:pt x="303879" y="1561332"/>
                  </a:lnTo>
                  <a:lnTo>
                    <a:pt x="304505" y="1563541"/>
                  </a:lnTo>
                  <a:lnTo>
                    <a:pt x="305132" y="1565820"/>
                  </a:lnTo>
                  <a:lnTo>
                    <a:pt x="305758" y="1568209"/>
                  </a:lnTo>
                  <a:lnTo>
                    <a:pt x="306385" y="1570691"/>
                  </a:lnTo>
                  <a:lnTo>
                    <a:pt x="307012" y="1573219"/>
                  </a:lnTo>
                  <a:lnTo>
                    <a:pt x="307638" y="1575757"/>
                  </a:lnTo>
                  <a:lnTo>
                    <a:pt x="308265" y="1578274"/>
                  </a:lnTo>
                  <a:lnTo>
                    <a:pt x="308891" y="1580759"/>
                  </a:lnTo>
                  <a:lnTo>
                    <a:pt x="309518" y="1583266"/>
                  </a:lnTo>
                  <a:lnTo>
                    <a:pt x="310144" y="1585815"/>
                  </a:lnTo>
                  <a:lnTo>
                    <a:pt x="310771" y="1588418"/>
                  </a:lnTo>
                  <a:lnTo>
                    <a:pt x="311397" y="1591050"/>
                  </a:lnTo>
                  <a:lnTo>
                    <a:pt x="312024" y="1593659"/>
                  </a:lnTo>
                  <a:lnTo>
                    <a:pt x="312651" y="1596229"/>
                  </a:lnTo>
                  <a:lnTo>
                    <a:pt x="313277" y="1598769"/>
                  </a:lnTo>
                  <a:lnTo>
                    <a:pt x="313904" y="1601283"/>
                  </a:lnTo>
                  <a:lnTo>
                    <a:pt x="314530" y="1603728"/>
                  </a:lnTo>
                  <a:lnTo>
                    <a:pt x="315157" y="1606023"/>
                  </a:lnTo>
                  <a:lnTo>
                    <a:pt x="315783" y="1608166"/>
                  </a:lnTo>
                  <a:lnTo>
                    <a:pt x="316410" y="1610158"/>
                  </a:lnTo>
                  <a:lnTo>
                    <a:pt x="317036" y="1612012"/>
                  </a:lnTo>
                  <a:lnTo>
                    <a:pt x="317663" y="1613727"/>
                  </a:lnTo>
                  <a:lnTo>
                    <a:pt x="318290" y="1615306"/>
                  </a:lnTo>
                  <a:lnTo>
                    <a:pt x="318916" y="1616720"/>
                  </a:lnTo>
                  <a:lnTo>
                    <a:pt x="319543" y="1617943"/>
                  </a:lnTo>
                  <a:lnTo>
                    <a:pt x="320169" y="1618979"/>
                  </a:lnTo>
                  <a:lnTo>
                    <a:pt x="320796" y="1619842"/>
                  </a:lnTo>
                  <a:lnTo>
                    <a:pt x="321422" y="1620553"/>
                  </a:lnTo>
                  <a:lnTo>
                    <a:pt x="322049" y="1621112"/>
                  </a:lnTo>
                  <a:lnTo>
                    <a:pt x="322675" y="1621493"/>
                  </a:lnTo>
                  <a:lnTo>
                    <a:pt x="323302" y="1621702"/>
                  </a:lnTo>
                  <a:lnTo>
                    <a:pt x="323929" y="1621765"/>
                  </a:lnTo>
                  <a:lnTo>
                    <a:pt x="324555" y="1621703"/>
                  </a:lnTo>
                  <a:lnTo>
                    <a:pt x="325182" y="1621482"/>
                  </a:lnTo>
                  <a:lnTo>
                    <a:pt x="325808" y="1621084"/>
                  </a:lnTo>
                  <a:lnTo>
                    <a:pt x="326435" y="1620463"/>
                  </a:lnTo>
                  <a:lnTo>
                    <a:pt x="327061" y="1619635"/>
                  </a:lnTo>
                  <a:lnTo>
                    <a:pt x="327688" y="1618610"/>
                  </a:lnTo>
                  <a:lnTo>
                    <a:pt x="328314" y="1617382"/>
                  </a:lnTo>
                  <a:lnTo>
                    <a:pt x="328941" y="1615959"/>
                  </a:lnTo>
                  <a:lnTo>
                    <a:pt x="329568" y="1614315"/>
                  </a:lnTo>
                  <a:lnTo>
                    <a:pt x="330194" y="1612408"/>
                  </a:lnTo>
                  <a:lnTo>
                    <a:pt x="330821" y="1610238"/>
                  </a:lnTo>
                  <a:lnTo>
                    <a:pt x="331447" y="1607817"/>
                  </a:lnTo>
                  <a:lnTo>
                    <a:pt x="332074" y="1605148"/>
                  </a:lnTo>
                  <a:lnTo>
                    <a:pt x="332700" y="1602244"/>
                  </a:lnTo>
                  <a:lnTo>
                    <a:pt x="333327" y="1599141"/>
                  </a:lnTo>
                  <a:lnTo>
                    <a:pt x="333953" y="1595820"/>
                  </a:lnTo>
                  <a:lnTo>
                    <a:pt x="334580" y="1592289"/>
                  </a:lnTo>
                  <a:lnTo>
                    <a:pt x="335207" y="1588572"/>
                  </a:lnTo>
                  <a:lnTo>
                    <a:pt x="335833" y="1584683"/>
                  </a:lnTo>
                  <a:lnTo>
                    <a:pt x="336460" y="1580662"/>
                  </a:lnTo>
                  <a:lnTo>
                    <a:pt x="337086" y="1576509"/>
                  </a:lnTo>
                  <a:lnTo>
                    <a:pt x="337713" y="1572179"/>
                  </a:lnTo>
                  <a:lnTo>
                    <a:pt x="338339" y="1567671"/>
                  </a:lnTo>
                  <a:lnTo>
                    <a:pt x="338966" y="1563026"/>
                  </a:lnTo>
                  <a:lnTo>
                    <a:pt x="339592" y="1558274"/>
                  </a:lnTo>
                  <a:lnTo>
                    <a:pt x="340219" y="1553463"/>
                  </a:lnTo>
                  <a:lnTo>
                    <a:pt x="340846" y="1548564"/>
                  </a:lnTo>
                  <a:lnTo>
                    <a:pt x="341472" y="1543570"/>
                  </a:lnTo>
                  <a:lnTo>
                    <a:pt x="342099" y="1538449"/>
                  </a:lnTo>
                  <a:lnTo>
                    <a:pt x="342725" y="1533168"/>
                  </a:lnTo>
                  <a:lnTo>
                    <a:pt x="343352" y="1527752"/>
                  </a:lnTo>
                  <a:lnTo>
                    <a:pt x="343978" y="1522231"/>
                  </a:lnTo>
                  <a:lnTo>
                    <a:pt x="344605" y="1516612"/>
                  </a:lnTo>
                  <a:lnTo>
                    <a:pt x="345231" y="1510879"/>
                  </a:lnTo>
                  <a:lnTo>
                    <a:pt x="345858" y="1505009"/>
                  </a:lnTo>
                  <a:lnTo>
                    <a:pt x="346485" y="1499041"/>
                  </a:lnTo>
                  <a:lnTo>
                    <a:pt x="347111" y="1493059"/>
                  </a:lnTo>
                  <a:lnTo>
                    <a:pt x="347738" y="1487109"/>
                  </a:lnTo>
                  <a:lnTo>
                    <a:pt x="348364" y="1481195"/>
                  </a:lnTo>
                  <a:lnTo>
                    <a:pt x="348991" y="1475336"/>
                  </a:lnTo>
                  <a:lnTo>
                    <a:pt x="349617" y="1469481"/>
                  </a:lnTo>
                  <a:lnTo>
                    <a:pt x="350244" y="1463653"/>
                  </a:lnTo>
                  <a:lnTo>
                    <a:pt x="350870" y="1457873"/>
                  </a:lnTo>
                  <a:lnTo>
                    <a:pt x="351497" y="1452167"/>
                  </a:lnTo>
                  <a:lnTo>
                    <a:pt x="352124" y="1446548"/>
                  </a:lnTo>
                  <a:lnTo>
                    <a:pt x="352750" y="1441019"/>
                  </a:lnTo>
                  <a:lnTo>
                    <a:pt x="353377" y="1435568"/>
                  </a:lnTo>
                  <a:lnTo>
                    <a:pt x="354003" y="1430170"/>
                  </a:lnTo>
                  <a:lnTo>
                    <a:pt x="354630" y="1424832"/>
                  </a:lnTo>
                  <a:lnTo>
                    <a:pt x="355256" y="1419568"/>
                  </a:lnTo>
                  <a:lnTo>
                    <a:pt x="355883" y="1414352"/>
                  </a:lnTo>
                  <a:lnTo>
                    <a:pt x="356509" y="1409176"/>
                  </a:lnTo>
                  <a:lnTo>
                    <a:pt x="357136" y="1404011"/>
                  </a:lnTo>
                  <a:lnTo>
                    <a:pt x="357763" y="1398908"/>
                  </a:lnTo>
                  <a:lnTo>
                    <a:pt x="358389" y="1393886"/>
                  </a:lnTo>
                  <a:lnTo>
                    <a:pt x="359016" y="1388990"/>
                  </a:lnTo>
                  <a:lnTo>
                    <a:pt x="359642" y="1384211"/>
                  </a:lnTo>
                  <a:lnTo>
                    <a:pt x="360269" y="1379529"/>
                  </a:lnTo>
                  <a:lnTo>
                    <a:pt x="360895" y="1374922"/>
                  </a:lnTo>
                  <a:lnTo>
                    <a:pt x="361522" y="1370397"/>
                  </a:lnTo>
                  <a:lnTo>
                    <a:pt x="362148" y="1366004"/>
                  </a:lnTo>
                  <a:lnTo>
                    <a:pt x="362775" y="1361749"/>
                  </a:lnTo>
                  <a:lnTo>
                    <a:pt x="363402" y="1357664"/>
                  </a:lnTo>
                  <a:lnTo>
                    <a:pt x="364028" y="1353800"/>
                  </a:lnTo>
                  <a:lnTo>
                    <a:pt x="364655" y="1350144"/>
                  </a:lnTo>
                  <a:lnTo>
                    <a:pt x="365281" y="1346685"/>
                  </a:lnTo>
                  <a:lnTo>
                    <a:pt x="365908" y="1343423"/>
                  </a:lnTo>
                  <a:lnTo>
                    <a:pt x="366534" y="1340347"/>
                  </a:lnTo>
                  <a:lnTo>
                    <a:pt x="367161" y="1337418"/>
                  </a:lnTo>
                  <a:lnTo>
                    <a:pt x="367787" y="1334622"/>
                  </a:lnTo>
                  <a:lnTo>
                    <a:pt x="368414" y="1331926"/>
                  </a:lnTo>
                  <a:lnTo>
                    <a:pt x="369041" y="1329304"/>
                  </a:lnTo>
                  <a:lnTo>
                    <a:pt x="369667" y="1326787"/>
                  </a:lnTo>
                  <a:lnTo>
                    <a:pt x="370294" y="1324385"/>
                  </a:lnTo>
                  <a:lnTo>
                    <a:pt x="370920" y="1322100"/>
                  </a:lnTo>
                  <a:lnTo>
                    <a:pt x="371547" y="1319924"/>
                  </a:lnTo>
                  <a:lnTo>
                    <a:pt x="372173" y="1317829"/>
                  </a:lnTo>
                  <a:lnTo>
                    <a:pt x="372800" y="1315834"/>
                  </a:lnTo>
                  <a:lnTo>
                    <a:pt x="373426" y="1313893"/>
                  </a:lnTo>
                  <a:lnTo>
                    <a:pt x="374053" y="1312031"/>
                  </a:lnTo>
                  <a:lnTo>
                    <a:pt x="374680" y="1310273"/>
                  </a:lnTo>
                  <a:lnTo>
                    <a:pt x="375306" y="1308613"/>
                  </a:lnTo>
                  <a:lnTo>
                    <a:pt x="375933" y="1307038"/>
                  </a:lnTo>
                  <a:lnTo>
                    <a:pt x="376559" y="1305546"/>
                  </a:lnTo>
                  <a:lnTo>
                    <a:pt x="377186" y="1304136"/>
                  </a:lnTo>
                  <a:lnTo>
                    <a:pt x="377812" y="1302859"/>
                  </a:lnTo>
                  <a:lnTo>
                    <a:pt x="378439" y="1301704"/>
                  </a:lnTo>
                  <a:lnTo>
                    <a:pt x="379065" y="1300639"/>
                  </a:lnTo>
                  <a:lnTo>
                    <a:pt x="379692" y="1299629"/>
                  </a:lnTo>
                  <a:lnTo>
                    <a:pt x="380319" y="1298666"/>
                  </a:lnTo>
                  <a:lnTo>
                    <a:pt x="380945" y="1297720"/>
                  </a:lnTo>
                  <a:lnTo>
                    <a:pt x="381572" y="1296840"/>
                  </a:lnTo>
                  <a:lnTo>
                    <a:pt x="382198" y="1295981"/>
                  </a:lnTo>
                  <a:lnTo>
                    <a:pt x="382825" y="1295135"/>
                  </a:lnTo>
                  <a:lnTo>
                    <a:pt x="383451" y="1294262"/>
                  </a:lnTo>
                  <a:lnTo>
                    <a:pt x="384078" y="1293312"/>
                  </a:lnTo>
                  <a:lnTo>
                    <a:pt x="384704" y="1292279"/>
                  </a:lnTo>
                  <a:lnTo>
                    <a:pt x="385331" y="1291178"/>
                  </a:lnTo>
                  <a:lnTo>
                    <a:pt x="385958" y="1290026"/>
                  </a:lnTo>
                  <a:lnTo>
                    <a:pt x="386584" y="1288805"/>
                  </a:lnTo>
                  <a:lnTo>
                    <a:pt x="387211" y="1287486"/>
                  </a:lnTo>
                  <a:lnTo>
                    <a:pt x="387837" y="1286107"/>
                  </a:lnTo>
                  <a:lnTo>
                    <a:pt x="388464" y="1284693"/>
                  </a:lnTo>
                  <a:lnTo>
                    <a:pt x="389090" y="1283278"/>
                  </a:lnTo>
                  <a:lnTo>
                    <a:pt x="389717" y="1281835"/>
                  </a:lnTo>
                  <a:lnTo>
                    <a:pt x="390343" y="1280355"/>
                  </a:lnTo>
                  <a:lnTo>
                    <a:pt x="390970" y="1278757"/>
                  </a:lnTo>
                  <a:lnTo>
                    <a:pt x="391597" y="1277024"/>
                  </a:lnTo>
                  <a:lnTo>
                    <a:pt x="392223" y="1275173"/>
                  </a:lnTo>
                  <a:lnTo>
                    <a:pt x="392850" y="1273234"/>
                  </a:lnTo>
                  <a:lnTo>
                    <a:pt x="393476" y="1271233"/>
                  </a:lnTo>
                  <a:lnTo>
                    <a:pt x="394103" y="1269135"/>
                  </a:lnTo>
                  <a:lnTo>
                    <a:pt x="394729" y="1266914"/>
                  </a:lnTo>
                  <a:lnTo>
                    <a:pt x="395356" y="1264543"/>
                  </a:lnTo>
                  <a:lnTo>
                    <a:pt x="395982" y="1262002"/>
                  </a:lnTo>
                  <a:lnTo>
                    <a:pt x="396609" y="1259305"/>
                  </a:lnTo>
                  <a:lnTo>
                    <a:pt x="397236" y="1256428"/>
                  </a:lnTo>
                  <a:lnTo>
                    <a:pt x="397862" y="1253344"/>
                  </a:lnTo>
                  <a:lnTo>
                    <a:pt x="398489" y="1250045"/>
                  </a:lnTo>
                  <a:lnTo>
                    <a:pt x="399115" y="1246539"/>
                  </a:lnTo>
                  <a:lnTo>
                    <a:pt x="399742" y="1242832"/>
                  </a:lnTo>
                  <a:lnTo>
                    <a:pt x="400368" y="1238963"/>
                  </a:lnTo>
                  <a:lnTo>
                    <a:pt x="400995" y="1234989"/>
                  </a:lnTo>
                  <a:lnTo>
                    <a:pt x="401621" y="1230901"/>
                  </a:lnTo>
                  <a:lnTo>
                    <a:pt x="402248" y="1226692"/>
                  </a:lnTo>
                  <a:lnTo>
                    <a:pt x="402875" y="1222347"/>
                  </a:lnTo>
                  <a:lnTo>
                    <a:pt x="403501" y="1217908"/>
                  </a:lnTo>
                  <a:lnTo>
                    <a:pt x="404128" y="1213408"/>
                  </a:lnTo>
                  <a:lnTo>
                    <a:pt x="404754" y="1208887"/>
                  </a:lnTo>
                  <a:lnTo>
                    <a:pt x="405381" y="1204400"/>
                  </a:lnTo>
                  <a:lnTo>
                    <a:pt x="406007" y="1199933"/>
                  </a:lnTo>
                  <a:lnTo>
                    <a:pt x="406634" y="1195476"/>
                  </a:lnTo>
                  <a:lnTo>
                    <a:pt x="407260" y="1191022"/>
                  </a:lnTo>
                  <a:lnTo>
                    <a:pt x="407887" y="1186599"/>
                  </a:lnTo>
                  <a:lnTo>
                    <a:pt x="408514" y="1182208"/>
                  </a:lnTo>
                  <a:lnTo>
                    <a:pt x="409140" y="1177867"/>
                  </a:lnTo>
                  <a:lnTo>
                    <a:pt x="409767" y="1173538"/>
                  </a:lnTo>
                  <a:lnTo>
                    <a:pt x="410393" y="1169210"/>
                  </a:lnTo>
                  <a:lnTo>
                    <a:pt x="411020" y="1164902"/>
                  </a:lnTo>
                  <a:lnTo>
                    <a:pt x="411646" y="1160622"/>
                  </a:lnTo>
                  <a:lnTo>
                    <a:pt x="412273" y="1156411"/>
                  </a:lnTo>
                  <a:lnTo>
                    <a:pt x="412899" y="1152271"/>
                  </a:lnTo>
                  <a:lnTo>
                    <a:pt x="413526" y="1148166"/>
                  </a:lnTo>
                  <a:lnTo>
                    <a:pt x="414153" y="1144101"/>
                  </a:lnTo>
                  <a:lnTo>
                    <a:pt x="414779" y="1140053"/>
                  </a:lnTo>
                  <a:lnTo>
                    <a:pt x="415406" y="1136048"/>
                  </a:lnTo>
                  <a:lnTo>
                    <a:pt x="416032" y="1132122"/>
                  </a:lnTo>
                  <a:lnTo>
                    <a:pt x="416659" y="1128286"/>
                  </a:lnTo>
                  <a:lnTo>
                    <a:pt x="417285" y="1124508"/>
                  </a:lnTo>
                  <a:lnTo>
                    <a:pt x="417912" y="1120779"/>
                  </a:lnTo>
                  <a:lnTo>
                    <a:pt x="418538" y="1117101"/>
                  </a:lnTo>
                  <a:lnTo>
                    <a:pt x="419165" y="1113483"/>
                  </a:lnTo>
                  <a:lnTo>
                    <a:pt x="419792" y="1109892"/>
                  </a:lnTo>
                  <a:lnTo>
                    <a:pt x="420418" y="1106256"/>
                  </a:lnTo>
                  <a:lnTo>
                    <a:pt x="421045" y="1102569"/>
                  </a:lnTo>
                  <a:lnTo>
                    <a:pt x="421671" y="1098770"/>
                  </a:lnTo>
                  <a:lnTo>
                    <a:pt x="422298" y="1094850"/>
                  </a:lnTo>
                  <a:lnTo>
                    <a:pt x="422924" y="1090823"/>
                  </a:lnTo>
                  <a:lnTo>
                    <a:pt x="423551" y="1086702"/>
                  </a:lnTo>
                  <a:lnTo>
                    <a:pt x="424177" y="1082526"/>
                  </a:lnTo>
                  <a:lnTo>
                    <a:pt x="424804" y="1078273"/>
                  </a:lnTo>
                  <a:lnTo>
                    <a:pt x="425431" y="1073939"/>
                  </a:lnTo>
                  <a:lnTo>
                    <a:pt x="426057" y="1069529"/>
                  </a:lnTo>
                  <a:lnTo>
                    <a:pt x="426684" y="1065045"/>
                  </a:lnTo>
                  <a:lnTo>
                    <a:pt x="427310" y="1060486"/>
                  </a:lnTo>
                  <a:lnTo>
                    <a:pt x="427937" y="1055839"/>
                  </a:lnTo>
                  <a:lnTo>
                    <a:pt x="428563" y="1051105"/>
                  </a:lnTo>
                  <a:lnTo>
                    <a:pt x="429190" y="1046295"/>
                  </a:lnTo>
                  <a:lnTo>
                    <a:pt x="429816" y="1041453"/>
                  </a:lnTo>
                  <a:lnTo>
                    <a:pt x="430443" y="1036584"/>
                  </a:lnTo>
                  <a:lnTo>
                    <a:pt x="431070" y="1031706"/>
                  </a:lnTo>
                  <a:lnTo>
                    <a:pt x="431696" y="1026847"/>
                  </a:lnTo>
                  <a:lnTo>
                    <a:pt x="432323" y="1021970"/>
                  </a:lnTo>
                  <a:lnTo>
                    <a:pt x="432949" y="1017053"/>
                  </a:lnTo>
                  <a:lnTo>
                    <a:pt x="433576" y="1012119"/>
                  </a:lnTo>
                  <a:lnTo>
                    <a:pt x="434202" y="1007178"/>
                  </a:lnTo>
                  <a:lnTo>
                    <a:pt x="434829" y="1002209"/>
                  </a:lnTo>
                  <a:lnTo>
                    <a:pt x="435455" y="997175"/>
                  </a:lnTo>
                  <a:lnTo>
                    <a:pt x="436082" y="992071"/>
                  </a:lnTo>
                  <a:lnTo>
                    <a:pt x="436709" y="986899"/>
                  </a:lnTo>
                  <a:lnTo>
                    <a:pt x="437335" y="981647"/>
                  </a:lnTo>
                  <a:lnTo>
                    <a:pt x="437962" y="976330"/>
                  </a:lnTo>
                  <a:lnTo>
                    <a:pt x="438588" y="970966"/>
                  </a:lnTo>
                  <a:lnTo>
                    <a:pt x="439215" y="965584"/>
                  </a:lnTo>
                  <a:lnTo>
                    <a:pt x="439841" y="960192"/>
                  </a:lnTo>
                  <a:lnTo>
                    <a:pt x="440468" y="954798"/>
                  </a:lnTo>
                  <a:lnTo>
                    <a:pt x="441094" y="949387"/>
                  </a:lnTo>
                  <a:lnTo>
                    <a:pt x="441721" y="943966"/>
                  </a:lnTo>
                  <a:lnTo>
                    <a:pt x="442348" y="938566"/>
                  </a:lnTo>
                  <a:lnTo>
                    <a:pt x="442974" y="933187"/>
                  </a:lnTo>
                  <a:lnTo>
                    <a:pt x="443601" y="927867"/>
                  </a:lnTo>
                  <a:lnTo>
                    <a:pt x="444227" y="922601"/>
                  </a:lnTo>
                  <a:lnTo>
                    <a:pt x="444854" y="917464"/>
                  </a:lnTo>
                  <a:lnTo>
                    <a:pt x="445480" y="912476"/>
                  </a:lnTo>
                  <a:lnTo>
                    <a:pt x="446107" y="907656"/>
                  </a:lnTo>
                  <a:lnTo>
                    <a:pt x="446733" y="903045"/>
                  </a:lnTo>
                  <a:lnTo>
                    <a:pt x="447360" y="898632"/>
                  </a:lnTo>
                  <a:lnTo>
                    <a:pt x="447987" y="894426"/>
                  </a:lnTo>
                  <a:lnTo>
                    <a:pt x="448613" y="890413"/>
                  </a:lnTo>
                  <a:lnTo>
                    <a:pt x="449240" y="886618"/>
                  </a:lnTo>
                  <a:lnTo>
                    <a:pt x="449866" y="883034"/>
                  </a:lnTo>
                  <a:lnTo>
                    <a:pt x="450493" y="879633"/>
                  </a:lnTo>
                  <a:lnTo>
                    <a:pt x="451119" y="876442"/>
                  </a:lnTo>
                  <a:lnTo>
                    <a:pt x="451746" y="873472"/>
                  </a:lnTo>
                  <a:lnTo>
                    <a:pt x="452372" y="870766"/>
                  </a:lnTo>
                  <a:lnTo>
                    <a:pt x="452999" y="868320"/>
                  </a:lnTo>
                  <a:lnTo>
                    <a:pt x="453626" y="866216"/>
                  </a:lnTo>
                  <a:lnTo>
                    <a:pt x="454252" y="864432"/>
                  </a:lnTo>
                  <a:lnTo>
                    <a:pt x="454879" y="862976"/>
                  </a:lnTo>
                  <a:lnTo>
                    <a:pt x="455505" y="861837"/>
                  </a:lnTo>
                  <a:lnTo>
                    <a:pt x="456132" y="860966"/>
                  </a:lnTo>
                  <a:lnTo>
                    <a:pt x="456758" y="860353"/>
                  </a:lnTo>
                  <a:lnTo>
                    <a:pt x="457385" y="859997"/>
                  </a:lnTo>
                  <a:lnTo>
                    <a:pt x="458011" y="859911"/>
                  </a:lnTo>
                  <a:lnTo>
                    <a:pt x="458638" y="860079"/>
                  </a:lnTo>
                  <a:lnTo>
                    <a:pt x="459265" y="860519"/>
                  </a:lnTo>
                  <a:lnTo>
                    <a:pt x="459891" y="861247"/>
                  </a:lnTo>
                  <a:lnTo>
                    <a:pt x="460518" y="862252"/>
                  </a:lnTo>
                  <a:lnTo>
                    <a:pt x="461144" y="863543"/>
                  </a:lnTo>
                  <a:lnTo>
                    <a:pt x="461771" y="865088"/>
                  </a:lnTo>
                  <a:lnTo>
                    <a:pt x="462397" y="866891"/>
                  </a:lnTo>
                  <a:lnTo>
                    <a:pt x="463024" y="868916"/>
                  </a:lnTo>
                  <a:lnTo>
                    <a:pt x="463650" y="871101"/>
                  </a:lnTo>
                  <a:lnTo>
                    <a:pt x="464277" y="873451"/>
                  </a:lnTo>
                  <a:lnTo>
                    <a:pt x="464904" y="875972"/>
                  </a:lnTo>
                  <a:lnTo>
                    <a:pt x="465530" y="878662"/>
                  </a:lnTo>
                  <a:lnTo>
                    <a:pt x="466157" y="881490"/>
                  </a:lnTo>
                  <a:lnTo>
                    <a:pt x="466783" y="884458"/>
                  </a:lnTo>
                  <a:lnTo>
                    <a:pt x="467410" y="887561"/>
                  </a:lnTo>
                  <a:lnTo>
                    <a:pt x="468036" y="890773"/>
                  </a:lnTo>
                  <a:lnTo>
                    <a:pt x="468663" y="894074"/>
                  </a:lnTo>
                  <a:lnTo>
                    <a:pt x="469289" y="897435"/>
                  </a:lnTo>
                  <a:lnTo>
                    <a:pt x="469916" y="900858"/>
                  </a:lnTo>
                  <a:lnTo>
                    <a:pt x="470543" y="904300"/>
                  </a:lnTo>
                  <a:lnTo>
                    <a:pt x="471169" y="907744"/>
                  </a:lnTo>
                  <a:lnTo>
                    <a:pt x="471796" y="911144"/>
                  </a:lnTo>
                  <a:lnTo>
                    <a:pt x="472422" y="914496"/>
                  </a:lnTo>
                  <a:lnTo>
                    <a:pt x="473049" y="917813"/>
                  </a:lnTo>
                  <a:lnTo>
                    <a:pt x="473675" y="921090"/>
                  </a:lnTo>
                  <a:lnTo>
                    <a:pt x="474302" y="924295"/>
                  </a:lnTo>
                  <a:lnTo>
                    <a:pt x="474928" y="927405"/>
                  </a:lnTo>
                  <a:lnTo>
                    <a:pt x="475555" y="930387"/>
                  </a:lnTo>
                  <a:lnTo>
                    <a:pt x="476181" y="933244"/>
                  </a:lnTo>
                  <a:lnTo>
                    <a:pt x="476808" y="935920"/>
                  </a:lnTo>
                  <a:lnTo>
                    <a:pt x="477435" y="938448"/>
                  </a:lnTo>
                  <a:lnTo>
                    <a:pt x="478061" y="940821"/>
                  </a:lnTo>
                  <a:lnTo>
                    <a:pt x="478688" y="943031"/>
                  </a:lnTo>
                  <a:lnTo>
                    <a:pt x="479314" y="945091"/>
                  </a:lnTo>
                  <a:lnTo>
                    <a:pt x="479941" y="946995"/>
                  </a:lnTo>
                  <a:lnTo>
                    <a:pt x="480567" y="948775"/>
                  </a:lnTo>
                  <a:lnTo>
                    <a:pt x="481194" y="950430"/>
                  </a:lnTo>
                  <a:lnTo>
                    <a:pt x="481820" y="951997"/>
                  </a:lnTo>
                  <a:lnTo>
                    <a:pt x="482447" y="953522"/>
                  </a:lnTo>
                  <a:lnTo>
                    <a:pt x="483074" y="955013"/>
                  </a:lnTo>
                  <a:lnTo>
                    <a:pt x="483700" y="956479"/>
                  </a:lnTo>
                  <a:lnTo>
                    <a:pt x="484327" y="957947"/>
                  </a:lnTo>
                  <a:lnTo>
                    <a:pt x="484953" y="959444"/>
                  </a:lnTo>
                  <a:lnTo>
                    <a:pt x="485580" y="960976"/>
                  </a:lnTo>
                  <a:lnTo>
                    <a:pt x="486206" y="962577"/>
                  </a:lnTo>
                  <a:lnTo>
                    <a:pt x="486833" y="964203"/>
                  </a:lnTo>
                  <a:lnTo>
                    <a:pt x="487459" y="965850"/>
                  </a:lnTo>
                  <a:lnTo>
                    <a:pt x="488086" y="967516"/>
                  </a:lnTo>
                  <a:lnTo>
                    <a:pt x="488713" y="969226"/>
                  </a:lnTo>
                  <a:lnTo>
                    <a:pt x="489339" y="970983"/>
                  </a:lnTo>
                  <a:lnTo>
                    <a:pt x="489966" y="972814"/>
                  </a:lnTo>
                  <a:lnTo>
                    <a:pt x="490592" y="974759"/>
                  </a:lnTo>
                  <a:lnTo>
                    <a:pt x="491219" y="976801"/>
                  </a:lnTo>
                  <a:lnTo>
                    <a:pt x="491845" y="978935"/>
                  </a:lnTo>
                  <a:lnTo>
                    <a:pt x="492472" y="981163"/>
                  </a:lnTo>
                  <a:lnTo>
                    <a:pt x="493098" y="983483"/>
                  </a:lnTo>
                  <a:lnTo>
                    <a:pt x="493725" y="985896"/>
                  </a:lnTo>
                  <a:lnTo>
                    <a:pt x="494352" y="988391"/>
                  </a:lnTo>
                  <a:lnTo>
                    <a:pt x="494978" y="990987"/>
                  </a:lnTo>
                  <a:lnTo>
                    <a:pt x="495605" y="993722"/>
                  </a:lnTo>
                  <a:lnTo>
                    <a:pt x="496231" y="996582"/>
                  </a:lnTo>
                  <a:lnTo>
                    <a:pt x="496858" y="999552"/>
                  </a:lnTo>
                  <a:lnTo>
                    <a:pt x="497484" y="1002642"/>
                  </a:lnTo>
                  <a:lnTo>
                    <a:pt x="498111" y="1005875"/>
                  </a:lnTo>
                  <a:lnTo>
                    <a:pt x="498737" y="1009268"/>
                  </a:lnTo>
                  <a:lnTo>
                    <a:pt x="499364" y="1012807"/>
                  </a:lnTo>
                  <a:lnTo>
                    <a:pt x="499991" y="1016511"/>
                  </a:lnTo>
                  <a:lnTo>
                    <a:pt x="500617" y="1020368"/>
                  </a:lnTo>
                  <a:lnTo>
                    <a:pt x="501244" y="1024397"/>
                  </a:lnTo>
                  <a:lnTo>
                    <a:pt x="501870" y="1028578"/>
                  </a:lnTo>
                  <a:lnTo>
                    <a:pt x="502497" y="1032929"/>
                  </a:lnTo>
                  <a:lnTo>
                    <a:pt x="503123" y="1037453"/>
                  </a:lnTo>
                  <a:lnTo>
                    <a:pt x="503750" y="1042183"/>
                  </a:lnTo>
                  <a:lnTo>
                    <a:pt x="504376" y="1047131"/>
                  </a:lnTo>
                  <a:lnTo>
                    <a:pt x="505003" y="1052273"/>
                  </a:lnTo>
                  <a:lnTo>
                    <a:pt x="505630" y="1057615"/>
                  </a:lnTo>
                  <a:lnTo>
                    <a:pt x="506256" y="1063152"/>
                  </a:lnTo>
                  <a:lnTo>
                    <a:pt x="506883" y="1068890"/>
                  </a:lnTo>
                  <a:lnTo>
                    <a:pt x="507509" y="1074797"/>
                  </a:lnTo>
                  <a:lnTo>
                    <a:pt x="508136" y="1080868"/>
                  </a:lnTo>
                  <a:lnTo>
                    <a:pt x="508762" y="1087105"/>
                  </a:lnTo>
                  <a:lnTo>
                    <a:pt x="509389" y="1093482"/>
                  </a:lnTo>
                  <a:lnTo>
                    <a:pt x="510015" y="1100002"/>
                  </a:lnTo>
                  <a:lnTo>
                    <a:pt x="510642" y="1106634"/>
                  </a:lnTo>
                  <a:lnTo>
                    <a:pt x="511269" y="1113374"/>
                  </a:lnTo>
                  <a:lnTo>
                    <a:pt x="511895" y="1120212"/>
                  </a:lnTo>
                  <a:lnTo>
                    <a:pt x="512522" y="1127144"/>
                  </a:lnTo>
                  <a:lnTo>
                    <a:pt x="513148" y="1134158"/>
                  </a:lnTo>
                  <a:lnTo>
                    <a:pt x="513775" y="1141211"/>
                  </a:lnTo>
                  <a:lnTo>
                    <a:pt x="514401" y="1148283"/>
                  </a:lnTo>
                  <a:lnTo>
                    <a:pt x="515028" y="1155343"/>
                  </a:lnTo>
                  <a:lnTo>
                    <a:pt x="515654" y="1162375"/>
                  </a:lnTo>
                  <a:lnTo>
                    <a:pt x="516281" y="1169341"/>
                  </a:lnTo>
                  <a:lnTo>
                    <a:pt x="516908" y="1176245"/>
                  </a:lnTo>
                  <a:lnTo>
                    <a:pt x="517534" y="1183063"/>
                  </a:lnTo>
                  <a:lnTo>
                    <a:pt x="518161" y="1189791"/>
                  </a:lnTo>
                  <a:lnTo>
                    <a:pt x="518787" y="1196461"/>
                  </a:lnTo>
                  <a:lnTo>
                    <a:pt x="519414" y="1203095"/>
                  </a:lnTo>
                  <a:lnTo>
                    <a:pt x="520040" y="1209671"/>
                  </a:lnTo>
                  <a:lnTo>
                    <a:pt x="520667" y="1216162"/>
                  </a:lnTo>
                  <a:lnTo>
                    <a:pt x="521293" y="1222567"/>
                  </a:lnTo>
                  <a:lnTo>
                    <a:pt x="521920" y="1228841"/>
                  </a:lnTo>
                  <a:lnTo>
                    <a:pt x="522547" y="1234991"/>
                  </a:lnTo>
                  <a:lnTo>
                    <a:pt x="523173" y="1241037"/>
                  </a:lnTo>
                  <a:lnTo>
                    <a:pt x="523800" y="1246978"/>
                  </a:lnTo>
                  <a:lnTo>
                    <a:pt x="524426" y="1252849"/>
                  </a:lnTo>
                  <a:lnTo>
                    <a:pt x="525053" y="1258644"/>
                  </a:lnTo>
                  <a:lnTo>
                    <a:pt x="525679" y="1264395"/>
                  </a:lnTo>
                  <a:lnTo>
                    <a:pt x="526306" y="1270123"/>
                  </a:lnTo>
                  <a:lnTo>
                    <a:pt x="526932" y="1275817"/>
                  </a:lnTo>
                  <a:lnTo>
                    <a:pt x="527559" y="1281457"/>
                  </a:lnTo>
                  <a:lnTo>
                    <a:pt x="528186" y="1287047"/>
                  </a:lnTo>
                  <a:lnTo>
                    <a:pt x="528812" y="1292608"/>
                  </a:lnTo>
                  <a:lnTo>
                    <a:pt x="529439" y="1298156"/>
                  </a:lnTo>
                  <a:lnTo>
                    <a:pt x="530065" y="1303670"/>
                  </a:lnTo>
                  <a:lnTo>
                    <a:pt x="530692" y="1309147"/>
                  </a:lnTo>
                  <a:lnTo>
                    <a:pt x="531318" y="1314598"/>
                  </a:lnTo>
                  <a:lnTo>
                    <a:pt x="531945" y="1320029"/>
                  </a:lnTo>
                  <a:lnTo>
                    <a:pt x="532571" y="1325431"/>
                  </a:lnTo>
                  <a:lnTo>
                    <a:pt x="533198" y="1330814"/>
                  </a:lnTo>
                  <a:lnTo>
                    <a:pt x="533825" y="1336196"/>
                  </a:lnTo>
                  <a:lnTo>
                    <a:pt x="534451" y="1341590"/>
                  </a:lnTo>
                  <a:lnTo>
                    <a:pt x="535078" y="1346984"/>
                  </a:lnTo>
                  <a:lnTo>
                    <a:pt x="535704" y="1352352"/>
                  </a:lnTo>
                  <a:lnTo>
                    <a:pt x="536331" y="1357685"/>
                  </a:lnTo>
                  <a:lnTo>
                    <a:pt x="536957" y="1362980"/>
                  </a:lnTo>
                  <a:lnTo>
                    <a:pt x="537584" y="1368253"/>
                  </a:lnTo>
                  <a:lnTo>
                    <a:pt x="538210" y="1373514"/>
                  </a:lnTo>
                  <a:lnTo>
                    <a:pt x="538837" y="1378759"/>
                  </a:lnTo>
                  <a:lnTo>
                    <a:pt x="539464" y="1384027"/>
                  </a:lnTo>
                  <a:lnTo>
                    <a:pt x="540090" y="1389298"/>
                  </a:lnTo>
                  <a:lnTo>
                    <a:pt x="540717" y="1394552"/>
                  </a:lnTo>
                  <a:lnTo>
                    <a:pt x="541343" y="1399775"/>
                  </a:lnTo>
                  <a:lnTo>
                    <a:pt x="541970" y="1404960"/>
                  </a:lnTo>
                  <a:lnTo>
                    <a:pt x="542596" y="1410116"/>
                  </a:lnTo>
                  <a:lnTo>
                    <a:pt x="543223" y="1415194"/>
                  </a:lnTo>
                  <a:lnTo>
                    <a:pt x="543849" y="1420201"/>
                  </a:lnTo>
                  <a:lnTo>
                    <a:pt x="544476" y="1425088"/>
                  </a:lnTo>
                  <a:lnTo>
                    <a:pt x="545103" y="1429855"/>
                  </a:lnTo>
                  <a:lnTo>
                    <a:pt x="545729" y="1434515"/>
                  </a:lnTo>
                  <a:lnTo>
                    <a:pt x="546356" y="1439063"/>
                  </a:lnTo>
                  <a:lnTo>
                    <a:pt x="546982" y="1443501"/>
                  </a:lnTo>
                  <a:lnTo>
                    <a:pt x="547609" y="1447809"/>
                  </a:lnTo>
                  <a:lnTo>
                    <a:pt x="548235" y="1451984"/>
                  </a:lnTo>
                  <a:lnTo>
                    <a:pt x="548862" y="1455992"/>
                  </a:lnTo>
                  <a:lnTo>
                    <a:pt x="549488" y="1459830"/>
                  </a:lnTo>
                  <a:lnTo>
                    <a:pt x="550115" y="1463496"/>
                  </a:lnTo>
                  <a:lnTo>
                    <a:pt x="550742" y="1466991"/>
                  </a:lnTo>
                  <a:lnTo>
                    <a:pt x="551368" y="1470300"/>
                  </a:lnTo>
                  <a:lnTo>
                    <a:pt x="551995" y="1473446"/>
                  </a:lnTo>
                  <a:lnTo>
                    <a:pt x="552621" y="1476400"/>
                  </a:lnTo>
                  <a:lnTo>
                    <a:pt x="553248" y="1479135"/>
                  </a:lnTo>
                  <a:lnTo>
                    <a:pt x="553874" y="1481685"/>
                  </a:lnTo>
                  <a:lnTo>
                    <a:pt x="554501" y="1484050"/>
                  </a:lnTo>
                  <a:lnTo>
                    <a:pt x="555127" y="1486232"/>
                  </a:lnTo>
                  <a:lnTo>
                    <a:pt x="555754" y="1488238"/>
                  </a:lnTo>
                  <a:lnTo>
                    <a:pt x="556381" y="1490034"/>
                  </a:lnTo>
                  <a:lnTo>
                    <a:pt x="557007" y="1491632"/>
                  </a:lnTo>
                  <a:lnTo>
                    <a:pt x="557634" y="1493033"/>
                  </a:lnTo>
                  <a:lnTo>
                    <a:pt x="558260" y="1494215"/>
                  </a:lnTo>
                  <a:lnTo>
                    <a:pt x="558887" y="1495188"/>
                  </a:lnTo>
                  <a:lnTo>
                    <a:pt x="559513" y="1495987"/>
                  </a:lnTo>
                  <a:lnTo>
                    <a:pt x="560140" y="1496615"/>
                  </a:lnTo>
                  <a:lnTo>
                    <a:pt x="560766" y="1497056"/>
                  </a:lnTo>
                  <a:lnTo>
                    <a:pt x="561393" y="1497290"/>
                  </a:lnTo>
                  <a:lnTo>
                    <a:pt x="562020" y="1497384"/>
                  </a:lnTo>
                  <a:lnTo>
                    <a:pt x="562646" y="1497349"/>
                  </a:lnTo>
                  <a:lnTo>
                    <a:pt x="563273" y="1497188"/>
                  </a:lnTo>
                  <a:lnTo>
                    <a:pt x="563899" y="1496877"/>
                  </a:lnTo>
                  <a:lnTo>
                    <a:pt x="564526" y="1496427"/>
                  </a:lnTo>
                  <a:lnTo>
                    <a:pt x="565152" y="1495820"/>
                  </a:lnTo>
                  <a:lnTo>
                    <a:pt x="565779" y="1495037"/>
                  </a:lnTo>
                  <a:lnTo>
                    <a:pt x="566405" y="1494053"/>
                  </a:lnTo>
                  <a:lnTo>
                    <a:pt x="567032" y="1492866"/>
                  </a:lnTo>
                  <a:lnTo>
                    <a:pt x="567659" y="1491465"/>
                  </a:lnTo>
                  <a:lnTo>
                    <a:pt x="568285" y="1489840"/>
                  </a:lnTo>
                  <a:lnTo>
                    <a:pt x="568912" y="1487989"/>
                  </a:lnTo>
                  <a:lnTo>
                    <a:pt x="569538" y="1485900"/>
                  </a:lnTo>
                  <a:lnTo>
                    <a:pt x="570165" y="1483559"/>
                  </a:lnTo>
                  <a:lnTo>
                    <a:pt x="570791" y="1480963"/>
                  </a:lnTo>
                  <a:lnTo>
                    <a:pt x="571418" y="1478097"/>
                  </a:lnTo>
                  <a:lnTo>
                    <a:pt x="572044" y="1474963"/>
                  </a:lnTo>
                  <a:lnTo>
                    <a:pt x="572671" y="1471583"/>
                  </a:lnTo>
                  <a:lnTo>
                    <a:pt x="573298" y="1467987"/>
                  </a:lnTo>
                  <a:lnTo>
                    <a:pt x="573924" y="1464173"/>
                  </a:lnTo>
                  <a:lnTo>
                    <a:pt x="574551" y="1460138"/>
                  </a:lnTo>
                  <a:lnTo>
                    <a:pt x="575177" y="1455921"/>
                  </a:lnTo>
                  <a:lnTo>
                    <a:pt x="575804" y="1451544"/>
                  </a:lnTo>
                  <a:lnTo>
                    <a:pt x="576430" y="1447016"/>
                  </a:lnTo>
                  <a:lnTo>
                    <a:pt x="577057" y="1442348"/>
                  </a:lnTo>
                  <a:lnTo>
                    <a:pt x="577683" y="1437560"/>
                  </a:lnTo>
                  <a:lnTo>
                    <a:pt x="578310" y="1432667"/>
                  </a:lnTo>
                  <a:lnTo>
                    <a:pt x="578937" y="1427685"/>
                  </a:lnTo>
                  <a:lnTo>
                    <a:pt x="579563" y="1422646"/>
                  </a:lnTo>
                  <a:lnTo>
                    <a:pt x="580190" y="1417577"/>
                  </a:lnTo>
                  <a:lnTo>
                    <a:pt x="580816" y="1412482"/>
                  </a:lnTo>
                  <a:lnTo>
                    <a:pt x="581443" y="1407345"/>
                  </a:lnTo>
                  <a:lnTo>
                    <a:pt x="582069" y="1402160"/>
                  </a:lnTo>
                  <a:lnTo>
                    <a:pt x="582696" y="1396959"/>
                  </a:lnTo>
                  <a:lnTo>
                    <a:pt x="583322" y="1391741"/>
                  </a:lnTo>
                  <a:lnTo>
                    <a:pt x="583949" y="1386518"/>
                  </a:lnTo>
                  <a:lnTo>
                    <a:pt x="584576" y="1381332"/>
                  </a:lnTo>
                  <a:lnTo>
                    <a:pt x="585202" y="1376180"/>
                  </a:lnTo>
                  <a:lnTo>
                    <a:pt x="585829" y="1371051"/>
                  </a:lnTo>
                  <a:lnTo>
                    <a:pt x="586455" y="1365940"/>
                  </a:lnTo>
                  <a:lnTo>
                    <a:pt x="587082" y="1360802"/>
                  </a:lnTo>
                  <a:lnTo>
                    <a:pt x="587708" y="1355609"/>
                  </a:lnTo>
                  <a:lnTo>
                    <a:pt x="588335" y="1350366"/>
                  </a:lnTo>
                  <a:lnTo>
                    <a:pt x="588961" y="1345058"/>
                  </a:lnTo>
                  <a:lnTo>
                    <a:pt x="589588" y="1339693"/>
                  </a:lnTo>
                  <a:lnTo>
                    <a:pt x="590215" y="1334295"/>
                  </a:lnTo>
                  <a:lnTo>
                    <a:pt x="590841" y="1328898"/>
                  </a:lnTo>
                  <a:lnTo>
                    <a:pt x="591468" y="1323510"/>
                  </a:lnTo>
                  <a:lnTo>
                    <a:pt x="592094" y="1318078"/>
                  </a:lnTo>
                  <a:lnTo>
                    <a:pt x="592721" y="1312625"/>
                  </a:lnTo>
                  <a:lnTo>
                    <a:pt x="593347" y="1307143"/>
                  </a:lnTo>
                  <a:lnTo>
                    <a:pt x="593974" y="1301596"/>
                  </a:lnTo>
                  <a:lnTo>
                    <a:pt x="594600" y="1295972"/>
                  </a:lnTo>
                  <a:lnTo>
                    <a:pt x="595227" y="1290272"/>
                  </a:lnTo>
                  <a:lnTo>
                    <a:pt x="595854" y="1284519"/>
                  </a:lnTo>
                  <a:lnTo>
                    <a:pt x="596480" y="1278727"/>
                  </a:lnTo>
                  <a:lnTo>
                    <a:pt x="597107" y="1272911"/>
                  </a:lnTo>
                  <a:lnTo>
                    <a:pt x="597733" y="1267072"/>
                  </a:lnTo>
                  <a:lnTo>
                    <a:pt x="598360" y="1261223"/>
                  </a:lnTo>
                  <a:lnTo>
                    <a:pt x="598986" y="1255372"/>
                  </a:lnTo>
                  <a:lnTo>
                    <a:pt x="599613" y="1249567"/>
                  </a:lnTo>
                  <a:lnTo>
                    <a:pt x="600239" y="1243809"/>
                  </a:lnTo>
                  <a:lnTo>
                    <a:pt x="600866" y="1238117"/>
                  </a:lnTo>
                  <a:lnTo>
                    <a:pt x="601493" y="1232502"/>
                  </a:lnTo>
                  <a:lnTo>
                    <a:pt x="602119" y="1226976"/>
                  </a:lnTo>
                  <a:lnTo>
                    <a:pt x="602746" y="1221535"/>
                  </a:lnTo>
                  <a:lnTo>
                    <a:pt x="603372" y="1216206"/>
                  </a:lnTo>
                  <a:lnTo>
                    <a:pt x="603999" y="1211022"/>
                  </a:lnTo>
                  <a:lnTo>
                    <a:pt x="604625" y="1205971"/>
                  </a:lnTo>
                  <a:lnTo>
                    <a:pt x="605252" y="1201052"/>
                  </a:lnTo>
                  <a:lnTo>
                    <a:pt x="605878" y="1196299"/>
                  </a:lnTo>
                  <a:lnTo>
                    <a:pt x="606505" y="1191725"/>
                  </a:lnTo>
                  <a:lnTo>
                    <a:pt x="607132" y="1187365"/>
                  </a:lnTo>
                  <a:lnTo>
                    <a:pt x="607758" y="1183184"/>
                  </a:lnTo>
                  <a:lnTo>
                    <a:pt x="608385" y="1179221"/>
                  </a:lnTo>
                  <a:lnTo>
                    <a:pt x="609011" y="1175471"/>
                  </a:lnTo>
                  <a:lnTo>
                    <a:pt x="609638" y="1171905"/>
                  </a:lnTo>
                  <a:lnTo>
                    <a:pt x="610264" y="1168534"/>
                  </a:lnTo>
                  <a:lnTo>
                    <a:pt x="610891" y="1165362"/>
                  </a:lnTo>
                  <a:lnTo>
                    <a:pt x="611517" y="1162394"/>
                  </a:lnTo>
                  <a:lnTo>
                    <a:pt x="612144" y="1159618"/>
                  </a:lnTo>
                  <a:lnTo>
                    <a:pt x="612771" y="1157059"/>
                  </a:lnTo>
                  <a:lnTo>
                    <a:pt x="613397" y="1154760"/>
                  </a:lnTo>
                  <a:lnTo>
                    <a:pt x="614024" y="1152743"/>
                  </a:lnTo>
                  <a:lnTo>
                    <a:pt x="614650" y="1150983"/>
                  </a:lnTo>
                  <a:lnTo>
                    <a:pt x="615277" y="1149457"/>
                  </a:lnTo>
                  <a:lnTo>
                    <a:pt x="615903" y="1148184"/>
                  </a:lnTo>
                  <a:lnTo>
                    <a:pt x="616530" y="1147141"/>
                  </a:lnTo>
                  <a:lnTo>
                    <a:pt x="617156" y="1146323"/>
                  </a:lnTo>
                  <a:lnTo>
                    <a:pt x="617783" y="1145683"/>
                  </a:lnTo>
                  <a:lnTo>
                    <a:pt x="618410" y="1145209"/>
                  </a:lnTo>
                  <a:lnTo>
                    <a:pt x="619036" y="1144930"/>
                  </a:lnTo>
                  <a:lnTo>
                    <a:pt x="619663" y="1144842"/>
                  </a:lnTo>
                  <a:lnTo>
                    <a:pt x="620289" y="1144933"/>
                  </a:lnTo>
                  <a:lnTo>
                    <a:pt x="620916" y="1145199"/>
                  </a:lnTo>
                  <a:lnTo>
                    <a:pt x="621542" y="1145651"/>
                  </a:lnTo>
                  <a:lnTo>
                    <a:pt x="622169" y="1146238"/>
                  </a:lnTo>
                  <a:lnTo>
                    <a:pt x="622795" y="1146926"/>
                  </a:lnTo>
                  <a:lnTo>
                    <a:pt x="623422" y="1147689"/>
                  </a:lnTo>
                  <a:lnTo>
                    <a:pt x="624049" y="1148563"/>
                  </a:lnTo>
                  <a:lnTo>
                    <a:pt x="624675" y="1149476"/>
                  </a:lnTo>
                  <a:lnTo>
                    <a:pt x="625302" y="1150405"/>
                  </a:lnTo>
                  <a:lnTo>
                    <a:pt x="625928" y="1151345"/>
                  </a:lnTo>
                  <a:lnTo>
                    <a:pt x="626555" y="1152313"/>
                  </a:lnTo>
                  <a:lnTo>
                    <a:pt x="627181" y="1153330"/>
                  </a:lnTo>
                  <a:lnTo>
                    <a:pt x="627808" y="1154378"/>
                  </a:lnTo>
                  <a:lnTo>
                    <a:pt x="628434" y="1155465"/>
                  </a:lnTo>
                  <a:lnTo>
                    <a:pt x="629061" y="1156624"/>
                  </a:lnTo>
                  <a:lnTo>
                    <a:pt x="629688" y="1157837"/>
                  </a:lnTo>
                  <a:lnTo>
                    <a:pt x="630314" y="1159129"/>
                  </a:lnTo>
                  <a:lnTo>
                    <a:pt x="630941" y="1160504"/>
                  </a:lnTo>
                  <a:lnTo>
                    <a:pt x="631567" y="1161954"/>
                  </a:lnTo>
                  <a:lnTo>
                    <a:pt x="632194" y="1163477"/>
                  </a:lnTo>
                  <a:lnTo>
                    <a:pt x="632820" y="1165095"/>
                  </a:lnTo>
                  <a:lnTo>
                    <a:pt x="633447" y="1166813"/>
                  </a:lnTo>
                  <a:lnTo>
                    <a:pt x="634073" y="1168637"/>
                  </a:lnTo>
                  <a:lnTo>
                    <a:pt x="634700" y="1170607"/>
                  </a:lnTo>
                  <a:lnTo>
                    <a:pt x="635327" y="1172687"/>
                  </a:lnTo>
                  <a:lnTo>
                    <a:pt x="635953" y="1174830"/>
                  </a:lnTo>
                  <a:lnTo>
                    <a:pt x="636580" y="1177036"/>
                  </a:lnTo>
                  <a:lnTo>
                    <a:pt x="637206" y="1179305"/>
                  </a:lnTo>
                  <a:lnTo>
                    <a:pt x="637833" y="1181611"/>
                  </a:lnTo>
                  <a:lnTo>
                    <a:pt x="638459" y="1183940"/>
                  </a:lnTo>
                  <a:lnTo>
                    <a:pt x="639086" y="1186315"/>
                  </a:lnTo>
                  <a:lnTo>
                    <a:pt x="639712" y="1188746"/>
                  </a:lnTo>
                  <a:lnTo>
                    <a:pt x="640339" y="1191210"/>
                  </a:lnTo>
                  <a:lnTo>
                    <a:pt x="640966" y="1193697"/>
                  </a:lnTo>
                  <a:lnTo>
                    <a:pt x="641592" y="1196230"/>
                  </a:lnTo>
                  <a:lnTo>
                    <a:pt x="642219" y="1198769"/>
                  </a:lnTo>
                  <a:lnTo>
                    <a:pt x="642845" y="1201301"/>
                  </a:lnTo>
                  <a:lnTo>
                    <a:pt x="643472" y="1203823"/>
                  </a:lnTo>
                  <a:lnTo>
                    <a:pt x="644098" y="1206340"/>
                  </a:lnTo>
                  <a:lnTo>
                    <a:pt x="644725" y="1208852"/>
                  </a:lnTo>
                  <a:lnTo>
                    <a:pt x="645351" y="1211339"/>
                  </a:lnTo>
                  <a:lnTo>
                    <a:pt x="645978" y="1213777"/>
                  </a:lnTo>
                  <a:lnTo>
                    <a:pt x="646605" y="1216137"/>
                  </a:lnTo>
                  <a:lnTo>
                    <a:pt x="647231" y="1218442"/>
                  </a:lnTo>
                  <a:lnTo>
                    <a:pt x="647858" y="1220659"/>
                  </a:lnTo>
                  <a:lnTo>
                    <a:pt x="648484" y="1222784"/>
                  </a:lnTo>
                  <a:lnTo>
                    <a:pt x="649111" y="1224811"/>
                  </a:lnTo>
                  <a:lnTo>
                    <a:pt x="649737" y="1226774"/>
                  </a:lnTo>
                  <a:lnTo>
                    <a:pt x="650364" y="1228683"/>
                  </a:lnTo>
                  <a:lnTo>
                    <a:pt x="650990" y="1230532"/>
                  </a:lnTo>
                  <a:lnTo>
                    <a:pt x="651617" y="1232354"/>
                  </a:lnTo>
                  <a:lnTo>
                    <a:pt x="652244" y="1234140"/>
                  </a:lnTo>
                  <a:lnTo>
                    <a:pt x="652870" y="1235858"/>
                  </a:lnTo>
                  <a:lnTo>
                    <a:pt x="653497" y="1237444"/>
                  </a:lnTo>
                  <a:lnTo>
                    <a:pt x="654123" y="1238897"/>
                  </a:lnTo>
                  <a:lnTo>
                    <a:pt x="654750" y="1240227"/>
                  </a:lnTo>
                  <a:lnTo>
                    <a:pt x="655376" y="1241444"/>
                  </a:lnTo>
                  <a:lnTo>
                    <a:pt x="656003" y="1242583"/>
                  </a:lnTo>
                  <a:lnTo>
                    <a:pt x="656629" y="1243693"/>
                  </a:lnTo>
                  <a:lnTo>
                    <a:pt x="657256" y="1244798"/>
                  </a:lnTo>
                  <a:lnTo>
                    <a:pt x="657883" y="1245895"/>
                  </a:lnTo>
                  <a:lnTo>
                    <a:pt x="658509" y="1246954"/>
                  </a:lnTo>
                  <a:lnTo>
                    <a:pt x="659136" y="1247967"/>
                  </a:lnTo>
                  <a:lnTo>
                    <a:pt x="659762" y="1248928"/>
                  </a:lnTo>
                  <a:lnTo>
                    <a:pt x="660389" y="1249843"/>
                  </a:lnTo>
                  <a:lnTo>
                    <a:pt x="661015" y="1250680"/>
                  </a:lnTo>
                  <a:lnTo>
                    <a:pt x="661642" y="1251479"/>
                  </a:lnTo>
                  <a:lnTo>
                    <a:pt x="662268" y="1252253"/>
                  </a:lnTo>
                  <a:lnTo>
                    <a:pt x="662895" y="1253017"/>
                  </a:lnTo>
                  <a:lnTo>
                    <a:pt x="663522" y="1253759"/>
                  </a:lnTo>
                  <a:lnTo>
                    <a:pt x="664148" y="1254489"/>
                  </a:lnTo>
                  <a:lnTo>
                    <a:pt x="664775" y="1255183"/>
                  </a:lnTo>
                  <a:lnTo>
                    <a:pt x="665401" y="1255827"/>
                  </a:lnTo>
                  <a:lnTo>
                    <a:pt x="666028" y="1256403"/>
                  </a:lnTo>
                  <a:lnTo>
                    <a:pt x="666654" y="1256870"/>
                  </a:lnTo>
                  <a:lnTo>
                    <a:pt x="667281" y="1257257"/>
                  </a:lnTo>
                  <a:lnTo>
                    <a:pt x="667907" y="1257598"/>
                  </a:lnTo>
                  <a:lnTo>
                    <a:pt x="668534" y="1257891"/>
                  </a:lnTo>
                  <a:lnTo>
                    <a:pt x="669161" y="1258138"/>
                  </a:lnTo>
                  <a:lnTo>
                    <a:pt x="669787" y="1258325"/>
                  </a:lnTo>
                  <a:lnTo>
                    <a:pt x="670414" y="1258489"/>
                  </a:lnTo>
                  <a:lnTo>
                    <a:pt x="671040" y="1258566"/>
                  </a:lnTo>
                  <a:lnTo>
                    <a:pt x="671667" y="1258550"/>
                  </a:lnTo>
                  <a:lnTo>
                    <a:pt x="672293" y="1258454"/>
                  </a:lnTo>
                  <a:lnTo>
                    <a:pt x="672920" y="1258237"/>
                  </a:lnTo>
                  <a:lnTo>
                    <a:pt x="673546" y="1257879"/>
                  </a:lnTo>
                  <a:lnTo>
                    <a:pt x="674173" y="1257368"/>
                  </a:lnTo>
                  <a:lnTo>
                    <a:pt x="674800" y="1256705"/>
                  </a:lnTo>
                  <a:lnTo>
                    <a:pt x="675426" y="1255865"/>
                  </a:lnTo>
                  <a:lnTo>
                    <a:pt x="676053" y="1254809"/>
                  </a:lnTo>
                  <a:lnTo>
                    <a:pt x="676679" y="1253503"/>
                  </a:lnTo>
                  <a:lnTo>
                    <a:pt x="677306" y="1251955"/>
                  </a:lnTo>
                  <a:lnTo>
                    <a:pt x="677932" y="1250220"/>
                  </a:lnTo>
                  <a:lnTo>
                    <a:pt x="678559" y="1248303"/>
                  </a:lnTo>
                  <a:lnTo>
                    <a:pt x="679185" y="1246172"/>
                  </a:lnTo>
                  <a:lnTo>
                    <a:pt x="679812" y="1243810"/>
                  </a:lnTo>
                  <a:lnTo>
                    <a:pt x="680439" y="1241258"/>
                  </a:lnTo>
                  <a:lnTo>
                    <a:pt x="681065" y="1238524"/>
                  </a:lnTo>
                  <a:lnTo>
                    <a:pt x="681692" y="1235612"/>
                  </a:lnTo>
                  <a:lnTo>
                    <a:pt x="682318" y="1232545"/>
                  </a:lnTo>
                  <a:lnTo>
                    <a:pt x="682945" y="1229343"/>
                  </a:lnTo>
                  <a:lnTo>
                    <a:pt x="683571" y="1226025"/>
                  </a:lnTo>
                  <a:lnTo>
                    <a:pt x="684198" y="1222600"/>
                  </a:lnTo>
                  <a:lnTo>
                    <a:pt x="684824" y="1219115"/>
                  </a:lnTo>
                  <a:lnTo>
                    <a:pt x="685451" y="1215621"/>
                  </a:lnTo>
                  <a:lnTo>
                    <a:pt x="686078" y="1212144"/>
                  </a:lnTo>
                  <a:lnTo>
                    <a:pt x="686704" y="1208667"/>
                  </a:lnTo>
                  <a:lnTo>
                    <a:pt x="687331" y="1205189"/>
                  </a:lnTo>
                  <a:lnTo>
                    <a:pt x="687957" y="1201683"/>
                  </a:lnTo>
                  <a:lnTo>
                    <a:pt x="688584" y="1198197"/>
                  </a:lnTo>
                  <a:lnTo>
                    <a:pt x="689210" y="1194741"/>
                  </a:lnTo>
                  <a:lnTo>
                    <a:pt x="689837" y="1191299"/>
                  </a:lnTo>
                  <a:lnTo>
                    <a:pt x="690463" y="1187876"/>
                  </a:lnTo>
                  <a:lnTo>
                    <a:pt x="691090" y="1184464"/>
                  </a:lnTo>
                  <a:lnTo>
                    <a:pt x="691717" y="1181043"/>
                  </a:lnTo>
                  <a:lnTo>
                    <a:pt x="692343" y="1177629"/>
                  </a:lnTo>
                  <a:lnTo>
                    <a:pt x="692970" y="1174216"/>
                  </a:lnTo>
                  <a:lnTo>
                    <a:pt x="693596" y="1170790"/>
                  </a:lnTo>
                  <a:lnTo>
                    <a:pt x="694223" y="1167323"/>
                  </a:lnTo>
                  <a:lnTo>
                    <a:pt x="694849" y="1163807"/>
                  </a:lnTo>
                  <a:lnTo>
                    <a:pt x="695476" y="1160222"/>
                  </a:lnTo>
                  <a:lnTo>
                    <a:pt x="696102" y="1156575"/>
                  </a:lnTo>
                  <a:lnTo>
                    <a:pt x="696729" y="1152873"/>
                  </a:lnTo>
                  <a:lnTo>
                    <a:pt x="697356" y="1149111"/>
                  </a:lnTo>
                  <a:lnTo>
                    <a:pt x="697982" y="1145321"/>
                  </a:lnTo>
                  <a:lnTo>
                    <a:pt x="698609" y="1141546"/>
                  </a:lnTo>
                  <a:lnTo>
                    <a:pt x="699235" y="1137791"/>
                  </a:lnTo>
                  <a:lnTo>
                    <a:pt x="699862" y="1134077"/>
                  </a:lnTo>
                  <a:lnTo>
                    <a:pt x="700488" y="1130431"/>
                  </a:lnTo>
                  <a:lnTo>
                    <a:pt x="701115" y="1126844"/>
                  </a:lnTo>
                  <a:lnTo>
                    <a:pt x="701741" y="1123284"/>
                  </a:lnTo>
                  <a:lnTo>
                    <a:pt x="702368" y="1119734"/>
                  </a:lnTo>
                  <a:lnTo>
                    <a:pt x="702995" y="1116193"/>
                  </a:lnTo>
                  <a:lnTo>
                    <a:pt x="703621" y="1112674"/>
                  </a:lnTo>
                  <a:lnTo>
                    <a:pt x="704248" y="1109170"/>
                  </a:lnTo>
                  <a:lnTo>
                    <a:pt x="704874" y="1105737"/>
                  </a:lnTo>
                  <a:lnTo>
                    <a:pt x="705501" y="1102344"/>
                  </a:lnTo>
                  <a:lnTo>
                    <a:pt x="706127" y="1098995"/>
                  </a:lnTo>
                  <a:lnTo>
                    <a:pt x="706754" y="1095705"/>
                  </a:lnTo>
                  <a:lnTo>
                    <a:pt x="707380" y="1092469"/>
                  </a:lnTo>
                  <a:lnTo>
                    <a:pt x="708007" y="1089303"/>
                  </a:lnTo>
                  <a:lnTo>
                    <a:pt x="708634" y="1086227"/>
                  </a:lnTo>
                  <a:lnTo>
                    <a:pt x="709260" y="1083250"/>
                  </a:lnTo>
                  <a:lnTo>
                    <a:pt x="709887" y="1080333"/>
                  </a:lnTo>
                  <a:lnTo>
                    <a:pt x="710513" y="1077495"/>
                  </a:lnTo>
                  <a:lnTo>
                    <a:pt x="711140" y="1074762"/>
                  </a:lnTo>
                  <a:lnTo>
                    <a:pt x="711766" y="1072145"/>
                  </a:lnTo>
                  <a:lnTo>
                    <a:pt x="712393" y="1069642"/>
                  </a:lnTo>
                  <a:lnTo>
                    <a:pt x="713019" y="1067273"/>
                  </a:lnTo>
                  <a:lnTo>
                    <a:pt x="713646" y="1065032"/>
                  </a:lnTo>
                  <a:lnTo>
                    <a:pt x="714272" y="1062882"/>
                  </a:lnTo>
                  <a:lnTo>
                    <a:pt x="714899" y="1060832"/>
                  </a:lnTo>
                  <a:lnTo>
                    <a:pt x="715526" y="1058896"/>
                  </a:lnTo>
                  <a:lnTo>
                    <a:pt x="716152" y="1057093"/>
                  </a:lnTo>
                  <a:lnTo>
                    <a:pt x="716779" y="1055424"/>
                  </a:lnTo>
                  <a:lnTo>
                    <a:pt x="717405" y="1053902"/>
                  </a:lnTo>
                  <a:lnTo>
                    <a:pt x="718032" y="1052531"/>
                  </a:lnTo>
                  <a:lnTo>
                    <a:pt x="718658" y="1051297"/>
                  </a:lnTo>
                  <a:lnTo>
                    <a:pt x="719285" y="1050184"/>
                  </a:lnTo>
                  <a:lnTo>
                    <a:pt x="719911" y="1049207"/>
                  </a:lnTo>
                  <a:lnTo>
                    <a:pt x="720538" y="1048396"/>
                  </a:lnTo>
                  <a:lnTo>
                    <a:pt x="721165" y="1047761"/>
                  </a:lnTo>
                  <a:lnTo>
                    <a:pt x="721791" y="1047322"/>
                  </a:lnTo>
                  <a:lnTo>
                    <a:pt x="722418" y="1047095"/>
                  </a:lnTo>
                  <a:lnTo>
                    <a:pt x="723044" y="1047053"/>
                  </a:lnTo>
                  <a:lnTo>
                    <a:pt x="723671" y="1047227"/>
                  </a:lnTo>
                  <a:lnTo>
                    <a:pt x="724297" y="1047586"/>
                  </a:lnTo>
                  <a:lnTo>
                    <a:pt x="724924" y="1048104"/>
                  </a:lnTo>
                  <a:lnTo>
                    <a:pt x="725550" y="1048776"/>
                  </a:lnTo>
                  <a:lnTo>
                    <a:pt x="726177" y="1049593"/>
                  </a:lnTo>
                  <a:lnTo>
                    <a:pt x="726804" y="1050547"/>
                  </a:lnTo>
                  <a:lnTo>
                    <a:pt x="727430" y="1051648"/>
                  </a:lnTo>
                  <a:lnTo>
                    <a:pt x="728057" y="1052858"/>
                  </a:lnTo>
                  <a:lnTo>
                    <a:pt x="728683" y="1054166"/>
                  </a:lnTo>
                  <a:lnTo>
                    <a:pt x="729310" y="1055562"/>
                  </a:lnTo>
                  <a:lnTo>
                    <a:pt x="729936" y="1056998"/>
                  </a:lnTo>
                  <a:lnTo>
                    <a:pt x="730563" y="1058443"/>
                  </a:lnTo>
                  <a:lnTo>
                    <a:pt x="731189" y="1059873"/>
                  </a:lnTo>
                  <a:lnTo>
                    <a:pt x="731816" y="1061244"/>
                  </a:lnTo>
                  <a:lnTo>
                    <a:pt x="732443" y="1062542"/>
                  </a:lnTo>
                  <a:lnTo>
                    <a:pt x="733069" y="1063754"/>
                  </a:lnTo>
                  <a:lnTo>
                    <a:pt x="733696" y="1064928"/>
                  </a:lnTo>
                  <a:lnTo>
                    <a:pt x="734322" y="1066056"/>
                  </a:lnTo>
                  <a:lnTo>
                    <a:pt x="734949" y="1067146"/>
                  </a:lnTo>
                  <a:lnTo>
                    <a:pt x="735575" y="1068231"/>
                  </a:lnTo>
                  <a:lnTo>
                    <a:pt x="736202" y="1069313"/>
                  </a:lnTo>
                  <a:lnTo>
                    <a:pt x="736828" y="1070408"/>
                  </a:lnTo>
                  <a:lnTo>
                    <a:pt x="737455" y="1071595"/>
                  </a:lnTo>
                  <a:lnTo>
                    <a:pt x="738082" y="1072913"/>
                  </a:lnTo>
                  <a:lnTo>
                    <a:pt x="738708" y="1074375"/>
                  </a:lnTo>
                  <a:lnTo>
                    <a:pt x="739335" y="1076019"/>
                  </a:lnTo>
                  <a:lnTo>
                    <a:pt x="739961" y="1077845"/>
                  </a:lnTo>
                  <a:lnTo>
                    <a:pt x="740588" y="1079847"/>
                  </a:lnTo>
                  <a:lnTo>
                    <a:pt x="741214" y="1082002"/>
                  </a:lnTo>
                  <a:lnTo>
                    <a:pt x="741841" y="1084353"/>
                  </a:lnTo>
                  <a:lnTo>
                    <a:pt x="742467" y="1086920"/>
                  </a:lnTo>
                  <a:lnTo>
                    <a:pt x="743094" y="1089709"/>
                  </a:lnTo>
                  <a:lnTo>
                    <a:pt x="743721" y="1092703"/>
                  </a:lnTo>
                  <a:lnTo>
                    <a:pt x="744347" y="1095892"/>
                  </a:lnTo>
                  <a:lnTo>
                    <a:pt x="744974" y="1099247"/>
                  </a:lnTo>
                  <a:lnTo>
                    <a:pt x="745600" y="1102749"/>
                  </a:lnTo>
                  <a:lnTo>
                    <a:pt x="746227" y="1106388"/>
                  </a:lnTo>
                  <a:lnTo>
                    <a:pt x="746853" y="1110126"/>
                  </a:lnTo>
                  <a:lnTo>
                    <a:pt x="747480" y="1113914"/>
                  </a:lnTo>
                  <a:lnTo>
                    <a:pt x="748106" y="1117722"/>
                  </a:lnTo>
                  <a:lnTo>
                    <a:pt x="748733" y="1121529"/>
                  </a:lnTo>
                  <a:lnTo>
                    <a:pt x="749360" y="1125323"/>
                  </a:lnTo>
                  <a:lnTo>
                    <a:pt x="749986" y="1129086"/>
                  </a:lnTo>
                  <a:lnTo>
                    <a:pt x="750613" y="1132848"/>
                  </a:lnTo>
                  <a:lnTo>
                    <a:pt x="751239" y="1136565"/>
                  </a:lnTo>
                  <a:lnTo>
                    <a:pt x="751866" y="1140189"/>
                  </a:lnTo>
                  <a:lnTo>
                    <a:pt x="752492" y="1143652"/>
                  </a:lnTo>
                  <a:lnTo>
                    <a:pt x="753119" y="1146944"/>
                  </a:lnTo>
                  <a:lnTo>
                    <a:pt x="753745" y="1150043"/>
                  </a:lnTo>
                  <a:lnTo>
                    <a:pt x="754372" y="1152954"/>
                  </a:lnTo>
                  <a:lnTo>
                    <a:pt x="754999" y="1155695"/>
                  </a:lnTo>
                  <a:lnTo>
                    <a:pt x="755625" y="1158247"/>
                  </a:lnTo>
                  <a:lnTo>
                    <a:pt x="756252" y="1160600"/>
                  </a:lnTo>
                  <a:lnTo>
                    <a:pt x="756878" y="1162782"/>
                  </a:lnTo>
                  <a:lnTo>
                    <a:pt x="757505" y="1164793"/>
                  </a:lnTo>
                  <a:lnTo>
                    <a:pt x="758131" y="1166632"/>
                  </a:lnTo>
                  <a:lnTo>
                    <a:pt x="758758" y="1168296"/>
                  </a:lnTo>
                  <a:lnTo>
                    <a:pt x="759384" y="1169784"/>
                  </a:lnTo>
                  <a:lnTo>
                    <a:pt x="760011" y="1171104"/>
                  </a:lnTo>
                  <a:lnTo>
                    <a:pt x="760638" y="1172251"/>
                  </a:lnTo>
                  <a:lnTo>
                    <a:pt x="761264" y="1173242"/>
                  </a:lnTo>
                  <a:lnTo>
                    <a:pt x="761891" y="1174090"/>
                  </a:lnTo>
                  <a:lnTo>
                    <a:pt x="762517" y="1174798"/>
                  </a:lnTo>
                  <a:lnTo>
                    <a:pt x="763144" y="1175348"/>
                  </a:lnTo>
                  <a:lnTo>
                    <a:pt x="763770" y="1175755"/>
                  </a:lnTo>
                  <a:lnTo>
                    <a:pt x="764397" y="1176039"/>
                  </a:lnTo>
                  <a:lnTo>
                    <a:pt x="765023" y="1176225"/>
                  </a:lnTo>
                  <a:lnTo>
                    <a:pt x="765650" y="1176334"/>
                  </a:lnTo>
                  <a:lnTo>
                    <a:pt x="766277" y="1176365"/>
                  </a:lnTo>
                  <a:lnTo>
                    <a:pt x="766903" y="1176334"/>
                  </a:lnTo>
                  <a:lnTo>
                    <a:pt x="767530" y="1176233"/>
                  </a:lnTo>
                  <a:lnTo>
                    <a:pt x="768156" y="1176103"/>
                  </a:lnTo>
                  <a:lnTo>
                    <a:pt x="768783" y="1175957"/>
                  </a:lnTo>
                  <a:lnTo>
                    <a:pt x="769409" y="1175782"/>
                  </a:lnTo>
                  <a:lnTo>
                    <a:pt x="770036" y="1175614"/>
                  </a:lnTo>
                  <a:lnTo>
                    <a:pt x="770662" y="1175462"/>
                  </a:lnTo>
                  <a:lnTo>
                    <a:pt x="771289" y="1175320"/>
                  </a:lnTo>
                  <a:lnTo>
                    <a:pt x="771916" y="1175170"/>
                  </a:lnTo>
                  <a:lnTo>
                    <a:pt x="772542" y="1174983"/>
                  </a:lnTo>
                  <a:lnTo>
                    <a:pt x="773169" y="1174761"/>
                  </a:lnTo>
                  <a:lnTo>
                    <a:pt x="773795" y="1174482"/>
                  </a:lnTo>
                  <a:lnTo>
                    <a:pt x="774422" y="1174129"/>
                  </a:lnTo>
                  <a:lnTo>
                    <a:pt x="775048" y="1173707"/>
                  </a:lnTo>
                  <a:lnTo>
                    <a:pt x="775675" y="1173241"/>
                  </a:lnTo>
                  <a:lnTo>
                    <a:pt x="776301" y="1172723"/>
                  </a:lnTo>
                  <a:lnTo>
                    <a:pt x="776928" y="1172158"/>
                  </a:lnTo>
                  <a:lnTo>
                    <a:pt x="777555" y="1171566"/>
                  </a:lnTo>
                  <a:lnTo>
                    <a:pt x="778181" y="1170919"/>
                  </a:lnTo>
                  <a:lnTo>
                    <a:pt x="778808" y="1170250"/>
                  </a:lnTo>
                  <a:lnTo>
                    <a:pt x="779434" y="1169541"/>
                  </a:lnTo>
                  <a:lnTo>
                    <a:pt x="780061" y="1168760"/>
                  </a:lnTo>
                  <a:lnTo>
                    <a:pt x="780687" y="1167895"/>
                  </a:lnTo>
                  <a:lnTo>
                    <a:pt x="781314" y="1166940"/>
                  </a:lnTo>
                  <a:lnTo>
                    <a:pt x="781940" y="1165914"/>
                  </a:lnTo>
                  <a:lnTo>
                    <a:pt x="782567" y="1164789"/>
                  </a:lnTo>
                  <a:lnTo>
                    <a:pt x="783194" y="1163570"/>
                  </a:lnTo>
                  <a:lnTo>
                    <a:pt x="783820" y="1162257"/>
                  </a:lnTo>
                  <a:lnTo>
                    <a:pt x="784447" y="1160823"/>
                  </a:lnTo>
                  <a:lnTo>
                    <a:pt x="785073" y="1159239"/>
                  </a:lnTo>
                  <a:lnTo>
                    <a:pt x="785700" y="1157525"/>
                  </a:lnTo>
                  <a:lnTo>
                    <a:pt x="786326" y="1155660"/>
                  </a:lnTo>
                  <a:lnTo>
                    <a:pt x="786953" y="1153631"/>
                  </a:lnTo>
                  <a:lnTo>
                    <a:pt x="787579" y="1151453"/>
                  </a:lnTo>
                  <a:lnTo>
                    <a:pt x="788206" y="1149119"/>
                  </a:lnTo>
                  <a:lnTo>
                    <a:pt x="788833" y="1146636"/>
                  </a:lnTo>
                  <a:lnTo>
                    <a:pt x="789459" y="1144020"/>
                  </a:lnTo>
                  <a:lnTo>
                    <a:pt x="790086" y="1141282"/>
                  </a:lnTo>
                  <a:lnTo>
                    <a:pt x="790712" y="1138456"/>
                  </a:lnTo>
                  <a:lnTo>
                    <a:pt x="791339" y="1135549"/>
                  </a:lnTo>
                  <a:lnTo>
                    <a:pt x="791965" y="1132591"/>
                  </a:lnTo>
                  <a:lnTo>
                    <a:pt x="792592" y="1129609"/>
                  </a:lnTo>
                  <a:lnTo>
                    <a:pt x="793218" y="1126600"/>
                  </a:lnTo>
                  <a:lnTo>
                    <a:pt x="793845" y="1123581"/>
                  </a:lnTo>
                  <a:lnTo>
                    <a:pt x="794472" y="1120549"/>
                  </a:lnTo>
                  <a:lnTo>
                    <a:pt x="795098" y="1117515"/>
                  </a:lnTo>
                  <a:lnTo>
                    <a:pt x="795725" y="1114489"/>
                  </a:lnTo>
                  <a:lnTo>
                    <a:pt x="796351" y="1111443"/>
                  </a:lnTo>
                  <a:lnTo>
                    <a:pt x="796978" y="1108371"/>
                  </a:lnTo>
                  <a:lnTo>
                    <a:pt x="797604" y="1105246"/>
                  </a:lnTo>
                  <a:lnTo>
                    <a:pt x="798231" y="1102079"/>
                  </a:lnTo>
                  <a:lnTo>
                    <a:pt x="798857" y="1098841"/>
                  </a:lnTo>
                  <a:lnTo>
                    <a:pt x="799484" y="1095506"/>
                  </a:lnTo>
                  <a:lnTo>
                    <a:pt x="800111" y="1091991"/>
                  </a:lnTo>
                  <a:lnTo>
                    <a:pt x="800737" y="1088235"/>
                  </a:lnTo>
                  <a:lnTo>
                    <a:pt x="801364" y="1084197"/>
                  </a:lnTo>
                  <a:lnTo>
                    <a:pt x="801990" y="1079817"/>
                  </a:lnTo>
                  <a:lnTo>
                    <a:pt x="802617" y="1075065"/>
                  </a:lnTo>
                  <a:lnTo>
                    <a:pt x="803243" y="1069918"/>
                  </a:lnTo>
                  <a:lnTo>
                    <a:pt x="803870" y="1064400"/>
                  </a:lnTo>
                  <a:lnTo>
                    <a:pt x="804496" y="1058543"/>
                  </a:lnTo>
                  <a:lnTo>
                    <a:pt x="805123" y="1052338"/>
                  </a:lnTo>
                  <a:lnTo>
                    <a:pt x="805750" y="1045769"/>
                  </a:lnTo>
                  <a:lnTo>
                    <a:pt x="806376" y="1038852"/>
                  </a:lnTo>
                  <a:lnTo>
                    <a:pt x="807003" y="1031586"/>
                  </a:lnTo>
                  <a:lnTo>
                    <a:pt x="807629" y="1023980"/>
                  </a:lnTo>
                  <a:lnTo>
                    <a:pt x="808256" y="1016061"/>
                  </a:lnTo>
                  <a:lnTo>
                    <a:pt x="808882" y="1007845"/>
                  </a:lnTo>
                  <a:lnTo>
                    <a:pt x="809509" y="999364"/>
                  </a:lnTo>
                  <a:lnTo>
                    <a:pt x="810135" y="990668"/>
                  </a:lnTo>
                  <a:lnTo>
                    <a:pt x="810762" y="981740"/>
                  </a:lnTo>
                  <a:lnTo>
                    <a:pt x="811389" y="972608"/>
                  </a:lnTo>
                  <a:lnTo>
                    <a:pt x="812015" y="963315"/>
                  </a:lnTo>
                  <a:lnTo>
                    <a:pt x="812642" y="953895"/>
                  </a:lnTo>
                  <a:lnTo>
                    <a:pt x="813268" y="944349"/>
                  </a:lnTo>
                  <a:lnTo>
                    <a:pt x="813895" y="934674"/>
                  </a:lnTo>
                  <a:lnTo>
                    <a:pt x="814521" y="924898"/>
                  </a:lnTo>
                  <a:lnTo>
                    <a:pt x="815148" y="915055"/>
                  </a:lnTo>
                  <a:lnTo>
                    <a:pt x="815774" y="905180"/>
                  </a:lnTo>
                  <a:lnTo>
                    <a:pt x="816401" y="895298"/>
                  </a:lnTo>
                  <a:lnTo>
                    <a:pt x="817028" y="885388"/>
                  </a:lnTo>
                  <a:lnTo>
                    <a:pt x="817654" y="875446"/>
                  </a:lnTo>
                  <a:lnTo>
                    <a:pt x="818281" y="865509"/>
                  </a:lnTo>
                  <a:lnTo>
                    <a:pt x="818907" y="855587"/>
                  </a:lnTo>
                  <a:lnTo>
                    <a:pt x="819534" y="845667"/>
                  </a:lnTo>
                  <a:lnTo>
                    <a:pt x="820160" y="835764"/>
                  </a:lnTo>
                  <a:lnTo>
                    <a:pt x="820787" y="825874"/>
                  </a:lnTo>
                  <a:lnTo>
                    <a:pt x="821413" y="815985"/>
                  </a:lnTo>
                  <a:lnTo>
                    <a:pt x="822040" y="806089"/>
                  </a:lnTo>
                  <a:lnTo>
                    <a:pt x="822667" y="796163"/>
                  </a:lnTo>
                  <a:lnTo>
                    <a:pt x="823293" y="786206"/>
                  </a:lnTo>
                  <a:lnTo>
                    <a:pt x="823920" y="776202"/>
                  </a:lnTo>
                  <a:lnTo>
                    <a:pt x="824546" y="766145"/>
                  </a:lnTo>
                  <a:lnTo>
                    <a:pt x="825173" y="756022"/>
                  </a:lnTo>
                  <a:lnTo>
                    <a:pt x="825799" y="745847"/>
                  </a:lnTo>
                  <a:lnTo>
                    <a:pt x="826426" y="735658"/>
                  </a:lnTo>
                  <a:lnTo>
                    <a:pt x="827052" y="725451"/>
                  </a:lnTo>
                  <a:lnTo>
                    <a:pt x="827679" y="715183"/>
                  </a:lnTo>
                  <a:lnTo>
                    <a:pt x="828306" y="704861"/>
                  </a:lnTo>
                  <a:lnTo>
                    <a:pt x="828932" y="694479"/>
                  </a:lnTo>
                  <a:lnTo>
                    <a:pt x="829559" y="684030"/>
                  </a:lnTo>
                  <a:lnTo>
                    <a:pt x="830185" y="673494"/>
                  </a:lnTo>
                  <a:lnTo>
                    <a:pt x="830812" y="662878"/>
                  </a:lnTo>
                  <a:lnTo>
                    <a:pt x="831438" y="652174"/>
                  </a:lnTo>
                  <a:lnTo>
                    <a:pt x="832065" y="641399"/>
                  </a:lnTo>
                  <a:lnTo>
                    <a:pt x="832691" y="630560"/>
                  </a:lnTo>
                  <a:lnTo>
                    <a:pt x="833318" y="619686"/>
                  </a:lnTo>
                  <a:lnTo>
                    <a:pt x="833945" y="608809"/>
                  </a:lnTo>
                  <a:lnTo>
                    <a:pt x="834571" y="597950"/>
                  </a:lnTo>
                  <a:lnTo>
                    <a:pt x="835198" y="587154"/>
                  </a:lnTo>
                  <a:lnTo>
                    <a:pt x="835824" y="576412"/>
                  </a:lnTo>
                  <a:lnTo>
                    <a:pt x="836451" y="565715"/>
                  </a:lnTo>
                  <a:lnTo>
                    <a:pt x="837077" y="555095"/>
                  </a:lnTo>
                  <a:lnTo>
                    <a:pt x="837704" y="544567"/>
                  </a:lnTo>
                  <a:lnTo>
                    <a:pt x="838330" y="534106"/>
                  </a:lnTo>
                  <a:lnTo>
                    <a:pt x="838957" y="523703"/>
                  </a:lnTo>
                  <a:lnTo>
                    <a:pt x="839584" y="513355"/>
                  </a:lnTo>
                  <a:lnTo>
                    <a:pt x="840210" y="503047"/>
                  </a:lnTo>
                  <a:lnTo>
                    <a:pt x="840837" y="492791"/>
                  </a:lnTo>
                  <a:lnTo>
                    <a:pt x="841463" y="482556"/>
                  </a:lnTo>
                  <a:lnTo>
                    <a:pt x="842090" y="472349"/>
                  </a:lnTo>
                  <a:lnTo>
                    <a:pt x="842716" y="462195"/>
                  </a:lnTo>
                  <a:lnTo>
                    <a:pt x="843343" y="452101"/>
                  </a:lnTo>
                  <a:lnTo>
                    <a:pt x="843969" y="442080"/>
                  </a:lnTo>
                  <a:lnTo>
                    <a:pt x="844596" y="432119"/>
                  </a:lnTo>
                  <a:lnTo>
                    <a:pt x="845223" y="422235"/>
                  </a:lnTo>
                  <a:lnTo>
                    <a:pt x="845849" y="412426"/>
                  </a:lnTo>
                  <a:lnTo>
                    <a:pt x="846476" y="402693"/>
                  </a:lnTo>
                  <a:lnTo>
                    <a:pt x="847102" y="393056"/>
                  </a:lnTo>
                  <a:lnTo>
                    <a:pt x="847729" y="383526"/>
                  </a:lnTo>
                  <a:lnTo>
                    <a:pt x="848355" y="374144"/>
                  </a:lnTo>
                  <a:lnTo>
                    <a:pt x="848982" y="364961"/>
                  </a:lnTo>
                  <a:lnTo>
                    <a:pt x="849608" y="355988"/>
                  </a:lnTo>
                  <a:lnTo>
                    <a:pt x="850235" y="347212"/>
                  </a:lnTo>
                  <a:lnTo>
                    <a:pt x="850862" y="338645"/>
                  </a:lnTo>
                  <a:lnTo>
                    <a:pt x="851488" y="330301"/>
                  </a:lnTo>
                  <a:lnTo>
                    <a:pt x="852115" y="322166"/>
                  </a:lnTo>
                  <a:lnTo>
                    <a:pt x="852741" y="314210"/>
                  </a:lnTo>
                  <a:lnTo>
                    <a:pt x="853368" y="306441"/>
                  </a:lnTo>
                  <a:lnTo>
                    <a:pt x="853994" y="298846"/>
                  </a:lnTo>
                  <a:lnTo>
                    <a:pt x="854621" y="291413"/>
                  </a:lnTo>
                  <a:lnTo>
                    <a:pt x="855247" y="284152"/>
                  </a:lnTo>
                  <a:lnTo>
                    <a:pt x="855874" y="277078"/>
                  </a:lnTo>
                  <a:lnTo>
                    <a:pt x="856501" y="270178"/>
                  </a:lnTo>
                  <a:lnTo>
                    <a:pt x="857127" y="263497"/>
                  </a:lnTo>
                  <a:lnTo>
                    <a:pt x="857754" y="257023"/>
                  </a:lnTo>
                  <a:lnTo>
                    <a:pt x="858380" y="250734"/>
                  </a:lnTo>
                  <a:lnTo>
                    <a:pt x="859007" y="244638"/>
                  </a:lnTo>
                  <a:lnTo>
                    <a:pt x="859633" y="238740"/>
                  </a:lnTo>
                  <a:lnTo>
                    <a:pt x="860260" y="233044"/>
                  </a:lnTo>
                  <a:lnTo>
                    <a:pt x="860886" y="227537"/>
                  </a:lnTo>
                  <a:lnTo>
                    <a:pt x="861513" y="222261"/>
                  </a:lnTo>
                  <a:lnTo>
                    <a:pt x="862140" y="217251"/>
                  </a:lnTo>
                  <a:lnTo>
                    <a:pt x="862766" y="212536"/>
                  </a:lnTo>
                  <a:lnTo>
                    <a:pt x="863393" y="208154"/>
                  </a:lnTo>
                  <a:lnTo>
                    <a:pt x="864019" y="204145"/>
                  </a:lnTo>
                  <a:lnTo>
                    <a:pt x="864646" y="200517"/>
                  </a:lnTo>
                  <a:lnTo>
                    <a:pt x="865272" y="197269"/>
                  </a:lnTo>
                  <a:lnTo>
                    <a:pt x="865899" y="194406"/>
                  </a:lnTo>
                  <a:lnTo>
                    <a:pt x="866525" y="191930"/>
                  </a:lnTo>
                  <a:lnTo>
                    <a:pt x="867152" y="189814"/>
                  </a:lnTo>
                  <a:lnTo>
                    <a:pt x="867779" y="188079"/>
                  </a:lnTo>
                  <a:lnTo>
                    <a:pt x="868405" y="186762"/>
                  </a:lnTo>
                  <a:lnTo>
                    <a:pt x="869032" y="185873"/>
                  </a:lnTo>
                  <a:lnTo>
                    <a:pt x="869658" y="185402"/>
                  </a:lnTo>
                  <a:lnTo>
                    <a:pt x="870285" y="185348"/>
                  </a:lnTo>
                  <a:lnTo>
                    <a:pt x="870911" y="185712"/>
                  </a:lnTo>
                  <a:lnTo>
                    <a:pt x="871538" y="186481"/>
                  </a:lnTo>
                  <a:lnTo>
                    <a:pt x="872164" y="187656"/>
                  </a:lnTo>
                  <a:lnTo>
                    <a:pt x="872791" y="189237"/>
                  </a:lnTo>
                  <a:lnTo>
                    <a:pt x="873418" y="191245"/>
                  </a:lnTo>
                  <a:lnTo>
                    <a:pt x="874044" y="193675"/>
                  </a:lnTo>
                  <a:lnTo>
                    <a:pt x="874671" y="196515"/>
                  </a:lnTo>
                  <a:lnTo>
                    <a:pt x="875297" y="199756"/>
                  </a:lnTo>
                  <a:lnTo>
                    <a:pt x="875924" y="203396"/>
                  </a:lnTo>
                  <a:lnTo>
                    <a:pt x="876550" y="207444"/>
                  </a:lnTo>
                  <a:lnTo>
                    <a:pt x="877177" y="211878"/>
                  </a:lnTo>
                  <a:lnTo>
                    <a:pt x="877803" y="216707"/>
                  </a:lnTo>
                  <a:lnTo>
                    <a:pt x="878430" y="221942"/>
                  </a:lnTo>
                  <a:lnTo>
                    <a:pt x="879057" y="227603"/>
                  </a:lnTo>
                  <a:lnTo>
                    <a:pt x="879683" y="233709"/>
                  </a:lnTo>
                  <a:lnTo>
                    <a:pt x="880310" y="240227"/>
                  </a:lnTo>
                  <a:lnTo>
                    <a:pt x="880936" y="247122"/>
                  </a:lnTo>
                  <a:lnTo>
                    <a:pt x="881563" y="254406"/>
                  </a:lnTo>
                  <a:lnTo>
                    <a:pt x="882189" y="262077"/>
                  </a:lnTo>
                  <a:lnTo>
                    <a:pt x="882816" y="270132"/>
                  </a:lnTo>
                  <a:lnTo>
                    <a:pt x="883442" y="278578"/>
                  </a:lnTo>
                  <a:lnTo>
                    <a:pt x="884069" y="287424"/>
                  </a:lnTo>
                  <a:lnTo>
                    <a:pt x="884696" y="296701"/>
                  </a:lnTo>
                  <a:lnTo>
                    <a:pt x="885322" y="306410"/>
                  </a:lnTo>
                  <a:lnTo>
                    <a:pt x="885949" y="316565"/>
                  </a:lnTo>
                  <a:lnTo>
                    <a:pt x="886575" y="327168"/>
                  </a:lnTo>
                  <a:lnTo>
                    <a:pt x="887202" y="338204"/>
                  </a:lnTo>
                  <a:lnTo>
                    <a:pt x="887828" y="349661"/>
                  </a:lnTo>
                  <a:lnTo>
                    <a:pt x="888455" y="361523"/>
                  </a:lnTo>
                  <a:lnTo>
                    <a:pt x="889081" y="373742"/>
                  </a:lnTo>
                  <a:lnTo>
                    <a:pt x="889708" y="386318"/>
                  </a:lnTo>
                  <a:lnTo>
                    <a:pt x="890335" y="399269"/>
                  </a:lnTo>
                  <a:lnTo>
                    <a:pt x="890961" y="412583"/>
                  </a:lnTo>
                  <a:lnTo>
                    <a:pt x="891588" y="426283"/>
                  </a:lnTo>
                  <a:lnTo>
                    <a:pt x="892214" y="440354"/>
                  </a:lnTo>
                  <a:lnTo>
                    <a:pt x="892841" y="454797"/>
                  </a:lnTo>
                  <a:lnTo>
                    <a:pt x="893467" y="469577"/>
                  </a:lnTo>
                  <a:lnTo>
                    <a:pt x="894094" y="484669"/>
                  </a:lnTo>
                  <a:lnTo>
                    <a:pt x="894720" y="500046"/>
                  </a:lnTo>
                  <a:lnTo>
                    <a:pt x="895347" y="515669"/>
                  </a:lnTo>
                  <a:lnTo>
                    <a:pt x="895974" y="531496"/>
                  </a:lnTo>
                  <a:lnTo>
                    <a:pt x="896600" y="547530"/>
                  </a:lnTo>
                  <a:lnTo>
                    <a:pt x="897227" y="563776"/>
                  </a:lnTo>
                  <a:lnTo>
                    <a:pt x="897853" y="580209"/>
                  </a:lnTo>
                  <a:lnTo>
                    <a:pt x="898480" y="596824"/>
                  </a:lnTo>
                  <a:lnTo>
                    <a:pt x="899106" y="613618"/>
                  </a:lnTo>
                  <a:lnTo>
                    <a:pt x="899733" y="630565"/>
                  </a:lnTo>
                  <a:lnTo>
                    <a:pt x="900359" y="647626"/>
                  </a:lnTo>
                  <a:lnTo>
                    <a:pt x="900986" y="664754"/>
                  </a:lnTo>
                  <a:lnTo>
                    <a:pt x="901613" y="681954"/>
                  </a:lnTo>
                  <a:lnTo>
                    <a:pt x="902239" y="699241"/>
                  </a:lnTo>
                  <a:lnTo>
                    <a:pt x="902866" y="716577"/>
                  </a:lnTo>
                  <a:lnTo>
                    <a:pt x="903492" y="733945"/>
                  </a:lnTo>
                  <a:lnTo>
                    <a:pt x="904119" y="751319"/>
                  </a:lnTo>
                  <a:lnTo>
                    <a:pt x="904745" y="768679"/>
                  </a:lnTo>
                  <a:lnTo>
                    <a:pt x="905372" y="786017"/>
                  </a:lnTo>
                  <a:lnTo>
                    <a:pt x="905998" y="803304"/>
                  </a:lnTo>
                  <a:lnTo>
                    <a:pt x="906625" y="820529"/>
                  </a:lnTo>
                  <a:lnTo>
                    <a:pt x="907252" y="837688"/>
                  </a:lnTo>
                  <a:lnTo>
                    <a:pt x="907878" y="854741"/>
                  </a:lnTo>
                  <a:lnTo>
                    <a:pt x="908505" y="871658"/>
                  </a:lnTo>
                  <a:lnTo>
                    <a:pt x="909131" y="888426"/>
                  </a:lnTo>
                  <a:lnTo>
                    <a:pt x="909758" y="905015"/>
                  </a:lnTo>
                  <a:lnTo>
                    <a:pt x="910384" y="921422"/>
                  </a:lnTo>
                  <a:lnTo>
                    <a:pt x="911011" y="937571"/>
                  </a:lnTo>
                  <a:lnTo>
                    <a:pt x="911637" y="953421"/>
                  </a:lnTo>
                  <a:lnTo>
                    <a:pt x="912264" y="968970"/>
                  </a:lnTo>
                  <a:lnTo>
                    <a:pt x="912891" y="984232"/>
                  </a:lnTo>
                  <a:lnTo>
                    <a:pt x="913517" y="999194"/>
                  </a:lnTo>
                  <a:lnTo>
                    <a:pt x="914144" y="1013841"/>
                  </a:lnTo>
                  <a:lnTo>
                    <a:pt x="914770" y="1028182"/>
                  </a:lnTo>
                  <a:lnTo>
                    <a:pt x="915397" y="1042225"/>
                  </a:lnTo>
                  <a:lnTo>
                    <a:pt x="916023" y="1055954"/>
                  </a:lnTo>
                  <a:lnTo>
                    <a:pt x="916650" y="1069369"/>
                  </a:lnTo>
                  <a:lnTo>
                    <a:pt x="917276" y="1082499"/>
                  </a:lnTo>
                  <a:lnTo>
                    <a:pt x="917903" y="1095344"/>
                  </a:lnTo>
                  <a:lnTo>
                    <a:pt x="918530" y="1107907"/>
                  </a:lnTo>
                  <a:lnTo>
                    <a:pt x="919156" y="1120232"/>
                  </a:lnTo>
                  <a:lnTo>
                    <a:pt x="919783" y="1132290"/>
                  </a:lnTo>
                  <a:lnTo>
                    <a:pt x="920409" y="1144124"/>
                  </a:lnTo>
                  <a:lnTo>
                    <a:pt x="921036" y="1155757"/>
                  </a:lnTo>
                  <a:lnTo>
                    <a:pt x="921662" y="1167189"/>
                  </a:lnTo>
                  <a:lnTo>
                    <a:pt x="922289" y="1178404"/>
                  </a:lnTo>
                  <a:lnTo>
                    <a:pt x="922915" y="1189409"/>
                  </a:lnTo>
                  <a:lnTo>
                    <a:pt x="923542" y="1200207"/>
                  </a:lnTo>
                  <a:lnTo>
                    <a:pt x="924169" y="1210765"/>
                  </a:lnTo>
                  <a:lnTo>
                    <a:pt x="924795" y="1221058"/>
                  </a:lnTo>
                  <a:lnTo>
                    <a:pt x="925422" y="1231088"/>
                  </a:lnTo>
                  <a:lnTo>
                    <a:pt x="926048" y="1240859"/>
                  </a:lnTo>
                  <a:lnTo>
                    <a:pt x="926675" y="1250343"/>
                  </a:lnTo>
                  <a:lnTo>
                    <a:pt x="927301" y="1259553"/>
                  </a:lnTo>
                  <a:lnTo>
                    <a:pt x="927928" y="1268521"/>
                  </a:lnTo>
                  <a:lnTo>
                    <a:pt x="928554" y="1277224"/>
                  </a:lnTo>
                  <a:lnTo>
                    <a:pt x="929181" y="1285645"/>
                  </a:lnTo>
                  <a:lnTo>
                    <a:pt x="929808" y="1293777"/>
                  </a:lnTo>
                  <a:lnTo>
                    <a:pt x="930434" y="1301609"/>
                  </a:lnTo>
                  <a:lnTo>
                    <a:pt x="931061" y="1309107"/>
                  </a:lnTo>
                  <a:lnTo>
                    <a:pt x="931687" y="1316273"/>
                  </a:lnTo>
                  <a:lnTo>
                    <a:pt x="932314" y="1323119"/>
                  </a:lnTo>
                  <a:lnTo>
                    <a:pt x="932940" y="1329659"/>
                  </a:lnTo>
                  <a:lnTo>
                    <a:pt x="933567" y="1335868"/>
                  </a:lnTo>
                  <a:lnTo>
                    <a:pt x="934193" y="1341748"/>
                  </a:lnTo>
                  <a:lnTo>
                    <a:pt x="934820" y="1347315"/>
                  </a:lnTo>
                  <a:lnTo>
                    <a:pt x="935447" y="1352583"/>
                  </a:lnTo>
                  <a:lnTo>
                    <a:pt x="936073" y="1357576"/>
                  </a:lnTo>
                  <a:lnTo>
                    <a:pt x="936700" y="1362281"/>
                  </a:lnTo>
                  <a:lnTo>
                    <a:pt x="937326" y="1366668"/>
                  </a:lnTo>
                  <a:lnTo>
                    <a:pt x="937953" y="1370720"/>
                  </a:lnTo>
                  <a:lnTo>
                    <a:pt x="938579" y="1374427"/>
                  </a:lnTo>
                  <a:lnTo>
                    <a:pt x="939206" y="1377784"/>
                  </a:lnTo>
                  <a:lnTo>
                    <a:pt x="939832" y="1380834"/>
                  </a:lnTo>
                  <a:lnTo>
                    <a:pt x="940459" y="1383609"/>
                  </a:lnTo>
                  <a:lnTo>
                    <a:pt x="941086" y="1386100"/>
                  </a:lnTo>
                  <a:lnTo>
                    <a:pt x="941712" y="1388300"/>
                  </a:lnTo>
                  <a:lnTo>
                    <a:pt x="942339" y="1390180"/>
                  </a:lnTo>
                  <a:lnTo>
                    <a:pt x="942965" y="1391775"/>
                  </a:lnTo>
                  <a:lnTo>
                    <a:pt x="943592" y="1393101"/>
                  </a:lnTo>
                  <a:lnTo>
                    <a:pt x="944218" y="1394149"/>
                  </a:lnTo>
                  <a:lnTo>
                    <a:pt x="944845" y="1394920"/>
                  </a:lnTo>
                  <a:lnTo>
                    <a:pt x="945471" y="1395409"/>
                  </a:lnTo>
                  <a:lnTo>
                    <a:pt x="946098" y="1395620"/>
                  </a:lnTo>
                  <a:lnTo>
                    <a:pt x="946725" y="1395546"/>
                  </a:lnTo>
                  <a:lnTo>
                    <a:pt x="947351" y="1395179"/>
                  </a:lnTo>
                  <a:lnTo>
                    <a:pt x="947978" y="1394512"/>
                  </a:lnTo>
                  <a:lnTo>
                    <a:pt x="948604" y="1393551"/>
                  </a:lnTo>
                  <a:lnTo>
                    <a:pt x="949231" y="1392256"/>
                  </a:lnTo>
                  <a:lnTo>
                    <a:pt x="949857" y="1390626"/>
                  </a:lnTo>
                  <a:lnTo>
                    <a:pt x="950484" y="1388660"/>
                  </a:lnTo>
                  <a:lnTo>
                    <a:pt x="951110" y="1386343"/>
                  </a:lnTo>
                  <a:lnTo>
                    <a:pt x="951737" y="1383715"/>
                  </a:lnTo>
                  <a:lnTo>
                    <a:pt x="952363" y="1380780"/>
                  </a:lnTo>
                  <a:lnTo>
                    <a:pt x="952990" y="1377527"/>
                  </a:lnTo>
                  <a:lnTo>
                    <a:pt x="953617" y="1373968"/>
                  </a:lnTo>
                  <a:lnTo>
                    <a:pt x="954243" y="1370092"/>
                  </a:lnTo>
                  <a:lnTo>
                    <a:pt x="954870" y="1365898"/>
                  </a:lnTo>
                  <a:lnTo>
                    <a:pt x="955496" y="1361371"/>
                  </a:lnTo>
                  <a:lnTo>
                    <a:pt x="956123" y="1356567"/>
                  </a:lnTo>
                  <a:lnTo>
                    <a:pt x="956749" y="1351540"/>
                  </a:lnTo>
                  <a:lnTo>
                    <a:pt x="957376" y="1346319"/>
                  </a:lnTo>
                  <a:lnTo>
                    <a:pt x="958002" y="1340908"/>
                  </a:lnTo>
                  <a:lnTo>
                    <a:pt x="958629" y="1335320"/>
                  </a:lnTo>
                  <a:lnTo>
                    <a:pt x="959256" y="1329533"/>
                  </a:lnTo>
                  <a:lnTo>
                    <a:pt x="959882" y="1323512"/>
                  </a:lnTo>
                  <a:lnTo>
                    <a:pt x="960509" y="1317287"/>
                  </a:lnTo>
                  <a:lnTo>
                    <a:pt x="961135" y="1310859"/>
                  </a:lnTo>
                  <a:lnTo>
                    <a:pt x="961762" y="1304235"/>
                  </a:lnTo>
                  <a:lnTo>
                    <a:pt x="962388" y="1297417"/>
                  </a:lnTo>
                  <a:lnTo>
                    <a:pt x="963015" y="1290421"/>
                  </a:lnTo>
                  <a:lnTo>
                    <a:pt x="963641" y="1283285"/>
                  </a:lnTo>
                  <a:lnTo>
                    <a:pt x="964268" y="1276042"/>
                  </a:lnTo>
                  <a:lnTo>
                    <a:pt x="964895" y="1268697"/>
                  </a:lnTo>
                  <a:lnTo>
                    <a:pt x="965521" y="1261295"/>
                  </a:lnTo>
                  <a:lnTo>
                    <a:pt x="966148" y="1253857"/>
                  </a:lnTo>
                  <a:lnTo>
                    <a:pt x="966774" y="1246418"/>
                  </a:lnTo>
                  <a:lnTo>
                    <a:pt x="967401" y="1238998"/>
                  </a:lnTo>
                  <a:lnTo>
                    <a:pt x="968027" y="1231574"/>
                  </a:lnTo>
                  <a:lnTo>
                    <a:pt x="968654" y="1224177"/>
                  </a:lnTo>
                  <a:lnTo>
                    <a:pt x="969280" y="1216835"/>
                  </a:lnTo>
                  <a:lnTo>
                    <a:pt x="969907" y="1209590"/>
                  </a:lnTo>
                  <a:lnTo>
                    <a:pt x="970534" y="1202499"/>
                  </a:lnTo>
                  <a:lnTo>
                    <a:pt x="971160" y="1195615"/>
                  </a:lnTo>
                  <a:lnTo>
                    <a:pt x="971787" y="1188973"/>
                  </a:lnTo>
                  <a:lnTo>
                    <a:pt x="972413" y="1182625"/>
                  </a:lnTo>
                  <a:lnTo>
                    <a:pt x="973040" y="1176581"/>
                  </a:lnTo>
                  <a:lnTo>
                    <a:pt x="973666" y="1170878"/>
                  </a:lnTo>
                  <a:lnTo>
                    <a:pt x="974293" y="1165517"/>
                  </a:lnTo>
                  <a:lnTo>
                    <a:pt x="974919" y="1160493"/>
                  </a:lnTo>
                  <a:lnTo>
                    <a:pt x="975546" y="1155793"/>
                  </a:lnTo>
                  <a:lnTo>
                    <a:pt x="976173" y="1151384"/>
                  </a:lnTo>
                  <a:lnTo>
                    <a:pt x="976799" y="1147260"/>
                  </a:lnTo>
                  <a:lnTo>
                    <a:pt x="977426" y="1143412"/>
                  </a:lnTo>
                  <a:lnTo>
                    <a:pt x="978052" y="1139847"/>
                  </a:lnTo>
                  <a:lnTo>
                    <a:pt x="978679" y="1136601"/>
                  </a:lnTo>
                  <a:lnTo>
                    <a:pt x="979305" y="1133677"/>
                  </a:lnTo>
                  <a:lnTo>
                    <a:pt x="979932" y="1131077"/>
                  </a:lnTo>
                  <a:lnTo>
                    <a:pt x="980558" y="1128779"/>
                  </a:lnTo>
                  <a:lnTo>
                    <a:pt x="981185" y="1126790"/>
                  </a:lnTo>
                  <a:lnTo>
                    <a:pt x="981812" y="1125066"/>
                  </a:lnTo>
                  <a:lnTo>
                    <a:pt x="982438" y="1123612"/>
                  </a:lnTo>
                  <a:lnTo>
                    <a:pt x="983065" y="1122363"/>
                  </a:lnTo>
                  <a:lnTo>
                    <a:pt x="983691" y="1121267"/>
                  </a:lnTo>
                  <a:lnTo>
                    <a:pt x="984318" y="1120284"/>
                  </a:lnTo>
                  <a:lnTo>
                    <a:pt x="984944" y="1119417"/>
                  </a:lnTo>
                  <a:lnTo>
                    <a:pt x="985571" y="1118655"/>
                  </a:lnTo>
                  <a:lnTo>
                    <a:pt x="986197" y="1118008"/>
                  </a:lnTo>
                  <a:lnTo>
                    <a:pt x="986824" y="1117502"/>
                  </a:lnTo>
                  <a:lnTo>
                    <a:pt x="987451" y="1117157"/>
                  </a:lnTo>
                  <a:lnTo>
                    <a:pt x="988077" y="1116934"/>
                  </a:lnTo>
                  <a:lnTo>
                    <a:pt x="988704" y="1116789"/>
                  </a:lnTo>
                  <a:lnTo>
                    <a:pt x="989330" y="1116704"/>
                  </a:lnTo>
                  <a:lnTo>
                    <a:pt x="989957" y="1116669"/>
                  </a:lnTo>
                  <a:lnTo>
                    <a:pt x="990583" y="1116664"/>
                  </a:lnTo>
                  <a:lnTo>
                    <a:pt x="991210" y="1116729"/>
                  </a:lnTo>
                  <a:lnTo>
                    <a:pt x="991836" y="1116867"/>
                  </a:lnTo>
                  <a:lnTo>
                    <a:pt x="992463" y="1117062"/>
                  </a:lnTo>
                  <a:lnTo>
                    <a:pt x="993090" y="1117350"/>
                  </a:lnTo>
                  <a:lnTo>
                    <a:pt x="993716" y="1117727"/>
                  </a:lnTo>
                  <a:lnTo>
                    <a:pt x="994343" y="1118186"/>
                  </a:lnTo>
                  <a:lnTo>
                    <a:pt x="994969" y="1118741"/>
                  </a:lnTo>
                  <a:lnTo>
                    <a:pt x="995596" y="1119370"/>
                  </a:lnTo>
                  <a:lnTo>
                    <a:pt x="996222" y="1120040"/>
                  </a:lnTo>
                  <a:lnTo>
                    <a:pt x="996849" y="1120750"/>
                  </a:lnTo>
                  <a:lnTo>
                    <a:pt x="997475" y="1121471"/>
                  </a:lnTo>
                  <a:lnTo>
                    <a:pt x="998102" y="1122168"/>
                  </a:lnTo>
                  <a:lnTo>
                    <a:pt x="998729" y="1122830"/>
                  </a:lnTo>
                  <a:lnTo>
                    <a:pt x="999355" y="1123468"/>
                  </a:lnTo>
                  <a:lnTo>
                    <a:pt x="999982" y="1124120"/>
                  </a:lnTo>
                  <a:lnTo>
                    <a:pt x="1000608" y="1124798"/>
                  </a:lnTo>
                  <a:lnTo>
                    <a:pt x="1001235" y="1125516"/>
                  </a:lnTo>
                  <a:lnTo>
                    <a:pt x="1001861" y="1126276"/>
                  </a:lnTo>
                  <a:lnTo>
                    <a:pt x="1002488" y="1127023"/>
                  </a:lnTo>
                  <a:lnTo>
                    <a:pt x="1003114" y="1127710"/>
                  </a:lnTo>
                  <a:lnTo>
                    <a:pt x="1003741" y="1128317"/>
                  </a:lnTo>
                  <a:lnTo>
                    <a:pt x="1004368" y="1128809"/>
                  </a:lnTo>
                  <a:lnTo>
                    <a:pt x="1004994" y="1129213"/>
                  </a:lnTo>
                  <a:lnTo>
                    <a:pt x="1005621" y="1129572"/>
                  </a:lnTo>
                  <a:lnTo>
                    <a:pt x="1006247" y="1129898"/>
                  </a:lnTo>
                  <a:lnTo>
                    <a:pt x="1006874" y="1130209"/>
                  </a:lnTo>
                  <a:lnTo>
                    <a:pt x="1007500" y="1130465"/>
                  </a:lnTo>
                  <a:lnTo>
                    <a:pt x="1008127" y="1130696"/>
                  </a:lnTo>
                  <a:lnTo>
                    <a:pt x="1008753" y="1130920"/>
                  </a:lnTo>
                  <a:lnTo>
                    <a:pt x="1009380" y="1131160"/>
                  </a:lnTo>
                  <a:lnTo>
                    <a:pt x="1010007" y="1131413"/>
                  </a:lnTo>
                  <a:lnTo>
                    <a:pt x="1010633" y="1131666"/>
                  </a:lnTo>
                  <a:lnTo>
                    <a:pt x="1011260" y="1131908"/>
                  </a:lnTo>
                  <a:lnTo>
                    <a:pt x="1011886" y="1132149"/>
                  </a:lnTo>
                  <a:lnTo>
                    <a:pt x="1012513" y="1132425"/>
                  </a:lnTo>
                  <a:lnTo>
                    <a:pt x="1013139" y="1132754"/>
                  </a:lnTo>
                  <a:lnTo>
                    <a:pt x="1013766" y="1133171"/>
                  </a:lnTo>
                  <a:lnTo>
                    <a:pt x="1014392" y="1133662"/>
                  </a:lnTo>
                  <a:lnTo>
                    <a:pt x="1015019" y="1134231"/>
                  </a:lnTo>
                  <a:lnTo>
                    <a:pt x="1015646" y="1134937"/>
                  </a:lnTo>
                  <a:lnTo>
                    <a:pt x="1016272" y="1135821"/>
                  </a:lnTo>
                  <a:lnTo>
                    <a:pt x="1016899" y="1136903"/>
                  </a:lnTo>
                  <a:lnTo>
                    <a:pt x="1017525" y="1138196"/>
                  </a:lnTo>
                  <a:lnTo>
                    <a:pt x="1018152" y="1139715"/>
                  </a:lnTo>
                  <a:lnTo>
                    <a:pt x="1018778" y="1141413"/>
                  </a:lnTo>
                  <a:lnTo>
                    <a:pt x="1019405" y="1143265"/>
                  </a:lnTo>
                  <a:lnTo>
                    <a:pt x="1020031" y="1145256"/>
                  </a:lnTo>
                  <a:lnTo>
                    <a:pt x="1020658" y="1147417"/>
                  </a:lnTo>
                  <a:lnTo>
                    <a:pt x="1021285" y="1149759"/>
                  </a:lnTo>
                  <a:lnTo>
                    <a:pt x="1021911" y="1152303"/>
                  </a:lnTo>
                  <a:lnTo>
                    <a:pt x="1022538" y="1155102"/>
                  </a:lnTo>
                  <a:lnTo>
                    <a:pt x="1023164" y="1158136"/>
                  </a:lnTo>
                  <a:lnTo>
                    <a:pt x="1023791" y="1161427"/>
                  </a:lnTo>
                  <a:lnTo>
                    <a:pt x="1024417" y="1164973"/>
                  </a:lnTo>
                  <a:lnTo>
                    <a:pt x="1025044" y="1168737"/>
                  </a:lnTo>
                  <a:lnTo>
                    <a:pt x="1025670" y="1172721"/>
                  </a:lnTo>
                  <a:lnTo>
                    <a:pt x="1026297" y="1176974"/>
                  </a:lnTo>
                  <a:lnTo>
                    <a:pt x="1026924" y="1181479"/>
                  </a:lnTo>
                  <a:lnTo>
                    <a:pt x="1027550" y="1186205"/>
                  </a:lnTo>
                  <a:lnTo>
                    <a:pt x="1028177" y="1191119"/>
                  </a:lnTo>
                  <a:lnTo>
                    <a:pt x="1028803" y="1196201"/>
                  </a:lnTo>
                  <a:lnTo>
                    <a:pt x="1029430" y="1201420"/>
                  </a:lnTo>
                  <a:lnTo>
                    <a:pt x="1030056" y="1206759"/>
                  </a:lnTo>
                  <a:lnTo>
                    <a:pt x="1030683" y="1212232"/>
                  </a:lnTo>
                  <a:lnTo>
                    <a:pt x="1031309" y="1217813"/>
                  </a:lnTo>
                  <a:lnTo>
                    <a:pt x="1031936" y="1223472"/>
                  </a:lnTo>
                  <a:lnTo>
                    <a:pt x="1032563" y="1229172"/>
                  </a:lnTo>
                  <a:lnTo>
                    <a:pt x="1033189" y="1234880"/>
                  </a:lnTo>
                  <a:lnTo>
                    <a:pt x="1033816" y="1240565"/>
                  </a:lnTo>
                  <a:lnTo>
                    <a:pt x="1034442" y="1246212"/>
                  </a:lnTo>
                  <a:lnTo>
                    <a:pt x="1035069" y="1251784"/>
                  </a:lnTo>
                  <a:lnTo>
                    <a:pt x="1035695" y="1257255"/>
                  </a:lnTo>
                  <a:lnTo>
                    <a:pt x="1036322" y="1262600"/>
                  </a:lnTo>
                  <a:lnTo>
                    <a:pt x="1036948" y="1267809"/>
                  </a:lnTo>
                  <a:lnTo>
                    <a:pt x="1037575" y="1272855"/>
                  </a:lnTo>
                  <a:lnTo>
                    <a:pt x="1038202" y="1277713"/>
                  </a:lnTo>
                  <a:lnTo>
                    <a:pt x="1038828" y="1282397"/>
                  </a:lnTo>
                  <a:lnTo>
                    <a:pt x="1039455" y="1286944"/>
                  </a:lnTo>
                  <a:lnTo>
                    <a:pt x="1040081" y="1291349"/>
                  </a:lnTo>
                  <a:lnTo>
                    <a:pt x="1040708" y="1295576"/>
                  </a:lnTo>
                  <a:lnTo>
                    <a:pt x="1041334" y="1299576"/>
                  </a:lnTo>
                  <a:lnTo>
                    <a:pt x="1041961" y="1303355"/>
                  </a:lnTo>
                  <a:lnTo>
                    <a:pt x="1042587" y="1306869"/>
                  </a:lnTo>
                  <a:lnTo>
                    <a:pt x="1043214" y="1310099"/>
                  </a:lnTo>
                  <a:lnTo>
                    <a:pt x="1043841" y="1313047"/>
                  </a:lnTo>
                  <a:lnTo>
                    <a:pt x="1044467" y="1315690"/>
                  </a:lnTo>
                  <a:lnTo>
                    <a:pt x="1045094" y="1318012"/>
                  </a:lnTo>
                  <a:lnTo>
                    <a:pt x="1045720" y="1320048"/>
                  </a:lnTo>
                  <a:lnTo>
                    <a:pt x="1046347" y="1321841"/>
                  </a:lnTo>
                  <a:lnTo>
                    <a:pt x="1046973" y="1323424"/>
                  </a:lnTo>
                  <a:lnTo>
                    <a:pt x="1047600" y="1324790"/>
                  </a:lnTo>
                  <a:lnTo>
                    <a:pt x="1048226" y="1325943"/>
                  </a:lnTo>
                  <a:lnTo>
                    <a:pt x="1048853" y="1326861"/>
                  </a:lnTo>
                  <a:lnTo>
                    <a:pt x="1049480" y="1327532"/>
                  </a:lnTo>
                  <a:lnTo>
                    <a:pt x="1050106" y="1327954"/>
                  </a:lnTo>
                  <a:lnTo>
                    <a:pt x="1050733" y="1328134"/>
                  </a:lnTo>
                  <a:lnTo>
                    <a:pt x="1051359" y="1328111"/>
                  </a:lnTo>
                  <a:lnTo>
                    <a:pt x="1051986" y="1327925"/>
                  </a:lnTo>
                  <a:lnTo>
                    <a:pt x="1052612" y="1327566"/>
                  </a:lnTo>
                  <a:lnTo>
                    <a:pt x="1053239" y="1327051"/>
                  </a:lnTo>
                  <a:lnTo>
                    <a:pt x="1053865" y="1326383"/>
                  </a:lnTo>
                  <a:lnTo>
                    <a:pt x="1054492" y="1325556"/>
                  </a:lnTo>
                  <a:lnTo>
                    <a:pt x="1055119" y="1324558"/>
                  </a:lnTo>
                  <a:lnTo>
                    <a:pt x="1055745" y="1323375"/>
                  </a:lnTo>
                  <a:lnTo>
                    <a:pt x="1056372" y="1322068"/>
                  </a:lnTo>
                  <a:lnTo>
                    <a:pt x="1056998" y="1320654"/>
                  </a:lnTo>
                  <a:lnTo>
                    <a:pt x="1057625" y="1319118"/>
                  </a:lnTo>
                  <a:lnTo>
                    <a:pt x="1058251" y="1317427"/>
                  </a:lnTo>
                  <a:lnTo>
                    <a:pt x="1058878" y="1315602"/>
                  </a:lnTo>
                  <a:lnTo>
                    <a:pt x="1059504" y="1313673"/>
                  </a:lnTo>
                  <a:lnTo>
                    <a:pt x="1060131" y="1311659"/>
                  </a:lnTo>
                  <a:lnTo>
                    <a:pt x="1060758" y="1309578"/>
                  </a:lnTo>
                  <a:lnTo>
                    <a:pt x="1061384" y="1307477"/>
                  </a:lnTo>
                  <a:lnTo>
                    <a:pt x="1062011" y="1305389"/>
                  </a:lnTo>
                  <a:lnTo>
                    <a:pt x="1062637" y="1303309"/>
                  </a:lnTo>
                  <a:lnTo>
                    <a:pt x="1063264" y="1301252"/>
                  </a:lnTo>
                  <a:lnTo>
                    <a:pt x="1063890" y="1299211"/>
                  </a:lnTo>
                  <a:lnTo>
                    <a:pt x="1064517" y="1297190"/>
                  </a:lnTo>
                  <a:lnTo>
                    <a:pt x="1065143" y="1295211"/>
                  </a:lnTo>
                  <a:lnTo>
                    <a:pt x="1065770" y="1293295"/>
                  </a:lnTo>
                  <a:lnTo>
                    <a:pt x="1066397" y="1291439"/>
                  </a:lnTo>
                  <a:lnTo>
                    <a:pt x="1067023" y="1289679"/>
                  </a:lnTo>
                  <a:lnTo>
                    <a:pt x="1067650" y="1288016"/>
                  </a:lnTo>
                  <a:lnTo>
                    <a:pt x="1068276" y="1286407"/>
                  </a:lnTo>
                  <a:lnTo>
                    <a:pt x="1068903" y="1284864"/>
                  </a:lnTo>
                  <a:lnTo>
                    <a:pt x="1069529" y="1283369"/>
                  </a:lnTo>
                  <a:lnTo>
                    <a:pt x="1070156" y="1282004"/>
                  </a:lnTo>
                  <a:lnTo>
                    <a:pt x="1070782" y="1280745"/>
                  </a:lnTo>
                  <a:lnTo>
                    <a:pt x="1071409" y="1279588"/>
                  </a:lnTo>
                  <a:lnTo>
                    <a:pt x="1072036" y="1278520"/>
                  </a:lnTo>
                  <a:lnTo>
                    <a:pt x="1072662" y="1277541"/>
                  </a:lnTo>
                  <a:lnTo>
                    <a:pt x="1073289" y="1276690"/>
                  </a:lnTo>
                  <a:lnTo>
                    <a:pt x="1073915" y="1275950"/>
                  </a:lnTo>
                  <a:lnTo>
                    <a:pt x="1074542" y="1275351"/>
                  </a:lnTo>
                  <a:lnTo>
                    <a:pt x="1075168" y="1274882"/>
                  </a:lnTo>
                  <a:lnTo>
                    <a:pt x="1075795" y="1274539"/>
                  </a:lnTo>
                  <a:lnTo>
                    <a:pt x="1076421" y="1274314"/>
                  </a:lnTo>
                  <a:lnTo>
                    <a:pt x="1077048" y="1274182"/>
                  </a:lnTo>
                  <a:lnTo>
                    <a:pt x="1077675" y="1274128"/>
                  </a:lnTo>
                  <a:lnTo>
                    <a:pt x="1078301" y="1274088"/>
                  </a:lnTo>
                  <a:lnTo>
                    <a:pt x="1078928" y="1274026"/>
                  </a:lnTo>
                  <a:lnTo>
                    <a:pt x="1079554" y="1273914"/>
                  </a:lnTo>
                  <a:lnTo>
                    <a:pt x="1080181" y="1273706"/>
                  </a:lnTo>
                  <a:lnTo>
                    <a:pt x="1080807" y="1273402"/>
                  </a:lnTo>
                  <a:lnTo>
                    <a:pt x="1081434" y="1273023"/>
                  </a:lnTo>
                  <a:lnTo>
                    <a:pt x="1082060" y="1272570"/>
                  </a:lnTo>
                  <a:lnTo>
                    <a:pt x="1082687" y="1272066"/>
                  </a:lnTo>
                  <a:lnTo>
                    <a:pt x="1083314" y="1271488"/>
                  </a:lnTo>
                  <a:lnTo>
                    <a:pt x="1083940" y="1270817"/>
                  </a:lnTo>
                  <a:lnTo>
                    <a:pt x="1084567" y="1270061"/>
                  </a:lnTo>
                  <a:lnTo>
                    <a:pt x="1085193" y="1269181"/>
                  </a:lnTo>
                  <a:lnTo>
                    <a:pt x="1085820" y="1268167"/>
                  </a:lnTo>
                  <a:lnTo>
                    <a:pt x="1086446" y="1267013"/>
                  </a:lnTo>
                  <a:lnTo>
                    <a:pt x="1087073" y="1265744"/>
                  </a:lnTo>
                  <a:lnTo>
                    <a:pt x="1087699" y="1264381"/>
                  </a:lnTo>
                  <a:lnTo>
                    <a:pt x="1088326" y="1262886"/>
                  </a:lnTo>
                  <a:lnTo>
                    <a:pt x="1088953" y="1261219"/>
                  </a:lnTo>
                  <a:lnTo>
                    <a:pt x="1089579" y="1259386"/>
                  </a:lnTo>
                  <a:lnTo>
                    <a:pt x="1090206" y="1257377"/>
                  </a:lnTo>
                  <a:lnTo>
                    <a:pt x="1090832" y="1255209"/>
                  </a:lnTo>
                  <a:lnTo>
                    <a:pt x="1091459" y="1252906"/>
                  </a:lnTo>
                  <a:lnTo>
                    <a:pt x="1092085" y="1250502"/>
                  </a:lnTo>
                  <a:lnTo>
                    <a:pt x="1092712" y="1248018"/>
                  </a:lnTo>
                  <a:lnTo>
                    <a:pt x="1093338" y="1245444"/>
                  </a:lnTo>
                  <a:lnTo>
                    <a:pt x="1093965" y="1242781"/>
                  </a:lnTo>
                  <a:lnTo>
                    <a:pt x="1094592" y="1240033"/>
                  </a:lnTo>
                  <a:lnTo>
                    <a:pt x="1095218" y="1237170"/>
                  </a:lnTo>
                  <a:lnTo>
                    <a:pt x="1095845" y="1234203"/>
                  </a:lnTo>
                  <a:lnTo>
                    <a:pt x="1096471" y="1231120"/>
                  </a:lnTo>
                  <a:lnTo>
                    <a:pt x="1097098" y="1227916"/>
                  </a:lnTo>
                  <a:lnTo>
                    <a:pt x="1097724" y="1224588"/>
                  </a:lnTo>
                  <a:lnTo>
                    <a:pt x="1098351" y="1221157"/>
                  </a:lnTo>
                  <a:lnTo>
                    <a:pt x="1098977" y="1217662"/>
                  </a:lnTo>
                  <a:lnTo>
                    <a:pt x="1099604" y="1214135"/>
                  </a:lnTo>
                  <a:lnTo>
                    <a:pt x="1100231" y="1210604"/>
                  </a:lnTo>
                  <a:lnTo>
                    <a:pt x="1100857" y="1207061"/>
                  </a:lnTo>
                  <a:lnTo>
                    <a:pt x="1101484" y="1203495"/>
                  </a:lnTo>
                  <a:lnTo>
                    <a:pt x="1102110" y="1199848"/>
                  </a:lnTo>
                  <a:lnTo>
                    <a:pt x="1102737" y="1196114"/>
                  </a:lnTo>
                  <a:lnTo>
                    <a:pt x="1103363" y="1192310"/>
                  </a:lnTo>
                  <a:lnTo>
                    <a:pt x="1103990" y="1188467"/>
                  </a:lnTo>
                  <a:lnTo>
                    <a:pt x="1104616" y="1184602"/>
                  </a:lnTo>
                  <a:lnTo>
                    <a:pt x="1105243" y="1180724"/>
                  </a:lnTo>
                  <a:lnTo>
                    <a:pt x="1105870" y="1176859"/>
                  </a:lnTo>
                  <a:lnTo>
                    <a:pt x="1106496" y="1172980"/>
                  </a:lnTo>
                  <a:lnTo>
                    <a:pt x="1107123" y="1169116"/>
                  </a:lnTo>
                  <a:lnTo>
                    <a:pt x="1107749" y="1165269"/>
                  </a:lnTo>
                  <a:lnTo>
                    <a:pt x="1108376" y="1161423"/>
                  </a:lnTo>
                  <a:lnTo>
                    <a:pt x="1109002" y="1157586"/>
                  </a:lnTo>
                  <a:lnTo>
                    <a:pt x="1109629" y="1153764"/>
                  </a:lnTo>
                  <a:lnTo>
                    <a:pt x="1110255" y="1149983"/>
                  </a:lnTo>
                  <a:lnTo>
                    <a:pt x="1110882" y="1146272"/>
                  </a:lnTo>
                  <a:lnTo>
                    <a:pt x="1111509" y="1142659"/>
                  </a:lnTo>
                  <a:lnTo>
                    <a:pt x="1112135" y="1139181"/>
                  </a:lnTo>
                  <a:lnTo>
                    <a:pt x="1112762" y="1135823"/>
                  </a:lnTo>
                  <a:lnTo>
                    <a:pt x="1113388" y="1132586"/>
                  </a:lnTo>
                  <a:lnTo>
                    <a:pt x="1114015" y="1129465"/>
                  </a:lnTo>
                  <a:lnTo>
                    <a:pt x="1114641" y="1126462"/>
                  </a:lnTo>
                  <a:lnTo>
                    <a:pt x="1115268" y="1123607"/>
                  </a:lnTo>
                  <a:lnTo>
                    <a:pt x="1115894" y="1120918"/>
                  </a:lnTo>
                  <a:lnTo>
                    <a:pt x="1116521" y="1118383"/>
                  </a:lnTo>
                  <a:lnTo>
                    <a:pt x="1117148" y="1116008"/>
                  </a:lnTo>
                  <a:lnTo>
                    <a:pt x="1117774" y="1113847"/>
                  </a:lnTo>
                  <a:lnTo>
                    <a:pt x="1118401" y="1111894"/>
                  </a:lnTo>
                  <a:lnTo>
                    <a:pt x="1119027" y="1110115"/>
                  </a:lnTo>
                  <a:lnTo>
                    <a:pt x="1119654" y="1108497"/>
                  </a:lnTo>
                  <a:lnTo>
                    <a:pt x="1120280" y="1107036"/>
                  </a:lnTo>
                  <a:lnTo>
                    <a:pt x="1120907" y="1105762"/>
                  </a:lnTo>
                  <a:lnTo>
                    <a:pt x="1121533" y="1104690"/>
                  </a:lnTo>
                  <a:lnTo>
                    <a:pt x="1122160" y="1103842"/>
                  </a:lnTo>
                  <a:lnTo>
                    <a:pt x="1122787" y="1103214"/>
                  </a:lnTo>
                  <a:lnTo>
                    <a:pt x="1123413" y="1102797"/>
                  </a:lnTo>
                  <a:lnTo>
                    <a:pt x="1124040" y="1102533"/>
                  </a:lnTo>
                  <a:lnTo>
                    <a:pt x="1124666" y="1102384"/>
                  </a:lnTo>
                  <a:lnTo>
                    <a:pt x="1125293" y="1102350"/>
                  </a:lnTo>
                  <a:lnTo>
                    <a:pt x="1125919" y="1102447"/>
                  </a:lnTo>
                  <a:lnTo>
                    <a:pt x="1126546" y="1102678"/>
                  </a:lnTo>
                  <a:lnTo>
                    <a:pt x="1127172" y="1103021"/>
                  </a:lnTo>
                  <a:lnTo>
                    <a:pt x="1127799" y="1103466"/>
                  </a:lnTo>
                  <a:lnTo>
                    <a:pt x="1128426" y="1104023"/>
                  </a:lnTo>
                  <a:lnTo>
                    <a:pt x="1129052" y="1104685"/>
                  </a:lnTo>
                  <a:lnTo>
                    <a:pt x="1129679" y="1105427"/>
                  </a:lnTo>
                  <a:lnTo>
                    <a:pt x="1130305" y="1106235"/>
                  </a:lnTo>
                  <a:lnTo>
                    <a:pt x="1130932" y="1107078"/>
                  </a:lnTo>
                  <a:lnTo>
                    <a:pt x="1131558" y="1107906"/>
                  </a:lnTo>
                  <a:lnTo>
                    <a:pt x="1132185" y="1108719"/>
                  </a:lnTo>
                  <a:lnTo>
                    <a:pt x="1132811" y="1109488"/>
                  </a:lnTo>
                  <a:lnTo>
                    <a:pt x="1133438" y="1110238"/>
                  </a:lnTo>
                  <a:lnTo>
                    <a:pt x="1134065" y="1110953"/>
                  </a:lnTo>
                  <a:lnTo>
                    <a:pt x="1134691" y="1111660"/>
                  </a:lnTo>
                  <a:lnTo>
                    <a:pt x="1135318" y="1112360"/>
                  </a:lnTo>
                  <a:lnTo>
                    <a:pt x="1135944" y="1113041"/>
                  </a:lnTo>
                  <a:lnTo>
                    <a:pt x="1136571" y="1113724"/>
                  </a:lnTo>
                  <a:lnTo>
                    <a:pt x="1137197" y="1114402"/>
                  </a:lnTo>
                  <a:lnTo>
                    <a:pt x="1137824" y="1115057"/>
                  </a:lnTo>
                  <a:lnTo>
                    <a:pt x="1138450" y="1115692"/>
                  </a:lnTo>
                  <a:lnTo>
                    <a:pt x="1139077" y="1116320"/>
                  </a:lnTo>
                  <a:lnTo>
                    <a:pt x="1139704" y="1116973"/>
                  </a:lnTo>
                  <a:lnTo>
                    <a:pt x="1140330" y="1117681"/>
                  </a:lnTo>
                  <a:lnTo>
                    <a:pt x="1140957" y="1118479"/>
                  </a:lnTo>
                  <a:lnTo>
                    <a:pt x="1141583" y="1119360"/>
                  </a:lnTo>
                  <a:lnTo>
                    <a:pt x="1142210" y="1120349"/>
                  </a:lnTo>
                  <a:lnTo>
                    <a:pt x="1142836" y="1121458"/>
                  </a:lnTo>
                  <a:lnTo>
                    <a:pt x="1143463" y="1122699"/>
                  </a:lnTo>
                  <a:lnTo>
                    <a:pt x="1144089" y="1124031"/>
                  </a:lnTo>
                  <a:lnTo>
                    <a:pt x="1144716" y="1125461"/>
                  </a:lnTo>
                  <a:lnTo>
                    <a:pt x="1145343" y="1126963"/>
                  </a:lnTo>
                  <a:lnTo>
                    <a:pt x="1145969" y="1128523"/>
                  </a:lnTo>
                  <a:lnTo>
                    <a:pt x="1146596" y="1130155"/>
                  </a:lnTo>
                  <a:lnTo>
                    <a:pt x="1147222" y="1131846"/>
                  </a:lnTo>
                  <a:lnTo>
                    <a:pt x="1147849" y="1133632"/>
                  </a:lnTo>
                  <a:lnTo>
                    <a:pt x="1148475" y="1135516"/>
                  </a:lnTo>
                  <a:lnTo>
                    <a:pt x="1149102" y="1137495"/>
                  </a:lnTo>
                  <a:lnTo>
                    <a:pt x="1149728" y="1139515"/>
                  </a:lnTo>
                  <a:lnTo>
                    <a:pt x="1150355" y="1141571"/>
                  </a:lnTo>
                  <a:lnTo>
                    <a:pt x="1150982" y="1143697"/>
                  </a:lnTo>
                  <a:lnTo>
                    <a:pt x="1151608" y="1145880"/>
                  </a:lnTo>
                  <a:lnTo>
                    <a:pt x="1152235" y="1148116"/>
                  </a:lnTo>
                  <a:lnTo>
                    <a:pt x="1152861" y="1150439"/>
                  </a:lnTo>
                  <a:lnTo>
                    <a:pt x="1153488" y="1152853"/>
                  </a:lnTo>
                  <a:lnTo>
                    <a:pt x="1154114" y="1155331"/>
                  </a:lnTo>
                  <a:lnTo>
                    <a:pt x="1154741" y="1157832"/>
                  </a:lnTo>
                  <a:lnTo>
                    <a:pt x="1155367" y="1160328"/>
                  </a:lnTo>
                  <a:lnTo>
                    <a:pt x="1155994" y="1162806"/>
                  </a:lnTo>
                  <a:lnTo>
                    <a:pt x="1156621" y="1165271"/>
                  </a:lnTo>
                  <a:lnTo>
                    <a:pt x="1157247" y="1167685"/>
                  </a:lnTo>
                  <a:lnTo>
                    <a:pt x="1157874" y="1170057"/>
                  </a:lnTo>
                  <a:lnTo>
                    <a:pt x="1158500" y="1172366"/>
                  </a:lnTo>
                  <a:lnTo>
                    <a:pt x="1159127" y="1174660"/>
                  </a:lnTo>
                  <a:lnTo>
                    <a:pt x="1159753" y="1176948"/>
                  </a:lnTo>
                  <a:lnTo>
                    <a:pt x="1160380" y="1179216"/>
                  </a:lnTo>
                  <a:lnTo>
                    <a:pt x="1161006" y="1181474"/>
                  </a:lnTo>
                  <a:lnTo>
                    <a:pt x="1161633" y="1183724"/>
                  </a:lnTo>
                  <a:lnTo>
                    <a:pt x="1162260" y="1185953"/>
                  </a:lnTo>
                  <a:lnTo>
                    <a:pt x="1162886" y="1188152"/>
                  </a:lnTo>
                  <a:lnTo>
                    <a:pt x="1163513" y="1190356"/>
                  </a:lnTo>
                  <a:lnTo>
                    <a:pt x="1164139" y="1192598"/>
                  </a:lnTo>
                  <a:lnTo>
                    <a:pt x="1164766" y="1194933"/>
                  </a:lnTo>
                  <a:lnTo>
                    <a:pt x="1165392" y="1197397"/>
                  </a:lnTo>
                  <a:lnTo>
                    <a:pt x="1166019" y="1200012"/>
                  </a:lnTo>
                  <a:lnTo>
                    <a:pt x="1166645" y="1202786"/>
                  </a:lnTo>
                  <a:lnTo>
                    <a:pt x="1167272" y="1205702"/>
                  </a:lnTo>
                  <a:lnTo>
                    <a:pt x="1167899" y="1208767"/>
                  </a:lnTo>
                  <a:lnTo>
                    <a:pt x="1168525" y="1211950"/>
                  </a:lnTo>
                  <a:lnTo>
                    <a:pt x="1169152" y="1215250"/>
                  </a:lnTo>
                  <a:lnTo>
                    <a:pt x="1169778" y="1218707"/>
                  </a:lnTo>
                  <a:lnTo>
                    <a:pt x="1170405" y="1222336"/>
                  </a:lnTo>
                  <a:lnTo>
                    <a:pt x="1171031" y="1226126"/>
                  </a:lnTo>
                  <a:lnTo>
                    <a:pt x="1171658" y="1230061"/>
                  </a:lnTo>
                  <a:lnTo>
                    <a:pt x="1172284" y="1234139"/>
                  </a:lnTo>
                  <a:lnTo>
                    <a:pt x="1172911" y="1238345"/>
                  </a:lnTo>
                  <a:lnTo>
                    <a:pt x="1173538" y="1242656"/>
                  </a:lnTo>
                  <a:lnTo>
                    <a:pt x="1174164" y="1247036"/>
                  </a:lnTo>
                  <a:lnTo>
                    <a:pt x="1174791" y="1251443"/>
                  </a:lnTo>
                  <a:lnTo>
                    <a:pt x="1175417" y="1255865"/>
                  </a:lnTo>
                  <a:lnTo>
                    <a:pt x="1176044" y="1260324"/>
                  </a:lnTo>
                  <a:lnTo>
                    <a:pt x="1176670" y="1264814"/>
                  </a:lnTo>
                  <a:lnTo>
                    <a:pt x="1177297" y="1269338"/>
                  </a:lnTo>
                  <a:lnTo>
                    <a:pt x="1177923" y="1273910"/>
                  </a:lnTo>
                  <a:lnTo>
                    <a:pt x="1178550" y="1278492"/>
                  </a:lnTo>
                  <a:lnTo>
                    <a:pt x="1179177" y="1283054"/>
                  </a:lnTo>
                  <a:lnTo>
                    <a:pt x="1179803" y="1287567"/>
                  </a:lnTo>
                  <a:lnTo>
                    <a:pt x="1180430" y="1292016"/>
                  </a:lnTo>
                  <a:lnTo>
                    <a:pt x="1181056" y="1296385"/>
                  </a:lnTo>
                  <a:lnTo>
                    <a:pt x="1181683" y="1300645"/>
                  </a:lnTo>
                  <a:lnTo>
                    <a:pt x="1182309" y="1304779"/>
                  </a:lnTo>
                  <a:lnTo>
                    <a:pt x="1182936" y="1308778"/>
                  </a:lnTo>
                  <a:lnTo>
                    <a:pt x="1183562" y="1312656"/>
                  </a:lnTo>
                  <a:lnTo>
                    <a:pt x="1184189" y="1316424"/>
                  </a:lnTo>
                  <a:lnTo>
                    <a:pt x="1184816" y="1320047"/>
                  </a:lnTo>
                  <a:lnTo>
                    <a:pt x="1185442" y="1323501"/>
                  </a:lnTo>
                  <a:lnTo>
                    <a:pt x="1186069" y="1326786"/>
                  </a:lnTo>
                  <a:lnTo>
                    <a:pt x="1186695" y="1329892"/>
                  </a:lnTo>
                  <a:lnTo>
                    <a:pt x="1187322" y="1332834"/>
                  </a:lnTo>
                  <a:lnTo>
                    <a:pt x="1187948" y="1335633"/>
                  </a:lnTo>
                  <a:lnTo>
                    <a:pt x="1188575" y="1338280"/>
                  </a:lnTo>
                  <a:lnTo>
                    <a:pt x="1189201" y="1340792"/>
                  </a:lnTo>
                  <a:lnTo>
                    <a:pt x="1189828" y="1343181"/>
                  </a:lnTo>
                  <a:lnTo>
                    <a:pt x="1190454" y="1345450"/>
                  </a:lnTo>
                  <a:lnTo>
                    <a:pt x="1191081" y="1347613"/>
                  </a:lnTo>
                  <a:lnTo>
                    <a:pt x="1191708" y="1349698"/>
                  </a:lnTo>
                  <a:lnTo>
                    <a:pt x="1192334" y="1351748"/>
                  </a:lnTo>
                  <a:lnTo>
                    <a:pt x="1192961" y="1353778"/>
                  </a:lnTo>
                  <a:lnTo>
                    <a:pt x="1193587" y="1355819"/>
                  </a:lnTo>
                  <a:lnTo>
                    <a:pt x="1194214" y="1357909"/>
                  </a:lnTo>
                  <a:lnTo>
                    <a:pt x="1194840" y="1360060"/>
                  </a:lnTo>
                  <a:lnTo>
                    <a:pt x="1195467" y="1362272"/>
                  </a:lnTo>
                  <a:lnTo>
                    <a:pt x="1196093" y="1364531"/>
                  </a:lnTo>
                  <a:lnTo>
                    <a:pt x="1196720" y="1366845"/>
                  </a:lnTo>
                  <a:lnTo>
                    <a:pt x="1197347" y="1369162"/>
                  </a:lnTo>
                  <a:lnTo>
                    <a:pt x="1197973" y="1371474"/>
                  </a:lnTo>
                  <a:lnTo>
                    <a:pt x="1198600" y="1373756"/>
                  </a:lnTo>
                  <a:lnTo>
                    <a:pt x="1199226" y="1375994"/>
                  </a:lnTo>
                  <a:lnTo>
                    <a:pt x="1199853" y="1378180"/>
                  </a:lnTo>
                  <a:lnTo>
                    <a:pt x="1200479" y="1380333"/>
                  </a:lnTo>
                  <a:lnTo>
                    <a:pt x="1201106" y="1382416"/>
                  </a:lnTo>
                  <a:lnTo>
                    <a:pt x="1201732" y="1384379"/>
                  </a:lnTo>
                  <a:lnTo>
                    <a:pt x="1202359" y="1386211"/>
                  </a:lnTo>
                  <a:lnTo>
                    <a:pt x="1202986" y="1387908"/>
                  </a:lnTo>
                  <a:lnTo>
                    <a:pt x="1203612" y="1389452"/>
                  </a:lnTo>
                  <a:lnTo>
                    <a:pt x="1204239" y="1390830"/>
                  </a:lnTo>
                  <a:lnTo>
                    <a:pt x="1204865" y="1392026"/>
                  </a:lnTo>
                  <a:lnTo>
                    <a:pt x="1205492" y="1393076"/>
                  </a:lnTo>
                  <a:lnTo>
                    <a:pt x="1206118" y="1393965"/>
                  </a:lnTo>
                  <a:lnTo>
                    <a:pt x="1206745" y="1394712"/>
                  </a:lnTo>
                  <a:lnTo>
                    <a:pt x="1207371" y="1395306"/>
                  </a:lnTo>
                  <a:lnTo>
                    <a:pt x="1207998" y="1395759"/>
                  </a:lnTo>
                  <a:lnTo>
                    <a:pt x="1208625" y="1396086"/>
                  </a:lnTo>
                  <a:lnTo>
                    <a:pt x="1209251" y="1396303"/>
                  </a:lnTo>
                  <a:lnTo>
                    <a:pt x="1209878" y="1396390"/>
                  </a:lnTo>
                  <a:lnTo>
                    <a:pt x="1210504" y="1396369"/>
                  </a:lnTo>
                  <a:lnTo>
                    <a:pt x="1211131" y="1396257"/>
                  </a:lnTo>
                  <a:lnTo>
                    <a:pt x="1211757" y="1396043"/>
                  </a:lnTo>
                  <a:lnTo>
                    <a:pt x="1212384" y="1395750"/>
                  </a:lnTo>
                  <a:lnTo>
                    <a:pt x="1213010" y="1395400"/>
                  </a:lnTo>
                  <a:lnTo>
                    <a:pt x="1213637" y="1395003"/>
                  </a:lnTo>
                  <a:lnTo>
                    <a:pt x="1214264" y="1394578"/>
                  </a:lnTo>
                  <a:lnTo>
                    <a:pt x="1214890" y="1394116"/>
                  </a:lnTo>
                  <a:lnTo>
                    <a:pt x="1215517" y="1393612"/>
                  </a:lnTo>
                  <a:lnTo>
                    <a:pt x="1216143" y="1393037"/>
                  </a:lnTo>
                  <a:lnTo>
                    <a:pt x="1216770" y="1392399"/>
                  </a:lnTo>
                  <a:lnTo>
                    <a:pt x="1217396" y="1391731"/>
                  </a:lnTo>
                  <a:lnTo>
                    <a:pt x="1218023" y="1391036"/>
                  </a:lnTo>
                  <a:lnTo>
                    <a:pt x="1218649" y="1390352"/>
                  </a:lnTo>
                  <a:lnTo>
                    <a:pt x="1219276" y="1389697"/>
                  </a:lnTo>
                  <a:lnTo>
                    <a:pt x="1219903" y="1389105"/>
                  </a:lnTo>
                  <a:lnTo>
                    <a:pt x="1220529" y="1388576"/>
                  </a:lnTo>
                  <a:lnTo>
                    <a:pt x="1221156" y="1388120"/>
                  </a:lnTo>
                  <a:lnTo>
                    <a:pt x="1221782" y="1387700"/>
                  </a:lnTo>
                  <a:lnTo>
                    <a:pt x="1222409" y="1387317"/>
                  </a:lnTo>
                  <a:lnTo>
                    <a:pt x="1223035" y="1386970"/>
                  </a:lnTo>
                  <a:lnTo>
                    <a:pt x="1223662" y="1386635"/>
                  </a:lnTo>
                  <a:lnTo>
                    <a:pt x="1224288" y="1386272"/>
                  </a:lnTo>
                  <a:lnTo>
                    <a:pt x="1224915" y="1385866"/>
                  </a:lnTo>
                  <a:lnTo>
                    <a:pt x="1225542" y="1385442"/>
                  </a:lnTo>
                  <a:lnTo>
                    <a:pt x="1226168" y="1384990"/>
                  </a:lnTo>
                  <a:lnTo>
                    <a:pt x="1226795" y="1384508"/>
                  </a:lnTo>
                  <a:lnTo>
                    <a:pt x="1227421" y="1383988"/>
                  </a:lnTo>
                  <a:lnTo>
                    <a:pt x="1228048" y="1383415"/>
                  </a:lnTo>
                  <a:lnTo>
                    <a:pt x="1228674" y="1382757"/>
                  </a:lnTo>
                  <a:lnTo>
                    <a:pt x="1229301" y="1381999"/>
                  </a:lnTo>
                  <a:lnTo>
                    <a:pt x="1229927" y="1381158"/>
                  </a:lnTo>
                  <a:lnTo>
                    <a:pt x="1230554" y="1380242"/>
                  </a:lnTo>
                  <a:lnTo>
                    <a:pt x="1231181" y="1379294"/>
                  </a:lnTo>
                  <a:lnTo>
                    <a:pt x="1231807" y="1378330"/>
                  </a:lnTo>
                  <a:lnTo>
                    <a:pt x="1232434" y="1377336"/>
                  </a:lnTo>
                  <a:lnTo>
                    <a:pt x="1233060" y="1376341"/>
                  </a:lnTo>
                  <a:lnTo>
                    <a:pt x="1233687" y="1375400"/>
                  </a:lnTo>
                  <a:lnTo>
                    <a:pt x="1234313" y="1374541"/>
                  </a:lnTo>
                  <a:lnTo>
                    <a:pt x="1234940" y="1373764"/>
                  </a:lnTo>
                  <a:lnTo>
                    <a:pt x="1235566" y="1373082"/>
                  </a:lnTo>
                  <a:lnTo>
                    <a:pt x="1236193" y="1372501"/>
                  </a:lnTo>
                  <a:lnTo>
                    <a:pt x="1236820" y="1372036"/>
                  </a:lnTo>
                  <a:lnTo>
                    <a:pt x="1237446" y="1371680"/>
                  </a:lnTo>
                  <a:lnTo>
                    <a:pt x="1238073" y="1371464"/>
                  </a:lnTo>
                  <a:lnTo>
                    <a:pt x="1238699" y="1371402"/>
                  </a:lnTo>
                  <a:lnTo>
                    <a:pt x="1239326" y="1371504"/>
                  </a:lnTo>
                  <a:lnTo>
                    <a:pt x="1239952" y="1371769"/>
                  </a:lnTo>
                  <a:lnTo>
                    <a:pt x="1240579" y="1372161"/>
                  </a:lnTo>
                  <a:lnTo>
                    <a:pt x="1241205" y="1372668"/>
                  </a:lnTo>
                  <a:lnTo>
                    <a:pt x="1241832" y="1373306"/>
                  </a:lnTo>
                  <a:lnTo>
                    <a:pt x="1242459" y="1374068"/>
                  </a:lnTo>
                  <a:lnTo>
                    <a:pt x="1243085" y="1374936"/>
                  </a:lnTo>
                  <a:lnTo>
                    <a:pt x="1243712" y="1375913"/>
                  </a:lnTo>
                  <a:lnTo>
                    <a:pt x="1244338" y="1377006"/>
                  </a:lnTo>
                  <a:lnTo>
                    <a:pt x="1244965" y="1378218"/>
                  </a:lnTo>
                  <a:lnTo>
                    <a:pt x="1245591" y="1379558"/>
                  </a:lnTo>
                  <a:lnTo>
                    <a:pt x="1246218" y="1381023"/>
                  </a:lnTo>
                  <a:lnTo>
                    <a:pt x="1246844" y="1382607"/>
                  </a:lnTo>
                  <a:lnTo>
                    <a:pt x="1247471" y="1384286"/>
                  </a:lnTo>
                  <a:lnTo>
                    <a:pt x="1248098" y="1386077"/>
                  </a:lnTo>
                  <a:lnTo>
                    <a:pt x="1248724" y="1387975"/>
                  </a:lnTo>
                  <a:lnTo>
                    <a:pt x="1249351" y="1389993"/>
                  </a:lnTo>
                  <a:lnTo>
                    <a:pt x="1249977" y="1392151"/>
                  </a:lnTo>
                  <a:lnTo>
                    <a:pt x="1250604" y="1394415"/>
                  </a:lnTo>
                  <a:lnTo>
                    <a:pt x="1251230" y="1396760"/>
                  </a:lnTo>
                  <a:lnTo>
                    <a:pt x="1251857" y="1399171"/>
                  </a:lnTo>
                  <a:lnTo>
                    <a:pt x="1252483" y="1401679"/>
                  </a:lnTo>
                  <a:lnTo>
                    <a:pt x="1253110" y="1404290"/>
                  </a:lnTo>
                  <a:lnTo>
                    <a:pt x="1253737" y="1406987"/>
                  </a:lnTo>
                  <a:lnTo>
                    <a:pt x="1254363" y="1409767"/>
                  </a:lnTo>
                  <a:lnTo>
                    <a:pt x="1254990" y="1412626"/>
                  </a:lnTo>
                  <a:lnTo>
                    <a:pt x="1255616" y="1415557"/>
                  </a:lnTo>
                  <a:lnTo>
                    <a:pt x="1256243" y="1418574"/>
                  </a:lnTo>
                  <a:lnTo>
                    <a:pt x="1256869" y="1421656"/>
                  </a:lnTo>
                  <a:lnTo>
                    <a:pt x="1257496" y="1424765"/>
                  </a:lnTo>
                  <a:lnTo>
                    <a:pt x="1258122" y="1427904"/>
                  </a:lnTo>
                  <a:lnTo>
                    <a:pt x="1258749" y="1431057"/>
                  </a:lnTo>
                  <a:lnTo>
                    <a:pt x="1259376" y="1434195"/>
                  </a:lnTo>
                  <a:lnTo>
                    <a:pt x="1260002" y="1437338"/>
                  </a:lnTo>
                  <a:lnTo>
                    <a:pt x="1260629" y="1440483"/>
                  </a:lnTo>
                  <a:lnTo>
                    <a:pt x="1261255" y="1443650"/>
                  </a:lnTo>
                  <a:lnTo>
                    <a:pt x="1261882" y="1446825"/>
                  </a:lnTo>
                  <a:lnTo>
                    <a:pt x="1262508" y="1450018"/>
                  </a:lnTo>
                  <a:lnTo>
                    <a:pt x="1263135" y="1453220"/>
                  </a:lnTo>
                  <a:lnTo>
                    <a:pt x="1263761" y="1456447"/>
                  </a:lnTo>
                  <a:lnTo>
                    <a:pt x="1264388" y="1459693"/>
                  </a:lnTo>
                  <a:lnTo>
                    <a:pt x="1265015" y="1462953"/>
                  </a:lnTo>
                  <a:lnTo>
                    <a:pt x="1265641" y="1466185"/>
                  </a:lnTo>
                  <a:lnTo>
                    <a:pt x="1266268" y="1469393"/>
                  </a:lnTo>
                  <a:lnTo>
                    <a:pt x="1266894" y="1472587"/>
                  </a:lnTo>
                  <a:lnTo>
                    <a:pt x="1267521" y="1475757"/>
                  </a:lnTo>
                  <a:lnTo>
                    <a:pt x="1268147" y="1478890"/>
                  </a:lnTo>
                  <a:lnTo>
                    <a:pt x="1268774" y="1481989"/>
                  </a:lnTo>
                  <a:lnTo>
                    <a:pt x="1269400" y="1485065"/>
                  </a:lnTo>
                  <a:lnTo>
                    <a:pt x="1270027" y="1488123"/>
                  </a:lnTo>
                  <a:lnTo>
                    <a:pt x="1270654" y="1491162"/>
                  </a:lnTo>
                  <a:lnTo>
                    <a:pt x="1271280" y="1494175"/>
                  </a:lnTo>
                  <a:lnTo>
                    <a:pt x="1271907" y="1497128"/>
                  </a:lnTo>
                  <a:lnTo>
                    <a:pt x="1272533" y="1500043"/>
                  </a:lnTo>
                  <a:lnTo>
                    <a:pt x="1273160" y="1502851"/>
                  </a:lnTo>
                  <a:lnTo>
                    <a:pt x="1273786" y="1505534"/>
                  </a:lnTo>
                  <a:lnTo>
                    <a:pt x="1274413" y="1508103"/>
                  </a:lnTo>
                  <a:lnTo>
                    <a:pt x="1275039" y="1510572"/>
                  </a:lnTo>
                  <a:lnTo>
                    <a:pt x="1275666" y="1512935"/>
                  </a:lnTo>
                  <a:lnTo>
                    <a:pt x="1276293" y="1515179"/>
                  </a:lnTo>
                  <a:lnTo>
                    <a:pt x="1276919" y="1517306"/>
                  </a:lnTo>
                  <a:lnTo>
                    <a:pt x="1277546" y="1519317"/>
                  </a:lnTo>
                  <a:lnTo>
                    <a:pt x="1278172" y="1521191"/>
                  </a:lnTo>
                  <a:lnTo>
                    <a:pt x="1278799" y="1522946"/>
                  </a:lnTo>
                  <a:lnTo>
                    <a:pt x="1279425" y="1524586"/>
                  </a:lnTo>
                  <a:lnTo>
                    <a:pt x="1280052" y="1526114"/>
                  </a:lnTo>
                  <a:lnTo>
                    <a:pt x="1280678" y="1527552"/>
                  </a:lnTo>
                  <a:lnTo>
                    <a:pt x="1281305" y="1528894"/>
                  </a:lnTo>
                  <a:lnTo>
                    <a:pt x="1281932" y="1530118"/>
                  </a:lnTo>
                  <a:lnTo>
                    <a:pt x="1282558" y="1531270"/>
                  </a:lnTo>
                  <a:lnTo>
                    <a:pt x="1283185" y="1532402"/>
                  </a:lnTo>
                  <a:lnTo>
                    <a:pt x="1283811" y="1533505"/>
                  </a:lnTo>
                  <a:lnTo>
                    <a:pt x="1284438" y="1534569"/>
                  </a:lnTo>
                  <a:lnTo>
                    <a:pt x="1285064" y="1535585"/>
                  </a:lnTo>
                  <a:lnTo>
                    <a:pt x="1285691" y="1536574"/>
                  </a:lnTo>
                  <a:lnTo>
                    <a:pt x="1286317" y="1537540"/>
                  </a:lnTo>
                  <a:lnTo>
                    <a:pt x="1286944" y="1538505"/>
                  </a:lnTo>
                  <a:lnTo>
                    <a:pt x="1287571" y="1539495"/>
                  </a:lnTo>
                  <a:lnTo>
                    <a:pt x="1288197" y="1540477"/>
                  </a:lnTo>
                  <a:lnTo>
                    <a:pt x="1288824" y="1541495"/>
                  </a:lnTo>
                  <a:lnTo>
                    <a:pt x="1289450" y="1542526"/>
                  </a:lnTo>
                  <a:lnTo>
                    <a:pt x="1290077" y="1543545"/>
                  </a:lnTo>
                  <a:lnTo>
                    <a:pt x="1290703" y="1544553"/>
                  </a:lnTo>
                  <a:lnTo>
                    <a:pt x="1291330" y="1545577"/>
                  </a:lnTo>
                  <a:lnTo>
                    <a:pt x="1291956" y="1546604"/>
                  </a:lnTo>
                  <a:lnTo>
                    <a:pt x="1292583" y="1547628"/>
                  </a:lnTo>
                  <a:lnTo>
                    <a:pt x="1293210" y="1548659"/>
                  </a:lnTo>
                  <a:lnTo>
                    <a:pt x="1293836" y="1549701"/>
                  </a:lnTo>
                  <a:lnTo>
                    <a:pt x="1294463" y="1550748"/>
                  </a:lnTo>
                  <a:lnTo>
                    <a:pt x="1295089" y="1551779"/>
                  </a:lnTo>
                  <a:lnTo>
                    <a:pt x="1295716" y="1552767"/>
                  </a:lnTo>
                  <a:lnTo>
                    <a:pt x="1296342" y="1553688"/>
                  </a:lnTo>
                  <a:lnTo>
                    <a:pt x="1296969" y="1554516"/>
                  </a:lnTo>
                  <a:lnTo>
                    <a:pt x="1297595" y="1555270"/>
                  </a:lnTo>
                  <a:lnTo>
                    <a:pt x="1298222" y="1555904"/>
                  </a:lnTo>
                  <a:lnTo>
                    <a:pt x="1298849" y="1556438"/>
                  </a:lnTo>
                  <a:lnTo>
                    <a:pt x="1299475" y="1556874"/>
                  </a:lnTo>
                  <a:lnTo>
                    <a:pt x="1300102" y="1557237"/>
                  </a:lnTo>
                  <a:lnTo>
                    <a:pt x="1300728" y="1557512"/>
                  </a:lnTo>
                  <a:lnTo>
                    <a:pt x="1301355" y="1557665"/>
                  </a:lnTo>
                  <a:lnTo>
                    <a:pt x="1301981" y="1557664"/>
                  </a:lnTo>
                  <a:lnTo>
                    <a:pt x="1302608" y="1557490"/>
                  </a:lnTo>
                  <a:lnTo>
                    <a:pt x="1303234" y="1557152"/>
                  </a:lnTo>
                  <a:lnTo>
                    <a:pt x="1303861" y="1556662"/>
                  </a:lnTo>
                  <a:lnTo>
                    <a:pt x="1304488" y="1556016"/>
                  </a:lnTo>
                  <a:lnTo>
                    <a:pt x="1305114" y="1555281"/>
                  </a:lnTo>
                  <a:lnTo>
                    <a:pt x="1305741" y="1554486"/>
                  </a:lnTo>
                  <a:lnTo>
                    <a:pt x="1306367" y="1553636"/>
                  </a:lnTo>
                  <a:lnTo>
                    <a:pt x="1306994" y="1552738"/>
                  </a:lnTo>
                  <a:lnTo>
                    <a:pt x="1307620" y="1551828"/>
                  </a:lnTo>
                  <a:lnTo>
                    <a:pt x="1308247" y="1550899"/>
                  </a:lnTo>
                  <a:lnTo>
                    <a:pt x="1308873" y="1549952"/>
                  </a:lnTo>
                  <a:lnTo>
                    <a:pt x="1309500" y="1548976"/>
                  </a:lnTo>
                  <a:lnTo>
                    <a:pt x="1310127" y="1548000"/>
                  </a:lnTo>
                  <a:lnTo>
                    <a:pt x="1310753" y="1547044"/>
                  </a:lnTo>
                  <a:lnTo>
                    <a:pt x="1311380" y="1546140"/>
                  </a:lnTo>
                  <a:lnTo>
                    <a:pt x="1312006" y="1545285"/>
                  </a:lnTo>
                  <a:lnTo>
                    <a:pt x="1312633" y="1544431"/>
                  </a:lnTo>
                  <a:lnTo>
                    <a:pt x="1313259" y="1543564"/>
                  </a:lnTo>
                  <a:lnTo>
                    <a:pt x="1313886" y="1542704"/>
                  </a:lnTo>
                  <a:lnTo>
                    <a:pt x="1314512" y="1541826"/>
                  </a:lnTo>
                  <a:lnTo>
                    <a:pt x="1315139" y="1540896"/>
                  </a:lnTo>
                  <a:lnTo>
                    <a:pt x="1315766" y="1539920"/>
                  </a:lnTo>
                  <a:lnTo>
                    <a:pt x="1316392" y="1538908"/>
                  </a:lnTo>
                  <a:lnTo>
                    <a:pt x="1317019" y="1537848"/>
                  </a:lnTo>
                  <a:lnTo>
                    <a:pt x="1317645" y="1536728"/>
                  </a:lnTo>
                  <a:lnTo>
                    <a:pt x="1318272" y="1535550"/>
                  </a:lnTo>
                  <a:lnTo>
                    <a:pt x="1318898" y="1534297"/>
                  </a:lnTo>
                  <a:lnTo>
                    <a:pt x="1319525" y="1532965"/>
                  </a:lnTo>
                  <a:lnTo>
                    <a:pt x="1320151" y="1531594"/>
                  </a:lnTo>
                  <a:lnTo>
                    <a:pt x="1320778" y="1530155"/>
                  </a:lnTo>
                  <a:lnTo>
                    <a:pt x="1321405" y="1528686"/>
                  </a:lnTo>
                  <a:lnTo>
                    <a:pt x="1322031" y="1527225"/>
                  </a:lnTo>
                  <a:lnTo>
                    <a:pt x="1322658" y="1525800"/>
                  </a:lnTo>
                  <a:lnTo>
                    <a:pt x="1323284" y="1524406"/>
                  </a:lnTo>
                  <a:lnTo>
                    <a:pt x="1323911" y="1523051"/>
                  </a:lnTo>
                  <a:lnTo>
                    <a:pt x="1324537" y="1521734"/>
                  </a:lnTo>
                  <a:lnTo>
                    <a:pt x="1325164" y="1520438"/>
                  </a:lnTo>
                  <a:lnTo>
                    <a:pt x="1325790" y="1519149"/>
                  </a:lnTo>
                  <a:lnTo>
                    <a:pt x="1326417" y="1517874"/>
                  </a:lnTo>
                  <a:lnTo>
                    <a:pt x="1327044" y="1516642"/>
                  </a:lnTo>
                  <a:lnTo>
                    <a:pt x="1327670" y="1515459"/>
                  </a:lnTo>
                  <a:lnTo>
                    <a:pt x="1328297" y="1514358"/>
                  </a:lnTo>
                  <a:lnTo>
                    <a:pt x="1328923" y="1513345"/>
                  </a:lnTo>
                  <a:lnTo>
                    <a:pt x="1329550" y="1512397"/>
                  </a:lnTo>
                  <a:lnTo>
                    <a:pt x="1330176" y="1511535"/>
                  </a:lnTo>
                  <a:lnTo>
                    <a:pt x="1330803" y="1510734"/>
                  </a:lnTo>
                  <a:lnTo>
                    <a:pt x="1331429" y="1509990"/>
                  </a:lnTo>
                  <a:lnTo>
                    <a:pt x="1332056" y="1509295"/>
                  </a:lnTo>
                  <a:lnTo>
                    <a:pt x="1332683" y="1508648"/>
                  </a:lnTo>
                  <a:lnTo>
                    <a:pt x="1333309" y="1508056"/>
                  </a:lnTo>
                  <a:lnTo>
                    <a:pt x="1333936" y="1507540"/>
                  </a:lnTo>
                  <a:lnTo>
                    <a:pt x="1334562" y="1507125"/>
                  </a:lnTo>
                  <a:lnTo>
                    <a:pt x="1335189" y="1506806"/>
                  </a:lnTo>
                  <a:lnTo>
                    <a:pt x="1335815" y="1506624"/>
                  </a:lnTo>
                  <a:lnTo>
                    <a:pt x="1336442" y="1506591"/>
                  </a:lnTo>
                  <a:lnTo>
                    <a:pt x="1337068" y="1506705"/>
                  </a:lnTo>
                  <a:lnTo>
                    <a:pt x="1337695" y="1506945"/>
                  </a:lnTo>
                  <a:lnTo>
                    <a:pt x="1338322" y="1507303"/>
                  </a:lnTo>
                  <a:lnTo>
                    <a:pt x="1338948" y="1507779"/>
                  </a:lnTo>
                  <a:lnTo>
                    <a:pt x="1339575" y="1508347"/>
                  </a:lnTo>
                  <a:lnTo>
                    <a:pt x="1340201" y="1509017"/>
                  </a:lnTo>
                  <a:lnTo>
                    <a:pt x="1340828" y="1509815"/>
                  </a:lnTo>
                  <a:lnTo>
                    <a:pt x="1341454" y="1510757"/>
                  </a:lnTo>
                  <a:lnTo>
                    <a:pt x="1342081" y="1511858"/>
                  </a:lnTo>
                  <a:lnTo>
                    <a:pt x="1342707" y="1513095"/>
                  </a:lnTo>
                  <a:lnTo>
                    <a:pt x="1343334" y="1514423"/>
                  </a:lnTo>
                  <a:lnTo>
                    <a:pt x="1343961" y="1515854"/>
                  </a:lnTo>
                  <a:lnTo>
                    <a:pt x="1344587" y="1517412"/>
                  </a:lnTo>
                  <a:lnTo>
                    <a:pt x="1345214" y="1519071"/>
                  </a:lnTo>
                  <a:lnTo>
                    <a:pt x="1345840" y="1520800"/>
                  </a:lnTo>
                  <a:lnTo>
                    <a:pt x="1346467" y="1522611"/>
                  </a:lnTo>
                  <a:lnTo>
                    <a:pt x="1347093" y="1524512"/>
                  </a:lnTo>
                  <a:lnTo>
                    <a:pt x="1347720" y="1526500"/>
                  </a:lnTo>
                  <a:lnTo>
                    <a:pt x="1348346" y="1528573"/>
                  </a:lnTo>
                  <a:lnTo>
                    <a:pt x="1348973" y="1530719"/>
                  </a:lnTo>
                  <a:lnTo>
                    <a:pt x="1349600" y="1532934"/>
                  </a:lnTo>
                  <a:lnTo>
                    <a:pt x="1350226" y="1535194"/>
                  </a:lnTo>
                  <a:lnTo>
                    <a:pt x="1350853" y="1537500"/>
                  </a:lnTo>
                  <a:lnTo>
                    <a:pt x="1351479" y="1539810"/>
                  </a:lnTo>
                  <a:lnTo>
                    <a:pt x="1352106" y="1542144"/>
                  </a:lnTo>
                  <a:lnTo>
                    <a:pt x="1352732" y="1544539"/>
                  </a:lnTo>
                  <a:lnTo>
                    <a:pt x="1353359" y="1546976"/>
                  </a:lnTo>
                  <a:lnTo>
                    <a:pt x="1353985" y="1549438"/>
                  </a:lnTo>
                  <a:lnTo>
                    <a:pt x="1354612" y="1551917"/>
                  </a:lnTo>
                  <a:lnTo>
                    <a:pt x="1355239" y="1554401"/>
                  </a:lnTo>
                  <a:lnTo>
                    <a:pt x="1355865" y="1556878"/>
                  </a:lnTo>
                  <a:lnTo>
                    <a:pt x="1356492" y="1559342"/>
                  </a:lnTo>
                  <a:lnTo>
                    <a:pt x="1357118" y="1561791"/>
                  </a:lnTo>
                  <a:lnTo>
                    <a:pt x="1357745" y="1564227"/>
                  </a:lnTo>
                  <a:lnTo>
                    <a:pt x="1358371" y="1566665"/>
                  </a:lnTo>
                  <a:lnTo>
                    <a:pt x="1358998" y="1569105"/>
                  </a:lnTo>
                  <a:lnTo>
                    <a:pt x="1359624" y="1571554"/>
                  </a:lnTo>
                  <a:lnTo>
                    <a:pt x="1360251" y="1574004"/>
                  </a:lnTo>
                  <a:lnTo>
                    <a:pt x="1360878" y="1576500"/>
                  </a:lnTo>
                  <a:lnTo>
                    <a:pt x="1361504" y="1579027"/>
                  </a:lnTo>
                  <a:lnTo>
                    <a:pt x="1362131" y="1581587"/>
                  </a:lnTo>
                  <a:lnTo>
                    <a:pt x="1362757" y="1584177"/>
                  </a:lnTo>
                  <a:lnTo>
                    <a:pt x="1363384" y="1586802"/>
                  </a:lnTo>
                  <a:lnTo>
                    <a:pt x="1364010" y="1589478"/>
                  </a:lnTo>
                  <a:lnTo>
                    <a:pt x="1364637" y="1592234"/>
                  </a:lnTo>
                  <a:lnTo>
                    <a:pt x="1365263" y="1595066"/>
                  </a:lnTo>
                  <a:lnTo>
                    <a:pt x="1365890" y="1597978"/>
                  </a:lnTo>
                  <a:lnTo>
                    <a:pt x="1366517" y="1600973"/>
                  </a:lnTo>
                  <a:lnTo>
                    <a:pt x="1367143" y="1604053"/>
                  </a:lnTo>
                  <a:lnTo>
                    <a:pt x="1367770" y="1607186"/>
                  </a:lnTo>
                  <a:lnTo>
                    <a:pt x="1368396" y="1610359"/>
                  </a:lnTo>
                  <a:lnTo>
                    <a:pt x="1369023" y="1613557"/>
                  </a:lnTo>
                  <a:lnTo>
                    <a:pt x="1369649" y="1616777"/>
                  </a:lnTo>
                  <a:lnTo>
                    <a:pt x="1370276" y="1619991"/>
                  </a:lnTo>
                  <a:lnTo>
                    <a:pt x="1370902" y="1623195"/>
                  </a:lnTo>
                  <a:lnTo>
                    <a:pt x="1371529" y="1626363"/>
                  </a:lnTo>
                  <a:lnTo>
                    <a:pt x="1372156" y="1629493"/>
                  </a:lnTo>
                  <a:lnTo>
                    <a:pt x="1372782" y="1632553"/>
                  </a:lnTo>
                  <a:lnTo>
                    <a:pt x="1373409" y="1635511"/>
                  </a:lnTo>
                  <a:lnTo>
                    <a:pt x="1374035" y="1638341"/>
                  </a:lnTo>
                  <a:lnTo>
                    <a:pt x="1374662" y="1641058"/>
                  </a:lnTo>
                  <a:lnTo>
                    <a:pt x="1375288" y="1643713"/>
                  </a:lnTo>
                  <a:lnTo>
                    <a:pt x="1375915" y="1646322"/>
                  </a:lnTo>
                  <a:lnTo>
                    <a:pt x="1376541" y="1648882"/>
                  </a:lnTo>
                  <a:lnTo>
                    <a:pt x="1377168" y="1651413"/>
                  </a:lnTo>
                  <a:lnTo>
                    <a:pt x="1377795" y="1653913"/>
                  </a:lnTo>
                  <a:lnTo>
                    <a:pt x="1378421" y="1656373"/>
                  </a:lnTo>
                  <a:lnTo>
                    <a:pt x="1379048" y="1658785"/>
                  </a:lnTo>
                  <a:lnTo>
                    <a:pt x="1379674" y="1661151"/>
                  </a:lnTo>
                  <a:lnTo>
                    <a:pt x="1380301" y="1663475"/>
                  </a:lnTo>
                  <a:lnTo>
                    <a:pt x="1380927" y="1665794"/>
                  </a:lnTo>
                  <a:lnTo>
                    <a:pt x="1381554" y="1668106"/>
                  </a:lnTo>
                  <a:lnTo>
                    <a:pt x="1382180" y="1670430"/>
                  </a:lnTo>
                  <a:lnTo>
                    <a:pt x="1382807" y="1672762"/>
                  </a:lnTo>
                  <a:lnTo>
                    <a:pt x="1383434" y="1675121"/>
                  </a:lnTo>
                  <a:lnTo>
                    <a:pt x="1384060" y="1677471"/>
                  </a:lnTo>
                  <a:lnTo>
                    <a:pt x="1384687" y="1679765"/>
                  </a:lnTo>
                  <a:lnTo>
                    <a:pt x="1385313" y="1681983"/>
                  </a:lnTo>
                  <a:lnTo>
                    <a:pt x="1385940" y="1684116"/>
                  </a:lnTo>
                  <a:lnTo>
                    <a:pt x="1386566" y="1686164"/>
                  </a:lnTo>
                  <a:lnTo>
                    <a:pt x="1387193" y="1688151"/>
                  </a:lnTo>
                  <a:lnTo>
                    <a:pt x="1387819" y="1690087"/>
                  </a:lnTo>
                  <a:lnTo>
                    <a:pt x="1388446" y="1691975"/>
                  </a:lnTo>
                  <a:lnTo>
                    <a:pt x="1389073" y="1693815"/>
                  </a:lnTo>
                  <a:lnTo>
                    <a:pt x="1389699" y="1695613"/>
                  </a:lnTo>
                  <a:lnTo>
                    <a:pt x="1390326" y="1697347"/>
                  </a:lnTo>
                  <a:lnTo>
                    <a:pt x="1390952" y="1699006"/>
                  </a:lnTo>
                  <a:lnTo>
                    <a:pt x="1391579" y="1700582"/>
                  </a:lnTo>
                  <a:lnTo>
                    <a:pt x="1392205" y="1702088"/>
                  </a:lnTo>
                  <a:lnTo>
                    <a:pt x="1392832" y="1703503"/>
                  </a:lnTo>
                  <a:lnTo>
                    <a:pt x="1393458" y="1704849"/>
                  </a:lnTo>
                  <a:lnTo>
                    <a:pt x="1394085" y="1706127"/>
                  </a:lnTo>
                  <a:lnTo>
                    <a:pt x="1394712" y="1707346"/>
                  </a:lnTo>
                  <a:lnTo>
                    <a:pt x="1395338" y="1708515"/>
                  </a:lnTo>
                  <a:lnTo>
                    <a:pt x="1395965" y="1709616"/>
                  </a:lnTo>
                  <a:lnTo>
                    <a:pt x="1396591" y="1710634"/>
                  </a:lnTo>
                  <a:lnTo>
                    <a:pt x="1397218" y="1711586"/>
                  </a:lnTo>
                  <a:lnTo>
                    <a:pt x="1397844" y="1712482"/>
                  </a:lnTo>
                  <a:lnTo>
                    <a:pt x="1398471" y="1713295"/>
                  </a:lnTo>
                  <a:lnTo>
                    <a:pt x="1399097" y="1714016"/>
                  </a:lnTo>
                  <a:lnTo>
                    <a:pt x="1399724" y="1714622"/>
                  </a:lnTo>
                  <a:lnTo>
                    <a:pt x="1400351" y="1715123"/>
                  </a:lnTo>
                  <a:lnTo>
                    <a:pt x="1400977" y="1715539"/>
                  </a:lnTo>
                  <a:lnTo>
                    <a:pt x="1401604" y="1715872"/>
                  </a:lnTo>
                  <a:lnTo>
                    <a:pt x="1402230" y="1716143"/>
                  </a:lnTo>
                  <a:lnTo>
                    <a:pt x="1402857" y="1716350"/>
                  </a:lnTo>
                  <a:lnTo>
                    <a:pt x="1403483" y="1716505"/>
                  </a:lnTo>
                  <a:lnTo>
                    <a:pt x="1404110" y="1716586"/>
                  </a:lnTo>
                  <a:lnTo>
                    <a:pt x="1404736" y="1716587"/>
                  </a:lnTo>
                  <a:lnTo>
                    <a:pt x="1405363" y="1716536"/>
                  </a:lnTo>
                  <a:lnTo>
                    <a:pt x="1405990" y="1716470"/>
                  </a:lnTo>
                  <a:lnTo>
                    <a:pt x="1406616" y="1716358"/>
                  </a:lnTo>
                  <a:lnTo>
                    <a:pt x="1407243" y="1716169"/>
                  </a:lnTo>
                  <a:lnTo>
                    <a:pt x="1407869" y="1715886"/>
                  </a:lnTo>
                  <a:lnTo>
                    <a:pt x="1408496" y="1715498"/>
                  </a:lnTo>
                  <a:lnTo>
                    <a:pt x="1409122" y="1715030"/>
                  </a:lnTo>
                  <a:lnTo>
                    <a:pt x="1409749" y="1714491"/>
                  </a:lnTo>
                  <a:lnTo>
                    <a:pt x="1410375" y="1713884"/>
                  </a:lnTo>
                  <a:lnTo>
                    <a:pt x="1411002" y="1713207"/>
                  </a:lnTo>
                  <a:lnTo>
                    <a:pt x="1411629" y="1712461"/>
                  </a:lnTo>
                  <a:lnTo>
                    <a:pt x="1412255" y="1711641"/>
                  </a:lnTo>
                  <a:lnTo>
                    <a:pt x="1412882" y="1710741"/>
                  </a:lnTo>
                  <a:lnTo>
                    <a:pt x="1413508" y="1709791"/>
                  </a:lnTo>
                  <a:lnTo>
                    <a:pt x="1414135" y="1708791"/>
                  </a:lnTo>
                  <a:lnTo>
                    <a:pt x="1414761" y="1707744"/>
                  </a:lnTo>
                  <a:lnTo>
                    <a:pt x="1415388" y="1706625"/>
                  </a:lnTo>
                  <a:lnTo>
                    <a:pt x="1416014" y="1705451"/>
                  </a:lnTo>
                  <a:lnTo>
                    <a:pt x="1416641" y="1704234"/>
                  </a:lnTo>
                  <a:lnTo>
                    <a:pt x="1417268" y="1703010"/>
                  </a:lnTo>
                  <a:lnTo>
                    <a:pt x="1417894" y="1701807"/>
                  </a:lnTo>
                  <a:lnTo>
                    <a:pt x="1418521" y="1700618"/>
                  </a:lnTo>
                  <a:lnTo>
                    <a:pt x="1419147" y="1699424"/>
                  </a:lnTo>
                  <a:lnTo>
                    <a:pt x="1419774" y="1698225"/>
                  </a:lnTo>
                  <a:lnTo>
                    <a:pt x="1420400" y="1697038"/>
                  </a:lnTo>
                  <a:lnTo>
                    <a:pt x="1421027" y="1695871"/>
                  </a:lnTo>
                  <a:lnTo>
                    <a:pt x="1421653" y="1694723"/>
                  </a:lnTo>
                  <a:lnTo>
                    <a:pt x="1422280" y="1693592"/>
                  </a:lnTo>
                  <a:lnTo>
                    <a:pt x="1422907" y="1692472"/>
                  </a:lnTo>
                  <a:lnTo>
                    <a:pt x="1423533" y="1691346"/>
                  </a:lnTo>
                  <a:lnTo>
                    <a:pt x="1424160" y="1690196"/>
                  </a:lnTo>
                  <a:lnTo>
                    <a:pt x="1424786" y="1689025"/>
                  </a:lnTo>
                  <a:lnTo>
                    <a:pt x="1425413" y="1687831"/>
                  </a:lnTo>
                  <a:lnTo>
                    <a:pt x="1426039" y="1686620"/>
                  </a:lnTo>
                  <a:lnTo>
                    <a:pt x="1426666" y="1685386"/>
                  </a:lnTo>
                  <a:lnTo>
                    <a:pt x="1427292" y="1684122"/>
                  </a:lnTo>
                  <a:lnTo>
                    <a:pt x="1427919" y="1682819"/>
                  </a:lnTo>
                  <a:lnTo>
                    <a:pt x="1428545" y="1681470"/>
                  </a:lnTo>
                  <a:lnTo>
                    <a:pt x="1429172" y="1680060"/>
                  </a:lnTo>
                  <a:lnTo>
                    <a:pt x="1429799" y="1678577"/>
                  </a:lnTo>
                  <a:lnTo>
                    <a:pt x="1430425" y="1677040"/>
                  </a:lnTo>
                  <a:lnTo>
                    <a:pt x="1431052" y="1675447"/>
                  </a:lnTo>
                  <a:lnTo>
                    <a:pt x="1431678" y="1673830"/>
                  </a:lnTo>
                  <a:lnTo>
                    <a:pt x="1432305" y="1672189"/>
                  </a:lnTo>
                  <a:lnTo>
                    <a:pt x="1432931" y="1670530"/>
                  </a:lnTo>
                  <a:lnTo>
                    <a:pt x="1433558" y="1668867"/>
                  </a:lnTo>
                  <a:lnTo>
                    <a:pt x="1434184" y="1667217"/>
                  </a:lnTo>
                  <a:lnTo>
                    <a:pt x="1434811" y="1665586"/>
                  </a:lnTo>
                  <a:lnTo>
                    <a:pt x="1435438" y="1663994"/>
                  </a:lnTo>
                  <a:lnTo>
                    <a:pt x="1436064" y="1662470"/>
                  </a:lnTo>
                  <a:lnTo>
                    <a:pt x="1436691" y="1661009"/>
                  </a:lnTo>
                  <a:lnTo>
                    <a:pt x="1437317" y="1659632"/>
                  </a:lnTo>
                  <a:lnTo>
                    <a:pt x="1437944" y="1658329"/>
                  </a:lnTo>
                  <a:lnTo>
                    <a:pt x="1438570" y="1657113"/>
                  </a:lnTo>
                  <a:lnTo>
                    <a:pt x="1439197" y="1655994"/>
                  </a:lnTo>
                  <a:lnTo>
                    <a:pt x="1439823" y="1654969"/>
                  </a:lnTo>
                  <a:lnTo>
                    <a:pt x="1440450" y="1654069"/>
                  </a:lnTo>
                  <a:lnTo>
                    <a:pt x="1441077" y="1653275"/>
                  </a:lnTo>
                  <a:lnTo>
                    <a:pt x="1441703" y="1652597"/>
                  </a:lnTo>
                  <a:lnTo>
                    <a:pt x="1442330" y="1652036"/>
                  </a:lnTo>
                  <a:lnTo>
                    <a:pt x="1442956" y="1651594"/>
                  </a:lnTo>
                  <a:lnTo>
                    <a:pt x="1443583" y="1651230"/>
                  </a:lnTo>
                  <a:lnTo>
                    <a:pt x="1444209" y="1650946"/>
                  </a:lnTo>
                  <a:lnTo>
                    <a:pt x="1444836" y="1650710"/>
                  </a:lnTo>
                  <a:lnTo>
                    <a:pt x="1445462" y="1650473"/>
                  </a:lnTo>
                  <a:lnTo>
                    <a:pt x="1446089" y="1650257"/>
                  </a:lnTo>
                  <a:lnTo>
                    <a:pt x="1446716" y="1650047"/>
                  </a:lnTo>
                  <a:lnTo>
                    <a:pt x="1447342" y="1649887"/>
                  </a:lnTo>
                  <a:lnTo>
                    <a:pt x="1447969" y="1649767"/>
                  </a:lnTo>
                  <a:lnTo>
                    <a:pt x="1448595" y="1649721"/>
                  </a:lnTo>
                  <a:lnTo>
                    <a:pt x="1449222" y="1649759"/>
                  </a:lnTo>
                  <a:lnTo>
                    <a:pt x="1449848" y="1649875"/>
                  </a:lnTo>
                  <a:lnTo>
                    <a:pt x="1450475" y="1650083"/>
                  </a:lnTo>
                  <a:lnTo>
                    <a:pt x="1451101" y="1650387"/>
                  </a:lnTo>
                  <a:lnTo>
                    <a:pt x="1451728" y="1650779"/>
                  </a:lnTo>
                  <a:lnTo>
                    <a:pt x="1452355" y="1651231"/>
                  </a:lnTo>
                  <a:lnTo>
                    <a:pt x="1452981" y="1651770"/>
                  </a:lnTo>
                  <a:lnTo>
                    <a:pt x="1453608" y="1652402"/>
                  </a:lnTo>
                  <a:lnTo>
                    <a:pt x="1454234" y="1653132"/>
                  </a:lnTo>
                  <a:lnTo>
                    <a:pt x="1454861" y="1653977"/>
                  </a:lnTo>
                  <a:lnTo>
                    <a:pt x="1455487" y="1654938"/>
                  </a:lnTo>
                  <a:lnTo>
                    <a:pt x="1456114" y="1656022"/>
                  </a:lnTo>
                  <a:lnTo>
                    <a:pt x="1456740" y="1657208"/>
                  </a:lnTo>
                  <a:lnTo>
                    <a:pt x="1457367" y="1658484"/>
                  </a:lnTo>
                  <a:lnTo>
                    <a:pt x="1457994" y="1659819"/>
                  </a:lnTo>
                  <a:lnTo>
                    <a:pt x="1458620" y="1661201"/>
                  </a:lnTo>
                  <a:lnTo>
                    <a:pt x="1459247" y="1662612"/>
                  </a:lnTo>
                  <a:lnTo>
                    <a:pt x="1459873" y="1664061"/>
                  </a:lnTo>
                  <a:lnTo>
                    <a:pt x="1460500" y="1665534"/>
                  </a:lnTo>
                  <a:lnTo>
                    <a:pt x="1461126" y="1667057"/>
                  </a:lnTo>
                  <a:lnTo>
                    <a:pt x="1461753" y="1668636"/>
                  </a:lnTo>
                  <a:lnTo>
                    <a:pt x="1462379" y="1670292"/>
                  </a:lnTo>
                  <a:lnTo>
                    <a:pt x="1463006" y="1672031"/>
                  </a:lnTo>
                  <a:lnTo>
                    <a:pt x="1463633" y="1673840"/>
                  </a:lnTo>
                  <a:lnTo>
                    <a:pt x="1464259" y="1675733"/>
                  </a:lnTo>
                  <a:lnTo>
                    <a:pt x="1464886" y="1677720"/>
                  </a:lnTo>
                  <a:lnTo>
                    <a:pt x="1465512" y="1679814"/>
                  </a:lnTo>
                  <a:lnTo>
                    <a:pt x="1466139" y="1682036"/>
                  </a:lnTo>
                  <a:lnTo>
                    <a:pt x="1466765" y="1684408"/>
                  </a:lnTo>
                  <a:lnTo>
                    <a:pt x="1467392" y="1686935"/>
                  </a:lnTo>
                  <a:lnTo>
                    <a:pt x="1468018" y="1689597"/>
                  </a:lnTo>
                  <a:lnTo>
                    <a:pt x="1468645" y="1692403"/>
                  </a:lnTo>
                  <a:lnTo>
                    <a:pt x="1469272" y="1695291"/>
                  </a:lnTo>
                  <a:lnTo>
                    <a:pt x="1469898" y="1698239"/>
                  </a:lnTo>
                  <a:lnTo>
                    <a:pt x="1470525" y="1701259"/>
                  </a:lnTo>
                  <a:lnTo>
                    <a:pt x="1471151" y="1704375"/>
                  </a:lnTo>
                  <a:lnTo>
                    <a:pt x="1471778" y="1707570"/>
                  </a:lnTo>
                  <a:lnTo>
                    <a:pt x="1472404" y="1710850"/>
                  </a:lnTo>
                  <a:lnTo>
                    <a:pt x="1473031" y="1714206"/>
                  </a:lnTo>
                  <a:lnTo>
                    <a:pt x="1473657" y="1717603"/>
                  </a:lnTo>
                  <a:lnTo>
                    <a:pt x="1474284" y="1721022"/>
                  </a:lnTo>
                  <a:lnTo>
                    <a:pt x="1474911" y="1724441"/>
                  </a:lnTo>
                  <a:lnTo>
                    <a:pt x="1475537" y="1727872"/>
                  </a:lnTo>
                  <a:lnTo>
                    <a:pt x="1476164" y="1731289"/>
                  </a:lnTo>
                  <a:lnTo>
                    <a:pt x="1476790" y="1734709"/>
                  </a:lnTo>
                  <a:lnTo>
                    <a:pt x="1477417" y="1738154"/>
                  </a:lnTo>
                  <a:lnTo>
                    <a:pt x="1478043" y="1741609"/>
                  </a:lnTo>
                  <a:lnTo>
                    <a:pt x="1478670" y="1745080"/>
                  </a:lnTo>
                  <a:lnTo>
                    <a:pt x="1479296" y="1748550"/>
                  </a:lnTo>
                  <a:lnTo>
                    <a:pt x="1479923" y="1752003"/>
                  </a:lnTo>
                  <a:lnTo>
                    <a:pt x="1480550" y="1755407"/>
                  </a:lnTo>
                  <a:lnTo>
                    <a:pt x="1481176" y="1758764"/>
                  </a:lnTo>
                  <a:lnTo>
                    <a:pt x="1481803" y="1762038"/>
                  </a:lnTo>
                  <a:lnTo>
                    <a:pt x="1482429" y="1765226"/>
                  </a:lnTo>
                  <a:lnTo>
                    <a:pt x="1483056" y="1768340"/>
                  </a:lnTo>
                  <a:lnTo>
                    <a:pt x="1483682" y="1771377"/>
                  </a:lnTo>
                  <a:lnTo>
                    <a:pt x="1484309" y="1774348"/>
                  </a:lnTo>
                  <a:lnTo>
                    <a:pt x="1484935" y="1777224"/>
                  </a:lnTo>
                  <a:lnTo>
                    <a:pt x="1485562" y="1780001"/>
                  </a:lnTo>
                  <a:lnTo>
                    <a:pt x="1486189" y="1782682"/>
                  </a:lnTo>
                  <a:lnTo>
                    <a:pt x="1486815" y="1785270"/>
                  </a:lnTo>
                  <a:lnTo>
                    <a:pt x="1487442" y="1787769"/>
                  </a:lnTo>
                  <a:lnTo>
                    <a:pt x="1488068" y="1790193"/>
                  </a:lnTo>
                  <a:lnTo>
                    <a:pt x="1488695" y="1792555"/>
                  </a:lnTo>
                  <a:lnTo>
                    <a:pt x="1489321" y="1794859"/>
                  </a:lnTo>
                  <a:lnTo>
                    <a:pt x="1489948" y="1797124"/>
                  </a:lnTo>
                  <a:lnTo>
                    <a:pt x="1490574" y="1799369"/>
                  </a:lnTo>
                  <a:lnTo>
                    <a:pt x="1491201" y="1801637"/>
                  </a:lnTo>
                  <a:lnTo>
                    <a:pt x="1491828" y="1803938"/>
                  </a:lnTo>
                  <a:lnTo>
                    <a:pt x="1492454" y="1806292"/>
                  </a:lnTo>
                  <a:lnTo>
                    <a:pt x="1493081" y="1808682"/>
                  </a:lnTo>
                  <a:lnTo>
                    <a:pt x="1493707" y="1811104"/>
                  </a:lnTo>
                  <a:lnTo>
                    <a:pt x="1494334" y="1813524"/>
                  </a:lnTo>
                  <a:lnTo>
                    <a:pt x="1494960" y="1815947"/>
                  </a:lnTo>
                  <a:lnTo>
                    <a:pt x="1495587" y="1818369"/>
                  </a:lnTo>
                  <a:lnTo>
                    <a:pt x="1496213" y="1820766"/>
                  </a:lnTo>
                  <a:lnTo>
                    <a:pt x="1496840" y="1823124"/>
                  </a:lnTo>
                  <a:lnTo>
                    <a:pt x="1497467" y="1825421"/>
                  </a:lnTo>
                  <a:lnTo>
                    <a:pt x="1497905" y="1826954"/>
                  </a:lnTo>
                  <a:lnTo>
                    <a:pt x="1519490" y="1826954"/>
                  </a:lnTo>
                  <a:lnTo>
                    <a:pt x="1520023" y="1824990"/>
                  </a:lnTo>
                  <a:lnTo>
                    <a:pt x="1520649" y="1822540"/>
                  </a:lnTo>
                  <a:lnTo>
                    <a:pt x="1521276" y="1819967"/>
                  </a:lnTo>
                  <a:lnTo>
                    <a:pt x="1521902" y="1817286"/>
                  </a:lnTo>
                  <a:lnTo>
                    <a:pt x="1522529" y="1814490"/>
                  </a:lnTo>
                  <a:lnTo>
                    <a:pt x="1523155" y="1811554"/>
                  </a:lnTo>
                  <a:lnTo>
                    <a:pt x="1523782" y="1808474"/>
                  </a:lnTo>
                  <a:lnTo>
                    <a:pt x="1524408" y="1805264"/>
                  </a:lnTo>
                  <a:lnTo>
                    <a:pt x="1525035" y="1801935"/>
                  </a:lnTo>
                  <a:lnTo>
                    <a:pt x="1525662" y="1798484"/>
                  </a:lnTo>
                  <a:lnTo>
                    <a:pt x="1526288" y="1794933"/>
                  </a:lnTo>
                  <a:lnTo>
                    <a:pt x="1526915" y="1791266"/>
                  </a:lnTo>
                  <a:lnTo>
                    <a:pt x="1527541" y="1787500"/>
                  </a:lnTo>
                  <a:lnTo>
                    <a:pt x="1528168" y="1783617"/>
                  </a:lnTo>
                  <a:lnTo>
                    <a:pt x="1528794" y="1779589"/>
                  </a:lnTo>
                  <a:lnTo>
                    <a:pt x="1529421" y="1775432"/>
                  </a:lnTo>
                  <a:lnTo>
                    <a:pt x="1530047" y="1771165"/>
                  </a:lnTo>
                  <a:lnTo>
                    <a:pt x="1530674" y="1766819"/>
                  </a:lnTo>
                  <a:lnTo>
                    <a:pt x="1531301" y="1762401"/>
                  </a:lnTo>
                  <a:lnTo>
                    <a:pt x="1531927" y="1757983"/>
                  </a:lnTo>
                  <a:lnTo>
                    <a:pt x="1532554" y="1753608"/>
                  </a:lnTo>
                  <a:lnTo>
                    <a:pt x="1533180" y="1749259"/>
                  </a:lnTo>
                  <a:lnTo>
                    <a:pt x="1533807" y="1744917"/>
                  </a:lnTo>
                  <a:lnTo>
                    <a:pt x="1534433" y="1740574"/>
                  </a:lnTo>
                  <a:lnTo>
                    <a:pt x="1535060" y="1736214"/>
                  </a:lnTo>
                  <a:lnTo>
                    <a:pt x="1535686" y="1731841"/>
                  </a:lnTo>
                  <a:lnTo>
                    <a:pt x="1536313" y="1727496"/>
                  </a:lnTo>
                  <a:lnTo>
                    <a:pt x="1536940" y="1723211"/>
                  </a:lnTo>
                  <a:lnTo>
                    <a:pt x="1537566" y="1719016"/>
                  </a:lnTo>
                  <a:lnTo>
                    <a:pt x="1538193" y="1714903"/>
                  </a:lnTo>
                  <a:lnTo>
                    <a:pt x="1538819" y="1710873"/>
                  </a:lnTo>
                  <a:lnTo>
                    <a:pt x="1539446" y="1706916"/>
                  </a:lnTo>
                  <a:lnTo>
                    <a:pt x="1540072" y="1703009"/>
                  </a:lnTo>
                  <a:lnTo>
                    <a:pt x="1540699" y="1699172"/>
                  </a:lnTo>
                  <a:lnTo>
                    <a:pt x="1541325" y="1695396"/>
                  </a:lnTo>
                  <a:lnTo>
                    <a:pt x="1541952" y="1691731"/>
                  </a:lnTo>
                  <a:lnTo>
                    <a:pt x="1542579" y="1688192"/>
                  </a:lnTo>
                  <a:lnTo>
                    <a:pt x="1543205" y="1684792"/>
                  </a:lnTo>
                  <a:lnTo>
                    <a:pt x="1543832" y="1681532"/>
                  </a:lnTo>
                  <a:lnTo>
                    <a:pt x="1544458" y="1678469"/>
                  </a:lnTo>
                  <a:lnTo>
                    <a:pt x="1545085" y="1675607"/>
                  </a:lnTo>
                  <a:lnTo>
                    <a:pt x="1545711" y="1672916"/>
                  </a:lnTo>
                  <a:lnTo>
                    <a:pt x="1546338" y="1670369"/>
                  </a:lnTo>
                  <a:lnTo>
                    <a:pt x="1546964" y="1667971"/>
                  </a:lnTo>
                  <a:lnTo>
                    <a:pt x="1547591" y="1665764"/>
                  </a:lnTo>
                  <a:lnTo>
                    <a:pt x="1548218" y="1663756"/>
                  </a:lnTo>
                  <a:lnTo>
                    <a:pt x="1548844" y="1661949"/>
                  </a:lnTo>
                  <a:lnTo>
                    <a:pt x="1549471" y="1660350"/>
                  </a:lnTo>
                  <a:lnTo>
                    <a:pt x="1550097" y="1658941"/>
                  </a:lnTo>
                  <a:lnTo>
                    <a:pt x="1550724" y="1657701"/>
                  </a:lnTo>
                  <a:lnTo>
                    <a:pt x="1551350" y="1656585"/>
                  </a:lnTo>
                  <a:lnTo>
                    <a:pt x="1551977" y="1655597"/>
                  </a:lnTo>
                  <a:lnTo>
                    <a:pt x="1552603" y="1654734"/>
                  </a:lnTo>
                  <a:lnTo>
                    <a:pt x="1553230" y="1654000"/>
                  </a:lnTo>
                  <a:lnTo>
                    <a:pt x="1553857" y="1653356"/>
                  </a:lnTo>
                  <a:lnTo>
                    <a:pt x="1554483" y="1652779"/>
                  </a:lnTo>
                  <a:lnTo>
                    <a:pt x="1555110" y="1652256"/>
                  </a:lnTo>
                  <a:lnTo>
                    <a:pt x="1555736" y="1651779"/>
                  </a:lnTo>
                  <a:lnTo>
                    <a:pt x="1556363" y="1651303"/>
                  </a:lnTo>
                  <a:lnTo>
                    <a:pt x="1556989" y="1650815"/>
                  </a:lnTo>
                  <a:lnTo>
                    <a:pt x="1557616" y="1650316"/>
                  </a:lnTo>
                  <a:lnTo>
                    <a:pt x="1558242" y="1649803"/>
                  </a:lnTo>
                  <a:lnTo>
                    <a:pt x="1558869" y="1649289"/>
                  </a:lnTo>
                  <a:lnTo>
                    <a:pt x="1559496" y="1648779"/>
                  </a:lnTo>
                  <a:lnTo>
                    <a:pt x="1560122" y="1648300"/>
                  </a:lnTo>
                  <a:lnTo>
                    <a:pt x="1560749" y="1647871"/>
                  </a:lnTo>
                  <a:lnTo>
                    <a:pt x="1561375" y="1647480"/>
                  </a:lnTo>
                  <a:lnTo>
                    <a:pt x="1562002" y="1647113"/>
                  </a:lnTo>
                  <a:lnTo>
                    <a:pt x="1562628" y="1646743"/>
                  </a:lnTo>
                  <a:lnTo>
                    <a:pt x="1563255" y="1646360"/>
                  </a:lnTo>
                  <a:lnTo>
                    <a:pt x="1563881" y="1645939"/>
                  </a:lnTo>
                  <a:lnTo>
                    <a:pt x="1564508" y="1645467"/>
                  </a:lnTo>
                  <a:lnTo>
                    <a:pt x="1565135" y="1644963"/>
                  </a:lnTo>
                  <a:lnTo>
                    <a:pt x="1565761" y="1644480"/>
                  </a:lnTo>
                  <a:lnTo>
                    <a:pt x="1566388" y="1644035"/>
                  </a:lnTo>
                  <a:lnTo>
                    <a:pt x="1567014" y="1643648"/>
                  </a:lnTo>
                  <a:lnTo>
                    <a:pt x="1567641" y="1643309"/>
                  </a:lnTo>
                  <a:lnTo>
                    <a:pt x="1568267" y="1642984"/>
                  </a:lnTo>
                  <a:lnTo>
                    <a:pt x="1568894" y="1642647"/>
                  </a:lnTo>
                  <a:lnTo>
                    <a:pt x="1569520" y="1642270"/>
                  </a:lnTo>
                  <a:lnTo>
                    <a:pt x="1570147" y="1641838"/>
                  </a:lnTo>
                  <a:lnTo>
                    <a:pt x="1570774" y="1641359"/>
                  </a:lnTo>
                  <a:lnTo>
                    <a:pt x="1571400" y="1640840"/>
                  </a:lnTo>
                  <a:lnTo>
                    <a:pt x="1572027" y="1640296"/>
                  </a:lnTo>
                  <a:lnTo>
                    <a:pt x="1572653" y="1639769"/>
                  </a:lnTo>
                  <a:lnTo>
                    <a:pt x="1573280" y="1639260"/>
                  </a:lnTo>
                  <a:lnTo>
                    <a:pt x="1573906" y="1638774"/>
                  </a:lnTo>
                  <a:lnTo>
                    <a:pt x="1574533" y="1638293"/>
                  </a:lnTo>
                  <a:lnTo>
                    <a:pt x="1575159" y="1637831"/>
                  </a:lnTo>
                  <a:lnTo>
                    <a:pt x="1575786" y="1637404"/>
                  </a:lnTo>
                  <a:lnTo>
                    <a:pt x="1576413" y="1636985"/>
                  </a:lnTo>
                  <a:lnTo>
                    <a:pt x="1577039" y="1636587"/>
                  </a:lnTo>
                  <a:lnTo>
                    <a:pt x="1577666" y="1636247"/>
                  </a:lnTo>
                  <a:lnTo>
                    <a:pt x="1578292" y="1635994"/>
                  </a:lnTo>
                  <a:lnTo>
                    <a:pt x="1578919" y="1635818"/>
                  </a:lnTo>
                  <a:lnTo>
                    <a:pt x="1579545" y="1635721"/>
                  </a:lnTo>
                  <a:lnTo>
                    <a:pt x="1580172" y="1635692"/>
                  </a:lnTo>
                  <a:lnTo>
                    <a:pt x="1580798" y="1635745"/>
                  </a:lnTo>
                  <a:lnTo>
                    <a:pt x="1581425" y="1635881"/>
                  </a:lnTo>
                  <a:lnTo>
                    <a:pt x="1582052" y="1636081"/>
                  </a:lnTo>
                  <a:lnTo>
                    <a:pt x="1582678" y="1636365"/>
                  </a:lnTo>
                  <a:lnTo>
                    <a:pt x="1583305" y="1636747"/>
                  </a:lnTo>
                  <a:lnTo>
                    <a:pt x="1583931" y="1637232"/>
                  </a:lnTo>
                  <a:lnTo>
                    <a:pt x="1584558" y="1637819"/>
                  </a:lnTo>
                  <a:lnTo>
                    <a:pt x="1585184" y="1638497"/>
                  </a:lnTo>
                  <a:lnTo>
                    <a:pt x="1585811" y="1639289"/>
                  </a:lnTo>
                  <a:lnTo>
                    <a:pt x="1586437" y="1640223"/>
                  </a:lnTo>
                  <a:lnTo>
                    <a:pt x="1587064" y="1641295"/>
                  </a:lnTo>
                  <a:lnTo>
                    <a:pt x="1587691" y="1642502"/>
                  </a:lnTo>
                  <a:lnTo>
                    <a:pt x="1588317" y="1643874"/>
                  </a:lnTo>
                  <a:lnTo>
                    <a:pt x="1588944" y="1645410"/>
                  </a:lnTo>
                  <a:lnTo>
                    <a:pt x="1589570" y="1647109"/>
                  </a:lnTo>
                  <a:lnTo>
                    <a:pt x="1590197" y="1648941"/>
                  </a:lnTo>
                  <a:lnTo>
                    <a:pt x="1590823" y="1650910"/>
                  </a:lnTo>
                  <a:lnTo>
                    <a:pt x="1591450" y="1652997"/>
                  </a:lnTo>
                  <a:lnTo>
                    <a:pt x="1592076" y="1655190"/>
                  </a:lnTo>
                  <a:lnTo>
                    <a:pt x="1592703" y="1657464"/>
                  </a:lnTo>
                  <a:lnTo>
                    <a:pt x="1593330" y="1659805"/>
                  </a:lnTo>
                  <a:lnTo>
                    <a:pt x="1593956" y="1662201"/>
                  </a:lnTo>
                  <a:lnTo>
                    <a:pt x="1594583" y="1664655"/>
                  </a:lnTo>
                  <a:lnTo>
                    <a:pt x="1595209" y="1667163"/>
                  </a:lnTo>
                  <a:lnTo>
                    <a:pt x="1595836" y="1669700"/>
                  </a:lnTo>
                  <a:lnTo>
                    <a:pt x="1596462" y="1672264"/>
                  </a:lnTo>
                  <a:lnTo>
                    <a:pt x="1597089" y="1674856"/>
                  </a:lnTo>
                  <a:lnTo>
                    <a:pt x="1597715" y="1677444"/>
                  </a:lnTo>
                  <a:lnTo>
                    <a:pt x="1598342" y="1680022"/>
                  </a:lnTo>
                  <a:lnTo>
                    <a:pt x="1598969" y="1682589"/>
                  </a:lnTo>
                  <a:lnTo>
                    <a:pt x="1599595" y="1685149"/>
                  </a:lnTo>
                  <a:lnTo>
                    <a:pt x="1600222" y="1687694"/>
                  </a:lnTo>
                  <a:lnTo>
                    <a:pt x="1600848" y="1690220"/>
                  </a:lnTo>
                  <a:lnTo>
                    <a:pt x="1601475" y="1692727"/>
                  </a:lnTo>
                  <a:lnTo>
                    <a:pt x="1602101" y="1695212"/>
                  </a:lnTo>
                  <a:lnTo>
                    <a:pt x="1602728" y="1697666"/>
                  </a:lnTo>
                  <a:lnTo>
                    <a:pt x="1603354" y="1700081"/>
                  </a:lnTo>
                  <a:lnTo>
                    <a:pt x="1603981" y="1702453"/>
                  </a:lnTo>
                  <a:lnTo>
                    <a:pt x="1604608" y="1704755"/>
                  </a:lnTo>
                  <a:lnTo>
                    <a:pt x="1605234" y="1706986"/>
                  </a:lnTo>
                  <a:lnTo>
                    <a:pt x="1605861" y="1709143"/>
                  </a:lnTo>
                  <a:lnTo>
                    <a:pt x="1606487" y="1711203"/>
                  </a:lnTo>
                  <a:lnTo>
                    <a:pt x="1607114" y="1713150"/>
                  </a:lnTo>
                  <a:lnTo>
                    <a:pt x="1607740" y="1714987"/>
                  </a:lnTo>
                  <a:lnTo>
                    <a:pt x="1608367" y="1716704"/>
                  </a:lnTo>
                  <a:lnTo>
                    <a:pt x="1608993" y="1718297"/>
                  </a:lnTo>
                  <a:lnTo>
                    <a:pt x="1609620" y="1719752"/>
                  </a:lnTo>
                  <a:lnTo>
                    <a:pt x="1610247" y="1721061"/>
                  </a:lnTo>
                  <a:lnTo>
                    <a:pt x="1610873" y="1722221"/>
                  </a:lnTo>
                  <a:lnTo>
                    <a:pt x="1611500" y="1723240"/>
                  </a:lnTo>
                  <a:lnTo>
                    <a:pt x="1612126" y="1724125"/>
                  </a:lnTo>
                  <a:lnTo>
                    <a:pt x="1612753" y="1724887"/>
                  </a:lnTo>
                  <a:lnTo>
                    <a:pt x="1613379" y="1725516"/>
                  </a:lnTo>
                  <a:lnTo>
                    <a:pt x="1614006" y="1726039"/>
                  </a:lnTo>
                  <a:lnTo>
                    <a:pt x="1614632" y="1726442"/>
                  </a:lnTo>
                  <a:lnTo>
                    <a:pt x="1615259" y="1726712"/>
                  </a:lnTo>
                  <a:lnTo>
                    <a:pt x="1615886" y="1726857"/>
                  </a:lnTo>
                  <a:lnTo>
                    <a:pt x="1616512" y="1726889"/>
                  </a:lnTo>
                  <a:lnTo>
                    <a:pt x="1617139" y="1726803"/>
                  </a:lnTo>
                  <a:lnTo>
                    <a:pt x="1617765" y="1726624"/>
                  </a:lnTo>
                  <a:lnTo>
                    <a:pt x="1618392" y="1726359"/>
                  </a:lnTo>
                  <a:lnTo>
                    <a:pt x="1619018" y="1726023"/>
                  </a:lnTo>
                  <a:lnTo>
                    <a:pt x="1619645" y="1725630"/>
                  </a:lnTo>
                  <a:lnTo>
                    <a:pt x="1620271" y="1725167"/>
                  </a:lnTo>
                  <a:lnTo>
                    <a:pt x="1620898" y="1724619"/>
                  </a:lnTo>
                  <a:lnTo>
                    <a:pt x="1621525" y="1723976"/>
                  </a:lnTo>
                  <a:lnTo>
                    <a:pt x="1622151" y="1723250"/>
                  </a:lnTo>
                  <a:lnTo>
                    <a:pt x="1622778" y="1722443"/>
                  </a:lnTo>
                  <a:lnTo>
                    <a:pt x="1623404" y="1721570"/>
                  </a:lnTo>
                  <a:lnTo>
                    <a:pt x="1624031" y="1720641"/>
                  </a:lnTo>
                  <a:lnTo>
                    <a:pt x="1624657" y="1719666"/>
                  </a:lnTo>
                  <a:lnTo>
                    <a:pt x="1625284" y="1718657"/>
                  </a:lnTo>
                  <a:lnTo>
                    <a:pt x="1625910" y="1717624"/>
                  </a:lnTo>
                  <a:lnTo>
                    <a:pt x="1626537" y="1716557"/>
                  </a:lnTo>
                  <a:lnTo>
                    <a:pt x="1627164" y="1715457"/>
                  </a:lnTo>
                  <a:lnTo>
                    <a:pt x="1627790" y="1714325"/>
                  </a:lnTo>
                  <a:lnTo>
                    <a:pt x="1628417" y="1713141"/>
                  </a:lnTo>
                  <a:lnTo>
                    <a:pt x="1629043" y="1711883"/>
                  </a:lnTo>
                  <a:lnTo>
                    <a:pt x="1629670" y="1710552"/>
                  </a:lnTo>
                  <a:lnTo>
                    <a:pt x="1630296" y="1709164"/>
                  </a:lnTo>
                  <a:lnTo>
                    <a:pt x="1630923" y="1707739"/>
                  </a:lnTo>
                  <a:lnTo>
                    <a:pt x="1631549" y="1706285"/>
                  </a:lnTo>
                  <a:lnTo>
                    <a:pt x="1632176" y="1704803"/>
                  </a:lnTo>
                  <a:lnTo>
                    <a:pt x="1632803" y="1703295"/>
                  </a:lnTo>
                  <a:lnTo>
                    <a:pt x="1633429" y="1701762"/>
                  </a:lnTo>
                  <a:lnTo>
                    <a:pt x="1634056" y="1700210"/>
                  </a:lnTo>
                  <a:lnTo>
                    <a:pt x="1634682" y="1698623"/>
                  </a:lnTo>
                  <a:lnTo>
                    <a:pt x="1635309" y="1696971"/>
                  </a:lnTo>
                  <a:lnTo>
                    <a:pt x="1635935" y="1695243"/>
                  </a:lnTo>
                  <a:lnTo>
                    <a:pt x="1636562" y="1693429"/>
                  </a:lnTo>
                  <a:lnTo>
                    <a:pt x="1637188" y="1691541"/>
                  </a:lnTo>
                  <a:lnTo>
                    <a:pt x="1637815" y="1689574"/>
                  </a:lnTo>
                  <a:lnTo>
                    <a:pt x="1638442" y="1687558"/>
                  </a:lnTo>
                  <a:lnTo>
                    <a:pt x="1639068" y="1685515"/>
                  </a:lnTo>
                  <a:lnTo>
                    <a:pt x="1639695" y="1683441"/>
                  </a:lnTo>
                  <a:lnTo>
                    <a:pt x="1640321" y="1681347"/>
                  </a:lnTo>
                  <a:lnTo>
                    <a:pt x="1640948" y="1679230"/>
                  </a:lnTo>
                  <a:lnTo>
                    <a:pt x="1641574" y="1677090"/>
                  </a:lnTo>
                  <a:lnTo>
                    <a:pt x="1642201" y="1674933"/>
                  </a:lnTo>
                  <a:lnTo>
                    <a:pt x="1642827" y="1672768"/>
                  </a:lnTo>
                  <a:lnTo>
                    <a:pt x="1643454" y="1670587"/>
                  </a:lnTo>
                  <a:lnTo>
                    <a:pt x="1644081" y="1668394"/>
                  </a:lnTo>
                  <a:lnTo>
                    <a:pt x="1644707" y="1666197"/>
                  </a:lnTo>
                  <a:lnTo>
                    <a:pt x="1645334" y="1663997"/>
                  </a:lnTo>
                  <a:lnTo>
                    <a:pt x="1645960" y="1661794"/>
                  </a:lnTo>
                  <a:lnTo>
                    <a:pt x="1646587" y="1659579"/>
                  </a:lnTo>
                  <a:lnTo>
                    <a:pt x="1647213" y="1657358"/>
                  </a:lnTo>
                  <a:lnTo>
                    <a:pt x="1647840" y="1655116"/>
                  </a:lnTo>
                  <a:lnTo>
                    <a:pt x="1648466" y="1652844"/>
                  </a:lnTo>
                  <a:lnTo>
                    <a:pt x="1649093" y="1650537"/>
                  </a:lnTo>
                  <a:lnTo>
                    <a:pt x="1649720" y="1648174"/>
                  </a:lnTo>
                  <a:lnTo>
                    <a:pt x="1650346" y="1645750"/>
                  </a:lnTo>
                  <a:lnTo>
                    <a:pt x="1650973" y="1643263"/>
                  </a:lnTo>
                  <a:lnTo>
                    <a:pt x="1651599" y="1640708"/>
                  </a:lnTo>
                  <a:lnTo>
                    <a:pt x="1652226" y="1638096"/>
                  </a:lnTo>
                  <a:lnTo>
                    <a:pt x="1652852" y="1635465"/>
                  </a:lnTo>
                  <a:lnTo>
                    <a:pt x="1653479" y="1632831"/>
                  </a:lnTo>
                  <a:lnTo>
                    <a:pt x="1654105" y="1630210"/>
                  </a:lnTo>
                  <a:lnTo>
                    <a:pt x="1654732" y="1627621"/>
                  </a:lnTo>
                  <a:lnTo>
                    <a:pt x="1655359" y="1625059"/>
                  </a:lnTo>
                  <a:lnTo>
                    <a:pt x="1655985" y="1622526"/>
                  </a:lnTo>
                  <a:lnTo>
                    <a:pt x="1656612" y="1620036"/>
                  </a:lnTo>
                  <a:lnTo>
                    <a:pt x="1657238" y="1617590"/>
                  </a:lnTo>
                  <a:lnTo>
                    <a:pt x="1657865" y="1615184"/>
                  </a:lnTo>
                  <a:lnTo>
                    <a:pt x="1658491" y="1612824"/>
                  </a:lnTo>
                  <a:lnTo>
                    <a:pt x="1659118" y="1610518"/>
                  </a:lnTo>
                  <a:lnTo>
                    <a:pt x="1659744" y="1608261"/>
                  </a:lnTo>
                  <a:lnTo>
                    <a:pt x="1660371" y="1606070"/>
                  </a:lnTo>
                  <a:lnTo>
                    <a:pt x="1660998" y="1603958"/>
                  </a:lnTo>
                  <a:lnTo>
                    <a:pt x="1661624" y="1601924"/>
                  </a:lnTo>
                  <a:lnTo>
                    <a:pt x="1662251" y="1599940"/>
                  </a:lnTo>
                  <a:lnTo>
                    <a:pt x="1662877" y="1597999"/>
                  </a:lnTo>
                  <a:lnTo>
                    <a:pt x="1663504" y="1596093"/>
                  </a:lnTo>
                  <a:lnTo>
                    <a:pt x="1664130" y="1594226"/>
                  </a:lnTo>
                  <a:lnTo>
                    <a:pt x="1664757" y="1592399"/>
                  </a:lnTo>
                  <a:lnTo>
                    <a:pt x="1665383" y="1590609"/>
                  </a:lnTo>
                  <a:lnTo>
                    <a:pt x="1666010" y="1588855"/>
                  </a:lnTo>
                  <a:lnTo>
                    <a:pt x="1666636" y="1587144"/>
                  </a:lnTo>
                  <a:lnTo>
                    <a:pt x="1667263" y="1585500"/>
                  </a:lnTo>
                  <a:lnTo>
                    <a:pt x="1667890" y="1583923"/>
                  </a:lnTo>
                  <a:lnTo>
                    <a:pt x="1668516" y="1582413"/>
                  </a:lnTo>
                  <a:lnTo>
                    <a:pt x="1669143" y="1580981"/>
                  </a:lnTo>
                  <a:lnTo>
                    <a:pt x="1669769" y="1579638"/>
                  </a:lnTo>
                  <a:lnTo>
                    <a:pt x="1670396" y="1578370"/>
                  </a:lnTo>
                  <a:lnTo>
                    <a:pt x="1671022" y="1577184"/>
                  </a:lnTo>
                  <a:lnTo>
                    <a:pt x="1671649" y="1576087"/>
                  </a:lnTo>
                  <a:lnTo>
                    <a:pt x="1672275" y="1575079"/>
                  </a:lnTo>
                  <a:lnTo>
                    <a:pt x="1672902" y="1574163"/>
                  </a:lnTo>
                  <a:lnTo>
                    <a:pt x="1673529" y="1573338"/>
                  </a:lnTo>
                  <a:lnTo>
                    <a:pt x="1674155" y="1572602"/>
                  </a:lnTo>
                  <a:lnTo>
                    <a:pt x="1674782" y="1571953"/>
                  </a:lnTo>
                  <a:lnTo>
                    <a:pt x="1675408" y="1571388"/>
                  </a:lnTo>
                  <a:lnTo>
                    <a:pt x="1676035" y="1570920"/>
                  </a:lnTo>
                  <a:lnTo>
                    <a:pt x="1676661" y="1570523"/>
                  </a:lnTo>
                  <a:lnTo>
                    <a:pt x="1677288" y="1570218"/>
                  </a:lnTo>
                  <a:lnTo>
                    <a:pt x="1677914" y="1570010"/>
                  </a:lnTo>
                  <a:lnTo>
                    <a:pt x="1678541" y="1569890"/>
                  </a:lnTo>
                  <a:lnTo>
                    <a:pt x="1679168" y="1569846"/>
                  </a:lnTo>
                  <a:lnTo>
                    <a:pt x="1679794" y="1569907"/>
                  </a:lnTo>
                  <a:lnTo>
                    <a:pt x="1680421" y="1570058"/>
                  </a:lnTo>
                  <a:lnTo>
                    <a:pt x="1681047" y="1570303"/>
                  </a:lnTo>
                  <a:lnTo>
                    <a:pt x="1681674" y="1570663"/>
                  </a:lnTo>
                  <a:lnTo>
                    <a:pt x="1682300" y="1571143"/>
                  </a:lnTo>
                  <a:lnTo>
                    <a:pt x="1682927" y="1571750"/>
                  </a:lnTo>
                  <a:lnTo>
                    <a:pt x="1683553" y="1572505"/>
                  </a:lnTo>
                  <a:lnTo>
                    <a:pt x="1684180" y="1573420"/>
                  </a:lnTo>
                  <a:lnTo>
                    <a:pt x="1684807" y="1574477"/>
                  </a:lnTo>
                  <a:lnTo>
                    <a:pt x="1685433" y="1575645"/>
                  </a:lnTo>
                  <a:lnTo>
                    <a:pt x="1686060" y="1576917"/>
                  </a:lnTo>
                  <a:lnTo>
                    <a:pt x="1686686" y="1578267"/>
                  </a:lnTo>
                  <a:lnTo>
                    <a:pt x="1687313" y="1579704"/>
                  </a:lnTo>
                  <a:lnTo>
                    <a:pt x="1687939" y="1581231"/>
                  </a:lnTo>
                  <a:lnTo>
                    <a:pt x="1688566" y="1582852"/>
                  </a:lnTo>
                  <a:lnTo>
                    <a:pt x="1689192" y="1584552"/>
                  </a:lnTo>
                  <a:lnTo>
                    <a:pt x="1689819" y="1586340"/>
                  </a:lnTo>
                  <a:lnTo>
                    <a:pt x="1690446" y="1588211"/>
                  </a:lnTo>
                  <a:lnTo>
                    <a:pt x="1691072" y="1590148"/>
                  </a:lnTo>
                  <a:lnTo>
                    <a:pt x="1691699" y="1592148"/>
                  </a:lnTo>
                  <a:lnTo>
                    <a:pt x="1692325" y="1594198"/>
                  </a:lnTo>
                  <a:lnTo>
                    <a:pt x="1692952" y="1596281"/>
                  </a:lnTo>
                  <a:lnTo>
                    <a:pt x="1693578" y="1598379"/>
                  </a:lnTo>
                  <a:lnTo>
                    <a:pt x="1694205" y="1600484"/>
                  </a:lnTo>
                  <a:lnTo>
                    <a:pt x="1694831" y="1602618"/>
                  </a:lnTo>
                  <a:lnTo>
                    <a:pt x="1695458" y="1604786"/>
                  </a:lnTo>
                  <a:lnTo>
                    <a:pt x="1696085" y="1606980"/>
                  </a:lnTo>
                  <a:lnTo>
                    <a:pt x="1696711" y="1609185"/>
                  </a:lnTo>
                  <a:lnTo>
                    <a:pt x="1697338" y="1611415"/>
                  </a:lnTo>
                  <a:lnTo>
                    <a:pt x="1697964" y="1613673"/>
                  </a:lnTo>
                  <a:lnTo>
                    <a:pt x="1698591" y="1615968"/>
                  </a:lnTo>
                  <a:lnTo>
                    <a:pt x="1699217" y="1618304"/>
                  </a:lnTo>
                  <a:lnTo>
                    <a:pt x="1699844" y="1620680"/>
                  </a:lnTo>
                  <a:lnTo>
                    <a:pt x="1700470" y="1623106"/>
                  </a:lnTo>
                  <a:lnTo>
                    <a:pt x="1701097" y="1625561"/>
                  </a:lnTo>
                  <a:lnTo>
                    <a:pt x="1701724" y="1628024"/>
                  </a:lnTo>
                  <a:lnTo>
                    <a:pt x="1702350" y="1630499"/>
                  </a:lnTo>
                  <a:lnTo>
                    <a:pt x="1702977" y="1632970"/>
                  </a:lnTo>
                  <a:lnTo>
                    <a:pt x="1703603" y="1635434"/>
                  </a:lnTo>
                  <a:lnTo>
                    <a:pt x="1704230" y="1637892"/>
                  </a:lnTo>
                  <a:lnTo>
                    <a:pt x="1704856" y="1640334"/>
                  </a:lnTo>
                  <a:lnTo>
                    <a:pt x="1705483" y="1642758"/>
                  </a:lnTo>
                  <a:lnTo>
                    <a:pt x="1706109" y="1645167"/>
                  </a:lnTo>
                  <a:lnTo>
                    <a:pt x="1706736" y="1647541"/>
                  </a:lnTo>
                  <a:lnTo>
                    <a:pt x="1707363" y="1649860"/>
                  </a:lnTo>
                  <a:lnTo>
                    <a:pt x="1707989" y="1652117"/>
                  </a:lnTo>
                  <a:lnTo>
                    <a:pt x="1708616" y="1654298"/>
                  </a:lnTo>
                  <a:lnTo>
                    <a:pt x="1709242" y="1656404"/>
                  </a:lnTo>
                  <a:lnTo>
                    <a:pt x="1709869" y="1658423"/>
                  </a:lnTo>
                  <a:lnTo>
                    <a:pt x="1710495" y="1660361"/>
                  </a:lnTo>
                  <a:lnTo>
                    <a:pt x="1711122" y="1662249"/>
                  </a:lnTo>
                  <a:lnTo>
                    <a:pt x="1711748" y="1664069"/>
                  </a:lnTo>
                  <a:lnTo>
                    <a:pt x="1712375" y="1665832"/>
                  </a:lnTo>
                  <a:lnTo>
                    <a:pt x="1713002" y="1667537"/>
                  </a:lnTo>
                  <a:lnTo>
                    <a:pt x="1713628" y="1669154"/>
                  </a:lnTo>
                  <a:lnTo>
                    <a:pt x="1714255" y="1670664"/>
                  </a:lnTo>
                  <a:lnTo>
                    <a:pt x="1714881" y="1672054"/>
                  </a:lnTo>
                  <a:lnTo>
                    <a:pt x="1715508" y="1673286"/>
                  </a:lnTo>
                  <a:lnTo>
                    <a:pt x="1716134" y="1674345"/>
                  </a:lnTo>
                  <a:lnTo>
                    <a:pt x="1716761" y="1675246"/>
                  </a:lnTo>
                  <a:lnTo>
                    <a:pt x="1717387" y="1675994"/>
                  </a:lnTo>
                  <a:lnTo>
                    <a:pt x="1718014" y="1676601"/>
                  </a:lnTo>
                  <a:lnTo>
                    <a:pt x="1718641" y="1677070"/>
                  </a:lnTo>
                  <a:lnTo>
                    <a:pt x="1719267" y="1677386"/>
                  </a:lnTo>
                  <a:lnTo>
                    <a:pt x="1719894" y="1677537"/>
                  </a:lnTo>
                  <a:lnTo>
                    <a:pt x="1720520" y="1677512"/>
                  </a:lnTo>
                  <a:lnTo>
                    <a:pt x="1721147" y="1677328"/>
                  </a:lnTo>
                  <a:lnTo>
                    <a:pt x="1721773" y="1676986"/>
                  </a:lnTo>
                  <a:lnTo>
                    <a:pt x="1722400" y="1676488"/>
                  </a:lnTo>
                  <a:lnTo>
                    <a:pt x="1723026" y="1675858"/>
                  </a:lnTo>
                  <a:lnTo>
                    <a:pt x="1723653" y="1675118"/>
                  </a:lnTo>
                  <a:lnTo>
                    <a:pt x="1724280" y="1674278"/>
                  </a:lnTo>
                  <a:lnTo>
                    <a:pt x="1724906" y="1673391"/>
                  </a:lnTo>
                  <a:lnTo>
                    <a:pt x="1725533" y="1672469"/>
                  </a:lnTo>
                  <a:lnTo>
                    <a:pt x="1726159" y="1671527"/>
                  </a:lnTo>
                  <a:lnTo>
                    <a:pt x="1726786" y="1670528"/>
                  </a:lnTo>
                  <a:lnTo>
                    <a:pt x="1727412" y="1669467"/>
                  </a:lnTo>
                  <a:lnTo>
                    <a:pt x="1728039" y="1668352"/>
                  </a:lnTo>
                  <a:lnTo>
                    <a:pt x="1728665" y="1667202"/>
                  </a:lnTo>
                  <a:lnTo>
                    <a:pt x="1729292" y="1666022"/>
                  </a:lnTo>
                  <a:lnTo>
                    <a:pt x="1729919" y="1664821"/>
                  </a:lnTo>
                  <a:lnTo>
                    <a:pt x="1730545" y="1663593"/>
                  </a:lnTo>
                  <a:lnTo>
                    <a:pt x="1731172" y="1662338"/>
                  </a:lnTo>
                  <a:lnTo>
                    <a:pt x="1731798" y="1661062"/>
                  </a:lnTo>
                  <a:lnTo>
                    <a:pt x="1732425" y="1659764"/>
                  </a:lnTo>
                  <a:lnTo>
                    <a:pt x="1733051" y="1658445"/>
                  </a:lnTo>
                  <a:lnTo>
                    <a:pt x="1733678" y="1657118"/>
                  </a:lnTo>
                  <a:lnTo>
                    <a:pt x="1734304" y="1655788"/>
                  </a:lnTo>
                  <a:lnTo>
                    <a:pt x="1734931" y="1654453"/>
                  </a:lnTo>
                  <a:lnTo>
                    <a:pt x="1735558" y="1653113"/>
                  </a:lnTo>
                  <a:lnTo>
                    <a:pt x="1736184" y="1651768"/>
                  </a:lnTo>
                  <a:lnTo>
                    <a:pt x="1736811" y="1650425"/>
                  </a:lnTo>
                  <a:lnTo>
                    <a:pt x="1737437" y="1649088"/>
                  </a:lnTo>
                  <a:lnTo>
                    <a:pt x="1738064" y="1647757"/>
                  </a:lnTo>
                  <a:lnTo>
                    <a:pt x="1738690" y="1646426"/>
                  </a:lnTo>
                  <a:lnTo>
                    <a:pt x="1739317" y="1645116"/>
                  </a:lnTo>
                  <a:lnTo>
                    <a:pt x="1739943" y="1643810"/>
                  </a:lnTo>
                  <a:lnTo>
                    <a:pt x="1740570" y="1642501"/>
                  </a:lnTo>
                  <a:lnTo>
                    <a:pt x="1741197" y="1641172"/>
                  </a:lnTo>
                  <a:lnTo>
                    <a:pt x="1741823" y="1639827"/>
                  </a:lnTo>
                  <a:lnTo>
                    <a:pt x="1742450" y="1638478"/>
                  </a:lnTo>
                  <a:lnTo>
                    <a:pt x="1743076" y="1637107"/>
                  </a:lnTo>
                  <a:lnTo>
                    <a:pt x="1743703" y="1635701"/>
                  </a:lnTo>
                  <a:lnTo>
                    <a:pt x="1744329" y="1634239"/>
                  </a:lnTo>
                  <a:lnTo>
                    <a:pt x="1744956" y="1632711"/>
                  </a:lnTo>
                  <a:lnTo>
                    <a:pt x="1745582" y="1631119"/>
                  </a:lnTo>
                  <a:lnTo>
                    <a:pt x="1746209" y="1629464"/>
                  </a:lnTo>
                  <a:lnTo>
                    <a:pt x="1746836" y="1627744"/>
                  </a:lnTo>
                  <a:lnTo>
                    <a:pt x="1747462" y="1625982"/>
                  </a:lnTo>
                  <a:lnTo>
                    <a:pt x="1748089" y="1624217"/>
                  </a:lnTo>
                  <a:lnTo>
                    <a:pt x="1748715" y="1622433"/>
                  </a:lnTo>
                  <a:lnTo>
                    <a:pt x="1749342" y="1620651"/>
                  </a:lnTo>
                  <a:lnTo>
                    <a:pt x="1749968" y="1618882"/>
                  </a:lnTo>
                  <a:lnTo>
                    <a:pt x="1750595" y="1617130"/>
                  </a:lnTo>
                  <a:lnTo>
                    <a:pt x="1751221" y="1615383"/>
                  </a:lnTo>
                  <a:lnTo>
                    <a:pt x="1751848" y="1613644"/>
                  </a:lnTo>
                  <a:lnTo>
                    <a:pt x="1752475" y="1611914"/>
                  </a:lnTo>
                  <a:lnTo>
                    <a:pt x="1753101" y="1610197"/>
                  </a:lnTo>
                  <a:lnTo>
                    <a:pt x="1753728" y="1608495"/>
                  </a:lnTo>
                  <a:lnTo>
                    <a:pt x="1754354" y="1606832"/>
                  </a:lnTo>
                  <a:lnTo>
                    <a:pt x="1754981" y="1605202"/>
                  </a:lnTo>
                  <a:lnTo>
                    <a:pt x="1755607" y="1603602"/>
                  </a:lnTo>
                  <a:lnTo>
                    <a:pt x="1756234" y="1602025"/>
                  </a:lnTo>
                  <a:lnTo>
                    <a:pt x="1756860" y="1600432"/>
                  </a:lnTo>
                  <a:lnTo>
                    <a:pt x="1757487" y="1598797"/>
                  </a:lnTo>
                  <a:lnTo>
                    <a:pt x="1758114" y="1597116"/>
                  </a:lnTo>
                  <a:lnTo>
                    <a:pt x="1758740" y="1595399"/>
                  </a:lnTo>
                  <a:lnTo>
                    <a:pt x="1759367" y="1593662"/>
                  </a:lnTo>
                  <a:lnTo>
                    <a:pt x="1759993" y="1591895"/>
                  </a:lnTo>
                  <a:lnTo>
                    <a:pt x="1760620" y="1590123"/>
                  </a:lnTo>
                  <a:lnTo>
                    <a:pt x="1761246" y="1588340"/>
                  </a:lnTo>
                  <a:lnTo>
                    <a:pt x="1761873" y="1586521"/>
                  </a:lnTo>
                  <a:lnTo>
                    <a:pt x="1762499" y="1584665"/>
                  </a:lnTo>
                  <a:lnTo>
                    <a:pt x="1763126" y="1582777"/>
                  </a:lnTo>
                  <a:lnTo>
                    <a:pt x="1763753" y="1580849"/>
                  </a:lnTo>
                  <a:lnTo>
                    <a:pt x="1764379" y="1578892"/>
                  </a:lnTo>
                  <a:lnTo>
                    <a:pt x="1765006" y="1576922"/>
                  </a:lnTo>
                  <a:lnTo>
                    <a:pt x="1765632" y="1574956"/>
                  </a:lnTo>
                  <a:lnTo>
                    <a:pt x="1766259" y="1573000"/>
                  </a:lnTo>
                  <a:lnTo>
                    <a:pt x="1766885" y="1571049"/>
                  </a:lnTo>
                  <a:lnTo>
                    <a:pt x="1767512" y="1569113"/>
                  </a:lnTo>
                  <a:lnTo>
                    <a:pt x="1768138" y="1567190"/>
                  </a:lnTo>
                  <a:lnTo>
                    <a:pt x="1768765" y="1565279"/>
                  </a:lnTo>
                  <a:lnTo>
                    <a:pt x="1769392" y="1563402"/>
                  </a:lnTo>
                  <a:lnTo>
                    <a:pt x="1770018" y="1561566"/>
                  </a:lnTo>
                  <a:lnTo>
                    <a:pt x="1770645" y="1559788"/>
                  </a:lnTo>
                  <a:lnTo>
                    <a:pt x="1771271" y="1558085"/>
                  </a:lnTo>
                  <a:lnTo>
                    <a:pt x="1771898" y="1556462"/>
                  </a:lnTo>
                  <a:lnTo>
                    <a:pt x="1772524" y="1554941"/>
                  </a:lnTo>
                  <a:lnTo>
                    <a:pt x="1773151" y="1553513"/>
                  </a:lnTo>
                  <a:lnTo>
                    <a:pt x="1773777" y="1552153"/>
                  </a:lnTo>
                  <a:lnTo>
                    <a:pt x="1774404" y="1550851"/>
                  </a:lnTo>
                  <a:lnTo>
                    <a:pt x="1775031" y="1549609"/>
                  </a:lnTo>
                  <a:lnTo>
                    <a:pt x="1775657" y="1548431"/>
                  </a:lnTo>
                  <a:lnTo>
                    <a:pt x="1776284" y="1547345"/>
                  </a:lnTo>
                  <a:lnTo>
                    <a:pt x="1776910" y="1546380"/>
                  </a:lnTo>
                  <a:lnTo>
                    <a:pt x="1777537" y="1545544"/>
                  </a:lnTo>
                  <a:lnTo>
                    <a:pt x="1778163" y="1544823"/>
                  </a:lnTo>
                  <a:lnTo>
                    <a:pt x="1778790" y="1544217"/>
                  </a:lnTo>
                  <a:lnTo>
                    <a:pt x="1779416" y="1543707"/>
                  </a:lnTo>
                  <a:lnTo>
                    <a:pt x="1780043" y="1543245"/>
                  </a:lnTo>
                  <a:lnTo>
                    <a:pt x="1780670" y="1542828"/>
                  </a:lnTo>
                  <a:lnTo>
                    <a:pt x="1781296" y="1542448"/>
                  </a:lnTo>
                  <a:lnTo>
                    <a:pt x="1781923" y="1542098"/>
                  </a:lnTo>
                  <a:lnTo>
                    <a:pt x="1782549" y="1541801"/>
                  </a:lnTo>
                  <a:lnTo>
                    <a:pt x="1783176" y="1541591"/>
                  </a:lnTo>
                  <a:lnTo>
                    <a:pt x="1783802" y="1541474"/>
                  </a:lnTo>
                  <a:lnTo>
                    <a:pt x="1784429" y="1541447"/>
                  </a:lnTo>
                  <a:lnTo>
                    <a:pt x="1785055" y="1541510"/>
                  </a:lnTo>
                  <a:lnTo>
                    <a:pt x="1785682" y="1541644"/>
                  </a:lnTo>
                  <a:lnTo>
                    <a:pt x="1786309" y="1541816"/>
                  </a:lnTo>
                  <a:lnTo>
                    <a:pt x="1786935" y="1542021"/>
                  </a:lnTo>
                  <a:lnTo>
                    <a:pt x="1787562" y="1542255"/>
                  </a:lnTo>
                  <a:lnTo>
                    <a:pt x="1788188" y="1542532"/>
                  </a:lnTo>
                  <a:lnTo>
                    <a:pt x="1788815" y="1542861"/>
                  </a:lnTo>
                  <a:lnTo>
                    <a:pt x="1789441" y="1543279"/>
                  </a:lnTo>
                  <a:lnTo>
                    <a:pt x="1790068" y="1543787"/>
                  </a:lnTo>
                  <a:lnTo>
                    <a:pt x="1790694" y="1544385"/>
                  </a:lnTo>
                  <a:lnTo>
                    <a:pt x="1791321" y="1545050"/>
                  </a:lnTo>
                  <a:lnTo>
                    <a:pt x="1791948" y="1545779"/>
                  </a:lnTo>
                  <a:lnTo>
                    <a:pt x="1792574" y="1546525"/>
                  </a:lnTo>
                  <a:lnTo>
                    <a:pt x="1793201" y="1547277"/>
                  </a:lnTo>
                  <a:lnTo>
                    <a:pt x="1793827" y="1548049"/>
                  </a:lnTo>
                  <a:lnTo>
                    <a:pt x="1794454" y="1548840"/>
                  </a:lnTo>
                  <a:lnTo>
                    <a:pt x="1795080" y="1549644"/>
                  </a:lnTo>
                  <a:lnTo>
                    <a:pt x="1795707" y="1550472"/>
                  </a:lnTo>
                  <a:lnTo>
                    <a:pt x="1796333" y="1551309"/>
                  </a:lnTo>
                  <a:lnTo>
                    <a:pt x="1796960" y="1552137"/>
                  </a:lnTo>
                  <a:lnTo>
                    <a:pt x="1797587" y="1552936"/>
                  </a:lnTo>
                  <a:lnTo>
                    <a:pt x="1798213" y="1553697"/>
                  </a:lnTo>
                  <a:lnTo>
                    <a:pt x="1798840" y="1554424"/>
                  </a:lnTo>
                  <a:lnTo>
                    <a:pt x="1799466" y="1555112"/>
                  </a:lnTo>
                  <a:lnTo>
                    <a:pt x="1800093" y="1555761"/>
                  </a:lnTo>
                  <a:lnTo>
                    <a:pt x="1800719" y="1556371"/>
                  </a:lnTo>
                  <a:lnTo>
                    <a:pt x="1801346" y="1556946"/>
                  </a:lnTo>
                  <a:lnTo>
                    <a:pt x="1801972" y="1557487"/>
                  </a:lnTo>
                  <a:lnTo>
                    <a:pt x="1802599" y="1557998"/>
                  </a:lnTo>
                  <a:lnTo>
                    <a:pt x="1803226" y="1558484"/>
                  </a:lnTo>
                  <a:lnTo>
                    <a:pt x="1803852" y="1558957"/>
                  </a:lnTo>
                  <a:lnTo>
                    <a:pt x="1804479" y="1559413"/>
                  </a:lnTo>
                  <a:lnTo>
                    <a:pt x="1805105" y="1559865"/>
                  </a:lnTo>
                  <a:lnTo>
                    <a:pt x="1805732" y="1560334"/>
                  </a:lnTo>
                  <a:lnTo>
                    <a:pt x="1806358" y="1560830"/>
                  </a:lnTo>
                  <a:lnTo>
                    <a:pt x="1806985" y="1561371"/>
                  </a:lnTo>
                  <a:lnTo>
                    <a:pt x="1807611" y="1561968"/>
                  </a:lnTo>
                  <a:lnTo>
                    <a:pt x="1808238" y="1562620"/>
                  </a:lnTo>
                  <a:lnTo>
                    <a:pt x="1808865" y="1563321"/>
                  </a:lnTo>
                  <a:lnTo>
                    <a:pt x="1809491" y="1564075"/>
                  </a:lnTo>
                  <a:lnTo>
                    <a:pt x="1810118" y="1564905"/>
                  </a:lnTo>
                  <a:lnTo>
                    <a:pt x="1810744" y="1565791"/>
                  </a:lnTo>
                  <a:lnTo>
                    <a:pt x="1811371" y="1566747"/>
                  </a:lnTo>
                  <a:lnTo>
                    <a:pt x="1811997" y="1567781"/>
                  </a:lnTo>
                  <a:lnTo>
                    <a:pt x="1812624" y="1568883"/>
                  </a:lnTo>
                  <a:lnTo>
                    <a:pt x="1813250" y="1570049"/>
                  </a:lnTo>
                  <a:lnTo>
                    <a:pt x="1813877" y="1571291"/>
                  </a:lnTo>
                  <a:lnTo>
                    <a:pt x="1814504" y="1572584"/>
                  </a:lnTo>
                  <a:lnTo>
                    <a:pt x="1815130" y="1573912"/>
                  </a:lnTo>
                  <a:lnTo>
                    <a:pt x="1815757" y="1575274"/>
                  </a:lnTo>
                  <a:lnTo>
                    <a:pt x="1816383" y="1576669"/>
                  </a:lnTo>
                  <a:lnTo>
                    <a:pt x="1817010" y="1578088"/>
                  </a:lnTo>
                  <a:lnTo>
                    <a:pt x="1817636" y="1579547"/>
                  </a:lnTo>
                  <a:lnTo>
                    <a:pt x="1818263" y="1581053"/>
                  </a:lnTo>
                  <a:lnTo>
                    <a:pt x="1818889" y="1582598"/>
                  </a:lnTo>
                  <a:lnTo>
                    <a:pt x="1819516" y="1584173"/>
                  </a:lnTo>
                  <a:lnTo>
                    <a:pt x="1820143" y="1585784"/>
                  </a:lnTo>
                  <a:lnTo>
                    <a:pt x="1820769" y="1587432"/>
                  </a:lnTo>
                  <a:lnTo>
                    <a:pt x="1821396" y="1589114"/>
                  </a:lnTo>
                  <a:lnTo>
                    <a:pt x="1822022" y="1590832"/>
                  </a:lnTo>
                  <a:lnTo>
                    <a:pt x="1822649" y="1592585"/>
                  </a:lnTo>
                  <a:lnTo>
                    <a:pt x="1823275" y="1594338"/>
                  </a:lnTo>
                  <a:lnTo>
                    <a:pt x="1823902" y="1596098"/>
                  </a:lnTo>
                  <a:lnTo>
                    <a:pt x="1824528" y="1597890"/>
                  </a:lnTo>
                  <a:lnTo>
                    <a:pt x="1825155" y="1599717"/>
                  </a:lnTo>
                  <a:lnTo>
                    <a:pt x="1825782" y="1601571"/>
                  </a:lnTo>
                  <a:lnTo>
                    <a:pt x="1826408" y="1603456"/>
                  </a:lnTo>
                  <a:lnTo>
                    <a:pt x="1827035" y="1605358"/>
                  </a:lnTo>
                  <a:lnTo>
                    <a:pt x="1827661" y="1607265"/>
                  </a:lnTo>
                  <a:lnTo>
                    <a:pt x="1828288" y="1609169"/>
                  </a:lnTo>
                  <a:lnTo>
                    <a:pt x="1828914" y="1611078"/>
                  </a:lnTo>
                  <a:lnTo>
                    <a:pt x="1829541" y="1612990"/>
                  </a:lnTo>
                  <a:lnTo>
                    <a:pt x="1830167" y="1614897"/>
                  </a:lnTo>
                  <a:lnTo>
                    <a:pt x="1830794" y="1616792"/>
                  </a:lnTo>
                  <a:lnTo>
                    <a:pt x="1831421" y="1618675"/>
                  </a:lnTo>
                  <a:lnTo>
                    <a:pt x="1832047" y="1620541"/>
                  </a:lnTo>
                  <a:lnTo>
                    <a:pt x="1832674" y="1622420"/>
                  </a:lnTo>
                  <a:lnTo>
                    <a:pt x="1833300" y="1624288"/>
                  </a:lnTo>
                  <a:lnTo>
                    <a:pt x="1833927" y="1626142"/>
                  </a:lnTo>
                  <a:lnTo>
                    <a:pt x="1834553" y="1627974"/>
                  </a:lnTo>
                  <a:lnTo>
                    <a:pt x="1835180" y="1629766"/>
                  </a:lnTo>
                  <a:lnTo>
                    <a:pt x="1835806" y="1631522"/>
                  </a:lnTo>
                  <a:lnTo>
                    <a:pt x="1836433" y="1633251"/>
                  </a:lnTo>
                  <a:lnTo>
                    <a:pt x="1837060" y="1634962"/>
                  </a:lnTo>
                  <a:lnTo>
                    <a:pt x="1837686" y="1636627"/>
                  </a:lnTo>
                  <a:lnTo>
                    <a:pt x="1838313" y="1638248"/>
                  </a:lnTo>
                  <a:lnTo>
                    <a:pt x="1838939" y="1639811"/>
                  </a:lnTo>
                  <a:lnTo>
                    <a:pt x="1839566" y="1641317"/>
                  </a:lnTo>
                  <a:lnTo>
                    <a:pt x="1840192" y="1642756"/>
                  </a:lnTo>
                  <a:lnTo>
                    <a:pt x="1840819" y="1644148"/>
                  </a:lnTo>
                  <a:lnTo>
                    <a:pt x="1841445" y="1645487"/>
                  </a:lnTo>
                  <a:lnTo>
                    <a:pt x="1842072" y="1646774"/>
                  </a:lnTo>
                  <a:lnTo>
                    <a:pt x="1842699" y="1648009"/>
                  </a:lnTo>
                  <a:lnTo>
                    <a:pt x="1843325" y="1649195"/>
                  </a:lnTo>
                  <a:lnTo>
                    <a:pt x="1843952" y="1650333"/>
                  </a:lnTo>
                  <a:lnTo>
                    <a:pt x="1844578" y="1651431"/>
                  </a:lnTo>
                  <a:lnTo>
                    <a:pt x="1845205" y="1652480"/>
                  </a:lnTo>
                  <a:lnTo>
                    <a:pt x="1845831" y="1653453"/>
                  </a:lnTo>
                  <a:lnTo>
                    <a:pt x="1846458" y="1654345"/>
                  </a:lnTo>
                  <a:lnTo>
                    <a:pt x="1847084" y="1655187"/>
                  </a:lnTo>
                  <a:lnTo>
                    <a:pt x="1847711" y="1655973"/>
                  </a:lnTo>
                  <a:lnTo>
                    <a:pt x="1848338" y="1656708"/>
                  </a:lnTo>
                  <a:lnTo>
                    <a:pt x="1848964" y="1657401"/>
                  </a:lnTo>
                  <a:lnTo>
                    <a:pt x="1849591" y="1658044"/>
                  </a:lnTo>
                  <a:lnTo>
                    <a:pt x="1850217" y="1658615"/>
                  </a:lnTo>
                  <a:lnTo>
                    <a:pt x="1850844" y="1659117"/>
                  </a:lnTo>
                  <a:lnTo>
                    <a:pt x="1851470" y="1659552"/>
                  </a:lnTo>
                  <a:lnTo>
                    <a:pt x="1852097" y="1659941"/>
                  </a:lnTo>
                  <a:lnTo>
                    <a:pt x="1852723" y="1660280"/>
                  </a:lnTo>
                  <a:lnTo>
                    <a:pt x="1853350" y="1660570"/>
                  </a:lnTo>
                  <a:lnTo>
                    <a:pt x="1853977" y="1660812"/>
                  </a:lnTo>
                  <a:lnTo>
                    <a:pt x="1854603" y="1661011"/>
                  </a:lnTo>
                  <a:lnTo>
                    <a:pt x="1855230" y="1661178"/>
                  </a:lnTo>
                  <a:lnTo>
                    <a:pt x="1855856" y="1661320"/>
                  </a:lnTo>
                  <a:lnTo>
                    <a:pt x="1856483" y="1661383"/>
                  </a:lnTo>
                  <a:lnTo>
                    <a:pt x="1857109" y="1661364"/>
                  </a:lnTo>
                  <a:lnTo>
                    <a:pt x="1857736" y="1661268"/>
                  </a:lnTo>
                  <a:lnTo>
                    <a:pt x="1858362" y="1661098"/>
                  </a:lnTo>
                  <a:lnTo>
                    <a:pt x="1858989" y="1660870"/>
                  </a:lnTo>
                  <a:lnTo>
                    <a:pt x="1859616" y="1660598"/>
                  </a:lnTo>
                  <a:lnTo>
                    <a:pt x="1860242" y="1660288"/>
                  </a:lnTo>
                  <a:lnTo>
                    <a:pt x="1860869" y="1659936"/>
                  </a:lnTo>
                  <a:lnTo>
                    <a:pt x="1861495" y="1659551"/>
                  </a:lnTo>
                  <a:lnTo>
                    <a:pt x="1862122" y="1659140"/>
                  </a:lnTo>
                  <a:lnTo>
                    <a:pt x="1862748" y="1658703"/>
                  </a:lnTo>
                  <a:lnTo>
                    <a:pt x="1863375" y="1658245"/>
                  </a:lnTo>
                  <a:lnTo>
                    <a:pt x="1864001" y="1657768"/>
                  </a:lnTo>
                  <a:lnTo>
                    <a:pt x="1864628" y="1657241"/>
                  </a:lnTo>
                  <a:lnTo>
                    <a:pt x="1865255" y="1656644"/>
                  </a:lnTo>
                  <a:lnTo>
                    <a:pt x="1865881" y="1656007"/>
                  </a:lnTo>
                  <a:lnTo>
                    <a:pt x="1866508" y="1655342"/>
                  </a:lnTo>
                  <a:lnTo>
                    <a:pt x="1867134" y="1654652"/>
                  </a:lnTo>
                  <a:lnTo>
                    <a:pt x="1867761" y="1653921"/>
                  </a:lnTo>
                  <a:lnTo>
                    <a:pt x="1868387" y="1653135"/>
                  </a:lnTo>
                  <a:lnTo>
                    <a:pt x="1869014" y="1652301"/>
                  </a:lnTo>
                  <a:lnTo>
                    <a:pt x="1869640" y="1651453"/>
                  </a:lnTo>
                  <a:lnTo>
                    <a:pt x="1870267" y="1650600"/>
                  </a:lnTo>
                  <a:lnTo>
                    <a:pt x="1870894" y="1649736"/>
                  </a:lnTo>
                  <a:lnTo>
                    <a:pt x="1871520" y="1648860"/>
                  </a:lnTo>
                  <a:lnTo>
                    <a:pt x="1872147" y="1647968"/>
                  </a:lnTo>
                  <a:lnTo>
                    <a:pt x="1872773" y="1647037"/>
                  </a:lnTo>
                  <a:lnTo>
                    <a:pt x="1873400" y="1646070"/>
                  </a:lnTo>
                  <a:lnTo>
                    <a:pt x="1874026" y="1645093"/>
                  </a:lnTo>
                  <a:lnTo>
                    <a:pt x="1874653" y="1644154"/>
                  </a:lnTo>
                  <a:lnTo>
                    <a:pt x="1875279" y="1643257"/>
                  </a:lnTo>
                  <a:lnTo>
                    <a:pt x="1875906" y="1642413"/>
                  </a:lnTo>
                  <a:lnTo>
                    <a:pt x="1876533" y="1641629"/>
                  </a:lnTo>
                  <a:lnTo>
                    <a:pt x="1877159" y="1640926"/>
                  </a:lnTo>
                  <a:lnTo>
                    <a:pt x="1877786" y="1640305"/>
                  </a:lnTo>
                  <a:lnTo>
                    <a:pt x="1878412" y="1639766"/>
                  </a:lnTo>
                  <a:lnTo>
                    <a:pt x="1879039" y="1639290"/>
                  </a:lnTo>
                  <a:lnTo>
                    <a:pt x="1879665" y="1638873"/>
                  </a:lnTo>
                  <a:lnTo>
                    <a:pt x="1880292" y="1638519"/>
                  </a:lnTo>
                  <a:lnTo>
                    <a:pt x="1880918" y="1638211"/>
                  </a:lnTo>
                  <a:lnTo>
                    <a:pt x="1881545" y="1637965"/>
                  </a:lnTo>
                  <a:lnTo>
                    <a:pt x="1882172" y="1637823"/>
                  </a:lnTo>
                  <a:lnTo>
                    <a:pt x="1882798" y="1637783"/>
                  </a:lnTo>
                  <a:lnTo>
                    <a:pt x="1883425" y="1637845"/>
                  </a:lnTo>
                  <a:lnTo>
                    <a:pt x="1884051" y="1637975"/>
                  </a:lnTo>
                  <a:lnTo>
                    <a:pt x="1884678" y="1638178"/>
                  </a:lnTo>
                  <a:lnTo>
                    <a:pt x="1885304" y="1638456"/>
                  </a:lnTo>
                  <a:lnTo>
                    <a:pt x="1885931" y="1638837"/>
                  </a:lnTo>
                  <a:lnTo>
                    <a:pt x="1886557" y="1639308"/>
                  </a:lnTo>
                  <a:lnTo>
                    <a:pt x="1887184" y="1639901"/>
                  </a:lnTo>
                  <a:lnTo>
                    <a:pt x="1887811" y="1640606"/>
                  </a:lnTo>
                  <a:lnTo>
                    <a:pt x="1888437" y="1641461"/>
                  </a:lnTo>
                  <a:lnTo>
                    <a:pt x="1889064" y="1642470"/>
                  </a:lnTo>
                  <a:lnTo>
                    <a:pt x="1889690" y="1643626"/>
                  </a:lnTo>
                  <a:lnTo>
                    <a:pt x="1890317" y="1644929"/>
                  </a:lnTo>
                  <a:lnTo>
                    <a:pt x="1890943" y="1646360"/>
                  </a:lnTo>
                  <a:lnTo>
                    <a:pt x="1891570" y="1647909"/>
                  </a:lnTo>
                  <a:lnTo>
                    <a:pt x="1892196" y="1649576"/>
                  </a:lnTo>
                  <a:lnTo>
                    <a:pt x="1892823" y="1651370"/>
                  </a:lnTo>
                  <a:lnTo>
                    <a:pt x="1893450" y="1653286"/>
                  </a:lnTo>
                  <a:lnTo>
                    <a:pt x="1894076" y="1655322"/>
                  </a:lnTo>
                  <a:lnTo>
                    <a:pt x="1894703" y="1657457"/>
                  </a:lnTo>
                  <a:lnTo>
                    <a:pt x="1895329" y="1659647"/>
                  </a:lnTo>
                  <a:lnTo>
                    <a:pt x="1895956" y="1661888"/>
                  </a:lnTo>
                  <a:lnTo>
                    <a:pt x="1896582" y="1664182"/>
                  </a:lnTo>
                  <a:lnTo>
                    <a:pt x="1897209" y="1666550"/>
                  </a:lnTo>
                  <a:lnTo>
                    <a:pt x="1897835" y="1668964"/>
                  </a:lnTo>
                  <a:lnTo>
                    <a:pt x="1898462" y="1671417"/>
                  </a:lnTo>
                  <a:lnTo>
                    <a:pt x="1899089" y="1673914"/>
                  </a:lnTo>
                  <a:lnTo>
                    <a:pt x="1899715" y="1676451"/>
                  </a:lnTo>
                  <a:lnTo>
                    <a:pt x="1900342" y="1679064"/>
                  </a:lnTo>
                  <a:lnTo>
                    <a:pt x="1900968" y="1681741"/>
                  </a:lnTo>
                  <a:lnTo>
                    <a:pt x="1901595" y="1684474"/>
                  </a:lnTo>
                  <a:lnTo>
                    <a:pt x="1902221" y="1687239"/>
                  </a:lnTo>
                  <a:lnTo>
                    <a:pt x="1902848" y="1690036"/>
                  </a:lnTo>
                  <a:lnTo>
                    <a:pt x="1903474" y="1692852"/>
                  </a:lnTo>
                  <a:lnTo>
                    <a:pt x="1904101" y="1695692"/>
                  </a:lnTo>
                  <a:lnTo>
                    <a:pt x="1904727" y="1698555"/>
                  </a:lnTo>
                  <a:lnTo>
                    <a:pt x="1905354" y="1701461"/>
                  </a:lnTo>
                  <a:lnTo>
                    <a:pt x="1905981" y="1704385"/>
                  </a:lnTo>
                  <a:lnTo>
                    <a:pt x="1906607" y="1707307"/>
                  </a:lnTo>
                  <a:lnTo>
                    <a:pt x="1907234" y="1710220"/>
                  </a:lnTo>
                  <a:lnTo>
                    <a:pt x="1907860" y="1713121"/>
                  </a:lnTo>
                  <a:lnTo>
                    <a:pt x="1908487" y="1715971"/>
                  </a:lnTo>
                  <a:lnTo>
                    <a:pt x="1909113" y="1718780"/>
                  </a:lnTo>
                  <a:lnTo>
                    <a:pt x="1909740" y="1721526"/>
                  </a:lnTo>
                  <a:lnTo>
                    <a:pt x="1910366" y="1724214"/>
                  </a:lnTo>
                  <a:lnTo>
                    <a:pt x="1910993" y="1726832"/>
                  </a:lnTo>
                  <a:lnTo>
                    <a:pt x="1911620" y="1729391"/>
                  </a:lnTo>
                  <a:lnTo>
                    <a:pt x="1912246" y="1731888"/>
                  </a:lnTo>
                  <a:lnTo>
                    <a:pt x="1912873" y="1734322"/>
                  </a:lnTo>
                  <a:lnTo>
                    <a:pt x="1913499" y="1736675"/>
                  </a:lnTo>
                  <a:lnTo>
                    <a:pt x="1914126" y="1738934"/>
                  </a:lnTo>
                  <a:lnTo>
                    <a:pt x="1914752" y="1741073"/>
                  </a:lnTo>
                  <a:lnTo>
                    <a:pt x="1915379" y="1743102"/>
                  </a:lnTo>
                  <a:lnTo>
                    <a:pt x="1916005" y="1745020"/>
                  </a:lnTo>
                  <a:lnTo>
                    <a:pt x="1916632" y="1746824"/>
                  </a:lnTo>
                  <a:lnTo>
                    <a:pt x="1917259" y="1748501"/>
                  </a:lnTo>
                  <a:lnTo>
                    <a:pt x="1917885" y="1750073"/>
                  </a:lnTo>
                  <a:lnTo>
                    <a:pt x="1918512" y="1751542"/>
                  </a:lnTo>
                  <a:lnTo>
                    <a:pt x="1919138" y="1752948"/>
                  </a:lnTo>
                  <a:lnTo>
                    <a:pt x="1919765" y="1754306"/>
                  </a:lnTo>
                  <a:lnTo>
                    <a:pt x="1920391" y="1755620"/>
                  </a:lnTo>
                  <a:lnTo>
                    <a:pt x="1921018" y="1756881"/>
                  </a:lnTo>
                  <a:lnTo>
                    <a:pt x="1921644" y="1758093"/>
                  </a:lnTo>
                  <a:lnTo>
                    <a:pt x="1922271" y="1759265"/>
                  </a:lnTo>
                  <a:lnTo>
                    <a:pt x="1922898" y="1760421"/>
                  </a:lnTo>
                  <a:lnTo>
                    <a:pt x="1923524" y="1761565"/>
                  </a:lnTo>
                  <a:lnTo>
                    <a:pt x="1924151" y="1762661"/>
                  </a:lnTo>
                  <a:lnTo>
                    <a:pt x="1924777" y="1763704"/>
                  </a:lnTo>
                  <a:lnTo>
                    <a:pt x="1925404" y="1764698"/>
                  </a:lnTo>
                  <a:lnTo>
                    <a:pt x="1926030" y="1765635"/>
                  </a:lnTo>
                  <a:lnTo>
                    <a:pt x="1926657" y="1766545"/>
                  </a:lnTo>
                  <a:lnTo>
                    <a:pt x="1927283" y="1767462"/>
                  </a:lnTo>
                  <a:lnTo>
                    <a:pt x="1927910" y="1768389"/>
                  </a:lnTo>
                  <a:lnTo>
                    <a:pt x="1928537" y="1769297"/>
                  </a:lnTo>
                  <a:lnTo>
                    <a:pt x="1929163" y="1770176"/>
                  </a:lnTo>
                  <a:lnTo>
                    <a:pt x="1929790" y="1771025"/>
                  </a:lnTo>
                  <a:lnTo>
                    <a:pt x="1930416" y="1771839"/>
                  </a:lnTo>
                  <a:lnTo>
                    <a:pt x="1931043" y="1772617"/>
                  </a:lnTo>
                  <a:lnTo>
                    <a:pt x="1931669" y="1773353"/>
                  </a:lnTo>
                  <a:lnTo>
                    <a:pt x="1932296" y="1774025"/>
                  </a:lnTo>
                  <a:lnTo>
                    <a:pt x="1932922" y="1774632"/>
                  </a:lnTo>
                  <a:lnTo>
                    <a:pt x="1933549" y="1775198"/>
                  </a:lnTo>
                  <a:lnTo>
                    <a:pt x="1934176" y="1775726"/>
                  </a:lnTo>
                  <a:lnTo>
                    <a:pt x="1934802" y="1776216"/>
                  </a:lnTo>
                  <a:lnTo>
                    <a:pt x="1935429" y="1776673"/>
                  </a:lnTo>
                  <a:lnTo>
                    <a:pt x="1936055" y="1777096"/>
                  </a:lnTo>
                  <a:lnTo>
                    <a:pt x="1936682" y="1777462"/>
                  </a:lnTo>
                  <a:lnTo>
                    <a:pt x="1937308" y="1777744"/>
                  </a:lnTo>
                  <a:lnTo>
                    <a:pt x="1937935" y="1777938"/>
                  </a:lnTo>
                  <a:lnTo>
                    <a:pt x="1938561" y="1778026"/>
                  </a:lnTo>
                  <a:lnTo>
                    <a:pt x="1939188" y="1778001"/>
                  </a:lnTo>
                  <a:lnTo>
                    <a:pt x="1939815" y="1777860"/>
                  </a:lnTo>
                  <a:lnTo>
                    <a:pt x="1940441" y="1777637"/>
                  </a:lnTo>
                  <a:lnTo>
                    <a:pt x="1941068" y="1777324"/>
                  </a:lnTo>
                  <a:lnTo>
                    <a:pt x="1941694" y="1776932"/>
                  </a:lnTo>
                  <a:lnTo>
                    <a:pt x="1942321" y="1776465"/>
                  </a:lnTo>
                  <a:lnTo>
                    <a:pt x="1942947" y="1775919"/>
                  </a:lnTo>
                  <a:lnTo>
                    <a:pt x="1943574" y="1775305"/>
                  </a:lnTo>
                  <a:lnTo>
                    <a:pt x="1944200" y="1774627"/>
                  </a:lnTo>
                  <a:lnTo>
                    <a:pt x="1944827" y="1773896"/>
                  </a:lnTo>
                  <a:lnTo>
                    <a:pt x="1945454" y="1773116"/>
                  </a:lnTo>
                  <a:lnTo>
                    <a:pt x="1946080" y="1772289"/>
                  </a:lnTo>
                  <a:lnTo>
                    <a:pt x="1946707" y="1771444"/>
                  </a:lnTo>
                  <a:lnTo>
                    <a:pt x="1947333" y="1770576"/>
                  </a:lnTo>
                  <a:lnTo>
                    <a:pt x="1947960" y="1769691"/>
                  </a:lnTo>
                  <a:lnTo>
                    <a:pt x="1948586" y="1768793"/>
                  </a:lnTo>
                  <a:lnTo>
                    <a:pt x="1949213" y="1767893"/>
                  </a:lnTo>
                  <a:lnTo>
                    <a:pt x="1949839" y="1766937"/>
                  </a:lnTo>
                  <a:lnTo>
                    <a:pt x="1950466" y="1765939"/>
                  </a:lnTo>
                  <a:lnTo>
                    <a:pt x="1951093" y="1764854"/>
                  </a:lnTo>
                  <a:lnTo>
                    <a:pt x="1951719" y="1763678"/>
                  </a:lnTo>
                  <a:lnTo>
                    <a:pt x="1952346" y="1762415"/>
                  </a:lnTo>
                  <a:lnTo>
                    <a:pt x="1952972" y="1761071"/>
                  </a:lnTo>
                  <a:lnTo>
                    <a:pt x="1953599" y="1759654"/>
                  </a:lnTo>
                  <a:lnTo>
                    <a:pt x="1954225" y="1758159"/>
                  </a:lnTo>
                  <a:lnTo>
                    <a:pt x="1954852" y="1756580"/>
                  </a:lnTo>
                  <a:lnTo>
                    <a:pt x="1955478" y="1754923"/>
                  </a:lnTo>
                  <a:lnTo>
                    <a:pt x="1956105" y="1753228"/>
                  </a:lnTo>
                  <a:lnTo>
                    <a:pt x="1956732" y="1751496"/>
                  </a:lnTo>
                  <a:lnTo>
                    <a:pt x="1957358" y="1749738"/>
                  </a:lnTo>
                  <a:lnTo>
                    <a:pt x="1957985" y="1747961"/>
                  </a:lnTo>
                  <a:lnTo>
                    <a:pt x="1958611" y="1746170"/>
                  </a:lnTo>
                  <a:lnTo>
                    <a:pt x="1959238" y="1744370"/>
                  </a:lnTo>
                  <a:lnTo>
                    <a:pt x="1959864" y="1742565"/>
                  </a:lnTo>
                  <a:lnTo>
                    <a:pt x="1960491" y="1740786"/>
                  </a:lnTo>
                  <a:lnTo>
                    <a:pt x="1961117" y="1739041"/>
                  </a:lnTo>
                  <a:lnTo>
                    <a:pt x="1961744" y="1737325"/>
                  </a:lnTo>
                  <a:lnTo>
                    <a:pt x="1962371" y="1735642"/>
                  </a:lnTo>
                  <a:lnTo>
                    <a:pt x="1962997" y="1733989"/>
                  </a:lnTo>
                  <a:lnTo>
                    <a:pt x="1963624" y="1732368"/>
                  </a:lnTo>
                  <a:lnTo>
                    <a:pt x="1964250" y="1730774"/>
                  </a:lnTo>
                  <a:lnTo>
                    <a:pt x="1964877" y="1729212"/>
                  </a:lnTo>
                  <a:lnTo>
                    <a:pt x="1965503" y="1727662"/>
                  </a:lnTo>
                  <a:lnTo>
                    <a:pt x="1966130" y="1726131"/>
                  </a:lnTo>
                  <a:lnTo>
                    <a:pt x="1966756" y="1724614"/>
                  </a:lnTo>
                  <a:lnTo>
                    <a:pt x="1967383" y="1723115"/>
                  </a:lnTo>
                  <a:lnTo>
                    <a:pt x="1968010" y="1721640"/>
                  </a:lnTo>
                  <a:lnTo>
                    <a:pt x="1968636" y="1720210"/>
                  </a:lnTo>
                  <a:lnTo>
                    <a:pt x="1969263" y="1718809"/>
                  </a:lnTo>
                  <a:lnTo>
                    <a:pt x="1969889" y="1717440"/>
                  </a:lnTo>
                  <a:lnTo>
                    <a:pt x="1970516" y="1716118"/>
                  </a:lnTo>
                  <a:lnTo>
                    <a:pt x="1971142" y="1714868"/>
                  </a:lnTo>
                  <a:lnTo>
                    <a:pt x="1971769" y="1713659"/>
                  </a:lnTo>
                  <a:lnTo>
                    <a:pt x="1972395" y="1712476"/>
                  </a:lnTo>
                  <a:lnTo>
                    <a:pt x="1973022" y="1711319"/>
                  </a:lnTo>
                  <a:lnTo>
                    <a:pt x="1973649" y="1710208"/>
                  </a:lnTo>
                  <a:lnTo>
                    <a:pt x="1974275" y="1709123"/>
                  </a:lnTo>
                  <a:lnTo>
                    <a:pt x="1974902" y="1708061"/>
                  </a:lnTo>
                  <a:lnTo>
                    <a:pt x="1975528" y="1707002"/>
                  </a:lnTo>
                  <a:lnTo>
                    <a:pt x="1976155" y="1705899"/>
                  </a:lnTo>
                  <a:lnTo>
                    <a:pt x="1976781" y="1704748"/>
                  </a:lnTo>
                  <a:lnTo>
                    <a:pt x="1977408" y="1703541"/>
                  </a:lnTo>
                  <a:lnTo>
                    <a:pt x="1978034" y="1702262"/>
                  </a:lnTo>
                  <a:lnTo>
                    <a:pt x="1978661" y="1700911"/>
                  </a:lnTo>
                  <a:lnTo>
                    <a:pt x="1979288" y="1699488"/>
                  </a:lnTo>
                  <a:lnTo>
                    <a:pt x="1979914" y="1697984"/>
                  </a:lnTo>
                  <a:lnTo>
                    <a:pt x="1980541" y="1696388"/>
                  </a:lnTo>
                  <a:lnTo>
                    <a:pt x="1981167" y="1694708"/>
                  </a:lnTo>
                  <a:lnTo>
                    <a:pt x="1981794" y="1692944"/>
                  </a:lnTo>
                  <a:lnTo>
                    <a:pt x="1982420" y="1691089"/>
                  </a:lnTo>
                  <a:lnTo>
                    <a:pt x="1983047" y="1689144"/>
                  </a:lnTo>
                  <a:lnTo>
                    <a:pt x="1983673" y="1687117"/>
                  </a:lnTo>
                  <a:lnTo>
                    <a:pt x="1984300" y="1685011"/>
                  </a:lnTo>
                  <a:lnTo>
                    <a:pt x="1984927" y="1682826"/>
                  </a:lnTo>
                  <a:lnTo>
                    <a:pt x="1985553" y="1680603"/>
                  </a:lnTo>
                  <a:lnTo>
                    <a:pt x="1986180" y="1678370"/>
                  </a:lnTo>
                  <a:lnTo>
                    <a:pt x="1986806" y="1676159"/>
                  </a:lnTo>
                  <a:lnTo>
                    <a:pt x="1987433" y="1673984"/>
                  </a:lnTo>
                  <a:lnTo>
                    <a:pt x="1988059" y="1671853"/>
                  </a:lnTo>
                  <a:lnTo>
                    <a:pt x="1988686" y="1669763"/>
                  </a:lnTo>
                  <a:lnTo>
                    <a:pt x="1989312" y="1667701"/>
                  </a:lnTo>
                  <a:lnTo>
                    <a:pt x="1989939" y="1665664"/>
                  </a:lnTo>
                  <a:lnTo>
                    <a:pt x="1990566" y="1663667"/>
                  </a:lnTo>
                  <a:lnTo>
                    <a:pt x="1991192" y="1661728"/>
                  </a:lnTo>
                  <a:lnTo>
                    <a:pt x="1991819" y="1659828"/>
                  </a:lnTo>
                  <a:lnTo>
                    <a:pt x="1992445" y="1657950"/>
                  </a:lnTo>
                  <a:lnTo>
                    <a:pt x="1993072" y="1656087"/>
                  </a:lnTo>
                  <a:lnTo>
                    <a:pt x="1993698" y="1654247"/>
                  </a:lnTo>
                  <a:lnTo>
                    <a:pt x="1994325" y="1652425"/>
                  </a:lnTo>
                  <a:lnTo>
                    <a:pt x="1994951" y="1650609"/>
                  </a:lnTo>
                  <a:lnTo>
                    <a:pt x="1995578" y="1648795"/>
                  </a:lnTo>
                  <a:lnTo>
                    <a:pt x="1996205" y="1646955"/>
                  </a:lnTo>
                  <a:lnTo>
                    <a:pt x="1996831" y="1645089"/>
                  </a:lnTo>
                  <a:lnTo>
                    <a:pt x="1997458" y="1643191"/>
                  </a:lnTo>
                  <a:lnTo>
                    <a:pt x="1998084" y="1641243"/>
                  </a:lnTo>
                  <a:lnTo>
                    <a:pt x="1998711" y="1639239"/>
                  </a:lnTo>
                  <a:lnTo>
                    <a:pt x="1999337" y="1637174"/>
                  </a:lnTo>
                  <a:lnTo>
                    <a:pt x="1999964" y="1635025"/>
                  </a:lnTo>
                  <a:lnTo>
                    <a:pt x="2000590" y="1632794"/>
                  </a:lnTo>
                  <a:lnTo>
                    <a:pt x="2001217" y="1630522"/>
                  </a:lnTo>
                  <a:lnTo>
                    <a:pt x="2001844" y="1628211"/>
                  </a:lnTo>
                  <a:lnTo>
                    <a:pt x="2002470" y="1625844"/>
                  </a:lnTo>
                  <a:lnTo>
                    <a:pt x="2003097" y="1623406"/>
                  </a:lnTo>
                  <a:lnTo>
                    <a:pt x="2003723" y="1620927"/>
                  </a:lnTo>
                  <a:lnTo>
                    <a:pt x="2004350" y="1618420"/>
                  </a:lnTo>
                  <a:lnTo>
                    <a:pt x="2004976" y="1615889"/>
                  </a:lnTo>
                  <a:lnTo>
                    <a:pt x="2005603" y="1613332"/>
                  </a:lnTo>
                  <a:lnTo>
                    <a:pt x="2006229" y="1610768"/>
                  </a:lnTo>
                  <a:lnTo>
                    <a:pt x="2006856" y="1608202"/>
                  </a:lnTo>
                  <a:lnTo>
                    <a:pt x="2007483" y="1605666"/>
                  </a:lnTo>
                  <a:lnTo>
                    <a:pt x="2008109" y="1603211"/>
                  </a:lnTo>
                  <a:lnTo>
                    <a:pt x="2008736" y="1600818"/>
                  </a:lnTo>
                  <a:lnTo>
                    <a:pt x="2009362" y="1598495"/>
                  </a:lnTo>
                  <a:lnTo>
                    <a:pt x="2009989" y="1596246"/>
                  </a:lnTo>
                  <a:lnTo>
                    <a:pt x="2010615" y="1594049"/>
                  </a:lnTo>
                  <a:lnTo>
                    <a:pt x="2011242" y="1591901"/>
                  </a:lnTo>
                  <a:lnTo>
                    <a:pt x="2011868" y="1589813"/>
                  </a:lnTo>
                  <a:lnTo>
                    <a:pt x="2012495" y="1587795"/>
                  </a:lnTo>
                  <a:lnTo>
                    <a:pt x="2013122" y="1585832"/>
                  </a:lnTo>
                  <a:lnTo>
                    <a:pt x="2013748" y="1583929"/>
                  </a:lnTo>
                  <a:lnTo>
                    <a:pt x="2014375" y="1582083"/>
                  </a:lnTo>
                  <a:lnTo>
                    <a:pt x="2015001" y="1580297"/>
                  </a:lnTo>
                  <a:lnTo>
                    <a:pt x="2015628" y="1578562"/>
                  </a:lnTo>
                  <a:lnTo>
                    <a:pt x="2016254" y="1576872"/>
                  </a:lnTo>
                  <a:lnTo>
                    <a:pt x="2016881" y="1575226"/>
                  </a:lnTo>
                  <a:lnTo>
                    <a:pt x="2017507" y="1573577"/>
                  </a:lnTo>
                  <a:lnTo>
                    <a:pt x="2018134" y="1571923"/>
                  </a:lnTo>
                  <a:lnTo>
                    <a:pt x="2018761" y="1570210"/>
                  </a:lnTo>
                  <a:lnTo>
                    <a:pt x="2019387" y="1568432"/>
                  </a:lnTo>
                  <a:lnTo>
                    <a:pt x="2020014" y="1566593"/>
                  </a:lnTo>
                  <a:lnTo>
                    <a:pt x="2020640" y="1564713"/>
                  </a:lnTo>
                  <a:lnTo>
                    <a:pt x="2021267" y="1562802"/>
                  </a:lnTo>
                  <a:lnTo>
                    <a:pt x="2021893" y="1560861"/>
                  </a:lnTo>
                  <a:lnTo>
                    <a:pt x="2022520" y="1558871"/>
                  </a:lnTo>
                  <a:lnTo>
                    <a:pt x="2023146" y="1556817"/>
                  </a:lnTo>
                  <a:lnTo>
                    <a:pt x="2023773" y="1554717"/>
                  </a:lnTo>
                  <a:lnTo>
                    <a:pt x="2024400" y="1552583"/>
                  </a:lnTo>
                  <a:lnTo>
                    <a:pt x="2025026" y="1550421"/>
                  </a:lnTo>
                  <a:lnTo>
                    <a:pt x="2025653" y="1548224"/>
                  </a:lnTo>
                  <a:lnTo>
                    <a:pt x="2026279" y="1545995"/>
                  </a:lnTo>
                  <a:lnTo>
                    <a:pt x="2026906" y="1543741"/>
                  </a:lnTo>
                  <a:lnTo>
                    <a:pt x="2027532" y="1541469"/>
                  </a:lnTo>
                  <a:lnTo>
                    <a:pt x="2028159" y="1539209"/>
                  </a:lnTo>
                  <a:lnTo>
                    <a:pt x="2028785" y="1536963"/>
                  </a:lnTo>
                  <a:lnTo>
                    <a:pt x="2029412" y="1534741"/>
                  </a:lnTo>
                  <a:lnTo>
                    <a:pt x="2030039" y="1532558"/>
                  </a:lnTo>
                  <a:lnTo>
                    <a:pt x="2030665" y="1530416"/>
                  </a:lnTo>
                  <a:lnTo>
                    <a:pt x="2031292" y="1528315"/>
                  </a:lnTo>
                  <a:lnTo>
                    <a:pt x="2031918" y="1526290"/>
                  </a:lnTo>
                  <a:lnTo>
                    <a:pt x="2032545" y="1524337"/>
                  </a:lnTo>
                  <a:lnTo>
                    <a:pt x="2033171" y="1522433"/>
                  </a:lnTo>
                  <a:lnTo>
                    <a:pt x="2033798" y="1520597"/>
                  </a:lnTo>
                  <a:lnTo>
                    <a:pt x="2034424" y="1518860"/>
                  </a:lnTo>
                  <a:lnTo>
                    <a:pt x="2035051" y="1517233"/>
                  </a:lnTo>
                  <a:lnTo>
                    <a:pt x="2035678" y="1515713"/>
                  </a:lnTo>
                  <a:lnTo>
                    <a:pt x="2036304" y="1514300"/>
                  </a:lnTo>
                  <a:lnTo>
                    <a:pt x="2036931" y="1513004"/>
                  </a:lnTo>
                  <a:lnTo>
                    <a:pt x="2037557" y="1511826"/>
                  </a:lnTo>
                  <a:lnTo>
                    <a:pt x="2038184" y="1510788"/>
                  </a:lnTo>
                  <a:lnTo>
                    <a:pt x="2038810" y="1509940"/>
                  </a:lnTo>
                  <a:lnTo>
                    <a:pt x="2039437" y="1509267"/>
                  </a:lnTo>
                  <a:lnTo>
                    <a:pt x="2040063" y="1508777"/>
                  </a:lnTo>
                  <a:lnTo>
                    <a:pt x="2040690" y="1508505"/>
                  </a:lnTo>
                  <a:lnTo>
                    <a:pt x="2041317" y="1508458"/>
                  </a:lnTo>
                  <a:lnTo>
                    <a:pt x="2041943" y="1508646"/>
                  </a:lnTo>
                  <a:lnTo>
                    <a:pt x="2042570" y="1509095"/>
                  </a:lnTo>
                  <a:lnTo>
                    <a:pt x="2043196" y="1509792"/>
                  </a:lnTo>
                  <a:lnTo>
                    <a:pt x="2043823" y="1510721"/>
                  </a:lnTo>
                  <a:lnTo>
                    <a:pt x="2044449" y="1511887"/>
                  </a:lnTo>
                  <a:lnTo>
                    <a:pt x="2045076" y="1513290"/>
                  </a:lnTo>
                  <a:lnTo>
                    <a:pt x="2045702" y="1514920"/>
                  </a:lnTo>
                  <a:lnTo>
                    <a:pt x="2046329" y="1516753"/>
                  </a:lnTo>
                  <a:lnTo>
                    <a:pt x="2046956" y="1518784"/>
                  </a:lnTo>
                  <a:lnTo>
                    <a:pt x="2047582" y="1520999"/>
                  </a:lnTo>
                  <a:lnTo>
                    <a:pt x="2048209" y="1523343"/>
                  </a:lnTo>
                  <a:lnTo>
                    <a:pt x="2048835" y="1525796"/>
                  </a:lnTo>
                  <a:lnTo>
                    <a:pt x="2049462" y="1528334"/>
                  </a:lnTo>
                  <a:lnTo>
                    <a:pt x="2050088" y="1530915"/>
                  </a:lnTo>
                  <a:lnTo>
                    <a:pt x="2050715" y="1533538"/>
                  </a:lnTo>
                  <a:lnTo>
                    <a:pt x="2051341" y="1536156"/>
                  </a:lnTo>
                  <a:lnTo>
                    <a:pt x="2051968" y="1538740"/>
                  </a:lnTo>
                  <a:lnTo>
                    <a:pt x="2052595" y="1541269"/>
                  </a:lnTo>
                  <a:lnTo>
                    <a:pt x="2053221" y="1543730"/>
                  </a:lnTo>
                  <a:lnTo>
                    <a:pt x="2053848" y="1546095"/>
                  </a:lnTo>
                  <a:lnTo>
                    <a:pt x="2054474" y="1548381"/>
                  </a:lnTo>
                  <a:lnTo>
                    <a:pt x="2055101" y="1550600"/>
                  </a:lnTo>
                  <a:lnTo>
                    <a:pt x="2055727" y="1552767"/>
                  </a:lnTo>
                  <a:lnTo>
                    <a:pt x="2056354" y="1554860"/>
                  </a:lnTo>
                  <a:lnTo>
                    <a:pt x="2056980" y="1556871"/>
                  </a:lnTo>
                  <a:lnTo>
                    <a:pt x="2057607" y="1558777"/>
                  </a:lnTo>
                  <a:lnTo>
                    <a:pt x="2058234" y="1560559"/>
                  </a:lnTo>
                  <a:lnTo>
                    <a:pt x="2058860" y="1562217"/>
                  </a:lnTo>
                  <a:lnTo>
                    <a:pt x="2059487" y="1563746"/>
                  </a:lnTo>
                  <a:lnTo>
                    <a:pt x="2060113" y="1565130"/>
                  </a:lnTo>
                  <a:lnTo>
                    <a:pt x="2060740" y="1566396"/>
                  </a:lnTo>
                  <a:lnTo>
                    <a:pt x="2061366" y="1567556"/>
                  </a:lnTo>
                  <a:lnTo>
                    <a:pt x="2061993" y="1568619"/>
                  </a:lnTo>
                  <a:lnTo>
                    <a:pt x="2062619" y="1569583"/>
                  </a:lnTo>
                  <a:lnTo>
                    <a:pt x="2063246" y="1570437"/>
                  </a:lnTo>
                  <a:lnTo>
                    <a:pt x="2063873" y="1571142"/>
                  </a:lnTo>
                  <a:lnTo>
                    <a:pt x="2064499" y="1571695"/>
                  </a:lnTo>
                  <a:lnTo>
                    <a:pt x="2065126" y="1572116"/>
                  </a:lnTo>
                  <a:lnTo>
                    <a:pt x="2065752" y="1572388"/>
                  </a:lnTo>
                  <a:lnTo>
                    <a:pt x="2066379" y="1572483"/>
                  </a:lnTo>
                  <a:lnTo>
                    <a:pt x="2067005" y="1572414"/>
                  </a:lnTo>
                  <a:lnTo>
                    <a:pt x="2067632" y="1572204"/>
                  </a:lnTo>
                  <a:lnTo>
                    <a:pt x="2068258" y="1571853"/>
                  </a:lnTo>
                  <a:lnTo>
                    <a:pt x="2068885" y="1571345"/>
                  </a:lnTo>
                  <a:lnTo>
                    <a:pt x="2069512" y="1570695"/>
                  </a:lnTo>
                  <a:lnTo>
                    <a:pt x="2070138" y="1569851"/>
                  </a:lnTo>
                  <a:lnTo>
                    <a:pt x="2070765" y="1568754"/>
                  </a:lnTo>
                  <a:lnTo>
                    <a:pt x="2071391" y="1567406"/>
                  </a:lnTo>
                  <a:lnTo>
                    <a:pt x="2072018" y="1565794"/>
                  </a:lnTo>
                  <a:lnTo>
                    <a:pt x="2072644" y="1563927"/>
                  </a:lnTo>
                  <a:lnTo>
                    <a:pt x="2073271" y="1561824"/>
                  </a:lnTo>
                  <a:lnTo>
                    <a:pt x="2073897" y="1559487"/>
                  </a:lnTo>
                  <a:lnTo>
                    <a:pt x="2074524" y="1556905"/>
                  </a:lnTo>
                  <a:lnTo>
                    <a:pt x="2075151" y="1554110"/>
                  </a:lnTo>
                  <a:lnTo>
                    <a:pt x="2075777" y="1551119"/>
                  </a:lnTo>
                  <a:lnTo>
                    <a:pt x="2076404" y="1547927"/>
                  </a:lnTo>
                  <a:lnTo>
                    <a:pt x="2077030" y="1544535"/>
                  </a:lnTo>
                  <a:lnTo>
                    <a:pt x="2077657" y="1540945"/>
                  </a:lnTo>
                  <a:lnTo>
                    <a:pt x="2078283" y="1537190"/>
                  </a:lnTo>
                  <a:lnTo>
                    <a:pt x="2078910" y="1533266"/>
                  </a:lnTo>
                  <a:lnTo>
                    <a:pt x="2079536" y="1529205"/>
                  </a:lnTo>
                  <a:lnTo>
                    <a:pt x="2080163" y="1525055"/>
                  </a:lnTo>
                  <a:lnTo>
                    <a:pt x="2080790" y="1520837"/>
                  </a:lnTo>
                  <a:lnTo>
                    <a:pt x="2081416" y="1516568"/>
                  </a:lnTo>
                  <a:lnTo>
                    <a:pt x="2082043" y="1512251"/>
                  </a:lnTo>
                  <a:lnTo>
                    <a:pt x="2082669" y="1507873"/>
                  </a:lnTo>
                  <a:lnTo>
                    <a:pt x="2083296" y="1503448"/>
                  </a:lnTo>
                  <a:lnTo>
                    <a:pt x="2083922" y="1498963"/>
                  </a:lnTo>
                  <a:lnTo>
                    <a:pt x="2084549" y="1494413"/>
                  </a:lnTo>
                  <a:lnTo>
                    <a:pt x="2085175" y="1489812"/>
                  </a:lnTo>
                  <a:lnTo>
                    <a:pt x="2085802" y="1485182"/>
                  </a:lnTo>
                  <a:lnTo>
                    <a:pt x="2086429" y="1480510"/>
                  </a:lnTo>
                  <a:lnTo>
                    <a:pt x="2087055" y="1475788"/>
                  </a:lnTo>
                  <a:lnTo>
                    <a:pt x="2087682" y="1470991"/>
                  </a:lnTo>
                  <a:lnTo>
                    <a:pt x="2088308" y="1466149"/>
                  </a:lnTo>
                  <a:lnTo>
                    <a:pt x="2088935" y="1461270"/>
                  </a:lnTo>
                  <a:lnTo>
                    <a:pt x="2089561" y="1456381"/>
                  </a:lnTo>
                  <a:lnTo>
                    <a:pt x="2090188" y="1451501"/>
                  </a:lnTo>
                  <a:lnTo>
                    <a:pt x="2090814" y="1446644"/>
                  </a:lnTo>
                  <a:lnTo>
                    <a:pt x="2091441" y="1441837"/>
                  </a:lnTo>
                  <a:lnTo>
                    <a:pt x="2092068" y="1437101"/>
                  </a:lnTo>
                  <a:lnTo>
                    <a:pt x="2092694" y="1432420"/>
                  </a:lnTo>
                  <a:lnTo>
                    <a:pt x="2093321" y="1427792"/>
                  </a:lnTo>
                  <a:lnTo>
                    <a:pt x="2093947" y="1423232"/>
                  </a:lnTo>
                  <a:lnTo>
                    <a:pt x="2094574" y="1418745"/>
                  </a:lnTo>
                  <a:lnTo>
                    <a:pt x="2095200" y="1414345"/>
                  </a:lnTo>
                  <a:lnTo>
                    <a:pt x="2095827" y="1410055"/>
                  </a:lnTo>
                  <a:lnTo>
                    <a:pt x="2096453" y="1405887"/>
                  </a:lnTo>
                  <a:lnTo>
                    <a:pt x="2097080" y="1401843"/>
                  </a:lnTo>
                  <a:lnTo>
                    <a:pt x="2097707" y="1397919"/>
                  </a:lnTo>
                  <a:lnTo>
                    <a:pt x="2098333" y="1394127"/>
                  </a:lnTo>
                  <a:lnTo>
                    <a:pt x="2098960" y="1390442"/>
                  </a:lnTo>
                  <a:lnTo>
                    <a:pt x="2099586" y="1386838"/>
                  </a:lnTo>
                  <a:lnTo>
                    <a:pt x="2100213" y="1383315"/>
                  </a:lnTo>
                  <a:lnTo>
                    <a:pt x="2100839" y="1379877"/>
                  </a:lnTo>
                  <a:lnTo>
                    <a:pt x="2101466" y="1376501"/>
                  </a:lnTo>
                  <a:lnTo>
                    <a:pt x="2102092" y="1373217"/>
                  </a:lnTo>
                  <a:lnTo>
                    <a:pt x="2102719" y="1370028"/>
                  </a:lnTo>
                  <a:lnTo>
                    <a:pt x="2103346" y="1366923"/>
                  </a:lnTo>
                  <a:lnTo>
                    <a:pt x="2103972" y="1363895"/>
                  </a:lnTo>
                  <a:lnTo>
                    <a:pt x="2104599" y="1360928"/>
                  </a:lnTo>
                  <a:lnTo>
                    <a:pt x="2105225" y="1357994"/>
                  </a:lnTo>
                  <a:lnTo>
                    <a:pt x="2105852" y="1355100"/>
                  </a:lnTo>
                  <a:lnTo>
                    <a:pt x="2106478" y="1352248"/>
                  </a:lnTo>
                  <a:lnTo>
                    <a:pt x="2107105" y="1349425"/>
                  </a:lnTo>
                  <a:lnTo>
                    <a:pt x="2107731" y="1346621"/>
                  </a:lnTo>
                  <a:lnTo>
                    <a:pt x="2108358" y="1343845"/>
                  </a:lnTo>
                  <a:lnTo>
                    <a:pt x="2108985" y="1341119"/>
                  </a:lnTo>
                  <a:lnTo>
                    <a:pt x="2109611" y="1338442"/>
                  </a:lnTo>
                  <a:lnTo>
                    <a:pt x="2110238" y="1335811"/>
                  </a:lnTo>
                  <a:lnTo>
                    <a:pt x="2110864" y="1333221"/>
                  </a:lnTo>
                  <a:lnTo>
                    <a:pt x="2111491" y="1330663"/>
                  </a:lnTo>
                  <a:lnTo>
                    <a:pt x="2112117" y="1328143"/>
                  </a:lnTo>
                  <a:lnTo>
                    <a:pt x="2112744" y="1325668"/>
                  </a:lnTo>
                  <a:lnTo>
                    <a:pt x="2113370" y="1323242"/>
                  </a:lnTo>
                  <a:lnTo>
                    <a:pt x="2113997" y="1320920"/>
                  </a:lnTo>
                  <a:lnTo>
                    <a:pt x="2114624" y="1318715"/>
                  </a:lnTo>
                  <a:lnTo>
                    <a:pt x="2115250" y="1316656"/>
                  </a:lnTo>
                  <a:lnTo>
                    <a:pt x="2115877" y="1314766"/>
                  </a:lnTo>
                  <a:lnTo>
                    <a:pt x="2116503" y="1313060"/>
                  </a:lnTo>
                  <a:lnTo>
                    <a:pt x="2117130" y="1311525"/>
                  </a:lnTo>
                  <a:lnTo>
                    <a:pt x="2117756" y="1310165"/>
                  </a:lnTo>
                  <a:lnTo>
                    <a:pt x="2118383" y="1308967"/>
                  </a:lnTo>
                  <a:lnTo>
                    <a:pt x="2119009" y="1307951"/>
                  </a:lnTo>
                  <a:lnTo>
                    <a:pt x="2119636" y="1307132"/>
                  </a:lnTo>
                  <a:lnTo>
                    <a:pt x="2120263" y="1306525"/>
                  </a:lnTo>
                  <a:lnTo>
                    <a:pt x="2120889" y="1306136"/>
                  </a:lnTo>
                  <a:lnTo>
                    <a:pt x="2121516" y="1305977"/>
                  </a:lnTo>
                  <a:lnTo>
                    <a:pt x="2122142" y="1306054"/>
                  </a:lnTo>
                  <a:lnTo>
                    <a:pt x="2122769" y="1306380"/>
                  </a:lnTo>
                  <a:lnTo>
                    <a:pt x="2123395" y="1306919"/>
                  </a:lnTo>
                  <a:lnTo>
                    <a:pt x="2124022" y="1307675"/>
                  </a:lnTo>
                  <a:lnTo>
                    <a:pt x="2124648" y="1308636"/>
                  </a:lnTo>
                  <a:lnTo>
                    <a:pt x="2125275" y="1309791"/>
                  </a:lnTo>
                  <a:lnTo>
                    <a:pt x="2125902" y="1311130"/>
                  </a:lnTo>
                  <a:lnTo>
                    <a:pt x="2126528" y="1312663"/>
                  </a:lnTo>
                  <a:lnTo>
                    <a:pt x="2127155" y="1314387"/>
                  </a:lnTo>
                  <a:lnTo>
                    <a:pt x="2127781" y="1316294"/>
                  </a:lnTo>
                  <a:lnTo>
                    <a:pt x="2128408" y="1318358"/>
                  </a:lnTo>
                  <a:lnTo>
                    <a:pt x="2129034" y="1320572"/>
                  </a:lnTo>
                  <a:lnTo>
                    <a:pt x="2129661" y="1322935"/>
                  </a:lnTo>
                  <a:lnTo>
                    <a:pt x="2130287" y="1325435"/>
                  </a:lnTo>
                  <a:lnTo>
                    <a:pt x="2130914" y="1328071"/>
                  </a:lnTo>
                  <a:lnTo>
                    <a:pt x="2131541" y="1330849"/>
                  </a:lnTo>
                  <a:lnTo>
                    <a:pt x="2132167" y="1333743"/>
                  </a:lnTo>
                  <a:lnTo>
                    <a:pt x="2132794" y="1336765"/>
                  </a:lnTo>
                  <a:lnTo>
                    <a:pt x="2133420" y="1339887"/>
                  </a:lnTo>
                  <a:lnTo>
                    <a:pt x="2134047" y="1343130"/>
                  </a:lnTo>
                  <a:lnTo>
                    <a:pt x="2134673" y="1346465"/>
                  </a:lnTo>
                  <a:lnTo>
                    <a:pt x="2135300" y="1349883"/>
                  </a:lnTo>
                  <a:lnTo>
                    <a:pt x="2135926" y="1353388"/>
                  </a:lnTo>
                  <a:lnTo>
                    <a:pt x="2136553" y="1356986"/>
                  </a:lnTo>
                  <a:lnTo>
                    <a:pt x="2137180" y="1360683"/>
                  </a:lnTo>
                  <a:lnTo>
                    <a:pt x="2137806" y="1364463"/>
                  </a:lnTo>
                  <a:lnTo>
                    <a:pt x="2138433" y="1368320"/>
                  </a:lnTo>
                  <a:lnTo>
                    <a:pt x="2139059" y="1372248"/>
                  </a:lnTo>
                  <a:lnTo>
                    <a:pt x="2139686" y="1376235"/>
                  </a:lnTo>
                  <a:lnTo>
                    <a:pt x="2140312" y="1380255"/>
                  </a:lnTo>
                  <a:lnTo>
                    <a:pt x="2140939" y="1384281"/>
                  </a:lnTo>
                  <a:lnTo>
                    <a:pt x="2141565" y="1388309"/>
                  </a:lnTo>
                  <a:lnTo>
                    <a:pt x="2142192" y="1392322"/>
                  </a:lnTo>
                  <a:lnTo>
                    <a:pt x="2142818" y="1396342"/>
                  </a:lnTo>
                  <a:lnTo>
                    <a:pt x="2143445" y="1400350"/>
                  </a:lnTo>
                  <a:lnTo>
                    <a:pt x="2144072" y="1404385"/>
                  </a:lnTo>
                  <a:lnTo>
                    <a:pt x="2144698" y="1408453"/>
                  </a:lnTo>
                  <a:lnTo>
                    <a:pt x="2145325" y="1412556"/>
                  </a:lnTo>
                  <a:lnTo>
                    <a:pt x="2145951" y="1416661"/>
                  </a:lnTo>
                  <a:lnTo>
                    <a:pt x="2146578" y="1420787"/>
                  </a:lnTo>
                  <a:lnTo>
                    <a:pt x="2147204" y="1424955"/>
                  </a:lnTo>
                  <a:lnTo>
                    <a:pt x="2147831" y="1429146"/>
                  </a:lnTo>
                  <a:lnTo>
                    <a:pt x="2148457" y="1433356"/>
                  </a:lnTo>
                  <a:lnTo>
                    <a:pt x="2149084" y="1437599"/>
                  </a:lnTo>
                  <a:lnTo>
                    <a:pt x="2149711" y="1441902"/>
                  </a:lnTo>
                  <a:lnTo>
                    <a:pt x="2150337" y="1446299"/>
                  </a:lnTo>
                  <a:lnTo>
                    <a:pt x="2150964" y="1450778"/>
                  </a:lnTo>
                  <a:lnTo>
                    <a:pt x="2151590" y="1455329"/>
                  </a:lnTo>
                  <a:lnTo>
                    <a:pt x="2152217" y="1459942"/>
                  </a:lnTo>
                  <a:lnTo>
                    <a:pt x="2152843" y="1464601"/>
                  </a:lnTo>
                  <a:lnTo>
                    <a:pt x="2153470" y="1469289"/>
                  </a:lnTo>
                  <a:lnTo>
                    <a:pt x="2154096" y="1473988"/>
                  </a:lnTo>
                  <a:lnTo>
                    <a:pt x="2154723" y="1478639"/>
                  </a:lnTo>
                  <a:lnTo>
                    <a:pt x="2155350" y="1483227"/>
                  </a:lnTo>
                  <a:lnTo>
                    <a:pt x="2155976" y="1487733"/>
                  </a:lnTo>
                  <a:lnTo>
                    <a:pt x="2156603" y="1492129"/>
                  </a:lnTo>
                  <a:lnTo>
                    <a:pt x="2157229" y="1496423"/>
                  </a:lnTo>
                  <a:lnTo>
                    <a:pt x="2157856" y="1500610"/>
                  </a:lnTo>
                  <a:lnTo>
                    <a:pt x="2158482" y="1504666"/>
                  </a:lnTo>
                  <a:lnTo>
                    <a:pt x="2159109" y="1508572"/>
                  </a:lnTo>
                  <a:lnTo>
                    <a:pt x="2159735" y="1512313"/>
                  </a:lnTo>
                  <a:lnTo>
                    <a:pt x="2160362" y="1515899"/>
                  </a:lnTo>
                  <a:lnTo>
                    <a:pt x="2160989" y="1519317"/>
                  </a:lnTo>
                  <a:lnTo>
                    <a:pt x="2161615" y="1522570"/>
                  </a:lnTo>
                  <a:lnTo>
                    <a:pt x="2162242" y="1525668"/>
                  </a:lnTo>
                  <a:lnTo>
                    <a:pt x="2162868" y="1528602"/>
                  </a:lnTo>
                  <a:lnTo>
                    <a:pt x="2163495" y="1531368"/>
                  </a:lnTo>
                  <a:lnTo>
                    <a:pt x="2164121" y="1533996"/>
                  </a:lnTo>
                  <a:lnTo>
                    <a:pt x="2164748" y="1536472"/>
                  </a:lnTo>
                  <a:lnTo>
                    <a:pt x="2165374" y="1538816"/>
                  </a:lnTo>
                  <a:lnTo>
                    <a:pt x="2166001" y="1541007"/>
                  </a:lnTo>
                  <a:lnTo>
                    <a:pt x="2166628" y="1543064"/>
                  </a:lnTo>
                  <a:lnTo>
                    <a:pt x="2167254" y="1544995"/>
                  </a:lnTo>
                  <a:lnTo>
                    <a:pt x="2167881" y="1546803"/>
                  </a:lnTo>
                  <a:lnTo>
                    <a:pt x="2168507" y="1548485"/>
                  </a:lnTo>
                  <a:lnTo>
                    <a:pt x="2169134" y="1550041"/>
                  </a:lnTo>
                  <a:lnTo>
                    <a:pt x="2169760" y="1551494"/>
                  </a:lnTo>
                  <a:lnTo>
                    <a:pt x="2170387" y="1552847"/>
                  </a:lnTo>
                  <a:lnTo>
                    <a:pt x="2171013" y="1554099"/>
                  </a:lnTo>
                  <a:lnTo>
                    <a:pt x="2171640" y="1555264"/>
                  </a:lnTo>
                  <a:lnTo>
                    <a:pt x="2172267" y="1556386"/>
                  </a:lnTo>
                  <a:lnTo>
                    <a:pt x="2172893" y="1557476"/>
                  </a:lnTo>
                  <a:lnTo>
                    <a:pt x="2173520" y="1558551"/>
                  </a:lnTo>
                  <a:lnTo>
                    <a:pt x="2174146" y="1559643"/>
                  </a:lnTo>
                  <a:lnTo>
                    <a:pt x="2174773" y="1560740"/>
                  </a:lnTo>
                  <a:lnTo>
                    <a:pt x="2175399" y="1561884"/>
                  </a:lnTo>
                  <a:lnTo>
                    <a:pt x="2176026" y="1563023"/>
                  </a:lnTo>
                  <a:lnTo>
                    <a:pt x="2176652" y="1564149"/>
                  </a:lnTo>
                  <a:lnTo>
                    <a:pt x="2177279" y="1565275"/>
                  </a:lnTo>
                  <a:lnTo>
                    <a:pt x="2177906" y="1566382"/>
                  </a:lnTo>
                  <a:lnTo>
                    <a:pt x="2178532" y="1567464"/>
                  </a:lnTo>
                  <a:lnTo>
                    <a:pt x="2179159" y="1568504"/>
                  </a:lnTo>
                  <a:lnTo>
                    <a:pt x="2179785" y="1569522"/>
                  </a:lnTo>
                  <a:lnTo>
                    <a:pt x="2180412" y="1570548"/>
                  </a:lnTo>
                  <a:lnTo>
                    <a:pt x="2181038" y="1571567"/>
                  </a:lnTo>
                  <a:lnTo>
                    <a:pt x="2181665" y="1572582"/>
                  </a:lnTo>
                  <a:lnTo>
                    <a:pt x="2182291" y="1573588"/>
                  </a:lnTo>
                  <a:lnTo>
                    <a:pt x="2182918" y="1574567"/>
                  </a:lnTo>
                  <a:lnTo>
                    <a:pt x="2183545" y="1575532"/>
                  </a:lnTo>
                  <a:lnTo>
                    <a:pt x="2184171" y="1576475"/>
                  </a:lnTo>
                  <a:lnTo>
                    <a:pt x="2184798" y="1577399"/>
                  </a:lnTo>
                  <a:lnTo>
                    <a:pt x="2185424" y="1578307"/>
                  </a:lnTo>
                  <a:lnTo>
                    <a:pt x="2186051" y="1579214"/>
                  </a:lnTo>
                  <a:lnTo>
                    <a:pt x="2186677" y="1580142"/>
                  </a:lnTo>
                  <a:lnTo>
                    <a:pt x="2187304" y="1581152"/>
                  </a:lnTo>
                  <a:lnTo>
                    <a:pt x="2187930" y="1582260"/>
                  </a:lnTo>
                  <a:lnTo>
                    <a:pt x="2188557" y="1583496"/>
                  </a:lnTo>
                  <a:lnTo>
                    <a:pt x="2189184" y="1584853"/>
                  </a:lnTo>
                  <a:lnTo>
                    <a:pt x="2189810" y="1586295"/>
                  </a:lnTo>
                  <a:lnTo>
                    <a:pt x="2190437" y="1587840"/>
                  </a:lnTo>
                  <a:lnTo>
                    <a:pt x="2191063" y="1589490"/>
                  </a:lnTo>
                  <a:lnTo>
                    <a:pt x="2191690" y="1591248"/>
                  </a:lnTo>
                  <a:lnTo>
                    <a:pt x="2192316" y="1593102"/>
                  </a:lnTo>
                  <a:lnTo>
                    <a:pt x="2192943" y="1595037"/>
                  </a:lnTo>
                  <a:lnTo>
                    <a:pt x="2193569" y="1597054"/>
                  </a:lnTo>
                  <a:lnTo>
                    <a:pt x="2194196" y="1599153"/>
                  </a:lnTo>
                  <a:lnTo>
                    <a:pt x="2194823" y="1601349"/>
                  </a:lnTo>
                  <a:lnTo>
                    <a:pt x="2195449" y="1603642"/>
                  </a:lnTo>
                  <a:lnTo>
                    <a:pt x="2196076" y="1606048"/>
                  </a:lnTo>
                  <a:lnTo>
                    <a:pt x="2196702" y="1608564"/>
                  </a:lnTo>
                  <a:lnTo>
                    <a:pt x="2197329" y="1611216"/>
                  </a:lnTo>
                  <a:lnTo>
                    <a:pt x="2197955" y="1613997"/>
                  </a:lnTo>
                  <a:lnTo>
                    <a:pt x="2198582" y="1616914"/>
                  </a:lnTo>
                  <a:lnTo>
                    <a:pt x="2199208" y="1619961"/>
                  </a:lnTo>
                  <a:lnTo>
                    <a:pt x="2199835" y="1623131"/>
                  </a:lnTo>
                  <a:lnTo>
                    <a:pt x="2200462" y="1626418"/>
                  </a:lnTo>
                  <a:lnTo>
                    <a:pt x="2201088" y="1629815"/>
                  </a:lnTo>
                  <a:lnTo>
                    <a:pt x="2201715" y="1633310"/>
                  </a:lnTo>
                  <a:lnTo>
                    <a:pt x="2202341" y="1636923"/>
                  </a:lnTo>
                  <a:lnTo>
                    <a:pt x="2202968" y="1640687"/>
                  </a:lnTo>
                  <a:lnTo>
                    <a:pt x="2203594" y="1644600"/>
                  </a:lnTo>
                  <a:lnTo>
                    <a:pt x="2204221" y="1648653"/>
                  </a:lnTo>
                  <a:lnTo>
                    <a:pt x="2204847" y="1652840"/>
                  </a:lnTo>
                  <a:lnTo>
                    <a:pt x="2205474" y="1657137"/>
                  </a:lnTo>
                  <a:lnTo>
                    <a:pt x="2206101" y="1661530"/>
                  </a:lnTo>
                  <a:lnTo>
                    <a:pt x="2206727" y="1665986"/>
                  </a:lnTo>
                  <a:lnTo>
                    <a:pt x="2207354" y="1670474"/>
                  </a:lnTo>
                  <a:lnTo>
                    <a:pt x="2207980" y="1675010"/>
                  </a:lnTo>
                  <a:lnTo>
                    <a:pt x="2208607" y="1679598"/>
                  </a:lnTo>
                  <a:lnTo>
                    <a:pt x="2209233" y="1684222"/>
                  </a:lnTo>
                  <a:lnTo>
                    <a:pt x="2209860" y="1688859"/>
                  </a:lnTo>
                  <a:lnTo>
                    <a:pt x="2210486" y="1693502"/>
                  </a:lnTo>
                  <a:lnTo>
                    <a:pt x="2211113" y="1698151"/>
                  </a:lnTo>
                  <a:lnTo>
                    <a:pt x="2211740" y="1702781"/>
                  </a:lnTo>
                  <a:lnTo>
                    <a:pt x="2212366" y="1707331"/>
                  </a:lnTo>
                  <a:lnTo>
                    <a:pt x="2212993" y="1711785"/>
                  </a:lnTo>
                  <a:lnTo>
                    <a:pt x="2213619" y="1716096"/>
                  </a:lnTo>
                  <a:lnTo>
                    <a:pt x="2214246" y="1720253"/>
                  </a:lnTo>
                  <a:lnTo>
                    <a:pt x="2214872" y="1724251"/>
                  </a:lnTo>
                  <a:lnTo>
                    <a:pt x="2215499" y="1728065"/>
                  </a:lnTo>
                  <a:lnTo>
                    <a:pt x="2216125" y="1731686"/>
                  </a:lnTo>
                  <a:lnTo>
                    <a:pt x="2216752" y="1735110"/>
                  </a:lnTo>
                  <a:lnTo>
                    <a:pt x="2217379" y="1738368"/>
                  </a:lnTo>
                  <a:lnTo>
                    <a:pt x="2218005" y="1741473"/>
                  </a:lnTo>
                  <a:lnTo>
                    <a:pt x="2218632" y="1744431"/>
                  </a:lnTo>
                  <a:lnTo>
                    <a:pt x="2219258" y="1747240"/>
                  </a:lnTo>
                  <a:lnTo>
                    <a:pt x="2219885" y="1749887"/>
                  </a:lnTo>
                  <a:lnTo>
                    <a:pt x="2220511" y="1752361"/>
                  </a:lnTo>
                  <a:lnTo>
                    <a:pt x="2221138" y="1754679"/>
                  </a:lnTo>
                  <a:lnTo>
                    <a:pt x="2221764" y="1756876"/>
                  </a:lnTo>
                  <a:lnTo>
                    <a:pt x="2222391" y="1758955"/>
                  </a:lnTo>
                  <a:lnTo>
                    <a:pt x="2223018" y="1760935"/>
                  </a:lnTo>
                  <a:lnTo>
                    <a:pt x="2223644" y="1762838"/>
                  </a:lnTo>
                  <a:lnTo>
                    <a:pt x="2224271" y="1764680"/>
                  </a:lnTo>
                  <a:lnTo>
                    <a:pt x="2224897" y="1766495"/>
                  </a:lnTo>
                  <a:lnTo>
                    <a:pt x="2225524" y="1768303"/>
                  </a:lnTo>
                  <a:lnTo>
                    <a:pt x="2226150" y="1770102"/>
                  </a:lnTo>
                  <a:lnTo>
                    <a:pt x="2226777" y="1771885"/>
                  </a:lnTo>
                  <a:lnTo>
                    <a:pt x="2227403" y="1773655"/>
                  </a:lnTo>
                  <a:lnTo>
                    <a:pt x="2228030" y="1775395"/>
                  </a:lnTo>
                  <a:lnTo>
                    <a:pt x="2228657" y="1777113"/>
                  </a:lnTo>
                  <a:lnTo>
                    <a:pt x="2229283" y="1778800"/>
                  </a:lnTo>
                  <a:lnTo>
                    <a:pt x="2229910" y="1780466"/>
                  </a:lnTo>
                  <a:lnTo>
                    <a:pt x="2230536" y="1782119"/>
                  </a:lnTo>
                  <a:lnTo>
                    <a:pt x="2231163" y="1783762"/>
                  </a:lnTo>
                  <a:lnTo>
                    <a:pt x="2231789" y="1785399"/>
                  </a:lnTo>
                  <a:lnTo>
                    <a:pt x="2232416" y="1787018"/>
                  </a:lnTo>
                  <a:lnTo>
                    <a:pt x="2233042" y="1788627"/>
                  </a:lnTo>
                  <a:lnTo>
                    <a:pt x="2233669" y="1790229"/>
                  </a:lnTo>
                  <a:lnTo>
                    <a:pt x="2234296" y="1791806"/>
                  </a:lnTo>
                  <a:lnTo>
                    <a:pt x="2234922" y="1793307"/>
                  </a:lnTo>
                  <a:lnTo>
                    <a:pt x="2235549" y="1794723"/>
                  </a:lnTo>
                  <a:lnTo>
                    <a:pt x="2236175" y="1796031"/>
                  </a:lnTo>
                  <a:lnTo>
                    <a:pt x="2236802" y="1797215"/>
                  </a:lnTo>
                  <a:lnTo>
                    <a:pt x="2237428" y="1798290"/>
                  </a:lnTo>
                  <a:lnTo>
                    <a:pt x="2238055" y="1799226"/>
                  </a:lnTo>
                  <a:lnTo>
                    <a:pt x="2238681" y="1800066"/>
                  </a:lnTo>
                  <a:lnTo>
                    <a:pt x="2239308" y="1800810"/>
                  </a:lnTo>
                  <a:lnTo>
                    <a:pt x="2239935" y="1801455"/>
                  </a:lnTo>
                  <a:lnTo>
                    <a:pt x="2240561" y="1802021"/>
                  </a:lnTo>
                  <a:lnTo>
                    <a:pt x="2241188" y="1802499"/>
                  </a:lnTo>
                  <a:lnTo>
                    <a:pt x="2241814" y="1802920"/>
                  </a:lnTo>
                  <a:lnTo>
                    <a:pt x="2242441" y="1803279"/>
                  </a:lnTo>
                  <a:lnTo>
                    <a:pt x="2243067" y="1803547"/>
                  </a:lnTo>
                  <a:lnTo>
                    <a:pt x="2243694" y="1803739"/>
                  </a:lnTo>
                  <a:lnTo>
                    <a:pt x="2244320" y="1803858"/>
                  </a:lnTo>
                  <a:lnTo>
                    <a:pt x="2244947" y="1803903"/>
                  </a:lnTo>
                  <a:lnTo>
                    <a:pt x="2245574" y="1803909"/>
                  </a:lnTo>
                  <a:lnTo>
                    <a:pt x="2246200" y="1803869"/>
                  </a:lnTo>
                  <a:lnTo>
                    <a:pt x="2246827" y="1803790"/>
                  </a:lnTo>
                  <a:lnTo>
                    <a:pt x="2247453" y="1803689"/>
                  </a:lnTo>
                  <a:lnTo>
                    <a:pt x="2248080" y="1803573"/>
                  </a:lnTo>
                  <a:lnTo>
                    <a:pt x="2248706" y="1803449"/>
                  </a:lnTo>
                  <a:lnTo>
                    <a:pt x="2249333" y="1803286"/>
                  </a:lnTo>
                  <a:lnTo>
                    <a:pt x="2249959" y="1803032"/>
                  </a:lnTo>
                  <a:lnTo>
                    <a:pt x="2250586" y="1802689"/>
                  </a:lnTo>
                  <a:lnTo>
                    <a:pt x="2251213" y="1802226"/>
                  </a:lnTo>
                  <a:lnTo>
                    <a:pt x="2251839" y="1801647"/>
                  </a:lnTo>
                  <a:lnTo>
                    <a:pt x="2252466" y="1800985"/>
                  </a:lnTo>
                  <a:lnTo>
                    <a:pt x="2253092" y="1800235"/>
                  </a:lnTo>
                  <a:lnTo>
                    <a:pt x="2253719" y="1799426"/>
                  </a:lnTo>
                  <a:lnTo>
                    <a:pt x="2254345" y="1798574"/>
                  </a:lnTo>
                  <a:lnTo>
                    <a:pt x="2254972" y="1797678"/>
                  </a:lnTo>
                  <a:lnTo>
                    <a:pt x="2255598" y="1796736"/>
                  </a:lnTo>
                  <a:lnTo>
                    <a:pt x="2256225" y="1795752"/>
                  </a:lnTo>
                  <a:lnTo>
                    <a:pt x="2256852" y="1794705"/>
                  </a:lnTo>
                  <a:lnTo>
                    <a:pt x="2257478" y="1793579"/>
                  </a:lnTo>
                  <a:lnTo>
                    <a:pt x="2258105" y="1792374"/>
                  </a:lnTo>
                  <a:lnTo>
                    <a:pt x="2258731" y="1791102"/>
                  </a:lnTo>
                  <a:lnTo>
                    <a:pt x="2259358" y="1789771"/>
                  </a:lnTo>
                  <a:lnTo>
                    <a:pt x="2259984" y="1788390"/>
                  </a:lnTo>
                  <a:lnTo>
                    <a:pt x="2260611" y="1786970"/>
                  </a:lnTo>
                  <a:lnTo>
                    <a:pt x="2261237" y="1785512"/>
                  </a:lnTo>
                  <a:lnTo>
                    <a:pt x="2261864" y="1784013"/>
                  </a:lnTo>
                  <a:lnTo>
                    <a:pt x="2262491" y="1782473"/>
                  </a:lnTo>
                  <a:lnTo>
                    <a:pt x="2263117" y="1780886"/>
                  </a:lnTo>
                  <a:lnTo>
                    <a:pt x="2263744" y="1779254"/>
                  </a:lnTo>
                  <a:lnTo>
                    <a:pt x="2264370" y="1777592"/>
                  </a:lnTo>
                  <a:lnTo>
                    <a:pt x="2264997" y="1775895"/>
                  </a:lnTo>
                  <a:lnTo>
                    <a:pt x="2265623" y="1774158"/>
                  </a:lnTo>
                  <a:lnTo>
                    <a:pt x="2266250" y="1772391"/>
                  </a:lnTo>
                  <a:lnTo>
                    <a:pt x="2266876" y="1770613"/>
                  </a:lnTo>
                  <a:lnTo>
                    <a:pt x="2267503" y="1768831"/>
                  </a:lnTo>
                  <a:lnTo>
                    <a:pt x="2268130" y="1767047"/>
                  </a:lnTo>
                  <a:lnTo>
                    <a:pt x="2268756" y="1765274"/>
                  </a:lnTo>
                  <a:lnTo>
                    <a:pt x="2269383" y="1763507"/>
                  </a:lnTo>
                  <a:lnTo>
                    <a:pt x="2270009" y="1761769"/>
                  </a:lnTo>
                  <a:lnTo>
                    <a:pt x="2270636" y="1760045"/>
                  </a:lnTo>
                  <a:lnTo>
                    <a:pt x="2271262" y="1758336"/>
                  </a:lnTo>
                  <a:lnTo>
                    <a:pt x="2271889" y="1756621"/>
                  </a:lnTo>
                  <a:lnTo>
                    <a:pt x="2272515" y="1754892"/>
                  </a:lnTo>
                  <a:lnTo>
                    <a:pt x="2273142" y="1753166"/>
                  </a:lnTo>
                  <a:lnTo>
                    <a:pt x="2273769" y="1751450"/>
                  </a:lnTo>
                  <a:lnTo>
                    <a:pt x="2274395" y="1749755"/>
                  </a:lnTo>
                  <a:lnTo>
                    <a:pt x="2275022" y="1748109"/>
                  </a:lnTo>
                  <a:lnTo>
                    <a:pt x="2275648" y="1746503"/>
                  </a:lnTo>
                  <a:lnTo>
                    <a:pt x="2276275" y="1744954"/>
                  </a:lnTo>
                  <a:lnTo>
                    <a:pt x="2276901" y="1743466"/>
                  </a:lnTo>
                  <a:lnTo>
                    <a:pt x="2277528" y="1742022"/>
                  </a:lnTo>
                  <a:lnTo>
                    <a:pt x="2278154" y="1740643"/>
                  </a:lnTo>
                  <a:lnTo>
                    <a:pt x="2278781" y="1739334"/>
                  </a:lnTo>
                  <a:lnTo>
                    <a:pt x="2279408" y="1738092"/>
                  </a:lnTo>
                  <a:lnTo>
                    <a:pt x="2280034" y="1736919"/>
                  </a:lnTo>
                  <a:lnTo>
                    <a:pt x="2280661" y="1735814"/>
                  </a:lnTo>
                  <a:lnTo>
                    <a:pt x="2281287" y="1734800"/>
                  </a:lnTo>
                  <a:lnTo>
                    <a:pt x="2281914" y="1733904"/>
                  </a:lnTo>
                  <a:lnTo>
                    <a:pt x="2282540" y="1733120"/>
                  </a:lnTo>
                  <a:lnTo>
                    <a:pt x="2283167" y="1732449"/>
                  </a:lnTo>
                  <a:lnTo>
                    <a:pt x="2283793" y="1731895"/>
                  </a:lnTo>
                  <a:lnTo>
                    <a:pt x="2284420" y="1731430"/>
                  </a:lnTo>
                  <a:lnTo>
                    <a:pt x="2285047" y="1731055"/>
                  </a:lnTo>
                  <a:lnTo>
                    <a:pt x="2285673" y="1730749"/>
                  </a:lnTo>
                  <a:lnTo>
                    <a:pt x="2286300" y="1730505"/>
                  </a:lnTo>
                  <a:lnTo>
                    <a:pt x="2286926" y="1730330"/>
                  </a:lnTo>
                  <a:lnTo>
                    <a:pt x="2287553" y="1730203"/>
                  </a:lnTo>
                  <a:lnTo>
                    <a:pt x="2288179" y="1730121"/>
                  </a:lnTo>
                  <a:lnTo>
                    <a:pt x="2288806" y="1730080"/>
                  </a:lnTo>
                  <a:lnTo>
                    <a:pt x="2289432" y="1730077"/>
                  </a:lnTo>
                  <a:lnTo>
                    <a:pt x="2290059" y="1730111"/>
                  </a:lnTo>
                  <a:lnTo>
                    <a:pt x="2290686" y="1730181"/>
                  </a:lnTo>
                  <a:lnTo>
                    <a:pt x="2291312" y="1730276"/>
                  </a:lnTo>
                  <a:lnTo>
                    <a:pt x="2291939" y="1730385"/>
                  </a:lnTo>
                  <a:lnTo>
                    <a:pt x="2292565" y="1730496"/>
                  </a:lnTo>
                  <a:lnTo>
                    <a:pt x="2293192" y="1730610"/>
                  </a:lnTo>
                  <a:lnTo>
                    <a:pt x="2293818" y="1730705"/>
                  </a:lnTo>
                  <a:lnTo>
                    <a:pt x="2294445" y="1730773"/>
                  </a:lnTo>
                  <a:lnTo>
                    <a:pt x="2295071" y="1730815"/>
                  </a:lnTo>
                  <a:lnTo>
                    <a:pt x="2295698" y="1730801"/>
                  </a:lnTo>
                  <a:lnTo>
                    <a:pt x="2296325" y="1730722"/>
                  </a:lnTo>
                  <a:lnTo>
                    <a:pt x="2296951" y="1730583"/>
                  </a:lnTo>
                  <a:lnTo>
                    <a:pt x="2297578" y="1730380"/>
                  </a:lnTo>
                  <a:lnTo>
                    <a:pt x="2298204" y="1730110"/>
                  </a:lnTo>
                  <a:lnTo>
                    <a:pt x="2298831" y="1729784"/>
                  </a:lnTo>
                  <a:lnTo>
                    <a:pt x="2299457" y="1729402"/>
                  </a:lnTo>
                  <a:lnTo>
                    <a:pt x="2300084" y="1728971"/>
                  </a:lnTo>
                  <a:lnTo>
                    <a:pt x="2300710" y="1728496"/>
                  </a:lnTo>
                  <a:lnTo>
                    <a:pt x="2301337" y="1727981"/>
                  </a:lnTo>
                  <a:lnTo>
                    <a:pt x="2301964" y="1727413"/>
                  </a:lnTo>
                  <a:lnTo>
                    <a:pt x="2302590" y="1726791"/>
                  </a:lnTo>
                  <a:lnTo>
                    <a:pt x="2303217" y="1726125"/>
                  </a:lnTo>
                  <a:lnTo>
                    <a:pt x="2303843" y="1725437"/>
                  </a:lnTo>
                  <a:lnTo>
                    <a:pt x="2304470" y="1724719"/>
                  </a:lnTo>
                  <a:lnTo>
                    <a:pt x="2305096" y="1723996"/>
                  </a:lnTo>
                  <a:lnTo>
                    <a:pt x="2305723" y="1723273"/>
                  </a:lnTo>
                  <a:lnTo>
                    <a:pt x="2306349" y="1722544"/>
                  </a:lnTo>
                  <a:lnTo>
                    <a:pt x="2306976" y="1721810"/>
                  </a:lnTo>
                  <a:lnTo>
                    <a:pt x="2307603" y="1721081"/>
                  </a:lnTo>
                  <a:lnTo>
                    <a:pt x="2308229" y="1720367"/>
                  </a:lnTo>
                  <a:lnTo>
                    <a:pt x="2308856" y="1719687"/>
                  </a:lnTo>
                  <a:lnTo>
                    <a:pt x="2309482" y="1719042"/>
                  </a:lnTo>
                  <a:lnTo>
                    <a:pt x="2310109" y="1718404"/>
                  </a:lnTo>
                  <a:lnTo>
                    <a:pt x="2310735" y="1717770"/>
                  </a:lnTo>
                  <a:lnTo>
                    <a:pt x="2311362" y="1717160"/>
                  </a:lnTo>
                  <a:lnTo>
                    <a:pt x="2311988" y="1716578"/>
                  </a:lnTo>
                  <a:lnTo>
                    <a:pt x="2312615" y="1716024"/>
                  </a:lnTo>
                  <a:lnTo>
                    <a:pt x="2313242" y="1715474"/>
                  </a:lnTo>
                  <a:lnTo>
                    <a:pt x="2313868" y="1714939"/>
                  </a:lnTo>
                  <a:lnTo>
                    <a:pt x="2314495" y="1714431"/>
                  </a:lnTo>
                  <a:lnTo>
                    <a:pt x="2315121" y="1713954"/>
                  </a:lnTo>
                  <a:lnTo>
                    <a:pt x="2315748" y="1713502"/>
                  </a:lnTo>
                  <a:lnTo>
                    <a:pt x="2316374" y="1713073"/>
                  </a:lnTo>
                  <a:lnTo>
                    <a:pt x="2317001" y="1712661"/>
                  </a:lnTo>
                  <a:lnTo>
                    <a:pt x="2317627" y="1712250"/>
                  </a:lnTo>
                  <a:lnTo>
                    <a:pt x="2318254" y="1711822"/>
                  </a:lnTo>
                  <a:lnTo>
                    <a:pt x="2318881" y="1711371"/>
                  </a:lnTo>
                  <a:lnTo>
                    <a:pt x="2319507" y="1710921"/>
                  </a:lnTo>
                  <a:lnTo>
                    <a:pt x="2320134" y="1710475"/>
                  </a:lnTo>
                  <a:lnTo>
                    <a:pt x="2320760" y="1710035"/>
                  </a:lnTo>
                  <a:lnTo>
                    <a:pt x="2321387" y="1709598"/>
                  </a:lnTo>
                  <a:lnTo>
                    <a:pt x="2322013" y="1709164"/>
                  </a:lnTo>
                  <a:lnTo>
                    <a:pt x="2322640" y="1708728"/>
                  </a:lnTo>
                  <a:lnTo>
                    <a:pt x="2323266" y="1708280"/>
                  </a:lnTo>
                  <a:lnTo>
                    <a:pt x="2323893" y="1707814"/>
                  </a:lnTo>
                  <a:lnTo>
                    <a:pt x="2324520" y="1707324"/>
                  </a:lnTo>
                  <a:lnTo>
                    <a:pt x="2325146" y="1706806"/>
                  </a:lnTo>
                  <a:lnTo>
                    <a:pt x="2325773" y="1706281"/>
                  </a:lnTo>
                  <a:lnTo>
                    <a:pt x="2326399" y="1705758"/>
                  </a:lnTo>
                  <a:lnTo>
                    <a:pt x="2327026" y="1705247"/>
                  </a:lnTo>
                  <a:lnTo>
                    <a:pt x="2327652" y="1704783"/>
                  </a:lnTo>
                  <a:lnTo>
                    <a:pt x="2328279" y="1704363"/>
                  </a:lnTo>
                  <a:lnTo>
                    <a:pt x="2328905" y="1703956"/>
                  </a:lnTo>
                  <a:lnTo>
                    <a:pt x="2329532" y="1703546"/>
                  </a:lnTo>
                  <a:lnTo>
                    <a:pt x="2330159" y="1703116"/>
                  </a:lnTo>
                  <a:lnTo>
                    <a:pt x="2330785" y="1702662"/>
                  </a:lnTo>
                  <a:lnTo>
                    <a:pt x="2331412" y="1702180"/>
                  </a:lnTo>
                  <a:lnTo>
                    <a:pt x="2332038" y="1701675"/>
                  </a:lnTo>
                  <a:lnTo>
                    <a:pt x="2332665" y="1701132"/>
                  </a:lnTo>
                  <a:lnTo>
                    <a:pt x="2333291" y="1700553"/>
                  </a:lnTo>
                  <a:lnTo>
                    <a:pt x="2333918" y="1699954"/>
                  </a:lnTo>
                  <a:lnTo>
                    <a:pt x="2334544" y="1699349"/>
                  </a:lnTo>
                  <a:lnTo>
                    <a:pt x="2335171" y="1698733"/>
                  </a:lnTo>
                  <a:lnTo>
                    <a:pt x="2335798" y="1698079"/>
                  </a:lnTo>
                  <a:lnTo>
                    <a:pt x="2336424" y="1697365"/>
                  </a:lnTo>
                  <a:lnTo>
                    <a:pt x="2337051" y="1696543"/>
                  </a:lnTo>
                  <a:lnTo>
                    <a:pt x="2337677" y="1695568"/>
                  </a:lnTo>
                  <a:lnTo>
                    <a:pt x="2338304" y="1694466"/>
                  </a:lnTo>
                  <a:lnTo>
                    <a:pt x="2338930" y="1693259"/>
                  </a:lnTo>
                  <a:lnTo>
                    <a:pt x="2339557" y="1691973"/>
                  </a:lnTo>
                  <a:lnTo>
                    <a:pt x="2340183" y="1690610"/>
                  </a:lnTo>
                  <a:lnTo>
                    <a:pt x="2340810" y="1689165"/>
                  </a:lnTo>
                  <a:lnTo>
                    <a:pt x="2341437" y="1687637"/>
                  </a:lnTo>
                  <a:lnTo>
                    <a:pt x="2342063" y="1686043"/>
                  </a:lnTo>
                  <a:lnTo>
                    <a:pt x="2342690" y="1684379"/>
                  </a:lnTo>
                  <a:lnTo>
                    <a:pt x="2343316" y="1682634"/>
                  </a:lnTo>
                  <a:lnTo>
                    <a:pt x="2343943" y="1680780"/>
                  </a:lnTo>
                  <a:lnTo>
                    <a:pt x="2344569" y="1678806"/>
                  </a:lnTo>
                  <a:lnTo>
                    <a:pt x="2345196" y="1676735"/>
                  </a:lnTo>
                  <a:lnTo>
                    <a:pt x="2345822" y="1674587"/>
                  </a:lnTo>
                  <a:lnTo>
                    <a:pt x="2346449" y="1672374"/>
                  </a:lnTo>
                  <a:lnTo>
                    <a:pt x="2347076" y="1670150"/>
                  </a:lnTo>
                  <a:lnTo>
                    <a:pt x="2347702" y="1667914"/>
                  </a:lnTo>
                  <a:lnTo>
                    <a:pt x="2348329" y="1665656"/>
                  </a:lnTo>
                  <a:lnTo>
                    <a:pt x="2348955" y="1663359"/>
                  </a:lnTo>
                  <a:lnTo>
                    <a:pt x="2349582" y="1661020"/>
                  </a:lnTo>
                  <a:lnTo>
                    <a:pt x="2350208" y="1658644"/>
                  </a:lnTo>
                  <a:lnTo>
                    <a:pt x="2350835" y="1656231"/>
                  </a:lnTo>
                  <a:lnTo>
                    <a:pt x="2351461" y="1653746"/>
                  </a:lnTo>
                  <a:lnTo>
                    <a:pt x="2352088" y="1651194"/>
                  </a:lnTo>
                  <a:lnTo>
                    <a:pt x="2352715" y="1648576"/>
                  </a:lnTo>
                  <a:lnTo>
                    <a:pt x="2353341" y="1645903"/>
                  </a:lnTo>
                  <a:lnTo>
                    <a:pt x="2353968" y="1643183"/>
                  </a:lnTo>
                  <a:lnTo>
                    <a:pt x="2354594" y="1640429"/>
                  </a:lnTo>
                  <a:lnTo>
                    <a:pt x="2355221" y="1637642"/>
                  </a:lnTo>
                  <a:lnTo>
                    <a:pt x="2355847" y="1634831"/>
                  </a:lnTo>
                  <a:lnTo>
                    <a:pt x="2356474" y="1632010"/>
                  </a:lnTo>
                  <a:lnTo>
                    <a:pt x="2357100" y="1629147"/>
                  </a:lnTo>
                  <a:lnTo>
                    <a:pt x="2357727" y="1626237"/>
                  </a:lnTo>
                  <a:lnTo>
                    <a:pt x="2358354" y="1623315"/>
                  </a:lnTo>
                  <a:lnTo>
                    <a:pt x="2358980" y="1620384"/>
                  </a:lnTo>
                  <a:lnTo>
                    <a:pt x="2359607" y="1617443"/>
                  </a:lnTo>
                  <a:lnTo>
                    <a:pt x="2360233" y="1614512"/>
                  </a:lnTo>
                  <a:lnTo>
                    <a:pt x="2360860" y="1611642"/>
                  </a:lnTo>
                  <a:lnTo>
                    <a:pt x="2361486" y="1608809"/>
                  </a:lnTo>
                  <a:lnTo>
                    <a:pt x="2362113" y="1606023"/>
                  </a:lnTo>
                  <a:lnTo>
                    <a:pt x="2362739" y="1603298"/>
                  </a:lnTo>
                  <a:lnTo>
                    <a:pt x="2363366" y="1600627"/>
                  </a:lnTo>
                  <a:lnTo>
                    <a:pt x="2363993" y="1597988"/>
                  </a:lnTo>
                  <a:lnTo>
                    <a:pt x="2364619" y="1595427"/>
                  </a:lnTo>
                  <a:lnTo>
                    <a:pt x="2365246" y="1592941"/>
                  </a:lnTo>
                  <a:lnTo>
                    <a:pt x="2365872" y="1590522"/>
                  </a:lnTo>
                  <a:lnTo>
                    <a:pt x="2366499" y="1588204"/>
                  </a:lnTo>
                  <a:lnTo>
                    <a:pt x="2367125" y="1585965"/>
                  </a:lnTo>
                  <a:lnTo>
                    <a:pt x="2367752" y="1583791"/>
                  </a:lnTo>
                  <a:lnTo>
                    <a:pt x="2368378" y="1581680"/>
                  </a:lnTo>
                  <a:lnTo>
                    <a:pt x="2369005" y="1579658"/>
                  </a:lnTo>
                  <a:lnTo>
                    <a:pt x="2369632" y="1577732"/>
                  </a:lnTo>
                  <a:lnTo>
                    <a:pt x="2370258" y="1575884"/>
                  </a:lnTo>
                  <a:lnTo>
                    <a:pt x="2370885" y="1574089"/>
                  </a:lnTo>
                  <a:lnTo>
                    <a:pt x="2371511" y="1572296"/>
                  </a:lnTo>
                  <a:lnTo>
                    <a:pt x="2372138" y="1570499"/>
                  </a:lnTo>
                  <a:lnTo>
                    <a:pt x="2372764" y="1568700"/>
                  </a:lnTo>
                  <a:lnTo>
                    <a:pt x="2373391" y="1566892"/>
                  </a:lnTo>
                  <a:lnTo>
                    <a:pt x="2374017" y="1565026"/>
                  </a:lnTo>
                  <a:lnTo>
                    <a:pt x="2374644" y="1563101"/>
                  </a:lnTo>
                  <a:lnTo>
                    <a:pt x="2375271" y="1561101"/>
                  </a:lnTo>
                  <a:lnTo>
                    <a:pt x="2375897" y="1559042"/>
                  </a:lnTo>
                  <a:lnTo>
                    <a:pt x="2376524" y="1556934"/>
                  </a:lnTo>
                  <a:lnTo>
                    <a:pt x="2377150" y="1554754"/>
                  </a:lnTo>
                  <a:lnTo>
                    <a:pt x="2377777" y="1552477"/>
                  </a:lnTo>
                  <a:lnTo>
                    <a:pt x="2378403" y="1550100"/>
                  </a:lnTo>
                  <a:lnTo>
                    <a:pt x="2379030" y="1547544"/>
                  </a:lnTo>
                  <a:lnTo>
                    <a:pt x="2379656" y="1544808"/>
                  </a:lnTo>
                  <a:lnTo>
                    <a:pt x="2380283" y="1541903"/>
                  </a:lnTo>
                  <a:lnTo>
                    <a:pt x="2380909" y="1538866"/>
                  </a:lnTo>
                  <a:lnTo>
                    <a:pt x="2381536" y="1535676"/>
                  </a:lnTo>
                  <a:lnTo>
                    <a:pt x="2382163" y="1532306"/>
                  </a:lnTo>
                  <a:lnTo>
                    <a:pt x="2382789" y="1528747"/>
                  </a:lnTo>
                  <a:lnTo>
                    <a:pt x="2383416" y="1525038"/>
                  </a:lnTo>
                  <a:lnTo>
                    <a:pt x="2384042" y="1521161"/>
                  </a:lnTo>
                  <a:lnTo>
                    <a:pt x="2384669" y="1517130"/>
                  </a:lnTo>
                  <a:lnTo>
                    <a:pt x="2385295" y="1512936"/>
                  </a:lnTo>
                  <a:lnTo>
                    <a:pt x="2385922" y="1508584"/>
                  </a:lnTo>
                  <a:lnTo>
                    <a:pt x="2386548" y="1504071"/>
                  </a:lnTo>
                  <a:lnTo>
                    <a:pt x="2387175" y="1499406"/>
                  </a:lnTo>
                  <a:lnTo>
                    <a:pt x="2387802" y="1494591"/>
                  </a:lnTo>
                  <a:lnTo>
                    <a:pt x="2388428" y="1489616"/>
                  </a:lnTo>
                  <a:lnTo>
                    <a:pt x="2389055" y="1484539"/>
                  </a:lnTo>
                  <a:lnTo>
                    <a:pt x="2389681" y="1479358"/>
                  </a:lnTo>
                  <a:lnTo>
                    <a:pt x="2390308" y="1474048"/>
                  </a:lnTo>
                  <a:lnTo>
                    <a:pt x="2390934" y="1468622"/>
                  </a:lnTo>
                  <a:lnTo>
                    <a:pt x="2391561" y="1463117"/>
                  </a:lnTo>
                  <a:lnTo>
                    <a:pt x="2392187" y="1457543"/>
                  </a:lnTo>
                  <a:lnTo>
                    <a:pt x="2392814" y="1451898"/>
                  </a:lnTo>
                  <a:lnTo>
                    <a:pt x="2393441" y="1446215"/>
                  </a:lnTo>
                  <a:lnTo>
                    <a:pt x="2394067" y="1440477"/>
                  </a:lnTo>
                  <a:lnTo>
                    <a:pt x="2394694" y="1434653"/>
                  </a:lnTo>
                  <a:lnTo>
                    <a:pt x="2395320" y="1428775"/>
                  </a:lnTo>
                  <a:lnTo>
                    <a:pt x="2395947" y="1422867"/>
                  </a:lnTo>
                  <a:lnTo>
                    <a:pt x="2396573" y="1416882"/>
                  </a:lnTo>
                  <a:lnTo>
                    <a:pt x="2397200" y="1410836"/>
                  </a:lnTo>
                  <a:lnTo>
                    <a:pt x="2397826" y="1404752"/>
                  </a:lnTo>
                  <a:lnTo>
                    <a:pt x="2398453" y="1398602"/>
                  </a:lnTo>
                  <a:lnTo>
                    <a:pt x="2399080" y="1392404"/>
                  </a:lnTo>
                  <a:lnTo>
                    <a:pt x="2399706" y="1386199"/>
                  </a:lnTo>
                  <a:lnTo>
                    <a:pt x="2400333" y="1380041"/>
                  </a:lnTo>
                  <a:lnTo>
                    <a:pt x="2400959" y="1373920"/>
                  </a:lnTo>
                  <a:lnTo>
                    <a:pt x="2401586" y="1367834"/>
                  </a:lnTo>
                  <a:lnTo>
                    <a:pt x="2402212" y="1361781"/>
                  </a:lnTo>
                  <a:lnTo>
                    <a:pt x="2402839" y="1355786"/>
                  </a:lnTo>
                  <a:lnTo>
                    <a:pt x="2403465" y="1349902"/>
                  </a:lnTo>
                  <a:lnTo>
                    <a:pt x="2404092" y="1344156"/>
                  </a:lnTo>
                  <a:lnTo>
                    <a:pt x="2404719" y="1338534"/>
                  </a:lnTo>
                  <a:lnTo>
                    <a:pt x="2405345" y="1333050"/>
                  </a:lnTo>
                  <a:lnTo>
                    <a:pt x="2405972" y="1327748"/>
                  </a:lnTo>
                  <a:lnTo>
                    <a:pt x="2406598" y="1322646"/>
                  </a:lnTo>
                  <a:lnTo>
                    <a:pt x="2407225" y="1317747"/>
                  </a:lnTo>
                  <a:lnTo>
                    <a:pt x="2407851" y="1313062"/>
                  </a:lnTo>
                  <a:lnTo>
                    <a:pt x="2408478" y="1308594"/>
                  </a:lnTo>
                  <a:lnTo>
                    <a:pt x="2409104" y="1304349"/>
                  </a:lnTo>
                  <a:lnTo>
                    <a:pt x="2409731" y="1300267"/>
                  </a:lnTo>
                  <a:lnTo>
                    <a:pt x="2410358" y="1296345"/>
                  </a:lnTo>
                  <a:lnTo>
                    <a:pt x="2410984" y="1292630"/>
                  </a:lnTo>
                  <a:lnTo>
                    <a:pt x="2411611" y="1289122"/>
                  </a:lnTo>
                  <a:lnTo>
                    <a:pt x="2412237" y="1285829"/>
                  </a:lnTo>
                  <a:lnTo>
                    <a:pt x="2412864" y="1282725"/>
                  </a:lnTo>
                  <a:lnTo>
                    <a:pt x="2413490" y="1279836"/>
                  </a:lnTo>
                  <a:lnTo>
                    <a:pt x="2414117" y="1277222"/>
                  </a:lnTo>
                  <a:lnTo>
                    <a:pt x="2414743" y="1274889"/>
                  </a:lnTo>
                  <a:lnTo>
                    <a:pt x="2415370" y="1272829"/>
                  </a:lnTo>
                  <a:lnTo>
                    <a:pt x="2415997" y="1271057"/>
                  </a:lnTo>
                  <a:lnTo>
                    <a:pt x="2416623" y="1269552"/>
                  </a:lnTo>
                  <a:lnTo>
                    <a:pt x="2417250" y="1268303"/>
                  </a:lnTo>
                  <a:lnTo>
                    <a:pt x="2417876" y="1267300"/>
                  </a:lnTo>
                  <a:lnTo>
                    <a:pt x="2418503" y="1266521"/>
                  </a:lnTo>
                  <a:lnTo>
                    <a:pt x="2419129" y="1265965"/>
                  </a:lnTo>
                  <a:lnTo>
                    <a:pt x="2419756" y="1265663"/>
                  </a:lnTo>
                  <a:lnTo>
                    <a:pt x="2420382" y="1265609"/>
                  </a:lnTo>
                  <a:lnTo>
                    <a:pt x="2421009" y="1265781"/>
                  </a:lnTo>
                  <a:lnTo>
                    <a:pt x="2421636" y="1266179"/>
                  </a:lnTo>
                  <a:lnTo>
                    <a:pt x="2422262" y="1266788"/>
                  </a:lnTo>
                  <a:lnTo>
                    <a:pt x="2422889" y="1267578"/>
                  </a:lnTo>
                  <a:lnTo>
                    <a:pt x="2423515" y="1268489"/>
                  </a:lnTo>
                  <a:lnTo>
                    <a:pt x="2424142" y="1269533"/>
                  </a:lnTo>
                  <a:lnTo>
                    <a:pt x="2424768" y="1270697"/>
                  </a:lnTo>
                  <a:lnTo>
                    <a:pt x="2425395" y="1271964"/>
                  </a:lnTo>
                  <a:lnTo>
                    <a:pt x="2426021" y="1273368"/>
                  </a:lnTo>
                  <a:lnTo>
                    <a:pt x="2426648" y="1274939"/>
                  </a:lnTo>
                  <a:lnTo>
                    <a:pt x="2427275" y="1276637"/>
                  </a:lnTo>
                  <a:lnTo>
                    <a:pt x="2427901" y="1278468"/>
                  </a:lnTo>
                  <a:lnTo>
                    <a:pt x="2428528" y="1280448"/>
                  </a:lnTo>
                  <a:lnTo>
                    <a:pt x="2429154" y="1282518"/>
                  </a:lnTo>
                  <a:lnTo>
                    <a:pt x="2429781" y="1284686"/>
                  </a:lnTo>
                  <a:lnTo>
                    <a:pt x="2430407" y="1286945"/>
                  </a:lnTo>
                  <a:lnTo>
                    <a:pt x="2431034" y="1289309"/>
                  </a:lnTo>
                  <a:lnTo>
                    <a:pt x="2431660" y="1291767"/>
                  </a:lnTo>
                  <a:lnTo>
                    <a:pt x="2432287" y="1294306"/>
                  </a:lnTo>
                  <a:lnTo>
                    <a:pt x="2432914" y="1296928"/>
                  </a:lnTo>
                  <a:lnTo>
                    <a:pt x="2433540" y="1299662"/>
                  </a:lnTo>
                  <a:lnTo>
                    <a:pt x="2434167" y="1302529"/>
                  </a:lnTo>
                  <a:lnTo>
                    <a:pt x="2434793" y="1305520"/>
                  </a:lnTo>
                  <a:lnTo>
                    <a:pt x="2435420" y="1308595"/>
                  </a:lnTo>
                  <a:lnTo>
                    <a:pt x="2436046" y="1311707"/>
                  </a:lnTo>
                  <a:lnTo>
                    <a:pt x="2436673" y="1314886"/>
                  </a:lnTo>
                  <a:lnTo>
                    <a:pt x="2437299" y="1318119"/>
                  </a:lnTo>
                  <a:lnTo>
                    <a:pt x="2437926" y="1321393"/>
                  </a:lnTo>
                  <a:lnTo>
                    <a:pt x="2438553" y="1324710"/>
                  </a:lnTo>
                  <a:lnTo>
                    <a:pt x="2439179" y="1328071"/>
                  </a:lnTo>
                  <a:lnTo>
                    <a:pt x="2439806" y="1331473"/>
                  </a:lnTo>
                  <a:lnTo>
                    <a:pt x="2440432" y="1334919"/>
                  </a:lnTo>
                  <a:lnTo>
                    <a:pt x="2441059" y="1338402"/>
                  </a:lnTo>
                  <a:lnTo>
                    <a:pt x="2441685" y="1342002"/>
                  </a:lnTo>
                  <a:lnTo>
                    <a:pt x="2442312" y="1345714"/>
                  </a:lnTo>
                  <a:lnTo>
                    <a:pt x="2442938" y="1349514"/>
                  </a:lnTo>
                  <a:lnTo>
                    <a:pt x="2443565" y="1353383"/>
                  </a:lnTo>
                  <a:lnTo>
                    <a:pt x="2444192" y="1357336"/>
                  </a:lnTo>
                  <a:lnTo>
                    <a:pt x="2444818" y="1361406"/>
                  </a:lnTo>
                  <a:lnTo>
                    <a:pt x="2445445" y="1365626"/>
                  </a:lnTo>
                  <a:lnTo>
                    <a:pt x="2446071" y="1369929"/>
                  </a:lnTo>
                  <a:lnTo>
                    <a:pt x="2446698" y="1374350"/>
                  </a:lnTo>
                  <a:lnTo>
                    <a:pt x="2447324" y="1378878"/>
                  </a:lnTo>
                  <a:lnTo>
                    <a:pt x="2447951" y="1383491"/>
                  </a:lnTo>
                  <a:lnTo>
                    <a:pt x="2448577" y="1388188"/>
                  </a:lnTo>
                  <a:lnTo>
                    <a:pt x="2449204" y="1392978"/>
                  </a:lnTo>
                  <a:lnTo>
                    <a:pt x="2449831" y="1397862"/>
                  </a:lnTo>
                  <a:lnTo>
                    <a:pt x="2450457" y="1402853"/>
                  </a:lnTo>
                  <a:lnTo>
                    <a:pt x="2451084" y="1407932"/>
                  </a:lnTo>
                  <a:lnTo>
                    <a:pt x="2451710" y="1413048"/>
                  </a:lnTo>
                  <a:lnTo>
                    <a:pt x="2452337" y="1418196"/>
                  </a:lnTo>
                  <a:lnTo>
                    <a:pt x="2452963" y="1423369"/>
                  </a:lnTo>
                  <a:lnTo>
                    <a:pt x="2453590" y="1428550"/>
                  </a:lnTo>
                  <a:lnTo>
                    <a:pt x="2454216" y="1433730"/>
                  </a:lnTo>
                  <a:lnTo>
                    <a:pt x="2454843" y="1438917"/>
                  </a:lnTo>
                  <a:lnTo>
                    <a:pt x="2455470" y="1444161"/>
                  </a:lnTo>
                  <a:lnTo>
                    <a:pt x="2456096" y="1449429"/>
                  </a:lnTo>
                  <a:lnTo>
                    <a:pt x="2456723" y="1454749"/>
                  </a:lnTo>
                  <a:lnTo>
                    <a:pt x="2457349" y="1460181"/>
                  </a:lnTo>
                  <a:lnTo>
                    <a:pt x="2457976" y="1465712"/>
                  </a:lnTo>
                  <a:lnTo>
                    <a:pt x="2458602" y="1471312"/>
                  </a:lnTo>
                  <a:lnTo>
                    <a:pt x="2459229" y="1477007"/>
                  </a:lnTo>
                  <a:lnTo>
                    <a:pt x="2459855" y="1482781"/>
                  </a:lnTo>
                  <a:lnTo>
                    <a:pt x="2460482" y="1488626"/>
                  </a:lnTo>
                  <a:lnTo>
                    <a:pt x="2461109" y="1494593"/>
                  </a:lnTo>
                  <a:lnTo>
                    <a:pt x="2461735" y="1500669"/>
                  </a:lnTo>
                  <a:lnTo>
                    <a:pt x="2462362" y="1506857"/>
                  </a:lnTo>
                  <a:lnTo>
                    <a:pt x="2462988" y="1513139"/>
                  </a:lnTo>
                  <a:lnTo>
                    <a:pt x="2463615" y="1519513"/>
                  </a:lnTo>
                  <a:lnTo>
                    <a:pt x="2464241" y="1525974"/>
                  </a:lnTo>
                  <a:lnTo>
                    <a:pt x="2464868" y="1532510"/>
                  </a:lnTo>
                  <a:lnTo>
                    <a:pt x="2465494" y="1539101"/>
                  </a:lnTo>
                  <a:lnTo>
                    <a:pt x="2466121" y="1545704"/>
                  </a:lnTo>
                  <a:lnTo>
                    <a:pt x="2466748" y="1552275"/>
                  </a:lnTo>
                  <a:lnTo>
                    <a:pt x="2467374" y="1558826"/>
                  </a:lnTo>
                  <a:lnTo>
                    <a:pt x="2468001" y="1565376"/>
                  </a:lnTo>
                  <a:lnTo>
                    <a:pt x="2468627" y="1571892"/>
                  </a:lnTo>
                  <a:lnTo>
                    <a:pt x="2469254" y="1578380"/>
                  </a:lnTo>
                  <a:lnTo>
                    <a:pt x="2469880" y="1584853"/>
                  </a:lnTo>
                  <a:lnTo>
                    <a:pt x="2470507" y="1591282"/>
                  </a:lnTo>
                  <a:lnTo>
                    <a:pt x="2471133" y="1597653"/>
                  </a:lnTo>
                  <a:lnTo>
                    <a:pt x="2471760" y="1603946"/>
                  </a:lnTo>
                  <a:lnTo>
                    <a:pt x="2472387" y="1610162"/>
                  </a:lnTo>
                  <a:lnTo>
                    <a:pt x="2473013" y="1616296"/>
                  </a:lnTo>
                  <a:lnTo>
                    <a:pt x="2473640" y="1622313"/>
                  </a:lnTo>
                  <a:lnTo>
                    <a:pt x="2474266" y="1628212"/>
                  </a:lnTo>
                  <a:lnTo>
                    <a:pt x="2474893" y="1633980"/>
                  </a:lnTo>
                  <a:lnTo>
                    <a:pt x="2475519" y="1639631"/>
                  </a:lnTo>
                  <a:lnTo>
                    <a:pt x="2476146" y="1645147"/>
                  </a:lnTo>
                  <a:lnTo>
                    <a:pt x="2476772" y="1650493"/>
                  </a:lnTo>
                  <a:lnTo>
                    <a:pt x="2477399" y="1655639"/>
                  </a:lnTo>
                  <a:lnTo>
                    <a:pt x="2478026" y="1660619"/>
                  </a:lnTo>
                  <a:lnTo>
                    <a:pt x="2478652" y="1665390"/>
                  </a:lnTo>
                  <a:lnTo>
                    <a:pt x="2479279" y="1669960"/>
                  </a:lnTo>
                  <a:lnTo>
                    <a:pt x="2479905" y="1674350"/>
                  </a:lnTo>
                  <a:lnTo>
                    <a:pt x="2480532" y="1678570"/>
                  </a:lnTo>
                  <a:lnTo>
                    <a:pt x="2481158" y="1682626"/>
                  </a:lnTo>
                  <a:lnTo>
                    <a:pt x="2481785" y="1686504"/>
                  </a:lnTo>
                  <a:lnTo>
                    <a:pt x="2482411" y="1690180"/>
                  </a:lnTo>
                  <a:lnTo>
                    <a:pt x="2483038" y="1693665"/>
                  </a:lnTo>
                  <a:lnTo>
                    <a:pt x="2483665" y="1696962"/>
                  </a:lnTo>
                  <a:lnTo>
                    <a:pt x="2484291" y="1700067"/>
                  </a:lnTo>
                  <a:lnTo>
                    <a:pt x="2484918" y="1702994"/>
                  </a:lnTo>
                  <a:lnTo>
                    <a:pt x="2485544" y="1705763"/>
                  </a:lnTo>
                  <a:lnTo>
                    <a:pt x="2486171" y="1708388"/>
                  </a:lnTo>
                  <a:lnTo>
                    <a:pt x="2486797" y="1710875"/>
                  </a:lnTo>
                  <a:lnTo>
                    <a:pt x="2487424" y="1713201"/>
                  </a:lnTo>
                  <a:lnTo>
                    <a:pt x="2488050" y="1715371"/>
                  </a:lnTo>
                  <a:lnTo>
                    <a:pt x="2488677" y="1717341"/>
                  </a:lnTo>
                  <a:lnTo>
                    <a:pt x="2489304" y="1719049"/>
                  </a:lnTo>
                  <a:lnTo>
                    <a:pt x="2489930" y="1720484"/>
                  </a:lnTo>
                  <a:lnTo>
                    <a:pt x="2490557" y="1721651"/>
                  </a:lnTo>
                  <a:lnTo>
                    <a:pt x="2491183" y="1722537"/>
                  </a:lnTo>
                  <a:lnTo>
                    <a:pt x="2491810" y="1723162"/>
                  </a:lnTo>
                  <a:lnTo>
                    <a:pt x="2492436" y="1723533"/>
                  </a:lnTo>
                  <a:lnTo>
                    <a:pt x="2493063" y="1723632"/>
                  </a:lnTo>
                  <a:lnTo>
                    <a:pt x="2493689" y="1723436"/>
                  </a:lnTo>
                  <a:lnTo>
                    <a:pt x="2494316" y="1722906"/>
                  </a:lnTo>
                  <a:lnTo>
                    <a:pt x="2494943" y="1722044"/>
                  </a:lnTo>
                  <a:lnTo>
                    <a:pt x="2495569" y="1720860"/>
                  </a:lnTo>
                  <a:lnTo>
                    <a:pt x="2496196" y="1719322"/>
                  </a:lnTo>
                  <a:lnTo>
                    <a:pt x="2496822" y="1717435"/>
                  </a:lnTo>
                  <a:lnTo>
                    <a:pt x="2497449" y="1715205"/>
                  </a:lnTo>
                  <a:lnTo>
                    <a:pt x="2498075" y="1712653"/>
                  </a:lnTo>
                  <a:lnTo>
                    <a:pt x="2498702" y="1709833"/>
                  </a:lnTo>
                  <a:lnTo>
                    <a:pt x="2499328" y="1706751"/>
                  </a:lnTo>
                  <a:lnTo>
                    <a:pt x="2499955" y="1703418"/>
                  </a:lnTo>
                  <a:lnTo>
                    <a:pt x="2500582" y="1699867"/>
                  </a:lnTo>
                  <a:lnTo>
                    <a:pt x="2501208" y="1696100"/>
                  </a:lnTo>
                  <a:lnTo>
                    <a:pt x="2501835" y="1692114"/>
                  </a:lnTo>
                  <a:lnTo>
                    <a:pt x="2502461" y="1687919"/>
                  </a:lnTo>
                  <a:lnTo>
                    <a:pt x="2503088" y="1683533"/>
                  </a:lnTo>
                  <a:lnTo>
                    <a:pt x="2503714" y="1678990"/>
                  </a:lnTo>
                  <a:lnTo>
                    <a:pt x="2504341" y="1674279"/>
                  </a:lnTo>
                  <a:lnTo>
                    <a:pt x="2504967" y="1669388"/>
                  </a:lnTo>
                  <a:lnTo>
                    <a:pt x="2505594" y="1664331"/>
                  </a:lnTo>
                  <a:lnTo>
                    <a:pt x="2506221" y="1659108"/>
                  </a:lnTo>
                  <a:lnTo>
                    <a:pt x="2506847" y="1653742"/>
                  </a:lnTo>
                  <a:lnTo>
                    <a:pt x="2507474" y="1648249"/>
                  </a:lnTo>
                  <a:lnTo>
                    <a:pt x="2508100" y="1642633"/>
                  </a:lnTo>
                  <a:lnTo>
                    <a:pt x="2508727" y="1636919"/>
                  </a:lnTo>
                  <a:lnTo>
                    <a:pt x="2509353" y="1631084"/>
                  </a:lnTo>
                  <a:lnTo>
                    <a:pt x="2509980" y="1625121"/>
                  </a:lnTo>
                  <a:lnTo>
                    <a:pt x="2510606" y="1619058"/>
                  </a:lnTo>
                  <a:lnTo>
                    <a:pt x="2511233" y="1612895"/>
                  </a:lnTo>
                  <a:lnTo>
                    <a:pt x="2511860" y="1606642"/>
                  </a:lnTo>
                  <a:lnTo>
                    <a:pt x="2512486" y="1600312"/>
                  </a:lnTo>
                  <a:lnTo>
                    <a:pt x="2513113" y="1593905"/>
                  </a:lnTo>
                  <a:lnTo>
                    <a:pt x="2513739" y="1587439"/>
                  </a:lnTo>
                  <a:lnTo>
                    <a:pt x="2514366" y="1580959"/>
                  </a:lnTo>
                  <a:lnTo>
                    <a:pt x="2514992" y="1574488"/>
                  </a:lnTo>
                  <a:lnTo>
                    <a:pt x="2515619" y="1568026"/>
                  </a:lnTo>
                  <a:lnTo>
                    <a:pt x="2516245" y="1561547"/>
                  </a:lnTo>
                  <a:lnTo>
                    <a:pt x="2516872" y="1555032"/>
                  </a:lnTo>
                  <a:lnTo>
                    <a:pt x="2517499" y="1548468"/>
                  </a:lnTo>
                  <a:lnTo>
                    <a:pt x="2518125" y="1541829"/>
                  </a:lnTo>
                  <a:lnTo>
                    <a:pt x="2518752" y="1535129"/>
                  </a:lnTo>
                  <a:lnTo>
                    <a:pt x="2519378" y="1528358"/>
                  </a:lnTo>
                  <a:lnTo>
                    <a:pt x="2520005" y="1521475"/>
                  </a:lnTo>
                  <a:lnTo>
                    <a:pt x="2520631" y="1514485"/>
                  </a:lnTo>
                  <a:lnTo>
                    <a:pt x="2521258" y="1507420"/>
                  </a:lnTo>
                  <a:lnTo>
                    <a:pt x="2521884" y="1500302"/>
                  </a:lnTo>
                  <a:lnTo>
                    <a:pt x="2522511" y="1493121"/>
                  </a:lnTo>
                  <a:lnTo>
                    <a:pt x="2523138" y="1485886"/>
                  </a:lnTo>
                  <a:lnTo>
                    <a:pt x="2523764" y="1478569"/>
                  </a:lnTo>
                  <a:lnTo>
                    <a:pt x="2524391" y="1471182"/>
                  </a:lnTo>
                  <a:lnTo>
                    <a:pt x="2525017" y="1463744"/>
                  </a:lnTo>
                  <a:lnTo>
                    <a:pt x="2525644" y="1456286"/>
                  </a:lnTo>
                  <a:lnTo>
                    <a:pt x="2526270" y="1448839"/>
                  </a:lnTo>
                  <a:lnTo>
                    <a:pt x="2526897" y="1441397"/>
                  </a:lnTo>
                  <a:lnTo>
                    <a:pt x="2527523" y="1433965"/>
                  </a:lnTo>
                  <a:lnTo>
                    <a:pt x="2528150" y="1426541"/>
                  </a:lnTo>
                  <a:lnTo>
                    <a:pt x="2528777" y="1419111"/>
                  </a:lnTo>
                  <a:lnTo>
                    <a:pt x="2529403" y="1411691"/>
                  </a:lnTo>
                  <a:lnTo>
                    <a:pt x="2530030" y="1404278"/>
                  </a:lnTo>
                  <a:lnTo>
                    <a:pt x="2530656" y="1396850"/>
                  </a:lnTo>
                  <a:lnTo>
                    <a:pt x="2531283" y="1389408"/>
                  </a:lnTo>
                  <a:lnTo>
                    <a:pt x="2531909" y="1381947"/>
                  </a:lnTo>
                  <a:lnTo>
                    <a:pt x="2532536" y="1374445"/>
                  </a:lnTo>
                  <a:lnTo>
                    <a:pt x="2533162" y="1366908"/>
                  </a:lnTo>
                  <a:lnTo>
                    <a:pt x="2533789" y="1359336"/>
                  </a:lnTo>
                  <a:lnTo>
                    <a:pt x="2534416" y="1351731"/>
                  </a:lnTo>
                  <a:lnTo>
                    <a:pt x="2535042" y="1344095"/>
                  </a:lnTo>
                  <a:lnTo>
                    <a:pt x="2535669" y="1336427"/>
                  </a:lnTo>
                  <a:lnTo>
                    <a:pt x="2536295" y="1328721"/>
                  </a:lnTo>
                  <a:lnTo>
                    <a:pt x="2536922" y="1321009"/>
                  </a:lnTo>
                  <a:lnTo>
                    <a:pt x="2537548" y="1313306"/>
                  </a:lnTo>
                  <a:lnTo>
                    <a:pt x="2538175" y="1305635"/>
                  </a:lnTo>
                  <a:lnTo>
                    <a:pt x="2538801" y="1298006"/>
                  </a:lnTo>
                  <a:lnTo>
                    <a:pt x="2539428" y="1290416"/>
                  </a:lnTo>
                  <a:lnTo>
                    <a:pt x="2540055" y="1282842"/>
                  </a:lnTo>
                  <a:lnTo>
                    <a:pt x="2540681" y="1275246"/>
                  </a:lnTo>
                  <a:lnTo>
                    <a:pt x="2541308" y="1267653"/>
                  </a:lnTo>
                  <a:lnTo>
                    <a:pt x="2541934" y="1260090"/>
                  </a:lnTo>
                  <a:lnTo>
                    <a:pt x="2542561" y="1252539"/>
                  </a:lnTo>
                  <a:lnTo>
                    <a:pt x="2543187" y="1244994"/>
                  </a:lnTo>
                  <a:lnTo>
                    <a:pt x="2543814" y="1237439"/>
                  </a:lnTo>
                  <a:lnTo>
                    <a:pt x="2544440" y="1229885"/>
                  </a:lnTo>
                  <a:lnTo>
                    <a:pt x="2545067" y="1222356"/>
                  </a:lnTo>
                  <a:lnTo>
                    <a:pt x="2545694" y="1214867"/>
                  </a:lnTo>
                  <a:lnTo>
                    <a:pt x="2546320" y="1207411"/>
                  </a:lnTo>
                  <a:lnTo>
                    <a:pt x="2546947" y="1199969"/>
                  </a:lnTo>
                  <a:lnTo>
                    <a:pt x="2547573" y="1192553"/>
                  </a:lnTo>
                  <a:lnTo>
                    <a:pt x="2548200" y="1185191"/>
                  </a:lnTo>
                  <a:lnTo>
                    <a:pt x="2548826" y="1177905"/>
                  </a:lnTo>
                  <a:lnTo>
                    <a:pt x="2549453" y="1170722"/>
                  </a:lnTo>
                  <a:lnTo>
                    <a:pt x="2550079" y="1163687"/>
                  </a:lnTo>
                  <a:lnTo>
                    <a:pt x="2550706" y="1156788"/>
                  </a:lnTo>
                  <a:lnTo>
                    <a:pt x="2551333" y="1150049"/>
                  </a:lnTo>
                  <a:lnTo>
                    <a:pt x="2551959" y="1143513"/>
                  </a:lnTo>
                  <a:lnTo>
                    <a:pt x="2552586" y="1137210"/>
                  </a:lnTo>
                  <a:lnTo>
                    <a:pt x="2553212" y="1131148"/>
                  </a:lnTo>
                  <a:lnTo>
                    <a:pt x="2553839" y="1125327"/>
                  </a:lnTo>
                  <a:lnTo>
                    <a:pt x="2554465" y="1119743"/>
                  </a:lnTo>
                  <a:lnTo>
                    <a:pt x="2555092" y="1114398"/>
                  </a:lnTo>
                  <a:lnTo>
                    <a:pt x="2555718" y="1109312"/>
                  </a:lnTo>
                  <a:lnTo>
                    <a:pt x="2556345" y="1104504"/>
                  </a:lnTo>
                  <a:lnTo>
                    <a:pt x="2556972" y="1100007"/>
                  </a:lnTo>
                  <a:lnTo>
                    <a:pt x="2557598" y="1095804"/>
                  </a:lnTo>
                  <a:lnTo>
                    <a:pt x="2558225" y="1091897"/>
                  </a:lnTo>
                  <a:lnTo>
                    <a:pt x="2558851" y="1088306"/>
                  </a:lnTo>
                  <a:lnTo>
                    <a:pt x="2559478" y="1085029"/>
                  </a:lnTo>
                  <a:lnTo>
                    <a:pt x="2560104" y="1082081"/>
                  </a:lnTo>
                  <a:lnTo>
                    <a:pt x="2560731" y="1079495"/>
                  </a:lnTo>
                  <a:lnTo>
                    <a:pt x="2561357" y="1077295"/>
                  </a:lnTo>
                  <a:lnTo>
                    <a:pt x="2561984" y="1075485"/>
                  </a:lnTo>
                  <a:lnTo>
                    <a:pt x="2562611" y="1074062"/>
                  </a:lnTo>
                  <a:lnTo>
                    <a:pt x="2563237" y="1073019"/>
                  </a:lnTo>
                  <a:lnTo>
                    <a:pt x="2563864" y="1072323"/>
                  </a:lnTo>
                  <a:lnTo>
                    <a:pt x="2564490" y="1071948"/>
                  </a:lnTo>
                  <a:lnTo>
                    <a:pt x="2565117" y="1071893"/>
                  </a:lnTo>
                  <a:lnTo>
                    <a:pt x="2565743" y="1072154"/>
                  </a:lnTo>
                  <a:lnTo>
                    <a:pt x="2566370" y="1072691"/>
                  </a:lnTo>
                  <a:lnTo>
                    <a:pt x="2566996" y="1073508"/>
                  </a:lnTo>
                  <a:lnTo>
                    <a:pt x="2567623" y="1074610"/>
                  </a:lnTo>
                  <a:lnTo>
                    <a:pt x="2568250" y="1076010"/>
                  </a:lnTo>
                  <a:lnTo>
                    <a:pt x="2568876" y="1077706"/>
                  </a:lnTo>
                  <a:lnTo>
                    <a:pt x="2569503" y="1079682"/>
                  </a:lnTo>
                  <a:lnTo>
                    <a:pt x="2570129" y="1081880"/>
                  </a:lnTo>
                  <a:lnTo>
                    <a:pt x="2570756" y="1084233"/>
                  </a:lnTo>
                  <a:lnTo>
                    <a:pt x="2571382" y="1086725"/>
                  </a:lnTo>
                  <a:lnTo>
                    <a:pt x="2572009" y="1089381"/>
                  </a:lnTo>
                  <a:lnTo>
                    <a:pt x="2572635" y="1092210"/>
                  </a:lnTo>
                  <a:lnTo>
                    <a:pt x="2573262" y="1095211"/>
                  </a:lnTo>
                  <a:lnTo>
                    <a:pt x="2573889" y="1098382"/>
                  </a:lnTo>
                  <a:lnTo>
                    <a:pt x="2574515" y="1101702"/>
                  </a:lnTo>
                  <a:lnTo>
                    <a:pt x="2575142" y="1105165"/>
                  </a:lnTo>
                  <a:lnTo>
                    <a:pt x="2575768" y="1108785"/>
                  </a:lnTo>
                  <a:lnTo>
                    <a:pt x="2576395" y="1112504"/>
                  </a:lnTo>
                  <a:lnTo>
                    <a:pt x="2577021" y="1116253"/>
                  </a:lnTo>
                  <a:lnTo>
                    <a:pt x="2577648" y="1119975"/>
                  </a:lnTo>
                  <a:lnTo>
                    <a:pt x="2578274" y="1123682"/>
                  </a:lnTo>
                  <a:lnTo>
                    <a:pt x="2578901" y="1127404"/>
                  </a:lnTo>
                  <a:lnTo>
                    <a:pt x="2579528" y="1131166"/>
                  </a:lnTo>
                  <a:lnTo>
                    <a:pt x="2580154" y="1134985"/>
                  </a:lnTo>
                  <a:lnTo>
                    <a:pt x="2580781" y="1138847"/>
                  </a:lnTo>
                  <a:lnTo>
                    <a:pt x="2581407" y="1142707"/>
                  </a:lnTo>
                  <a:lnTo>
                    <a:pt x="2582034" y="1146550"/>
                  </a:lnTo>
                  <a:lnTo>
                    <a:pt x="2582660" y="1150380"/>
                  </a:lnTo>
                  <a:lnTo>
                    <a:pt x="2583287" y="1154187"/>
                  </a:lnTo>
                  <a:lnTo>
                    <a:pt x="2583913" y="1157967"/>
                  </a:lnTo>
                  <a:lnTo>
                    <a:pt x="2584540" y="1161687"/>
                  </a:lnTo>
                  <a:lnTo>
                    <a:pt x="2585167" y="1165346"/>
                  </a:lnTo>
                  <a:lnTo>
                    <a:pt x="2585793" y="1168963"/>
                  </a:lnTo>
                  <a:lnTo>
                    <a:pt x="2586420" y="1172575"/>
                  </a:lnTo>
                  <a:lnTo>
                    <a:pt x="2587046" y="1176189"/>
                  </a:lnTo>
                  <a:lnTo>
                    <a:pt x="2587673" y="1179782"/>
                  </a:lnTo>
                  <a:lnTo>
                    <a:pt x="2588299" y="1183302"/>
                  </a:lnTo>
                  <a:lnTo>
                    <a:pt x="2588926" y="1186712"/>
                  </a:lnTo>
                  <a:lnTo>
                    <a:pt x="2589552" y="1190017"/>
                  </a:lnTo>
                  <a:lnTo>
                    <a:pt x="2590179" y="1193213"/>
                  </a:lnTo>
                  <a:lnTo>
                    <a:pt x="2590806" y="1196315"/>
                  </a:lnTo>
                  <a:lnTo>
                    <a:pt x="2591432" y="1199345"/>
                  </a:lnTo>
                  <a:lnTo>
                    <a:pt x="2592059" y="1202324"/>
                  </a:lnTo>
                  <a:lnTo>
                    <a:pt x="2592685" y="1205247"/>
                  </a:lnTo>
                  <a:lnTo>
                    <a:pt x="2593312" y="1208086"/>
                  </a:lnTo>
                  <a:lnTo>
                    <a:pt x="2593938" y="1210858"/>
                  </a:lnTo>
                  <a:lnTo>
                    <a:pt x="2594565" y="1213540"/>
                  </a:lnTo>
                  <a:lnTo>
                    <a:pt x="2595191" y="1216150"/>
                  </a:lnTo>
                  <a:lnTo>
                    <a:pt x="2595818" y="1218723"/>
                  </a:lnTo>
                  <a:lnTo>
                    <a:pt x="2596445" y="1221255"/>
                  </a:lnTo>
                  <a:lnTo>
                    <a:pt x="2597071" y="1223736"/>
                  </a:lnTo>
                  <a:lnTo>
                    <a:pt x="2597698" y="1226164"/>
                  </a:lnTo>
                  <a:lnTo>
                    <a:pt x="2598324" y="1228573"/>
                  </a:lnTo>
                  <a:lnTo>
                    <a:pt x="2598951" y="1230962"/>
                  </a:lnTo>
                  <a:lnTo>
                    <a:pt x="2599577" y="1233304"/>
                  </a:lnTo>
                  <a:lnTo>
                    <a:pt x="2600204" y="1235579"/>
                  </a:lnTo>
                  <a:lnTo>
                    <a:pt x="2600830" y="1237754"/>
                  </a:lnTo>
                  <a:lnTo>
                    <a:pt x="2601457" y="1239788"/>
                  </a:lnTo>
                  <a:lnTo>
                    <a:pt x="2602084" y="1241700"/>
                  </a:lnTo>
                  <a:lnTo>
                    <a:pt x="2602710" y="1243533"/>
                  </a:lnTo>
                  <a:lnTo>
                    <a:pt x="2603337" y="1245278"/>
                  </a:lnTo>
                  <a:lnTo>
                    <a:pt x="2603963" y="1246913"/>
                  </a:lnTo>
                  <a:lnTo>
                    <a:pt x="2604590" y="1248422"/>
                  </a:lnTo>
                  <a:lnTo>
                    <a:pt x="2605216" y="1249797"/>
                  </a:lnTo>
                  <a:lnTo>
                    <a:pt x="2605843" y="1251044"/>
                  </a:lnTo>
                  <a:lnTo>
                    <a:pt x="2606469" y="1252195"/>
                  </a:lnTo>
                  <a:lnTo>
                    <a:pt x="2607096" y="1253253"/>
                  </a:lnTo>
                  <a:lnTo>
                    <a:pt x="2607723" y="1254204"/>
                  </a:lnTo>
                  <a:lnTo>
                    <a:pt x="2608349" y="1255075"/>
                  </a:lnTo>
                  <a:lnTo>
                    <a:pt x="2608976" y="1255909"/>
                  </a:lnTo>
                  <a:lnTo>
                    <a:pt x="2609602" y="1256757"/>
                  </a:lnTo>
                  <a:lnTo>
                    <a:pt x="2610229" y="1257600"/>
                  </a:lnTo>
                  <a:lnTo>
                    <a:pt x="2610855" y="1258417"/>
                  </a:lnTo>
                  <a:lnTo>
                    <a:pt x="2611482" y="1259189"/>
                  </a:lnTo>
                  <a:lnTo>
                    <a:pt x="2612108" y="1259905"/>
                  </a:lnTo>
                  <a:lnTo>
                    <a:pt x="2612735" y="1260586"/>
                  </a:lnTo>
                  <a:lnTo>
                    <a:pt x="2613362" y="1261290"/>
                  </a:lnTo>
                  <a:lnTo>
                    <a:pt x="2613988" y="1262016"/>
                  </a:lnTo>
                  <a:lnTo>
                    <a:pt x="2614615" y="1262786"/>
                  </a:lnTo>
                  <a:lnTo>
                    <a:pt x="2615241" y="1263568"/>
                  </a:lnTo>
                  <a:lnTo>
                    <a:pt x="2615868" y="1264354"/>
                  </a:lnTo>
                  <a:lnTo>
                    <a:pt x="2616494" y="1265156"/>
                  </a:lnTo>
                  <a:lnTo>
                    <a:pt x="2617121" y="1265961"/>
                  </a:lnTo>
                  <a:lnTo>
                    <a:pt x="2617747" y="1266751"/>
                  </a:lnTo>
                  <a:lnTo>
                    <a:pt x="2618374" y="1267499"/>
                  </a:lnTo>
                  <a:lnTo>
                    <a:pt x="2619000" y="1268184"/>
                  </a:lnTo>
                  <a:lnTo>
                    <a:pt x="2619627" y="1268821"/>
                  </a:lnTo>
                  <a:lnTo>
                    <a:pt x="2620254" y="1269434"/>
                  </a:lnTo>
                  <a:lnTo>
                    <a:pt x="2620880" y="1270019"/>
                  </a:lnTo>
                  <a:lnTo>
                    <a:pt x="2621507" y="1270570"/>
                  </a:lnTo>
                  <a:lnTo>
                    <a:pt x="2622133" y="1271102"/>
                  </a:lnTo>
                  <a:lnTo>
                    <a:pt x="2622760" y="1271591"/>
                  </a:lnTo>
                  <a:lnTo>
                    <a:pt x="2623386" y="1272019"/>
                  </a:lnTo>
                  <a:lnTo>
                    <a:pt x="2624013" y="1272332"/>
                  </a:lnTo>
                  <a:lnTo>
                    <a:pt x="2624639" y="1272542"/>
                  </a:lnTo>
                  <a:lnTo>
                    <a:pt x="2625266" y="1272654"/>
                  </a:lnTo>
                  <a:lnTo>
                    <a:pt x="2625893" y="1272649"/>
                  </a:lnTo>
                  <a:lnTo>
                    <a:pt x="2626519" y="1272576"/>
                  </a:lnTo>
                  <a:lnTo>
                    <a:pt x="2627146" y="1272469"/>
                  </a:lnTo>
                  <a:lnTo>
                    <a:pt x="2627772" y="1272322"/>
                  </a:lnTo>
                  <a:lnTo>
                    <a:pt x="2628399" y="1272192"/>
                  </a:lnTo>
                  <a:lnTo>
                    <a:pt x="2629025" y="1272088"/>
                  </a:lnTo>
                  <a:lnTo>
                    <a:pt x="2629652" y="1272008"/>
                  </a:lnTo>
                  <a:lnTo>
                    <a:pt x="2630278" y="1271938"/>
                  </a:lnTo>
                  <a:lnTo>
                    <a:pt x="2630905" y="1271881"/>
                  </a:lnTo>
                  <a:lnTo>
                    <a:pt x="2631532" y="1271829"/>
                  </a:lnTo>
                  <a:lnTo>
                    <a:pt x="2632158" y="1271799"/>
                  </a:lnTo>
                  <a:lnTo>
                    <a:pt x="2632785" y="1271837"/>
                  </a:lnTo>
                  <a:lnTo>
                    <a:pt x="2633411" y="1272025"/>
                  </a:lnTo>
                  <a:lnTo>
                    <a:pt x="2634038" y="1272412"/>
                  </a:lnTo>
                  <a:lnTo>
                    <a:pt x="2634664" y="1272997"/>
                  </a:lnTo>
                  <a:lnTo>
                    <a:pt x="2635291" y="1273770"/>
                  </a:lnTo>
                  <a:lnTo>
                    <a:pt x="2635917" y="1274682"/>
                  </a:lnTo>
                  <a:lnTo>
                    <a:pt x="2636544" y="1275780"/>
                  </a:lnTo>
                  <a:lnTo>
                    <a:pt x="2637171" y="1277046"/>
                  </a:lnTo>
                  <a:lnTo>
                    <a:pt x="2637797" y="1278451"/>
                  </a:lnTo>
                  <a:lnTo>
                    <a:pt x="2638424" y="1279949"/>
                  </a:lnTo>
                  <a:lnTo>
                    <a:pt x="2639050" y="1281578"/>
                  </a:lnTo>
                  <a:lnTo>
                    <a:pt x="2639677" y="1283369"/>
                  </a:lnTo>
                  <a:lnTo>
                    <a:pt x="2640303" y="1285345"/>
                  </a:lnTo>
                  <a:lnTo>
                    <a:pt x="2640930" y="1287495"/>
                  </a:lnTo>
                  <a:lnTo>
                    <a:pt x="2641556" y="1289801"/>
                  </a:lnTo>
                  <a:lnTo>
                    <a:pt x="2642183" y="1292245"/>
                  </a:lnTo>
                  <a:lnTo>
                    <a:pt x="2642810" y="1294802"/>
                  </a:lnTo>
                  <a:lnTo>
                    <a:pt x="2643436" y="1297453"/>
                  </a:lnTo>
                  <a:lnTo>
                    <a:pt x="2644063" y="1300223"/>
                  </a:lnTo>
                  <a:lnTo>
                    <a:pt x="2644689" y="1303097"/>
                  </a:lnTo>
                  <a:lnTo>
                    <a:pt x="2645316" y="1306075"/>
                  </a:lnTo>
                  <a:lnTo>
                    <a:pt x="2645942" y="1309137"/>
                  </a:lnTo>
                  <a:lnTo>
                    <a:pt x="2646569" y="1312247"/>
                  </a:lnTo>
                  <a:lnTo>
                    <a:pt x="2647195" y="1315431"/>
                  </a:lnTo>
                  <a:lnTo>
                    <a:pt x="2647822" y="1318701"/>
                  </a:lnTo>
                  <a:lnTo>
                    <a:pt x="2648449" y="1322024"/>
                  </a:lnTo>
                  <a:lnTo>
                    <a:pt x="2649075" y="1325372"/>
                  </a:lnTo>
                  <a:lnTo>
                    <a:pt x="2649702" y="1328705"/>
                  </a:lnTo>
                  <a:lnTo>
                    <a:pt x="2650328" y="1332039"/>
                  </a:lnTo>
                  <a:lnTo>
                    <a:pt x="2650955" y="1335399"/>
                  </a:lnTo>
                  <a:lnTo>
                    <a:pt x="2651581" y="1338791"/>
                  </a:lnTo>
                  <a:lnTo>
                    <a:pt x="2652208" y="1342214"/>
                  </a:lnTo>
                  <a:lnTo>
                    <a:pt x="2652834" y="1345700"/>
                  </a:lnTo>
                  <a:lnTo>
                    <a:pt x="2653461" y="1349217"/>
                  </a:lnTo>
                  <a:lnTo>
                    <a:pt x="2654088" y="1352759"/>
                  </a:lnTo>
                  <a:lnTo>
                    <a:pt x="2654714" y="1356305"/>
                  </a:lnTo>
                  <a:lnTo>
                    <a:pt x="2655341" y="1359864"/>
                  </a:lnTo>
                  <a:lnTo>
                    <a:pt x="2655967" y="1363470"/>
                  </a:lnTo>
                  <a:lnTo>
                    <a:pt x="2656594" y="1367084"/>
                  </a:lnTo>
                  <a:lnTo>
                    <a:pt x="2657220" y="1370720"/>
                  </a:lnTo>
                  <a:lnTo>
                    <a:pt x="2657847" y="1374375"/>
                  </a:lnTo>
                  <a:lnTo>
                    <a:pt x="2658473" y="1377986"/>
                  </a:lnTo>
                  <a:lnTo>
                    <a:pt x="2659100" y="1381515"/>
                  </a:lnTo>
                  <a:lnTo>
                    <a:pt x="2659727" y="1384953"/>
                  </a:lnTo>
                  <a:lnTo>
                    <a:pt x="2660353" y="1388282"/>
                  </a:lnTo>
                  <a:lnTo>
                    <a:pt x="2660980" y="1391494"/>
                  </a:lnTo>
                  <a:lnTo>
                    <a:pt x="2661606" y="1394570"/>
                  </a:lnTo>
                  <a:lnTo>
                    <a:pt x="2662233" y="1397519"/>
                  </a:lnTo>
                  <a:lnTo>
                    <a:pt x="2662859" y="1400378"/>
                  </a:lnTo>
                  <a:lnTo>
                    <a:pt x="2663486" y="1403170"/>
                  </a:lnTo>
                  <a:lnTo>
                    <a:pt x="2664112" y="1405940"/>
                  </a:lnTo>
                  <a:lnTo>
                    <a:pt x="2664739" y="1408677"/>
                  </a:lnTo>
                  <a:lnTo>
                    <a:pt x="2665366" y="1411351"/>
                  </a:lnTo>
                  <a:lnTo>
                    <a:pt x="2665992" y="1413958"/>
                  </a:lnTo>
                  <a:lnTo>
                    <a:pt x="2666619" y="1416513"/>
                  </a:lnTo>
                  <a:lnTo>
                    <a:pt x="2667245" y="1419049"/>
                  </a:lnTo>
                  <a:lnTo>
                    <a:pt x="2667872" y="1421636"/>
                  </a:lnTo>
                  <a:lnTo>
                    <a:pt x="2668498" y="1424234"/>
                  </a:lnTo>
                  <a:lnTo>
                    <a:pt x="2669125" y="1426866"/>
                  </a:lnTo>
                  <a:lnTo>
                    <a:pt x="2669751" y="1429539"/>
                  </a:lnTo>
                  <a:lnTo>
                    <a:pt x="2670378" y="1432305"/>
                  </a:lnTo>
                  <a:lnTo>
                    <a:pt x="2671005" y="1435154"/>
                  </a:lnTo>
                  <a:lnTo>
                    <a:pt x="2671631" y="1438075"/>
                  </a:lnTo>
                  <a:lnTo>
                    <a:pt x="2672258" y="1441040"/>
                  </a:lnTo>
                  <a:lnTo>
                    <a:pt x="2672884" y="1444060"/>
                  </a:lnTo>
                  <a:lnTo>
                    <a:pt x="2673511" y="1447119"/>
                  </a:lnTo>
                  <a:lnTo>
                    <a:pt x="2674137" y="1450221"/>
                  </a:lnTo>
                  <a:lnTo>
                    <a:pt x="2674764" y="1453362"/>
                  </a:lnTo>
                  <a:lnTo>
                    <a:pt x="2675390" y="1456511"/>
                  </a:lnTo>
                  <a:lnTo>
                    <a:pt x="2676017" y="1459589"/>
                  </a:lnTo>
                  <a:lnTo>
                    <a:pt x="2676644" y="1462565"/>
                  </a:lnTo>
                  <a:lnTo>
                    <a:pt x="2677270" y="1465419"/>
                  </a:lnTo>
                  <a:lnTo>
                    <a:pt x="2677897" y="1468184"/>
                  </a:lnTo>
                  <a:lnTo>
                    <a:pt x="2678523" y="1470860"/>
                  </a:lnTo>
                  <a:lnTo>
                    <a:pt x="2679150" y="1473444"/>
                  </a:lnTo>
                  <a:lnTo>
                    <a:pt x="2679776" y="1475921"/>
                  </a:lnTo>
                  <a:lnTo>
                    <a:pt x="2680403" y="1478313"/>
                  </a:lnTo>
                  <a:lnTo>
                    <a:pt x="2681029" y="1480644"/>
                  </a:lnTo>
                  <a:lnTo>
                    <a:pt x="2681656" y="1482942"/>
                  </a:lnTo>
                  <a:lnTo>
                    <a:pt x="2682283" y="1485188"/>
                  </a:lnTo>
                  <a:lnTo>
                    <a:pt x="2682909" y="1487367"/>
                  </a:lnTo>
                  <a:lnTo>
                    <a:pt x="2683536" y="1489442"/>
                  </a:lnTo>
                  <a:lnTo>
                    <a:pt x="2684162" y="1491409"/>
                  </a:lnTo>
                  <a:lnTo>
                    <a:pt x="2684789" y="1493240"/>
                  </a:lnTo>
                  <a:lnTo>
                    <a:pt x="2685415" y="1494967"/>
                  </a:lnTo>
                  <a:lnTo>
                    <a:pt x="2686042" y="1496603"/>
                  </a:lnTo>
                  <a:lnTo>
                    <a:pt x="2686668" y="1498172"/>
                  </a:lnTo>
                  <a:lnTo>
                    <a:pt x="2687295" y="1499638"/>
                  </a:lnTo>
                  <a:lnTo>
                    <a:pt x="2687922" y="1500972"/>
                  </a:lnTo>
                  <a:lnTo>
                    <a:pt x="2688548" y="1502196"/>
                  </a:lnTo>
                  <a:lnTo>
                    <a:pt x="2689175" y="1503283"/>
                  </a:lnTo>
                  <a:lnTo>
                    <a:pt x="2689801" y="1504220"/>
                  </a:lnTo>
                  <a:lnTo>
                    <a:pt x="2690428" y="1505018"/>
                  </a:lnTo>
                  <a:lnTo>
                    <a:pt x="2691054" y="1505635"/>
                  </a:lnTo>
                  <a:lnTo>
                    <a:pt x="2691681" y="1506097"/>
                  </a:lnTo>
                  <a:lnTo>
                    <a:pt x="2692307" y="1506412"/>
                  </a:lnTo>
                  <a:lnTo>
                    <a:pt x="2692934" y="1506622"/>
                  </a:lnTo>
                  <a:lnTo>
                    <a:pt x="2693561" y="1506749"/>
                  </a:lnTo>
                  <a:lnTo>
                    <a:pt x="2694187" y="1506808"/>
                  </a:lnTo>
                  <a:lnTo>
                    <a:pt x="2694814" y="1506759"/>
                  </a:lnTo>
                  <a:lnTo>
                    <a:pt x="2695440" y="1506589"/>
                  </a:lnTo>
                  <a:lnTo>
                    <a:pt x="2696067" y="1506234"/>
                  </a:lnTo>
                  <a:lnTo>
                    <a:pt x="2696693" y="1505664"/>
                  </a:lnTo>
                  <a:lnTo>
                    <a:pt x="2697320" y="1504887"/>
                  </a:lnTo>
                  <a:lnTo>
                    <a:pt x="2697946" y="1503911"/>
                  </a:lnTo>
                  <a:lnTo>
                    <a:pt x="2698573" y="1502786"/>
                  </a:lnTo>
                  <a:lnTo>
                    <a:pt x="2699200" y="1501456"/>
                  </a:lnTo>
                  <a:lnTo>
                    <a:pt x="2699826" y="1499969"/>
                  </a:lnTo>
                  <a:lnTo>
                    <a:pt x="2700453" y="1498357"/>
                  </a:lnTo>
                  <a:lnTo>
                    <a:pt x="2701079" y="1496647"/>
                  </a:lnTo>
                  <a:lnTo>
                    <a:pt x="2701706" y="1494845"/>
                  </a:lnTo>
                  <a:lnTo>
                    <a:pt x="2702332" y="1492929"/>
                  </a:lnTo>
                  <a:lnTo>
                    <a:pt x="2702959" y="1490904"/>
                  </a:lnTo>
                  <a:lnTo>
                    <a:pt x="2703585" y="1488759"/>
                  </a:lnTo>
                  <a:lnTo>
                    <a:pt x="2704212" y="1486517"/>
                  </a:lnTo>
                  <a:lnTo>
                    <a:pt x="2704839" y="1484178"/>
                  </a:lnTo>
                  <a:lnTo>
                    <a:pt x="2705465" y="1481774"/>
                  </a:lnTo>
                  <a:lnTo>
                    <a:pt x="2706092" y="1479327"/>
                  </a:lnTo>
                  <a:lnTo>
                    <a:pt x="2706718" y="1476856"/>
                  </a:lnTo>
                  <a:lnTo>
                    <a:pt x="2707345" y="1474405"/>
                  </a:lnTo>
                  <a:lnTo>
                    <a:pt x="2707971" y="1472010"/>
                  </a:lnTo>
                  <a:lnTo>
                    <a:pt x="2708598" y="1469732"/>
                  </a:lnTo>
                  <a:lnTo>
                    <a:pt x="2709224" y="1467563"/>
                  </a:lnTo>
                  <a:lnTo>
                    <a:pt x="2709851" y="1465501"/>
                  </a:lnTo>
                  <a:lnTo>
                    <a:pt x="2710478" y="1463538"/>
                  </a:lnTo>
                  <a:lnTo>
                    <a:pt x="2711104" y="1461682"/>
                  </a:lnTo>
                  <a:lnTo>
                    <a:pt x="2711731" y="1459947"/>
                  </a:lnTo>
                  <a:lnTo>
                    <a:pt x="2712357" y="1458356"/>
                  </a:lnTo>
                  <a:lnTo>
                    <a:pt x="2712984" y="1456914"/>
                  </a:lnTo>
                  <a:lnTo>
                    <a:pt x="2713610" y="1455616"/>
                  </a:lnTo>
                  <a:lnTo>
                    <a:pt x="2714237" y="1454447"/>
                  </a:lnTo>
                  <a:lnTo>
                    <a:pt x="2714863" y="1453397"/>
                  </a:lnTo>
                  <a:lnTo>
                    <a:pt x="2715490" y="1452444"/>
                  </a:lnTo>
                  <a:lnTo>
                    <a:pt x="2716117" y="1451594"/>
                  </a:lnTo>
                  <a:lnTo>
                    <a:pt x="2716743" y="1450821"/>
                  </a:lnTo>
                  <a:lnTo>
                    <a:pt x="2717370" y="1450115"/>
                  </a:lnTo>
                  <a:lnTo>
                    <a:pt x="2717996" y="1449426"/>
                  </a:lnTo>
                  <a:lnTo>
                    <a:pt x="2718623" y="1448737"/>
                  </a:lnTo>
                  <a:lnTo>
                    <a:pt x="2719249" y="1448065"/>
                  </a:lnTo>
                  <a:lnTo>
                    <a:pt x="2719876" y="1447415"/>
                  </a:lnTo>
                  <a:lnTo>
                    <a:pt x="2720502" y="1446759"/>
                  </a:lnTo>
                  <a:lnTo>
                    <a:pt x="2721129" y="1446137"/>
                  </a:lnTo>
                  <a:lnTo>
                    <a:pt x="2721756" y="1445578"/>
                  </a:lnTo>
                  <a:lnTo>
                    <a:pt x="2722382" y="1445107"/>
                  </a:lnTo>
                  <a:lnTo>
                    <a:pt x="2723009" y="1444746"/>
                  </a:lnTo>
                  <a:lnTo>
                    <a:pt x="2723635" y="1444449"/>
                  </a:lnTo>
                  <a:lnTo>
                    <a:pt x="2724262" y="1444238"/>
                  </a:lnTo>
                  <a:lnTo>
                    <a:pt x="2724888" y="1444086"/>
                  </a:lnTo>
                  <a:lnTo>
                    <a:pt x="2725515" y="1443960"/>
                  </a:lnTo>
                  <a:lnTo>
                    <a:pt x="2726141" y="1443864"/>
                  </a:lnTo>
                  <a:lnTo>
                    <a:pt x="2726768" y="1443776"/>
                  </a:lnTo>
                  <a:lnTo>
                    <a:pt x="2727395" y="1443719"/>
                  </a:lnTo>
                  <a:lnTo>
                    <a:pt x="2728021" y="1443714"/>
                  </a:lnTo>
                  <a:lnTo>
                    <a:pt x="2728648" y="1443779"/>
                  </a:lnTo>
                  <a:lnTo>
                    <a:pt x="2729274" y="1443892"/>
                  </a:lnTo>
                  <a:lnTo>
                    <a:pt x="2729901" y="1444026"/>
                  </a:lnTo>
                  <a:lnTo>
                    <a:pt x="2730527" y="1444115"/>
                  </a:lnTo>
                  <a:lnTo>
                    <a:pt x="2731154" y="1444215"/>
                  </a:lnTo>
                  <a:lnTo>
                    <a:pt x="2731780" y="1444276"/>
                  </a:lnTo>
                  <a:lnTo>
                    <a:pt x="2732407" y="1444292"/>
                  </a:lnTo>
                  <a:lnTo>
                    <a:pt x="2733034" y="1444254"/>
                  </a:lnTo>
                  <a:lnTo>
                    <a:pt x="2733660" y="1444140"/>
                  </a:lnTo>
                  <a:lnTo>
                    <a:pt x="2734287" y="1443939"/>
                  </a:lnTo>
                  <a:lnTo>
                    <a:pt x="2734913" y="1443625"/>
                  </a:lnTo>
                  <a:lnTo>
                    <a:pt x="2735540" y="1443181"/>
                  </a:lnTo>
                  <a:lnTo>
                    <a:pt x="2736166" y="1442605"/>
                  </a:lnTo>
                  <a:lnTo>
                    <a:pt x="2736793" y="1441892"/>
                  </a:lnTo>
                  <a:lnTo>
                    <a:pt x="2737419" y="1441046"/>
                  </a:lnTo>
                  <a:lnTo>
                    <a:pt x="2738046" y="1440065"/>
                  </a:lnTo>
                  <a:lnTo>
                    <a:pt x="2738673" y="1439002"/>
                  </a:lnTo>
                  <a:lnTo>
                    <a:pt x="2739299" y="1437856"/>
                  </a:lnTo>
                  <a:lnTo>
                    <a:pt x="2739926" y="1436625"/>
                  </a:lnTo>
                  <a:lnTo>
                    <a:pt x="2740552" y="1435267"/>
                  </a:lnTo>
                  <a:lnTo>
                    <a:pt x="2741179" y="1433767"/>
                  </a:lnTo>
                  <a:lnTo>
                    <a:pt x="2741805" y="1432114"/>
                  </a:lnTo>
                  <a:lnTo>
                    <a:pt x="2742432" y="1430319"/>
                  </a:lnTo>
                  <a:lnTo>
                    <a:pt x="2743058" y="1428351"/>
                  </a:lnTo>
                  <a:lnTo>
                    <a:pt x="2743685" y="1426196"/>
                  </a:lnTo>
                  <a:lnTo>
                    <a:pt x="2744312" y="1423843"/>
                  </a:lnTo>
                  <a:lnTo>
                    <a:pt x="2744938" y="1421289"/>
                  </a:lnTo>
                  <a:lnTo>
                    <a:pt x="2745565" y="1418548"/>
                  </a:lnTo>
                  <a:lnTo>
                    <a:pt x="2746191" y="1415671"/>
                  </a:lnTo>
                  <a:lnTo>
                    <a:pt x="2746818" y="1412653"/>
                  </a:lnTo>
                  <a:lnTo>
                    <a:pt x="2747444" y="1409525"/>
                  </a:lnTo>
                  <a:lnTo>
                    <a:pt x="2748071" y="1406271"/>
                  </a:lnTo>
                  <a:lnTo>
                    <a:pt x="2748697" y="1402886"/>
                  </a:lnTo>
                  <a:lnTo>
                    <a:pt x="2749324" y="1399383"/>
                  </a:lnTo>
                  <a:lnTo>
                    <a:pt x="2749951" y="1395777"/>
                  </a:lnTo>
                  <a:lnTo>
                    <a:pt x="2750577" y="1392108"/>
                  </a:lnTo>
                  <a:lnTo>
                    <a:pt x="2751204" y="1388378"/>
                  </a:lnTo>
                  <a:lnTo>
                    <a:pt x="2751830" y="1384612"/>
                  </a:lnTo>
                  <a:lnTo>
                    <a:pt x="2752457" y="1380857"/>
                  </a:lnTo>
                  <a:lnTo>
                    <a:pt x="2753083" y="1377106"/>
                  </a:lnTo>
                  <a:lnTo>
                    <a:pt x="2753710" y="1373374"/>
                  </a:lnTo>
                  <a:lnTo>
                    <a:pt x="2754336" y="1369661"/>
                  </a:lnTo>
                  <a:lnTo>
                    <a:pt x="2754963" y="1365974"/>
                  </a:lnTo>
                  <a:lnTo>
                    <a:pt x="2755590" y="1362323"/>
                  </a:lnTo>
                  <a:lnTo>
                    <a:pt x="2756216" y="1358698"/>
                  </a:lnTo>
                  <a:lnTo>
                    <a:pt x="2756843" y="1355112"/>
                  </a:lnTo>
                  <a:lnTo>
                    <a:pt x="2757469" y="1351618"/>
                  </a:lnTo>
                  <a:lnTo>
                    <a:pt x="2758096" y="1348239"/>
                  </a:lnTo>
                  <a:lnTo>
                    <a:pt x="2758722" y="1344995"/>
                  </a:lnTo>
                  <a:lnTo>
                    <a:pt x="2759349" y="1341884"/>
                  </a:lnTo>
                  <a:lnTo>
                    <a:pt x="2759975" y="1338881"/>
                  </a:lnTo>
                  <a:lnTo>
                    <a:pt x="2760602" y="1335992"/>
                  </a:lnTo>
                  <a:lnTo>
                    <a:pt x="2761229" y="1333205"/>
                  </a:lnTo>
                  <a:lnTo>
                    <a:pt x="2761855" y="1330517"/>
                  </a:lnTo>
                  <a:lnTo>
                    <a:pt x="2762482" y="1327899"/>
                  </a:lnTo>
                  <a:lnTo>
                    <a:pt x="2763108" y="1325331"/>
                  </a:lnTo>
                  <a:lnTo>
                    <a:pt x="2763735" y="1322799"/>
                  </a:lnTo>
                  <a:lnTo>
                    <a:pt x="2764361" y="1320289"/>
                  </a:lnTo>
                  <a:lnTo>
                    <a:pt x="2764988" y="1317779"/>
                  </a:lnTo>
                  <a:lnTo>
                    <a:pt x="2765614" y="1315272"/>
                  </a:lnTo>
                  <a:lnTo>
                    <a:pt x="2766241" y="1312777"/>
                  </a:lnTo>
                  <a:lnTo>
                    <a:pt x="2766868" y="1310291"/>
                  </a:lnTo>
                  <a:lnTo>
                    <a:pt x="2767494" y="1307821"/>
                  </a:lnTo>
                  <a:lnTo>
                    <a:pt x="2768121" y="1305357"/>
                  </a:lnTo>
                  <a:lnTo>
                    <a:pt x="2768747" y="1302930"/>
                  </a:lnTo>
                  <a:lnTo>
                    <a:pt x="2769374" y="1300529"/>
                  </a:lnTo>
                  <a:lnTo>
                    <a:pt x="2770000" y="1298133"/>
                  </a:lnTo>
                  <a:lnTo>
                    <a:pt x="2770627" y="1295708"/>
                  </a:lnTo>
                  <a:lnTo>
                    <a:pt x="2771253" y="1293239"/>
                  </a:lnTo>
                  <a:lnTo>
                    <a:pt x="2771880" y="1290760"/>
                  </a:lnTo>
                  <a:lnTo>
                    <a:pt x="2772507" y="1288298"/>
                  </a:lnTo>
                  <a:lnTo>
                    <a:pt x="2773133" y="1285854"/>
                  </a:lnTo>
                  <a:lnTo>
                    <a:pt x="2773760" y="1283390"/>
                  </a:lnTo>
                  <a:lnTo>
                    <a:pt x="2774386" y="1280906"/>
                  </a:lnTo>
                  <a:lnTo>
                    <a:pt x="2775013" y="1278418"/>
                  </a:lnTo>
                  <a:lnTo>
                    <a:pt x="2775639" y="1275896"/>
                  </a:lnTo>
                  <a:lnTo>
                    <a:pt x="2776266" y="1273301"/>
                  </a:lnTo>
                  <a:lnTo>
                    <a:pt x="2776892" y="1270641"/>
                  </a:lnTo>
                  <a:lnTo>
                    <a:pt x="2777519" y="1267918"/>
                  </a:lnTo>
                  <a:lnTo>
                    <a:pt x="2778146" y="1265125"/>
                  </a:lnTo>
                  <a:lnTo>
                    <a:pt x="2778772" y="1262277"/>
                  </a:lnTo>
                  <a:lnTo>
                    <a:pt x="2779399" y="1259398"/>
                  </a:lnTo>
                  <a:lnTo>
                    <a:pt x="2780025" y="1256485"/>
                  </a:lnTo>
                  <a:lnTo>
                    <a:pt x="2780652" y="1253569"/>
                  </a:lnTo>
                  <a:lnTo>
                    <a:pt x="2781278" y="1250642"/>
                  </a:lnTo>
                  <a:lnTo>
                    <a:pt x="2781905" y="1247720"/>
                  </a:lnTo>
                  <a:lnTo>
                    <a:pt x="2782531" y="1244791"/>
                  </a:lnTo>
                  <a:lnTo>
                    <a:pt x="2783158" y="1241892"/>
                  </a:lnTo>
                  <a:lnTo>
                    <a:pt x="2783785" y="1238991"/>
                  </a:lnTo>
                  <a:lnTo>
                    <a:pt x="2784411" y="1236077"/>
                  </a:lnTo>
                  <a:lnTo>
                    <a:pt x="2785038" y="1233156"/>
                  </a:lnTo>
                  <a:lnTo>
                    <a:pt x="2785664" y="1230229"/>
                  </a:lnTo>
                  <a:lnTo>
                    <a:pt x="2786291" y="1227298"/>
                  </a:lnTo>
                  <a:lnTo>
                    <a:pt x="2786917" y="1224360"/>
                  </a:lnTo>
                  <a:lnTo>
                    <a:pt x="2787544" y="1221420"/>
                  </a:lnTo>
                  <a:lnTo>
                    <a:pt x="2788170" y="1218455"/>
                  </a:lnTo>
                  <a:lnTo>
                    <a:pt x="2788797" y="1215427"/>
                  </a:lnTo>
                  <a:lnTo>
                    <a:pt x="2789424" y="1212330"/>
                  </a:lnTo>
                  <a:lnTo>
                    <a:pt x="2790050" y="1209125"/>
                  </a:lnTo>
                  <a:lnTo>
                    <a:pt x="2790677" y="1205815"/>
                  </a:lnTo>
                  <a:lnTo>
                    <a:pt x="2791303" y="1202370"/>
                  </a:lnTo>
                  <a:lnTo>
                    <a:pt x="2791930" y="1198818"/>
                  </a:lnTo>
                  <a:lnTo>
                    <a:pt x="2792556" y="1195152"/>
                  </a:lnTo>
                  <a:lnTo>
                    <a:pt x="2793183" y="1191415"/>
                  </a:lnTo>
                  <a:lnTo>
                    <a:pt x="2793809" y="1187589"/>
                  </a:lnTo>
                  <a:lnTo>
                    <a:pt x="2794436" y="1183691"/>
                  </a:lnTo>
                  <a:lnTo>
                    <a:pt x="2795063" y="1179729"/>
                  </a:lnTo>
                  <a:lnTo>
                    <a:pt x="2795689" y="1175694"/>
                  </a:lnTo>
                  <a:lnTo>
                    <a:pt x="2796316" y="1171582"/>
                  </a:lnTo>
                  <a:lnTo>
                    <a:pt x="2796942" y="1167396"/>
                  </a:lnTo>
                  <a:lnTo>
                    <a:pt x="2797569" y="1163152"/>
                  </a:lnTo>
                  <a:lnTo>
                    <a:pt x="2798195" y="1158873"/>
                  </a:lnTo>
                  <a:lnTo>
                    <a:pt x="2798822" y="1154572"/>
                  </a:lnTo>
                  <a:lnTo>
                    <a:pt x="2799448" y="1150258"/>
                  </a:lnTo>
                  <a:lnTo>
                    <a:pt x="2800075" y="1145920"/>
                  </a:lnTo>
                  <a:lnTo>
                    <a:pt x="2800702" y="1141529"/>
                  </a:lnTo>
                  <a:lnTo>
                    <a:pt x="2801328" y="1137041"/>
                  </a:lnTo>
                  <a:lnTo>
                    <a:pt x="2801955" y="1132473"/>
                  </a:lnTo>
                  <a:lnTo>
                    <a:pt x="2802581" y="1127815"/>
                  </a:lnTo>
                  <a:lnTo>
                    <a:pt x="2803208" y="1123092"/>
                  </a:lnTo>
                  <a:lnTo>
                    <a:pt x="2803834" y="1118308"/>
                  </a:lnTo>
                  <a:lnTo>
                    <a:pt x="2804461" y="1113445"/>
                  </a:lnTo>
                  <a:lnTo>
                    <a:pt x="2805087" y="1108529"/>
                  </a:lnTo>
                  <a:lnTo>
                    <a:pt x="2805714" y="1103623"/>
                  </a:lnTo>
                  <a:lnTo>
                    <a:pt x="2806341" y="1098725"/>
                  </a:lnTo>
                  <a:lnTo>
                    <a:pt x="2806967" y="1093852"/>
                  </a:lnTo>
                  <a:lnTo>
                    <a:pt x="2807594" y="1089035"/>
                  </a:lnTo>
                  <a:lnTo>
                    <a:pt x="2808220" y="1084277"/>
                  </a:lnTo>
                  <a:lnTo>
                    <a:pt x="2808847" y="1079575"/>
                  </a:lnTo>
                  <a:lnTo>
                    <a:pt x="2809473" y="1074945"/>
                  </a:lnTo>
                  <a:lnTo>
                    <a:pt x="2810100" y="1070391"/>
                  </a:lnTo>
                  <a:lnTo>
                    <a:pt x="2810726" y="1065940"/>
                  </a:lnTo>
                  <a:lnTo>
                    <a:pt x="2811353" y="1061580"/>
                  </a:lnTo>
                  <a:lnTo>
                    <a:pt x="2811980" y="1057324"/>
                  </a:lnTo>
                  <a:lnTo>
                    <a:pt x="2812606" y="1053195"/>
                  </a:lnTo>
                  <a:lnTo>
                    <a:pt x="2813233" y="1049184"/>
                  </a:lnTo>
                  <a:lnTo>
                    <a:pt x="2813859" y="1045353"/>
                  </a:lnTo>
                  <a:lnTo>
                    <a:pt x="2814486" y="1041678"/>
                  </a:lnTo>
                  <a:lnTo>
                    <a:pt x="2815112" y="1038084"/>
                  </a:lnTo>
                  <a:lnTo>
                    <a:pt x="2815739" y="1034586"/>
                  </a:lnTo>
                  <a:lnTo>
                    <a:pt x="2816365" y="1031179"/>
                  </a:lnTo>
                  <a:lnTo>
                    <a:pt x="2816992" y="1027843"/>
                  </a:lnTo>
                  <a:lnTo>
                    <a:pt x="2817619" y="1024542"/>
                  </a:lnTo>
                  <a:lnTo>
                    <a:pt x="2818245" y="1021260"/>
                  </a:lnTo>
                  <a:lnTo>
                    <a:pt x="2818872" y="1017987"/>
                  </a:lnTo>
                  <a:lnTo>
                    <a:pt x="2819498" y="1014711"/>
                  </a:lnTo>
                  <a:lnTo>
                    <a:pt x="2820125" y="1011413"/>
                  </a:lnTo>
                  <a:lnTo>
                    <a:pt x="2820751" y="1008081"/>
                  </a:lnTo>
                  <a:lnTo>
                    <a:pt x="2821378" y="1004697"/>
                  </a:lnTo>
                  <a:lnTo>
                    <a:pt x="2822004" y="1001255"/>
                  </a:lnTo>
                  <a:lnTo>
                    <a:pt x="2822631" y="997754"/>
                  </a:lnTo>
                  <a:lnTo>
                    <a:pt x="2823258" y="994176"/>
                  </a:lnTo>
                  <a:lnTo>
                    <a:pt x="2823884" y="990528"/>
                  </a:lnTo>
                  <a:lnTo>
                    <a:pt x="2824511" y="986839"/>
                  </a:lnTo>
                  <a:lnTo>
                    <a:pt x="2825137" y="983114"/>
                  </a:lnTo>
                  <a:lnTo>
                    <a:pt x="2825764" y="979334"/>
                  </a:lnTo>
                  <a:lnTo>
                    <a:pt x="2826390" y="975514"/>
                  </a:lnTo>
                  <a:lnTo>
                    <a:pt x="2827017" y="971655"/>
                  </a:lnTo>
                  <a:lnTo>
                    <a:pt x="2827643" y="967824"/>
                  </a:lnTo>
                  <a:lnTo>
                    <a:pt x="2828270" y="964002"/>
                  </a:lnTo>
                  <a:lnTo>
                    <a:pt x="2828897" y="960173"/>
                  </a:lnTo>
                  <a:lnTo>
                    <a:pt x="2829523" y="956329"/>
                  </a:lnTo>
                  <a:lnTo>
                    <a:pt x="2830150" y="952455"/>
                  </a:lnTo>
                  <a:lnTo>
                    <a:pt x="2830776" y="948558"/>
                  </a:lnTo>
                  <a:lnTo>
                    <a:pt x="2831403" y="944603"/>
                  </a:lnTo>
                  <a:lnTo>
                    <a:pt x="2832029" y="940596"/>
                  </a:lnTo>
                  <a:lnTo>
                    <a:pt x="2832656" y="936544"/>
                  </a:lnTo>
                  <a:lnTo>
                    <a:pt x="2833282" y="932453"/>
                  </a:lnTo>
                  <a:lnTo>
                    <a:pt x="2833909" y="928297"/>
                  </a:lnTo>
                  <a:lnTo>
                    <a:pt x="2834536" y="924057"/>
                  </a:lnTo>
                  <a:lnTo>
                    <a:pt x="2835162" y="919694"/>
                  </a:lnTo>
                  <a:lnTo>
                    <a:pt x="2835789" y="915189"/>
                  </a:lnTo>
                  <a:lnTo>
                    <a:pt x="2836415" y="910573"/>
                  </a:lnTo>
                  <a:lnTo>
                    <a:pt x="2837042" y="905833"/>
                  </a:lnTo>
                  <a:lnTo>
                    <a:pt x="2837668" y="900975"/>
                  </a:lnTo>
                  <a:lnTo>
                    <a:pt x="2838295" y="896034"/>
                  </a:lnTo>
                  <a:lnTo>
                    <a:pt x="2838921" y="891048"/>
                  </a:lnTo>
                  <a:lnTo>
                    <a:pt x="2839548" y="886035"/>
                  </a:lnTo>
                  <a:lnTo>
                    <a:pt x="2840175" y="881023"/>
                  </a:lnTo>
                  <a:lnTo>
                    <a:pt x="2840801" y="875982"/>
                  </a:lnTo>
                  <a:lnTo>
                    <a:pt x="2841428" y="870902"/>
                  </a:lnTo>
                  <a:lnTo>
                    <a:pt x="2842054" y="865763"/>
                  </a:lnTo>
                  <a:lnTo>
                    <a:pt x="2842681" y="860559"/>
                  </a:lnTo>
                  <a:lnTo>
                    <a:pt x="2843307" y="855314"/>
                  </a:lnTo>
                  <a:lnTo>
                    <a:pt x="2843934" y="850030"/>
                  </a:lnTo>
                  <a:lnTo>
                    <a:pt x="2844560" y="844684"/>
                  </a:lnTo>
                  <a:lnTo>
                    <a:pt x="2845187" y="839299"/>
                  </a:lnTo>
                  <a:lnTo>
                    <a:pt x="2845814" y="833806"/>
                  </a:lnTo>
                  <a:lnTo>
                    <a:pt x="2846440" y="828213"/>
                  </a:lnTo>
                  <a:lnTo>
                    <a:pt x="2847067" y="822549"/>
                  </a:lnTo>
                  <a:lnTo>
                    <a:pt x="2847693" y="816810"/>
                  </a:lnTo>
                  <a:lnTo>
                    <a:pt x="2848320" y="810967"/>
                  </a:lnTo>
                  <a:lnTo>
                    <a:pt x="2848946" y="805016"/>
                  </a:lnTo>
                  <a:lnTo>
                    <a:pt x="2849573" y="798945"/>
                  </a:lnTo>
                  <a:lnTo>
                    <a:pt x="2850199" y="792775"/>
                  </a:lnTo>
                  <a:lnTo>
                    <a:pt x="2850826" y="786531"/>
                  </a:lnTo>
                  <a:lnTo>
                    <a:pt x="2851453" y="780243"/>
                  </a:lnTo>
                  <a:lnTo>
                    <a:pt x="2852079" y="773910"/>
                  </a:lnTo>
                  <a:lnTo>
                    <a:pt x="2852706" y="767554"/>
                  </a:lnTo>
                  <a:lnTo>
                    <a:pt x="2853332" y="761188"/>
                  </a:lnTo>
                  <a:lnTo>
                    <a:pt x="2853959" y="754843"/>
                  </a:lnTo>
                  <a:lnTo>
                    <a:pt x="2854585" y="748518"/>
                  </a:lnTo>
                  <a:lnTo>
                    <a:pt x="2855212" y="742223"/>
                  </a:lnTo>
                  <a:lnTo>
                    <a:pt x="2855838" y="735929"/>
                  </a:lnTo>
                  <a:lnTo>
                    <a:pt x="2856465" y="729614"/>
                  </a:lnTo>
                  <a:lnTo>
                    <a:pt x="2857091" y="723256"/>
                  </a:lnTo>
                  <a:lnTo>
                    <a:pt x="2857718" y="716874"/>
                  </a:lnTo>
                  <a:lnTo>
                    <a:pt x="2858345" y="710466"/>
                  </a:lnTo>
                  <a:lnTo>
                    <a:pt x="2858971" y="704048"/>
                  </a:lnTo>
                  <a:lnTo>
                    <a:pt x="2859598" y="697584"/>
                  </a:lnTo>
                  <a:lnTo>
                    <a:pt x="2860224" y="691107"/>
                  </a:lnTo>
                  <a:lnTo>
                    <a:pt x="2860851" y="684621"/>
                  </a:lnTo>
                  <a:lnTo>
                    <a:pt x="2861477" y="678145"/>
                  </a:lnTo>
                  <a:lnTo>
                    <a:pt x="2862104" y="671666"/>
                  </a:lnTo>
                  <a:lnTo>
                    <a:pt x="2862730" y="665176"/>
                  </a:lnTo>
                  <a:lnTo>
                    <a:pt x="2863357" y="658707"/>
                  </a:lnTo>
                  <a:lnTo>
                    <a:pt x="2863984" y="652278"/>
                  </a:lnTo>
                  <a:lnTo>
                    <a:pt x="2864610" y="645905"/>
                  </a:lnTo>
                  <a:lnTo>
                    <a:pt x="2865237" y="639623"/>
                  </a:lnTo>
                  <a:lnTo>
                    <a:pt x="2865863" y="633472"/>
                  </a:lnTo>
                  <a:lnTo>
                    <a:pt x="2866490" y="627481"/>
                  </a:lnTo>
                  <a:lnTo>
                    <a:pt x="2867116" y="621692"/>
                  </a:lnTo>
                  <a:lnTo>
                    <a:pt x="2867743" y="616115"/>
                  </a:lnTo>
                  <a:lnTo>
                    <a:pt x="2868369" y="610726"/>
                  </a:lnTo>
                  <a:lnTo>
                    <a:pt x="2868996" y="605555"/>
                  </a:lnTo>
                  <a:lnTo>
                    <a:pt x="2869623" y="600580"/>
                  </a:lnTo>
                  <a:lnTo>
                    <a:pt x="2870249" y="595785"/>
                  </a:lnTo>
                  <a:lnTo>
                    <a:pt x="2870876" y="591158"/>
                  </a:lnTo>
                  <a:lnTo>
                    <a:pt x="2871502" y="586695"/>
                  </a:lnTo>
                  <a:lnTo>
                    <a:pt x="2872129" y="582412"/>
                  </a:lnTo>
                  <a:lnTo>
                    <a:pt x="2872755" y="578329"/>
                  </a:lnTo>
                  <a:lnTo>
                    <a:pt x="2873382" y="574471"/>
                  </a:lnTo>
                  <a:lnTo>
                    <a:pt x="2874008" y="570866"/>
                  </a:lnTo>
                  <a:lnTo>
                    <a:pt x="2874635" y="567499"/>
                  </a:lnTo>
                  <a:lnTo>
                    <a:pt x="2875262" y="564327"/>
                  </a:lnTo>
                  <a:lnTo>
                    <a:pt x="2875888" y="561311"/>
                  </a:lnTo>
                  <a:lnTo>
                    <a:pt x="2876515" y="558386"/>
                  </a:lnTo>
                  <a:lnTo>
                    <a:pt x="2877141" y="555518"/>
                  </a:lnTo>
                  <a:lnTo>
                    <a:pt x="2877768" y="552723"/>
                  </a:lnTo>
                  <a:lnTo>
                    <a:pt x="2878394" y="550006"/>
                  </a:lnTo>
                  <a:lnTo>
                    <a:pt x="2879021" y="547358"/>
                  </a:lnTo>
                  <a:lnTo>
                    <a:pt x="2879647" y="544774"/>
                  </a:lnTo>
                  <a:lnTo>
                    <a:pt x="2880274" y="542272"/>
                  </a:lnTo>
                  <a:lnTo>
                    <a:pt x="2880901" y="539860"/>
                  </a:lnTo>
                  <a:lnTo>
                    <a:pt x="2881527" y="537556"/>
                  </a:lnTo>
                  <a:lnTo>
                    <a:pt x="2882154" y="535344"/>
                  </a:lnTo>
                  <a:lnTo>
                    <a:pt x="2882780" y="533187"/>
                  </a:lnTo>
                  <a:lnTo>
                    <a:pt x="2883407" y="531062"/>
                  </a:lnTo>
                  <a:lnTo>
                    <a:pt x="2884033" y="528977"/>
                  </a:lnTo>
                  <a:lnTo>
                    <a:pt x="2884660" y="526924"/>
                  </a:lnTo>
                  <a:lnTo>
                    <a:pt x="2885286" y="524903"/>
                  </a:lnTo>
                  <a:lnTo>
                    <a:pt x="2885913" y="522906"/>
                  </a:lnTo>
                  <a:lnTo>
                    <a:pt x="2886540" y="520956"/>
                  </a:lnTo>
                  <a:lnTo>
                    <a:pt x="2887166" y="519048"/>
                  </a:lnTo>
                  <a:lnTo>
                    <a:pt x="2887793" y="517179"/>
                  </a:lnTo>
                  <a:lnTo>
                    <a:pt x="2888419" y="515375"/>
                  </a:lnTo>
                  <a:lnTo>
                    <a:pt x="2889046" y="513630"/>
                  </a:lnTo>
                  <a:lnTo>
                    <a:pt x="2889672" y="511952"/>
                  </a:lnTo>
                  <a:lnTo>
                    <a:pt x="2890299" y="510287"/>
                  </a:lnTo>
                  <a:lnTo>
                    <a:pt x="2890925" y="508632"/>
                  </a:lnTo>
                  <a:lnTo>
                    <a:pt x="2891552" y="506984"/>
                  </a:lnTo>
                  <a:lnTo>
                    <a:pt x="2892179" y="505350"/>
                  </a:lnTo>
                  <a:lnTo>
                    <a:pt x="2892805" y="503745"/>
                  </a:lnTo>
                  <a:lnTo>
                    <a:pt x="2893432" y="502152"/>
                  </a:lnTo>
                  <a:lnTo>
                    <a:pt x="2894058" y="500586"/>
                  </a:lnTo>
                  <a:lnTo>
                    <a:pt x="2894685" y="499045"/>
                  </a:lnTo>
                  <a:lnTo>
                    <a:pt x="2895311" y="497515"/>
                  </a:lnTo>
                  <a:lnTo>
                    <a:pt x="2895938" y="496004"/>
                  </a:lnTo>
                  <a:lnTo>
                    <a:pt x="2896564" y="494492"/>
                  </a:lnTo>
                  <a:lnTo>
                    <a:pt x="2897191" y="492981"/>
                  </a:lnTo>
                  <a:lnTo>
                    <a:pt x="2897818" y="491457"/>
                  </a:lnTo>
                  <a:lnTo>
                    <a:pt x="2898444" y="489915"/>
                  </a:lnTo>
                  <a:lnTo>
                    <a:pt x="2899071" y="488350"/>
                  </a:lnTo>
                  <a:lnTo>
                    <a:pt x="2899697" y="486772"/>
                  </a:lnTo>
                  <a:lnTo>
                    <a:pt x="2900324" y="485170"/>
                  </a:lnTo>
                  <a:lnTo>
                    <a:pt x="2900950" y="483514"/>
                  </a:lnTo>
                  <a:lnTo>
                    <a:pt x="2901577" y="481791"/>
                  </a:lnTo>
                  <a:lnTo>
                    <a:pt x="2902203" y="479979"/>
                  </a:lnTo>
                  <a:lnTo>
                    <a:pt x="2902830" y="478047"/>
                  </a:lnTo>
                  <a:lnTo>
                    <a:pt x="2903457" y="476011"/>
                  </a:lnTo>
                  <a:lnTo>
                    <a:pt x="2904083" y="473867"/>
                  </a:lnTo>
                  <a:lnTo>
                    <a:pt x="2904710" y="471605"/>
                  </a:lnTo>
                  <a:lnTo>
                    <a:pt x="2905336" y="469202"/>
                  </a:lnTo>
                  <a:lnTo>
                    <a:pt x="2905963" y="466628"/>
                  </a:lnTo>
                  <a:lnTo>
                    <a:pt x="2906589" y="463875"/>
                  </a:lnTo>
                  <a:lnTo>
                    <a:pt x="2907216" y="460954"/>
                  </a:lnTo>
                  <a:lnTo>
                    <a:pt x="2907842" y="457908"/>
                  </a:lnTo>
                  <a:lnTo>
                    <a:pt x="2908469" y="454798"/>
                  </a:lnTo>
                  <a:lnTo>
                    <a:pt x="2909096" y="451642"/>
                  </a:lnTo>
                  <a:lnTo>
                    <a:pt x="2909722" y="448428"/>
                  </a:lnTo>
                  <a:lnTo>
                    <a:pt x="2910349" y="445157"/>
                  </a:lnTo>
                  <a:lnTo>
                    <a:pt x="2910975" y="441846"/>
                  </a:lnTo>
                  <a:lnTo>
                    <a:pt x="2911602" y="438552"/>
                  </a:lnTo>
                  <a:lnTo>
                    <a:pt x="2912228" y="435312"/>
                  </a:lnTo>
                  <a:lnTo>
                    <a:pt x="2912855" y="432116"/>
                  </a:lnTo>
                  <a:lnTo>
                    <a:pt x="2913481" y="428951"/>
                  </a:lnTo>
                  <a:lnTo>
                    <a:pt x="2914108" y="425853"/>
                  </a:lnTo>
                  <a:lnTo>
                    <a:pt x="2914735" y="422853"/>
                  </a:lnTo>
                  <a:lnTo>
                    <a:pt x="2915361" y="419964"/>
                  </a:lnTo>
                  <a:lnTo>
                    <a:pt x="2915988" y="417199"/>
                  </a:lnTo>
                  <a:lnTo>
                    <a:pt x="2916614" y="414591"/>
                  </a:lnTo>
                  <a:lnTo>
                    <a:pt x="2917241" y="412127"/>
                  </a:lnTo>
                  <a:lnTo>
                    <a:pt x="2917867" y="409818"/>
                  </a:lnTo>
                  <a:lnTo>
                    <a:pt x="2918494" y="407642"/>
                  </a:lnTo>
                  <a:lnTo>
                    <a:pt x="2919120" y="405640"/>
                  </a:lnTo>
                  <a:lnTo>
                    <a:pt x="2919747" y="403831"/>
                  </a:lnTo>
                  <a:lnTo>
                    <a:pt x="2920374" y="402184"/>
                  </a:lnTo>
                  <a:lnTo>
                    <a:pt x="2921000" y="400675"/>
                  </a:lnTo>
                  <a:lnTo>
                    <a:pt x="2921627" y="399281"/>
                  </a:lnTo>
                  <a:lnTo>
                    <a:pt x="2922253" y="398050"/>
                  </a:lnTo>
                  <a:lnTo>
                    <a:pt x="2922880" y="396974"/>
                  </a:lnTo>
                  <a:lnTo>
                    <a:pt x="2923506" y="396045"/>
                  </a:lnTo>
                  <a:lnTo>
                    <a:pt x="2924133" y="395226"/>
                  </a:lnTo>
                  <a:lnTo>
                    <a:pt x="2924759" y="394521"/>
                  </a:lnTo>
                  <a:lnTo>
                    <a:pt x="2925386" y="393940"/>
                  </a:lnTo>
                  <a:lnTo>
                    <a:pt x="2926013" y="393468"/>
                  </a:lnTo>
                  <a:lnTo>
                    <a:pt x="2926639" y="393105"/>
                  </a:lnTo>
                  <a:lnTo>
                    <a:pt x="2927266" y="392859"/>
                  </a:lnTo>
                  <a:lnTo>
                    <a:pt x="2927892" y="392716"/>
                  </a:lnTo>
                  <a:lnTo>
                    <a:pt x="2928519" y="392645"/>
                  </a:lnTo>
                  <a:lnTo>
                    <a:pt x="2929145" y="392626"/>
                  </a:lnTo>
                  <a:lnTo>
                    <a:pt x="2929772" y="392656"/>
                  </a:lnTo>
                  <a:lnTo>
                    <a:pt x="2930398" y="392722"/>
                  </a:lnTo>
                  <a:lnTo>
                    <a:pt x="2931025" y="392820"/>
                  </a:lnTo>
                  <a:lnTo>
                    <a:pt x="2931652" y="392927"/>
                  </a:lnTo>
                  <a:lnTo>
                    <a:pt x="2932278" y="393035"/>
                  </a:lnTo>
                  <a:lnTo>
                    <a:pt x="2932905" y="393132"/>
                  </a:lnTo>
                  <a:lnTo>
                    <a:pt x="2933531" y="393216"/>
                  </a:lnTo>
                  <a:lnTo>
                    <a:pt x="2934158" y="393295"/>
                  </a:lnTo>
                  <a:lnTo>
                    <a:pt x="2934784" y="393351"/>
                  </a:lnTo>
                  <a:lnTo>
                    <a:pt x="2935411" y="393342"/>
                  </a:lnTo>
                  <a:lnTo>
                    <a:pt x="2936037" y="393214"/>
                  </a:lnTo>
                  <a:lnTo>
                    <a:pt x="2936664" y="392965"/>
                  </a:lnTo>
                  <a:lnTo>
                    <a:pt x="2937291" y="392591"/>
                  </a:lnTo>
                  <a:lnTo>
                    <a:pt x="2937917" y="392114"/>
                  </a:lnTo>
                  <a:lnTo>
                    <a:pt x="2938544" y="391586"/>
                  </a:lnTo>
                  <a:lnTo>
                    <a:pt x="2939170" y="391015"/>
                  </a:lnTo>
                  <a:lnTo>
                    <a:pt x="2939797" y="390451"/>
                  </a:lnTo>
                  <a:lnTo>
                    <a:pt x="2940423" y="389938"/>
                  </a:lnTo>
                  <a:lnTo>
                    <a:pt x="2941050" y="389460"/>
                  </a:lnTo>
                  <a:lnTo>
                    <a:pt x="2941676" y="389003"/>
                  </a:lnTo>
                  <a:lnTo>
                    <a:pt x="2942303" y="388559"/>
                  </a:lnTo>
                  <a:lnTo>
                    <a:pt x="2942930" y="388150"/>
                  </a:lnTo>
                  <a:lnTo>
                    <a:pt x="2943556" y="387740"/>
                  </a:lnTo>
                  <a:lnTo>
                    <a:pt x="2944183" y="387301"/>
                  </a:lnTo>
                  <a:lnTo>
                    <a:pt x="2944809" y="386871"/>
                  </a:lnTo>
                  <a:lnTo>
                    <a:pt x="2945436" y="386492"/>
                  </a:lnTo>
                  <a:lnTo>
                    <a:pt x="2946062" y="386155"/>
                  </a:lnTo>
                  <a:lnTo>
                    <a:pt x="2946689" y="385863"/>
                  </a:lnTo>
                  <a:lnTo>
                    <a:pt x="2947315" y="385615"/>
                  </a:lnTo>
                  <a:lnTo>
                    <a:pt x="2947942" y="385396"/>
                  </a:lnTo>
                  <a:lnTo>
                    <a:pt x="2948569" y="385196"/>
                  </a:lnTo>
                  <a:lnTo>
                    <a:pt x="2949195" y="385009"/>
                  </a:lnTo>
                  <a:lnTo>
                    <a:pt x="2949822" y="384815"/>
                  </a:lnTo>
                  <a:lnTo>
                    <a:pt x="2950448" y="384634"/>
                  </a:lnTo>
                  <a:lnTo>
                    <a:pt x="2951075" y="384454"/>
                  </a:lnTo>
                  <a:lnTo>
                    <a:pt x="2951701" y="384281"/>
                  </a:lnTo>
                  <a:lnTo>
                    <a:pt x="2952328" y="384089"/>
                  </a:lnTo>
                  <a:lnTo>
                    <a:pt x="2952954" y="383883"/>
                  </a:lnTo>
                  <a:lnTo>
                    <a:pt x="2953581" y="383669"/>
                  </a:lnTo>
                  <a:lnTo>
                    <a:pt x="2954208" y="383453"/>
                  </a:lnTo>
                  <a:lnTo>
                    <a:pt x="2954834" y="383228"/>
                  </a:lnTo>
                  <a:lnTo>
                    <a:pt x="2955461" y="382992"/>
                  </a:lnTo>
                  <a:lnTo>
                    <a:pt x="2956087" y="382768"/>
                  </a:lnTo>
                  <a:lnTo>
                    <a:pt x="2956714" y="382551"/>
                  </a:lnTo>
                  <a:lnTo>
                    <a:pt x="2957340" y="382328"/>
                  </a:lnTo>
                  <a:lnTo>
                    <a:pt x="2957967" y="382108"/>
                  </a:lnTo>
                  <a:lnTo>
                    <a:pt x="2958593" y="381867"/>
                  </a:lnTo>
                  <a:lnTo>
                    <a:pt x="2959220" y="381598"/>
                  </a:lnTo>
                  <a:lnTo>
                    <a:pt x="2959847" y="381287"/>
                  </a:lnTo>
                  <a:lnTo>
                    <a:pt x="2960473" y="380956"/>
                  </a:lnTo>
                  <a:lnTo>
                    <a:pt x="2961100" y="380612"/>
                  </a:lnTo>
                  <a:lnTo>
                    <a:pt x="2961726" y="380268"/>
                  </a:lnTo>
                  <a:lnTo>
                    <a:pt x="2962353" y="379931"/>
                  </a:lnTo>
                  <a:lnTo>
                    <a:pt x="2962979" y="379609"/>
                  </a:lnTo>
                  <a:lnTo>
                    <a:pt x="2963606" y="379321"/>
                  </a:lnTo>
                  <a:lnTo>
                    <a:pt x="2964232" y="379076"/>
                  </a:lnTo>
                  <a:lnTo>
                    <a:pt x="2964859" y="378896"/>
                  </a:lnTo>
                  <a:lnTo>
                    <a:pt x="2965486" y="378768"/>
                  </a:lnTo>
                  <a:lnTo>
                    <a:pt x="2966112" y="378689"/>
                  </a:lnTo>
                  <a:lnTo>
                    <a:pt x="2966739" y="378661"/>
                  </a:lnTo>
                  <a:lnTo>
                    <a:pt x="2967365" y="378716"/>
                  </a:lnTo>
                  <a:lnTo>
                    <a:pt x="2967992" y="378914"/>
                  </a:lnTo>
                  <a:lnTo>
                    <a:pt x="2968618" y="379285"/>
                  </a:lnTo>
                  <a:lnTo>
                    <a:pt x="2969245" y="379849"/>
                  </a:lnTo>
                  <a:lnTo>
                    <a:pt x="2969871" y="380628"/>
                  </a:lnTo>
                  <a:lnTo>
                    <a:pt x="2970498" y="381579"/>
                  </a:lnTo>
                  <a:lnTo>
                    <a:pt x="2971125" y="382675"/>
                  </a:lnTo>
                  <a:lnTo>
                    <a:pt x="2971751" y="383864"/>
                  </a:lnTo>
                  <a:lnTo>
                    <a:pt x="2972378" y="385093"/>
                  </a:lnTo>
                  <a:lnTo>
                    <a:pt x="2973004" y="386349"/>
                  </a:lnTo>
                  <a:lnTo>
                    <a:pt x="2973631" y="387636"/>
                  </a:lnTo>
                  <a:lnTo>
                    <a:pt x="2974257" y="388937"/>
                  </a:lnTo>
                  <a:lnTo>
                    <a:pt x="2974884" y="390228"/>
                  </a:lnTo>
                  <a:lnTo>
                    <a:pt x="2975510" y="391496"/>
                  </a:lnTo>
                  <a:lnTo>
                    <a:pt x="2976137" y="392743"/>
                  </a:lnTo>
                  <a:lnTo>
                    <a:pt x="2976764" y="393905"/>
                  </a:lnTo>
                  <a:lnTo>
                    <a:pt x="2977390" y="394945"/>
                  </a:lnTo>
                  <a:lnTo>
                    <a:pt x="2978017" y="395858"/>
                  </a:lnTo>
                  <a:lnTo>
                    <a:pt x="2978643" y="396609"/>
                  </a:lnTo>
                  <a:lnTo>
                    <a:pt x="2979270" y="397174"/>
                  </a:lnTo>
                  <a:lnTo>
                    <a:pt x="2979896" y="397564"/>
                  </a:lnTo>
                  <a:lnTo>
                    <a:pt x="2980523" y="397763"/>
                  </a:lnTo>
                  <a:lnTo>
                    <a:pt x="2981149" y="397765"/>
                  </a:lnTo>
                  <a:lnTo>
                    <a:pt x="2981776" y="397551"/>
                  </a:lnTo>
                  <a:lnTo>
                    <a:pt x="2982403" y="397113"/>
                  </a:lnTo>
                  <a:lnTo>
                    <a:pt x="2983029" y="396449"/>
                  </a:lnTo>
                  <a:lnTo>
                    <a:pt x="2983656" y="395573"/>
                  </a:lnTo>
                  <a:lnTo>
                    <a:pt x="2984282" y="394525"/>
                  </a:lnTo>
                  <a:lnTo>
                    <a:pt x="2984909" y="393337"/>
                  </a:lnTo>
                  <a:lnTo>
                    <a:pt x="2985535" y="392029"/>
                  </a:lnTo>
                  <a:lnTo>
                    <a:pt x="2986162" y="390613"/>
                  </a:lnTo>
                  <a:lnTo>
                    <a:pt x="2986788" y="389109"/>
                  </a:lnTo>
                  <a:lnTo>
                    <a:pt x="2987415" y="387507"/>
                  </a:lnTo>
                  <a:lnTo>
                    <a:pt x="2988042" y="385790"/>
                  </a:lnTo>
                  <a:lnTo>
                    <a:pt x="2988668" y="383946"/>
                  </a:lnTo>
                  <a:lnTo>
                    <a:pt x="2989295" y="381981"/>
                  </a:lnTo>
                  <a:lnTo>
                    <a:pt x="2989921" y="379889"/>
                  </a:lnTo>
                  <a:lnTo>
                    <a:pt x="2990548" y="377692"/>
                  </a:lnTo>
                  <a:lnTo>
                    <a:pt x="2991174" y="375416"/>
                  </a:lnTo>
                  <a:lnTo>
                    <a:pt x="2991801" y="373080"/>
                  </a:lnTo>
                  <a:lnTo>
                    <a:pt x="2992427" y="370678"/>
                  </a:lnTo>
                  <a:lnTo>
                    <a:pt x="2993054" y="368207"/>
                  </a:lnTo>
                  <a:lnTo>
                    <a:pt x="2993681" y="365629"/>
                  </a:lnTo>
                  <a:lnTo>
                    <a:pt x="2994307" y="362915"/>
                  </a:lnTo>
                  <a:lnTo>
                    <a:pt x="2994934" y="360033"/>
                  </a:lnTo>
                  <a:lnTo>
                    <a:pt x="2995560" y="356973"/>
                  </a:lnTo>
                  <a:lnTo>
                    <a:pt x="2996187" y="353736"/>
                  </a:lnTo>
                  <a:lnTo>
                    <a:pt x="2996813" y="350308"/>
                  </a:lnTo>
                  <a:lnTo>
                    <a:pt x="2997440" y="346724"/>
                  </a:lnTo>
                  <a:lnTo>
                    <a:pt x="2998066" y="343011"/>
                  </a:lnTo>
                  <a:lnTo>
                    <a:pt x="2998693" y="339179"/>
                  </a:lnTo>
                  <a:lnTo>
                    <a:pt x="2999320" y="335193"/>
                  </a:lnTo>
                  <a:lnTo>
                    <a:pt x="2999946" y="331043"/>
                  </a:lnTo>
                  <a:lnTo>
                    <a:pt x="3000573" y="326696"/>
                  </a:lnTo>
                  <a:lnTo>
                    <a:pt x="3001199" y="322115"/>
                  </a:lnTo>
                  <a:lnTo>
                    <a:pt x="3001826" y="317264"/>
                  </a:lnTo>
                  <a:lnTo>
                    <a:pt x="3002452" y="312117"/>
                  </a:lnTo>
                  <a:lnTo>
                    <a:pt x="3003079" y="306679"/>
                  </a:lnTo>
                  <a:lnTo>
                    <a:pt x="3003705" y="300987"/>
                  </a:lnTo>
                  <a:lnTo>
                    <a:pt x="3004332" y="295073"/>
                  </a:lnTo>
                  <a:lnTo>
                    <a:pt x="3004959" y="288984"/>
                  </a:lnTo>
                  <a:lnTo>
                    <a:pt x="3005585" y="282707"/>
                  </a:lnTo>
                  <a:lnTo>
                    <a:pt x="3006212" y="276261"/>
                  </a:lnTo>
                  <a:lnTo>
                    <a:pt x="3006838" y="269650"/>
                  </a:lnTo>
                  <a:lnTo>
                    <a:pt x="3007465" y="262872"/>
                  </a:lnTo>
                  <a:lnTo>
                    <a:pt x="3008091" y="255933"/>
                  </a:lnTo>
                  <a:lnTo>
                    <a:pt x="3008718" y="248867"/>
                  </a:lnTo>
                  <a:lnTo>
                    <a:pt x="3009344" y="241688"/>
                  </a:lnTo>
                  <a:lnTo>
                    <a:pt x="3009971" y="234417"/>
                  </a:lnTo>
                  <a:lnTo>
                    <a:pt x="3010598" y="227082"/>
                  </a:lnTo>
                  <a:lnTo>
                    <a:pt x="3011224" y="219721"/>
                  </a:lnTo>
                  <a:lnTo>
                    <a:pt x="3011851" y="212350"/>
                  </a:lnTo>
                  <a:lnTo>
                    <a:pt x="3012477" y="204975"/>
                  </a:lnTo>
                  <a:lnTo>
                    <a:pt x="3013104" y="197597"/>
                  </a:lnTo>
                  <a:lnTo>
                    <a:pt x="3013730" y="190250"/>
                  </a:lnTo>
                  <a:lnTo>
                    <a:pt x="3014357" y="182935"/>
                  </a:lnTo>
                  <a:lnTo>
                    <a:pt x="3014983" y="175680"/>
                  </a:lnTo>
                  <a:lnTo>
                    <a:pt x="3015610" y="168508"/>
                  </a:lnTo>
                  <a:lnTo>
                    <a:pt x="3016237" y="161433"/>
                  </a:lnTo>
                  <a:lnTo>
                    <a:pt x="3016863" y="154466"/>
                  </a:lnTo>
                  <a:lnTo>
                    <a:pt x="3017490" y="147610"/>
                  </a:lnTo>
                  <a:lnTo>
                    <a:pt x="3018116" y="140866"/>
                  </a:lnTo>
                  <a:lnTo>
                    <a:pt x="3018743" y="134203"/>
                  </a:lnTo>
                  <a:lnTo>
                    <a:pt x="3019369" y="127636"/>
                  </a:lnTo>
                  <a:lnTo>
                    <a:pt x="3019996" y="121181"/>
                  </a:lnTo>
                  <a:lnTo>
                    <a:pt x="3020622" y="114850"/>
                  </a:lnTo>
                  <a:lnTo>
                    <a:pt x="3021249" y="108660"/>
                  </a:lnTo>
                  <a:lnTo>
                    <a:pt x="3021876" y="102638"/>
                  </a:lnTo>
                  <a:lnTo>
                    <a:pt x="3022502" y="96800"/>
                  </a:lnTo>
                  <a:lnTo>
                    <a:pt x="3023129" y="91139"/>
                  </a:lnTo>
                  <a:lnTo>
                    <a:pt x="3023755" y="85655"/>
                  </a:lnTo>
                  <a:lnTo>
                    <a:pt x="3024382" y="80355"/>
                  </a:lnTo>
                  <a:lnTo>
                    <a:pt x="3025008" y="75229"/>
                  </a:lnTo>
                  <a:lnTo>
                    <a:pt x="3025635" y="70278"/>
                  </a:lnTo>
                  <a:lnTo>
                    <a:pt x="3026261" y="65507"/>
                  </a:lnTo>
                  <a:lnTo>
                    <a:pt x="3026888" y="60926"/>
                  </a:lnTo>
                  <a:lnTo>
                    <a:pt x="3027515" y="56525"/>
                  </a:lnTo>
                  <a:lnTo>
                    <a:pt x="3028141" y="52323"/>
                  </a:lnTo>
                  <a:lnTo>
                    <a:pt x="3028768" y="48321"/>
                  </a:lnTo>
                  <a:lnTo>
                    <a:pt x="3029394" y="44506"/>
                  </a:lnTo>
                  <a:lnTo>
                    <a:pt x="3030021" y="40845"/>
                  </a:lnTo>
                  <a:lnTo>
                    <a:pt x="3030647" y="37321"/>
                  </a:lnTo>
                  <a:lnTo>
                    <a:pt x="3031274" y="33919"/>
                  </a:lnTo>
                  <a:lnTo>
                    <a:pt x="3031900" y="30634"/>
                  </a:lnTo>
                  <a:lnTo>
                    <a:pt x="3032527" y="27445"/>
                  </a:lnTo>
                  <a:lnTo>
                    <a:pt x="3033154" y="24345"/>
                  </a:lnTo>
                  <a:lnTo>
                    <a:pt x="3033780" y="21353"/>
                  </a:lnTo>
                  <a:lnTo>
                    <a:pt x="3034407" y="18512"/>
                  </a:lnTo>
                  <a:lnTo>
                    <a:pt x="3035033" y="15867"/>
                  </a:lnTo>
                  <a:lnTo>
                    <a:pt x="3035660" y="13416"/>
                  </a:lnTo>
                  <a:lnTo>
                    <a:pt x="3036286" y="11149"/>
                  </a:lnTo>
                  <a:lnTo>
                    <a:pt x="3036913" y="9048"/>
                  </a:lnTo>
                  <a:lnTo>
                    <a:pt x="3037539" y="7143"/>
                  </a:lnTo>
                  <a:lnTo>
                    <a:pt x="3038166" y="5442"/>
                  </a:lnTo>
                  <a:lnTo>
                    <a:pt x="3038793" y="3956"/>
                  </a:lnTo>
                  <a:lnTo>
                    <a:pt x="3039419" y="2713"/>
                  </a:lnTo>
                  <a:lnTo>
                    <a:pt x="3040046" y="1708"/>
                  </a:lnTo>
                  <a:lnTo>
                    <a:pt x="3040672" y="927"/>
                  </a:lnTo>
                  <a:lnTo>
                    <a:pt x="3041299" y="391"/>
                  </a:lnTo>
                  <a:lnTo>
                    <a:pt x="3041925" y="81"/>
                  </a:lnTo>
                  <a:lnTo>
                    <a:pt x="3042552" y="0"/>
                  </a:lnTo>
                  <a:lnTo>
                    <a:pt x="3043178" y="153"/>
                  </a:lnTo>
                  <a:lnTo>
                    <a:pt x="3043805" y="544"/>
                  </a:lnTo>
                  <a:lnTo>
                    <a:pt x="3044432" y="1186"/>
                  </a:lnTo>
                  <a:lnTo>
                    <a:pt x="3045058" y="2090"/>
                  </a:lnTo>
                  <a:lnTo>
                    <a:pt x="3045685" y="3212"/>
                  </a:lnTo>
                  <a:lnTo>
                    <a:pt x="3046311" y="4539"/>
                  </a:lnTo>
                  <a:lnTo>
                    <a:pt x="3046938" y="6039"/>
                  </a:lnTo>
                  <a:lnTo>
                    <a:pt x="3047564" y="7663"/>
                  </a:lnTo>
                  <a:lnTo>
                    <a:pt x="3048191" y="9358"/>
                  </a:lnTo>
                  <a:lnTo>
                    <a:pt x="3048817" y="11105"/>
                  </a:lnTo>
                  <a:lnTo>
                    <a:pt x="3049444" y="12892"/>
                  </a:lnTo>
                  <a:lnTo>
                    <a:pt x="3050071" y="14704"/>
                  </a:lnTo>
                  <a:lnTo>
                    <a:pt x="3050697" y="16554"/>
                  </a:lnTo>
                  <a:lnTo>
                    <a:pt x="3051324" y="18444"/>
                  </a:lnTo>
                  <a:lnTo>
                    <a:pt x="3051950" y="20364"/>
                  </a:lnTo>
                  <a:lnTo>
                    <a:pt x="3052577" y="22309"/>
                  </a:lnTo>
                  <a:lnTo>
                    <a:pt x="3053203" y="24251"/>
                  </a:lnTo>
                  <a:lnTo>
                    <a:pt x="3053830" y="26158"/>
                  </a:lnTo>
                  <a:lnTo>
                    <a:pt x="3054456" y="27997"/>
                  </a:lnTo>
                  <a:lnTo>
                    <a:pt x="3055083" y="29747"/>
                  </a:lnTo>
                  <a:lnTo>
                    <a:pt x="3055710" y="31391"/>
                  </a:lnTo>
                  <a:lnTo>
                    <a:pt x="3056336" y="32927"/>
                  </a:lnTo>
                  <a:lnTo>
                    <a:pt x="3056963" y="34371"/>
                  </a:lnTo>
                  <a:lnTo>
                    <a:pt x="3057589" y="35749"/>
                  </a:lnTo>
                  <a:lnTo>
                    <a:pt x="3058216" y="37083"/>
                  </a:lnTo>
                  <a:lnTo>
                    <a:pt x="3058842" y="38380"/>
                  </a:lnTo>
                  <a:lnTo>
                    <a:pt x="3059469" y="39653"/>
                  </a:lnTo>
                  <a:lnTo>
                    <a:pt x="3060095" y="40864"/>
                  </a:lnTo>
                  <a:lnTo>
                    <a:pt x="3060722" y="42001"/>
                  </a:lnTo>
                  <a:lnTo>
                    <a:pt x="3061349" y="43066"/>
                  </a:lnTo>
                  <a:lnTo>
                    <a:pt x="3061975" y="44086"/>
                  </a:lnTo>
                  <a:lnTo>
                    <a:pt x="3062602" y="45071"/>
                  </a:lnTo>
                  <a:lnTo>
                    <a:pt x="3063228" y="46065"/>
                  </a:lnTo>
                  <a:lnTo>
                    <a:pt x="3063855" y="47081"/>
                  </a:lnTo>
                  <a:lnTo>
                    <a:pt x="3064481" y="48166"/>
                  </a:lnTo>
                  <a:lnTo>
                    <a:pt x="3065108" y="49352"/>
                  </a:lnTo>
                  <a:lnTo>
                    <a:pt x="3065734" y="50631"/>
                  </a:lnTo>
                  <a:lnTo>
                    <a:pt x="3066361" y="51989"/>
                  </a:lnTo>
                  <a:lnTo>
                    <a:pt x="3066988" y="53401"/>
                  </a:lnTo>
                  <a:lnTo>
                    <a:pt x="3067614" y="54848"/>
                  </a:lnTo>
                  <a:lnTo>
                    <a:pt x="3068241" y="56327"/>
                  </a:lnTo>
                  <a:lnTo>
                    <a:pt x="3068867" y="57838"/>
                  </a:lnTo>
                  <a:lnTo>
                    <a:pt x="3069494" y="59390"/>
                  </a:lnTo>
                  <a:lnTo>
                    <a:pt x="3070120" y="60962"/>
                  </a:lnTo>
                  <a:lnTo>
                    <a:pt x="3070747" y="62538"/>
                  </a:lnTo>
                  <a:lnTo>
                    <a:pt x="3071373" y="64107"/>
                  </a:lnTo>
                  <a:lnTo>
                    <a:pt x="3072000" y="65653"/>
                  </a:lnTo>
                  <a:lnTo>
                    <a:pt x="3072627" y="67183"/>
                  </a:lnTo>
                  <a:lnTo>
                    <a:pt x="3073253" y="68683"/>
                  </a:lnTo>
                  <a:lnTo>
                    <a:pt x="3073880" y="70139"/>
                  </a:lnTo>
                  <a:lnTo>
                    <a:pt x="3074506" y="71518"/>
                  </a:lnTo>
                  <a:lnTo>
                    <a:pt x="3075133" y="72809"/>
                  </a:lnTo>
                  <a:lnTo>
                    <a:pt x="3075759" y="73975"/>
                  </a:lnTo>
                  <a:lnTo>
                    <a:pt x="3076386" y="74994"/>
                  </a:lnTo>
                  <a:lnTo>
                    <a:pt x="3077012" y="75849"/>
                  </a:lnTo>
                  <a:lnTo>
                    <a:pt x="3077639" y="76595"/>
                  </a:lnTo>
                  <a:lnTo>
                    <a:pt x="3078266" y="77248"/>
                  </a:lnTo>
                  <a:lnTo>
                    <a:pt x="3078892" y="77813"/>
                  </a:lnTo>
                  <a:lnTo>
                    <a:pt x="3079519" y="78298"/>
                  </a:lnTo>
                  <a:lnTo>
                    <a:pt x="3080145" y="78719"/>
                  </a:lnTo>
                  <a:lnTo>
                    <a:pt x="3080772" y="79078"/>
                  </a:lnTo>
                  <a:lnTo>
                    <a:pt x="3081398" y="79383"/>
                  </a:lnTo>
                  <a:lnTo>
                    <a:pt x="3082025" y="79637"/>
                  </a:lnTo>
                  <a:lnTo>
                    <a:pt x="3082651" y="79851"/>
                  </a:lnTo>
                  <a:lnTo>
                    <a:pt x="3083278" y="80026"/>
                  </a:lnTo>
                  <a:lnTo>
                    <a:pt x="3083905" y="80178"/>
                  </a:lnTo>
                  <a:lnTo>
                    <a:pt x="3084531" y="80300"/>
                  </a:lnTo>
                  <a:lnTo>
                    <a:pt x="3085158" y="80399"/>
                  </a:lnTo>
                  <a:lnTo>
                    <a:pt x="3085784" y="80469"/>
                  </a:lnTo>
                  <a:lnTo>
                    <a:pt x="3086411" y="80533"/>
                  </a:lnTo>
                  <a:lnTo>
                    <a:pt x="3087037" y="80584"/>
                  </a:lnTo>
                  <a:lnTo>
                    <a:pt x="3087664" y="80617"/>
                  </a:lnTo>
                  <a:lnTo>
                    <a:pt x="3088290" y="80619"/>
                  </a:lnTo>
                  <a:lnTo>
                    <a:pt x="3088917" y="80604"/>
                  </a:lnTo>
                  <a:lnTo>
                    <a:pt x="3089544" y="80574"/>
                  </a:lnTo>
                  <a:lnTo>
                    <a:pt x="3090170" y="80524"/>
                  </a:lnTo>
                  <a:lnTo>
                    <a:pt x="3090797" y="80452"/>
                  </a:lnTo>
                  <a:lnTo>
                    <a:pt x="3091423" y="80352"/>
                  </a:lnTo>
                  <a:lnTo>
                    <a:pt x="3092050" y="80228"/>
                  </a:lnTo>
                  <a:lnTo>
                    <a:pt x="3092676" y="80093"/>
                  </a:lnTo>
                  <a:lnTo>
                    <a:pt x="3093303" y="79941"/>
                  </a:lnTo>
                  <a:lnTo>
                    <a:pt x="3093929" y="79769"/>
                  </a:lnTo>
                  <a:lnTo>
                    <a:pt x="3094556" y="79575"/>
                  </a:lnTo>
                  <a:lnTo>
                    <a:pt x="3095182" y="79361"/>
                  </a:lnTo>
                  <a:lnTo>
                    <a:pt x="3095809" y="79125"/>
                  </a:lnTo>
                  <a:lnTo>
                    <a:pt x="3096436" y="78870"/>
                  </a:lnTo>
                  <a:lnTo>
                    <a:pt x="3097062" y="78595"/>
                  </a:lnTo>
                  <a:lnTo>
                    <a:pt x="3097689" y="78292"/>
                  </a:lnTo>
                  <a:lnTo>
                    <a:pt x="3098315" y="77956"/>
                  </a:lnTo>
                  <a:lnTo>
                    <a:pt x="3098942" y="77580"/>
                  </a:lnTo>
                  <a:lnTo>
                    <a:pt x="3099568" y="77162"/>
                  </a:lnTo>
                  <a:lnTo>
                    <a:pt x="3100195" y="76675"/>
                  </a:lnTo>
                  <a:lnTo>
                    <a:pt x="3100821" y="76120"/>
                  </a:lnTo>
                  <a:lnTo>
                    <a:pt x="3101448" y="75490"/>
                  </a:lnTo>
                  <a:lnTo>
                    <a:pt x="3102075" y="74799"/>
                  </a:lnTo>
                  <a:lnTo>
                    <a:pt x="3102701" y="74060"/>
                  </a:lnTo>
                  <a:lnTo>
                    <a:pt x="3103328" y="73282"/>
                  </a:lnTo>
                  <a:lnTo>
                    <a:pt x="3103954" y="72467"/>
                  </a:lnTo>
                  <a:lnTo>
                    <a:pt x="3104581" y="71635"/>
                  </a:lnTo>
                  <a:lnTo>
                    <a:pt x="3105207" y="70768"/>
                  </a:lnTo>
                  <a:lnTo>
                    <a:pt x="3105834" y="69857"/>
                  </a:lnTo>
                  <a:lnTo>
                    <a:pt x="3106460" y="68916"/>
                  </a:lnTo>
                  <a:lnTo>
                    <a:pt x="3107087" y="67934"/>
                  </a:lnTo>
                  <a:lnTo>
                    <a:pt x="3107714" y="66916"/>
                  </a:lnTo>
                  <a:lnTo>
                    <a:pt x="3108340" y="65927"/>
                  </a:lnTo>
                  <a:lnTo>
                    <a:pt x="3108967" y="64985"/>
                  </a:lnTo>
                  <a:lnTo>
                    <a:pt x="3109593" y="64088"/>
                  </a:lnTo>
                  <a:lnTo>
                    <a:pt x="3110220" y="63224"/>
                  </a:lnTo>
                  <a:lnTo>
                    <a:pt x="3110846" y="62411"/>
                  </a:lnTo>
                  <a:lnTo>
                    <a:pt x="3111473" y="61645"/>
                  </a:lnTo>
                  <a:lnTo>
                    <a:pt x="3112099" y="60921"/>
                  </a:lnTo>
                  <a:lnTo>
                    <a:pt x="3112726" y="60256"/>
                  </a:lnTo>
                  <a:lnTo>
                    <a:pt x="3113353" y="59663"/>
                  </a:lnTo>
                  <a:lnTo>
                    <a:pt x="3113979" y="59157"/>
                  </a:lnTo>
                  <a:lnTo>
                    <a:pt x="3114606" y="58747"/>
                  </a:lnTo>
                  <a:lnTo>
                    <a:pt x="3115232" y="58427"/>
                  </a:lnTo>
                  <a:lnTo>
                    <a:pt x="3115859" y="58185"/>
                  </a:lnTo>
                  <a:lnTo>
                    <a:pt x="3116485" y="58042"/>
                  </a:lnTo>
                  <a:lnTo>
                    <a:pt x="3117112" y="58020"/>
                  </a:lnTo>
                  <a:lnTo>
                    <a:pt x="3117738" y="58141"/>
                  </a:lnTo>
                  <a:lnTo>
                    <a:pt x="3118365" y="58396"/>
                  </a:lnTo>
                  <a:lnTo>
                    <a:pt x="3118992" y="58818"/>
                  </a:lnTo>
                  <a:lnTo>
                    <a:pt x="3119618" y="59424"/>
                  </a:lnTo>
                  <a:lnTo>
                    <a:pt x="3120245" y="60238"/>
                  </a:lnTo>
                  <a:lnTo>
                    <a:pt x="3120871" y="61257"/>
                  </a:lnTo>
                  <a:lnTo>
                    <a:pt x="3121498" y="62477"/>
                  </a:lnTo>
                  <a:lnTo>
                    <a:pt x="3122124" y="63891"/>
                  </a:lnTo>
                  <a:lnTo>
                    <a:pt x="3122751" y="65500"/>
                  </a:lnTo>
                  <a:lnTo>
                    <a:pt x="3123377" y="67299"/>
                  </a:lnTo>
                  <a:lnTo>
                    <a:pt x="3124004" y="69289"/>
                  </a:lnTo>
                  <a:lnTo>
                    <a:pt x="3124631" y="71457"/>
                  </a:lnTo>
                  <a:lnTo>
                    <a:pt x="3125257" y="73804"/>
                  </a:lnTo>
                  <a:lnTo>
                    <a:pt x="3125884" y="76300"/>
                  </a:lnTo>
                  <a:lnTo>
                    <a:pt x="3126510" y="78955"/>
                  </a:lnTo>
                  <a:lnTo>
                    <a:pt x="3127137" y="81736"/>
                  </a:lnTo>
                  <a:lnTo>
                    <a:pt x="3127763" y="84620"/>
                  </a:lnTo>
                  <a:lnTo>
                    <a:pt x="3128390" y="87581"/>
                  </a:lnTo>
                  <a:lnTo>
                    <a:pt x="3129016" y="90581"/>
                  </a:lnTo>
                  <a:lnTo>
                    <a:pt x="3129643" y="93615"/>
                  </a:lnTo>
                  <a:lnTo>
                    <a:pt x="3130270" y="96661"/>
                  </a:lnTo>
                  <a:lnTo>
                    <a:pt x="3130896" y="99737"/>
                  </a:lnTo>
                  <a:lnTo>
                    <a:pt x="3131523" y="102849"/>
                  </a:lnTo>
                  <a:lnTo>
                    <a:pt x="3132149" y="105998"/>
                  </a:lnTo>
                  <a:lnTo>
                    <a:pt x="3132776" y="109189"/>
                  </a:lnTo>
                  <a:lnTo>
                    <a:pt x="3133402" y="112416"/>
                  </a:lnTo>
                  <a:lnTo>
                    <a:pt x="3134029" y="115687"/>
                  </a:lnTo>
                  <a:lnTo>
                    <a:pt x="3134655" y="119023"/>
                  </a:lnTo>
                  <a:lnTo>
                    <a:pt x="3135282" y="122431"/>
                  </a:lnTo>
                  <a:lnTo>
                    <a:pt x="3135909" y="125906"/>
                  </a:lnTo>
                  <a:lnTo>
                    <a:pt x="3136535" y="129454"/>
                  </a:lnTo>
                  <a:lnTo>
                    <a:pt x="3137162" y="133106"/>
                  </a:lnTo>
                  <a:lnTo>
                    <a:pt x="3137788" y="136893"/>
                  </a:lnTo>
                  <a:lnTo>
                    <a:pt x="3138415" y="140866"/>
                  </a:lnTo>
                  <a:lnTo>
                    <a:pt x="3139041" y="145062"/>
                  </a:lnTo>
                  <a:lnTo>
                    <a:pt x="3139668" y="149535"/>
                  </a:lnTo>
                  <a:lnTo>
                    <a:pt x="3140294" y="154223"/>
                  </a:lnTo>
                  <a:lnTo>
                    <a:pt x="3140921" y="159077"/>
                  </a:lnTo>
                  <a:lnTo>
                    <a:pt x="3141548" y="164064"/>
                  </a:lnTo>
                  <a:lnTo>
                    <a:pt x="3142174" y="169154"/>
                  </a:lnTo>
                  <a:lnTo>
                    <a:pt x="3142801" y="174293"/>
                  </a:lnTo>
                  <a:lnTo>
                    <a:pt x="3143427" y="179461"/>
                  </a:lnTo>
                  <a:lnTo>
                    <a:pt x="3144054" y="184680"/>
                  </a:lnTo>
                  <a:lnTo>
                    <a:pt x="3144680" y="189921"/>
                  </a:lnTo>
                  <a:lnTo>
                    <a:pt x="3145307" y="195163"/>
                  </a:lnTo>
                  <a:lnTo>
                    <a:pt x="3145933" y="200409"/>
                  </a:lnTo>
                  <a:lnTo>
                    <a:pt x="3146560" y="205641"/>
                  </a:lnTo>
                  <a:lnTo>
                    <a:pt x="3147187" y="210834"/>
                  </a:lnTo>
                  <a:lnTo>
                    <a:pt x="3147813" y="215979"/>
                  </a:lnTo>
                  <a:lnTo>
                    <a:pt x="3148440" y="221074"/>
                  </a:lnTo>
                  <a:lnTo>
                    <a:pt x="3149066" y="226086"/>
                  </a:lnTo>
                  <a:lnTo>
                    <a:pt x="3149693" y="231001"/>
                  </a:lnTo>
                  <a:lnTo>
                    <a:pt x="3150319" y="235823"/>
                  </a:lnTo>
                  <a:lnTo>
                    <a:pt x="3150946" y="240533"/>
                  </a:lnTo>
                  <a:lnTo>
                    <a:pt x="3151572" y="245122"/>
                  </a:lnTo>
                  <a:lnTo>
                    <a:pt x="3152199" y="249593"/>
                  </a:lnTo>
                  <a:lnTo>
                    <a:pt x="3152826" y="253939"/>
                  </a:lnTo>
                  <a:lnTo>
                    <a:pt x="3153452" y="258145"/>
                  </a:lnTo>
                  <a:lnTo>
                    <a:pt x="3154079" y="262220"/>
                  </a:lnTo>
                  <a:lnTo>
                    <a:pt x="3154705" y="266175"/>
                  </a:lnTo>
                  <a:lnTo>
                    <a:pt x="3155332" y="270019"/>
                  </a:lnTo>
                  <a:lnTo>
                    <a:pt x="3155958" y="273765"/>
                  </a:lnTo>
                  <a:lnTo>
                    <a:pt x="3156585" y="277421"/>
                  </a:lnTo>
                  <a:lnTo>
                    <a:pt x="3157211" y="280987"/>
                  </a:lnTo>
                  <a:lnTo>
                    <a:pt x="3157838" y="284468"/>
                  </a:lnTo>
                  <a:lnTo>
                    <a:pt x="3158465" y="287867"/>
                  </a:lnTo>
                  <a:lnTo>
                    <a:pt x="3159091" y="291181"/>
                  </a:lnTo>
                  <a:lnTo>
                    <a:pt x="3159718" y="294420"/>
                  </a:lnTo>
                  <a:lnTo>
                    <a:pt x="3160344" y="297604"/>
                  </a:lnTo>
                  <a:lnTo>
                    <a:pt x="3160971" y="300753"/>
                  </a:lnTo>
                  <a:lnTo>
                    <a:pt x="3161597" y="303876"/>
                  </a:lnTo>
                  <a:lnTo>
                    <a:pt x="3162224" y="307006"/>
                  </a:lnTo>
                  <a:lnTo>
                    <a:pt x="3162850" y="310140"/>
                  </a:lnTo>
                  <a:lnTo>
                    <a:pt x="3163477" y="313281"/>
                  </a:lnTo>
                  <a:lnTo>
                    <a:pt x="3164104" y="316443"/>
                  </a:lnTo>
                  <a:lnTo>
                    <a:pt x="3164730" y="319609"/>
                  </a:lnTo>
                  <a:lnTo>
                    <a:pt x="3165357" y="322773"/>
                  </a:lnTo>
                  <a:lnTo>
                    <a:pt x="3165983" y="325931"/>
                  </a:lnTo>
                  <a:lnTo>
                    <a:pt x="3166610" y="329055"/>
                  </a:lnTo>
                  <a:lnTo>
                    <a:pt x="3167236" y="332125"/>
                  </a:lnTo>
                  <a:lnTo>
                    <a:pt x="3167863" y="335147"/>
                  </a:lnTo>
                  <a:lnTo>
                    <a:pt x="3168489" y="338124"/>
                  </a:lnTo>
                  <a:lnTo>
                    <a:pt x="3169116" y="341030"/>
                  </a:lnTo>
                  <a:lnTo>
                    <a:pt x="3169743" y="343858"/>
                  </a:lnTo>
                  <a:lnTo>
                    <a:pt x="3170369" y="346576"/>
                  </a:lnTo>
                  <a:lnTo>
                    <a:pt x="3170996" y="349141"/>
                  </a:lnTo>
                  <a:lnTo>
                    <a:pt x="3171622" y="351514"/>
                  </a:lnTo>
                  <a:lnTo>
                    <a:pt x="3172249" y="353682"/>
                  </a:lnTo>
                  <a:lnTo>
                    <a:pt x="3172875" y="355686"/>
                  </a:lnTo>
                  <a:lnTo>
                    <a:pt x="3173502" y="357546"/>
                  </a:lnTo>
                  <a:lnTo>
                    <a:pt x="3174128" y="359294"/>
                  </a:lnTo>
                  <a:lnTo>
                    <a:pt x="3174755" y="360976"/>
                  </a:lnTo>
                  <a:lnTo>
                    <a:pt x="3175382" y="362616"/>
                  </a:lnTo>
                  <a:lnTo>
                    <a:pt x="3176008" y="364194"/>
                  </a:lnTo>
                  <a:lnTo>
                    <a:pt x="3176635" y="365731"/>
                  </a:lnTo>
                  <a:lnTo>
                    <a:pt x="3177261" y="367225"/>
                  </a:lnTo>
                  <a:lnTo>
                    <a:pt x="3177888" y="368650"/>
                  </a:lnTo>
                  <a:lnTo>
                    <a:pt x="3178514" y="370036"/>
                  </a:lnTo>
                  <a:lnTo>
                    <a:pt x="3179141" y="371404"/>
                  </a:lnTo>
                  <a:lnTo>
                    <a:pt x="3179767" y="372752"/>
                  </a:lnTo>
                  <a:lnTo>
                    <a:pt x="3180394" y="374071"/>
                  </a:lnTo>
                  <a:lnTo>
                    <a:pt x="3181021" y="375374"/>
                  </a:lnTo>
                  <a:lnTo>
                    <a:pt x="3181647" y="376666"/>
                  </a:lnTo>
                  <a:lnTo>
                    <a:pt x="3182274" y="377967"/>
                  </a:lnTo>
                  <a:lnTo>
                    <a:pt x="3182900" y="379280"/>
                  </a:lnTo>
                  <a:lnTo>
                    <a:pt x="3183527" y="380596"/>
                  </a:lnTo>
                  <a:lnTo>
                    <a:pt x="3184153" y="381897"/>
                  </a:lnTo>
                  <a:lnTo>
                    <a:pt x="3184780" y="383201"/>
                  </a:lnTo>
                  <a:lnTo>
                    <a:pt x="3185406" y="384499"/>
                  </a:lnTo>
                  <a:lnTo>
                    <a:pt x="3186033" y="385794"/>
                  </a:lnTo>
                  <a:lnTo>
                    <a:pt x="3186660" y="387084"/>
                  </a:lnTo>
                  <a:lnTo>
                    <a:pt x="3187286" y="388383"/>
                  </a:lnTo>
                  <a:lnTo>
                    <a:pt x="3187913" y="389697"/>
                  </a:lnTo>
                  <a:lnTo>
                    <a:pt x="3188539" y="391049"/>
                  </a:lnTo>
                  <a:lnTo>
                    <a:pt x="3189166" y="392446"/>
                  </a:lnTo>
                  <a:lnTo>
                    <a:pt x="3189792" y="393914"/>
                  </a:lnTo>
                  <a:lnTo>
                    <a:pt x="3190419" y="395458"/>
                  </a:lnTo>
                  <a:lnTo>
                    <a:pt x="3191045" y="397120"/>
                  </a:lnTo>
                  <a:lnTo>
                    <a:pt x="3191672" y="398908"/>
                  </a:lnTo>
                  <a:lnTo>
                    <a:pt x="3192299" y="400814"/>
                  </a:lnTo>
                  <a:lnTo>
                    <a:pt x="3192925" y="402856"/>
                  </a:lnTo>
                  <a:lnTo>
                    <a:pt x="3193552" y="405024"/>
                  </a:lnTo>
                  <a:lnTo>
                    <a:pt x="3194178" y="407296"/>
                  </a:lnTo>
                  <a:lnTo>
                    <a:pt x="3194805" y="409691"/>
                  </a:lnTo>
                  <a:lnTo>
                    <a:pt x="3195431" y="412219"/>
                  </a:lnTo>
                  <a:lnTo>
                    <a:pt x="3196058" y="414873"/>
                  </a:lnTo>
                  <a:lnTo>
                    <a:pt x="3196684" y="417645"/>
                  </a:lnTo>
                  <a:lnTo>
                    <a:pt x="3197311" y="420481"/>
                  </a:lnTo>
                  <a:lnTo>
                    <a:pt x="3197938" y="423354"/>
                  </a:lnTo>
                  <a:lnTo>
                    <a:pt x="3198564" y="426246"/>
                  </a:lnTo>
                  <a:lnTo>
                    <a:pt x="3199191" y="429149"/>
                  </a:lnTo>
                  <a:lnTo>
                    <a:pt x="3199817" y="432035"/>
                  </a:lnTo>
                  <a:lnTo>
                    <a:pt x="3200444" y="434873"/>
                  </a:lnTo>
                  <a:lnTo>
                    <a:pt x="3201070" y="437626"/>
                  </a:lnTo>
                  <a:lnTo>
                    <a:pt x="3201697" y="440270"/>
                  </a:lnTo>
                  <a:lnTo>
                    <a:pt x="3202323" y="442777"/>
                  </a:lnTo>
                  <a:lnTo>
                    <a:pt x="3202950" y="445141"/>
                  </a:lnTo>
                  <a:lnTo>
                    <a:pt x="3203577" y="447380"/>
                  </a:lnTo>
                  <a:lnTo>
                    <a:pt x="3204203" y="449525"/>
                  </a:lnTo>
                  <a:lnTo>
                    <a:pt x="3204830" y="451606"/>
                  </a:lnTo>
                  <a:lnTo>
                    <a:pt x="3205456" y="453665"/>
                  </a:lnTo>
                  <a:lnTo>
                    <a:pt x="3206083" y="455727"/>
                  </a:lnTo>
                  <a:lnTo>
                    <a:pt x="3206709" y="457798"/>
                  </a:lnTo>
                  <a:lnTo>
                    <a:pt x="3207336" y="459881"/>
                  </a:lnTo>
                  <a:lnTo>
                    <a:pt x="3207962" y="461987"/>
                  </a:lnTo>
                  <a:lnTo>
                    <a:pt x="3208589" y="464107"/>
                  </a:lnTo>
                  <a:lnTo>
                    <a:pt x="3209216" y="466252"/>
                  </a:lnTo>
                  <a:lnTo>
                    <a:pt x="3209842" y="468449"/>
                  </a:lnTo>
                  <a:lnTo>
                    <a:pt x="3210469" y="470685"/>
                  </a:lnTo>
                  <a:lnTo>
                    <a:pt x="3211095" y="472961"/>
                  </a:lnTo>
                  <a:lnTo>
                    <a:pt x="3211722" y="475310"/>
                  </a:lnTo>
                  <a:lnTo>
                    <a:pt x="3212348" y="477778"/>
                  </a:lnTo>
                  <a:lnTo>
                    <a:pt x="3212975" y="480383"/>
                  </a:lnTo>
                  <a:lnTo>
                    <a:pt x="3213601" y="483153"/>
                  </a:lnTo>
                  <a:lnTo>
                    <a:pt x="3214228" y="486053"/>
                  </a:lnTo>
                  <a:lnTo>
                    <a:pt x="3214855" y="489079"/>
                  </a:lnTo>
                  <a:lnTo>
                    <a:pt x="3215481" y="492261"/>
                  </a:lnTo>
                  <a:lnTo>
                    <a:pt x="3216108" y="495603"/>
                  </a:lnTo>
                  <a:lnTo>
                    <a:pt x="3216734" y="499126"/>
                  </a:lnTo>
                  <a:lnTo>
                    <a:pt x="3217361" y="502856"/>
                  </a:lnTo>
                  <a:lnTo>
                    <a:pt x="3217987" y="506836"/>
                  </a:lnTo>
                  <a:lnTo>
                    <a:pt x="3218614" y="511043"/>
                  </a:lnTo>
                  <a:lnTo>
                    <a:pt x="3219240" y="515471"/>
                  </a:lnTo>
                  <a:lnTo>
                    <a:pt x="3219867" y="520118"/>
                  </a:lnTo>
                  <a:lnTo>
                    <a:pt x="3220494" y="524973"/>
                  </a:lnTo>
                  <a:lnTo>
                    <a:pt x="3221120" y="530014"/>
                  </a:lnTo>
                  <a:lnTo>
                    <a:pt x="3221747" y="535243"/>
                  </a:lnTo>
                  <a:lnTo>
                    <a:pt x="3222373" y="540635"/>
                  </a:lnTo>
                  <a:lnTo>
                    <a:pt x="3223000" y="546170"/>
                  </a:lnTo>
                  <a:lnTo>
                    <a:pt x="3223626" y="551848"/>
                  </a:lnTo>
                  <a:lnTo>
                    <a:pt x="3224253" y="557695"/>
                  </a:lnTo>
                  <a:lnTo>
                    <a:pt x="3224879" y="563678"/>
                  </a:lnTo>
                  <a:lnTo>
                    <a:pt x="3225506" y="569823"/>
                  </a:lnTo>
                  <a:lnTo>
                    <a:pt x="3226133" y="576130"/>
                  </a:lnTo>
                  <a:lnTo>
                    <a:pt x="3226759" y="582582"/>
                  </a:lnTo>
                  <a:lnTo>
                    <a:pt x="3227386" y="589125"/>
                  </a:lnTo>
                  <a:lnTo>
                    <a:pt x="3228012" y="595787"/>
                  </a:lnTo>
                  <a:lnTo>
                    <a:pt x="3228639" y="602571"/>
                  </a:lnTo>
                  <a:lnTo>
                    <a:pt x="3229265" y="609545"/>
                  </a:lnTo>
                  <a:lnTo>
                    <a:pt x="3229892" y="616715"/>
                  </a:lnTo>
                  <a:lnTo>
                    <a:pt x="3230518" y="624110"/>
                  </a:lnTo>
                  <a:lnTo>
                    <a:pt x="3231145" y="631687"/>
                  </a:lnTo>
                  <a:lnTo>
                    <a:pt x="3231772" y="639480"/>
                  </a:lnTo>
                  <a:lnTo>
                    <a:pt x="3232398" y="647485"/>
                  </a:lnTo>
                  <a:lnTo>
                    <a:pt x="3233025" y="655717"/>
                  </a:lnTo>
                  <a:lnTo>
                    <a:pt x="3233651" y="664199"/>
                  </a:lnTo>
                  <a:lnTo>
                    <a:pt x="3234278" y="672945"/>
                  </a:lnTo>
                  <a:lnTo>
                    <a:pt x="3234904" y="681953"/>
                  </a:lnTo>
                  <a:lnTo>
                    <a:pt x="3235531" y="691204"/>
                  </a:lnTo>
                  <a:lnTo>
                    <a:pt x="3236157" y="700679"/>
                  </a:lnTo>
                  <a:lnTo>
                    <a:pt x="3236784" y="710333"/>
                  </a:lnTo>
                  <a:lnTo>
                    <a:pt x="3237411" y="720112"/>
                  </a:lnTo>
                  <a:lnTo>
                    <a:pt x="3238037" y="729980"/>
                  </a:lnTo>
                  <a:lnTo>
                    <a:pt x="3238664" y="739911"/>
                  </a:lnTo>
                  <a:lnTo>
                    <a:pt x="3239290" y="749900"/>
                  </a:lnTo>
                  <a:lnTo>
                    <a:pt x="3239917" y="759924"/>
                  </a:lnTo>
                  <a:lnTo>
                    <a:pt x="3240543" y="770011"/>
                  </a:lnTo>
                  <a:lnTo>
                    <a:pt x="3241170" y="780130"/>
                  </a:lnTo>
                  <a:lnTo>
                    <a:pt x="3241796" y="790259"/>
                  </a:lnTo>
                  <a:lnTo>
                    <a:pt x="3242423" y="800394"/>
                  </a:lnTo>
                  <a:lnTo>
                    <a:pt x="3243050" y="810532"/>
                  </a:lnTo>
                  <a:lnTo>
                    <a:pt x="3243676" y="820668"/>
                  </a:lnTo>
                  <a:lnTo>
                    <a:pt x="3244303" y="830760"/>
                  </a:lnTo>
                  <a:lnTo>
                    <a:pt x="3244929" y="840763"/>
                  </a:lnTo>
                  <a:lnTo>
                    <a:pt x="3245556" y="850656"/>
                  </a:lnTo>
                  <a:lnTo>
                    <a:pt x="3246182" y="860470"/>
                  </a:lnTo>
                  <a:lnTo>
                    <a:pt x="3246809" y="870225"/>
                  </a:lnTo>
                  <a:lnTo>
                    <a:pt x="3247435" y="879877"/>
                  </a:lnTo>
                  <a:lnTo>
                    <a:pt x="3248062" y="889446"/>
                  </a:lnTo>
                  <a:lnTo>
                    <a:pt x="3248689" y="898894"/>
                  </a:lnTo>
                  <a:lnTo>
                    <a:pt x="3249315" y="908203"/>
                  </a:lnTo>
                  <a:lnTo>
                    <a:pt x="3249942" y="917294"/>
                  </a:lnTo>
                  <a:lnTo>
                    <a:pt x="3250568" y="926162"/>
                  </a:lnTo>
                  <a:lnTo>
                    <a:pt x="3251195" y="934797"/>
                  </a:lnTo>
                  <a:lnTo>
                    <a:pt x="3251821" y="943201"/>
                  </a:lnTo>
                  <a:lnTo>
                    <a:pt x="3252448" y="951375"/>
                  </a:lnTo>
                  <a:lnTo>
                    <a:pt x="3253074" y="959304"/>
                  </a:lnTo>
                  <a:lnTo>
                    <a:pt x="3253701" y="966943"/>
                  </a:lnTo>
                  <a:lnTo>
                    <a:pt x="3254328" y="974312"/>
                  </a:lnTo>
                  <a:lnTo>
                    <a:pt x="3254954" y="981409"/>
                  </a:lnTo>
                  <a:lnTo>
                    <a:pt x="3255581" y="988216"/>
                  </a:lnTo>
                  <a:lnTo>
                    <a:pt x="3256207" y="994702"/>
                  </a:lnTo>
                  <a:lnTo>
                    <a:pt x="3256834" y="1000876"/>
                  </a:lnTo>
                  <a:lnTo>
                    <a:pt x="3257460" y="1006682"/>
                  </a:lnTo>
                  <a:lnTo>
                    <a:pt x="3258087" y="1012098"/>
                  </a:lnTo>
                  <a:lnTo>
                    <a:pt x="3258713" y="1017102"/>
                  </a:lnTo>
                  <a:lnTo>
                    <a:pt x="3259340" y="1021738"/>
                  </a:lnTo>
                  <a:lnTo>
                    <a:pt x="3259967" y="1026047"/>
                  </a:lnTo>
                  <a:lnTo>
                    <a:pt x="3260593" y="1030039"/>
                  </a:lnTo>
                  <a:lnTo>
                    <a:pt x="3261220" y="1033714"/>
                  </a:lnTo>
                  <a:lnTo>
                    <a:pt x="3261846" y="1037072"/>
                  </a:lnTo>
                  <a:lnTo>
                    <a:pt x="3262473" y="1040104"/>
                  </a:lnTo>
                  <a:lnTo>
                    <a:pt x="3263099" y="1042863"/>
                  </a:lnTo>
                  <a:lnTo>
                    <a:pt x="3263726" y="1045355"/>
                  </a:lnTo>
                  <a:lnTo>
                    <a:pt x="3264352" y="1047585"/>
                  </a:lnTo>
                  <a:lnTo>
                    <a:pt x="3264979" y="1049556"/>
                  </a:lnTo>
                  <a:lnTo>
                    <a:pt x="3265606" y="1051290"/>
                  </a:lnTo>
                  <a:lnTo>
                    <a:pt x="3266232" y="1052809"/>
                  </a:lnTo>
                  <a:lnTo>
                    <a:pt x="3266859" y="1054145"/>
                  </a:lnTo>
                  <a:lnTo>
                    <a:pt x="3267485" y="1055304"/>
                  </a:lnTo>
                  <a:lnTo>
                    <a:pt x="3268112" y="1056304"/>
                  </a:lnTo>
                  <a:lnTo>
                    <a:pt x="3268738" y="1057162"/>
                  </a:lnTo>
                  <a:lnTo>
                    <a:pt x="3269365" y="1057865"/>
                  </a:lnTo>
                  <a:lnTo>
                    <a:pt x="3269991" y="1058433"/>
                  </a:lnTo>
                  <a:lnTo>
                    <a:pt x="3270618" y="1058871"/>
                  </a:lnTo>
                  <a:lnTo>
                    <a:pt x="3271245" y="1059190"/>
                  </a:lnTo>
                  <a:lnTo>
                    <a:pt x="3271871" y="1059432"/>
                  </a:lnTo>
                  <a:lnTo>
                    <a:pt x="3272498" y="1059610"/>
                  </a:lnTo>
                  <a:lnTo>
                    <a:pt x="3273124" y="1059732"/>
                  </a:lnTo>
                  <a:lnTo>
                    <a:pt x="3273751" y="1059813"/>
                  </a:lnTo>
                  <a:lnTo>
                    <a:pt x="3274377" y="1059854"/>
                  </a:lnTo>
                  <a:lnTo>
                    <a:pt x="3275004" y="1059826"/>
                  </a:lnTo>
                  <a:lnTo>
                    <a:pt x="3275630" y="1059713"/>
                  </a:lnTo>
                  <a:lnTo>
                    <a:pt x="3276257" y="1059500"/>
                  </a:lnTo>
                  <a:lnTo>
                    <a:pt x="3276884" y="1059236"/>
                  </a:lnTo>
                  <a:lnTo>
                    <a:pt x="3277510" y="1058911"/>
                  </a:lnTo>
                  <a:lnTo>
                    <a:pt x="3278137" y="1058496"/>
                  </a:lnTo>
                  <a:lnTo>
                    <a:pt x="3278763" y="1057966"/>
                  </a:lnTo>
                  <a:lnTo>
                    <a:pt x="3279390" y="1057346"/>
                  </a:lnTo>
                  <a:lnTo>
                    <a:pt x="3280016" y="1056613"/>
                  </a:lnTo>
                  <a:lnTo>
                    <a:pt x="3280643" y="1055731"/>
                  </a:lnTo>
                  <a:lnTo>
                    <a:pt x="3281269" y="1054717"/>
                  </a:lnTo>
                  <a:lnTo>
                    <a:pt x="3281896" y="1053594"/>
                  </a:lnTo>
                  <a:lnTo>
                    <a:pt x="3282523" y="1052394"/>
                  </a:lnTo>
                  <a:lnTo>
                    <a:pt x="3283149" y="1051119"/>
                  </a:lnTo>
                  <a:lnTo>
                    <a:pt x="3283776" y="1049742"/>
                  </a:lnTo>
                  <a:lnTo>
                    <a:pt x="3284402" y="1048266"/>
                  </a:lnTo>
                  <a:lnTo>
                    <a:pt x="3285029" y="1046706"/>
                  </a:lnTo>
                  <a:lnTo>
                    <a:pt x="3285655" y="1045079"/>
                  </a:lnTo>
                  <a:lnTo>
                    <a:pt x="3286282" y="1043370"/>
                  </a:lnTo>
                  <a:lnTo>
                    <a:pt x="3286908" y="1041560"/>
                  </a:lnTo>
                  <a:lnTo>
                    <a:pt x="3287535" y="1039664"/>
                  </a:lnTo>
                  <a:lnTo>
                    <a:pt x="3288162" y="1037674"/>
                  </a:lnTo>
                  <a:lnTo>
                    <a:pt x="3288788" y="1035564"/>
                  </a:lnTo>
                  <a:lnTo>
                    <a:pt x="3289415" y="1033331"/>
                  </a:lnTo>
                  <a:lnTo>
                    <a:pt x="3290041" y="1031018"/>
                  </a:lnTo>
                  <a:lnTo>
                    <a:pt x="3290668" y="1028621"/>
                  </a:lnTo>
                  <a:lnTo>
                    <a:pt x="3291294" y="1026128"/>
                  </a:lnTo>
                  <a:lnTo>
                    <a:pt x="3291921" y="1023461"/>
                  </a:lnTo>
                  <a:lnTo>
                    <a:pt x="3292547" y="1020643"/>
                  </a:lnTo>
                  <a:lnTo>
                    <a:pt x="3293174" y="1017651"/>
                  </a:lnTo>
                  <a:lnTo>
                    <a:pt x="3293801" y="1014519"/>
                  </a:lnTo>
                  <a:lnTo>
                    <a:pt x="3294427" y="1011245"/>
                  </a:lnTo>
                  <a:lnTo>
                    <a:pt x="3295054" y="1007834"/>
                  </a:lnTo>
                  <a:lnTo>
                    <a:pt x="3295680" y="1004296"/>
                  </a:lnTo>
                  <a:lnTo>
                    <a:pt x="3296307" y="1000619"/>
                  </a:lnTo>
                  <a:lnTo>
                    <a:pt x="3296933" y="996823"/>
                  </a:lnTo>
                  <a:lnTo>
                    <a:pt x="3297560" y="992888"/>
                  </a:lnTo>
                  <a:lnTo>
                    <a:pt x="3298186" y="988802"/>
                  </a:lnTo>
                  <a:lnTo>
                    <a:pt x="3298813" y="984554"/>
                  </a:lnTo>
                  <a:lnTo>
                    <a:pt x="3299440" y="980142"/>
                  </a:lnTo>
                  <a:lnTo>
                    <a:pt x="3300066" y="975570"/>
                  </a:lnTo>
                  <a:lnTo>
                    <a:pt x="3300693" y="970842"/>
                  </a:lnTo>
                  <a:lnTo>
                    <a:pt x="3301319" y="965985"/>
                  </a:lnTo>
                  <a:lnTo>
                    <a:pt x="3301946" y="960976"/>
                  </a:lnTo>
                  <a:lnTo>
                    <a:pt x="3302572" y="955846"/>
                  </a:lnTo>
                  <a:lnTo>
                    <a:pt x="3303199" y="950589"/>
                  </a:lnTo>
                  <a:lnTo>
                    <a:pt x="3303825" y="945181"/>
                  </a:lnTo>
                  <a:lnTo>
                    <a:pt x="3304452" y="939594"/>
                  </a:lnTo>
                  <a:lnTo>
                    <a:pt x="3305079" y="933844"/>
                  </a:lnTo>
                  <a:lnTo>
                    <a:pt x="3305705" y="927941"/>
                  </a:lnTo>
                  <a:lnTo>
                    <a:pt x="3306332" y="921883"/>
                  </a:lnTo>
                  <a:lnTo>
                    <a:pt x="3306958" y="915736"/>
                  </a:lnTo>
                  <a:lnTo>
                    <a:pt x="3307585" y="909542"/>
                  </a:lnTo>
                  <a:lnTo>
                    <a:pt x="3308211" y="903338"/>
                  </a:lnTo>
                  <a:lnTo>
                    <a:pt x="3308838" y="897101"/>
                  </a:lnTo>
                  <a:lnTo>
                    <a:pt x="3309464" y="890807"/>
                  </a:lnTo>
                  <a:lnTo>
                    <a:pt x="3310091" y="884496"/>
                  </a:lnTo>
                  <a:lnTo>
                    <a:pt x="3310718" y="878191"/>
                  </a:lnTo>
                  <a:lnTo>
                    <a:pt x="3311344" y="871903"/>
                  </a:lnTo>
                  <a:lnTo>
                    <a:pt x="3311971" y="865632"/>
                  </a:lnTo>
                  <a:lnTo>
                    <a:pt x="3312597" y="859450"/>
                  </a:lnTo>
                  <a:lnTo>
                    <a:pt x="3313224" y="853358"/>
                  </a:lnTo>
                  <a:lnTo>
                    <a:pt x="3313850" y="847364"/>
                  </a:lnTo>
                  <a:lnTo>
                    <a:pt x="3314477" y="841421"/>
                  </a:lnTo>
                  <a:lnTo>
                    <a:pt x="3315103" y="835525"/>
                  </a:lnTo>
                  <a:lnTo>
                    <a:pt x="3315730" y="829701"/>
                  </a:lnTo>
                  <a:lnTo>
                    <a:pt x="3316357" y="823961"/>
                  </a:lnTo>
                  <a:lnTo>
                    <a:pt x="3316983" y="818298"/>
                  </a:lnTo>
                  <a:lnTo>
                    <a:pt x="3317610" y="812738"/>
                  </a:lnTo>
                  <a:lnTo>
                    <a:pt x="3318236" y="807310"/>
                  </a:lnTo>
                  <a:lnTo>
                    <a:pt x="3318863" y="802054"/>
                  </a:lnTo>
                  <a:lnTo>
                    <a:pt x="3319489" y="796978"/>
                  </a:lnTo>
                  <a:lnTo>
                    <a:pt x="3320116" y="792085"/>
                  </a:lnTo>
                  <a:lnTo>
                    <a:pt x="3320742" y="787398"/>
                  </a:lnTo>
                  <a:lnTo>
                    <a:pt x="3321369" y="782954"/>
                  </a:lnTo>
                  <a:lnTo>
                    <a:pt x="3321996" y="778729"/>
                  </a:lnTo>
                  <a:lnTo>
                    <a:pt x="3322622" y="774711"/>
                  </a:lnTo>
                  <a:lnTo>
                    <a:pt x="3323249" y="770899"/>
                  </a:lnTo>
                  <a:lnTo>
                    <a:pt x="3323875" y="767321"/>
                  </a:lnTo>
                  <a:lnTo>
                    <a:pt x="3324502" y="763966"/>
                  </a:lnTo>
                  <a:lnTo>
                    <a:pt x="3325128" y="760867"/>
                  </a:lnTo>
                  <a:lnTo>
                    <a:pt x="3325755" y="757998"/>
                  </a:lnTo>
                  <a:lnTo>
                    <a:pt x="3326381" y="755341"/>
                  </a:lnTo>
                  <a:lnTo>
                    <a:pt x="3327008" y="752898"/>
                  </a:lnTo>
                  <a:lnTo>
                    <a:pt x="3327635" y="750623"/>
                  </a:lnTo>
                  <a:lnTo>
                    <a:pt x="3328261" y="748512"/>
                  </a:lnTo>
                  <a:lnTo>
                    <a:pt x="3328888" y="746546"/>
                  </a:lnTo>
                  <a:lnTo>
                    <a:pt x="3329514" y="744712"/>
                  </a:lnTo>
                  <a:lnTo>
                    <a:pt x="3330141" y="742993"/>
                  </a:lnTo>
                  <a:lnTo>
                    <a:pt x="3330767" y="741372"/>
                  </a:lnTo>
                  <a:lnTo>
                    <a:pt x="3331394" y="739834"/>
                  </a:lnTo>
                  <a:lnTo>
                    <a:pt x="3332020" y="738366"/>
                  </a:lnTo>
                  <a:lnTo>
                    <a:pt x="3332647" y="736951"/>
                  </a:lnTo>
                  <a:lnTo>
                    <a:pt x="3333273" y="735577"/>
                  </a:lnTo>
                  <a:lnTo>
                    <a:pt x="3333900" y="734237"/>
                  </a:lnTo>
                  <a:lnTo>
                    <a:pt x="3334527" y="732858"/>
                  </a:lnTo>
                  <a:lnTo>
                    <a:pt x="3335153" y="731420"/>
                  </a:lnTo>
                  <a:lnTo>
                    <a:pt x="3335780" y="729940"/>
                  </a:lnTo>
                  <a:lnTo>
                    <a:pt x="3336406" y="728404"/>
                  </a:lnTo>
                  <a:lnTo>
                    <a:pt x="3337033" y="726802"/>
                  </a:lnTo>
                  <a:lnTo>
                    <a:pt x="3337659" y="725137"/>
                  </a:lnTo>
                  <a:lnTo>
                    <a:pt x="3338286" y="723405"/>
                  </a:lnTo>
                  <a:lnTo>
                    <a:pt x="3338912" y="721574"/>
                  </a:lnTo>
                  <a:lnTo>
                    <a:pt x="3339539" y="719602"/>
                  </a:lnTo>
                  <a:lnTo>
                    <a:pt x="3340166" y="717476"/>
                  </a:lnTo>
                  <a:lnTo>
                    <a:pt x="3340792" y="715211"/>
                  </a:lnTo>
                  <a:lnTo>
                    <a:pt x="3341419" y="712864"/>
                  </a:lnTo>
                  <a:lnTo>
                    <a:pt x="3342045" y="710401"/>
                  </a:lnTo>
                  <a:lnTo>
                    <a:pt x="3342672" y="707825"/>
                  </a:lnTo>
                  <a:lnTo>
                    <a:pt x="3343298" y="705126"/>
                  </a:lnTo>
                  <a:lnTo>
                    <a:pt x="3343925" y="702328"/>
                  </a:lnTo>
                  <a:lnTo>
                    <a:pt x="3344551" y="699407"/>
                  </a:lnTo>
                  <a:lnTo>
                    <a:pt x="3345178" y="696351"/>
                  </a:lnTo>
                  <a:lnTo>
                    <a:pt x="3345805" y="693187"/>
                  </a:lnTo>
                  <a:lnTo>
                    <a:pt x="3346431" y="689981"/>
                  </a:lnTo>
                  <a:lnTo>
                    <a:pt x="3347058" y="686728"/>
                  </a:lnTo>
                  <a:lnTo>
                    <a:pt x="3347684" y="683455"/>
                  </a:lnTo>
                  <a:lnTo>
                    <a:pt x="3348311" y="680176"/>
                  </a:lnTo>
                  <a:lnTo>
                    <a:pt x="3348937" y="676927"/>
                  </a:lnTo>
                  <a:lnTo>
                    <a:pt x="3349564" y="673700"/>
                  </a:lnTo>
                  <a:lnTo>
                    <a:pt x="3350190" y="670483"/>
                  </a:lnTo>
                  <a:lnTo>
                    <a:pt x="3350817" y="667288"/>
                  </a:lnTo>
                  <a:lnTo>
                    <a:pt x="3351444" y="664155"/>
                  </a:lnTo>
                  <a:lnTo>
                    <a:pt x="3352070" y="661112"/>
                  </a:lnTo>
                  <a:lnTo>
                    <a:pt x="3352697" y="658209"/>
                  </a:lnTo>
                  <a:lnTo>
                    <a:pt x="3353323" y="655447"/>
                  </a:lnTo>
                  <a:lnTo>
                    <a:pt x="3353950" y="652837"/>
                  </a:lnTo>
                  <a:lnTo>
                    <a:pt x="3354576" y="650396"/>
                  </a:lnTo>
                  <a:lnTo>
                    <a:pt x="3355203" y="648119"/>
                  </a:lnTo>
                  <a:lnTo>
                    <a:pt x="3355829" y="645987"/>
                  </a:lnTo>
                  <a:lnTo>
                    <a:pt x="3356456" y="644006"/>
                  </a:lnTo>
                  <a:lnTo>
                    <a:pt x="3357083" y="642164"/>
                  </a:lnTo>
                  <a:lnTo>
                    <a:pt x="3357709" y="640486"/>
                  </a:lnTo>
                  <a:lnTo>
                    <a:pt x="3358336" y="638967"/>
                  </a:lnTo>
                  <a:lnTo>
                    <a:pt x="3358962" y="637607"/>
                  </a:lnTo>
                  <a:lnTo>
                    <a:pt x="3359589" y="636433"/>
                  </a:lnTo>
                  <a:lnTo>
                    <a:pt x="3360215" y="635490"/>
                  </a:lnTo>
                  <a:lnTo>
                    <a:pt x="3360842" y="634790"/>
                  </a:lnTo>
                  <a:lnTo>
                    <a:pt x="3361468" y="634332"/>
                  </a:lnTo>
                  <a:lnTo>
                    <a:pt x="3362095" y="634121"/>
                  </a:lnTo>
                  <a:lnTo>
                    <a:pt x="3362722" y="634180"/>
                  </a:lnTo>
                  <a:lnTo>
                    <a:pt x="3363348" y="634532"/>
                  </a:lnTo>
                  <a:lnTo>
                    <a:pt x="3363975" y="635157"/>
                  </a:lnTo>
                  <a:lnTo>
                    <a:pt x="3364601" y="636077"/>
                  </a:lnTo>
                  <a:lnTo>
                    <a:pt x="3365228" y="637297"/>
                  </a:lnTo>
                  <a:lnTo>
                    <a:pt x="3365854" y="638797"/>
                  </a:lnTo>
                  <a:lnTo>
                    <a:pt x="3366481" y="640608"/>
                  </a:lnTo>
                  <a:lnTo>
                    <a:pt x="3367107" y="642727"/>
                  </a:lnTo>
                  <a:lnTo>
                    <a:pt x="3367734" y="645127"/>
                  </a:lnTo>
                  <a:lnTo>
                    <a:pt x="3368361" y="647779"/>
                  </a:lnTo>
                  <a:lnTo>
                    <a:pt x="3368987" y="650678"/>
                  </a:lnTo>
                  <a:lnTo>
                    <a:pt x="3369614" y="653765"/>
                  </a:lnTo>
                  <a:lnTo>
                    <a:pt x="3370240" y="657003"/>
                  </a:lnTo>
                  <a:lnTo>
                    <a:pt x="3370867" y="660359"/>
                  </a:lnTo>
                  <a:lnTo>
                    <a:pt x="3371493" y="663828"/>
                  </a:lnTo>
                  <a:lnTo>
                    <a:pt x="3372120" y="667406"/>
                  </a:lnTo>
                  <a:lnTo>
                    <a:pt x="3372746" y="671066"/>
                  </a:lnTo>
                  <a:lnTo>
                    <a:pt x="3373373" y="674791"/>
                  </a:lnTo>
                  <a:lnTo>
                    <a:pt x="3374000" y="678582"/>
                  </a:lnTo>
                  <a:lnTo>
                    <a:pt x="3374626" y="682438"/>
                  </a:lnTo>
                  <a:lnTo>
                    <a:pt x="3375253" y="686377"/>
                  </a:lnTo>
                  <a:lnTo>
                    <a:pt x="3375879" y="690398"/>
                  </a:lnTo>
                  <a:lnTo>
                    <a:pt x="3376506" y="694516"/>
                  </a:lnTo>
                  <a:lnTo>
                    <a:pt x="3377132" y="698772"/>
                  </a:lnTo>
                  <a:lnTo>
                    <a:pt x="3377759" y="703186"/>
                  </a:lnTo>
                  <a:lnTo>
                    <a:pt x="3378385" y="707719"/>
                  </a:lnTo>
                  <a:lnTo>
                    <a:pt x="3379012" y="712363"/>
                  </a:lnTo>
                  <a:lnTo>
                    <a:pt x="3379639" y="717095"/>
                  </a:lnTo>
                  <a:lnTo>
                    <a:pt x="3380265" y="721900"/>
                  </a:lnTo>
                  <a:lnTo>
                    <a:pt x="3380892" y="726761"/>
                  </a:lnTo>
                  <a:lnTo>
                    <a:pt x="3381518" y="731662"/>
                  </a:lnTo>
                  <a:lnTo>
                    <a:pt x="3382145" y="736600"/>
                  </a:lnTo>
                  <a:lnTo>
                    <a:pt x="3382771" y="741557"/>
                  </a:lnTo>
                  <a:lnTo>
                    <a:pt x="3383398" y="746488"/>
                  </a:lnTo>
                  <a:lnTo>
                    <a:pt x="3384024" y="751386"/>
                  </a:lnTo>
                  <a:lnTo>
                    <a:pt x="3384651" y="756210"/>
                  </a:lnTo>
                  <a:lnTo>
                    <a:pt x="3385278" y="760965"/>
                  </a:lnTo>
                  <a:lnTo>
                    <a:pt x="3385904" y="765653"/>
                  </a:lnTo>
                  <a:lnTo>
                    <a:pt x="3386531" y="770282"/>
                  </a:lnTo>
                  <a:lnTo>
                    <a:pt x="3387157" y="774854"/>
                  </a:lnTo>
                  <a:lnTo>
                    <a:pt x="3387784" y="779367"/>
                  </a:lnTo>
                  <a:lnTo>
                    <a:pt x="3388410" y="783836"/>
                  </a:lnTo>
                  <a:lnTo>
                    <a:pt x="3389037" y="788295"/>
                  </a:lnTo>
                  <a:lnTo>
                    <a:pt x="3389663" y="792696"/>
                  </a:lnTo>
                  <a:lnTo>
                    <a:pt x="3390290" y="797088"/>
                  </a:lnTo>
                  <a:lnTo>
                    <a:pt x="3390917" y="801490"/>
                  </a:lnTo>
                  <a:lnTo>
                    <a:pt x="3391543" y="805908"/>
                  </a:lnTo>
                  <a:lnTo>
                    <a:pt x="3392170" y="810320"/>
                  </a:lnTo>
                  <a:lnTo>
                    <a:pt x="3392796" y="814745"/>
                  </a:lnTo>
                  <a:lnTo>
                    <a:pt x="3393423" y="819169"/>
                  </a:lnTo>
                  <a:lnTo>
                    <a:pt x="3394049" y="823578"/>
                  </a:lnTo>
                  <a:lnTo>
                    <a:pt x="3394676" y="827956"/>
                  </a:lnTo>
                  <a:lnTo>
                    <a:pt x="3395302" y="832289"/>
                  </a:lnTo>
                  <a:lnTo>
                    <a:pt x="3395929" y="836598"/>
                  </a:lnTo>
                  <a:lnTo>
                    <a:pt x="3396556" y="840864"/>
                  </a:lnTo>
                  <a:lnTo>
                    <a:pt x="3397182" y="845111"/>
                  </a:lnTo>
                  <a:lnTo>
                    <a:pt x="3397809" y="849367"/>
                  </a:lnTo>
                  <a:lnTo>
                    <a:pt x="3398435" y="853635"/>
                  </a:lnTo>
                  <a:lnTo>
                    <a:pt x="3399062" y="857954"/>
                  </a:lnTo>
                  <a:lnTo>
                    <a:pt x="3399688" y="862305"/>
                  </a:lnTo>
                  <a:lnTo>
                    <a:pt x="3400315" y="866704"/>
                  </a:lnTo>
                  <a:lnTo>
                    <a:pt x="3400941" y="871141"/>
                  </a:lnTo>
                  <a:lnTo>
                    <a:pt x="3401568" y="875642"/>
                  </a:lnTo>
                  <a:lnTo>
                    <a:pt x="3402195" y="880232"/>
                  </a:lnTo>
                  <a:lnTo>
                    <a:pt x="3402821" y="884940"/>
                  </a:lnTo>
                  <a:lnTo>
                    <a:pt x="3403448" y="889779"/>
                  </a:lnTo>
                  <a:lnTo>
                    <a:pt x="3404074" y="894743"/>
                  </a:lnTo>
                  <a:lnTo>
                    <a:pt x="3404701" y="899843"/>
                  </a:lnTo>
                  <a:lnTo>
                    <a:pt x="3405327" y="905054"/>
                  </a:lnTo>
                  <a:lnTo>
                    <a:pt x="3405954" y="910390"/>
                  </a:lnTo>
                  <a:lnTo>
                    <a:pt x="3406580" y="915820"/>
                  </a:lnTo>
                  <a:lnTo>
                    <a:pt x="3407207" y="921306"/>
                  </a:lnTo>
                  <a:lnTo>
                    <a:pt x="3407834" y="926812"/>
                  </a:lnTo>
                  <a:lnTo>
                    <a:pt x="3408460" y="932305"/>
                  </a:lnTo>
                  <a:lnTo>
                    <a:pt x="3409087" y="937748"/>
                  </a:lnTo>
                  <a:lnTo>
                    <a:pt x="3409713" y="943105"/>
                  </a:lnTo>
                  <a:lnTo>
                    <a:pt x="3410340" y="948373"/>
                  </a:lnTo>
                  <a:lnTo>
                    <a:pt x="3410966" y="953551"/>
                  </a:lnTo>
                  <a:lnTo>
                    <a:pt x="3411593" y="958616"/>
                  </a:lnTo>
                  <a:lnTo>
                    <a:pt x="3412219" y="963555"/>
                  </a:lnTo>
                  <a:lnTo>
                    <a:pt x="3412846" y="968353"/>
                  </a:lnTo>
                  <a:lnTo>
                    <a:pt x="3413473" y="972977"/>
                  </a:lnTo>
                  <a:lnTo>
                    <a:pt x="3414099" y="977403"/>
                  </a:lnTo>
                  <a:lnTo>
                    <a:pt x="3414726" y="981623"/>
                  </a:lnTo>
                  <a:lnTo>
                    <a:pt x="3415352" y="985627"/>
                  </a:lnTo>
                  <a:lnTo>
                    <a:pt x="3415979" y="989394"/>
                  </a:lnTo>
                  <a:lnTo>
                    <a:pt x="3416605" y="992951"/>
                  </a:lnTo>
                  <a:lnTo>
                    <a:pt x="3417232" y="996312"/>
                  </a:lnTo>
                  <a:lnTo>
                    <a:pt x="3417858" y="999478"/>
                  </a:lnTo>
                  <a:lnTo>
                    <a:pt x="3418485" y="1002472"/>
                  </a:lnTo>
                  <a:lnTo>
                    <a:pt x="3419112" y="1005296"/>
                  </a:lnTo>
                  <a:lnTo>
                    <a:pt x="3419738" y="1007969"/>
                  </a:lnTo>
                  <a:lnTo>
                    <a:pt x="3420365" y="1010461"/>
                  </a:lnTo>
                  <a:lnTo>
                    <a:pt x="3420991" y="1012755"/>
                  </a:lnTo>
                  <a:lnTo>
                    <a:pt x="3421618" y="1014886"/>
                  </a:lnTo>
                  <a:lnTo>
                    <a:pt x="3422244" y="1016826"/>
                  </a:lnTo>
                  <a:lnTo>
                    <a:pt x="3422871" y="1018560"/>
                  </a:lnTo>
                  <a:lnTo>
                    <a:pt x="3423497" y="1020094"/>
                  </a:lnTo>
                  <a:lnTo>
                    <a:pt x="3424124" y="1021439"/>
                  </a:lnTo>
                  <a:lnTo>
                    <a:pt x="3424751" y="1022586"/>
                  </a:lnTo>
                  <a:lnTo>
                    <a:pt x="3425377" y="1023566"/>
                  </a:lnTo>
                  <a:lnTo>
                    <a:pt x="3426004" y="1024405"/>
                  </a:lnTo>
                  <a:lnTo>
                    <a:pt x="3426630" y="1025127"/>
                  </a:lnTo>
                  <a:lnTo>
                    <a:pt x="3427257" y="1025734"/>
                  </a:lnTo>
                  <a:lnTo>
                    <a:pt x="3427883" y="1026208"/>
                  </a:lnTo>
                  <a:lnTo>
                    <a:pt x="3428510" y="1026601"/>
                  </a:lnTo>
                  <a:lnTo>
                    <a:pt x="3429136" y="1026911"/>
                  </a:lnTo>
                  <a:lnTo>
                    <a:pt x="3429763" y="1027161"/>
                  </a:lnTo>
                  <a:lnTo>
                    <a:pt x="3430390" y="1027384"/>
                  </a:lnTo>
                  <a:lnTo>
                    <a:pt x="3431016" y="1027578"/>
                  </a:lnTo>
                  <a:lnTo>
                    <a:pt x="3431643" y="1027772"/>
                  </a:lnTo>
                  <a:lnTo>
                    <a:pt x="3432269" y="1027967"/>
                  </a:lnTo>
                  <a:lnTo>
                    <a:pt x="3432896" y="1028174"/>
                  </a:lnTo>
                  <a:lnTo>
                    <a:pt x="3433522" y="1028409"/>
                  </a:lnTo>
                  <a:lnTo>
                    <a:pt x="3434149" y="1028683"/>
                  </a:lnTo>
                  <a:lnTo>
                    <a:pt x="3434775" y="1029001"/>
                  </a:lnTo>
                  <a:lnTo>
                    <a:pt x="3435402" y="1029358"/>
                  </a:lnTo>
                  <a:lnTo>
                    <a:pt x="3436029" y="1029709"/>
                  </a:lnTo>
                  <a:lnTo>
                    <a:pt x="3436655" y="1030063"/>
                  </a:lnTo>
                  <a:lnTo>
                    <a:pt x="3437282" y="1030433"/>
                  </a:lnTo>
                  <a:lnTo>
                    <a:pt x="3437908" y="1030778"/>
                  </a:lnTo>
                  <a:lnTo>
                    <a:pt x="3438535" y="1031093"/>
                  </a:lnTo>
                  <a:lnTo>
                    <a:pt x="3439161" y="1031381"/>
                  </a:lnTo>
                  <a:lnTo>
                    <a:pt x="3439788" y="1031629"/>
                  </a:lnTo>
                  <a:lnTo>
                    <a:pt x="3440414" y="1031809"/>
                  </a:lnTo>
                  <a:lnTo>
                    <a:pt x="3441041" y="1031927"/>
                  </a:lnTo>
                  <a:lnTo>
                    <a:pt x="3441668" y="1032003"/>
                  </a:lnTo>
                  <a:lnTo>
                    <a:pt x="3442294" y="1032070"/>
                  </a:lnTo>
                  <a:lnTo>
                    <a:pt x="3442921" y="1032125"/>
                  </a:lnTo>
                  <a:lnTo>
                    <a:pt x="3443547" y="1032166"/>
                  </a:lnTo>
                  <a:lnTo>
                    <a:pt x="3444174" y="1032200"/>
                  </a:lnTo>
                  <a:lnTo>
                    <a:pt x="3444800" y="1032247"/>
                  </a:lnTo>
                  <a:lnTo>
                    <a:pt x="3445427" y="1032391"/>
                  </a:lnTo>
                  <a:lnTo>
                    <a:pt x="3446053" y="1032668"/>
                  </a:lnTo>
                  <a:lnTo>
                    <a:pt x="3446680" y="1033068"/>
                  </a:lnTo>
                  <a:lnTo>
                    <a:pt x="3447307" y="1033626"/>
                  </a:lnTo>
                  <a:lnTo>
                    <a:pt x="3447933" y="1034369"/>
                  </a:lnTo>
                  <a:lnTo>
                    <a:pt x="3448560" y="1035279"/>
                  </a:lnTo>
                  <a:lnTo>
                    <a:pt x="3449186" y="1036334"/>
                  </a:lnTo>
                  <a:lnTo>
                    <a:pt x="3449813" y="1037527"/>
                  </a:lnTo>
                  <a:lnTo>
                    <a:pt x="3450439" y="1038835"/>
                  </a:lnTo>
                  <a:lnTo>
                    <a:pt x="3451066" y="1040215"/>
                  </a:lnTo>
                  <a:lnTo>
                    <a:pt x="3451692" y="1041631"/>
                  </a:lnTo>
                  <a:lnTo>
                    <a:pt x="3452319" y="1043106"/>
                  </a:lnTo>
                  <a:lnTo>
                    <a:pt x="3452946" y="1044616"/>
                  </a:lnTo>
                  <a:lnTo>
                    <a:pt x="3453572" y="1046131"/>
                  </a:lnTo>
                  <a:lnTo>
                    <a:pt x="3454199" y="1047642"/>
                  </a:lnTo>
                  <a:lnTo>
                    <a:pt x="3454825" y="1049130"/>
                  </a:lnTo>
                  <a:lnTo>
                    <a:pt x="3455452" y="1050559"/>
                  </a:lnTo>
                  <a:lnTo>
                    <a:pt x="3456078" y="1051946"/>
                  </a:lnTo>
                  <a:lnTo>
                    <a:pt x="3456705" y="1053303"/>
                  </a:lnTo>
                  <a:lnTo>
                    <a:pt x="3457331" y="1054620"/>
                  </a:lnTo>
                  <a:lnTo>
                    <a:pt x="3457958" y="1055905"/>
                  </a:lnTo>
                  <a:lnTo>
                    <a:pt x="3458585" y="1057152"/>
                  </a:lnTo>
                  <a:lnTo>
                    <a:pt x="3459211" y="1058400"/>
                  </a:lnTo>
                  <a:lnTo>
                    <a:pt x="3459838" y="1059632"/>
                  </a:lnTo>
                  <a:lnTo>
                    <a:pt x="3460464" y="1060828"/>
                  </a:lnTo>
                  <a:lnTo>
                    <a:pt x="3461091" y="1061959"/>
                  </a:lnTo>
                  <a:lnTo>
                    <a:pt x="3461717" y="1063008"/>
                  </a:lnTo>
                  <a:lnTo>
                    <a:pt x="3462344" y="1063975"/>
                  </a:lnTo>
                  <a:lnTo>
                    <a:pt x="3462970" y="1064855"/>
                  </a:lnTo>
                  <a:lnTo>
                    <a:pt x="3463597" y="1065690"/>
                  </a:lnTo>
                  <a:lnTo>
                    <a:pt x="3464224" y="1066519"/>
                  </a:lnTo>
                  <a:lnTo>
                    <a:pt x="3464850" y="1067375"/>
                  </a:lnTo>
                  <a:lnTo>
                    <a:pt x="3465477" y="1068243"/>
                  </a:lnTo>
                  <a:lnTo>
                    <a:pt x="3466103" y="1069119"/>
                  </a:lnTo>
                  <a:lnTo>
                    <a:pt x="3466730" y="1070022"/>
                  </a:lnTo>
                  <a:lnTo>
                    <a:pt x="3467356" y="1070945"/>
                  </a:lnTo>
                  <a:lnTo>
                    <a:pt x="3467983" y="1071910"/>
                  </a:lnTo>
                  <a:lnTo>
                    <a:pt x="3468609" y="1072880"/>
                  </a:lnTo>
                  <a:lnTo>
                    <a:pt x="3469236" y="1073863"/>
                  </a:lnTo>
                  <a:lnTo>
                    <a:pt x="3469863" y="1074911"/>
                  </a:lnTo>
                  <a:lnTo>
                    <a:pt x="3470489" y="1076061"/>
                  </a:lnTo>
                  <a:lnTo>
                    <a:pt x="3471116" y="1077305"/>
                  </a:lnTo>
                  <a:lnTo>
                    <a:pt x="3471742" y="1078655"/>
                  </a:lnTo>
                  <a:lnTo>
                    <a:pt x="3472369" y="1080145"/>
                  </a:lnTo>
                  <a:lnTo>
                    <a:pt x="3472995" y="1081727"/>
                  </a:lnTo>
                  <a:lnTo>
                    <a:pt x="3473622" y="1083368"/>
                  </a:lnTo>
                  <a:lnTo>
                    <a:pt x="3474248" y="1085047"/>
                  </a:lnTo>
                  <a:lnTo>
                    <a:pt x="3474875" y="1086778"/>
                  </a:lnTo>
                  <a:lnTo>
                    <a:pt x="3475502" y="1088559"/>
                  </a:lnTo>
                  <a:lnTo>
                    <a:pt x="3476128" y="1090373"/>
                  </a:lnTo>
                  <a:lnTo>
                    <a:pt x="3476755" y="1092218"/>
                  </a:lnTo>
                  <a:lnTo>
                    <a:pt x="3477381" y="1094050"/>
                  </a:lnTo>
                  <a:lnTo>
                    <a:pt x="3478008" y="1095850"/>
                  </a:lnTo>
                  <a:lnTo>
                    <a:pt x="3478634" y="1097629"/>
                  </a:lnTo>
                  <a:lnTo>
                    <a:pt x="3479261" y="1099338"/>
                  </a:lnTo>
                  <a:lnTo>
                    <a:pt x="3479887" y="1100937"/>
                  </a:lnTo>
                  <a:lnTo>
                    <a:pt x="3480514" y="1102417"/>
                  </a:lnTo>
                  <a:lnTo>
                    <a:pt x="3481141" y="1103758"/>
                  </a:lnTo>
                  <a:lnTo>
                    <a:pt x="3481767" y="1104974"/>
                  </a:lnTo>
                  <a:lnTo>
                    <a:pt x="3482394" y="1106076"/>
                  </a:lnTo>
                  <a:lnTo>
                    <a:pt x="3483020" y="1107079"/>
                  </a:lnTo>
                  <a:lnTo>
                    <a:pt x="3483647" y="1108001"/>
                  </a:lnTo>
                  <a:lnTo>
                    <a:pt x="3484273" y="1108827"/>
                  </a:lnTo>
                  <a:lnTo>
                    <a:pt x="3484900" y="1109569"/>
                  </a:lnTo>
                  <a:lnTo>
                    <a:pt x="3485526" y="1110254"/>
                  </a:lnTo>
                  <a:lnTo>
                    <a:pt x="3486153" y="1110877"/>
                  </a:lnTo>
                  <a:lnTo>
                    <a:pt x="3486780" y="1111451"/>
                  </a:lnTo>
                  <a:lnTo>
                    <a:pt x="3487406" y="1112006"/>
                  </a:lnTo>
                  <a:lnTo>
                    <a:pt x="3488033" y="1112505"/>
                  </a:lnTo>
                  <a:lnTo>
                    <a:pt x="3488659" y="1112913"/>
                  </a:lnTo>
                  <a:lnTo>
                    <a:pt x="3489286" y="1113259"/>
                  </a:lnTo>
                  <a:lnTo>
                    <a:pt x="3489912" y="1113546"/>
                  </a:lnTo>
                  <a:lnTo>
                    <a:pt x="3490539" y="1113788"/>
                  </a:lnTo>
                  <a:lnTo>
                    <a:pt x="3491165" y="1113928"/>
                  </a:lnTo>
                  <a:lnTo>
                    <a:pt x="3491792" y="1113990"/>
                  </a:lnTo>
                  <a:lnTo>
                    <a:pt x="3492419" y="1113986"/>
                  </a:lnTo>
                  <a:lnTo>
                    <a:pt x="3493045" y="1113918"/>
                  </a:lnTo>
                  <a:lnTo>
                    <a:pt x="3493672" y="1113802"/>
                  </a:lnTo>
                  <a:lnTo>
                    <a:pt x="3494298" y="1113633"/>
                  </a:lnTo>
                  <a:lnTo>
                    <a:pt x="3494925" y="1113428"/>
                  </a:lnTo>
                  <a:lnTo>
                    <a:pt x="3495551" y="1113195"/>
                  </a:lnTo>
                  <a:lnTo>
                    <a:pt x="3496178" y="1112917"/>
                  </a:lnTo>
                  <a:lnTo>
                    <a:pt x="3496804" y="1112595"/>
                  </a:lnTo>
                  <a:lnTo>
                    <a:pt x="3497431" y="1112259"/>
                  </a:lnTo>
                  <a:lnTo>
                    <a:pt x="3498058" y="1111925"/>
                  </a:lnTo>
                  <a:lnTo>
                    <a:pt x="3498684" y="1111608"/>
                  </a:lnTo>
                  <a:lnTo>
                    <a:pt x="3499311" y="1111307"/>
                  </a:lnTo>
                  <a:lnTo>
                    <a:pt x="3499937" y="1111044"/>
                  </a:lnTo>
                  <a:lnTo>
                    <a:pt x="3500564" y="1110879"/>
                  </a:lnTo>
                  <a:lnTo>
                    <a:pt x="3501190" y="1110843"/>
                  </a:lnTo>
                  <a:lnTo>
                    <a:pt x="3501817" y="1110912"/>
                  </a:lnTo>
                  <a:lnTo>
                    <a:pt x="3502443" y="1111061"/>
                  </a:lnTo>
                  <a:lnTo>
                    <a:pt x="3503070" y="1111303"/>
                  </a:lnTo>
                  <a:lnTo>
                    <a:pt x="3503697" y="1111656"/>
                  </a:lnTo>
                  <a:lnTo>
                    <a:pt x="3504323" y="1112104"/>
                  </a:lnTo>
                  <a:lnTo>
                    <a:pt x="3504950" y="1112649"/>
                  </a:lnTo>
                  <a:lnTo>
                    <a:pt x="3505576" y="1113302"/>
                  </a:lnTo>
                  <a:lnTo>
                    <a:pt x="3506203" y="1114060"/>
                  </a:lnTo>
                  <a:lnTo>
                    <a:pt x="3506829" y="1114916"/>
                  </a:lnTo>
                  <a:lnTo>
                    <a:pt x="3507456" y="1115841"/>
                  </a:lnTo>
                  <a:lnTo>
                    <a:pt x="3508082" y="1116763"/>
                  </a:lnTo>
                  <a:lnTo>
                    <a:pt x="3508709" y="1117661"/>
                  </a:lnTo>
                  <a:lnTo>
                    <a:pt x="3509336" y="1118518"/>
                  </a:lnTo>
                  <a:lnTo>
                    <a:pt x="3509962" y="1119296"/>
                  </a:lnTo>
                  <a:lnTo>
                    <a:pt x="3510589" y="1119973"/>
                  </a:lnTo>
                  <a:lnTo>
                    <a:pt x="3511215" y="1120568"/>
                  </a:lnTo>
                  <a:lnTo>
                    <a:pt x="3511842" y="1121110"/>
                  </a:lnTo>
                  <a:lnTo>
                    <a:pt x="3512468" y="1121591"/>
                  </a:lnTo>
                  <a:lnTo>
                    <a:pt x="3513095" y="1122031"/>
                  </a:lnTo>
                  <a:lnTo>
                    <a:pt x="3513721" y="1122443"/>
                  </a:lnTo>
                  <a:lnTo>
                    <a:pt x="3514348" y="1122817"/>
                  </a:lnTo>
                  <a:lnTo>
                    <a:pt x="3514975" y="1123181"/>
                  </a:lnTo>
                  <a:lnTo>
                    <a:pt x="3515601" y="1123537"/>
                  </a:lnTo>
                  <a:lnTo>
                    <a:pt x="3516228" y="1123891"/>
                  </a:lnTo>
                  <a:lnTo>
                    <a:pt x="3516854" y="1124242"/>
                  </a:lnTo>
                  <a:lnTo>
                    <a:pt x="3517481" y="1124616"/>
                  </a:lnTo>
                  <a:lnTo>
                    <a:pt x="3518107" y="1125032"/>
                  </a:lnTo>
                  <a:lnTo>
                    <a:pt x="3518734" y="1125492"/>
                  </a:lnTo>
                  <a:lnTo>
                    <a:pt x="3519360" y="1126009"/>
                  </a:lnTo>
                  <a:lnTo>
                    <a:pt x="3519987" y="1126606"/>
                  </a:lnTo>
                  <a:lnTo>
                    <a:pt x="3520614" y="1127298"/>
                  </a:lnTo>
                  <a:lnTo>
                    <a:pt x="3521240" y="1128048"/>
                  </a:lnTo>
                  <a:lnTo>
                    <a:pt x="3521867" y="1128852"/>
                  </a:lnTo>
                  <a:lnTo>
                    <a:pt x="3522493" y="1129731"/>
                  </a:lnTo>
                  <a:lnTo>
                    <a:pt x="3523120" y="1130687"/>
                  </a:lnTo>
                  <a:lnTo>
                    <a:pt x="3523746" y="1131769"/>
                  </a:lnTo>
                  <a:lnTo>
                    <a:pt x="3524373" y="1132941"/>
                  </a:lnTo>
                  <a:lnTo>
                    <a:pt x="3524999" y="1134217"/>
                  </a:lnTo>
                  <a:lnTo>
                    <a:pt x="3525626" y="1135590"/>
                  </a:lnTo>
                  <a:lnTo>
                    <a:pt x="3526253" y="1137050"/>
                  </a:lnTo>
                  <a:lnTo>
                    <a:pt x="3526879" y="1138558"/>
                  </a:lnTo>
                  <a:lnTo>
                    <a:pt x="3527506" y="1140091"/>
                  </a:lnTo>
                  <a:lnTo>
                    <a:pt x="3528132" y="1141644"/>
                  </a:lnTo>
                  <a:lnTo>
                    <a:pt x="3528759" y="1143190"/>
                  </a:lnTo>
                  <a:lnTo>
                    <a:pt x="3529385" y="1144696"/>
                  </a:lnTo>
                  <a:lnTo>
                    <a:pt x="3530012" y="1146130"/>
                  </a:lnTo>
                  <a:lnTo>
                    <a:pt x="3530638" y="1147474"/>
                  </a:lnTo>
                  <a:lnTo>
                    <a:pt x="3531265" y="1148765"/>
                  </a:lnTo>
                  <a:lnTo>
                    <a:pt x="3531892" y="1149975"/>
                  </a:lnTo>
                  <a:lnTo>
                    <a:pt x="3532518" y="1151068"/>
                  </a:lnTo>
                  <a:lnTo>
                    <a:pt x="3533145" y="1151987"/>
                  </a:lnTo>
                  <a:lnTo>
                    <a:pt x="3533771" y="1152743"/>
                  </a:lnTo>
                  <a:lnTo>
                    <a:pt x="3534398" y="1153345"/>
                  </a:lnTo>
                  <a:lnTo>
                    <a:pt x="3535024" y="1153811"/>
                  </a:lnTo>
                  <a:lnTo>
                    <a:pt x="3535651" y="1154159"/>
                  </a:lnTo>
                  <a:lnTo>
                    <a:pt x="3536277" y="1154401"/>
                  </a:lnTo>
                  <a:lnTo>
                    <a:pt x="3536904" y="1154549"/>
                  </a:lnTo>
                  <a:lnTo>
                    <a:pt x="3537531" y="1154590"/>
                  </a:lnTo>
                  <a:lnTo>
                    <a:pt x="3538157" y="1154532"/>
                  </a:lnTo>
                  <a:lnTo>
                    <a:pt x="3538784" y="1154395"/>
                  </a:lnTo>
                  <a:lnTo>
                    <a:pt x="3539410" y="1154227"/>
                  </a:lnTo>
                  <a:lnTo>
                    <a:pt x="3540037" y="1154101"/>
                  </a:lnTo>
                  <a:lnTo>
                    <a:pt x="3540663" y="1154009"/>
                  </a:lnTo>
                  <a:lnTo>
                    <a:pt x="3541290" y="1153971"/>
                  </a:lnTo>
                  <a:lnTo>
                    <a:pt x="3541916" y="1154023"/>
                  </a:lnTo>
                  <a:lnTo>
                    <a:pt x="3542543" y="1154194"/>
                  </a:lnTo>
                  <a:lnTo>
                    <a:pt x="3543170" y="1154475"/>
                  </a:lnTo>
                  <a:lnTo>
                    <a:pt x="3543796" y="1154870"/>
                  </a:lnTo>
                  <a:lnTo>
                    <a:pt x="3544423" y="1155386"/>
                  </a:lnTo>
                  <a:lnTo>
                    <a:pt x="3545049" y="1156003"/>
                  </a:lnTo>
                  <a:lnTo>
                    <a:pt x="3545676" y="1156706"/>
                  </a:lnTo>
                  <a:lnTo>
                    <a:pt x="3546302" y="1157505"/>
                  </a:lnTo>
                  <a:lnTo>
                    <a:pt x="3546929" y="1158391"/>
                  </a:lnTo>
                  <a:lnTo>
                    <a:pt x="3547555" y="1159344"/>
                  </a:lnTo>
                  <a:lnTo>
                    <a:pt x="3548182" y="1160340"/>
                  </a:lnTo>
                  <a:lnTo>
                    <a:pt x="3548809" y="1161364"/>
                  </a:lnTo>
                  <a:lnTo>
                    <a:pt x="3549435" y="1162390"/>
                  </a:lnTo>
                  <a:lnTo>
                    <a:pt x="3550062" y="1163414"/>
                  </a:lnTo>
                  <a:lnTo>
                    <a:pt x="3550688" y="1164408"/>
                  </a:lnTo>
                  <a:lnTo>
                    <a:pt x="3551315" y="1165348"/>
                  </a:lnTo>
                  <a:lnTo>
                    <a:pt x="3551941" y="1166196"/>
                  </a:lnTo>
                  <a:lnTo>
                    <a:pt x="3552568" y="1166925"/>
                  </a:lnTo>
                  <a:lnTo>
                    <a:pt x="3553194" y="1167521"/>
                  </a:lnTo>
                  <a:lnTo>
                    <a:pt x="3553821" y="1167956"/>
                  </a:lnTo>
                  <a:lnTo>
                    <a:pt x="3554448" y="1168197"/>
                  </a:lnTo>
                  <a:lnTo>
                    <a:pt x="3555074" y="1168242"/>
                  </a:lnTo>
                  <a:lnTo>
                    <a:pt x="3555701" y="1168035"/>
                  </a:lnTo>
                  <a:lnTo>
                    <a:pt x="3556327" y="1167586"/>
                  </a:lnTo>
                  <a:lnTo>
                    <a:pt x="3556954" y="1166889"/>
                  </a:lnTo>
                  <a:lnTo>
                    <a:pt x="3557580" y="1165938"/>
                  </a:lnTo>
                  <a:lnTo>
                    <a:pt x="3558207" y="1164691"/>
                  </a:lnTo>
                  <a:lnTo>
                    <a:pt x="3558833" y="1163153"/>
                  </a:lnTo>
                  <a:lnTo>
                    <a:pt x="3559460" y="1161288"/>
                  </a:lnTo>
                  <a:lnTo>
                    <a:pt x="3560087" y="1159100"/>
                  </a:lnTo>
                  <a:lnTo>
                    <a:pt x="3560713" y="1156596"/>
                  </a:lnTo>
                  <a:lnTo>
                    <a:pt x="3561340" y="1153800"/>
                  </a:lnTo>
                  <a:lnTo>
                    <a:pt x="3561966" y="1150736"/>
                  </a:lnTo>
                  <a:lnTo>
                    <a:pt x="3562593" y="1147410"/>
                  </a:lnTo>
                  <a:lnTo>
                    <a:pt x="3563219" y="1143790"/>
                  </a:lnTo>
                  <a:lnTo>
                    <a:pt x="3563846" y="1139855"/>
                  </a:lnTo>
                  <a:lnTo>
                    <a:pt x="3564472" y="1135604"/>
                  </a:lnTo>
                  <a:lnTo>
                    <a:pt x="3565099" y="1131070"/>
                  </a:lnTo>
                  <a:lnTo>
                    <a:pt x="3565726" y="1126268"/>
                  </a:lnTo>
                  <a:lnTo>
                    <a:pt x="3566352" y="1121195"/>
                  </a:lnTo>
                  <a:lnTo>
                    <a:pt x="3566979" y="1115859"/>
                  </a:lnTo>
                  <a:lnTo>
                    <a:pt x="3567605" y="1110238"/>
                  </a:lnTo>
                  <a:lnTo>
                    <a:pt x="3568232" y="1104330"/>
                  </a:lnTo>
                  <a:lnTo>
                    <a:pt x="3568858" y="1098147"/>
                  </a:lnTo>
                  <a:lnTo>
                    <a:pt x="3569485" y="1091697"/>
                  </a:lnTo>
                  <a:lnTo>
                    <a:pt x="3570111" y="1085006"/>
                  </a:lnTo>
                  <a:lnTo>
                    <a:pt x="3570738" y="1078094"/>
                  </a:lnTo>
                  <a:lnTo>
                    <a:pt x="3571364" y="1070964"/>
                  </a:lnTo>
                  <a:lnTo>
                    <a:pt x="3571991" y="1063631"/>
                  </a:lnTo>
                  <a:lnTo>
                    <a:pt x="3572618" y="1056125"/>
                  </a:lnTo>
                  <a:lnTo>
                    <a:pt x="3573244" y="1048436"/>
                  </a:lnTo>
                  <a:lnTo>
                    <a:pt x="3573871" y="1040575"/>
                  </a:lnTo>
                  <a:lnTo>
                    <a:pt x="3574497" y="1032516"/>
                  </a:lnTo>
                  <a:lnTo>
                    <a:pt x="3575124" y="1024288"/>
                  </a:lnTo>
                  <a:lnTo>
                    <a:pt x="3575750" y="1015883"/>
                  </a:lnTo>
                  <a:lnTo>
                    <a:pt x="3576377" y="1007295"/>
                  </a:lnTo>
                  <a:lnTo>
                    <a:pt x="3577003" y="998541"/>
                  </a:lnTo>
                  <a:lnTo>
                    <a:pt x="3577630" y="989617"/>
                  </a:lnTo>
                  <a:lnTo>
                    <a:pt x="3578257" y="980531"/>
                  </a:lnTo>
                  <a:lnTo>
                    <a:pt x="3578883" y="971292"/>
                  </a:lnTo>
                  <a:lnTo>
                    <a:pt x="3579510" y="961917"/>
                  </a:lnTo>
                  <a:lnTo>
                    <a:pt x="3580136" y="952407"/>
                  </a:lnTo>
                  <a:lnTo>
                    <a:pt x="3580763" y="942784"/>
                  </a:lnTo>
                  <a:lnTo>
                    <a:pt x="3581389" y="933029"/>
                  </a:lnTo>
                  <a:lnTo>
                    <a:pt x="3582016" y="923136"/>
                  </a:lnTo>
                  <a:lnTo>
                    <a:pt x="3582642" y="913141"/>
                  </a:lnTo>
                  <a:lnTo>
                    <a:pt x="3583269" y="903039"/>
                  </a:lnTo>
                  <a:lnTo>
                    <a:pt x="3583896" y="892850"/>
                  </a:lnTo>
                  <a:lnTo>
                    <a:pt x="3584522" y="882562"/>
                  </a:lnTo>
                  <a:lnTo>
                    <a:pt x="3585149" y="872182"/>
                  </a:lnTo>
                  <a:lnTo>
                    <a:pt x="3585775" y="861736"/>
                  </a:lnTo>
                  <a:lnTo>
                    <a:pt x="3586402" y="851196"/>
                  </a:lnTo>
                  <a:lnTo>
                    <a:pt x="3587028" y="840593"/>
                  </a:lnTo>
                  <a:lnTo>
                    <a:pt x="3587655" y="829947"/>
                  </a:lnTo>
                  <a:lnTo>
                    <a:pt x="3588281" y="819259"/>
                  </a:lnTo>
                  <a:lnTo>
                    <a:pt x="3588908" y="808516"/>
                  </a:lnTo>
                  <a:lnTo>
                    <a:pt x="3589535" y="797743"/>
                  </a:lnTo>
                  <a:lnTo>
                    <a:pt x="3590161" y="786940"/>
                  </a:lnTo>
                  <a:lnTo>
                    <a:pt x="3590788" y="776112"/>
                  </a:lnTo>
                  <a:lnTo>
                    <a:pt x="3591414" y="765283"/>
                  </a:lnTo>
                  <a:lnTo>
                    <a:pt x="3592041" y="754446"/>
                  </a:lnTo>
                  <a:lnTo>
                    <a:pt x="3592667" y="743617"/>
                  </a:lnTo>
                  <a:lnTo>
                    <a:pt x="3593294" y="732792"/>
                  </a:lnTo>
                  <a:lnTo>
                    <a:pt x="3593920" y="721970"/>
                  </a:lnTo>
                  <a:lnTo>
                    <a:pt x="3594547" y="711158"/>
                  </a:lnTo>
                  <a:lnTo>
                    <a:pt x="3595174" y="700371"/>
                  </a:lnTo>
                  <a:lnTo>
                    <a:pt x="3595800" y="689671"/>
                  </a:lnTo>
                  <a:lnTo>
                    <a:pt x="3596427" y="679089"/>
                  </a:lnTo>
                  <a:lnTo>
                    <a:pt x="3597053" y="668622"/>
                  </a:lnTo>
                  <a:lnTo>
                    <a:pt x="3597680" y="658258"/>
                  </a:lnTo>
                  <a:lnTo>
                    <a:pt x="3598306" y="648009"/>
                  </a:lnTo>
                  <a:lnTo>
                    <a:pt x="3598933" y="637865"/>
                  </a:lnTo>
                  <a:lnTo>
                    <a:pt x="3599559" y="627846"/>
                  </a:lnTo>
                  <a:lnTo>
                    <a:pt x="3600186" y="617986"/>
                  </a:lnTo>
                  <a:lnTo>
                    <a:pt x="3600813" y="608304"/>
                  </a:lnTo>
                  <a:lnTo>
                    <a:pt x="3601439" y="598800"/>
                  </a:lnTo>
                  <a:lnTo>
                    <a:pt x="3602066" y="589436"/>
                  </a:lnTo>
                  <a:lnTo>
                    <a:pt x="3602692" y="580190"/>
                  </a:lnTo>
                  <a:lnTo>
                    <a:pt x="3603319" y="571078"/>
                  </a:lnTo>
                  <a:lnTo>
                    <a:pt x="3603945" y="562096"/>
                  </a:lnTo>
                  <a:lnTo>
                    <a:pt x="3604572" y="553247"/>
                  </a:lnTo>
                  <a:lnTo>
                    <a:pt x="3605198" y="544543"/>
                  </a:lnTo>
                  <a:lnTo>
                    <a:pt x="3605825" y="535997"/>
                  </a:lnTo>
                  <a:lnTo>
                    <a:pt x="3606452" y="527612"/>
                  </a:lnTo>
                  <a:lnTo>
                    <a:pt x="3607078" y="519355"/>
                  </a:lnTo>
                  <a:lnTo>
                    <a:pt x="3607705" y="511223"/>
                  </a:lnTo>
                  <a:lnTo>
                    <a:pt x="3608331" y="503227"/>
                  </a:lnTo>
                  <a:lnTo>
                    <a:pt x="3608958" y="495385"/>
                  </a:lnTo>
                  <a:lnTo>
                    <a:pt x="3609584" y="487700"/>
                  </a:lnTo>
                  <a:lnTo>
                    <a:pt x="3610211" y="480174"/>
                  </a:lnTo>
                  <a:lnTo>
                    <a:pt x="3610837" y="472797"/>
                  </a:lnTo>
                  <a:lnTo>
                    <a:pt x="3611464" y="465585"/>
                  </a:lnTo>
                  <a:lnTo>
                    <a:pt x="3612091" y="458548"/>
                  </a:lnTo>
                  <a:lnTo>
                    <a:pt x="3612717" y="451657"/>
                  </a:lnTo>
                  <a:lnTo>
                    <a:pt x="3613344" y="444955"/>
                  </a:lnTo>
                  <a:lnTo>
                    <a:pt x="3613970" y="438434"/>
                  </a:lnTo>
                  <a:lnTo>
                    <a:pt x="3614597" y="432091"/>
                  </a:lnTo>
                  <a:lnTo>
                    <a:pt x="3615223" y="425932"/>
                  </a:lnTo>
                  <a:lnTo>
                    <a:pt x="3615850" y="419955"/>
                  </a:lnTo>
                  <a:lnTo>
                    <a:pt x="3616476" y="414213"/>
                  </a:lnTo>
                  <a:lnTo>
                    <a:pt x="3617103" y="408725"/>
                  </a:lnTo>
                  <a:lnTo>
                    <a:pt x="3617730" y="403485"/>
                  </a:lnTo>
                  <a:lnTo>
                    <a:pt x="3618356" y="398511"/>
                  </a:lnTo>
                  <a:lnTo>
                    <a:pt x="3618983" y="393784"/>
                  </a:lnTo>
                  <a:lnTo>
                    <a:pt x="3619609" y="389293"/>
                  </a:lnTo>
                  <a:lnTo>
                    <a:pt x="3620236" y="385047"/>
                  </a:lnTo>
                  <a:lnTo>
                    <a:pt x="3620862" y="381076"/>
                  </a:lnTo>
                  <a:lnTo>
                    <a:pt x="3621489" y="377356"/>
                  </a:lnTo>
                  <a:lnTo>
                    <a:pt x="3622115" y="373921"/>
                  </a:lnTo>
                  <a:lnTo>
                    <a:pt x="3622742" y="370755"/>
                  </a:lnTo>
                  <a:lnTo>
                    <a:pt x="3623369" y="367841"/>
                  </a:lnTo>
                  <a:lnTo>
                    <a:pt x="3623995" y="365170"/>
                  </a:lnTo>
                  <a:lnTo>
                    <a:pt x="3624622" y="362742"/>
                  </a:lnTo>
                  <a:lnTo>
                    <a:pt x="3625248" y="360553"/>
                  </a:lnTo>
                  <a:lnTo>
                    <a:pt x="3625875" y="358604"/>
                  </a:lnTo>
                  <a:lnTo>
                    <a:pt x="3626501" y="356888"/>
                  </a:lnTo>
                  <a:lnTo>
                    <a:pt x="3627128" y="355415"/>
                  </a:lnTo>
                  <a:lnTo>
                    <a:pt x="3627754" y="354170"/>
                  </a:lnTo>
                  <a:lnTo>
                    <a:pt x="3628381" y="353146"/>
                  </a:lnTo>
                  <a:lnTo>
                    <a:pt x="3629008" y="352309"/>
                  </a:lnTo>
                  <a:lnTo>
                    <a:pt x="3629634" y="351627"/>
                  </a:lnTo>
                  <a:lnTo>
                    <a:pt x="3630261" y="351094"/>
                  </a:lnTo>
                  <a:lnTo>
                    <a:pt x="3630887" y="350714"/>
                  </a:lnTo>
                  <a:lnTo>
                    <a:pt x="3631514" y="350480"/>
                  </a:lnTo>
                  <a:lnTo>
                    <a:pt x="3632140" y="350385"/>
                  </a:lnTo>
                  <a:lnTo>
                    <a:pt x="3632767" y="350416"/>
                  </a:lnTo>
                  <a:lnTo>
                    <a:pt x="3633393" y="350598"/>
                  </a:lnTo>
                  <a:lnTo>
                    <a:pt x="3634020" y="350951"/>
                  </a:lnTo>
                  <a:lnTo>
                    <a:pt x="3634647" y="351479"/>
                  </a:lnTo>
                  <a:lnTo>
                    <a:pt x="3635273" y="352180"/>
                  </a:lnTo>
                  <a:lnTo>
                    <a:pt x="3635900" y="353058"/>
                  </a:lnTo>
                  <a:lnTo>
                    <a:pt x="3636526" y="354079"/>
                  </a:lnTo>
                  <a:lnTo>
                    <a:pt x="3637153" y="355251"/>
                  </a:lnTo>
                  <a:lnTo>
                    <a:pt x="3637779" y="356564"/>
                  </a:lnTo>
                  <a:lnTo>
                    <a:pt x="3638406" y="358031"/>
                  </a:lnTo>
                  <a:lnTo>
                    <a:pt x="3639032" y="359682"/>
                  </a:lnTo>
                  <a:lnTo>
                    <a:pt x="3639659" y="361529"/>
                  </a:lnTo>
                  <a:lnTo>
                    <a:pt x="3640286" y="363573"/>
                  </a:lnTo>
                  <a:lnTo>
                    <a:pt x="3640912" y="365786"/>
                  </a:lnTo>
                  <a:lnTo>
                    <a:pt x="3641539" y="368156"/>
                  </a:lnTo>
                  <a:lnTo>
                    <a:pt x="3642165" y="370671"/>
                  </a:lnTo>
                  <a:lnTo>
                    <a:pt x="3642792" y="373330"/>
                  </a:lnTo>
                  <a:lnTo>
                    <a:pt x="3643418" y="376106"/>
                  </a:lnTo>
                  <a:lnTo>
                    <a:pt x="3644045" y="379000"/>
                  </a:lnTo>
                  <a:lnTo>
                    <a:pt x="3644671" y="382014"/>
                  </a:lnTo>
                  <a:lnTo>
                    <a:pt x="3645298" y="385113"/>
                  </a:lnTo>
                  <a:lnTo>
                    <a:pt x="3645925" y="388320"/>
                  </a:lnTo>
                  <a:lnTo>
                    <a:pt x="3646551" y="391639"/>
                  </a:lnTo>
                  <a:lnTo>
                    <a:pt x="3647178" y="395088"/>
                  </a:lnTo>
                  <a:lnTo>
                    <a:pt x="3647804" y="398666"/>
                  </a:lnTo>
                  <a:lnTo>
                    <a:pt x="3648431" y="402359"/>
                  </a:lnTo>
                  <a:lnTo>
                    <a:pt x="3649057" y="406148"/>
                  </a:lnTo>
                  <a:lnTo>
                    <a:pt x="3649684" y="410009"/>
                  </a:lnTo>
                  <a:lnTo>
                    <a:pt x="3650310" y="413935"/>
                  </a:lnTo>
                  <a:lnTo>
                    <a:pt x="3650937" y="417947"/>
                  </a:lnTo>
                  <a:lnTo>
                    <a:pt x="3651564" y="422050"/>
                  </a:lnTo>
                  <a:lnTo>
                    <a:pt x="3652190" y="426224"/>
                  </a:lnTo>
                  <a:lnTo>
                    <a:pt x="3652817" y="430465"/>
                  </a:lnTo>
                  <a:lnTo>
                    <a:pt x="3653443" y="434792"/>
                  </a:lnTo>
                  <a:lnTo>
                    <a:pt x="3654070" y="439179"/>
                  </a:lnTo>
                  <a:lnTo>
                    <a:pt x="3654696" y="443630"/>
                  </a:lnTo>
                  <a:lnTo>
                    <a:pt x="3655323" y="448153"/>
                  </a:lnTo>
                  <a:lnTo>
                    <a:pt x="3655949" y="452771"/>
                  </a:lnTo>
                  <a:lnTo>
                    <a:pt x="3656576" y="457477"/>
                  </a:lnTo>
                  <a:lnTo>
                    <a:pt x="3657203" y="462275"/>
                  </a:lnTo>
                  <a:lnTo>
                    <a:pt x="3657829" y="467161"/>
                  </a:lnTo>
                  <a:lnTo>
                    <a:pt x="3658456" y="472134"/>
                  </a:lnTo>
                  <a:lnTo>
                    <a:pt x="3659082" y="477199"/>
                  </a:lnTo>
                  <a:lnTo>
                    <a:pt x="3659709" y="482341"/>
                  </a:lnTo>
                  <a:lnTo>
                    <a:pt x="3660335" y="487551"/>
                  </a:lnTo>
                  <a:lnTo>
                    <a:pt x="3660962" y="492848"/>
                  </a:lnTo>
                  <a:lnTo>
                    <a:pt x="3661588" y="498270"/>
                  </a:lnTo>
                  <a:lnTo>
                    <a:pt x="3662215" y="503824"/>
                  </a:lnTo>
                  <a:lnTo>
                    <a:pt x="3662842" y="509498"/>
                  </a:lnTo>
                  <a:lnTo>
                    <a:pt x="3663468" y="515315"/>
                  </a:lnTo>
                  <a:lnTo>
                    <a:pt x="3664095" y="521294"/>
                  </a:lnTo>
                  <a:lnTo>
                    <a:pt x="3664721" y="527445"/>
                  </a:lnTo>
                  <a:lnTo>
                    <a:pt x="3665348" y="533760"/>
                  </a:lnTo>
                  <a:lnTo>
                    <a:pt x="3665974" y="540213"/>
                  </a:lnTo>
                  <a:lnTo>
                    <a:pt x="3666601" y="546786"/>
                  </a:lnTo>
                  <a:lnTo>
                    <a:pt x="3667227" y="553456"/>
                  </a:lnTo>
                  <a:lnTo>
                    <a:pt x="3667854" y="560192"/>
                  </a:lnTo>
                  <a:lnTo>
                    <a:pt x="3668481" y="567013"/>
                  </a:lnTo>
                  <a:lnTo>
                    <a:pt x="3669107" y="573925"/>
                  </a:lnTo>
                  <a:lnTo>
                    <a:pt x="3669734" y="580903"/>
                  </a:lnTo>
                  <a:lnTo>
                    <a:pt x="3670360" y="587941"/>
                  </a:lnTo>
                  <a:lnTo>
                    <a:pt x="3670987" y="595020"/>
                  </a:lnTo>
                  <a:lnTo>
                    <a:pt x="3671613" y="602104"/>
                  </a:lnTo>
                  <a:lnTo>
                    <a:pt x="3672240" y="609194"/>
                  </a:lnTo>
                  <a:lnTo>
                    <a:pt x="3672866" y="616280"/>
                  </a:lnTo>
                  <a:lnTo>
                    <a:pt x="3673493" y="623366"/>
                  </a:lnTo>
                  <a:lnTo>
                    <a:pt x="3674120" y="630405"/>
                  </a:lnTo>
                  <a:lnTo>
                    <a:pt x="3674746" y="637415"/>
                  </a:lnTo>
                  <a:lnTo>
                    <a:pt x="3675373" y="644414"/>
                  </a:lnTo>
                  <a:lnTo>
                    <a:pt x="3675999" y="651396"/>
                  </a:lnTo>
                  <a:lnTo>
                    <a:pt x="3676626" y="658375"/>
                  </a:lnTo>
                  <a:lnTo>
                    <a:pt x="3677252" y="665362"/>
                  </a:lnTo>
                  <a:lnTo>
                    <a:pt x="3677879" y="672359"/>
                  </a:lnTo>
                  <a:lnTo>
                    <a:pt x="3678505" y="679365"/>
                  </a:lnTo>
                  <a:lnTo>
                    <a:pt x="3679132" y="686384"/>
                  </a:lnTo>
                  <a:lnTo>
                    <a:pt x="3679759" y="693400"/>
                  </a:lnTo>
                  <a:lnTo>
                    <a:pt x="3680385" y="700406"/>
                  </a:lnTo>
                  <a:lnTo>
                    <a:pt x="3681012" y="707414"/>
                  </a:lnTo>
                  <a:lnTo>
                    <a:pt x="3681638" y="714438"/>
                  </a:lnTo>
                  <a:lnTo>
                    <a:pt x="3682265" y="721484"/>
                  </a:lnTo>
                  <a:lnTo>
                    <a:pt x="3682891" y="728527"/>
                  </a:lnTo>
                  <a:lnTo>
                    <a:pt x="3683518" y="735607"/>
                  </a:lnTo>
                  <a:lnTo>
                    <a:pt x="3684144" y="742729"/>
                  </a:lnTo>
                  <a:lnTo>
                    <a:pt x="3684771" y="749862"/>
                  </a:lnTo>
                  <a:lnTo>
                    <a:pt x="3685398" y="756981"/>
                  </a:lnTo>
                  <a:lnTo>
                    <a:pt x="3686024" y="764111"/>
                  </a:lnTo>
                  <a:lnTo>
                    <a:pt x="3686651" y="771260"/>
                  </a:lnTo>
                  <a:lnTo>
                    <a:pt x="3687277" y="778409"/>
                  </a:lnTo>
                  <a:lnTo>
                    <a:pt x="3687904" y="785522"/>
                  </a:lnTo>
                  <a:lnTo>
                    <a:pt x="3688530" y="792573"/>
                  </a:lnTo>
                  <a:lnTo>
                    <a:pt x="3689157" y="799567"/>
                  </a:lnTo>
                  <a:lnTo>
                    <a:pt x="3689783" y="806505"/>
                  </a:lnTo>
                  <a:lnTo>
                    <a:pt x="3690410" y="813372"/>
                  </a:lnTo>
                  <a:lnTo>
                    <a:pt x="3691037" y="820111"/>
                  </a:lnTo>
                  <a:lnTo>
                    <a:pt x="3691663" y="826744"/>
                  </a:lnTo>
                  <a:lnTo>
                    <a:pt x="3692290" y="833318"/>
                  </a:lnTo>
                  <a:lnTo>
                    <a:pt x="3692916" y="839842"/>
                  </a:lnTo>
                  <a:lnTo>
                    <a:pt x="3693543" y="846304"/>
                  </a:lnTo>
                  <a:lnTo>
                    <a:pt x="3694169" y="852714"/>
                  </a:lnTo>
                  <a:lnTo>
                    <a:pt x="3694796" y="859084"/>
                  </a:lnTo>
                  <a:lnTo>
                    <a:pt x="3695422" y="865372"/>
                  </a:lnTo>
                  <a:lnTo>
                    <a:pt x="3696049" y="871536"/>
                  </a:lnTo>
                  <a:lnTo>
                    <a:pt x="3696676" y="877552"/>
                  </a:lnTo>
                  <a:lnTo>
                    <a:pt x="3697302" y="883396"/>
                  </a:lnTo>
                  <a:lnTo>
                    <a:pt x="3697929" y="889080"/>
                  </a:lnTo>
                  <a:lnTo>
                    <a:pt x="3698555" y="894623"/>
                  </a:lnTo>
                  <a:lnTo>
                    <a:pt x="3699182" y="900031"/>
                  </a:lnTo>
                  <a:lnTo>
                    <a:pt x="3699808" y="905301"/>
                  </a:lnTo>
                  <a:lnTo>
                    <a:pt x="3700435" y="910450"/>
                  </a:lnTo>
                  <a:lnTo>
                    <a:pt x="3701061" y="915464"/>
                  </a:lnTo>
                  <a:lnTo>
                    <a:pt x="3701688" y="920347"/>
                  </a:lnTo>
                  <a:lnTo>
                    <a:pt x="3702315" y="925095"/>
                  </a:lnTo>
                  <a:lnTo>
                    <a:pt x="3702941" y="929707"/>
                  </a:lnTo>
                  <a:lnTo>
                    <a:pt x="3703568" y="934208"/>
                  </a:lnTo>
                  <a:lnTo>
                    <a:pt x="3704194" y="938608"/>
                  </a:lnTo>
                  <a:lnTo>
                    <a:pt x="3704821" y="942939"/>
                  </a:lnTo>
                  <a:lnTo>
                    <a:pt x="3705447" y="947202"/>
                  </a:lnTo>
                  <a:lnTo>
                    <a:pt x="3706074" y="951453"/>
                  </a:lnTo>
                  <a:lnTo>
                    <a:pt x="3706700" y="955708"/>
                  </a:lnTo>
                  <a:lnTo>
                    <a:pt x="3707327" y="959950"/>
                  </a:lnTo>
                  <a:lnTo>
                    <a:pt x="3707954" y="964178"/>
                  </a:lnTo>
                  <a:lnTo>
                    <a:pt x="3708580" y="968408"/>
                  </a:lnTo>
                  <a:lnTo>
                    <a:pt x="3709207" y="972654"/>
                  </a:lnTo>
                  <a:lnTo>
                    <a:pt x="3709833" y="976886"/>
                  </a:lnTo>
                  <a:lnTo>
                    <a:pt x="3710460" y="981116"/>
                  </a:lnTo>
                  <a:lnTo>
                    <a:pt x="3711086" y="985321"/>
                  </a:lnTo>
                  <a:lnTo>
                    <a:pt x="3711713" y="989533"/>
                  </a:lnTo>
                  <a:lnTo>
                    <a:pt x="3712339" y="993765"/>
                  </a:lnTo>
                  <a:lnTo>
                    <a:pt x="3712966" y="998000"/>
                  </a:lnTo>
                  <a:lnTo>
                    <a:pt x="3713593" y="1002220"/>
                  </a:lnTo>
                  <a:lnTo>
                    <a:pt x="3714219" y="1006413"/>
                  </a:lnTo>
                  <a:lnTo>
                    <a:pt x="3714846" y="1010604"/>
                  </a:lnTo>
                  <a:lnTo>
                    <a:pt x="3715472" y="1014744"/>
                  </a:lnTo>
                  <a:lnTo>
                    <a:pt x="3716099" y="1018813"/>
                  </a:lnTo>
                  <a:lnTo>
                    <a:pt x="3716725" y="1022840"/>
                  </a:lnTo>
                  <a:lnTo>
                    <a:pt x="3717352" y="1026836"/>
                  </a:lnTo>
                  <a:lnTo>
                    <a:pt x="3717978" y="1030775"/>
                  </a:lnTo>
                  <a:lnTo>
                    <a:pt x="3718605" y="1034662"/>
                  </a:lnTo>
                  <a:lnTo>
                    <a:pt x="3719232" y="1038514"/>
                  </a:lnTo>
                  <a:lnTo>
                    <a:pt x="3719858" y="1042360"/>
                  </a:lnTo>
                  <a:lnTo>
                    <a:pt x="3720485" y="1046219"/>
                  </a:lnTo>
                  <a:lnTo>
                    <a:pt x="3721111" y="1050057"/>
                  </a:lnTo>
                  <a:lnTo>
                    <a:pt x="3721738" y="1053858"/>
                  </a:lnTo>
                  <a:lnTo>
                    <a:pt x="3722364" y="1057627"/>
                  </a:lnTo>
                  <a:lnTo>
                    <a:pt x="3722991" y="1061395"/>
                  </a:lnTo>
                  <a:lnTo>
                    <a:pt x="3723617" y="1065152"/>
                  </a:lnTo>
                  <a:lnTo>
                    <a:pt x="3724244" y="1068854"/>
                  </a:lnTo>
                  <a:lnTo>
                    <a:pt x="3724871" y="1072499"/>
                  </a:lnTo>
                  <a:lnTo>
                    <a:pt x="3725497" y="1076078"/>
                  </a:lnTo>
                  <a:lnTo>
                    <a:pt x="3726124" y="1079570"/>
                  </a:lnTo>
                  <a:lnTo>
                    <a:pt x="3726750" y="1082935"/>
                  </a:lnTo>
                  <a:lnTo>
                    <a:pt x="3727377" y="1086199"/>
                  </a:lnTo>
                  <a:lnTo>
                    <a:pt x="3728003" y="1089361"/>
                  </a:lnTo>
                  <a:lnTo>
                    <a:pt x="3728630" y="1092445"/>
                  </a:lnTo>
                  <a:lnTo>
                    <a:pt x="3729256" y="1095437"/>
                  </a:lnTo>
                  <a:lnTo>
                    <a:pt x="3729883" y="1098338"/>
                  </a:lnTo>
                  <a:lnTo>
                    <a:pt x="3730510" y="1101149"/>
                  </a:lnTo>
                  <a:lnTo>
                    <a:pt x="3731136" y="1103815"/>
                  </a:lnTo>
                  <a:lnTo>
                    <a:pt x="3731763" y="1106344"/>
                  </a:lnTo>
                  <a:lnTo>
                    <a:pt x="3732389" y="1108760"/>
                  </a:lnTo>
                  <a:lnTo>
                    <a:pt x="3733016" y="1111064"/>
                  </a:lnTo>
                  <a:lnTo>
                    <a:pt x="3733642" y="1113279"/>
                  </a:lnTo>
                  <a:lnTo>
                    <a:pt x="3734269" y="1115406"/>
                  </a:lnTo>
                  <a:lnTo>
                    <a:pt x="3734895" y="1117449"/>
                  </a:lnTo>
                  <a:lnTo>
                    <a:pt x="3735522" y="1119424"/>
                  </a:lnTo>
                  <a:lnTo>
                    <a:pt x="3736149" y="1121347"/>
                  </a:lnTo>
                  <a:lnTo>
                    <a:pt x="3736775" y="1123214"/>
                  </a:lnTo>
                  <a:lnTo>
                    <a:pt x="3737402" y="1125012"/>
                  </a:lnTo>
                  <a:lnTo>
                    <a:pt x="3738028" y="1126724"/>
                  </a:lnTo>
                  <a:lnTo>
                    <a:pt x="3738655" y="1128339"/>
                  </a:lnTo>
                  <a:lnTo>
                    <a:pt x="3739281" y="1129886"/>
                  </a:lnTo>
                  <a:lnTo>
                    <a:pt x="3739908" y="1131373"/>
                  </a:lnTo>
                  <a:lnTo>
                    <a:pt x="3740534" y="1132812"/>
                  </a:lnTo>
                  <a:lnTo>
                    <a:pt x="3741161" y="1134158"/>
                  </a:lnTo>
                  <a:lnTo>
                    <a:pt x="3741788" y="1135415"/>
                  </a:lnTo>
                  <a:lnTo>
                    <a:pt x="3742414" y="1136569"/>
                  </a:lnTo>
                  <a:lnTo>
                    <a:pt x="3743041" y="1137595"/>
                  </a:lnTo>
                  <a:lnTo>
                    <a:pt x="3743667" y="1138479"/>
                  </a:lnTo>
                  <a:lnTo>
                    <a:pt x="3744294" y="1139229"/>
                  </a:lnTo>
                  <a:lnTo>
                    <a:pt x="3744920" y="1139845"/>
                  </a:lnTo>
                  <a:lnTo>
                    <a:pt x="3745547" y="1140336"/>
                  </a:lnTo>
                  <a:lnTo>
                    <a:pt x="3746173" y="1140703"/>
                  </a:lnTo>
                  <a:lnTo>
                    <a:pt x="3746800" y="1140941"/>
                  </a:lnTo>
                  <a:lnTo>
                    <a:pt x="3747427" y="1141082"/>
                  </a:lnTo>
                  <a:lnTo>
                    <a:pt x="3748053" y="1141149"/>
                  </a:lnTo>
                  <a:lnTo>
                    <a:pt x="3748680" y="1141125"/>
                  </a:lnTo>
                  <a:lnTo>
                    <a:pt x="3749306" y="1141007"/>
                  </a:lnTo>
                  <a:lnTo>
                    <a:pt x="3749933" y="1140825"/>
                  </a:lnTo>
                  <a:lnTo>
                    <a:pt x="3750559" y="1140624"/>
                  </a:lnTo>
                  <a:lnTo>
                    <a:pt x="3751186" y="1140412"/>
                  </a:lnTo>
                  <a:lnTo>
                    <a:pt x="3751812" y="1140176"/>
                  </a:lnTo>
                  <a:lnTo>
                    <a:pt x="3752439" y="1139945"/>
                  </a:lnTo>
                  <a:lnTo>
                    <a:pt x="3753066" y="1139763"/>
                  </a:lnTo>
                  <a:lnTo>
                    <a:pt x="3753692" y="1139667"/>
                  </a:lnTo>
                  <a:lnTo>
                    <a:pt x="3754319" y="1139668"/>
                  </a:lnTo>
                  <a:lnTo>
                    <a:pt x="3754945" y="1139793"/>
                  </a:lnTo>
                  <a:lnTo>
                    <a:pt x="3755572" y="1140040"/>
                  </a:lnTo>
                  <a:lnTo>
                    <a:pt x="3756198" y="1140411"/>
                  </a:lnTo>
                  <a:lnTo>
                    <a:pt x="3756825" y="1140885"/>
                  </a:lnTo>
                  <a:lnTo>
                    <a:pt x="3757451" y="1141454"/>
                  </a:lnTo>
                  <a:lnTo>
                    <a:pt x="3758078" y="1142140"/>
                  </a:lnTo>
                  <a:lnTo>
                    <a:pt x="3758705" y="1142979"/>
                  </a:lnTo>
                  <a:lnTo>
                    <a:pt x="3759331" y="1143975"/>
                  </a:lnTo>
                  <a:lnTo>
                    <a:pt x="3759958" y="1145152"/>
                  </a:lnTo>
                  <a:lnTo>
                    <a:pt x="3760584" y="1146481"/>
                  </a:lnTo>
                  <a:lnTo>
                    <a:pt x="3761211" y="1147955"/>
                  </a:lnTo>
                  <a:lnTo>
                    <a:pt x="3761837" y="1149597"/>
                  </a:lnTo>
                  <a:lnTo>
                    <a:pt x="3762464" y="1151404"/>
                  </a:lnTo>
                  <a:lnTo>
                    <a:pt x="3763090" y="1153421"/>
                  </a:lnTo>
                  <a:lnTo>
                    <a:pt x="3763717" y="1155658"/>
                  </a:lnTo>
                  <a:lnTo>
                    <a:pt x="3764344" y="1158069"/>
                  </a:lnTo>
                  <a:lnTo>
                    <a:pt x="3764970" y="1160617"/>
                  </a:lnTo>
                  <a:lnTo>
                    <a:pt x="3765597" y="1163286"/>
                  </a:lnTo>
                  <a:lnTo>
                    <a:pt x="3766223" y="1166085"/>
                  </a:lnTo>
                  <a:lnTo>
                    <a:pt x="3766850" y="1169015"/>
                  </a:lnTo>
                  <a:lnTo>
                    <a:pt x="3767476" y="1172047"/>
                  </a:lnTo>
                  <a:lnTo>
                    <a:pt x="3768103" y="1175163"/>
                  </a:lnTo>
                  <a:lnTo>
                    <a:pt x="3768729" y="1178329"/>
                  </a:lnTo>
                  <a:lnTo>
                    <a:pt x="3769356" y="1181537"/>
                  </a:lnTo>
                  <a:lnTo>
                    <a:pt x="3769983" y="1184800"/>
                  </a:lnTo>
                  <a:lnTo>
                    <a:pt x="3770609" y="1188112"/>
                  </a:lnTo>
                  <a:lnTo>
                    <a:pt x="3771236" y="1191441"/>
                  </a:lnTo>
                  <a:lnTo>
                    <a:pt x="3771862" y="1194765"/>
                  </a:lnTo>
                  <a:lnTo>
                    <a:pt x="3772489" y="1198057"/>
                  </a:lnTo>
                  <a:lnTo>
                    <a:pt x="3773115" y="1201315"/>
                  </a:lnTo>
                  <a:lnTo>
                    <a:pt x="3773742" y="1204551"/>
                  </a:lnTo>
                  <a:lnTo>
                    <a:pt x="3774368" y="1207775"/>
                  </a:lnTo>
                  <a:lnTo>
                    <a:pt x="3774995" y="1211039"/>
                  </a:lnTo>
                  <a:lnTo>
                    <a:pt x="3775622" y="1214346"/>
                  </a:lnTo>
                  <a:lnTo>
                    <a:pt x="3776248" y="1217694"/>
                  </a:lnTo>
                  <a:lnTo>
                    <a:pt x="3776875" y="1221092"/>
                  </a:lnTo>
                  <a:lnTo>
                    <a:pt x="3777501" y="1224531"/>
                  </a:lnTo>
                  <a:lnTo>
                    <a:pt x="3778128" y="1228035"/>
                  </a:lnTo>
                  <a:lnTo>
                    <a:pt x="3778754" y="1231591"/>
                  </a:lnTo>
                  <a:lnTo>
                    <a:pt x="3779381" y="1235192"/>
                  </a:lnTo>
                  <a:lnTo>
                    <a:pt x="3780007" y="1238853"/>
                  </a:lnTo>
                  <a:lnTo>
                    <a:pt x="3780634" y="1242585"/>
                  </a:lnTo>
                  <a:lnTo>
                    <a:pt x="3781261" y="1246367"/>
                  </a:lnTo>
                  <a:lnTo>
                    <a:pt x="3781887" y="1250174"/>
                  </a:lnTo>
                  <a:lnTo>
                    <a:pt x="3782514" y="1253969"/>
                  </a:lnTo>
                  <a:lnTo>
                    <a:pt x="3783140" y="1257748"/>
                  </a:lnTo>
                  <a:lnTo>
                    <a:pt x="3783767" y="1261491"/>
                  </a:lnTo>
                  <a:lnTo>
                    <a:pt x="3784393" y="1265133"/>
                  </a:lnTo>
                  <a:lnTo>
                    <a:pt x="3785020" y="1268596"/>
                  </a:lnTo>
                  <a:lnTo>
                    <a:pt x="3785646" y="1271828"/>
                  </a:lnTo>
                  <a:lnTo>
                    <a:pt x="3786273" y="1274791"/>
                  </a:lnTo>
                  <a:lnTo>
                    <a:pt x="3786900" y="1277458"/>
                  </a:lnTo>
                  <a:lnTo>
                    <a:pt x="3787526" y="1279823"/>
                  </a:lnTo>
                  <a:lnTo>
                    <a:pt x="3788153" y="1281903"/>
                  </a:lnTo>
                  <a:lnTo>
                    <a:pt x="3788779" y="1283701"/>
                  </a:lnTo>
                  <a:lnTo>
                    <a:pt x="3789406" y="1285232"/>
                  </a:lnTo>
                  <a:lnTo>
                    <a:pt x="3790032" y="1286451"/>
                  </a:lnTo>
                  <a:lnTo>
                    <a:pt x="3790659" y="1287342"/>
                  </a:lnTo>
                  <a:lnTo>
                    <a:pt x="3791285" y="1287879"/>
                  </a:lnTo>
                  <a:lnTo>
                    <a:pt x="3791912" y="1288057"/>
                  </a:lnTo>
                  <a:lnTo>
                    <a:pt x="3792539" y="1287917"/>
                  </a:lnTo>
                  <a:lnTo>
                    <a:pt x="3793165" y="1287497"/>
                  </a:lnTo>
                  <a:lnTo>
                    <a:pt x="3793792" y="1286862"/>
                  </a:lnTo>
                  <a:lnTo>
                    <a:pt x="3794418" y="1286028"/>
                  </a:lnTo>
                  <a:lnTo>
                    <a:pt x="3795045" y="1285043"/>
                  </a:lnTo>
                  <a:lnTo>
                    <a:pt x="3795671" y="1283929"/>
                  </a:lnTo>
                  <a:lnTo>
                    <a:pt x="3796298" y="1282701"/>
                  </a:lnTo>
                  <a:lnTo>
                    <a:pt x="3796924" y="1281393"/>
                  </a:lnTo>
                  <a:lnTo>
                    <a:pt x="3797551" y="1280017"/>
                  </a:lnTo>
                  <a:lnTo>
                    <a:pt x="3798178" y="1278570"/>
                  </a:lnTo>
                  <a:lnTo>
                    <a:pt x="3798804" y="1277048"/>
                  </a:lnTo>
                  <a:lnTo>
                    <a:pt x="3799431" y="1275528"/>
                  </a:lnTo>
                  <a:lnTo>
                    <a:pt x="3800057" y="1274043"/>
                  </a:lnTo>
                  <a:lnTo>
                    <a:pt x="3800684" y="1272655"/>
                  </a:lnTo>
                  <a:lnTo>
                    <a:pt x="3801310" y="1271404"/>
                  </a:lnTo>
                  <a:lnTo>
                    <a:pt x="3801937" y="1270274"/>
                  </a:lnTo>
                  <a:lnTo>
                    <a:pt x="3802563" y="1269261"/>
                  </a:lnTo>
                  <a:lnTo>
                    <a:pt x="3803190" y="1268351"/>
                  </a:lnTo>
                  <a:lnTo>
                    <a:pt x="3803817" y="1267594"/>
                  </a:lnTo>
                  <a:lnTo>
                    <a:pt x="3804443" y="1266985"/>
                  </a:lnTo>
                  <a:lnTo>
                    <a:pt x="3805070" y="1266550"/>
                  </a:lnTo>
                  <a:lnTo>
                    <a:pt x="3805696" y="1266317"/>
                  </a:lnTo>
                  <a:lnTo>
                    <a:pt x="3806323" y="1266284"/>
                  </a:lnTo>
                  <a:lnTo>
                    <a:pt x="3806949" y="1266415"/>
                  </a:lnTo>
                  <a:lnTo>
                    <a:pt x="3807576" y="1266712"/>
                  </a:lnTo>
                  <a:lnTo>
                    <a:pt x="3808202" y="1267190"/>
                  </a:lnTo>
                  <a:lnTo>
                    <a:pt x="3808829" y="1267816"/>
                  </a:lnTo>
                  <a:lnTo>
                    <a:pt x="3809455" y="1268603"/>
                  </a:lnTo>
                  <a:lnTo>
                    <a:pt x="3810082" y="1269535"/>
                  </a:lnTo>
                  <a:lnTo>
                    <a:pt x="3810709" y="1270612"/>
                  </a:lnTo>
                  <a:lnTo>
                    <a:pt x="3811335" y="1271820"/>
                  </a:lnTo>
                  <a:lnTo>
                    <a:pt x="3811962" y="1273108"/>
                  </a:lnTo>
                  <a:lnTo>
                    <a:pt x="3812588" y="1274443"/>
                  </a:lnTo>
                  <a:lnTo>
                    <a:pt x="3813215" y="1275800"/>
                  </a:lnTo>
                  <a:lnTo>
                    <a:pt x="3813841" y="1277185"/>
                  </a:lnTo>
                  <a:lnTo>
                    <a:pt x="3814468" y="1278602"/>
                  </a:lnTo>
                  <a:lnTo>
                    <a:pt x="3815094" y="1279996"/>
                  </a:lnTo>
                  <a:lnTo>
                    <a:pt x="3815721" y="1281370"/>
                  </a:lnTo>
                  <a:lnTo>
                    <a:pt x="3816348" y="1282772"/>
                  </a:lnTo>
                  <a:lnTo>
                    <a:pt x="3816974" y="1284252"/>
                  </a:lnTo>
                  <a:lnTo>
                    <a:pt x="3817601" y="1285783"/>
                  </a:lnTo>
                  <a:lnTo>
                    <a:pt x="3818227" y="1287399"/>
                  </a:lnTo>
                  <a:lnTo>
                    <a:pt x="3818854" y="1289103"/>
                  </a:lnTo>
                  <a:lnTo>
                    <a:pt x="3819480" y="1290891"/>
                  </a:lnTo>
                  <a:lnTo>
                    <a:pt x="3820107" y="1292730"/>
                  </a:lnTo>
                  <a:lnTo>
                    <a:pt x="3820733" y="1294634"/>
                  </a:lnTo>
                  <a:lnTo>
                    <a:pt x="3821360" y="1296602"/>
                  </a:lnTo>
                  <a:lnTo>
                    <a:pt x="3821987" y="1298657"/>
                  </a:lnTo>
                  <a:lnTo>
                    <a:pt x="3822613" y="1300810"/>
                  </a:lnTo>
                  <a:lnTo>
                    <a:pt x="3823240" y="1303080"/>
                  </a:lnTo>
                  <a:lnTo>
                    <a:pt x="3823866" y="1305468"/>
                  </a:lnTo>
                  <a:lnTo>
                    <a:pt x="3824493" y="1307969"/>
                  </a:lnTo>
                  <a:lnTo>
                    <a:pt x="3825119" y="1310568"/>
                  </a:lnTo>
                  <a:lnTo>
                    <a:pt x="3825746" y="1313197"/>
                  </a:lnTo>
                  <a:lnTo>
                    <a:pt x="3826372" y="1315833"/>
                  </a:lnTo>
                  <a:lnTo>
                    <a:pt x="3826999" y="1318487"/>
                  </a:lnTo>
                  <a:lnTo>
                    <a:pt x="3827626" y="1321182"/>
                  </a:lnTo>
                  <a:lnTo>
                    <a:pt x="3828252" y="1323935"/>
                  </a:lnTo>
                  <a:lnTo>
                    <a:pt x="3828879" y="1326773"/>
                  </a:lnTo>
                  <a:lnTo>
                    <a:pt x="3829505" y="1329693"/>
                  </a:lnTo>
                  <a:lnTo>
                    <a:pt x="3830132" y="1332696"/>
                  </a:lnTo>
                  <a:lnTo>
                    <a:pt x="3830758" y="1335784"/>
                  </a:lnTo>
                  <a:lnTo>
                    <a:pt x="3831385" y="1338908"/>
                  </a:lnTo>
                  <a:lnTo>
                    <a:pt x="3832011" y="1342048"/>
                  </a:lnTo>
                  <a:lnTo>
                    <a:pt x="3832638" y="1345153"/>
                  </a:lnTo>
                  <a:lnTo>
                    <a:pt x="3833265" y="1348211"/>
                  </a:lnTo>
                  <a:lnTo>
                    <a:pt x="3833891" y="1351219"/>
                  </a:lnTo>
                  <a:lnTo>
                    <a:pt x="3834518" y="1354220"/>
                  </a:lnTo>
                  <a:lnTo>
                    <a:pt x="3835144" y="1357250"/>
                  </a:lnTo>
                  <a:lnTo>
                    <a:pt x="3835771" y="1360280"/>
                  </a:lnTo>
                  <a:lnTo>
                    <a:pt x="3836397" y="1363291"/>
                  </a:lnTo>
                  <a:lnTo>
                    <a:pt x="3837024" y="1366243"/>
                  </a:lnTo>
                  <a:lnTo>
                    <a:pt x="3837650" y="1369097"/>
                  </a:lnTo>
                  <a:lnTo>
                    <a:pt x="3838277" y="1371826"/>
                  </a:lnTo>
                  <a:lnTo>
                    <a:pt x="3838904" y="1374408"/>
                  </a:lnTo>
                  <a:lnTo>
                    <a:pt x="3839530" y="1376826"/>
                  </a:lnTo>
                  <a:lnTo>
                    <a:pt x="3840157" y="1379060"/>
                  </a:lnTo>
                  <a:lnTo>
                    <a:pt x="3840783" y="1381132"/>
                  </a:lnTo>
                  <a:lnTo>
                    <a:pt x="3841410" y="1383059"/>
                  </a:lnTo>
                  <a:lnTo>
                    <a:pt x="3842036" y="1384837"/>
                  </a:lnTo>
                  <a:lnTo>
                    <a:pt x="3842663" y="1386450"/>
                  </a:lnTo>
                  <a:lnTo>
                    <a:pt x="3843289" y="1387911"/>
                  </a:lnTo>
                  <a:lnTo>
                    <a:pt x="3843916" y="1389253"/>
                  </a:lnTo>
                  <a:lnTo>
                    <a:pt x="3844543" y="1390497"/>
                  </a:lnTo>
                  <a:lnTo>
                    <a:pt x="3845169" y="1391673"/>
                  </a:lnTo>
                  <a:lnTo>
                    <a:pt x="3845796" y="1392805"/>
                  </a:lnTo>
                  <a:lnTo>
                    <a:pt x="3846422" y="1393926"/>
                  </a:lnTo>
                  <a:lnTo>
                    <a:pt x="3847049" y="1395118"/>
                  </a:lnTo>
                  <a:lnTo>
                    <a:pt x="3847675" y="1396446"/>
                  </a:lnTo>
                  <a:lnTo>
                    <a:pt x="3848302" y="1397922"/>
                  </a:lnTo>
                  <a:lnTo>
                    <a:pt x="3848928" y="1399569"/>
                  </a:lnTo>
                  <a:lnTo>
                    <a:pt x="3849555" y="1401452"/>
                  </a:lnTo>
                  <a:lnTo>
                    <a:pt x="3850182" y="1403552"/>
                  </a:lnTo>
                  <a:lnTo>
                    <a:pt x="3850808" y="1405849"/>
                  </a:lnTo>
                  <a:lnTo>
                    <a:pt x="3851435" y="1408335"/>
                  </a:lnTo>
                  <a:lnTo>
                    <a:pt x="3852061" y="1411021"/>
                  </a:lnTo>
                  <a:lnTo>
                    <a:pt x="3852688" y="1413905"/>
                  </a:lnTo>
                  <a:lnTo>
                    <a:pt x="3853314" y="1416999"/>
                  </a:lnTo>
                  <a:lnTo>
                    <a:pt x="3853941" y="1420320"/>
                  </a:lnTo>
                  <a:lnTo>
                    <a:pt x="3854567" y="1423881"/>
                  </a:lnTo>
                  <a:lnTo>
                    <a:pt x="3855194" y="1427666"/>
                  </a:lnTo>
                  <a:lnTo>
                    <a:pt x="3855821" y="1431649"/>
                  </a:lnTo>
                  <a:lnTo>
                    <a:pt x="3856447" y="1435797"/>
                  </a:lnTo>
                  <a:lnTo>
                    <a:pt x="3857074" y="1440087"/>
                  </a:lnTo>
                  <a:lnTo>
                    <a:pt x="3857700" y="1444496"/>
                  </a:lnTo>
                  <a:lnTo>
                    <a:pt x="3858327" y="1448988"/>
                  </a:lnTo>
                  <a:lnTo>
                    <a:pt x="3858953" y="1453534"/>
                  </a:lnTo>
                  <a:lnTo>
                    <a:pt x="3859580" y="1458096"/>
                  </a:lnTo>
                  <a:lnTo>
                    <a:pt x="3860206" y="1462671"/>
                  </a:lnTo>
                  <a:lnTo>
                    <a:pt x="3860833" y="1467234"/>
                  </a:lnTo>
                  <a:lnTo>
                    <a:pt x="3861460" y="1471769"/>
                  </a:lnTo>
                  <a:lnTo>
                    <a:pt x="3862086" y="1476254"/>
                  </a:lnTo>
                  <a:lnTo>
                    <a:pt x="3862713" y="1480657"/>
                  </a:lnTo>
                  <a:lnTo>
                    <a:pt x="3863339" y="1484936"/>
                  </a:lnTo>
                  <a:lnTo>
                    <a:pt x="3863966" y="1489053"/>
                  </a:lnTo>
                  <a:lnTo>
                    <a:pt x="3864592" y="1492999"/>
                  </a:lnTo>
                  <a:lnTo>
                    <a:pt x="3865219" y="1496736"/>
                  </a:lnTo>
                  <a:lnTo>
                    <a:pt x="3865845" y="1500286"/>
                  </a:lnTo>
                  <a:lnTo>
                    <a:pt x="3866472" y="1503610"/>
                  </a:lnTo>
                  <a:lnTo>
                    <a:pt x="3867099" y="1506718"/>
                  </a:lnTo>
                  <a:lnTo>
                    <a:pt x="3867725" y="1509611"/>
                  </a:lnTo>
                  <a:lnTo>
                    <a:pt x="3868352" y="1512318"/>
                  </a:lnTo>
                  <a:lnTo>
                    <a:pt x="3868978" y="1514841"/>
                  </a:lnTo>
                  <a:lnTo>
                    <a:pt x="3869605" y="1517178"/>
                  </a:lnTo>
                  <a:lnTo>
                    <a:pt x="3870231" y="1519325"/>
                  </a:lnTo>
                  <a:lnTo>
                    <a:pt x="3870858" y="1521306"/>
                  </a:lnTo>
                  <a:lnTo>
                    <a:pt x="3871484" y="1523114"/>
                  </a:lnTo>
                  <a:lnTo>
                    <a:pt x="3872111" y="1524750"/>
                  </a:lnTo>
                  <a:lnTo>
                    <a:pt x="3872738" y="1526225"/>
                  </a:lnTo>
                  <a:lnTo>
                    <a:pt x="3873364" y="1527542"/>
                  </a:lnTo>
                  <a:lnTo>
                    <a:pt x="3873991" y="1528708"/>
                  </a:lnTo>
                  <a:lnTo>
                    <a:pt x="3874617" y="1529782"/>
                  </a:lnTo>
                  <a:lnTo>
                    <a:pt x="3875244" y="1530772"/>
                  </a:lnTo>
                  <a:lnTo>
                    <a:pt x="3875870" y="1531674"/>
                  </a:lnTo>
                  <a:lnTo>
                    <a:pt x="3876497" y="1532497"/>
                  </a:lnTo>
                  <a:lnTo>
                    <a:pt x="3877123" y="1533235"/>
                  </a:lnTo>
                  <a:lnTo>
                    <a:pt x="3877750" y="1533884"/>
                  </a:lnTo>
                  <a:lnTo>
                    <a:pt x="3878377" y="1534416"/>
                  </a:lnTo>
                  <a:lnTo>
                    <a:pt x="3879003" y="1534794"/>
                  </a:lnTo>
                  <a:lnTo>
                    <a:pt x="3879630" y="1534984"/>
                  </a:lnTo>
                  <a:lnTo>
                    <a:pt x="3880256" y="1534989"/>
                  </a:lnTo>
                  <a:lnTo>
                    <a:pt x="3880883" y="1534802"/>
                  </a:lnTo>
                  <a:lnTo>
                    <a:pt x="3881509" y="1534445"/>
                  </a:lnTo>
                  <a:lnTo>
                    <a:pt x="3882136" y="1533932"/>
                  </a:lnTo>
                  <a:lnTo>
                    <a:pt x="3882762" y="1533294"/>
                  </a:lnTo>
                  <a:lnTo>
                    <a:pt x="3883389" y="1532579"/>
                  </a:lnTo>
                  <a:lnTo>
                    <a:pt x="3884016" y="1531799"/>
                  </a:lnTo>
                  <a:lnTo>
                    <a:pt x="3884642" y="1530953"/>
                  </a:lnTo>
                  <a:lnTo>
                    <a:pt x="3885269" y="1530042"/>
                  </a:lnTo>
                  <a:lnTo>
                    <a:pt x="3885895" y="1529061"/>
                  </a:lnTo>
                  <a:lnTo>
                    <a:pt x="3886522" y="1528050"/>
                  </a:lnTo>
                  <a:lnTo>
                    <a:pt x="3887148" y="1527015"/>
                  </a:lnTo>
                  <a:lnTo>
                    <a:pt x="3887775" y="1525962"/>
                  </a:lnTo>
                  <a:lnTo>
                    <a:pt x="3888401" y="1524912"/>
                  </a:lnTo>
                  <a:lnTo>
                    <a:pt x="3889028" y="1523861"/>
                  </a:lnTo>
                  <a:lnTo>
                    <a:pt x="3889655" y="1522797"/>
                  </a:lnTo>
                  <a:lnTo>
                    <a:pt x="3890281" y="1521724"/>
                  </a:lnTo>
                  <a:lnTo>
                    <a:pt x="3890908" y="1520620"/>
                  </a:lnTo>
                  <a:lnTo>
                    <a:pt x="3891534" y="1519434"/>
                  </a:lnTo>
                  <a:lnTo>
                    <a:pt x="3892161" y="1518168"/>
                  </a:lnTo>
                  <a:lnTo>
                    <a:pt x="3892787" y="1516799"/>
                  </a:lnTo>
                  <a:lnTo>
                    <a:pt x="3893414" y="1515362"/>
                  </a:lnTo>
                  <a:lnTo>
                    <a:pt x="3894040" y="1513874"/>
                  </a:lnTo>
                  <a:lnTo>
                    <a:pt x="3894667" y="1512337"/>
                  </a:lnTo>
                  <a:lnTo>
                    <a:pt x="3895294" y="1510796"/>
                  </a:lnTo>
                  <a:lnTo>
                    <a:pt x="3895920" y="1509237"/>
                  </a:lnTo>
                  <a:lnTo>
                    <a:pt x="3896547" y="1507695"/>
                  </a:lnTo>
                  <a:lnTo>
                    <a:pt x="3897173" y="1506160"/>
                  </a:lnTo>
                  <a:lnTo>
                    <a:pt x="3897800" y="1504606"/>
                  </a:lnTo>
                  <a:lnTo>
                    <a:pt x="3898426" y="1503048"/>
                  </a:lnTo>
                  <a:lnTo>
                    <a:pt x="3899053" y="1501497"/>
                  </a:lnTo>
                  <a:lnTo>
                    <a:pt x="3899679" y="1499978"/>
                  </a:lnTo>
                  <a:lnTo>
                    <a:pt x="3900306" y="1498466"/>
                  </a:lnTo>
                  <a:lnTo>
                    <a:pt x="3900933" y="1497004"/>
                  </a:lnTo>
                  <a:lnTo>
                    <a:pt x="3901559" y="1495617"/>
                  </a:lnTo>
                  <a:lnTo>
                    <a:pt x="3902186" y="1494323"/>
                  </a:lnTo>
                  <a:lnTo>
                    <a:pt x="3902812" y="1493122"/>
                  </a:lnTo>
                  <a:lnTo>
                    <a:pt x="3903439" y="1492037"/>
                  </a:lnTo>
                  <a:lnTo>
                    <a:pt x="3904065" y="1491078"/>
                  </a:lnTo>
                  <a:lnTo>
                    <a:pt x="3904692" y="1490241"/>
                  </a:lnTo>
                  <a:lnTo>
                    <a:pt x="3905318" y="1489538"/>
                  </a:lnTo>
                  <a:lnTo>
                    <a:pt x="3905945" y="1488977"/>
                  </a:lnTo>
                  <a:lnTo>
                    <a:pt x="3906572" y="1488498"/>
                  </a:lnTo>
                  <a:lnTo>
                    <a:pt x="3907198" y="1488092"/>
                  </a:lnTo>
                  <a:lnTo>
                    <a:pt x="3907825" y="1487753"/>
                  </a:lnTo>
                  <a:lnTo>
                    <a:pt x="3908451" y="1487435"/>
                  </a:lnTo>
                  <a:lnTo>
                    <a:pt x="3909078" y="1487129"/>
                  </a:lnTo>
                  <a:lnTo>
                    <a:pt x="3909704" y="1486819"/>
                  </a:lnTo>
                  <a:lnTo>
                    <a:pt x="3910331" y="1486497"/>
                  </a:lnTo>
                  <a:lnTo>
                    <a:pt x="3910957" y="1486165"/>
                  </a:lnTo>
                  <a:lnTo>
                    <a:pt x="3911584" y="1485788"/>
                  </a:lnTo>
                  <a:lnTo>
                    <a:pt x="3912211" y="1485305"/>
                  </a:lnTo>
                  <a:lnTo>
                    <a:pt x="3912837" y="1484684"/>
                  </a:lnTo>
                  <a:lnTo>
                    <a:pt x="3913464" y="1483914"/>
                  </a:lnTo>
                  <a:lnTo>
                    <a:pt x="3914090" y="1482991"/>
                  </a:lnTo>
                  <a:lnTo>
                    <a:pt x="3914717" y="1481917"/>
                  </a:lnTo>
                  <a:lnTo>
                    <a:pt x="3915343" y="1480671"/>
                  </a:lnTo>
                  <a:lnTo>
                    <a:pt x="3915970" y="1479251"/>
                  </a:lnTo>
                  <a:lnTo>
                    <a:pt x="3916596" y="1477657"/>
                  </a:lnTo>
                  <a:lnTo>
                    <a:pt x="3917223" y="1475880"/>
                  </a:lnTo>
                  <a:lnTo>
                    <a:pt x="3917850" y="1473927"/>
                  </a:lnTo>
                  <a:lnTo>
                    <a:pt x="3918476" y="1471747"/>
                  </a:lnTo>
                  <a:lnTo>
                    <a:pt x="3919103" y="1469347"/>
                  </a:lnTo>
                  <a:lnTo>
                    <a:pt x="3919729" y="1466752"/>
                  </a:lnTo>
                  <a:lnTo>
                    <a:pt x="3920356" y="1463950"/>
                  </a:lnTo>
                  <a:lnTo>
                    <a:pt x="3920982" y="1460983"/>
                  </a:lnTo>
                  <a:lnTo>
                    <a:pt x="3921609" y="1457908"/>
                  </a:lnTo>
                  <a:lnTo>
                    <a:pt x="3922235" y="1454773"/>
                  </a:lnTo>
                  <a:lnTo>
                    <a:pt x="3922862" y="1451566"/>
                  </a:lnTo>
                  <a:lnTo>
                    <a:pt x="3923489" y="1448316"/>
                  </a:lnTo>
                  <a:lnTo>
                    <a:pt x="3924115" y="1445016"/>
                  </a:lnTo>
                  <a:lnTo>
                    <a:pt x="3924742" y="1441673"/>
                  </a:lnTo>
                  <a:lnTo>
                    <a:pt x="3925368" y="1438261"/>
                  </a:lnTo>
                  <a:lnTo>
                    <a:pt x="3925995" y="1434781"/>
                  </a:lnTo>
                  <a:lnTo>
                    <a:pt x="3926621" y="1431242"/>
                  </a:lnTo>
                  <a:lnTo>
                    <a:pt x="3927248" y="1427663"/>
                  </a:lnTo>
                  <a:lnTo>
                    <a:pt x="3927874" y="1424106"/>
                  </a:lnTo>
                  <a:lnTo>
                    <a:pt x="3928501" y="1420564"/>
                  </a:lnTo>
                  <a:lnTo>
                    <a:pt x="3929128" y="1417060"/>
                  </a:lnTo>
                  <a:lnTo>
                    <a:pt x="3929754" y="1413573"/>
                  </a:lnTo>
                  <a:lnTo>
                    <a:pt x="3930381" y="1410105"/>
                  </a:lnTo>
                  <a:lnTo>
                    <a:pt x="3931007" y="1406629"/>
                  </a:lnTo>
                  <a:lnTo>
                    <a:pt x="3931634" y="1403155"/>
                  </a:lnTo>
                  <a:lnTo>
                    <a:pt x="3932260" y="1399719"/>
                  </a:lnTo>
                  <a:lnTo>
                    <a:pt x="3932887" y="1396341"/>
                  </a:lnTo>
                  <a:lnTo>
                    <a:pt x="3933513" y="1393009"/>
                  </a:lnTo>
                  <a:lnTo>
                    <a:pt x="3934140" y="1389730"/>
                  </a:lnTo>
                  <a:lnTo>
                    <a:pt x="3934767" y="1386506"/>
                  </a:lnTo>
                  <a:lnTo>
                    <a:pt x="3935393" y="1383346"/>
                  </a:lnTo>
                  <a:lnTo>
                    <a:pt x="3936020" y="1380220"/>
                  </a:lnTo>
                  <a:lnTo>
                    <a:pt x="3936646" y="1377135"/>
                  </a:lnTo>
                  <a:lnTo>
                    <a:pt x="3937273" y="1374060"/>
                  </a:lnTo>
                  <a:lnTo>
                    <a:pt x="3937899" y="1370965"/>
                  </a:lnTo>
                  <a:lnTo>
                    <a:pt x="3938526" y="1367875"/>
                  </a:lnTo>
                  <a:lnTo>
                    <a:pt x="3939152" y="1364815"/>
                  </a:lnTo>
                  <a:lnTo>
                    <a:pt x="3939779" y="1361792"/>
                  </a:lnTo>
                  <a:lnTo>
                    <a:pt x="3940406" y="1358842"/>
                  </a:lnTo>
                  <a:lnTo>
                    <a:pt x="3941032" y="1355977"/>
                  </a:lnTo>
                  <a:lnTo>
                    <a:pt x="3941659" y="1353187"/>
                  </a:lnTo>
                  <a:lnTo>
                    <a:pt x="3942285" y="1350459"/>
                  </a:lnTo>
                  <a:lnTo>
                    <a:pt x="3942912" y="1347791"/>
                  </a:lnTo>
                  <a:lnTo>
                    <a:pt x="3943538" y="1345182"/>
                  </a:lnTo>
                  <a:lnTo>
                    <a:pt x="3944165" y="1342655"/>
                  </a:lnTo>
                  <a:lnTo>
                    <a:pt x="3944791" y="1340216"/>
                  </a:lnTo>
                  <a:lnTo>
                    <a:pt x="3945418" y="1337866"/>
                  </a:lnTo>
                  <a:lnTo>
                    <a:pt x="3946045" y="1335544"/>
                  </a:lnTo>
                  <a:lnTo>
                    <a:pt x="3946671" y="1333224"/>
                  </a:lnTo>
                  <a:lnTo>
                    <a:pt x="3947298" y="1330916"/>
                  </a:lnTo>
                  <a:lnTo>
                    <a:pt x="3947924" y="1328612"/>
                  </a:lnTo>
                  <a:lnTo>
                    <a:pt x="3948551" y="1326306"/>
                  </a:lnTo>
                  <a:lnTo>
                    <a:pt x="3949177" y="1323958"/>
                  </a:lnTo>
                  <a:lnTo>
                    <a:pt x="3949804" y="1321544"/>
                  </a:lnTo>
                  <a:lnTo>
                    <a:pt x="3950430" y="1319090"/>
                  </a:lnTo>
                  <a:lnTo>
                    <a:pt x="3951057" y="1316579"/>
                  </a:lnTo>
                  <a:lnTo>
                    <a:pt x="3951684" y="1313990"/>
                  </a:lnTo>
                  <a:lnTo>
                    <a:pt x="3952310" y="1311342"/>
                  </a:lnTo>
                  <a:lnTo>
                    <a:pt x="3952937" y="1308619"/>
                  </a:lnTo>
                  <a:lnTo>
                    <a:pt x="3953563" y="1305806"/>
                  </a:lnTo>
                  <a:lnTo>
                    <a:pt x="3954190" y="1302890"/>
                  </a:lnTo>
                  <a:lnTo>
                    <a:pt x="3954816" y="1299888"/>
                  </a:lnTo>
                  <a:lnTo>
                    <a:pt x="3955443" y="1296823"/>
                  </a:lnTo>
                  <a:lnTo>
                    <a:pt x="3956069" y="1293681"/>
                  </a:lnTo>
                  <a:lnTo>
                    <a:pt x="3956696" y="1290476"/>
                  </a:lnTo>
                  <a:lnTo>
                    <a:pt x="3957323" y="1287242"/>
                  </a:lnTo>
                  <a:lnTo>
                    <a:pt x="3957949" y="1283986"/>
                  </a:lnTo>
                  <a:lnTo>
                    <a:pt x="3958576" y="1280756"/>
                  </a:lnTo>
                  <a:lnTo>
                    <a:pt x="3959202" y="1277525"/>
                  </a:lnTo>
                  <a:lnTo>
                    <a:pt x="3959829" y="1274248"/>
                  </a:lnTo>
                  <a:lnTo>
                    <a:pt x="3960455" y="1270949"/>
                  </a:lnTo>
                  <a:lnTo>
                    <a:pt x="3961082" y="1267668"/>
                  </a:lnTo>
                  <a:lnTo>
                    <a:pt x="3961708" y="1264439"/>
                  </a:lnTo>
                  <a:lnTo>
                    <a:pt x="3962335" y="1261240"/>
                  </a:lnTo>
                  <a:lnTo>
                    <a:pt x="3962962" y="1258098"/>
                  </a:lnTo>
                  <a:lnTo>
                    <a:pt x="3963588" y="1254997"/>
                  </a:lnTo>
                  <a:lnTo>
                    <a:pt x="3964215" y="1251937"/>
                  </a:lnTo>
                  <a:lnTo>
                    <a:pt x="3964841" y="1248932"/>
                  </a:lnTo>
                  <a:lnTo>
                    <a:pt x="3965468" y="1246017"/>
                  </a:lnTo>
                  <a:lnTo>
                    <a:pt x="3966094" y="1243168"/>
                  </a:lnTo>
                  <a:lnTo>
                    <a:pt x="3966721" y="1240392"/>
                  </a:lnTo>
                  <a:lnTo>
                    <a:pt x="3967347" y="1237673"/>
                  </a:lnTo>
                  <a:lnTo>
                    <a:pt x="3967974" y="1235022"/>
                  </a:lnTo>
                  <a:lnTo>
                    <a:pt x="3968601" y="1232429"/>
                  </a:lnTo>
                  <a:lnTo>
                    <a:pt x="3969227" y="1229944"/>
                  </a:lnTo>
                  <a:lnTo>
                    <a:pt x="3969854" y="1227587"/>
                  </a:lnTo>
                  <a:lnTo>
                    <a:pt x="3970480" y="1225359"/>
                  </a:lnTo>
                  <a:lnTo>
                    <a:pt x="3971107" y="1223241"/>
                  </a:lnTo>
                  <a:lnTo>
                    <a:pt x="3971733" y="1221250"/>
                  </a:lnTo>
                  <a:lnTo>
                    <a:pt x="3972360" y="1219387"/>
                  </a:lnTo>
                  <a:lnTo>
                    <a:pt x="3972986" y="1217663"/>
                  </a:lnTo>
                  <a:lnTo>
                    <a:pt x="3973613" y="1216105"/>
                  </a:lnTo>
                  <a:lnTo>
                    <a:pt x="3974240" y="1214742"/>
                  </a:lnTo>
                  <a:lnTo>
                    <a:pt x="3974866" y="1213615"/>
                  </a:lnTo>
                  <a:lnTo>
                    <a:pt x="3975493" y="1212776"/>
                  </a:lnTo>
                  <a:lnTo>
                    <a:pt x="3976119" y="1212227"/>
                  </a:lnTo>
                  <a:lnTo>
                    <a:pt x="3976746" y="1211974"/>
                  </a:lnTo>
                  <a:lnTo>
                    <a:pt x="3977372" y="1212003"/>
                  </a:lnTo>
                  <a:lnTo>
                    <a:pt x="3977999" y="1212362"/>
                  </a:lnTo>
                  <a:lnTo>
                    <a:pt x="3978625" y="1213060"/>
                  </a:lnTo>
                  <a:lnTo>
                    <a:pt x="3979252" y="1214067"/>
                  </a:lnTo>
                  <a:lnTo>
                    <a:pt x="3979879" y="1215391"/>
                  </a:lnTo>
                  <a:lnTo>
                    <a:pt x="3980505" y="1217025"/>
                  </a:lnTo>
                  <a:lnTo>
                    <a:pt x="3981132" y="1219014"/>
                  </a:lnTo>
                  <a:lnTo>
                    <a:pt x="3981758" y="1221359"/>
                  </a:lnTo>
                  <a:lnTo>
                    <a:pt x="3982385" y="1224025"/>
                  </a:lnTo>
                  <a:lnTo>
                    <a:pt x="3983011" y="1227014"/>
                  </a:lnTo>
                  <a:lnTo>
                    <a:pt x="3983638" y="1230321"/>
                  </a:lnTo>
                  <a:lnTo>
                    <a:pt x="3984264" y="1233898"/>
                  </a:lnTo>
                  <a:lnTo>
                    <a:pt x="3984891" y="1237709"/>
                  </a:lnTo>
                  <a:lnTo>
                    <a:pt x="3985518" y="1241751"/>
                  </a:lnTo>
                  <a:lnTo>
                    <a:pt x="3986144" y="1246017"/>
                  </a:lnTo>
                  <a:lnTo>
                    <a:pt x="3986771" y="1250511"/>
                  </a:lnTo>
                  <a:lnTo>
                    <a:pt x="3987397" y="1255223"/>
                  </a:lnTo>
                  <a:lnTo>
                    <a:pt x="3988024" y="1260164"/>
                  </a:lnTo>
                  <a:lnTo>
                    <a:pt x="3988650" y="1265332"/>
                  </a:lnTo>
                  <a:lnTo>
                    <a:pt x="3989277" y="1270707"/>
                  </a:lnTo>
                  <a:lnTo>
                    <a:pt x="3989903" y="1276276"/>
                  </a:lnTo>
                  <a:lnTo>
                    <a:pt x="3990530" y="1282007"/>
                  </a:lnTo>
                  <a:lnTo>
                    <a:pt x="3991157" y="1287880"/>
                  </a:lnTo>
                  <a:lnTo>
                    <a:pt x="3991783" y="1293917"/>
                  </a:lnTo>
                  <a:lnTo>
                    <a:pt x="3992410" y="1300113"/>
                  </a:lnTo>
                  <a:lnTo>
                    <a:pt x="3993036" y="1306434"/>
                  </a:lnTo>
                  <a:lnTo>
                    <a:pt x="3993663" y="1312875"/>
                  </a:lnTo>
                  <a:lnTo>
                    <a:pt x="3994289" y="1319429"/>
                  </a:lnTo>
                  <a:lnTo>
                    <a:pt x="3994916" y="1326080"/>
                  </a:lnTo>
                  <a:lnTo>
                    <a:pt x="3995542" y="1332772"/>
                  </a:lnTo>
                  <a:lnTo>
                    <a:pt x="3996169" y="1339482"/>
                  </a:lnTo>
                  <a:lnTo>
                    <a:pt x="3996796" y="1346186"/>
                  </a:lnTo>
                  <a:lnTo>
                    <a:pt x="3997422" y="1352872"/>
                  </a:lnTo>
                  <a:lnTo>
                    <a:pt x="3998049" y="1359532"/>
                  </a:lnTo>
                  <a:lnTo>
                    <a:pt x="3998675" y="1366174"/>
                  </a:lnTo>
                  <a:lnTo>
                    <a:pt x="3999302" y="1372797"/>
                  </a:lnTo>
                  <a:lnTo>
                    <a:pt x="3999928" y="1379421"/>
                  </a:lnTo>
                  <a:lnTo>
                    <a:pt x="4000555" y="1386050"/>
                  </a:lnTo>
                  <a:lnTo>
                    <a:pt x="4001181" y="1392647"/>
                  </a:lnTo>
                  <a:lnTo>
                    <a:pt x="4001808" y="1399175"/>
                  </a:lnTo>
                  <a:lnTo>
                    <a:pt x="4002435" y="1405639"/>
                  </a:lnTo>
                  <a:lnTo>
                    <a:pt x="4003061" y="1412023"/>
                  </a:lnTo>
                  <a:lnTo>
                    <a:pt x="4003688" y="1418304"/>
                  </a:lnTo>
                  <a:lnTo>
                    <a:pt x="4004314" y="1424496"/>
                  </a:lnTo>
                  <a:lnTo>
                    <a:pt x="4004941" y="1430612"/>
                  </a:lnTo>
                  <a:lnTo>
                    <a:pt x="4005567" y="1436651"/>
                  </a:lnTo>
                  <a:lnTo>
                    <a:pt x="4006194" y="1442589"/>
                  </a:lnTo>
                  <a:lnTo>
                    <a:pt x="4006820" y="1448370"/>
                  </a:lnTo>
                  <a:lnTo>
                    <a:pt x="4007447" y="1453981"/>
                  </a:lnTo>
                  <a:lnTo>
                    <a:pt x="4008074" y="1459433"/>
                  </a:lnTo>
                  <a:lnTo>
                    <a:pt x="4008700" y="1464745"/>
                  </a:lnTo>
                  <a:lnTo>
                    <a:pt x="4009327" y="1469924"/>
                  </a:lnTo>
                  <a:lnTo>
                    <a:pt x="4009953" y="1474967"/>
                  </a:lnTo>
                  <a:lnTo>
                    <a:pt x="4010580" y="1479887"/>
                  </a:lnTo>
                  <a:lnTo>
                    <a:pt x="4011206" y="1484705"/>
                  </a:lnTo>
                  <a:lnTo>
                    <a:pt x="4011833" y="1489411"/>
                  </a:lnTo>
                  <a:lnTo>
                    <a:pt x="4012459" y="1494030"/>
                  </a:lnTo>
                  <a:lnTo>
                    <a:pt x="4013086" y="1498565"/>
                  </a:lnTo>
                  <a:lnTo>
                    <a:pt x="4013713" y="1503020"/>
                  </a:lnTo>
                  <a:lnTo>
                    <a:pt x="4014339" y="1507426"/>
                  </a:lnTo>
                  <a:lnTo>
                    <a:pt x="4014966" y="1511787"/>
                  </a:lnTo>
                  <a:lnTo>
                    <a:pt x="4015592" y="1516117"/>
                  </a:lnTo>
                  <a:lnTo>
                    <a:pt x="4016219" y="1520454"/>
                  </a:lnTo>
                  <a:lnTo>
                    <a:pt x="4016845" y="1524820"/>
                  </a:lnTo>
                  <a:lnTo>
                    <a:pt x="4017472" y="1529196"/>
                  </a:lnTo>
                  <a:lnTo>
                    <a:pt x="4018098" y="1533583"/>
                  </a:lnTo>
                  <a:lnTo>
                    <a:pt x="4018725" y="1537971"/>
                  </a:lnTo>
                  <a:lnTo>
                    <a:pt x="4019352" y="1542358"/>
                  </a:lnTo>
                  <a:lnTo>
                    <a:pt x="4019978" y="1546730"/>
                  </a:lnTo>
                  <a:lnTo>
                    <a:pt x="4020605" y="1551082"/>
                  </a:lnTo>
                  <a:lnTo>
                    <a:pt x="4021231" y="1555357"/>
                  </a:lnTo>
                  <a:lnTo>
                    <a:pt x="4021858" y="1559555"/>
                  </a:lnTo>
                  <a:lnTo>
                    <a:pt x="4022484" y="1563683"/>
                  </a:lnTo>
                  <a:lnTo>
                    <a:pt x="4023111" y="1567742"/>
                  </a:lnTo>
                  <a:lnTo>
                    <a:pt x="4023737" y="1571685"/>
                  </a:lnTo>
                  <a:lnTo>
                    <a:pt x="4024364" y="1575490"/>
                  </a:lnTo>
                  <a:lnTo>
                    <a:pt x="4024991" y="1579170"/>
                  </a:lnTo>
                  <a:lnTo>
                    <a:pt x="4025617" y="1582710"/>
                  </a:lnTo>
                  <a:lnTo>
                    <a:pt x="4026244" y="1586086"/>
                  </a:lnTo>
                  <a:lnTo>
                    <a:pt x="4026870" y="1589296"/>
                  </a:lnTo>
                  <a:lnTo>
                    <a:pt x="4027497" y="1592344"/>
                  </a:lnTo>
                  <a:lnTo>
                    <a:pt x="4028123" y="1595215"/>
                  </a:lnTo>
                  <a:lnTo>
                    <a:pt x="4028750" y="1597906"/>
                  </a:lnTo>
                  <a:lnTo>
                    <a:pt x="4029376" y="1600390"/>
                  </a:lnTo>
                  <a:lnTo>
                    <a:pt x="4030003" y="1602685"/>
                  </a:lnTo>
                  <a:lnTo>
                    <a:pt x="4030630" y="1604820"/>
                  </a:lnTo>
                  <a:lnTo>
                    <a:pt x="4031256" y="1606802"/>
                  </a:lnTo>
                  <a:lnTo>
                    <a:pt x="4031883" y="1608626"/>
                  </a:lnTo>
                  <a:lnTo>
                    <a:pt x="4032509" y="1610290"/>
                  </a:lnTo>
                  <a:lnTo>
                    <a:pt x="4033136" y="1611806"/>
                  </a:lnTo>
                  <a:lnTo>
                    <a:pt x="4033762" y="1613217"/>
                  </a:lnTo>
                  <a:lnTo>
                    <a:pt x="4034389" y="1614511"/>
                  </a:lnTo>
                  <a:lnTo>
                    <a:pt x="4035015" y="1615703"/>
                  </a:lnTo>
                  <a:lnTo>
                    <a:pt x="4035642" y="1616845"/>
                  </a:lnTo>
                  <a:lnTo>
                    <a:pt x="4036269" y="1617937"/>
                  </a:lnTo>
                  <a:lnTo>
                    <a:pt x="4036895" y="1618967"/>
                  </a:lnTo>
                  <a:lnTo>
                    <a:pt x="4037522" y="1619878"/>
                  </a:lnTo>
                  <a:lnTo>
                    <a:pt x="4038148" y="1620660"/>
                  </a:lnTo>
                  <a:lnTo>
                    <a:pt x="4038775" y="1621324"/>
                  </a:lnTo>
                  <a:lnTo>
                    <a:pt x="4039401" y="1621852"/>
                  </a:lnTo>
                  <a:lnTo>
                    <a:pt x="4040028" y="1622244"/>
                  </a:lnTo>
                  <a:lnTo>
                    <a:pt x="4040654" y="1622485"/>
                  </a:lnTo>
                  <a:lnTo>
                    <a:pt x="4041281" y="1622569"/>
                  </a:lnTo>
                  <a:lnTo>
                    <a:pt x="4041908" y="1622502"/>
                  </a:lnTo>
                  <a:lnTo>
                    <a:pt x="4042534" y="1622265"/>
                  </a:lnTo>
                  <a:lnTo>
                    <a:pt x="4043161" y="1621827"/>
                  </a:lnTo>
                  <a:lnTo>
                    <a:pt x="4043787" y="1621182"/>
                  </a:lnTo>
                  <a:lnTo>
                    <a:pt x="4044414" y="1620292"/>
                  </a:lnTo>
                  <a:lnTo>
                    <a:pt x="4045040" y="1619143"/>
                  </a:lnTo>
                  <a:lnTo>
                    <a:pt x="4045667" y="1617717"/>
                  </a:lnTo>
                  <a:lnTo>
                    <a:pt x="4046293" y="1615995"/>
                  </a:lnTo>
                  <a:lnTo>
                    <a:pt x="4046920" y="1614006"/>
                  </a:lnTo>
                  <a:lnTo>
                    <a:pt x="4047546" y="1611760"/>
                  </a:lnTo>
                  <a:lnTo>
                    <a:pt x="4048173" y="1609269"/>
                  </a:lnTo>
                  <a:lnTo>
                    <a:pt x="4048800" y="1606557"/>
                  </a:lnTo>
                  <a:lnTo>
                    <a:pt x="4049426" y="1603636"/>
                  </a:lnTo>
                  <a:lnTo>
                    <a:pt x="4050053" y="1600496"/>
                  </a:lnTo>
                  <a:lnTo>
                    <a:pt x="4050679" y="1597145"/>
                  </a:lnTo>
                  <a:lnTo>
                    <a:pt x="4051306" y="1593576"/>
                  </a:lnTo>
                  <a:lnTo>
                    <a:pt x="4051932" y="1589805"/>
                  </a:lnTo>
                  <a:lnTo>
                    <a:pt x="4052559" y="1585842"/>
                  </a:lnTo>
                  <a:lnTo>
                    <a:pt x="4053185" y="1581756"/>
                  </a:lnTo>
                  <a:lnTo>
                    <a:pt x="4053812" y="1577592"/>
                  </a:lnTo>
                  <a:lnTo>
                    <a:pt x="4054439" y="1573354"/>
                  </a:lnTo>
                  <a:lnTo>
                    <a:pt x="4055065" y="1569046"/>
                  </a:lnTo>
                  <a:lnTo>
                    <a:pt x="4055692" y="1564653"/>
                  </a:lnTo>
                  <a:lnTo>
                    <a:pt x="4056318" y="1560168"/>
                  </a:lnTo>
                  <a:lnTo>
                    <a:pt x="4056945" y="1555592"/>
                  </a:lnTo>
                  <a:lnTo>
                    <a:pt x="4057571" y="1550940"/>
                  </a:lnTo>
                  <a:lnTo>
                    <a:pt x="4058198" y="1546270"/>
                  </a:lnTo>
                  <a:lnTo>
                    <a:pt x="4058824" y="1541597"/>
                  </a:lnTo>
                  <a:lnTo>
                    <a:pt x="4059451" y="1536947"/>
                  </a:lnTo>
                  <a:lnTo>
                    <a:pt x="4060078" y="1532336"/>
                  </a:lnTo>
                  <a:lnTo>
                    <a:pt x="4060704" y="1527773"/>
                  </a:lnTo>
                  <a:lnTo>
                    <a:pt x="4061331" y="1523283"/>
                  </a:lnTo>
                  <a:lnTo>
                    <a:pt x="4061957" y="1518856"/>
                  </a:lnTo>
                  <a:lnTo>
                    <a:pt x="4062584" y="1514457"/>
                  </a:lnTo>
                  <a:lnTo>
                    <a:pt x="4063210" y="1510089"/>
                  </a:lnTo>
                  <a:lnTo>
                    <a:pt x="4063837" y="1505750"/>
                  </a:lnTo>
                  <a:lnTo>
                    <a:pt x="4064463" y="1501455"/>
                  </a:lnTo>
                  <a:lnTo>
                    <a:pt x="4065090" y="1497238"/>
                  </a:lnTo>
                  <a:lnTo>
                    <a:pt x="4065717" y="1493116"/>
                  </a:lnTo>
                  <a:lnTo>
                    <a:pt x="4066343" y="1489101"/>
                  </a:lnTo>
                  <a:lnTo>
                    <a:pt x="4066970" y="1485172"/>
                  </a:lnTo>
                  <a:lnTo>
                    <a:pt x="4067596" y="1481258"/>
                  </a:lnTo>
                  <a:lnTo>
                    <a:pt x="4068223" y="1477317"/>
                  </a:lnTo>
                  <a:lnTo>
                    <a:pt x="4068849" y="1473349"/>
                  </a:lnTo>
                  <a:lnTo>
                    <a:pt x="4069476" y="1469416"/>
                  </a:lnTo>
                  <a:lnTo>
                    <a:pt x="4070102" y="1465529"/>
                  </a:lnTo>
                  <a:lnTo>
                    <a:pt x="4070729" y="1461670"/>
                  </a:lnTo>
                  <a:lnTo>
                    <a:pt x="4071356" y="1457865"/>
                  </a:lnTo>
                  <a:lnTo>
                    <a:pt x="4071982" y="1454101"/>
                  </a:lnTo>
                  <a:lnTo>
                    <a:pt x="4072609" y="1450371"/>
                  </a:lnTo>
                  <a:lnTo>
                    <a:pt x="4073235" y="1446668"/>
                  </a:lnTo>
                  <a:lnTo>
                    <a:pt x="4073862" y="1442985"/>
                  </a:lnTo>
                  <a:lnTo>
                    <a:pt x="4074488" y="1439334"/>
                  </a:lnTo>
                  <a:lnTo>
                    <a:pt x="4075115" y="1435711"/>
                  </a:lnTo>
                  <a:lnTo>
                    <a:pt x="4075741" y="1432097"/>
                  </a:lnTo>
                  <a:lnTo>
                    <a:pt x="4076368" y="1428524"/>
                  </a:lnTo>
                  <a:lnTo>
                    <a:pt x="4076995" y="1425013"/>
                  </a:lnTo>
                  <a:lnTo>
                    <a:pt x="4077621" y="1421599"/>
                  </a:lnTo>
                  <a:lnTo>
                    <a:pt x="4078248" y="1418283"/>
                  </a:lnTo>
                  <a:lnTo>
                    <a:pt x="4078874" y="1415034"/>
                  </a:lnTo>
                  <a:lnTo>
                    <a:pt x="4079501" y="1411842"/>
                  </a:lnTo>
                  <a:lnTo>
                    <a:pt x="4080127" y="1408720"/>
                  </a:lnTo>
                  <a:lnTo>
                    <a:pt x="4080754" y="1405646"/>
                  </a:lnTo>
                  <a:lnTo>
                    <a:pt x="4081380" y="1402637"/>
                  </a:lnTo>
                  <a:lnTo>
                    <a:pt x="4082007" y="1399690"/>
                  </a:lnTo>
                  <a:lnTo>
                    <a:pt x="4082634" y="1396805"/>
                  </a:lnTo>
                  <a:lnTo>
                    <a:pt x="4083260" y="1393998"/>
                  </a:lnTo>
                  <a:lnTo>
                    <a:pt x="4083887" y="1391306"/>
                  </a:lnTo>
                  <a:lnTo>
                    <a:pt x="4084513" y="1388734"/>
                  </a:lnTo>
                  <a:lnTo>
                    <a:pt x="4085140" y="1386283"/>
                  </a:lnTo>
                  <a:lnTo>
                    <a:pt x="4085766" y="1383923"/>
                  </a:lnTo>
                  <a:lnTo>
                    <a:pt x="4086393" y="1381644"/>
                  </a:lnTo>
                  <a:lnTo>
                    <a:pt x="4087019" y="1379460"/>
                  </a:lnTo>
                  <a:lnTo>
                    <a:pt x="4087646" y="1377417"/>
                  </a:lnTo>
                  <a:lnTo>
                    <a:pt x="4088273" y="1375534"/>
                  </a:lnTo>
                  <a:lnTo>
                    <a:pt x="4088899" y="1373840"/>
                  </a:lnTo>
                  <a:lnTo>
                    <a:pt x="4089526" y="1372338"/>
                  </a:lnTo>
                  <a:lnTo>
                    <a:pt x="4090152" y="1371001"/>
                  </a:lnTo>
                  <a:lnTo>
                    <a:pt x="4090779" y="1369816"/>
                  </a:lnTo>
                  <a:lnTo>
                    <a:pt x="4091405" y="1368791"/>
                  </a:lnTo>
                  <a:lnTo>
                    <a:pt x="4092032" y="1367942"/>
                  </a:lnTo>
                  <a:lnTo>
                    <a:pt x="4092658" y="1367263"/>
                  </a:lnTo>
                  <a:lnTo>
                    <a:pt x="4093285" y="1366702"/>
                  </a:lnTo>
                  <a:lnTo>
                    <a:pt x="4093912" y="1366258"/>
                  </a:lnTo>
                  <a:lnTo>
                    <a:pt x="4094538" y="1365934"/>
                  </a:lnTo>
                  <a:lnTo>
                    <a:pt x="4095165" y="1365715"/>
                  </a:lnTo>
                  <a:lnTo>
                    <a:pt x="4095791" y="1365599"/>
                  </a:lnTo>
                  <a:lnTo>
                    <a:pt x="4096418" y="1365562"/>
                  </a:lnTo>
                  <a:lnTo>
                    <a:pt x="4097044" y="1365546"/>
                  </a:lnTo>
                  <a:lnTo>
                    <a:pt x="4097671" y="1365517"/>
                  </a:lnTo>
                  <a:lnTo>
                    <a:pt x="4098297" y="1365426"/>
                  </a:lnTo>
                  <a:lnTo>
                    <a:pt x="4098924" y="1365267"/>
                  </a:lnTo>
                  <a:lnTo>
                    <a:pt x="4099551" y="1365066"/>
                  </a:lnTo>
                  <a:lnTo>
                    <a:pt x="4100177" y="1364899"/>
                  </a:lnTo>
                  <a:lnTo>
                    <a:pt x="4100804" y="1364774"/>
                  </a:lnTo>
                  <a:lnTo>
                    <a:pt x="4101430" y="1364688"/>
                  </a:lnTo>
                  <a:lnTo>
                    <a:pt x="4102057" y="1364635"/>
                  </a:lnTo>
                  <a:lnTo>
                    <a:pt x="4102683" y="1364601"/>
                  </a:lnTo>
                  <a:lnTo>
                    <a:pt x="4103310" y="1364556"/>
                  </a:lnTo>
                  <a:lnTo>
                    <a:pt x="4103936" y="1364504"/>
                  </a:lnTo>
                  <a:lnTo>
                    <a:pt x="4104563" y="1364460"/>
                  </a:lnTo>
                  <a:lnTo>
                    <a:pt x="4105190" y="1364438"/>
                  </a:lnTo>
                  <a:lnTo>
                    <a:pt x="4105816" y="1364455"/>
                  </a:lnTo>
                  <a:lnTo>
                    <a:pt x="4106443" y="1364539"/>
                  </a:lnTo>
                  <a:lnTo>
                    <a:pt x="4107069" y="1364734"/>
                  </a:lnTo>
                  <a:lnTo>
                    <a:pt x="4107696" y="1365081"/>
                  </a:lnTo>
                  <a:lnTo>
                    <a:pt x="4108322" y="1365584"/>
                  </a:lnTo>
                  <a:lnTo>
                    <a:pt x="4108949" y="1366223"/>
                  </a:lnTo>
                  <a:lnTo>
                    <a:pt x="4109575" y="1366952"/>
                  </a:lnTo>
                  <a:lnTo>
                    <a:pt x="4110202" y="1367758"/>
                  </a:lnTo>
                  <a:lnTo>
                    <a:pt x="4110829" y="1368640"/>
                  </a:lnTo>
                  <a:lnTo>
                    <a:pt x="4111455" y="1369596"/>
                  </a:lnTo>
                  <a:lnTo>
                    <a:pt x="4112082" y="1370646"/>
                  </a:lnTo>
                  <a:lnTo>
                    <a:pt x="4112708" y="1371807"/>
                  </a:lnTo>
                  <a:lnTo>
                    <a:pt x="4113335" y="1373050"/>
                  </a:lnTo>
                  <a:lnTo>
                    <a:pt x="4113961" y="1374361"/>
                  </a:lnTo>
                  <a:lnTo>
                    <a:pt x="4114588" y="1375741"/>
                  </a:lnTo>
                  <a:lnTo>
                    <a:pt x="4115214" y="1377184"/>
                  </a:lnTo>
                  <a:lnTo>
                    <a:pt x="4115841" y="1378626"/>
                  </a:lnTo>
                  <a:lnTo>
                    <a:pt x="4116468" y="1380024"/>
                  </a:lnTo>
                  <a:lnTo>
                    <a:pt x="4117094" y="1381346"/>
                  </a:lnTo>
                  <a:lnTo>
                    <a:pt x="4117721" y="1382615"/>
                  </a:lnTo>
                  <a:lnTo>
                    <a:pt x="4118347" y="1383884"/>
                  </a:lnTo>
                  <a:lnTo>
                    <a:pt x="4118974" y="1385169"/>
                  </a:lnTo>
                  <a:lnTo>
                    <a:pt x="4119600" y="1386475"/>
                  </a:lnTo>
                  <a:lnTo>
                    <a:pt x="4120227" y="1387788"/>
                  </a:lnTo>
                  <a:lnTo>
                    <a:pt x="4120853" y="1389081"/>
                  </a:lnTo>
                  <a:lnTo>
                    <a:pt x="4121480" y="1390352"/>
                  </a:lnTo>
                  <a:lnTo>
                    <a:pt x="4122107" y="1391618"/>
                  </a:lnTo>
                  <a:lnTo>
                    <a:pt x="4122733" y="1392891"/>
                  </a:lnTo>
                  <a:lnTo>
                    <a:pt x="4123360" y="1394198"/>
                  </a:lnTo>
                  <a:lnTo>
                    <a:pt x="4123986" y="1395537"/>
                  </a:lnTo>
                  <a:lnTo>
                    <a:pt x="4124613" y="1396902"/>
                  </a:lnTo>
                  <a:lnTo>
                    <a:pt x="4125239" y="1398324"/>
                  </a:lnTo>
                  <a:lnTo>
                    <a:pt x="4125866" y="1399825"/>
                  </a:lnTo>
                  <a:lnTo>
                    <a:pt x="4126492" y="1401414"/>
                  </a:lnTo>
                  <a:lnTo>
                    <a:pt x="4127119" y="1403060"/>
                  </a:lnTo>
                  <a:lnTo>
                    <a:pt x="4127746" y="1404726"/>
                  </a:lnTo>
                  <a:lnTo>
                    <a:pt x="4128372" y="1406417"/>
                  </a:lnTo>
                  <a:lnTo>
                    <a:pt x="4128999" y="1408149"/>
                  </a:lnTo>
                  <a:lnTo>
                    <a:pt x="4129625" y="1409940"/>
                  </a:lnTo>
                  <a:lnTo>
                    <a:pt x="4130252" y="1411840"/>
                  </a:lnTo>
                  <a:lnTo>
                    <a:pt x="4130878" y="1413880"/>
                  </a:lnTo>
                  <a:lnTo>
                    <a:pt x="4131505" y="1416057"/>
                  </a:lnTo>
                  <a:lnTo>
                    <a:pt x="4132131" y="1418305"/>
                  </a:lnTo>
                  <a:lnTo>
                    <a:pt x="4132758" y="1420615"/>
                  </a:lnTo>
                  <a:lnTo>
                    <a:pt x="4133385" y="1422989"/>
                  </a:lnTo>
                  <a:lnTo>
                    <a:pt x="4134011" y="1425421"/>
                  </a:lnTo>
                  <a:lnTo>
                    <a:pt x="4134638" y="1427959"/>
                  </a:lnTo>
                  <a:lnTo>
                    <a:pt x="4135264" y="1430610"/>
                  </a:lnTo>
                  <a:lnTo>
                    <a:pt x="4135891" y="1433366"/>
                  </a:lnTo>
                  <a:lnTo>
                    <a:pt x="4136517" y="1436230"/>
                  </a:lnTo>
                  <a:lnTo>
                    <a:pt x="4137144" y="1439200"/>
                  </a:lnTo>
                  <a:lnTo>
                    <a:pt x="4137770" y="1442265"/>
                  </a:lnTo>
                  <a:lnTo>
                    <a:pt x="4138397" y="1445411"/>
                  </a:lnTo>
                  <a:lnTo>
                    <a:pt x="4139024" y="1448612"/>
                  </a:lnTo>
                  <a:lnTo>
                    <a:pt x="4139650" y="1451845"/>
                  </a:lnTo>
                  <a:lnTo>
                    <a:pt x="4140277" y="1455082"/>
                  </a:lnTo>
                  <a:lnTo>
                    <a:pt x="4140903" y="1458326"/>
                  </a:lnTo>
                  <a:lnTo>
                    <a:pt x="4141530" y="1461634"/>
                  </a:lnTo>
                  <a:lnTo>
                    <a:pt x="4142156" y="1465015"/>
                  </a:lnTo>
                  <a:lnTo>
                    <a:pt x="4142783" y="1468449"/>
                  </a:lnTo>
                  <a:lnTo>
                    <a:pt x="4143409" y="1471940"/>
                  </a:lnTo>
                  <a:lnTo>
                    <a:pt x="4144036" y="1475433"/>
                  </a:lnTo>
                  <a:lnTo>
                    <a:pt x="4144663" y="1478922"/>
                  </a:lnTo>
                  <a:lnTo>
                    <a:pt x="4145289" y="1482422"/>
                  </a:lnTo>
                  <a:lnTo>
                    <a:pt x="4145916" y="1485945"/>
                  </a:lnTo>
                  <a:lnTo>
                    <a:pt x="4146542" y="1489487"/>
                  </a:lnTo>
                  <a:lnTo>
                    <a:pt x="4147169" y="1493042"/>
                  </a:lnTo>
                  <a:lnTo>
                    <a:pt x="4147795" y="1496611"/>
                  </a:lnTo>
                  <a:lnTo>
                    <a:pt x="4148422" y="1500225"/>
                  </a:lnTo>
                  <a:lnTo>
                    <a:pt x="4149048" y="1503894"/>
                  </a:lnTo>
                  <a:lnTo>
                    <a:pt x="4149675" y="1507593"/>
                  </a:lnTo>
                  <a:lnTo>
                    <a:pt x="4150302" y="1511271"/>
                  </a:lnTo>
                  <a:lnTo>
                    <a:pt x="4150928" y="1514911"/>
                  </a:lnTo>
                  <a:lnTo>
                    <a:pt x="4151555" y="1518509"/>
                  </a:lnTo>
                  <a:lnTo>
                    <a:pt x="4152181" y="1522064"/>
                  </a:lnTo>
                  <a:lnTo>
                    <a:pt x="4152808" y="1525577"/>
                  </a:lnTo>
                  <a:lnTo>
                    <a:pt x="4153434" y="1529047"/>
                  </a:lnTo>
                  <a:lnTo>
                    <a:pt x="4154061" y="1532452"/>
                  </a:lnTo>
                  <a:lnTo>
                    <a:pt x="4154687" y="1535768"/>
                  </a:lnTo>
                  <a:lnTo>
                    <a:pt x="4155314" y="1538949"/>
                  </a:lnTo>
                  <a:lnTo>
                    <a:pt x="4155941" y="1541988"/>
                  </a:lnTo>
                  <a:lnTo>
                    <a:pt x="4156567" y="1544885"/>
                  </a:lnTo>
                  <a:lnTo>
                    <a:pt x="4157194" y="1547641"/>
                  </a:lnTo>
                  <a:lnTo>
                    <a:pt x="4157820" y="1550243"/>
                  </a:lnTo>
                  <a:lnTo>
                    <a:pt x="4158447" y="1552683"/>
                  </a:lnTo>
                  <a:lnTo>
                    <a:pt x="4159073" y="1555006"/>
                  </a:lnTo>
                  <a:lnTo>
                    <a:pt x="4159700" y="1557268"/>
                  </a:lnTo>
                  <a:lnTo>
                    <a:pt x="4160326" y="1559476"/>
                  </a:lnTo>
                  <a:lnTo>
                    <a:pt x="4160953" y="1561627"/>
                  </a:lnTo>
                  <a:lnTo>
                    <a:pt x="4161580" y="1563723"/>
                  </a:lnTo>
                  <a:lnTo>
                    <a:pt x="4162206" y="1565754"/>
                  </a:lnTo>
                  <a:lnTo>
                    <a:pt x="4162833" y="1567701"/>
                  </a:lnTo>
                  <a:lnTo>
                    <a:pt x="4163459" y="1569567"/>
                  </a:lnTo>
                  <a:lnTo>
                    <a:pt x="4164086" y="1571372"/>
                  </a:lnTo>
                  <a:lnTo>
                    <a:pt x="4164712" y="1573138"/>
                  </a:lnTo>
                  <a:lnTo>
                    <a:pt x="4165339" y="1574893"/>
                  </a:lnTo>
                  <a:lnTo>
                    <a:pt x="4165965" y="1576670"/>
                  </a:lnTo>
                  <a:lnTo>
                    <a:pt x="4166592" y="1578463"/>
                  </a:lnTo>
                  <a:lnTo>
                    <a:pt x="4167219" y="1580281"/>
                  </a:lnTo>
                  <a:lnTo>
                    <a:pt x="4167845" y="1582133"/>
                  </a:lnTo>
                  <a:lnTo>
                    <a:pt x="4168472" y="1584007"/>
                  </a:lnTo>
                  <a:lnTo>
                    <a:pt x="4169098" y="1585888"/>
                  </a:lnTo>
                  <a:lnTo>
                    <a:pt x="4169725" y="1587770"/>
                  </a:lnTo>
                  <a:lnTo>
                    <a:pt x="4170351" y="1589640"/>
                  </a:lnTo>
                  <a:lnTo>
                    <a:pt x="4170978" y="1591503"/>
                  </a:lnTo>
                  <a:lnTo>
                    <a:pt x="4171604" y="1593379"/>
                  </a:lnTo>
                  <a:lnTo>
                    <a:pt x="4172231" y="1595289"/>
                  </a:lnTo>
                  <a:lnTo>
                    <a:pt x="4172858" y="1597244"/>
                  </a:lnTo>
                  <a:lnTo>
                    <a:pt x="4173484" y="1599220"/>
                  </a:lnTo>
                  <a:lnTo>
                    <a:pt x="4174111" y="1601194"/>
                  </a:lnTo>
                  <a:lnTo>
                    <a:pt x="4174737" y="1603131"/>
                  </a:lnTo>
                  <a:lnTo>
                    <a:pt x="4175364" y="1605015"/>
                  </a:lnTo>
                  <a:lnTo>
                    <a:pt x="4175990" y="1606855"/>
                  </a:lnTo>
                  <a:lnTo>
                    <a:pt x="4176617" y="1608671"/>
                  </a:lnTo>
                  <a:lnTo>
                    <a:pt x="4177243" y="1610465"/>
                  </a:lnTo>
                  <a:lnTo>
                    <a:pt x="4177870" y="1612232"/>
                  </a:lnTo>
                  <a:lnTo>
                    <a:pt x="4178497" y="1613976"/>
                  </a:lnTo>
                  <a:lnTo>
                    <a:pt x="4179123" y="1615704"/>
                  </a:lnTo>
                  <a:lnTo>
                    <a:pt x="4179750" y="1617436"/>
                  </a:lnTo>
                  <a:lnTo>
                    <a:pt x="4180376" y="1619162"/>
                  </a:lnTo>
                  <a:lnTo>
                    <a:pt x="4181003" y="1620876"/>
                  </a:lnTo>
                  <a:lnTo>
                    <a:pt x="4181629" y="1622566"/>
                  </a:lnTo>
                  <a:lnTo>
                    <a:pt x="4182256" y="1624230"/>
                  </a:lnTo>
                  <a:lnTo>
                    <a:pt x="4182882" y="1625872"/>
                  </a:lnTo>
                  <a:lnTo>
                    <a:pt x="4183509" y="1627494"/>
                  </a:lnTo>
                  <a:lnTo>
                    <a:pt x="4184136" y="1629119"/>
                  </a:lnTo>
                  <a:lnTo>
                    <a:pt x="4184762" y="1630730"/>
                  </a:lnTo>
                  <a:lnTo>
                    <a:pt x="4185389" y="1632341"/>
                  </a:lnTo>
                  <a:lnTo>
                    <a:pt x="4186015" y="1633916"/>
                  </a:lnTo>
                  <a:lnTo>
                    <a:pt x="4186642" y="1635452"/>
                  </a:lnTo>
                  <a:lnTo>
                    <a:pt x="4187268" y="1636970"/>
                  </a:lnTo>
                  <a:lnTo>
                    <a:pt x="4187895" y="1638475"/>
                  </a:lnTo>
                  <a:lnTo>
                    <a:pt x="4188521" y="1639960"/>
                  </a:lnTo>
                  <a:lnTo>
                    <a:pt x="4189148" y="1641429"/>
                  </a:lnTo>
                  <a:lnTo>
                    <a:pt x="4189775" y="1642892"/>
                  </a:lnTo>
                  <a:lnTo>
                    <a:pt x="4190401" y="1644333"/>
                  </a:lnTo>
                  <a:lnTo>
                    <a:pt x="4191028" y="1645738"/>
                  </a:lnTo>
                  <a:lnTo>
                    <a:pt x="4191654" y="1647090"/>
                  </a:lnTo>
                  <a:lnTo>
                    <a:pt x="4192281" y="1648386"/>
                  </a:lnTo>
                  <a:lnTo>
                    <a:pt x="4192907" y="1649629"/>
                  </a:lnTo>
                  <a:lnTo>
                    <a:pt x="4193534" y="1650816"/>
                  </a:lnTo>
                  <a:lnTo>
                    <a:pt x="4194160" y="1651954"/>
                  </a:lnTo>
                  <a:lnTo>
                    <a:pt x="4194787" y="1653061"/>
                  </a:lnTo>
                  <a:lnTo>
                    <a:pt x="4195414" y="1654132"/>
                  </a:lnTo>
                  <a:lnTo>
                    <a:pt x="4196040" y="1655155"/>
                  </a:lnTo>
                  <a:lnTo>
                    <a:pt x="4196667" y="1656110"/>
                  </a:lnTo>
                  <a:lnTo>
                    <a:pt x="4197293" y="1656957"/>
                  </a:lnTo>
                  <a:lnTo>
                    <a:pt x="4197920" y="1657678"/>
                  </a:lnTo>
                  <a:lnTo>
                    <a:pt x="4198546" y="1658275"/>
                  </a:lnTo>
                  <a:lnTo>
                    <a:pt x="4199173" y="1658751"/>
                  </a:lnTo>
                  <a:lnTo>
                    <a:pt x="4199799" y="1659115"/>
                  </a:lnTo>
                  <a:lnTo>
                    <a:pt x="4200426" y="1659371"/>
                  </a:lnTo>
                  <a:lnTo>
                    <a:pt x="4201053" y="1659531"/>
                  </a:lnTo>
                  <a:lnTo>
                    <a:pt x="4201679" y="1659604"/>
                  </a:lnTo>
                  <a:lnTo>
                    <a:pt x="4202306" y="1659600"/>
                  </a:lnTo>
                  <a:lnTo>
                    <a:pt x="4202932" y="1659518"/>
                  </a:lnTo>
                  <a:lnTo>
                    <a:pt x="4203559" y="1659352"/>
                  </a:lnTo>
                  <a:lnTo>
                    <a:pt x="4204185" y="1659075"/>
                  </a:lnTo>
                  <a:lnTo>
                    <a:pt x="4204812" y="1658686"/>
                  </a:lnTo>
                  <a:lnTo>
                    <a:pt x="4205438" y="1658217"/>
                  </a:lnTo>
                  <a:lnTo>
                    <a:pt x="4206065" y="1657682"/>
                  </a:lnTo>
                  <a:lnTo>
                    <a:pt x="4206692" y="1657150"/>
                  </a:lnTo>
                  <a:lnTo>
                    <a:pt x="4207318" y="1656639"/>
                  </a:lnTo>
                  <a:lnTo>
                    <a:pt x="4207945" y="1656160"/>
                  </a:lnTo>
                  <a:lnTo>
                    <a:pt x="4208571" y="1655681"/>
                  </a:lnTo>
                  <a:lnTo>
                    <a:pt x="4209198" y="1655208"/>
                  </a:lnTo>
                  <a:lnTo>
                    <a:pt x="4209824" y="1654748"/>
                  </a:lnTo>
                  <a:lnTo>
                    <a:pt x="4210451" y="1654301"/>
                  </a:lnTo>
                  <a:lnTo>
                    <a:pt x="4211077" y="1653862"/>
                  </a:lnTo>
                  <a:lnTo>
                    <a:pt x="4211704" y="1653425"/>
                  </a:lnTo>
                  <a:lnTo>
                    <a:pt x="4212331" y="1653002"/>
                  </a:lnTo>
                  <a:lnTo>
                    <a:pt x="4212957" y="1652572"/>
                  </a:lnTo>
                  <a:lnTo>
                    <a:pt x="4213584" y="1652144"/>
                  </a:lnTo>
                  <a:lnTo>
                    <a:pt x="4214210" y="1651713"/>
                  </a:lnTo>
                  <a:lnTo>
                    <a:pt x="4214837" y="1651232"/>
                  </a:lnTo>
                  <a:lnTo>
                    <a:pt x="4215463" y="1650689"/>
                  </a:lnTo>
                  <a:lnTo>
                    <a:pt x="4216090" y="1650040"/>
                  </a:lnTo>
                  <a:lnTo>
                    <a:pt x="4216716" y="1649285"/>
                  </a:lnTo>
                  <a:lnTo>
                    <a:pt x="4217343" y="1648415"/>
                  </a:lnTo>
                  <a:lnTo>
                    <a:pt x="4217970" y="1647477"/>
                  </a:lnTo>
                  <a:lnTo>
                    <a:pt x="4218596" y="1646488"/>
                  </a:lnTo>
                  <a:lnTo>
                    <a:pt x="4219223" y="1645442"/>
                  </a:lnTo>
                  <a:lnTo>
                    <a:pt x="4219849" y="1644335"/>
                  </a:lnTo>
                  <a:lnTo>
                    <a:pt x="4220476" y="1643170"/>
                  </a:lnTo>
                  <a:lnTo>
                    <a:pt x="4221102" y="1641944"/>
                  </a:lnTo>
                  <a:lnTo>
                    <a:pt x="4221729" y="1640646"/>
                  </a:lnTo>
                  <a:lnTo>
                    <a:pt x="4222355" y="1639305"/>
                  </a:lnTo>
                  <a:lnTo>
                    <a:pt x="4222982" y="1637922"/>
                  </a:lnTo>
                  <a:lnTo>
                    <a:pt x="4223609" y="1636498"/>
                  </a:lnTo>
                  <a:lnTo>
                    <a:pt x="4224235" y="1635060"/>
                  </a:lnTo>
                  <a:lnTo>
                    <a:pt x="4224862" y="1633604"/>
                  </a:lnTo>
                  <a:lnTo>
                    <a:pt x="4225488" y="1632161"/>
                  </a:lnTo>
                  <a:lnTo>
                    <a:pt x="4226115" y="1630727"/>
                  </a:lnTo>
                  <a:lnTo>
                    <a:pt x="4226741" y="1629271"/>
                  </a:lnTo>
                  <a:lnTo>
                    <a:pt x="4227368" y="1627797"/>
                  </a:lnTo>
                  <a:lnTo>
                    <a:pt x="4227994" y="1626291"/>
                  </a:lnTo>
                  <a:lnTo>
                    <a:pt x="4228621" y="1624756"/>
                  </a:lnTo>
                  <a:lnTo>
                    <a:pt x="4229248" y="1623166"/>
                  </a:lnTo>
                  <a:lnTo>
                    <a:pt x="4229874" y="1621508"/>
                  </a:lnTo>
                  <a:lnTo>
                    <a:pt x="4230501" y="1619774"/>
                  </a:lnTo>
                  <a:lnTo>
                    <a:pt x="4231127" y="1617964"/>
                  </a:lnTo>
                  <a:lnTo>
                    <a:pt x="4231754" y="1616064"/>
                  </a:lnTo>
                  <a:lnTo>
                    <a:pt x="4232380" y="1614083"/>
                  </a:lnTo>
                  <a:lnTo>
                    <a:pt x="4233007" y="1612033"/>
                  </a:lnTo>
                  <a:lnTo>
                    <a:pt x="4233633" y="1609910"/>
                  </a:lnTo>
                  <a:lnTo>
                    <a:pt x="4234260" y="1607714"/>
                  </a:lnTo>
                  <a:lnTo>
                    <a:pt x="4234887" y="1605442"/>
                  </a:lnTo>
                  <a:lnTo>
                    <a:pt x="4235513" y="1603101"/>
                  </a:lnTo>
                  <a:lnTo>
                    <a:pt x="4236140" y="1600722"/>
                  </a:lnTo>
                  <a:lnTo>
                    <a:pt x="4236766" y="1598291"/>
                  </a:lnTo>
                  <a:lnTo>
                    <a:pt x="4237393" y="1595822"/>
                  </a:lnTo>
                  <a:lnTo>
                    <a:pt x="4238019" y="1593316"/>
                  </a:lnTo>
                  <a:lnTo>
                    <a:pt x="4238646" y="1590817"/>
                  </a:lnTo>
                  <a:lnTo>
                    <a:pt x="4239272" y="1588346"/>
                  </a:lnTo>
                  <a:lnTo>
                    <a:pt x="4239899" y="1585903"/>
                  </a:lnTo>
                  <a:lnTo>
                    <a:pt x="4240526" y="1583491"/>
                  </a:lnTo>
                  <a:lnTo>
                    <a:pt x="4241152" y="1581110"/>
                  </a:lnTo>
                  <a:lnTo>
                    <a:pt x="4241779" y="1578754"/>
                  </a:lnTo>
                  <a:lnTo>
                    <a:pt x="4242405" y="1576416"/>
                  </a:lnTo>
                  <a:lnTo>
                    <a:pt x="4243032" y="1574089"/>
                  </a:lnTo>
                  <a:lnTo>
                    <a:pt x="4243658" y="1571761"/>
                  </a:lnTo>
                  <a:lnTo>
                    <a:pt x="4244285" y="1569421"/>
                  </a:lnTo>
                  <a:lnTo>
                    <a:pt x="4244911" y="1567090"/>
                  </a:lnTo>
                  <a:lnTo>
                    <a:pt x="4245538" y="1564771"/>
                  </a:lnTo>
                  <a:lnTo>
                    <a:pt x="4246165" y="1562485"/>
                  </a:lnTo>
                  <a:lnTo>
                    <a:pt x="4246791" y="1560260"/>
                  </a:lnTo>
                  <a:lnTo>
                    <a:pt x="4247418" y="1558103"/>
                  </a:lnTo>
                  <a:lnTo>
                    <a:pt x="4248044" y="1556010"/>
                  </a:lnTo>
                  <a:lnTo>
                    <a:pt x="4248671" y="1553996"/>
                  </a:lnTo>
                  <a:lnTo>
                    <a:pt x="4249297" y="1552055"/>
                  </a:lnTo>
                  <a:lnTo>
                    <a:pt x="4249924" y="1550185"/>
                  </a:lnTo>
                  <a:lnTo>
                    <a:pt x="4250550" y="1548375"/>
                  </a:lnTo>
                  <a:lnTo>
                    <a:pt x="4251177" y="1546624"/>
                  </a:lnTo>
                  <a:lnTo>
                    <a:pt x="4251804" y="1544933"/>
                  </a:lnTo>
                  <a:lnTo>
                    <a:pt x="4252430" y="1543332"/>
                  </a:lnTo>
                  <a:lnTo>
                    <a:pt x="4253057" y="1541846"/>
                  </a:lnTo>
                  <a:lnTo>
                    <a:pt x="4253683" y="1540492"/>
                  </a:lnTo>
                  <a:lnTo>
                    <a:pt x="4254310" y="1539257"/>
                  </a:lnTo>
                  <a:lnTo>
                    <a:pt x="4254936" y="1538146"/>
                  </a:lnTo>
                  <a:lnTo>
                    <a:pt x="4255563" y="1537156"/>
                  </a:lnTo>
                  <a:lnTo>
                    <a:pt x="4256189" y="1536263"/>
                  </a:lnTo>
                  <a:lnTo>
                    <a:pt x="4256816" y="1535466"/>
                  </a:lnTo>
                  <a:lnTo>
                    <a:pt x="4257443" y="1534739"/>
                  </a:lnTo>
                  <a:lnTo>
                    <a:pt x="4258069" y="1534085"/>
                  </a:lnTo>
                  <a:lnTo>
                    <a:pt x="4258696" y="1533531"/>
                  </a:lnTo>
                  <a:lnTo>
                    <a:pt x="4259322" y="1533080"/>
                  </a:lnTo>
                  <a:lnTo>
                    <a:pt x="4259949" y="1532759"/>
                  </a:lnTo>
                  <a:lnTo>
                    <a:pt x="4260575" y="1532575"/>
                  </a:lnTo>
                  <a:lnTo>
                    <a:pt x="4261202" y="1532550"/>
                  </a:lnTo>
                  <a:lnTo>
                    <a:pt x="4261828" y="1532680"/>
                  </a:lnTo>
                  <a:lnTo>
                    <a:pt x="4262455" y="1532956"/>
                  </a:lnTo>
                  <a:lnTo>
                    <a:pt x="4263082" y="1533386"/>
                  </a:lnTo>
                  <a:lnTo>
                    <a:pt x="4263708" y="1533971"/>
                  </a:lnTo>
                  <a:lnTo>
                    <a:pt x="4264335" y="1534697"/>
                  </a:lnTo>
                  <a:lnTo>
                    <a:pt x="4264961" y="1535547"/>
                  </a:lnTo>
                  <a:lnTo>
                    <a:pt x="4265588" y="1536521"/>
                  </a:lnTo>
                  <a:lnTo>
                    <a:pt x="4266214" y="1537606"/>
                  </a:lnTo>
                  <a:lnTo>
                    <a:pt x="4266841" y="1538801"/>
                  </a:lnTo>
                  <a:lnTo>
                    <a:pt x="4267467" y="1540093"/>
                  </a:lnTo>
                  <a:lnTo>
                    <a:pt x="4268094" y="1541446"/>
                  </a:lnTo>
                  <a:lnTo>
                    <a:pt x="4268721" y="1542874"/>
                  </a:lnTo>
                  <a:lnTo>
                    <a:pt x="4269347" y="1544324"/>
                  </a:lnTo>
                  <a:lnTo>
                    <a:pt x="4269974" y="1545783"/>
                  </a:lnTo>
                  <a:lnTo>
                    <a:pt x="4270600" y="1547202"/>
                  </a:lnTo>
                  <a:lnTo>
                    <a:pt x="4271227" y="1548558"/>
                  </a:lnTo>
                  <a:lnTo>
                    <a:pt x="4271853" y="1549851"/>
                  </a:lnTo>
                  <a:lnTo>
                    <a:pt x="4272480" y="1551075"/>
                  </a:lnTo>
                  <a:lnTo>
                    <a:pt x="4273106" y="1552230"/>
                  </a:lnTo>
                  <a:lnTo>
                    <a:pt x="4273733" y="1553328"/>
                  </a:lnTo>
                  <a:lnTo>
                    <a:pt x="4274360" y="1554377"/>
                  </a:lnTo>
                  <a:lnTo>
                    <a:pt x="4274986" y="1555394"/>
                  </a:lnTo>
                  <a:lnTo>
                    <a:pt x="4275613" y="1556418"/>
                  </a:lnTo>
                  <a:lnTo>
                    <a:pt x="4276239" y="1557456"/>
                  </a:lnTo>
                  <a:lnTo>
                    <a:pt x="4276866" y="1558516"/>
                  </a:lnTo>
                  <a:lnTo>
                    <a:pt x="4277492" y="1559622"/>
                  </a:lnTo>
                  <a:lnTo>
                    <a:pt x="4278119" y="1560767"/>
                  </a:lnTo>
                  <a:lnTo>
                    <a:pt x="4278745" y="1561978"/>
                  </a:lnTo>
                  <a:lnTo>
                    <a:pt x="4279372" y="1563279"/>
                  </a:lnTo>
                  <a:lnTo>
                    <a:pt x="4279998" y="1564692"/>
                  </a:lnTo>
                  <a:lnTo>
                    <a:pt x="4280625" y="1566211"/>
                  </a:lnTo>
                  <a:lnTo>
                    <a:pt x="4281252" y="1567830"/>
                  </a:lnTo>
                  <a:lnTo>
                    <a:pt x="4281878" y="1569557"/>
                  </a:lnTo>
                  <a:lnTo>
                    <a:pt x="4282505" y="1571377"/>
                  </a:lnTo>
                  <a:lnTo>
                    <a:pt x="4283131" y="1573266"/>
                  </a:lnTo>
                  <a:lnTo>
                    <a:pt x="4283758" y="1575218"/>
                  </a:lnTo>
                  <a:lnTo>
                    <a:pt x="4284384" y="1577204"/>
                  </a:lnTo>
                  <a:lnTo>
                    <a:pt x="4285011" y="1579168"/>
                  </a:lnTo>
                  <a:lnTo>
                    <a:pt x="4285637" y="1581098"/>
                  </a:lnTo>
                  <a:lnTo>
                    <a:pt x="4286264" y="1582994"/>
                  </a:lnTo>
                  <a:lnTo>
                    <a:pt x="4286891" y="1584846"/>
                  </a:lnTo>
                  <a:lnTo>
                    <a:pt x="4287517" y="1586659"/>
                  </a:lnTo>
                  <a:lnTo>
                    <a:pt x="4288144" y="1588389"/>
                  </a:lnTo>
                  <a:lnTo>
                    <a:pt x="4288770" y="1590027"/>
                  </a:lnTo>
                  <a:lnTo>
                    <a:pt x="4289397" y="1591585"/>
                  </a:lnTo>
                  <a:lnTo>
                    <a:pt x="4290023" y="1593041"/>
                  </a:lnTo>
                  <a:lnTo>
                    <a:pt x="4290650" y="1594412"/>
                  </a:lnTo>
                  <a:lnTo>
                    <a:pt x="4291276" y="1595691"/>
                  </a:lnTo>
                  <a:lnTo>
                    <a:pt x="4291903" y="1596911"/>
                  </a:lnTo>
                  <a:lnTo>
                    <a:pt x="4292530" y="1598104"/>
                  </a:lnTo>
                  <a:lnTo>
                    <a:pt x="4293156" y="1599273"/>
                  </a:lnTo>
                  <a:lnTo>
                    <a:pt x="4293783" y="1600450"/>
                  </a:lnTo>
                  <a:lnTo>
                    <a:pt x="4294409" y="1601655"/>
                  </a:lnTo>
                  <a:lnTo>
                    <a:pt x="4295036" y="1602868"/>
                  </a:lnTo>
                  <a:lnTo>
                    <a:pt x="4295662" y="1604072"/>
                  </a:lnTo>
                  <a:lnTo>
                    <a:pt x="4296289" y="1605273"/>
                  </a:lnTo>
                  <a:lnTo>
                    <a:pt x="4296915" y="1606458"/>
                  </a:lnTo>
                  <a:lnTo>
                    <a:pt x="4297542" y="1607658"/>
                  </a:lnTo>
                  <a:lnTo>
                    <a:pt x="4298169" y="1608874"/>
                  </a:lnTo>
                  <a:lnTo>
                    <a:pt x="4298795" y="1610095"/>
                  </a:lnTo>
                  <a:lnTo>
                    <a:pt x="4299422" y="1611366"/>
                  </a:lnTo>
                  <a:lnTo>
                    <a:pt x="4300048" y="1612682"/>
                  </a:lnTo>
                  <a:lnTo>
                    <a:pt x="4300675" y="1614046"/>
                  </a:lnTo>
                  <a:lnTo>
                    <a:pt x="4301301" y="1615428"/>
                  </a:lnTo>
                  <a:lnTo>
                    <a:pt x="4301928" y="1616816"/>
                  </a:lnTo>
                  <a:lnTo>
                    <a:pt x="4302554" y="1618211"/>
                  </a:lnTo>
                  <a:lnTo>
                    <a:pt x="4303181" y="1619601"/>
                  </a:lnTo>
                  <a:lnTo>
                    <a:pt x="4303808" y="1620977"/>
                  </a:lnTo>
                  <a:lnTo>
                    <a:pt x="4304434" y="1622370"/>
                  </a:lnTo>
                  <a:lnTo>
                    <a:pt x="4305061" y="1623784"/>
                  </a:lnTo>
                  <a:lnTo>
                    <a:pt x="4305687" y="1625227"/>
                  </a:lnTo>
                  <a:lnTo>
                    <a:pt x="4306314" y="1626706"/>
                  </a:lnTo>
                  <a:lnTo>
                    <a:pt x="4306940" y="1628231"/>
                  </a:lnTo>
                  <a:lnTo>
                    <a:pt x="4307567" y="1629778"/>
                  </a:lnTo>
                  <a:lnTo>
                    <a:pt x="4308193" y="1631359"/>
                  </a:lnTo>
                  <a:lnTo>
                    <a:pt x="4308820" y="1632949"/>
                  </a:lnTo>
                  <a:lnTo>
                    <a:pt x="4309447" y="1634520"/>
                  </a:lnTo>
                  <a:lnTo>
                    <a:pt x="4310073" y="1636066"/>
                  </a:lnTo>
                  <a:lnTo>
                    <a:pt x="4310700" y="1637579"/>
                  </a:lnTo>
                  <a:lnTo>
                    <a:pt x="4311326" y="1639034"/>
                  </a:lnTo>
                  <a:lnTo>
                    <a:pt x="4311953" y="1640436"/>
                  </a:lnTo>
                  <a:lnTo>
                    <a:pt x="4312579" y="1641790"/>
                  </a:lnTo>
                  <a:lnTo>
                    <a:pt x="4313206" y="1643105"/>
                  </a:lnTo>
                  <a:lnTo>
                    <a:pt x="4313832" y="1644376"/>
                  </a:lnTo>
                  <a:lnTo>
                    <a:pt x="4314459" y="1645620"/>
                  </a:lnTo>
                  <a:lnTo>
                    <a:pt x="4315086" y="1646850"/>
                  </a:lnTo>
                  <a:lnTo>
                    <a:pt x="4315712" y="1648059"/>
                  </a:lnTo>
                  <a:lnTo>
                    <a:pt x="4316339" y="1649230"/>
                  </a:lnTo>
                  <a:lnTo>
                    <a:pt x="4316965" y="1650392"/>
                  </a:lnTo>
                  <a:lnTo>
                    <a:pt x="4317592" y="1651539"/>
                  </a:lnTo>
                  <a:lnTo>
                    <a:pt x="4318218" y="1652670"/>
                  </a:lnTo>
                  <a:lnTo>
                    <a:pt x="4318845" y="1653796"/>
                  </a:lnTo>
                  <a:lnTo>
                    <a:pt x="4319471" y="1654911"/>
                  </a:lnTo>
                  <a:lnTo>
                    <a:pt x="4320098" y="1656053"/>
                  </a:lnTo>
                  <a:lnTo>
                    <a:pt x="4320725" y="1657235"/>
                  </a:lnTo>
                  <a:lnTo>
                    <a:pt x="4321351" y="1658443"/>
                  </a:lnTo>
                  <a:lnTo>
                    <a:pt x="4321978" y="1659694"/>
                  </a:lnTo>
                  <a:lnTo>
                    <a:pt x="4322604" y="1660951"/>
                  </a:lnTo>
                  <a:lnTo>
                    <a:pt x="4323231" y="1662213"/>
                  </a:lnTo>
                  <a:lnTo>
                    <a:pt x="4323857" y="1663421"/>
                  </a:lnTo>
                  <a:lnTo>
                    <a:pt x="4324484" y="1664549"/>
                  </a:lnTo>
                  <a:lnTo>
                    <a:pt x="4325110" y="1665583"/>
                  </a:lnTo>
                  <a:lnTo>
                    <a:pt x="4325737" y="1666512"/>
                  </a:lnTo>
                  <a:lnTo>
                    <a:pt x="4326364" y="1667325"/>
                  </a:lnTo>
                  <a:lnTo>
                    <a:pt x="4326990" y="1668036"/>
                  </a:lnTo>
                  <a:lnTo>
                    <a:pt x="4327617" y="1668664"/>
                  </a:lnTo>
                  <a:lnTo>
                    <a:pt x="4328243" y="1669211"/>
                  </a:lnTo>
                  <a:lnTo>
                    <a:pt x="4328870" y="1669681"/>
                  </a:lnTo>
                  <a:lnTo>
                    <a:pt x="4329496" y="1670039"/>
                  </a:lnTo>
                  <a:lnTo>
                    <a:pt x="4330123" y="1670280"/>
                  </a:lnTo>
                  <a:lnTo>
                    <a:pt x="4330749" y="1670419"/>
                  </a:lnTo>
                  <a:lnTo>
                    <a:pt x="4331376" y="1670418"/>
                  </a:lnTo>
                  <a:lnTo>
                    <a:pt x="4332003" y="1670288"/>
                  </a:lnTo>
                  <a:lnTo>
                    <a:pt x="4332629" y="1670034"/>
                  </a:lnTo>
                  <a:lnTo>
                    <a:pt x="4333256" y="1669703"/>
                  </a:lnTo>
                  <a:lnTo>
                    <a:pt x="4333882" y="1669318"/>
                  </a:lnTo>
                  <a:lnTo>
                    <a:pt x="4334509" y="1668884"/>
                  </a:lnTo>
                  <a:lnTo>
                    <a:pt x="4335135" y="1668407"/>
                  </a:lnTo>
                  <a:lnTo>
                    <a:pt x="4335762" y="1667897"/>
                  </a:lnTo>
                  <a:lnTo>
                    <a:pt x="4336388" y="1667334"/>
                  </a:lnTo>
                  <a:lnTo>
                    <a:pt x="4337015" y="1666708"/>
                  </a:lnTo>
                  <a:lnTo>
                    <a:pt x="4337642" y="1665991"/>
                  </a:lnTo>
                  <a:lnTo>
                    <a:pt x="4338268" y="1665176"/>
                  </a:lnTo>
                  <a:lnTo>
                    <a:pt x="4338895" y="1664267"/>
                  </a:lnTo>
                  <a:lnTo>
                    <a:pt x="4339521" y="1663263"/>
                  </a:lnTo>
                  <a:lnTo>
                    <a:pt x="4340148" y="1662189"/>
                  </a:lnTo>
                  <a:lnTo>
                    <a:pt x="4340774" y="1661056"/>
                  </a:lnTo>
                  <a:lnTo>
                    <a:pt x="4341401" y="1659902"/>
                  </a:lnTo>
                  <a:lnTo>
                    <a:pt x="4342027" y="1658731"/>
                  </a:lnTo>
                  <a:lnTo>
                    <a:pt x="4342654" y="1657542"/>
                  </a:lnTo>
                  <a:lnTo>
                    <a:pt x="4343281" y="1656337"/>
                  </a:lnTo>
                  <a:lnTo>
                    <a:pt x="4343907" y="1655116"/>
                  </a:lnTo>
                  <a:lnTo>
                    <a:pt x="4344534" y="1653875"/>
                  </a:lnTo>
                  <a:lnTo>
                    <a:pt x="4345160" y="1652621"/>
                  </a:lnTo>
                  <a:lnTo>
                    <a:pt x="4345787" y="1651382"/>
                  </a:lnTo>
                  <a:lnTo>
                    <a:pt x="4346413" y="1650156"/>
                  </a:lnTo>
                  <a:lnTo>
                    <a:pt x="4347040" y="1648971"/>
                  </a:lnTo>
                  <a:lnTo>
                    <a:pt x="4347666" y="1647862"/>
                  </a:lnTo>
                  <a:lnTo>
                    <a:pt x="4348293" y="1646855"/>
                  </a:lnTo>
                  <a:lnTo>
                    <a:pt x="4348920" y="1645938"/>
                  </a:lnTo>
                  <a:lnTo>
                    <a:pt x="4349546" y="1645068"/>
                  </a:lnTo>
                  <a:lnTo>
                    <a:pt x="4350173" y="1644227"/>
                  </a:lnTo>
                  <a:lnTo>
                    <a:pt x="4350799" y="1643430"/>
                  </a:lnTo>
                  <a:lnTo>
                    <a:pt x="4351426" y="1642678"/>
                  </a:lnTo>
                  <a:lnTo>
                    <a:pt x="4352052" y="1641985"/>
                  </a:lnTo>
                  <a:lnTo>
                    <a:pt x="4352679" y="1641360"/>
                  </a:lnTo>
                  <a:lnTo>
                    <a:pt x="4353305" y="1640798"/>
                  </a:lnTo>
                  <a:lnTo>
                    <a:pt x="4353932" y="1640300"/>
                  </a:lnTo>
                  <a:lnTo>
                    <a:pt x="4354559" y="1639860"/>
                  </a:lnTo>
                  <a:lnTo>
                    <a:pt x="4355185" y="1639450"/>
                  </a:lnTo>
                  <a:lnTo>
                    <a:pt x="4355812" y="1639070"/>
                  </a:lnTo>
                  <a:lnTo>
                    <a:pt x="4356438" y="1638706"/>
                  </a:lnTo>
                  <a:lnTo>
                    <a:pt x="4357065" y="1638354"/>
                  </a:lnTo>
                  <a:lnTo>
                    <a:pt x="4357691" y="1638024"/>
                  </a:lnTo>
                  <a:lnTo>
                    <a:pt x="4358318" y="1637721"/>
                  </a:lnTo>
                  <a:lnTo>
                    <a:pt x="4358944" y="1637467"/>
                  </a:lnTo>
                  <a:lnTo>
                    <a:pt x="4359571" y="1637278"/>
                  </a:lnTo>
                  <a:lnTo>
                    <a:pt x="4360198" y="1637122"/>
                  </a:lnTo>
                  <a:lnTo>
                    <a:pt x="4360824" y="1637006"/>
                  </a:lnTo>
                  <a:lnTo>
                    <a:pt x="4361451" y="1636933"/>
                  </a:lnTo>
                  <a:lnTo>
                    <a:pt x="4362077" y="1636879"/>
                  </a:lnTo>
                  <a:lnTo>
                    <a:pt x="4362704" y="1636850"/>
                  </a:lnTo>
                  <a:lnTo>
                    <a:pt x="4363330" y="1636844"/>
                  </a:lnTo>
                  <a:lnTo>
                    <a:pt x="4363957" y="1636881"/>
                  </a:lnTo>
                  <a:lnTo>
                    <a:pt x="4364583" y="1636975"/>
                  </a:lnTo>
                  <a:lnTo>
                    <a:pt x="4365210" y="1637127"/>
                  </a:lnTo>
                  <a:lnTo>
                    <a:pt x="4365837" y="1637353"/>
                  </a:lnTo>
                  <a:lnTo>
                    <a:pt x="4366463" y="1637653"/>
                  </a:lnTo>
                  <a:lnTo>
                    <a:pt x="4367090" y="1638008"/>
                  </a:lnTo>
                  <a:lnTo>
                    <a:pt x="4367716" y="1638420"/>
                  </a:lnTo>
                  <a:lnTo>
                    <a:pt x="4368343" y="1638883"/>
                  </a:lnTo>
                  <a:lnTo>
                    <a:pt x="4368969" y="1639398"/>
                  </a:lnTo>
                  <a:lnTo>
                    <a:pt x="4369596" y="1639982"/>
                  </a:lnTo>
                  <a:lnTo>
                    <a:pt x="4370222" y="1640628"/>
                  </a:lnTo>
                  <a:lnTo>
                    <a:pt x="4370849" y="1641322"/>
                  </a:lnTo>
                  <a:lnTo>
                    <a:pt x="4371476" y="1642069"/>
                  </a:lnTo>
                  <a:lnTo>
                    <a:pt x="4372102" y="1642840"/>
                  </a:lnTo>
                  <a:lnTo>
                    <a:pt x="4372729" y="1643640"/>
                  </a:lnTo>
                  <a:lnTo>
                    <a:pt x="4373355" y="1644435"/>
                  </a:lnTo>
                  <a:lnTo>
                    <a:pt x="4373982" y="1645221"/>
                  </a:lnTo>
                  <a:lnTo>
                    <a:pt x="4374608" y="1646002"/>
                  </a:lnTo>
                  <a:lnTo>
                    <a:pt x="4375235" y="1646781"/>
                  </a:lnTo>
                  <a:lnTo>
                    <a:pt x="4375861" y="1647533"/>
                  </a:lnTo>
                  <a:lnTo>
                    <a:pt x="4376488" y="1648260"/>
                  </a:lnTo>
                  <a:lnTo>
                    <a:pt x="4377115" y="1648944"/>
                  </a:lnTo>
                  <a:lnTo>
                    <a:pt x="4377741" y="1649564"/>
                  </a:lnTo>
                  <a:lnTo>
                    <a:pt x="4378368" y="1650118"/>
                  </a:lnTo>
                  <a:lnTo>
                    <a:pt x="4378994" y="1650595"/>
                  </a:lnTo>
                  <a:lnTo>
                    <a:pt x="4379621" y="1650972"/>
                  </a:lnTo>
                  <a:lnTo>
                    <a:pt x="4380247" y="1651239"/>
                  </a:lnTo>
                  <a:lnTo>
                    <a:pt x="4380874" y="1651386"/>
                  </a:lnTo>
                  <a:lnTo>
                    <a:pt x="4381500" y="1651454"/>
                  </a:lnTo>
                  <a:lnTo>
                    <a:pt x="4382127" y="1651471"/>
                  </a:lnTo>
                  <a:lnTo>
                    <a:pt x="4382754" y="1651414"/>
                  </a:lnTo>
                  <a:lnTo>
                    <a:pt x="4383380" y="1651275"/>
                  </a:lnTo>
                  <a:lnTo>
                    <a:pt x="4384007" y="1651050"/>
                  </a:lnTo>
                  <a:lnTo>
                    <a:pt x="4384633" y="1650714"/>
                  </a:lnTo>
                  <a:lnTo>
                    <a:pt x="4385260" y="1650296"/>
                  </a:lnTo>
                  <a:lnTo>
                    <a:pt x="4385886" y="1649799"/>
                  </a:lnTo>
                  <a:lnTo>
                    <a:pt x="4386513" y="1649241"/>
                  </a:lnTo>
                  <a:lnTo>
                    <a:pt x="4387139" y="1648645"/>
                  </a:lnTo>
                  <a:lnTo>
                    <a:pt x="4387766" y="1648030"/>
                  </a:lnTo>
                  <a:lnTo>
                    <a:pt x="4388393" y="1647396"/>
                  </a:lnTo>
                  <a:lnTo>
                    <a:pt x="4389019" y="1646755"/>
                  </a:lnTo>
                  <a:lnTo>
                    <a:pt x="4389646" y="1646081"/>
                  </a:lnTo>
                  <a:lnTo>
                    <a:pt x="4390272" y="1645381"/>
                  </a:lnTo>
                  <a:lnTo>
                    <a:pt x="4390899" y="1644629"/>
                  </a:lnTo>
                  <a:lnTo>
                    <a:pt x="4391525" y="1643822"/>
                  </a:lnTo>
                  <a:lnTo>
                    <a:pt x="4392152" y="1642998"/>
                  </a:lnTo>
                  <a:lnTo>
                    <a:pt x="4392778" y="1642171"/>
                  </a:lnTo>
                  <a:lnTo>
                    <a:pt x="4393405" y="1641343"/>
                  </a:lnTo>
                  <a:lnTo>
                    <a:pt x="4394032" y="1640536"/>
                  </a:lnTo>
                  <a:lnTo>
                    <a:pt x="4394658" y="1639746"/>
                  </a:lnTo>
                  <a:lnTo>
                    <a:pt x="4395285" y="1638957"/>
                  </a:lnTo>
                  <a:lnTo>
                    <a:pt x="4395911" y="1638149"/>
                  </a:lnTo>
                  <a:lnTo>
                    <a:pt x="4396538" y="1637316"/>
                  </a:lnTo>
                  <a:lnTo>
                    <a:pt x="4397164" y="1636439"/>
                  </a:lnTo>
                  <a:lnTo>
                    <a:pt x="4397791" y="1635509"/>
                  </a:lnTo>
                  <a:lnTo>
                    <a:pt x="4398417" y="1634522"/>
                  </a:lnTo>
                  <a:lnTo>
                    <a:pt x="4399044" y="1633512"/>
                  </a:lnTo>
                  <a:lnTo>
                    <a:pt x="4399671" y="1632474"/>
                  </a:lnTo>
                  <a:lnTo>
                    <a:pt x="4400297" y="1631426"/>
                  </a:lnTo>
                  <a:lnTo>
                    <a:pt x="4400924" y="1630353"/>
                  </a:lnTo>
                  <a:lnTo>
                    <a:pt x="4401550" y="1629238"/>
                  </a:lnTo>
                  <a:lnTo>
                    <a:pt x="4402177" y="1628068"/>
                  </a:lnTo>
                  <a:lnTo>
                    <a:pt x="4402803" y="1626836"/>
                  </a:lnTo>
                  <a:lnTo>
                    <a:pt x="4403430" y="1625546"/>
                  </a:lnTo>
                  <a:lnTo>
                    <a:pt x="4404056" y="1624198"/>
                  </a:lnTo>
                  <a:lnTo>
                    <a:pt x="4404683" y="1622803"/>
                  </a:lnTo>
                  <a:lnTo>
                    <a:pt x="4405310" y="1621367"/>
                  </a:lnTo>
                  <a:lnTo>
                    <a:pt x="4405936" y="1619892"/>
                  </a:lnTo>
                  <a:lnTo>
                    <a:pt x="4406563" y="1618378"/>
                  </a:lnTo>
                  <a:lnTo>
                    <a:pt x="4407189" y="1616823"/>
                  </a:lnTo>
                  <a:lnTo>
                    <a:pt x="4407816" y="1615234"/>
                  </a:lnTo>
                  <a:lnTo>
                    <a:pt x="4408442" y="1613597"/>
                  </a:lnTo>
                  <a:lnTo>
                    <a:pt x="4409069" y="1611911"/>
                  </a:lnTo>
                  <a:lnTo>
                    <a:pt x="4409695" y="1610150"/>
                  </a:lnTo>
                  <a:lnTo>
                    <a:pt x="4410322" y="1608314"/>
                  </a:lnTo>
                  <a:lnTo>
                    <a:pt x="4410949" y="1606409"/>
                  </a:lnTo>
                  <a:lnTo>
                    <a:pt x="4411575" y="1604455"/>
                  </a:lnTo>
                  <a:lnTo>
                    <a:pt x="4412202" y="1602472"/>
                  </a:lnTo>
                  <a:lnTo>
                    <a:pt x="4412828" y="1600475"/>
                  </a:lnTo>
                  <a:lnTo>
                    <a:pt x="4413455" y="1598441"/>
                  </a:lnTo>
                  <a:lnTo>
                    <a:pt x="4414081" y="1596368"/>
                  </a:lnTo>
                  <a:lnTo>
                    <a:pt x="4414708" y="1594243"/>
                  </a:lnTo>
                  <a:lnTo>
                    <a:pt x="4415334" y="1592061"/>
                  </a:lnTo>
                  <a:lnTo>
                    <a:pt x="4415961" y="1589816"/>
                  </a:lnTo>
                  <a:lnTo>
                    <a:pt x="4416588" y="1587525"/>
                  </a:lnTo>
                  <a:lnTo>
                    <a:pt x="4417214" y="1585170"/>
                  </a:lnTo>
                  <a:lnTo>
                    <a:pt x="4417841" y="1582775"/>
                  </a:lnTo>
                  <a:lnTo>
                    <a:pt x="4418467" y="1580357"/>
                  </a:lnTo>
                  <a:lnTo>
                    <a:pt x="4419094" y="1577936"/>
                  </a:lnTo>
                  <a:lnTo>
                    <a:pt x="4419720" y="1575492"/>
                  </a:lnTo>
                  <a:lnTo>
                    <a:pt x="4420347" y="1573018"/>
                  </a:lnTo>
                  <a:lnTo>
                    <a:pt x="4420973" y="1570513"/>
                  </a:lnTo>
                  <a:lnTo>
                    <a:pt x="4421600" y="1567987"/>
                  </a:lnTo>
                  <a:lnTo>
                    <a:pt x="4422227" y="1565431"/>
                  </a:lnTo>
                  <a:lnTo>
                    <a:pt x="4422853" y="1562874"/>
                  </a:lnTo>
                  <a:lnTo>
                    <a:pt x="4423480" y="1560294"/>
                  </a:lnTo>
                  <a:lnTo>
                    <a:pt x="4424106" y="1557706"/>
                  </a:lnTo>
                  <a:lnTo>
                    <a:pt x="4424733" y="1555121"/>
                  </a:lnTo>
                  <a:lnTo>
                    <a:pt x="4425359" y="1552551"/>
                  </a:lnTo>
                  <a:lnTo>
                    <a:pt x="4425986" y="1549994"/>
                  </a:lnTo>
                  <a:lnTo>
                    <a:pt x="4426612" y="1547455"/>
                  </a:lnTo>
                  <a:lnTo>
                    <a:pt x="4427239" y="1544925"/>
                  </a:lnTo>
                  <a:lnTo>
                    <a:pt x="4427866" y="1542404"/>
                  </a:lnTo>
                  <a:lnTo>
                    <a:pt x="4428492" y="1539871"/>
                  </a:lnTo>
                  <a:lnTo>
                    <a:pt x="4429119" y="1537363"/>
                  </a:lnTo>
                  <a:lnTo>
                    <a:pt x="4429745" y="1534896"/>
                  </a:lnTo>
                  <a:lnTo>
                    <a:pt x="4430372" y="1532472"/>
                  </a:lnTo>
                  <a:lnTo>
                    <a:pt x="4430998" y="1530070"/>
                  </a:lnTo>
                  <a:lnTo>
                    <a:pt x="4431625" y="1527696"/>
                  </a:lnTo>
                  <a:lnTo>
                    <a:pt x="4432251" y="1525328"/>
                  </a:lnTo>
                  <a:lnTo>
                    <a:pt x="4432878" y="1522983"/>
                  </a:lnTo>
                  <a:lnTo>
                    <a:pt x="4433505" y="1520669"/>
                  </a:lnTo>
                  <a:lnTo>
                    <a:pt x="4434131" y="1518401"/>
                  </a:lnTo>
                  <a:lnTo>
                    <a:pt x="4434758" y="1516183"/>
                  </a:lnTo>
                  <a:lnTo>
                    <a:pt x="4435384" y="1513982"/>
                  </a:lnTo>
                  <a:lnTo>
                    <a:pt x="4436011" y="1511779"/>
                  </a:lnTo>
                  <a:lnTo>
                    <a:pt x="4436637" y="1509558"/>
                  </a:lnTo>
                  <a:lnTo>
                    <a:pt x="4437264" y="1507310"/>
                  </a:lnTo>
                  <a:lnTo>
                    <a:pt x="4437890" y="1505026"/>
                  </a:lnTo>
                  <a:lnTo>
                    <a:pt x="4438517" y="1502726"/>
                  </a:lnTo>
                  <a:lnTo>
                    <a:pt x="4439144" y="1500413"/>
                  </a:lnTo>
                  <a:lnTo>
                    <a:pt x="4439770" y="1498089"/>
                  </a:lnTo>
                  <a:lnTo>
                    <a:pt x="4440397" y="1495747"/>
                  </a:lnTo>
                  <a:lnTo>
                    <a:pt x="4441023" y="1493382"/>
                  </a:lnTo>
                  <a:lnTo>
                    <a:pt x="4441650" y="1491014"/>
                  </a:lnTo>
                  <a:lnTo>
                    <a:pt x="4442276" y="1488638"/>
                  </a:lnTo>
                  <a:lnTo>
                    <a:pt x="4442903" y="1486253"/>
                  </a:lnTo>
                  <a:lnTo>
                    <a:pt x="4443529" y="1483861"/>
                  </a:lnTo>
                  <a:lnTo>
                    <a:pt x="4444156" y="1481444"/>
                  </a:lnTo>
                  <a:lnTo>
                    <a:pt x="4444783" y="1479026"/>
                  </a:lnTo>
                  <a:lnTo>
                    <a:pt x="4445409" y="1476637"/>
                  </a:lnTo>
                  <a:lnTo>
                    <a:pt x="4446036" y="1474270"/>
                  </a:lnTo>
                  <a:lnTo>
                    <a:pt x="4446662" y="1471927"/>
                  </a:lnTo>
                  <a:lnTo>
                    <a:pt x="4447289" y="1469633"/>
                  </a:lnTo>
                  <a:lnTo>
                    <a:pt x="4447915" y="1467359"/>
                  </a:lnTo>
                  <a:lnTo>
                    <a:pt x="4448542" y="1465097"/>
                  </a:lnTo>
                  <a:lnTo>
                    <a:pt x="4449168" y="1462862"/>
                  </a:lnTo>
                  <a:lnTo>
                    <a:pt x="4449795" y="1460657"/>
                  </a:lnTo>
                  <a:lnTo>
                    <a:pt x="4450422" y="1458450"/>
                  </a:lnTo>
                  <a:lnTo>
                    <a:pt x="4451048" y="1456226"/>
                  </a:lnTo>
                  <a:lnTo>
                    <a:pt x="4451675" y="1454006"/>
                  </a:lnTo>
                  <a:lnTo>
                    <a:pt x="4452301" y="1451815"/>
                  </a:lnTo>
                  <a:lnTo>
                    <a:pt x="4452928" y="1449623"/>
                  </a:lnTo>
                  <a:lnTo>
                    <a:pt x="4453554" y="1447435"/>
                  </a:lnTo>
                  <a:lnTo>
                    <a:pt x="4454181" y="1445243"/>
                  </a:lnTo>
                  <a:lnTo>
                    <a:pt x="4454807" y="1443024"/>
                  </a:lnTo>
                  <a:lnTo>
                    <a:pt x="4455434" y="1440787"/>
                  </a:lnTo>
                  <a:lnTo>
                    <a:pt x="4456061" y="1438528"/>
                  </a:lnTo>
                  <a:lnTo>
                    <a:pt x="4456687" y="1436227"/>
                  </a:lnTo>
                  <a:lnTo>
                    <a:pt x="4457314" y="1433911"/>
                  </a:lnTo>
                  <a:lnTo>
                    <a:pt x="4457940" y="1431598"/>
                  </a:lnTo>
                  <a:lnTo>
                    <a:pt x="4458567" y="1429277"/>
                  </a:lnTo>
                  <a:lnTo>
                    <a:pt x="4459193" y="1426966"/>
                  </a:lnTo>
                  <a:lnTo>
                    <a:pt x="4459820" y="1424711"/>
                  </a:lnTo>
                  <a:lnTo>
                    <a:pt x="4460446" y="1422528"/>
                  </a:lnTo>
                  <a:lnTo>
                    <a:pt x="4461073" y="1420402"/>
                  </a:lnTo>
                  <a:lnTo>
                    <a:pt x="4461700" y="1418290"/>
                  </a:lnTo>
                  <a:lnTo>
                    <a:pt x="4462326" y="1416222"/>
                  </a:lnTo>
                  <a:lnTo>
                    <a:pt x="4462953" y="1414204"/>
                  </a:lnTo>
                  <a:lnTo>
                    <a:pt x="4463579" y="1412241"/>
                  </a:lnTo>
                  <a:lnTo>
                    <a:pt x="4464206" y="1410347"/>
                  </a:lnTo>
                  <a:lnTo>
                    <a:pt x="4464832" y="1408512"/>
                  </a:lnTo>
                  <a:lnTo>
                    <a:pt x="4465459" y="1406734"/>
                  </a:lnTo>
                  <a:lnTo>
                    <a:pt x="4466085" y="1405012"/>
                  </a:lnTo>
                  <a:lnTo>
                    <a:pt x="4466712" y="1403321"/>
                  </a:lnTo>
                  <a:lnTo>
                    <a:pt x="4467339" y="1401671"/>
                  </a:lnTo>
                  <a:lnTo>
                    <a:pt x="4467965" y="1400075"/>
                  </a:lnTo>
                  <a:lnTo>
                    <a:pt x="4468592" y="1398541"/>
                  </a:lnTo>
                  <a:lnTo>
                    <a:pt x="4469218" y="1397054"/>
                  </a:lnTo>
                  <a:lnTo>
                    <a:pt x="4469845" y="1395605"/>
                  </a:lnTo>
                  <a:lnTo>
                    <a:pt x="4470471" y="1394191"/>
                  </a:lnTo>
                  <a:lnTo>
                    <a:pt x="4471098" y="1392829"/>
                  </a:lnTo>
                  <a:lnTo>
                    <a:pt x="4471724" y="1391543"/>
                  </a:lnTo>
                  <a:lnTo>
                    <a:pt x="4472351" y="1390367"/>
                  </a:lnTo>
                  <a:lnTo>
                    <a:pt x="4472978" y="1389306"/>
                  </a:lnTo>
                  <a:lnTo>
                    <a:pt x="4473604" y="1388346"/>
                  </a:lnTo>
                  <a:lnTo>
                    <a:pt x="4474231" y="1387502"/>
                  </a:lnTo>
                  <a:lnTo>
                    <a:pt x="4474857" y="1386782"/>
                  </a:lnTo>
                  <a:lnTo>
                    <a:pt x="4475484" y="1386185"/>
                  </a:lnTo>
                  <a:lnTo>
                    <a:pt x="4476110" y="1385736"/>
                  </a:lnTo>
                  <a:lnTo>
                    <a:pt x="4476737" y="1385409"/>
                  </a:lnTo>
                  <a:lnTo>
                    <a:pt x="4477363" y="1385197"/>
                  </a:lnTo>
                  <a:lnTo>
                    <a:pt x="4477990" y="1385119"/>
                  </a:lnTo>
                  <a:lnTo>
                    <a:pt x="4478617" y="1385207"/>
                  </a:lnTo>
                  <a:lnTo>
                    <a:pt x="4479243" y="1385460"/>
                  </a:lnTo>
                  <a:lnTo>
                    <a:pt x="4479870" y="1385904"/>
                  </a:lnTo>
                  <a:lnTo>
                    <a:pt x="4480496" y="1386527"/>
                  </a:lnTo>
                  <a:lnTo>
                    <a:pt x="4481123" y="1387296"/>
                  </a:lnTo>
                  <a:lnTo>
                    <a:pt x="4481749" y="1388177"/>
                  </a:lnTo>
                  <a:lnTo>
                    <a:pt x="4482376" y="1389174"/>
                  </a:lnTo>
                  <a:lnTo>
                    <a:pt x="4483002" y="1390309"/>
                  </a:lnTo>
                  <a:lnTo>
                    <a:pt x="4483629" y="1391584"/>
                  </a:lnTo>
                  <a:lnTo>
                    <a:pt x="4484256" y="1392973"/>
                  </a:lnTo>
                  <a:lnTo>
                    <a:pt x="4484882" y="1394495"/>
                  </a:lnTo>
                  <a:lnTo>
                    <a:pt x="4485509" y="1396130"/>
                  </a:lnTo>
                  <a:lnTo>
                    <a:pt x="4486135" y="1397895"/>
                  </a:lnTo>
                  <a:lnTo>
                    <a:pt x="4486762" y="1399783"/>
                  </a:lnTo>
                  <a:lnTo>
                    <a:pt x="4487388" y="1401770"/>
                  </a:lnTo>
                  <a:lnTo>
                    <a:pt x="4488015" y="1403832"/>
                  </a:lnTo>
                  <a:lnTo>
                    <a:pt x="4488641" y="1405970"/>
                  </a:lnTo>
                  <a:lnTo>
                    <a:pt x="4489268" y="1408153"/>
                  </a:lnTo>
                  <a:lnTo>
                    <a:pt x="4489895" y="1410369"/>
                  </a:lnTo>
                  <a:lnTo>
                    <a:pt x="4490521" y="1412624"/>
                  </a:lnTo>
                  <a:lnTo>
                    <a:pt x="4491148" y="1414923"/>
                  </a:lnTo>
                  <a:lnTo>
                    <a:pt x="4491774" y="1417235"/>
                  </a:lnTo>
                  <a:lnTo>
                    <a:pt x="4492401" y="1419522"/>
                  </a:lnTo>
                  <a:lnTo>
                    <a:pt x="4493027" y="1421762"/>
                  </a:lnTo>
                  <a:lnTo>
                    <a:pt x="4493654" y="1423983"/>
                  </a:lnTo>
                  <a:lnTo>
                    <a:pt x="4494280" y="1426154"/>
                  </a:lnTo>
                  <a:lnTo>
                    <a:pt x="4494907" y="1428275"/>
                  </a:lnTo>
                  <a:lnTo>
                    <a:pt x="4495534" y="1430335"/>
                  </a:lnTo>
                  <a:lnTo>
                    <a:pt x="4496160" y="1432325"/>
                  </a:lnTo>
                  <a:lnTo>
                    <a:pt x="4496787" y="1434255"/>
                  </a:lnTo>
                  <a:lnTo>
                    <a:pt x="4497413" y="1436130"/>
                  </a:lnTo>
                  <a:lnTo>
                    <a:pt x="4498040" y="1437977"/>
                  </a:lnTo>
                  <a:lnTo>
                    <a:pt x="4498666" y="1439835"/>
                  </a:lnTo>
                  <a:lnTo>
                    <a:pt x="4499293" y="1441731"/>
                  </a:lnTo>
                  <a:lnTo>
                    <a:pt x="4499919" y="1443671"/>
                  </a:lnTo>
                  <a:lnTo>
                    <a:pt x="4500546" y="1445659"/>
                  </a:lnTo>
                  <a:lnTo>
                    <a:pt x="4501173" y="1447722"/>
                  </a:lnTo>
                  <a:lnTo>
                    <a:pt x="4501799" y="1449874"/>
                  </a:lnTo>
                  <a:lnTo>
                    <a:pt x="4502426" y="1452117"/>
                  </a:lnTo>
                  <a:lnTo>
                    <a:pt x="4503052" y="1454456"/>
                  </a:lnTo>
                  <a:lnTo>
                    <a:pt x="4503679" y="1456894"/>
                  </a:lnTo>
                  <a:lnTo>
                    <a:pt x="4504305" y="1459428"/>
                  </a:lnTo>
                  <a:lnTo>
                    <a:pt x="4504932" y="1462071"/>
                  </a:lnTo>
                  <a:lnTo>
                    <a:pt x="4505558" y="1464831"/>
                  </a:lnTo>
                  <a:lnTo>
                    <a:pt x="4506185" y="1467703"/>
                  </a:lnTo>
                  <a:lnTo>
                    <a:pt x="4506812" y="1470664"/>
                  </a:lnTo>
                  <a:lnTo>
                    <a:pt x="4507438" y="1473651"/>
                  </a:lnTo>
                  <a:lnTo>
                    <a:pt x="4508065" y="1476614"/>
                  </a:lnTo>
                  <a:lnTo>
                    <a:pt x="4508691" y="1479565"/>
                  </a:lnTo>
                  <a:lnTo>
                    <a:pt x="4509318" y="1482519"/>
                  </a:lnTo>
                  <a:lnTo>
                    <a:pt x="4509944" y="1485458"/>
                  </a:lnTo>
                  <a:lnTo>
                    <a:pt x="4510571" y="1488369"/>
                  </a:lnTo>
                  <a:lnTo>
                    <a:pt x="4511197" y="1491245"/>
                  </a:lnTo>
                  <a:lnTo>
                    <a:pt x="4511824" y="1494077"/>
                  </a:lnTo>
                  <a:lnTo>
                    <a:pt x="4512451" y="1496859"/>
                  </a:lnTo>
                  <a:lnTo>
                    <a:pt x="4513077" y="1499609"/>
                  </a:lnTo>
                  <a:lnTo>
                    <a:pt x="4513704" y="1502315"/>
                  </a:lnTo>
                  <a:lnTo>
                    <a:pt x="4514330" y="1504980"/>
                  </a:lnTo>
                  <a:lnTo>
                    <a:pt x="4514957" y="1507596"/>
                  </a:lnTo>
                  <a:lnTo>
                    <a:pt x="4515583" y="1510178"/>
                  </a:lnTo>
                  <a:lnTo>
                    <a:pt x="4516210" y="1512739"/>
                  </a:lnTo>
                  <a:lnTo>
                    <a:pt x="4516836" y="1515320"/>
                  </a:lnTo>
                  <a:lnTo>
                    <a:pt x="4517463" y="1517939"/>
                  </a:lnTo>
                  <a:lnTo>
                    <a:pt x="4518089" y="1520572"/>
                  </a:lnTo>
                  <a:lnTo>
                    <a:pt x="4518716" y="1523212"/>
                  </a:lnTo>
                  <a:lnTo>
                    <a:pt x="4519343" y="1525877"/>
                  </a:lnTo>
                  <a:lnTo>
                    <a:pt x="4519969" y="1528558"/>
                  </a:lnTo>
                  <a:lnTo>
                    <a:pt x="4520596" y="1531249"/>
                  </a:lnTo>
                  <a:lnTo>
                    <a:pt x="4521222" y="1533954"/>
                  </a:lnTo>
                  <a:lnTo>
                    <a:pt x="4521849" y="1536663"/>
                  </a:lnTo>
                  <a:lnTo>
                    <a:pt x="4522475" y="1539345"/>
                  </a:lnTo>
                  <a:lnTo>
                    <a:pt x="4523102" y="1542009"/>
                  </a:lnTo>
                  <a:lnTo>
                    <a:pt x="4523728" y="1544642"/>
                  </a:lnTo>
                  <a:lnTo>
                    <a:pt x="4524355" y="1547274"/>
                  </a:lnTo>
                  <a:lnTo>
                    <a:pt x="4524982" y="1549848"/>
                  </a:lnTo>
                  <a:lnTo>
                    <a:pt x="4525608" y="1552341"/>
                  </a:lnTo>
                  <a:lnTo>
                    <a:pt x="4526235" y="1554753"/>
                  </a:lnTo>
                  <a:lnTo>
                    <a:pt x="4526861" y="1557084"/>
                  </a:lnTo>
                  <a:lnTo>
                    <a:pt x="4527488" y="1559346"/>
                  </a:lnTo>
                  <a:lnTo>
                    <a:pt x="4528114" y="1561533"/>
                  </a:lnTo>
                  <a:lnTo>
                    <a:pt x="4528741" y="1563645"/>
                  </a:lnTo>
                  <a:lnTo>
                    <a:pt x="4529367" y="1565684"/>
                  </a:lnTo>
                  <a:lnTo>
                    <a:pt x="4529994" y="1567626"/>
                  </a:lnTo>
                  <a:lnTo>
                    <a:pt x="4530621" y="1569449"/>
                  </a:lnTo>
                  <a:lnTo>
                    <a:pt x="4531247" y="1571118"/>
                  </a:lnTo>
                  <a:lnTo>
                    <a:pt x="4531874" y="1572639"/>
                  </a:lnTo>
                  <a:lnTo>
                    <a:pt x="4532500" y="1574015"/>
                  </a:lnTo>
                  <a:lnTo>
                    <a:pt x="4533127" y="1575245"/>
                  </a:lnTo>
                  <a:lnTo>
                    <a:pt x="4533753" y="1576328"/>
                  </a:lnTo>
                  <a:lnTo>
                    <a:pt x="4534380" y="1577259"/>
                  </a:lnTo>
                  <a:lnTo>
                    <a:pt x="4535006" y="1578025"/>
                  </a:lnTo>
                  <a:lnTo>
                    <a:pt x="4535633" y="1578615"/>
                  </a:lnTo>
                  <a:lnTo>
                    <a:pt x="4536260" y="1579030"/>
                  </a:lnTo>
                  <a:lnTo>
                    <a:pt x="4536886" y="1579250"/>
                  </a:lnTo>
                  <a:lnTo>
                    <a:pt x="4537513" y="1579281"/>
                  </a:lnTo>
                  <a:lnTo>
                    <a:pt x="4538139" y="1579126"/>
                  </a:lnTo>
                  <a:lnTo>
                    <a:pt x="4538766" y="1578791"/>
                  </a:lnTo>
                  <a:lnTo>
                    <a:pt x="4539392" y="1578311"/>
                  </a:lnTo>
                  <a:lnTo>
                    <a:pt x="4540019" y="1577717"/>
                  </a:lnTo>
                  <a:lnTo>
                    <a:pt x="4540645" y="1577038"/>
                  </a:lnTo>
                  <a:lnTo>
                    <a:pt x="4541272" y="1576264"/>
                  </a:lnTo>
                  <a:lnTo>
                    <a:pt x="4541899" y="1575393"/>
                  </a:lnTo>
                  <a:lnTo>
                    <a:pt x="4542525" y="1574411"/>
                  </a:lnTo>
                  <a:lnTo>
                    <a:pt x="4543152" y="1573276"/>
                  </a:lnTo>
                  <a:lnTo>
                    <a:pt x="4543778" y="1572000"/>
                  </a:lnTo>
                  <a:lnTo>
                    <a:pt x="4544405" y="1570601"/>
                  </a:lnTo>
                  <a:lnTo>
                    <a:pt x="4545031" y="1569081"/>
                  </a:lnTo>
                  <a:lnTo>
                    <a:pt x="4545658" y="1567433"/>
                  </a:lnTo>
                  <a:lnTo>
                    <a:pt x="4546284" y="1565664"/>
                  </a:lnTo>
                  <a:lnTo>
                    <a:pt x="4546911" y="1563770"/>
                  </a:lnTo>
                  <a:lnTo>
                    <a:pt x="4547538" y="1561734"/>
                  </a:lnTo>
                  <a:lnTo>
                    <a:pt x="4548164" y="1559553"/>
                  </a:lnTo>
                  <a:lnTo>
                    <a:pt x="4548791" y="1557204"/>
                  </a:lnTo>
                  <a:lnTo>
                    <a:pt x="4549417" y="1554669"/>
                  </a:lnTo>
                  <a:lnTo>
                    <a:pt x="4550044" y="1551952"/>
                  </a:lnTo>
                  <a:lnTo>
                    <a:pt x="4550670" y="1549055"/>
                  </a:lnTo>
                  <a:lnTo>
                    <a:pt x="4551297" y="1545964"/>
                  </a:lnTo>
                  <a:lnTo>
                    <a:pt x="4551923" y="1542698"/>
                  </a:lnTo>
                  <a:lnTo>
                    <a:pt x="4552550" y="1539287"/>
                  </a:lnTo>
                  <a:lnTo>
                    <a:pt x="4553177" y="1535725"/>
                  </a:lnTo>
                  <a:lnTo>
                    <a:pt x="4553803" y="1532016"/>
                  </a:lnTo>
                  <a:lnTo>
                    <a:pt x="4554430" y="1528173"/>
                  </a:lnTo>
                  <a:lnTo>
                    <a:pt x="4555056" y="1524215"/>
                  </a:lnTo>
                  <a:lnTo>
                    <a:pt x="4555683" y="1520152"/>
                  </a:lnTo>
                  <a:lnTo>
                    <a:pt x="4556309" y="1515968"/>
                  </a:lnTo>
                  <a:lnTo>
                    <a:pt x="4556936" y="1511716"/>
                  </a:lnTo>
                  <a:lnTo>
                    <a:pt x="4557562" y="1507406"/>
                  </a:lnTo>
                  <a:lnTo>
                    <a:pt x="4558189" y="1503038"/>
                  </a:lnTo>
                  <a:lnTo>
                    <a:pt x="4558816" y="1498614"/>
                  </a:lnTo>
                  <a:lnTo>
                    <a:pt x="4559442" y="1494120"/>
                  </a:lnTo>
                  <a:lnTo>
                    <a:pt x="4560069" y="1489557"/>
                  </a:lnTo>
                  <a:lnTo>
                    <a:pt x="4560695" y="1484915"/>
                  </a:lnTo>
                  <a:lnTo>
                    <a:pt x="4561322" y="1480191"/>
                  </a:lnTo>
                  <a:lnTo>
                    <a:pt x="4561948" y="1475379"/>
                  </a:lnTo>
                  <a:lnTo>
                    <a:pt x="4562575" y="1470494"/>
                  </a:lnTo>
                  <a:lnTo>
                    <a:pt x="4563201" y="1465547"/>
                  </a:lnTo>
                  <a:lnTo>
                    <a:pt x="4563828" y="1460518"/>
                  </a:lnTo>
                  <a:lnTo>
                    <a:pt x="4564455" y="1455380"/>
                  </a:lnTo>
                  <a:lnTo>
                    <a:pt x="4565081" y="1450124"/>
                  </a:lnTo>
                  <a:lnTo>
                    <a:pt x="4565708" y="1444750"/>
                  </a:lnTo>
                  <a:lnTo>
                    <a:pt x="4566334" y="1439242"/>
                  </a:lnTo>
                  <a:lnTo>
                    <a:pt x="4566961" y="1433587"/>
                  </a:lnTo>
                  <a:lnTo>
                    <a:pt x="4567587" y="1427784"/>
                  </a:lnTo>
                  <a:lnTo>
                    <a:pt x="4568214" y="1421826"/>
                  </a:lnTo>
                  <a:lnTo>
                    <a:pt x="4568840" y="1415732"/>
                  </a:lnTo>
                  <a:lnTo>
                    <a:pt x="4569467" y="1409503"/>
                  </a:lnTo>
                  <a:lnTo>
                    <a:pt x="4570094" y="1403159"/>
                  </a:lnTo>
                  <a:lnTo>
                    <a:pt x="4570720" y="1396724"/>
                  </a:lnTo>
                  <a:lnTo>
                    <a:pt x="4571347" y="1390209"/>
                  </a:lnTo>
                  <a:lnTo>
                    <a:pt x="4571973" y="1383600"/>
                  </a:lnTo>
                  <a:lnTo>
                    <a:pt x="4572600" y="1376875"/>
                  </a:lnTo>
                  <a:lnTo>
                    <a:pt x="4573226" y="1370039"/>
                  </a:lnTo>
                  <a:lnTo>
                    <a:pt x="4573853" y="1363091"/>
                  </a:lnTo>
                  <a:lnTo>
                    <a:pt x="4574479" y="1356051"/>
                  </a:lnTo>
                  <a:lnTo>
                    <a:pt x="4575106" y="1348957"/>
                  </a:lnTo>
                  <a:lnTo>
                    <a:pt x="4575733" y="1341817"/>
                  </a:lnTo>
                  <a:lnTo>
                    <a:pt x="4576359" y="1334654"/>
                  </a:lnTo>
                  <a:lnTo>
                    <a:pt x="4576986" y="1327449"/>
                  </a:lnTo>
                  <a:lnTo>
                    <a:pt x="4577612" y="1320236"/>
                  </a:lnTo>
                  <a:lnTo>
                    <a:pt x="4578239" y="1313012"/>
                  </a:lnTo>
                  <a:lnTo>
                    <a:pt x="4578865" y="1305783"/>
                  </a:lnTo>
                  <a:lnTo>
                    <a:pt x="4579492" y="1298546"/>
                  </a:lnTo>
                  <a:lnTo>
                    <a:pt x="4580118" y="1291300"/>
                  </a:lnTo>
                  <a:lnTo>
                    <a:pt x="4580745" y="1284039"/>
                  </a:lnTo>
                  <a:lnTo>
                    <a:pt x="4581372" y="1276771"/>
                  </a:lnTo>
                  <a:lnTo>
                    <a:pt x="4581998" y="1269508"/>
                  </a:lnTo>
                  <a:lnTo>
                    <a:pt x="4582625" y="1262273"/>
                  </a:lnTo>
                  <a:lnTo>
                    <a:pt x="4583251" y="1255096"/>
                  </a:lnTo>
                  <a:lnTo>
                    <a:pt x="4583878" y="1247967"/>
                  </a:lnTo>
                  <a:lnTo>
                    <a:pt x="4584504" y="1240847"/>
                  </a:lnTo>
                  <a:lnTo>
                    <a:pt x="4585131" y="1233734"/>
                  </a:lnTo>
                  <a:lnTo>
                    <a:pt x="4585757" y="1226615"/>
                  </a:lnTo>
                  <a:lnTo>
                    <a:pt x="4586384" y="1219516"/>
                  </a:lnTo>
                  <a:lnTo>
                    <a:pt x="4587011" y="1212411"/>
                  </a:lnTo>
                  <a:lnTo>
                    <a:pt x="4587637" y="1205343"/>
                  </a:lnTo>
                  <a:lnTo>
                    <a:pt x="4588264" y="1198333"/>
                  </a:lnTo>
                  <a:lnTo>
                    <a:pt x="4588890" y="1191376"/>
                  </a:lnTo>
                  <a:lnTo>
                    <a:pt x="4589517" y="1184445"/>
                  </a:lnTo>
                  <a:lnTo>
                    <a:pt x="4590143" y="1177566"/>
                  </a:lnTo>
                  <a:lnTo>
                    <a:pt x="4590770" y="1170759"/>
                  </a:lnTo>
                  <a:lnTo>
                    <a:pt x="4591396" y="1164028"/>
                  </a:lnTo>
                  <a:lnTo>
                    <a:pt x="4592023" y="1157371"/>
                  </a:lnTo>
                  <a:lnTo>
                    <a:pt x="4592650" y="1150814"/>
                  </a:lnTo>
                  <a:lnTo>
                    <a:pt x="4593276" y="1144375"/>
                  </a:lnTo>
                  <a:lnTo>
                    <a:pt x="4593903" y="1138098"/>
                  </a:lnTo>
                  <a:lnTo>
                    <a:pt x="4594529" y="1131996"/>
                  </a:lnTo>
                  <a:lnTo>
                    <a:pt x="4595156" y="1126075"/>
                  </a:lnTo>
                  <a:lnTo>
                    <a:pt x="4595782" y="1120343"/>
                  </a:lnTo>
                  <a:lnTo>
                    <a:pt x="4596409" y="1114797"/>
                  </a:lnTo>
                  <a:lnTo>
                    <a:pt x="4597035" y="1109404"/>
                  </a:lnTo>
                  <a:lnTo>
                    <a:pt x="4597662" y="1104168"/>
                  </a:lnTo>
                  <a:lnTo>
                    <a:pt x="4598289" y="1099099"/>
                  </a:lnTo>
                  <a:lnTo>
                    <a:pt x="4598915" y="1094234"/>
                  </a:lnTo>
                  <a:lnTo>
                    <a:pt x="4599542" y="1089579"/>
                  </a:lnTo>
                  <a:lnTo>
                    <a:pt x="4600168" y="1085133"/>
                  </a:lnTo>
                  <a:lnTo>
                    <a:pt x="4600795" y="1080902"/>
                  </a:lnTo>
                  <a:lnTo>
                    <a:pt x="4601421" y="1076866"/>
                  </a:lnTo>
                  <a:lnTo>
                    <a:pt x="4602048" y="1073009"/>
                  </a:lnTo>
                  <a:lnTo>
                    <a:pt x="4602674" y="1069305"/>
                  </a:lnTo>
                  <a:lnTo>
                    <a:pt x="4603301" y="1065718"/>
                  </a:lnTo>
                  <a:lnTo>
                    <a:pt x="4603928" y="1062239"/>
                  </a:lnTo>
                  <a:lnTo>
                    <a:pt x="4604554" y="1058855"/>
                  </a:lnTo>
                  <a:lnTo>
                    <a:pt x="4605181" y="1055575"/>
                  </a:lnTo>
                  <a:lnTo>
                    <a:pt x="4605807" y="1052467"/>
                  </a:lnTo>
                  <a:lnTo>
                    <a:pt x="4606434" y="1049546"/>
                  </a:lnTo>
                  <a:lnTo>
                    <a:pt x="4607060" y="1046810"/>
                  </a:lnTo>
                  <a:lnTo>
                    <a:pt x="4607687" y="1044268"/>
                  </a:lnTo>
                  <a:lnTo>
                    <a:pt x="4608313" y="1041915"/>
                  </a:lnTo>
                  <a:lnTo>
                    <a:pt x="4608940" y="1039747"/>
                  </a:lnTo>
                  <a:lnTo>
                    <a:pt x="4609567" y="1037737"/>
                  </a:lnTo>
                  <a:lnTo>
                    <a:pt x="4610193" y="1035881"/>
                  </a:lnTo>
                  <a:lnTo>
                    <a:pt x="4610820" y="1034178"/>
                  </a:lnTo>
                  <a:lnTo>
                    <a:pt x="4611446" y="1032640"/>
                  </a:lnTo>
                  <a:lnTo>
                    <a:pt x="4612073" y="1031287"/>
                  </a:lnTo>
                  <a:lnTo>
                    <a:pt x="4612699" y="1030133"/>
                  </a:lnTo>
                  <a:lnTo>
                    <a:pt x="4613326" y="1029209"/>
                  </a:lnTo>
                  <a:lnTo>
                    <a:pt x="4613952" y="1028518"/>
                  </a:lnTo>
                  <a:lnTo>
                    <a:pt x="4614579" y="1028034"/>
                  </a:lnTo>
                  <a:lnTo>
                    <a:pt x="4615206" y="1027714"/>
                  </a:lnTo>
                  <a:lnTo>
                    <a:pt x="4615832" y="1027560"/>
                  </a:lnTo>
                  <a:lnTo>
                    <a:pt x="4616459" y="1027589"/>
                  </a:lnTo>
                  <a:lnTo>
                    <a:pt x="4617085" y="1027795"/>
                  </a:lnTo>
                  <a:lnTo>
                    <a:pt x="4617712" y="1028168"/>
                  </a:lnTo>
                  <a:lnTo>
                    <a:pt x="4618338" y="1028705"/>
                  </a:lnTo>
                  <a:lnTo>
                    <a:pt x="4618965" y="1029436"/>
                  </a:lnTo>
                  <a:lnTo>
                    <a:pt x="4619591" y="1030336"/>
                  </a:lnTo>
                  <a:lnTo>
                    <a:pt x="4620218" y="1031399"/>
                  </a:lnTo>
                  <a:lnTo>
                    <a:pt x="4620845" y="1032594"/>
                  </a:lnTo>
                  <a:lnTo>
                    <a:pt x="4621471" y="1033952"/>
                  </a:lnTo>
                  <a:lnTo>
                    <a:pt x="4622098" y="1035456"/>
                  </a:lnTo>
                  <a:lnTo>
                    <a:pt x="4622724" y="1037069"/>
                  </a:lnTo>
                  <a:lnTo>
                    <a:pt x="4623351" y="1038819"/>
                  </a:lnTo>
                  <a:lnTo>
                    <a:pt x="4623977" y="1040715"/>
                  </a:lnTo>
                  <a:lnTo>
                    <a:pt x="4624604" y="1042748"/>
                  </a:lnTo>
                  <a:lnTo>
                    <a:pt x="4625230" y="1044909"/>
                  </a:lnTo>
                  <a:lnTo>
                    <a:pt x="4625857" y="1047171"/>
                  </a:lnTo>
                  <a:lnTo>
                    <a:pt x="4626484" y="1049535"/>
                  </a:lnTo>
                  <a:lnTo>
                    <a:pt x="4627110" y="1052016"/>
                  </a:lnTo>
                  <a:lnTo>
                    <a:pt x="4627737" y="1054627"/>
                  </a:lnTo>
                  <a:lnTo>
                    <a:pt x="4628363" y="1057384"/>
                  </a:lnTo>
                  <a:lnTo>
                    <a:pt x="4628990" y="1060286"/>
                  </a:lnTo>
                  <a:lnTo>
                    <a:pt x="4629616" y="1063329"/>
                  </a:lnTo>
                  <a:lnTo>
                    <a:pt x="4630243" y="1066525"/>
                  </a:lnTo>
                  <a:lnTo>
                    <a:pt x="4630869" y="1069844"/>
                  </a:lnTo>
                  <a:lnTo>
                    <a:pt x="4631496" y="1073271"/>
                  </a:lnTo>
                  <a:lnTo>
                    <a:pt x="4632123" y="1076814"/>
                  </a:lnTo>
                  <a:lnTo>
                    <a:pt x="4632749" y="1080440"/>
                  </a:lnTo>
                  <a:lnTo>
                    <a:pt x="4633376" y="1084154"/>
                  </a:lnTo>
                  <a:lnTo>
                    <a:pt x="4634002" y="1087936"/>
                  </a:lnTo>
                  <a:lnTo>
                    <a:pt x="4634629" y="1091799"/>
                  </a:lnTo>
                  <a:lnTo>
                    <a:pt x="4635255" y="1095765"/>
                  </a:lnTo>
                  <a:lnTo>
                    <a:pt x="4635882" y="1099847"/>
                  </a:lnTo>
                  <a:lnTo>
                    <a:pt x="4636508" y="1104055"/>
                  </a:lnTo>
                  <a:lnTo>
                    <a:pt x="4637135" y="1108359"/>
                  </a:lnTo>
                  <a:lnTo>
                    <a:pt x="4637762" y="1112691"/>
                  </a:lnTo>
                  <a:lnTo>
                    <a:pt x="4638388" y="1117049"/>
                  </a:lnTo>
                  <a:lnTo>
                    <a:pt x="4639015" y="1121430"/>
                  </a:lnTo>
                  <a:lnTo>
                    <a:pt x="4639641" y="1125830"/>
                  </a:lnTo>
                  <a:lnTo>
                    <a:pt x="4640268" y="1130210"/>
                  </a:lnTo>
                  <a:lnTo>
                    <a:pt x="4640894" y="1134578"/>
                  </a:lnTo>
                  <a:lnTo>
                    <a:pt x="4641521" y="1138937"/>
                  </a:lnTo>
                  <a:lnTo>
                    <a:pt x="4642147" y="1143295"/>
                  </a:lnTo>
                  <a:lnTo>
                    <a:pt x="4642774" y="1147653"/>
                  </a:lnTo>
                  <a:lnTo>
                    <a:pt x="4643401" y="1152012"/>
                  </a:lnTo>
                  <a:lnTo>
                    <a:pt x="4644027" y="1156363"/>
                  </a:lnTo>
                  <a:lnTo>
                    <a:pt x="4644654" y="1160673"/>
                  </a:lnTo>
                  <a:lnTo>
                    <a:pt x="4645280" y="1164904"/>
                  </a:lnTo>
                  <a:lnTo>
                    <a:pt x="4645907" y="1169033"/>
                  </a:lnTo>
                  <a:lnTo>
                    <a:pt x="4646533" y="1173073"/>
                  </a:lnTo>
                  <a:lnTo>
                    <a:pt x="4647160" y="1177067"/>
                  </a:lnTo>
                  <a:lnTo>
                    <a:pt x="4647786" y="1181030"/>
                  </a:lnTo>
                  <a:lnTo>
                    <a:pt x="4648413" y="1184960"/>
                  </a:lnTo>
                  <a:lnTo>
                    <a:pt x="4649040" y="1188865"/>
                  </a:lnTo>
                  <a:lnTo>
                    <a:pt x="4649666" y="1192766"/>
                  </a:lnTo>
                  <a:lnTo>
                    <a:pt x="4650293" y="1196635"/>
                  </a:lnTo>
                  <a:lnTo>
                    <a:pt x="4650919" y="1200431"/>
                  </a:lnTo>
                  <a:lnTo>
                    <a:pt x="4651546" y="1204152"/>
                  </a:lnTo>
                  <a:lnTo>
                    <a:pt x="4652172" y="1207811"/>
                  </a:lnTo>
                  <a:lnTo>
                    <a:pt x="4652799" y="1211447"/>
                  </a:lnTo>
                  <a:lnTo>
                    <a:pt x="4653425" y="1215052"/>
                  </a:lnTo>
                  <a:lnTo>
                    <a:pt x="4654052" y="1218632"/>
                  </a:lnTo>
                  <a:lnTo>
                    <a:pt x="4654679" y="1222207"/>
                  </a:lnTo>
                  <a:lnTo>
                    <a:pt x="4655305" y="1225743"/>
                  </a:lnTo>
                  <a:lnTo>
                    <a:pt x="4655932" y="1229234"/>
                  </a:lnTo>
                  <a:lnTo>
                    <a:pt x="4656558" y="1232662"/>
                  </a:lnTo>
                  <a:lnTo>
                    <a:pt x="4657185" y="1236009"/>
                  </a:lnTo>
                  <a:lnTo>
                    <a:pt x="4657811" y="1239256"/>
                  </a:lnTo>
                  <a:lnTo>
                    <a:pt x="4658438" y="1242393"/>
                  </a:lnTo>
                  <a:lnTo>
                    <a:pt x="4659064" y="1245439"/>
                  </a:lnTo>
                  <a:lnTo>
                    <a:pt x="4659691" y="1248430"/>
                  </a:lnTo>
                  <a:lnTo>
                    <a:pt x="4660318" y="1251372"/>
                  </a:lnTo>
                  <a:lnTo>
                    <a:pt x="4660944" y="1254291"/>
                  </a:lnTo>
                  <a:lnTo>
                    <a:pt x="4661571" y="1257185"/>
                  </a:lnTo>
                  <a:lnTo>
                    <a:pt x="4662197" y="1259991"/>
                  </a:lnTo>
                  <a:lnTo>
                    <a:pt x="4662824" y="1262703"/>
                  </a:lnTo>
                  <a:lnTo>
                    <a:pt x="4663450" y="1265313"/>
                  </a:lnTo>
                  <a:lnTo>
                    <a:pt x="4664077" y="1267834"/>
                  </a:lnTo>
                  <a:lnTo>
                    <a:pt x="4664703" y="1270294"/>
                  </a:lnTo>
                  <a:lnTo>
                    <a:pt x="4665330" y="1272703"/>
                  </a:lnTo>
                  <a:lnTo>
                    <a:pt x="4665957" y="1275059"/>
                  </a:lnTo>
                  <a:lnTo>
                    <a:pt x="4666583" y="1277358"/>
                  </a:lnTo>
                  <a:lnTo>
                    <a:pt x="4667210" y="1279611"/>
                  </a:lnTo>
                  <a:lnTo>
                    <a:pt x="4667836" y="1281818"/>
                  </a:lnTo>
                  <a:lnTo>
                    <a:pt x="4668463" y="1283952"/>
                  </a:lnTo>
                  <a:lnTo>
                    <a:pt x="4669089" y="1286004"/>
                  </a:lnTo>
                  <a:lnTo>
                    <a:pt x="4669716" y="1287984"/>
                  </a:lnTo>
                  <a:lnTo>
                    <a:pt x="4670342" y="1289869"/>
                  </a:lnTo>
                  <a:lnTo>
                    <a:pt x="4670969" y="1291679"/>
                  </a:lnTo>
                  <a:lnTo>
                    <a:pt x="4671596" y="1293405"/>
                  </a:lnTo>
                  <a:lnTo>
                    <a:pt x="4672222" y="1295064"/>
                  </a:lnTo>
                  <a:lnTo>
                    <a:pt x="4672849" y="1296667"/>
                  </a:lnTo>
                  <a:lnTo>
                    <a:pt x="4673475" y="1298211"/>
                  </a:lnTo>
                  <a:lnTo>
                    <a:pt x="4674102" y="1299668"/>
                  </a:lnTo>
                  <a:lnTo>
                    <a:pt x="4674728" y="1301002"/>
                  </a:lnTo>
                  <a:lnTo>
                    <a:pt x="4675355" y="1302220"/>
                  </a:lnTo>
                  <a:lnTo>
                    <a:pt x="4675981" y="1303302"/>
                  </a:lnTo>
                  <a:lnTo>
                    <a:pt x="4676608" y="1304273"/>
                  </a:lnTo>
                  <a:lnTo>
                    <a:pt x="4677235" y="1305138"/>
                  </a:lnTo>
                  <a:lnTo>
                    <a:pt x="4677861" y="1305911"/>
                  </a:lnTo>
                  <a:lnTo>
                    <a:pt x="4678488" y="1306601"/>
                  </a:lnTo>
                  <a:lnTo>
                    <a:pt x="4679114" y="1307174"/>
                  </a:lnTo>
                  <a:lnTo>
                    <a:pt x="4679741" y="1307593"/>
                  </a:lnTo>
                  <a:lnTo>
                    <a:pt x="4680367" y="1307851"/>
                  </a:lnTo>
                  <a:lnTo>
                    <a:pt x="4680994" y="1307948"/>
                  </a:lnTo>
                  <a:lnTo>
                    <a:pt x="4681620" y="1307881"/>
                  </a:lnTo>
                  <a:lnTo>
                    <a:pt x="4682247" y="1307659"/>
                  </a:lnTo>
                  <a:lnTo>
                    <a:pt x="4682874" y="1307297"/>
                  </a:lnTo>
                  <a:lnTo>
                    <a:pt x="4683500" y="1306833"/>
                  </a:lnTo>
                  <a:lnTo>
                    <a:pt x="4684127" y="1306269"/>
                  </a:lnTo>
                  <a:lnTo>
                    <a:pt x="4684753" y="1305606"/>
                  </a:lnTo>
                  <a:lnTo>
                    <a:pt x="4685380" y="1304865"/>
                  </a:lnTo>
                  <a:lnTo>
                    <a:pt x="4686006" y="1304006"/>
                  </a:lnTo>
                  <a:lnTo>
                    <a:pt x="4686633" y="1303013"/>
                  </a:lnTo>
                  <a:lnTo>
                    <a:pt x="4687259" y="1301889"/>
                  </a:lnTo>
                  <a:lnTo>
                    <a:pt x="4687886" y="1300595"/>
                  </a:lnTo>
                  <a:lnTo>
                    <a:pt x="4688513" y="1299140"/>
                  </a:lnTo>
                  <a:lnTo>
                    <a:pt x="4689139" y="1297556"/>
                  </a:lnTo>
                  <a:lnTo>
                    <a:pt x="4689766" y="1295842"/>
                  </a:lnTo>
                  <a:lnTo>
                    <a:pt x="4690392" y="1293998"/>
                  </a:lnTo>
                  <a:lnTo>
                    <a:pt x="4691019" y="1291981"/>
                  </a:lnTo>
                  <a:lnTo>
                    <a:pt x="4691645" y="1289792"/>
                  </a:lnTo>
                  <a:lnTo>
                    <a:pt x="4692272" y="1287419"/>
                  </a:lnTo>
                  <a:lnTo>
                    <a:pt x="4692898" y="1284839"/>
                  </a:lnTo>
                  <a:lnTo>
                    <a:pt x="4693525" y="1282048"/>
                  </a:lnTo>
                  <a:lnTo>
                    <a:pt x="4694152" y="1279078"/>
                  </a:lnTo>
                  <a:lnTo>
                    <a:pt x="4694778" y="1275912"/>
                  </a:lnTo>
                  <a:lnTo>
                    <a:pt x="4695405" y="1272583"/>
                  </a:lnTo>
                  <a:lnTo>
                    <a:pt x="4696031" y="1269085"/>
                  </a:lnTo>
                  <a:lnTo>
                    <a:pt x="4696658" y="1265430"/>
                  </a:lnTo>
                  <a:lnTo>
                    <a:pt x="4697284" y="1261612"/>
                  </a:lnTo>
                  <a:lnTo>
                    <a:pt x="4697911" y="1257654"/>
                  </a:lnTo>
                  <a:lnTo>
                    <a:pt x="4698537" y="1253539"/>
                  </a:lnTo>
                  <a:lnTo>
                    <a:pt x="4699164" y="1249267"/>
                  </a:lnTo>
                  <a:lnTo>
                    <a:pt x="4699791" y="1244841"/>
                  </a:lnTo>
                  <a:lnTo>
                    <a:pt x="4700417" y="1240299"/>
                  </a:lnTo>
                  <a:lnTo>
                    <a:pt x="4701044" y="1235641"/>
                  </a:lnTo>
                  <a:lnTo>
                    <a:pt x="4701670" y="1230879"/>
                  </a:lnTo>
                  <a:lnTo>
                    <a:pt x="4702297" y="1226000"/>
                  </a:lnTo>
                  <a:lnTo>
                    <a:pt x="4702923" y="1221008"/>
                  </a:lnTo>
                  <a:lnTo>
                    <a:pt x="4703550" y="1215899"/>
                  </a:lnTo>
                  <a:lnTo>
                    <a:pt x="4704176" y="1210701"/>
                  </a:lnTo>
                  <a:lnTo>
                    <a:pt x="4704803" y="1205395"/>
                  </a:lnTo>
                  <a:lnTo>
                    <a:pt x="4705430" y="1199981"/>
                  </a:lnTo>
                  <a:lnTo>
                    <a:pt x="4706056" y="1194480"/>
                  </a:lnTo>
                  <a:lnTo>
                    <a:pt x="4706683" y="1188933"/>
                  </a:lnTo>
                  <a:lnTo>
                    <a:pt x="4707309" y="1183334"/>
                  </a:lnTo>
                  <a:lnTo>
                    <a:pt x="4707936" y="1177706"/>
                  </a:lnTo>
                  <a:lnTo>
                    <a:pt x="4708562" y="1172016"/>
                  </a:lnTo>
                  <a:lnTo>
                    <a:pt x="4709189" y="1166291"/>
                  </a:lnTo>
                  <a:lnTo>
                    <a:pt x="4709815" y="1160534"/>
                  </a:lnTo>
                  <a:lnTo>
                    <a:pt x="4710442" y="1154726"/>
                  </a:lnTo>
                  <a:lnTo>
                    <a:pt x="4711069" y="1148864"/>
                  </a:lnTo>
                  <a:lnTo>
                    <a:pt x="4711695" y="1142985"/>
                  </a:lnTo>
                  <a:lnTo>
                    <a:pt x="4712322" y="1137093"/>
                  </a:lnTo>
                  <a:lnTo>
                    <a:pt x="4712948" y="1131206"/>
                  </a:lnTo>
                  <a:lnTo>
                    <a:pt x="4713575" y="1125343"/>
                  </a:lnTo>
                  <a:lnTo>
                    <a:pt x="4714201" y="1119514"/>
                  </a:lnTo>
                  <a:lnTo>
                    <a:pt x="4714828" y="1113731"/>
                  </a:lnTo>
                  <a:lnTo>
                    <a:pt x="4715454" y="1107934"/>
                  </a:lnTo>
                  <a:lnTo>
                    <a:pt x="4716081" y="1102107"/>
                  </a:lnTo>
                  <a:lnTo>
                    <a:pt x="4716708" y="1096237"/>
                  </a:lnTo>
                  <a:lnTo>
                    <a:pt x="4717334" y="1090310"/>
                  </a:lnTo>
                  <a:lnTo>
                    <a:pt x="4717961" y="1084377"/>
                  </a:lnTo>
                  <a:lnTo>
                    <a:pt x="4718587" y="1078435"/>
                  </a:lnTo>
                  <a:lnTo>
                    <a:pt x="4719214" y="1072477"/>
                  </a:lnTo>
                  <a:lnTo>
                    <a:pt x="4719840" y="1066533"/>
                  </a:lnTo>
                  <a:lnTo>
                    <a:pt x="4720467" y="1060624"/>
                  </a:lnTo>
                  <a:lnTo>
                    <a:pt x="4721093" y="1054736"/>
                  </a:lnTo>
                  <a:lnTo>
                    <a:pt x="4721720" y="1048839"/>
                  </a:lnTo>
                  <a:lnTo>
                    <a:pt x="4722347" y="1042912"/>
                  </a:lnTo>
                  <a:lnTo>
                    <a:pt x="4722973" y="1036947"/>
                  </a:lnTo>
                  <a:lnTo>
                    <a:pt x="4723600" y="1030892"/>
                  </a:lnTo>
                  <a:lnTo>
                    <a:pt x="4724226" y="1024724"/>
                  </a:lnTo>
                  <a:lnTo>
                    <a:pt x="4724853" y="1018490"/>
                  </a:lnTo>
                  <a:lnTo>
                    <a:pt x="4725479" y="1012215"/>
                  </a:lnTo>
                  <a:lnTo>
                    <a:pt x="4726106" y="1005909"/>
                  </a:lnTo>
                  <a:lnTo>
                    <a:pt x="4726732" y="999587"/>
                  </a:lnTo>
                  <a:lnTo>
                    <a:pt x="4727359" y="993236"/>
                  </a:lnTo>
                  <a:lnTo>
                    <a:pt x="4727986" y="986847"/>
                  </a:lnTo>
                  <a:lnTo>
                    <a:pt x="4728612" y="980413"/>
                  </a:lnTo>
                  <a:lnTo>
                    <a:pt x="4729239" y="973947"/>
                  </a:lnTo>
                  <a:lnTo>
                    <a:pt x="4729865" y="967420"/>
                  </a:lnTo>
                  <a:lnTo>
                    <a:pt x="4730492" y="960827"/>
                  </a:lnTo>
                  <a:lnTo>
                    <a:pt x="4731118" y="954170"/>
                  </a:lnTo>
                  <a:lnTo>
                    <a:pt x="4731745" y="947439"/>
                  </a:lnTo>
                  <a:lnTo>
                    <a:pt x="4732371" y="940616"/>
                  </a:lnTo>
                  <a:lnTo>
                    <a:pt x="4732998" y="933739"/>
                  </a:lnTo>
                  <a:lnTo>
                    <a:pt x="4733625" y="926789"/>
                  </a:lnTo>
                  <a:lnTo>
                    <a:pt x="4734251" y="919781"/>
                  </a:lnTo>
                  <a:lnTo>
                    <a:pt x="4734878" y="912717"/>
                  </a:lnTo>
                  <a:lnTo>
                    <a:pt x="4735504" y="905584"/>
                  </a:lnTo>
                  <a:lnTo>
                    <a:pt x="4736131" y="898355"/>
                  </a:lnTo>
                  <a:lnTo>
                    <a:pt x="4736757" y="891053"/>
                  </a:lnTo>
                  <a:lnTo>
                    <a:pt x="4737384" y="883711"/>
                  </a:lnTo>
                  <a:lnTo>
                    <a:pt x="4738010" y="876317"/>
                  </a:lnTo>
                  <a:lnTo>
                    <a:pt x="4738637" y="868840"/>
                  </a:lnTo>
                  <a:lnTo>
                    <a:pt x="4739264" y="861281"/>
                  </a:lnTo>
                  <a:lnTo>
                    <a:pt x="4739890" y="853671"/>
                  </a:lnTo>
                  <a:lnTo>
                    <a:pt x="4740517" y="846033"/>
                  </a:lnTo>
                  <a:lnTo>
                    <a:pt x="4741143" y="838387"/>
                  </a:lnTo>
                  <a:lnTo>
                    <a:pt x="4741770" y="830729"/>
                  </a:lnTo>
                  <a:lnTo>
                    <a:pt x="4742396" y="823110"/>
                  </a:lnTo>
                  <a:lnTo>
                    <a:pt x="4743023" y="815573"/>
                  </a:lnTo>
                  <a:lnTo>
                    <a:pt x="4743649" y="808104"/>
                  </a:lnTo>
                  <a:lnTo>
                    <a:pt x="4744276" y="800691"/>
                  </a:lnTo>
                  <a:lnTo>
                    <a:pt x="4744903" y="793330"/>
                  </a:lnTo>
                  <a:lnTo>
                    <a:pt x="4745529" y="786028"/>
                  </a:lnTo>
                  <a:lnTo>
                    <a:pt x="4746156" y="778793"/>
                  </a:lnTo>
                  <a:lnTo>
                    <a:pt x="4746782" y="771596"/>
                  </a:lnTo>
                  <a:lnTo>
                    <a:pt x="4747409" y="764462"/>
                  </a:lnTo>
                  <a:lnTo>
                    <a:pt x="4748035" y="757425"/>
                  </a:lnTo>
                  <a:lnTo>
                    <a:pt x="4748662" y="750518"/>
                  </a:lnTo>
                  <a:lnTo>
                    <a:pt x="4749288" y="743752"/>
                  </a:lnTo>
                  <a:lnTo>
                    <a:pt x="4749915" y="737109"/>
                  </a:lnTo>
                  <a:lnTo>
                    <a:pt x="4750542" y="730609"/>
                  </a:lnTo>
                  <a:lnTo>
                    <a:pt x="4751168" y="724279"/>
                  </a:lnTo>
                  <a:lnTo>
                    <a:pt x="4751795" y="718111"/>
                  </a:lnTo>
                  <a:lnTo>
                    <a:pt x="4752421" y="712095"/>
                  </a:lnTo>
                  <a:lnTo>
                    <a:pt x="4753048" y="706236"/>
                  </a:lnTo>
                  <a:lnTo>
                    <a:pt x="4753674" y="700580"/>
                  </a:lnTo>
                  <a:lnTo>
                    <a:pt x="4754301" y="695125"/>
                  </a:lnTo>
                  <a:lnTo>
                    <a:pt x="4754927" y="689875"/>
                  </a:lnTo>
                  <a:lnTo>
                    <a:pt x="4755554" y="684851"/>
                  </a:lnTo>
                  <a:lnTo>
                    <a:pt x="4756180" y="680082"/>
                  </a:lnTo>
                  <a:lnTo>
                    <a:pt x="4756807" y="675564"/>
                  </a:lnTo>
                  <a:lnTo>
                    <a:pt x="4757434" y="671314"/>
                  </a:lnTo>
                  <a:lnTo>
                    <a:pt x="4758060" y="667329"/>
                  </a:lnTo>
                  <a:lnTo>
                    <a:pt x="4758687" y="663620"/>
                  </a:lnTo>
                  <a:lnTo>
                    <a:pt x="4759313" y="660196"/>
                  </a:lnTo>
                  <a:lnTo>
                    <a:pt x="4759940" y="657081"/>
                  </a:lnTo>
                  <a:lnTo>
                    <a:pt x="4760566" y="654280"/>
                  </a:lnTo>
                  <a:lnTo>
                    <a:pt x="4761193" y="651802"/>
                  </a:lnTo>
                  <a:lnTo>
                    <a:pt x="4761819" y="649666"/>
                  </a:lnTo>
                  <a:lnTo>
                    <a:pt x="4762446" y="647876"/>
                  </a:lnTo>
                  <a:lnTo>
                    <a:pt x="4763073" y="646388"/>
                  </a:lnTo>
                  <a:lnTo>
                    <a:pt x="4763699" y="645189"/>
                  </a:lnTo>
                  <a:lnTo>
                    <a:pt x="4764326" y="644305"/>
                  </a:lnTo>
                  <a:lnTo>
                    <a:pt x="4764952" y="643729"/>
                  </a:lnTo>
                  <a:lnTo>
                    <a:pt x="4765579" y="643492"/>
                  </a:lnTo>
                  <a:lnTo>
                    <a:pt x="4766205" y="643597"/>
                  </a:lnTo>
                  <a:lnTo>
                    <a:pt x="4766832" y="644045"/>
                  </a:lnTo>
                  <a:lnTo>
                    <a:pt x="4767458" y="644871"/>
                  </a:lnTo>
                  <a:lnTo>
                    <a:pt x="4768085" y="646072"/>
                  </a:lnTo>
                  <a:lnTo>
                    <a:pt x="4768712" y="647644"/>
                  </a:lnTo>
                  <a:lnTo>
                    <a:pt x="4769338" y="649532"/>
                  </a:lnTo>
                  <a:lnTo>
                    <a:pt x="4769965" y="651746"/>
                  </a:lnTo>
                  <a:lnTo>
                    <a:pt x="4770591" y="654294"/>
                  </a:lnTo>
                  <a:lnTo>
                    <a:pt x="4771218" y="657191"/>
                  </a:lnTo>
                  <a:lnTo>
                    <a:pt x="4771844" y="660386"/>
                  </a:lnTo>
                  <a:lnTo>
                    <a:pt x="4772471" y="663873"/>
                  </a:lnTo>
                  <a:lnTo>
                    <a:pt x="4773097" y="667623"/>
                  </a:lnTo>
                  <a:lnTo>
                    <a:pt x="4773724" y="671629"/>
                  </a:lnTo>
                  <a:lnTo>
                    <a:pt x="4774351" y="675797"/>
                  </a:lnTo>
                  <a:lnTo>
                    <a:pt x="4774977" y="680106"/>
                  </a:lnTo>
                  <a:lnTo>
                    <a:pt x="4775604" y="684552"/>
                  </a:lnTo>
                  <a:lnTo>
                    <a:pt x="4776230" y="689129"/>
                  </a:lnTo>
                  <a:lnTo>
                    <a:pt x="4776857" y="693834"/>
                  </a:lnTo>
                  <a:lnTo>
                    <a:pt x="4777483" y="698657"/>
                  </a:lnTo>
                  <a:lnTo>
                    <a:pt x="4778110" y="703587"/>
                  </a:lnTo>
                  <a:lnTo>
                    <a:pt x="4778736" y="708650"/>
                  </a:lnTo>
                  <a:lnTo>
                    <a:pt x="4779363" y="713837"/>
                  </a:lnTo>
                  <a:lnTo>
                    <a:pt x="4779990" y="719122"/>
                  </a:lnTo>
                  <a:lnTo>
                    <a:pt x="4780616" y="724448"/>
                  </a:lnTo>
                  <a:lnTo>
                    <a:pt x="4781243" y="729799"/>
                  </a:lnTo>
                  <a:lnTo>
                    <a:pt x="4781869" y="735185"/>
                  </a:lnTo>
                  <a:lnTo>
                    <a:pt x="4782496" y="740608"/>
                  </a:lnTo>
                  <a:lnTo>
                    <a:pt x="4783122" y="746054"/>
                  </a:lnTo>
                  <a:lnTo>
                    <a:pt x="4783749" y="751567"/>
                  </a:lnTo>
                  <a:lnTo>
                    <a:pt x="4784375" y="757168"/>
                  </a:lnTo>
                  <a:lnTo>
                    <a:pt x="4785002" y="762828"/>
                  </a:lnTo>
                  <a:lnTo>
                    <a:pt x="4785629" y="768541"/>
                  </a:lnTo>
                  <a:lnTo>
                    <a:pt x="4786255" y="774300"/>
                  </a:lnTo>
                  <a:lnTo>
                    <a:pt x="4786882" y="780104"/>
                  </a:lnTo>
                  <a:lnTo>
                    <a:pt x="4787508" y="785935"/>
                  </a:lnTo>
                  <a:lnTo>
                    <a:pt x="4788135" y="791773"/>
                  </a:lnTo>
                  <a:lnTo>
                    <a:pt x="4788761" y="797598"/>
                  </a:lnTo>
                  <a:lnTo>
                    <a:pt x="4789388" y="803374"/>
                  </a:lnTo>
                  <a:lnTo>
                    <a:pt x="4790014" y="809098"/>
                  </a:lnTo>
                  <a:lnTo>
                    <a:pt x="4790641" y="814770"/>
                  </a:lnTo>
                  <a:lnTo>
                    <a:pt x="4791268" y="820372"/>
                  </a:lnTo>
                  <a:lnTo>
                    <a:pt x="4791894" y="825839"/>
                  </a:lnTo>
                  <a:lnTo>
                    <a:pt x="4792521" y="831176"/>
                  </a:lnTo>
                  <a:lnTo>
                    <a:pt x="4793147" y="836366"/>
                  </a:lnTo>
                  <a:lnTo>
                    <a:pt x="4793774" y="841399"/>
                  </a:lnTo>
                  <a:lnTo>
                    <a:pt x="4794400" y="846303"/>
                  </a:lnTo>
                  <a:lnTo>
                    <a:pt x="4795027" y="851121"/>
                  </a:lnTo>
                  <a:lnTo>
                    <a:pt x="4795653" y="855864"/>
                  </a:lnTo>
                  <a:lnTo>
                    <a:pt x="4796280" y="860505"/>
                  </a:lnTo>
                  <a:lnTo>
                    <a:pt x="4796907" y="865032"/>
                  </a:lnTo>
                  <a:lnTo>
                    <a:pt x="4797533" y="869425"/>
                  </a:lnTo>
                  <a:lnTo>
                    <a:pt x="4798160" y="873688"/>
                  </a:lnTo>
                  <a:lnTo>
                    <a:pt x="4798786" y="877823"/>
                  </a:lnTo>
                  <a:lnTo>
                    <a:pt x="4799413" y="881814"/>
                  </a:lnTo>
                  <a:lnTo>
                    <a:pt x="4800039" y="885670"/>
                  </a:lnTo>
                  <a:lnTo>
                    <a:pt x="4800666" y="889393"/>
                  </a:lnTo>
                  <a:lnTo>
                    <a:pt x="4801292" y="893056"/>
                  </a:lnTo>
                  <a:lnTo>
                    <a:pt x="4801919" y="896656"/>
                  </a:lnTo>
                  <a:lnTo>
                    <a:pt x="4802546" y="900193"/>
                  </a:lnTo>
                  <a:lnTo>
                    <a:pt x="4803172" y="903648"/>
                  </a:lnTo>
                  <a:lnTo>
                    <a:pt x="4803799" y="906998"/>
                  </a:lnTo>
                  <a:lnTo>
                    <a:pt x="4804425" y="910285"/>
                  </a:lnTo>
                  <a:lnTo>
                    <a:pt x="4805052" y="913514"/>
                  </a:lnTo>
                  <a:lnTo>
                    <a:pt x="4805678" y="916658"/>
                  </a:lnTo>
                  <a:lnTo>
                    <a:pt x="4806305" y="919816"/>
                  </a:lnTo>
                  <a:lnTo>
                    <a:pt x="4806931" y="922985"/>
                  </a:lnTo>
                  <a:lnTo>
                    <a:pt x="4807558" y="926162"/>
                  </a:lnTo>
                  <a:lnTo>
                    <a:pt x="4808185" y="929329"/>
                  </a:lnTo>
                  <a:lnTo>
                    <a:pt x="4808811" y="932460"/>
                  </a:lnTo>
                  <a:lnTo>
                    <a:pt x="4809438" y="935552"/>
                  </a:lnTo>
                  <a:lnTo>
                    <a:pt x="4810064" y="938601"/>
                  </a:lnTo>
                  <a:lnTo>
                    <a:pt x="4810691" y="941566"/>
                  </a:lnTo>
                  <a:lnTo>
                    <a:pt x="4811317" y="944437"/>
                  </a:lnTo>
                  <a:lnTo>
                    <a:pt x="4811944" y="947206"/>
                  </a:lnTo>
                  <a:lnTo>
                    <a:pt x="4812570" y="949927"/>
                  </a:lnTo>
                  <a:lnTo>
                    <a:pt x="4813197" y="952634"/>
                  </a:lnTo>
                  <a:lnTo>
                    <a:pt x="4813824" y="955300"/>
                  </a:lnTo>
                  <a:lnTo>
                    <a:pt x="4814450" y="957917"/>
                  </a:lnTo>
                  <a:lnTo>
                    <a:pt x="4815077" y="960530"/>
                  </a:lnTo>
                  <a:lnTo>
                    <a:pt x="4815703" y="963099"/>
                  </a:lnTo>
                  <a:lnTo>
                    <a:pt x="4816330" y="965590"/>
                  </a:lnTo>
                  <a:lnTo>
                    <a:pt x="4816956" y="968045"/>
                  </a:lnTo>
                  <a:lnTo>
                    <a:pt x="4817583" y="970510"/>
                  </a:lnTo>
                  <a:lnTo>
                    <a:pt x="4818209" y="973008"/>
                  </a:lnTo>
                  <a:lnTo>
                    <a:pt x="4818836" y="975560"/>
                  </a:lnTo>
                  <a:lnTo>
                    <a:pt x="4819463" y="978177"/>
                  </a:lnTo>
                  <a:lnTo>
                    <a:pt x="4820089" y="980865"/>
                  </a:lnTo>
                  <a:lnTo>
                    <a:pt x="4820716" y="983663"/>
                  </a:lnTo>
                  <a:lnTo>
                    <a:pt x="4821342" y="986566"/>
                  </a:lnTo>
                  <a:lnTo>
                    <a:pt x="4821969" y="989553"/>
                  </a:lnTo>
                  <a:lnTo>
                    <a:pt x="4822595" y="992589"/>
                  </a:lnTo>
                  <a:lnTo>
                    <a:pt x="4823222" y="995656"/>
                  </a:lnTo>
                  <a:lnTo>
                    <a:pt x="4823848" y="998781"/>
                  </a:lnTo>
                  <a:lnTo>
                    <a:pt x="4824475" y="1001948"/>
                  </a:lnTo>
                  <a:lnTo>
                    <a:pt x="4825102" y="1005168"/>
                  </a:lnTo>
                  <a:lnTo>
                    <a:pt x="4825728" y="1008490"/>
                  </a:lnTo>
                  <a:lnTo>
                    <a:pt x="4826355" y="1011911"/>
                  </a:lnTo>
                  <a:lnTo>
                    <a:pt x="4826981" y="1015399"/>
                  </a:lnTo>
                  <a:lnTo>
                    <a:pt x="4827608" y="1018970"/>
                  </a:lnTo>
                  <a:lnTo>
                    <a:pt x="4828234" y="1022604"/>
                  </a:lnTo>
                  <a:lnTo>
                    <a:pt x="4828861" y="1026294"/>
                  </a:lnTo>
                  <a:lnTo>
                    <a:pt x="4829487" y="1029995"/>
                  </a:lnTo>
                  <a:lnTo>
                    <a:pt x="4830114" y="1033670"/>
                  </a:lnTo>
                  <a:lnTo>
                    <a:pt x="4830741" y="1037316"/>
                  </a:lnTo>
                  <a:lnTo>
                    <a:pt x="4831367" y="1040896"/>
                  </a:lnTo>
                  <a:lnTo>
                    <a:pt x="4831994" y="1044430"/>
                  </a:lnTo>
                  <a:lnTo>
                    <a:pt x="4832620" y="1047922"/>
                  </a:lnTo>
                  <a:lnTo>
                    <a:pt x="4833247" y="1051351"/>
                  </a:lnTo>
                  <a:lnTo>
                    <a:pt x="4833873" y="1054731"/>
                  </a:lnTo>
                  <a:lnTo>
                    <a:pt x="4834500" y="1058072"/>
                  </a:lnTo>
                  <a:lnTo>
                    <a:pt x="4835126" y="1061381"/>
                  </a:lnTo>
                  <a:lnTo>
                    <a:pt x="4835753" y="1064690"/>
                  </a:lnTo>
                  <a:lnTo>
                    <a:pt x="4836380" y="1067990"/>
                  </a:lnTo>
                  <a:lnTo>
                    <a:pt x="4837006" y="1071286"/>
                  </a:lnTo>
                  <a:lnTo>
                    <a:pt x="4837633" y="1074596"/>
                  </a:lnTo>
                  <a:lnTo>
                    <a:pt x="4838259" y="1077862"/>
                  </a:lnTo>
                  <a:lnTo>
                    <a:pt x="4838886" y="1081098"/>
                  </a:lnTo>
                  <a:lnTo>
                    <a:pt x="4839512" y="1084301"/>
                  </a:lnTo>
                  <a:lnTo>
                    <a:pt x="4840139" y="1087504"/>
                  </a:lnTo>
                  <a:lnTo>
                    <a:pt x="4840765" y="1090750"/>
                  </a:lnTo>
                  <a:lnTo>
                    <a:pt x="4841392" y="1094027"/>
                  </a:lnTo>
                  <a:lnTo>
                    <a:pt x="4842019" y="1097343"/>
                  </a:lnTo>
                  <a:lnTo>
                    <a:pt x="4842645" y="1100720"/>
                  </a:lnTo>
                  <a:lnTo>
                    <a:pt x="4843272" y="1104163"/>
                  </a:lnTo>
                  <a:lnTo>
                    <a:pt x="4843898" y="1107677"/>
                  </a:lnTo>
                  <a:lnTo>
                    <a:pt x="4844525" y="1111247"/>
                  </a:lnTo>
                  <a:lnTo>
                    <a:pt x="4845151" y="1114851"/>
                  </a:lnTo>
                  <a:lnTo>
                    <a:pt x="4845778" y="1118499"/>
                  </a:lnTo>
                  <a:lnTo>
                    <a:pt x="4846404" y="1122172"/>
                  </a:lnTo>
                  <a:lnTo>
                    <a:pt x="4847031" y="1125822"/>
                  </a:lnTo>
                  <a:lnTo>
                    <a:pt x="4847658" y="1129501"/>
                  </a:lnTo>
                  <a:lnTo>
                    <a:pt x="4848284" y="1133231"/>
                  </a:lnTo>
                  <a:lnTo>
                    <a:pt x="4848911" y="1137030"/>
                  </a:lnTo>
                  <a:lnTo>
                    <a:pt x="4849537" y="1140860"/>
                  </a:lnTo>
                  <a:lnTo>
                    <a:pt x="4850164" y="1144738"/>
                  </a:lnTo>
                  <a:lnTo>
                    <a:pt x="4850790" y="1148660"/>
                  </a:lnTo>
                  <a:lnTo>
                    <a:pt x="4851417" y="1152639"/>
                  </a:lnTo>
                  <a:lnTo>
                    <a:pt x="4852043" y="1156688"/>
                  </a:lnTo>
                  <a:lnTo>
                    <a:pt x="4852670" y="1160796"/>
                  </a:lnTo>
                  <a:lnTo>
                    <a:pt x="4853297" y="1164984"/>
                  </a:lnTo>
                  <a:lnTo>
                    <a:pt x="4853923" y="1169285"/>
                  </a:lnTo>
                  <a:lnTo>
                    <a:pt x="4854550" y="1173743"/>
                  </a:lnTo>
                  <a:lnTo>
                    <a:pt x="4855176" y="1178374"/>
                  </a:lnTo>
                  <a:lnTo>
                    <a:pt x="4855803" y="1183194"/>
                  </a:lnTo>
                  <a:lnTo>
                    <a:pt x="4856429" y="1188212"/>
                  </a:lnTo>
                  <a:lnTo>
                    <a:pt x="4857056" y="1193414"/>
                  </a:lnTo>
                  <a:lnTo>
                    <a:pt x="4857682" y="1198764"/>
                  </a:lnTo>
                  <a:lnTo>
                    <a:pt x="4858309" y="1204244"/>
                  </a:lnTo>
                  <a:lnTo>
                    <a:pt x="4858936" y="1209881"/>
                  </a:lnTo>
                  <a:lnTo>
                    <a:pt x="4859562" y="1215665"/>
                  </a:lnTo>
                  <a:lnTo>
                    <a:pt x="4860189" y="1221618"/>
                  </a:lnTo>
                  <a:lnTo>
                    <a:pt x="4860815" y="1227743"/>
                  </a:lnTo>
                  <a:lnTo>
                    <a:pt x="4861442" y="1234066"/>
                  </a:lnTo>
                  <a:lnTo>
                    <a:pt x="4862068" y="1240604"/>
                  </a:lnTo>
                  <a:lnTo>
                    <a:pt x="4862695" y="1247340"/>
                  </a:lnTo>
                  <a:lnTo>
                    <a:pt x="4863321" y="1254293"/>
                  </a:lnTo>
                  <a:lnTo>
                    <a:pt x="4863948" y="1261430"/>
                  </a:lnTo>
                  <a:lnTo>
                    <a:pt x="4864575" y="1268733"/>
                  </a:lnTo>
                  <a:lnTo>
                    <a:pt x="4865201" y="1276184"/>
                  </a:lnTo>
                  <a:lnTo>
                    <a:pt x="4865828" y="1283775"/>
                  </a:lnTo>
                  <a:lnTo>
                    <a:pt x="4866454" y="1291501"/>
                  </a:lnTo>
                  <a:lnTo>
                    <a:pt x="4867081" y="1299338"/>
                  </a:lnTo>
                  <a:lnTo>
                    <a:pt x="4867707" y="1307262"/>
                  </a:lnTo>
                  <a:lnTo>
                    <a:pt x="4868334" y="1315267"/>
                  </a:lnTo>
                  <a:lnTo>
                    <a:pt x="4868960" y="1323303"/>
                  </a:lnTo>
                  <a:lnTo>
                    <a:pt x="4869587" y="1331392"/>
                  </a:lnTo>
                  <a:lnTo>
                    <a:pt x="4870214" y="1339550"/>
                  </a:lnTo>
                  <a:lnTo>
                    <a:pt x="4870840" y="1347795"/>
                  </a:lnTo>
                  <a:lnTo>
                    <a:pt x="4871467" y="1356141"/>
                  </a:lnTo>
                  <a:lnTo>
                    <a:pt x="4872093" y="1364586"/>
                  </a:lnTo>
                  <a:lnTo>
                    <a:pt x="4872720" y="1373094"/>
                  </a:lnTo>
                  <a:lnTo>
                    <a:pt x="4873346" y="1381676"/>
                  </a:lnTo>
                  <a:lnTo>
                    <a:pt x="4873973" y="1390336"/>
                  </a:lnTo>
                  <a:lnTo>
                    <a:pt x="4874599" y="1399079"/>
                  </a:lnTo>
                  <a:lnTo>
                    <a:pt x="4875226" y="1407886"/>
                  </a:lnTo>
                  <a:lnTo>
                    <a:pt x="4875853" y="1416744"/>
                  </a:lnTo>
                  <a:lnTo>
                    <a:pt x="4876479" y="1425654"/>
                  </a:lnTo>
                  <a:lnTo>
                    <a:pt x="4877106" y="1434595"/>
                  </a:lnTo>
                  <a:lnTo>
                    <a:pt x="4877732" y="1443504"/>
                  </a:lnTo>
                  <a:lnTo>
                    <a:pt x="4878359" y="1452389"/>
                  </a:lnTo>
                  <a:lnTo>
                    <a:pt x="4878985" y="1461256"/>
                  </a:lnTo>
                  <a:lnTo>
                    <a:pt x="4879612" y="1470055"/>
                  </a:lnTo>
                  <a:lnTo>
                    <a:pt x="4880238" y="1478736"/>
                  </a:lnTo>
                  <a:lnTo>
                    <a:pt x="4880865" y="1487258"/>
                  </a:lnTo>
                  <a:lnTo>
                    <a:pt x="4881492" y="1495616"/>
                  </a:lnTo>
                  <a:lnTo>
                    <a:pt x="4882118" y="1503767"/>
                  </a:lnTo>
                  <a:lnTo>
                    <a:pt x="4882745" y="1511701"/>
                  </a:lnTo>
                  <a:lnTo>
                    <a:pt x="4883371" y="1519388"/>
                  </a:lnTo>
                  <a:lnTo>
                    <a:pt x="4883998" y="1526823"/>
                  </a:lnTo>
                  <a:lnTo>
                    <a:pt x="4884624" y="1534003"/>
                  </a:lnTo>
                  <a:lnTo>
                    <a:pt x="4885251" y="1540917"/>
                  </a:lnTo>
                  <a:lnTo>
                    <a:pt x="4885877" y="1547559"/>
                  </a:lnTo>
                  <a:lnTo>
                    <a:pt x="4886504" y="1553911"/>
                  </a:lnTo>
                  <a:lnTo>
                    <a:pt x="4887131" y="1560000"/>
                  </a:lnTo>
                  <a:lnTo>
                    <a:pt x="4887757" y="1565827"/>
                  </a:lnTo>
                  <a:lnTo>
                    <a:pt x="4888384" y="1571380"/>
                  </a:lnTo>
                  <a:lnTo>
                    <a:pt x="4889010" y="1576668"/>
                  </a:lnTo>
                  <a:lnTo>
                    <a:pt x="4889637" y="1581689"/>
                  </a:lnTo>
                  <a:lnTo>
                    <a:pt x="4890263" y="1586444"/>
                  </a:lnTo>
                  <a:lnTo>
                    <a:pt x="4890890" y="1590926"/>
                  </a:lnTo>
                  <a:lnTo>
                    <a:pt x="4891516" y="1595176"/>
                  </a:lnTo>
                  <a:lnTo>
                    <a:pt x="4892143" y="1599195"/>
                  </a:lnTo>
                  <a:lnTo>
                    <a:pt x="4892770" y="1602983"/>
                  </a:lnTo>
                  <a:lnTo>
                    <a:pt x="4893396" y="1606548"/>
                  </a:lnTo>
                  <a:lnTo>
                    <a:pt x="4894023" y="1609927"/>
                  </a:lnTo>
                  <a:lnTo>
                    <a:pt x="4894649" y="1613129"/>
                  </a:lnTo>
                  <a:lnTo>
                    <a:pt x="4895276" y="1616156"/>
                  </a:lnTo>
                  <a:lnTo>
                    <a:pt x="4895902" y="1619023"/>
                  </a:lnTo>
                  <a:lnTo>
                    <a:pt x="4896529" y="1621729"/>
                  </a:lnTo>
                  <a:lnTo>
                    <a:pt x="4897155" y="1624282"/>
                  </a:lnTo>
                  <a:lnTo>
                    <a:pt x="4897782" y="1626678"/>
                  </a:lnTo>
                  <a:lnTo>
                    <a:pt x="4898409" y="1628918"/>
                  </a:lnTo>
                  <a:lnTo>
                    <a:pt x="4899035" y="1631017"/>
                  </a:lnTo>
                  <a:lnTo>
                    <a:pt x="4899662" y="1633017"/>
                  </a:lnTo>
                  <a:lnTo>
                    <a:pt x="4900288" y="1634926"/>
                  </a:lnTo>
                  <a:lnTo>
                    <a:pt x="4900915" y="1636783"/>
                  </a:lnTo>
                  <a:lnTo>
                    <a:pt x="4901541" y="1638587"/>
                  </a:lnTo>
                  <a:lnTo>
                    <a:pt x="4902168" y="1640343"/>
                  </a:lnTo>
                  <a:lnTo>
                    <a:pt x="4902794" y="1642030"/>
                  </a:lnTo>
                  <a:lnTo>
                    <a:pt x="4903421" y="1643615"/>
                  </a:lnTo>
                  <a:lnTo>
                    <a:pt x="4904048" y="1645098"/>
                  </a:lnTo>
                  <a:lnTo>
                    <a:pt x="4904674" y="1646486"/>
                  </a:lnTo>
                  <a:lnTo>
                    <a:pt x="4905301" y="1647777"/>
                  </a:lnTo>
                  <a:lnTo>
                    <a:pt x="4905927" y="1648978"/>
                  </a:lnTo>
                  <a:lnTo>
                    <a:pt x="4906554" y="1650087"/>
                  </a:lnTo>
                  <a:lnTo>
                    <a:pt x="4907180" y="1651106"/>
                  </a:lnTo>
                  <a:lnTo>
                    <a:pt x="4907807" y="1652048"/>
                  </a:lnTo>
                  <a:lnTo>
                    <a:pt x="4908433" y="1652905"/>
                  </a:lnTo>
                  <a:lnTo>
                    <a:pt x="4909060" y="1653678"/>
                  </a:lnTo>
                  <a:lnTo>
                    <a:pt x="4909687" y="1654424"/>
                  </a:lnTo>
                  <a:lnTo>
                    <a:pt x="4910313" y="1655145"/>
                  </a:lnTo>
                  <a:lnTo>
                    <a:pt x="4910940" y="1655829"/>
                  </a:lnTo>
                  <a:lnTo>
                    <a:pt x="4911566" y="1656478"/>
                  </a:lnTo>
                  <a:lnTo>
                    <a:pt x="4912193" y="1657094"/>
                  </a:lnTo>
                  <a:lnTo>
                    <a:pt x="4912819" y="1657662"/>
                  </a:lnTo>
                  <a:lnTo>
                    <a:pt x="4913446" y="1658165"/>
                  </a:lnTo>
                  <a:lnTo>
                    <a:pt x="4914072" y="1658606"/>
                  </a:lnTo>
                  <a:lnTo>
                    <a:pt x="4914699" y="1658976"/>
                  </a:lnTo>
                  <a:lnTo>
                    <a:pt x="4915326" y="1659283"/>
                  </a:lnTo>
                  <a:lnTo>
                    <a:pt x="4915952" y="1659517"/>
                  </a:lnTo>
                  <a:lnTo>
                    <a:pt x="4916579" y="1659678"/>
                  </a:lnTo>
                  <a:lnTo>
                    <a:pt x="4917205" y="1659758"/>
                  </a:lnTo>
                  <a:lnTo>
                    <a:pt x="4917832" y="1659755"/>
                  </a:lnTo>
                  <a:lnTo>
                    <a:pt x="4918458" y="1659679"/>
                  </a:lnTo>
                  <a:lnTo>
                    <a:pt x="4919085" y="1659498"/>
                  </a:lnTo>
                  <a:lnTo>
                    <a:pt x="4919711" y="1659192"/>
                  </a:lnTo>
                  <a:lnTo>
                    <a:pt x="4920338" y="1658753"/>
                  </a:lnTo>
                  <a:lnTo>
                    <a:pt x="4920965" y="1658182"/>
                  </a:lnTo>
                  <a:lnTo>
                    <a:pt x="4921591" y="1657486"/>
                  </a:lnTo>
                  <a:lnTo>
                    <a:pt x="4922218" y="1656680"/>
                  </a:lnTo>
                  <a:lnTo>
                    <a:pt x="4922844" y="1655780"/>
                  </a:lnTo>
                  <a:lnTo>
                    <a:pt x="4923471" y="1654766"/>
                  </a:lnTo>
                  <a:lnTo>
                    <a:pt x="4924097" y="1653648"/>
                  </a:lnTo>
                  <a:lnTo>
                    <a:pt x="4924724" y="1652434"/>
                  </a:lnTo>
                  <a:lnTo>
                    <a:pt x="4925350" y="1651124"/>
                  </a:lnTo>
                  <a:lnTo>
                    <a:pt x="4925977" y="1649687"/>
                  </a:lnTo>
                  <a:lnTo>
                    <a:pt x="4926604" y="1648133"/>
                  </a:lnTo>
                  <a:lnTo>
                    <a:pt x="4927230" y="1646463"/>
                  </a:lnTo>
                  <a:lnTo>
                    <a:pt x="4927857" y="1644680"/>
                  </a:lnTo>
                  <a:lnTo>
                    <a:pt x="4928483" y="1642796"/>
                  </a:lnTo>
                  <a:lnTo>
                    <a:pt x="4929110" y="1640817"/>
                  </a:lnTo>
                  <a:lnTo>
                    <a:pt x="4929736" y="1638764"/>
                  </a:lnTo>
                  <a:lnTo>
                    <a:pt x="4930363" y="1636631"/>
                  </a:lnTo>
                  <a:lnTo>
                    <a:pt x="4930989" y="1634436"/>
                  </a:lnTo>
                  <a:lnTo>
                    <a:pt x="4931616" y="1632168"/>
                  </a:lnTo>
                  <a:lnTo>
                    <a:pt x="4932243" y="1629806"/>
                  </a:lnTo>
                  <a:lnTo>
                    <a:pt x="4932869" y="1627365"/>
                  </a:lnTo>
                  <a:lnTo>
                    <a:pt x="4933496" y="1624864"/>
                  </a:lnTo>
                  <a:lnTo>
                    <a:pt x="4934122" y="1622307"/>
                  </a:lnTo>
                  <a:lnTo>
                    <a:pt x="4934749" y="1619702"/>
                  </a:lnTo>
                  <a:lnTo>
                    <a:pt x="4935375" y="1617075"/>
                  </a:lnTo>
                  <a:lnTo>
                    <a:pt x="4936002" y="1614431"/>
                  </a:lnTo>
                  <a:lnTo>
                    <a:pt x="4936628" y="1611776"/>
                  </a:lnTo>
                  <a:lnTo>
                    <a:pt x="4937255" y="1609108"/>
                  </a:lnTo>
                  <a:lnTo>
                    <a:pt x="4937882" y="1606425"/>
                  </a:lnTo>
                  <a:lnTo>
                    <a:pt x="4938508" y="1603725"/>
                  </a:lnTo>
                  <a:lnTo>
                    <a:pt x="4939135" y="1601021"/>
                  </a:lnTo>
                  <a:lnTo>
                    <a:pt x="4939761" y="1598312"/>
                  </a:lnTo>
                  <a:lnTo>
                    <a:pt x="4940388" y="1595604"/>
                  </a:lnTo>
                  <a:lnTo>
                    <a:pt x="4941014" y="1592909"/>
                  </a:lnTo>
                  <a:lnTo>
                    <a:pt x="4941641" y="1590224"/>
                  </a:lnTo>
                  <a:lnTo>
                    <a:pt x="4942267" y="1587551"/>
                  </a:lnTo>
                  <a:lnTo>
                    <a:pt x="4942894" y="1584903"/>
                  </a:lnTo>
                  <a:lnTo>
                    <a:pt x="4943521" y="1582280"/>
                  </a:lnTo>
                  <a:lnTo>
                    <a:pt x="4944147" y="1579709"/>
                  </a:lnTo>
                  <a:lnTo>
                    <a:pt x="4944774" y="1577228"/>
                  </a:lnTo>
                  <a:lnTo>
                    <a:pt x="4945400" y="1574845"/>
                  </a:lnTo>
                  <a:lnTo>
                    <a:pt x="4946027" y="1572581"/>
                  </a:lnTo>
                  <a:lnTo>
                    <a:pt x="4946653" y="1570449"/>
                  </a:lnTo>
                  <a:lnTo>
                    <a:pt x="4947280" y="1568460"/>
                  </a:lnTo>
                  <a:lnTo>
                    <a:pt x="4947906" y="1566625"/>
                  </a:lnTo>
                  <a:lnTo>
                    <a:pt x="4948533" y="1564927"/>
                  </a:lnTo>
                  <a:lnTo>
                    <a:pt x="4949160" y="1563377"/>
                  </a:lnTo>
                  <a:lnTo>
                    <a:pt x="4949786" y="1561966"/>
                  </a:lnTo>
                  <a:lnTo>
                    <a:pt x="4950413" y="1560693"/>
                  </a:lnTo>
                  <a:lnTo>
                    <a:pt x="4951039" y="1559584"/>
                  </a:lnTo>
                  <a:lnTo>
                    <a:pt x="4951666" y="1558648"/>
                  </a:lnTo>
                  <a:lnTo>
                    <a:pt x="4952292" y="1557888"/>
                  </a:lnTo>
                  <a:lnTo>
                    <a:pt x="4952919" y="1557299"/>
                  </a:lnTo>
                  <a:lnTo>
                    <a:pt x="4953545" y="1556873"/>
                  </a:lnTo>
                  <a:lnTo>
                    <a:pt x="4954172" y="1556572"/>
                  </a:lnTo>
                  <a:lnTo>
                    <a:pt x="4954799" y="1556387"/>
                  </a:lnTo>
                  <a:lnTo>
                    <a:pt x="4955425" y="1556305"/>
                  </a:lnTo>
                  <a:lnTo>
                    <a:pt x="4956052" y="1556316"/>
                  </a:lnTo>
                  <a:lnTo>
                    <a:pt x="4956678" y="1556419"/>
                  </a:lnTo>
                  <a:lnTo>
                    <a:pt x="4957305" y="1556618"/>
                  </a:lnTo>
                  <a:lnTo>
                    <a:pt x="4957931" y="1556925"/>
                  </a:lnTo>
                  <a:lnTo>
                    <a:pt x="4958558" y="1557336"/>
                  </a:lnTo>
                  <a:lnTo>
                    <a:pt x="4959184" y="1557856"/>
                  </a:lnTo>
                  <a:lnTo>
                    <a:pt x="4959811" y="1558485"/>
                  </a:lnTo>
                  <a:lnTo>
                    <a:pt x="4960438" y="1559215"/>
                  </a:lnTo>
                  <a:lnTo>
                    <a:pt x="4961064" y="1560049"/>
                  </a:lnTo>
                  <a:lnTo>
                    <a:pt x="4961691" y="1560966"/>
                  </a:lnTo>
                  <a:lnTo>
                    <a:pt x="4962317" y="1561980"/>
                  </a:lnTo>
                  <a:lnTo>
                    <a:pt x="4962944" y="1563069"/>
                  </a:lnTo>
                  <a:lnTo>
                    <a:pt x="4963570" y="1564242"/>
                  </a:lnTo>
                  <a:lnTo>
                    <a:pt x="4964197" y="1565509"/>
                  </a:lnTo>
                  <a:lnTo>
                    <a:pt x="4964823" y="1566854"/>
                  </a:lnTo>
                  <a:lnTo>
                    <a:pt x="4965450" y="1568250"/>
                  </a:lnTo>
                  <a:lnTo>
                    <a:pt x="4966077" y="1569694"/>
                  </a:lnTo>
                  <a:lnTo>
                    <a:pt x="4966703" y="1571175"/>
                  </a:lnTo>
                  <a:lnTo>
                    <a:pt x="4967330" y="1572693"/>
                  </a:lnTo>
                  <a:lnTo>
                    <a:pt x="4967956" y="1574236"/>
                  </a:lnTo>
                  <a:lnTo>
                    <a:pt x="4968583" y="1575800"/>
                  </a:lnTo>
                  <a:lnTo>
                    <a:pt x="4969209" y="1577396"/>
                  </a:lnTo>
                  <a:lnTo>
                    <a:pt x="4969836" y="1579035"/>
                  </a:lnTo>
                  <a:lnTo>
                    <a:pt x="4970462" y="1580709"/>
                  </a:lnTo>
                  <a:lnTo>
                    <a:pt x="4971089" y="1582417"/>
                  </a:lnTo>
                  <a:lnTo>
                    <a:pt x="4971716" y="1584169"/>
                  </a:lnTo>
                  <a:lnTo>
                    <a:pt x="4972342" y="1585950"/>
                  </a:lnTo>
                  <a:lnTo>
                    <a:pt x="4972969" y="1587736"/>
                  </a:lnTo>
                  <a:lnTo>
                    <a:pt x="4973595" y="1589527"/>
                  </a:lnTo>
                  <a:lnTo>
                    <a:pt x="4974222" y="1591325"/>
                  </a:lnTo>
                  <a:lnTo>
                    <a:pt x="4974848" y="1593158"/>
                  </a:lnTo>
                  <a:lnTo>
                    <a:pt x="4975475" y="1595029"/>
                  </a:lnTo>
                  <a:lnTo>
                    <a:pt x="4976101" y="1596941"/>
                  </a:lnTo>
                  <a:lnTo>
                    <a:pt x="4976728" y="1598877"/>
                  </a:lnTo>
                  <a:lnTo>
                    <a:pt x="4977355" y="1600859"/>
                  </a:lnTo>
                  <a:lnTo>
                    <a:pt x="4977981" y="1602887"/>
                  </a:lnTo>
                  <a:lnTo>
                    <a:pt x="4978608" y="1604958"/>
                  </a:lnTo>
                  <a:lnTo>
                    <a:pt x="4979234" y="1607064"/>
                  </a:lnTo>
                  <a:lnTo>
                    <a:pt x="4979861" y="1609213"/>
                  </a:lnTo>
                  <a:lnTo>
                    <a:pt x="4980487" y="1611403"/>
                  </a:lnTo>
                  <a:lnTo>
                    <a:pt x="4981114" y="1613629"/>
                  </a:lnTo>
                  <a:lnTo>
                    <a:pt x="4981740" y="1615904"/>
                  </a:lnTo>
                  <a:lnTo>
                    <a:pt x="4982367" y="1618191"/>
                  </a:lnTo>
                  <a:lnTo>
                    <a:pt x="4982994" y="1620480"/>
                  </a:lnTo>
                  <a:lnTo>
                    <a:pt x="4983620" y="1622774"/>
                  </a:lnTo>
                  <a:lnTo>
                    <a:pt x="4984247" y="1625067"/>
                  </a:lnTo>
                  <a:lnTo>
                    <a:pt x="4984873" y="1627356"/>
                  </a:lnTo>
                  <a:lnTo>
                    <a:pt x="4985500" y="1629634"/>
                  </a:lnTo>
                  <a:lnTo>
                    <a:pt x="4986126" y="1631936"/>
                  </a:lnTo>
                  <a:lnTo>
                    <a:pt x="4986753" y="1634245"/>
                  </a:lnTo>
                  <a:lnTo>
                    <a:pt x="4987379" y="1636547"/>
                  </a:lnTo>
                  <a:lnTo>
                    <a:pt x="4988006" y="1638850"/>
                  </a:lnTo>
                  <a:lnTo>
                    <a:pt x="4988633" y="1641155"/>
                  </a:lnTo>
                  <a:lnTo>
                    <a:pt x="4989259" y="1643449"/>
                  </a:lnTo>
                  <a:lnTo>
                    <a:pt x="4989886" y="1645718"/>
                  </a:lnTo>
                  <a:lnTo>
                    <a:pt x="4990512" y="1647925"/>
                  </a:lnTo>
                  <a:lnTo>
                    <a:pt x="4991139" y="1650068"/>
                  </a:lnTo>
                  <a:lnTo>
                    <a:pt x="4991765" y="1652177"/>
                  </a:lnTo>
                  <a:lnTo>
                    <a:pt x="4992392" y="1654248"/>
                  </a:lnTo>
                  <a:lnTo>
                    <a:pt x="4993018" y="1656278"/>
                  </a:lnTo>
                  <a:lnTo>
                    <a:pt x="4993645" y="1658235"/>
                  </a:lnTo>
                  <a:lnTo>
                    <a:pt x="4994271" y="1660119"/>
                  </a:lnTo>
                  <a:lnTo>
                    <a:pt x="4994898" y="1661932"/>
                  </a:lnTo>
                  <a:lnTo>
                    <a:pt x="4995525" y="1663636"/>
                  </a:lnTo>
                  <a:lnTo>
                    <a:pt x="4996151" y="1665199"/>
                  </a:lnTo>
                  <a:lnTo>
                    <a:pt x="4996778" y="1666628"/>
                  </a:lnTo>
                  <a:lnTo>
                    <a:pt x="4997404" y="1667918"/>
                  </a:lnTo>
                  <a:lnTo>
                    <a:pt x="4998031" y="1669060"/>
                  </a:lnTo>
                  <a:lnTo>
                    <a:pt x="4998657" y="1670047"/>
                  </a:lnTo>
                  <a:lnTo>
                    <a:pt x="4999284" y="1670887"/>
                  </a:lnTo>
                  <a:lnTo>
                    <a:pt x="4999910" y="1671625"/>
                  </a:lnTo>
                  <a:lnTo>
                    <a:pt x="5000537" y="1672256"/>
                  </a:lnTo>
                  <a:lnTo>
                    <a:pt x="5001164" y="1672767"/>
                  </a:lnTo>
                  <a:lnTo>
                    <a:pt x="5001790" y="1673136"/>
                  </a:lnTo>
                  <a:lnTo>
                    <a:pt x="5002417" y="1673373"/>
                  </a:lnTo>
                  <a:lnTo>
                    <a:pt x="5003043" y="1673525"/>
                  </a:lnTo>
                  <a:lnTo>
                    <a:pt x="5003670" y="1673599"/>
                  </a:lnTo>
                  <a:lnTo>
                    <a:pt x="5004296" y="1673617"/>
                  </a:lnTo>
                  <a:lnTo>
                    <a:pt x="5004923" y="1673613"/>
                  </a:lnTo>
                  <a:lnTo>
                    <a:pt x="5005549" y="1673599"/>
                  </a:lnTo>
                  <a:lnTo>
                    <a:pt x="5006176" y="1673580"/>
                  </a:lnTo>
                  <a:lnTo>
                    <a:pt x="5006803" y="1673525"/>
                  </a:lnTo>
                  <a:lnTo>
                    <a:pt x="5007429" y="1673439"/>
                  </a:lnTo>
                  <a:lnTo>
                    <a:pt x="5008056" y="1673325"/>
                  </a:lnTo>
                  <a:lnTo>
                    <a:pt x="5008682" y="1673176"/>
                  </a:lnTo>
                  <a:lnTo>
                    <a:pt x="5009309" y="1672977"/>
                  </a:lnTo>
                  <a:lnTo>
                    <a:pt x="5009935" y="1672725"/>
                  </a:lnTo>
                  <a:lnTo>
                    <a:pt x="5010562" y="1672433"/>
                  </a:lnTo>
                  <a:lnTo>
                    <a:pt x="5011188" y="1672116"/>
                  </a:lnTo>
                  <a:lnTo>
                    <a:pt x="5011815" y="1671771"/>
                  </a:lnTo>
                  <a:lnTo>
                    <a:pt x="5012442" y="1671382"/>
                  </a:lnTo>
                  <a:lnTo>
                    <a:pt x="5013068" y="1670945"/>
                  </a:lnTo>
                  <a:lnTo>
                    <a:pt x="5013695" y="1670437"/>
                  </a:lnTo>
                  <a:lnTo>
                    <a:pt x="5014321" y="1669890"/>
                  </a:lnTo>
                  <a:lnTo>
                    <a:pt x="5014948" y="1669304"/>
                  </a:lnTo>
                  <a:lnTo>
                    <a:pt x="5015574" y="1668677"/>
                  </a:lnTo>
                  <a:lnTo>
                    <a:pt x="5016201" y="1668028"/>
                  </a:lnTo>
                  <a:lnTo>
                    <a:pt x="5016827" y="1667364"/>
                  </a:lnTo>
                  <a:lnTo>
                    <a:pt x="5017454" y="1666692"/>
                  </a:lnTo>
                  <a:lnTo>
                    <a:pt x="5018081" y="1666010"/>
                  </a:lnTo>
                  <a:lnTo>
                    <a:pt x="5018707" y="1665336"/>
                  </a:lnTo>
                  <a:lnTo>
                    <a:pt x="5019334" y="1664677"/>
                  </a:lnTo>
                  <a:lnTo>
                    <a:pt x="5019960" y="1664018"/>
                  </a:lnTo>
                  <a:lnTo>
                    <a:pt x="5020587" y="1663348"/>
                  </a:lnTo>
                  <a:lnTo>
                    <a:pt x="5021213" y="1662662"/>
                  </a:lnTo>
                  <a:lnTo>
                    <a:pt x="5021840" y="1661966"/>
                  </a:lnTo>
                  <a:lnTo>
                    <a:pt x="5022466" y="1661259"/>
                  </a:lnTo>
                  <a:lnTo>
                    <a:pt x="5023093" y="1660540"/>
                  </a:lnTo>
                  <a:lnTo>
                    <a:pt x="5023720" y="1659781"/>
                  </a:lnTo>
                  <a:lnTo>
                    <a:pt x="5024346" y="1658985"/>
                  </a:lnTo>
                  <a:lnTo>
                    <a:pt x="5024973" y="1658140"/>
                  </a:lnTo>
                  <a:lnTo>
                    <a:pt x="5025599" y="1657279"/>
                  </a:lnTo>
                  <a:lnTo>
                    <a:pt x="5026226" y="1656391"/>
                  </a:lnTo>
                  <a:lnTo>
                    <a:pt x="5026852" y="1655477"/>
                  </a:lnTo>
                  <a:lnTo>
                    <a:pt x="5027479" y="1654551"/>
                  </a:lnTo>
                  <a:lnTo>
                    <a:pt x="5028105" y="1653623"/>
                  </a:lnTo>
                  <a:lnTo>
                    <a:pt x="5028732" y="1652672"/>
                  </a:lnTo>
                  <a:lnTo>
                    <a:pt x="5029359" y="1651712"/>
                  </a:lnTo>
                  <a:lnTo>
                    <a:pt x="5029985" y="1650743"/>
                  </a:lnTo>
                  <a:lnTo>
                    <a:pt x="5030612" y="1649791"/>
                  </a:lnTo>
                  <a:lnTo>
                    <a:pt x="5031238" y="1648850"/>
                  </a:lnTo>
                  <a:lnTo>
                    <a:pt x="5031865" y="1647901"/>
                  </a:lnTo>
                  <a:lnTo>
                    <a:pt x="5032491" y="1646950"/>
                  </a:lnTo>
                  <a:lnTo>
                    <a:pt x="5033118" y="1645996"/>
                  </a:lnTo>
                  <a:lnTo>
                    <a:pt x="5033744" y="1645047"/>
                  </a:lnTo>
                  <a:lnTo>
                    <a:pt x="5034371" y="1644099"/>
                  </a:lnTo>
                  <a:lnTo>
                    <a:pt x="5034998" y="1643118"/>
                  </a:lnTo>
                  <a:lnTo>
                    <a:pt x="5035624" y="1642108"/>
                  </a:lnTo>
                  <a:lnTo>
                    <a:pt x="5036251" y="1641056"/>
                  </a:lnTo>
                  <a:lnTo>
                    <a:pt x="5036877" y="1639960"/>
                  </a:lnTo>
                  <a:lnTo>
                    <a:pt x="5037504" y="1638830"/>
                  </a:lnTo>
                  <a:lnTo>
                    <a:pt x="5038130" y="1637699"/>
                  </a:lnTo>
                  <a:lnTo>
                    <a:pt x="5038757" y="1636580"/>
                  </a:lnTo>
                  <a:lnTo>
                    <a:pt x="5039383" y="1635495"/>
                  </a:lnTo>
                  <a:lnTo>
                    <a:pt x="5040010" y="1634434"/>
                  </a:lnTo>
                  <a:lnTo>
                    <a:pt x="5040637" y="1633399"/>
                  </a:lnTo>
                  <a:lnTo>
                    <a:pt x="5041263" y="1632390"/>
                  </a:lnTo>
                  <a:lnTo>
                    <a:pt x="5041890" y="1631411"/>
                  </a:lnTo>
                  <a:lnTo>
                    <a:pt x="5042516" y="1630462"/>
                  </a:lnTo>
                  <a:lnTo>
                    <a:pt x="5043143" y="1629547"/>
                  </a:lnTo>
                  <a:lnTo>
                    <a:pt x="5043769" y="1628658"/>
                  </a:lnTo>
                  <a:lnTo>
                    <a:pt x="5044396" y="1627791"/>
                  </a:lnTo>
                  <a:lnTo>
                    <a:pt x="5045022" y="1626999"/>
                  </a:lnTo>
                  <a:lnTo>
                    <a:pt x="5045649" y="1626275"/>
                  </a:lnTo>
                  <a:lnTo>
                    <a:pt x="5046276" y="1625593"/>
                  </a:lnTo>
                  <a:lnTo>
                    <a:pt x="5046902" y="1624944"/>
                  </a:lnTo>
                  <a:lnTo>
                    <a:pt x="5047529" y="1624315"/>
                  </a:lnTo>
                  <a:lnTo>
                    <a:pt x="5048155" y="1623701"/>
                  </a:lnTo>
                  <a:lnTo>
                    <a:pt x="5048782" y="1623076"/>
                  </a:lnTo>
                  <a:lnTo>
                    <a:pt x="5049408" y="1622439"/>
                  </a:lnTo>
                  <a:lnTo>
                    <a:pt x="5050035" y="1621805"/>
                  </a:lnTo>
                  <a:lnTo>
                    <a:pt x="5050661" y="1621166"/>
                  </a:lnTo>
                  <a:lnTo>
                    <a:pt x="5051288" y="1620520"/>
                  </a:lnTo>
                  <a:lnTo>
                    <a:pt x="5051915" y="1619861"/>
                  </a:lnTo>
                  <a:lnTo>
                    <a:pt x="5052541" y="1619221"/>
                  </a:lnTo>
                  <a:lnTo>
                    <a:pt x="5053168" y="1618637"/>
                  </a:lnTo>
                  <a:lnTo>
                    <a:pt x="5053794" y="1618111"/>
                  </a:lnTo>
                  <a:lnTo>
                    <a:pt x="5054421" y="1617643"/>
                  </a:lnTo>
                  <a:lnTo>
                    <a:pt x="5055047" y="1617230"/>
                  </a:lnTo>
                  <a:lnTo>
                    <a:pt x="5055674" y="1616889"/>
                  </a:lnTo>
                  <a:lnTo>
                    <a:pt x="5056300" y="1616647"/>
                  </a:lnTo>
                  <a:lnTo>
                    <a:pt x="5056927" y="1616493"/>
                  </a:lnTo>
                  <a:lnTo>
                    <a:pt x="5057554" y="1616422"/>
                  </a:lnTo>
                  <a:lnTo>
                    <a:pt x="5058180" y="1616448"/>
                  </a:lnTo>
                  <a:lnTo>
                    <a:pt x="5058807" y="1616570"/>
                  </a:lnTo>
                  <a:lnTo>
                    <a:pt x="5059433" y="1616768"/>
                  </a:lnTo>
                  <a:lnTo>
                    <a:pt x="5060060" y="1617048"/>
                  </a:lnTo>
                  <a:lnTo>
                    <a:pt x="5060686" y="1617431"/>
                  </a:lnTo>
                  <a:lnTo>
                    <a:pt x="5061313" y="1617903"/>
                  </a:lnTo>
                  <a:lnTo>
                    <a:pt x="5061939" y="1618446"/>
                  </a:lnTo>
                  <a:lnTo>
                    <a:pt x="5062566" y="1619009"/>
                  </a:lnTo>
                  <a:lnTo>
                    <a:pt x="5063193" y="1619597"/>
                  </a:lnTo>
                  <a:lnTo>
                    <a:pt x="5063819" y="1620197"/>
                  </a:lnTo>
                  <a:lnTo>
                    <a:pt x="5064446" y="1620816"/>
                  </a:lnTo>
                  <a:lnTo>
                    <a:pt x="5065072" y="1621457"/>
                  </a:lnTo>
                  <a:lnTo>
                    <a:pt x="5065699" y="1622099"/>
                  </a:lnTo>
                  <a:lnTo>
                    <a:pt x="5066325" y="1622759"/>
                  </a:lnTo>
                  <a:lnTo>
                    <a:pt x="5066952" y="1623426"/>
                  </a:lnTo>
                  <a:lnTo>
                    <a:pt x="5067578" y="1624087"/>
                  </a:lnTo>
                  <a:lnTo>
                    <a:pt x="5068205" y="1624736"/>
                  </a:lnTo>
                  <a:lnTo>
                    <a:pt x="5068832" y="1625395"/>
                  </a:lnTo>
                  <a:lnTo>
                    <a:pt x="5069458" y="1626071"/>
                  </a:lnTo>
                  <a:lnTo>
                    <a:pt x="5070085" y="1626729"/>
                  </a:lnTo>
                  <a:lnTo>
                    <a:pt x="5070711" y="1627399"/>
                  </a:lnTo>
                  <a:lnTo>
                    <a:pt x="5071338" y="1628048"/>
                  </a:lnTo>
                  <a:lnTo>
                    <a:pt x="5071964" y="1628680"/>
                  </a:lnTo>
                  <a:lnTo>
                    <a:pt x="5072591" y="1629273"/>
                  </a:lnTo>
                  <a:lnTo>
                    <a:pt x="5073217" y="1629811"/>
                  </a:lnTo>
                  <a:lnTo>
                    <a:pt x="5073844" y="1630281"/>
                  </a:lnTo>
                  <a:lnTo>
                    <a:pt x="5074471" y="1630648"/>
                  </a:lnTo>
                  <a:lnTo>
                    <a:pt x="5075097" y="1630905"/>
                  </a:lnTo>
                  <a:lnTo>
                    <a:pt x="5075724" y="1631043"/>
                  </a:lnTo>
                  <a:lnTo>
                    <a:pt x="5076350" y="1631075"/>
                  </a:lnTo>
                  <a:lnTo>
                    <a:pt x="5076977" y="1630950"/>
                  </a:lnTo>
                  <a:lnTo>
                    <a:pt x="5077603" y="1630688"/>
                  </a:lnTo>
                  <a:lnTo>
                    <a:pt x="5078230" y="1630306"/>
                  </a:lnTo>
                  <a:lnTo>
                    <a:pt x="5078856" y="1629799"/>
                  </a:lnTo>
                  <a:lnTo>
                    <a:pt x="5079483" y="1629168"/>
                  </a:lnTo>
                  <a:lnTo>
                    <a:pt x="5080110" y="1628410"/>
                  </a:lnTo>
                  <a:lnTo>
                    <a:pt x="5080736" y="1627546"/>
                  </a:lnTo>
                  <a:lnTo>
                    <a:pt x="5081363" y="1626578"/>
                  </a:lnTo>
                  <a:lnTo>
                    <a:pt x="5081989" y="1625478"/>
                  </a:lnTo>
                  <a:lnTo>
                    <a:pt x="5082616" y="1624232"/>
                  </a:lnTo>
                  <a:lnTo>
                    <a:pt x="5083242" y="1622858"/>
                  </a:lnTo>
                  <a:lnTo>
                    <a:pt x="5083869" y="1621390"/>
                  </a:lnTo>
                  <a:lnTo>
                    <a:pt x="5084495" y="1619810"/>
                  </a:lnTo>
                  <a:lnTo>
                    <a:pt x="5085122" y="1618129"/>
                  </a:lnTo>
                  <a:lnTo>
                    <a:pt x="5085749" y="1616355"/>
                  </a:lnTo>
                  <a:lnTo>
                    <a:pt x="5086375" y="1614515"/>
                  </a:lnTo>
                  <a:lnTo>
                    <a:pt x="5087002" y="1612624"/>
                  </a:lnTo>
                  <a:lnTo>
                    <a:pt x="5087628" y="1610669"/>
                  </a:lnTo>
                  <a:lnTo>
                    <a:pt x="5088255" y="1608614"/>
                  </a:lnTo>
                  <a:lnTo>
                    <a:pt x="5088881" y="1606489"/>
                  </a:lnTo>
                  <a:lnTo>
                    <a:pt x="5089508" y="1604297"/>
                  </a:lnTo>
                  <a:lnTo>
                    <a:pt x="5090134" y="1602027"/>
                  </a:lnTo>
                  <a:lnTo>
                    <a:pt x="5090761" y="1599679"/>
                  </a:lnTo>
                  <a:lnTo>
                    <a:pt x="5091388" y="1597328"/>
                  </a:lnTo>
                  <a:lnTo>
                    <a:pt x="5092014" y="1595012"/>
                  </a:lnTo>
                  <a:lnTo>
                    <a:pt x="5092641" y="1592710"/>
                  </a:lnTo>
                  <a:lnTo>
                    <a:pt x="5093267" y="1590423"/>
                  </a:lnTo>
                  <a:lnTo>
                    <a:pt x="5093894" y="1588169"/>
                  </a:lnTo>
                  <a:lnTo>
                    <a:pt x="5094520" y="1585948"/>
                  </a:lnTo>
                  <a:lnTo>
                    <a:pt x="5095147" y="1583742"/>
                  </a:lnTo>
                  <a:lnTo>
                    <a:pt x="5095773" y="1581555"/>
                  </a:lnTo>
                  <a:lnTo>
                    <a:pt x="5096400" y="1579379"/>
                  </a:lnTo>
                  <a:lnTo>
                    <a:pt x="5097027" y="1577211"/>
                  </a:lnTo>
                  <a:lnTo>
                    <a:pt x="5097653" y="1575060"/>
                  </a:lnTo>
                  <a:lnTo>
                    <a:pt x="5098280" y="1572875"/>
                  </a:lnTo>
                  <a:lnTo>
                    <a:pt x="5098906" y="1570650"/>
                  </a:lnTo>
                  <a:lnTo>
                    <a:pt x="5099533" y="1568390"/>
                  </a:lnTo>
                  <a:lnTo>
                    <a:pt x="5100159" y="1566101"/>
                  </a:lnTo>
                  <a:lnTo>
                    <a:pt x="5100786" y="1563737"/>
                  </a:lnTo>
                  <a:lnTo>
                    <a:pt x="5101412" y="1561273"/>
                  </a:lnTo>
                  <a:lnTo>
                    <a:pt x="5102039" y="1558709"/>
                  </a:lnTo>
                  <a:lnTo>
                    <a:pt x="5102666" y="1555998"/>
                  </a:lnTo>
                  <a:lnTo>
                    <a:pt x="5103292" y="1553152"/>
                  </a:lnTo>
                  <a:lnTo>
                    <a:pt x="5103919" y="1550181"/>
                  </a:lnTo>
                  <a:lnTo>
                    <a:pt x="5104545" y="1547095"/>
                  </a:lnTo>
                  <a:lnTo>
                    <a:pt x="5105172" y="1543906"/>
                  </a:lnTo>
                  <a:lnTo>
                    <a:pt x="5105798" y="1540623"/>
                  </a:lnTo>
                  <a:lnTo>
                    <a:pt x="5106425" y="1537267"/>
                  </a:lnTo>
                  <a:lnTo>
                    <a:pt x="5107051" y="1533873"/>
                  </a:lnTo>
                  <a:lnTo>
                    <a:pt x="5107678" y="1530483"/>
                  </a:lnTo>
                  <a:lnTo>
                    <a:pt x="5108305" y="1527131"/>
                  </a:lnTo>
                  <a:lnTo>
                    <a:pt x="5108931" y="1523846"/>
                  </a:lnTo>
                  <a:lnTo>
                    <a:pt x="5109558" y="1520628"/>
                  </a:lnTo>
                  <a:lnTo>
                    <a:pt x="5110184" y="1517502"/>
                  </a:lnTo>
                  <a:lnTo>
                    <a:pt x="5110811" y="1514492"/>
                  </a:lnTo>
                  <a:lnTo>
                    <a:pt x="5111437" y="1511612"/>
                  </a:lnTo>
                  <a:lnTo>
                    <a:pt x="5112064" y="1508892"/>
                  </a:lnTo>
                  <a:lnTo>
                    <a:pt x="5112690" y="1506329"/>
                  </a:lnTo>
                  <a:lnTo>
                    <a:pt x="5113317" y="1503924"/>
                  </a:lnTo>
                  <a:lnTo>
                    <a:pt x="5113944" y="1501717"/>
                  </a:lnTo>
                  <a:lnTo>
                    <a:pt x="5114570" y="1499743"/>
                  </a:lnTo>
                  <a:lnTo>
                    <a:pt x="5115197" y="1497987"/>
                  </a:lnTo>
                  <a:lnTo>
                    <a:pt x="5115823" y="1496431"/>
                  </a:lnTo>
                  <a:lnTo>
                    <a:pt x="5116450" y="1495064"/>
                  </a:lnTo>
                  <a:lnTo>
                    <a:pt x="5117076" y="1493847"/>
                  </a:lnTo>
                  <a:lnTo>
                    <a:pt x="5117703" y="1492755"/>
                  </a:lnTo>
                  <a:lnTo>
                    <a:pt x="5118329" y="1491780"/>
                  </a:lnTo>
                  <a:lnTo>
                    <a:pt x="5118956" y="1490900"/>
                  </a:lnTo>
                  <a:lnTo>
                    <a:pt x="5119583" y="1490116"/>
                  </a:lnTo>
                  <a:lnTo>
                    <a:pt x="5120209" y="1489431"/>
                  </a:lnTo>
                  <a:lnTo>
                    <a:pt x="5120836" y="1488846"/>
                  </a:lnTo>
                  <a:lnTo>
                    <a:pt x="5121462" y="1488334"/>
                  </a:lnTo>
                  <a:lnTo>
                    <a:pt x="5122089" y="1487900"/>
                  </a:lnTo>
                  <a:lnTo>
                    <a:pt x="5122715" y="1487548"/>
                  </a:lnTo>
                  <a:lnTo>
                    <a:pt x="5123342" y="1487217"/>
                  </a:lnTo>
                  <a:lnTo>
                    <a:pt x="5123968" y="1486870"/>
                  </a:lnTo>
                  <a:lnTo>
                    <a:pt x="5124595" y="1486526"/>
                  </a:lnTo>
                  <a:lnTo>
                    <a:pt x="5125222" y="1486195"/>
                  </a:lnTo>
                  <a:lnTo>
                    <a:pt x="5125848" y="1485878"/>
                  </a:lnTo>
                  <a:lnTo>
                    <a:pt x="5126475" y="1485611"/>
                  </a:lnTo>
                  <a:lnTo>
                    <a:pt x="5127101" y="1485404"/>
                  </a:lnTo>
                  <a:lnTo>
                    <a:pt x="5127728" y="1485252"/>
                  </a:lnTo>
                  <a:lnTo>
                    <a:pt x="5128354" y="1485153"/>
                  </a:lnTo>
                  <a:lnTo>
                    <a:pt x="5128981" y="1485090"/>
                  </a:lnTo>
                  <a:lnTo>
                    <a:pt x="5129607" y="1485074"/>
                  </a:lnTo>
                  <a:lnTo>
                    <a:pt x="5130234" y="1485132"/>
                  </a:lnTo>
                  <a:lnTo>
                    <a:pt x="5130861" y="1485289"/>
                  </a:lnTo>
                  <a:lnTo>
                    <a:pt x="5131487" y="1485530"/>
                  </a:lnTo>
                  <a:lnTo>
                    <a:pt x="5132114" y="1485817"/>
                  </a:lnTo>
                  <a:lnTo>
                    <a:pt x="5132740" y="1486152"/>
                  </a:lnTo>
                  <a:lnTo>
                    <a:pt x="5133367" y="1486522"/>
                  </a:lnTo>
                  <a:lnTo>
                    <a:pt x="5133993" y="1486931"/>
                  </a:lnTo>
                  <a:lnTo>
                    <a:pt x="5134620" y="1487385"/>
                  </a:lnTo>
                  <a:lnTo>
                    <a:pt x="5135246" y="1487896"/>
                  </a:lnTo>
                  <a:lnTo>
                    <a:pt x="5135873" y="1488467"/>
                  </a:lnTo>
                  <a:lnTo>
                    <a:pt x="5136500" y="1489107"/>
                  </a:lnTo>
                  <a:lnTo>
                    <a:pt x="5137126" y="1489839"/>
                  </a:lnTo>
                  <a:lnTo>
                    <a:pt x="5137753" y="1490646"/>
                  </a:lnTo>
                  <a:lnTo>
                    <a:pt x="5138379" y="1491539"/>
                  </a:lnTo>
                  <a:lnTo>
                    <a:pt x="5139006" y="1492497"/>
                  </a:lnTo>
                  <a:lnTo>
                    <a:pt x="5139632" y="1493493"/>
                  </a:lnTo>
                  <a:lnTo>
                    <a:pt x="5140259" y="1494508"/>
                  </a:lnTo>
                  <a:lnTo>
                    <a:pt x="5140885" y="1495535"/>
                  </a:lnTo>
                  <a:lnTo>
                    <a:pt x="5141512" y="1496601"/>
                  </a:lnTo>
                  <a:lnTo>
                    <a:pt x="5142139" y="1497707"/>
                  </a:lnTo>
                  <a:lnTo>
                    <a:pt x="5142765" y="1498854"/>
                  </a:lnTo>
                  <a:lnTo>
                    <a:pt x="5143392" y="1500034"/>
                  </a:lnTo>
                  <a:lnTo>
                    <a:pt x="5144018" y="1501221"/>
                  </a:lnTo>
                  <a:lnTo>
                    <a:pt x="5144645" y="1502417"/>
                  </a:lnTo>
                  <a:lnTo>
                    <a:pt x="5145271" y="1503644"/>
                  </a:lnTo>
                  <a:lnTo>
                    <a:pt x="5145898" y="1504872"/>
                  </a:lnTo>
                  <a:lnTo>
                    <a:pt x="5146524" y="1506072"/>
                  </a:lnTo>
                  <a:lnTo>
                    <a:pt x="5147151" y="1507271"/>
                  </a:lnTo>
                  <a:lnTo>
                    <a:pt x="5147778" y="1508447"/>
                  </a:lnTo>
                  <a:lnTo>
                    <a:pt x="5148404" y="1509573"/>
                  </a:lnTo>
                  <a:lnTo>
                    <a:pt x="5149031" y="1510644"/>
                  </a:lnTo>
                  <a:lnTo>
                    <a:pt x="5149657" y="1511638"/>
                  </a:lnTo>
                  <a:lnTo>
                    <a:pt x="5150284" y="1512568"/>
                  </a:lnTo>
                  <a:lnTo>
                    <a:pt x="5150910" y="1513440"/>
                  </a:lnTo>
                  <a:lnTo>
                    <a:pt x="5151537" y="1514247"/>
                  </a:lnTo>
                  <a:lnTo>
                    <a:pt x="5152163" y="1514984"/>
                  </a:lnTo>
                  <a:lnTo>
                    <a:pt x="5152790" y="1515647"/>
                  </a:lnTo>
                  <a:lnTo>
                    <a:pt x="5153417" y="1516260"/>
                  </a:lnTo>
                  <a:lnTo>
                    <a:pt x="5154043" y="1516795"/>
                  </a:lnTo>
                  <a:lnTo>
                    <a:pt x="5154670" y="1517200"/>
                  </a:lnTo>
                  <a:lnTo>
                    <a:pt x="5155296" y="1517495"/>
                  </a:lnTo>
                  <a:lnTo>
                    <a:pt x="5155923" y="1517680"/>
                  </a:lnTo>
                  <a:lnTo>
                    <a:pt x="5156549" y="1517760"/>
                  </a:lnTo>
                  <a:lnTo>
                    <a:pt x="5157176" y="1517757"/>
                  </a:lnTo>
                  <a:lnTo>
                    <a:pt x="5157802" y="1517668"/>
                  </a:lnTo>
                  <a:lnTo>
                    <a:pt x="5158429" y="1517490"/>
                  </a:lnTo>
                  <a:lnTo>
                    <a:pt x="5159056" y="1517234"/>
                  </a:lnTo>
                  <a:lnTo>
                    <a:pt x="5159682" y="1516906"/>
                  </a:lnTo>
                  <a:lnTo>
                    <a:pt x="5160309" y="1516515"/>
                  </a:lnTo>
                  <a:lnTo>
                    <a:pt x="5160935" y="1516114"/>
                  </a:lnTo>
                  <a:lnTo>
                    <a:pt x="5161562" y="1515705"/>
                  </a:lnTo>
                  <a:lnTo>
                    <a:pt x="5162188" y="1515297"/>
                  </a:lnTo>
                  <a:lnTo>
                    <a:pt x="5162815" y="1514868"/>
                  </a:lnTo>
                  <a:lnTo>
                    <a:pt x="5163441" y="1514448"/>
                  </a:lnTo>
                  <a:lnTo>
                    <a:pt x="5164068" y="1514091"/>
                  </a:lnTo>
                  <a:lnTo>
                    <a:pt x="5164695" y="1513802"/>
                  </a:lnTo>
                  <a:lnTo>
                    <a:pt x="5165321" y="1513606"/>
                  </a:lnTo>
                  <a:lnTo>
                    <a:pt x="5165948" y="1513477"/>
                  </a:lnTo>
                  <a:lnTo>
                    <a:pt x="5166574" y="1513411"/>
                  </a:lnTo>
                  <a:lnTo>
                    <a:pt x="5167201" y="1513438"/>
                  </a:lnTo>
                  <a:lnTo>
                    <a:pt x="5167827" y="1513556"/>
                  </a:lnTo>
                  <a:lnTo>
                    <a:pt x="5168454" y="1513756"/>
                  </a:lnTo>
                  <a:lnTo>
                    <a:pt x="5169080" y="1514018"/>
                  </a:lnTo>
                  <a:lnTo>
                    <a:pt x="5169707" y="1514354"/>
                  </a:lnTo>
                  <a:lnTo>
                    <a:pt x="5170334" y="1514704"/>
                  </a:lnTo>
                  <a:lnTo>
                    <a:pt x="5170960" y="1515059"/>
                  </a:lnTo>
                  <a:lnTo>
                    <a:pt x="5171587" y="1515409"/>
                  </a:lnTo>
                  <a:lnTo>
                    <a:pt x="5172213" y="1515755"/>
                  </a:lnTo>
                  <a:lnTo>
                    <a:pt x="5172840" y="1516077"/>
                  </a:lnTo>
                  <a:lnTo>
                    <a:pt x="5173466" y="1516335"/>
                  </a:lnTo>
                  <a:lnTo>
                    <a:pt x="5174093" y="1516505"/>
                  </a:lnTo>
                  <a:lnTo>
                    <a:pt x="5174719" y="1516577"/>
                  </a:lnTo>
                  <a:lnTo>
                    <a:pt x="5175346" y="1516562"/>
                  </a:lnTo>
                  <a:lnTo>
                    <a:pt x="5175973" y="1516451"/>
                  </a:lnTo>
                  <a:lnTo>
                    <a:pt x="5176599" y="1516217"/>
                  </a:lnTo>
                  <a:lnTo>
                    <a:pt x="5177226" y="1515828"/>
                  </a:lnTo>
                  <a:lnTo>
                    <a:pt x="5177852" y="1515275"/>
                  </a:lnTo>
                  <a:lnTo>
                    <a:pt x="5178479" y="1514557"/>
                  </a:lnTo>
                  <a:lnTo>
                    <a:pt x="5179105" y="1513646"/>
                  </a:lnTo>
                  <a:lnTo>
                    <a:pt x="5179732" y="1512581"/>
                  </a:lnTo>
                  <a:lnTo>
                    <a:pt x="5180358" y="1511395"/>
                  </a:lnTo>
                  <a:lnTo>
                    <a:pt x="5180985" y="1510100"/>
                  </a:lnTo>
                  <a:lnTo>
                    <a:pt x="5181612" y="1508708"/>
                  </a:lnTo>
                  <a:lnTo>
                    <a:pt x="5182238" y="1507218"/>
                  </a:lnTo>
                  <a:lnTo>
                    <a:pt x="5182865" y="1505635"/>
                  </a:lnTo>
                  <a:lnTo>
                    <a:pt x="5183491" y="1503970"/>
                  </a:lnTo>
                  <a:lnTo>
                    <a:pt x="5184118" y="1502252"/>
                  </a:lnTo>
                  <a:lnTo>
                    <a:pt x="5184744" y="1500489"/>
                  </a:lnTo>
                  <a:lnTo>
                    <a:pt x="5185371" y="1498692"/>
                  </a:lnTo>
                  <a:lnTo>
                    <a:pt x="5185997" y="1496913"/>
                  </a:lnTo>
                  <a:lnTo>
                    <a:pt x="5186624" y="1495219"/>
                  </a:lnTo>
                  <a:lnTo>
                    <a:pt x="5187251" y="1493617"/>
                  </a:lnTo>
                  <a:lnTo>
                    <a:pt x="5187877" y="1492114"/>
                  </a:lnTo>
                  <a:lnTo>
                    <a:pt x="5188504" y="1490709"/>
                  </a:lnTo>
                  <a:lnTo>
                    <a:pt x="5189130" y="1489356"/>
                  </a:lnTo>
                  <a:lnTo>
                    <a:pt x="5189757" y="1488057"/>
                  </a:lnTo>
                  <a:lnTo>
                    <a:pt x="5190383" y="1486812"/>
                  </a:lnTo>
                  <a:lnTo>
                    <a:pt x="5191010" y="1485631"/>
                  </a:lnTo>
                  <a:lnTo>
                    <a:pt x="5191636" y="1484511"/>
                  </a:lnTo>
                  <a:lnTo>
                    <a:pt x="5192263" y="1483437"/>
                  </a:lnTo>
                  <a:lnTo>
                    <a:pt x="5192890" y="1482379"/>
                  </a:lnTo>
                  <a:lnTo>
                    <a:pt x="5193516" y="1481320"/>
                  </a:lnTo>
                  <a:lnTo>
                    <a:pt x="5194143" y="1480249"/>
                  </a:lnTo>
                  <a:lnTo>
                    <a:pt x="5194769" y="1479199"/>
                  </a:lnTo>
                  <a:lnTo>
                    <a:pt x="5195396" y="1478172"/>
                  </a:lnTo>
                  <a:lnTo>
                    <a:pt x="5196022" y="1477136"/>
                  </a:lnTo>
                  <a:lnTo>
                    <a:pt x="5196649" y="1476121"/>
                  </a:lnTo>
                  <a:lnTo>
                    <a:pt x="5197275" y="1475125"/>
                  </a:lnTo>
                  <a:lnTo>
                    <a:pt x="5197902" y="1474170"/>
                  </a:lnTo>
                  <a:lnTo>
                    <a:pt x="5198529" y="1473278"/>
                  </a:lnTo>
                  <a:lnTo>
                    <a:pt x="5199155" y="1472414"/>
                  </a:lnTo>
                  <a:lnTo>
                    <a:pt x="5199782" y="1471567"/>
                  </a:lnTo>
                  <a:lnTo>
                    <a:pt x="5200408" y="1470777"/>
                  </a:lnTo>
                  <a:lnTo>
                    <a:pt x="5201035" y="1470045"/>
                  </a:lnTo>
                  <a:lnTo>
                    <a:pt x="5201661" y="1469392"/>
                  </a:lnTo>
                  <a:lnTo>
                    <a:pt x="5202288" y="1468873"/>
                  </a:lnTo>
                  <a:lnTo>
                    <a:pt x="5202914" y="1468456"/>
                  </a:lnTo>
                  <a:lnTo>
                    <a:pt x="5203541" y="1468138"/>
                  </a:lnTo>
                  <a:lnTo>
                    <a:pt x="5204168" y="1467881"/>
                  </a:lnTo>
                  <a:lnTo>
                    <a:pt x="5204794" y="1467634"/>
                  </a:lnTo>
                  <a:lnTo>
                    <a:pt x="5205421" y="1467403"/>
                  </a:lnTo>
                  <a:lnTo>
                    <a:pt x="5206047" y="1467186"/>
                  </a:lnTo>
                  <a:lnTo>
                    <a:pt x="5206674" y="1466984"/>
                  </a:lnTo>
                  <a:lnTo>
                    <a:pt x="5207300" y="1466794"/>
                  </a:lnTo>
                  <a:lnTo>
                    <a:pt x="5207927" y="1466621"/>
                  </a:lnTo>
                  <a:lnTo>
                    <a:pt x="5208553" y="1466485"/>
                  </a:lnTo>
                  <a:lnTo>
                    <a:pt x="5209180" y="1466384"/>
                  </a:lnTo>
                  <a:lnTo>
                    <a:pt x="5209807" y="1466303"/>
                  </a:lnTo>
                  <a:lnTo>
                    <a:pt x="5210433" y="1466260"/>
                  </a:lnTo>
                  <a:lnTo>
                    <a:pt x="5211060" y="1466272"/>
                  </a:lnTo>
                  <a:lnTo>
                    <a:pt x="5211686" y="1466323"/>
                  </a:lnTo>
                  <a:lnTo>
                    <a:pt x="5212313" y="1466447"/>
                  </a:lnTo>
                  <a:lnTo>
                    <a:pt x="5212939" y="1466645"/>
                  </a:lnTo>
                  <a:lnTo>
                    <a:pt x="5213566" y="1466969"/>
                  </a:lnTo>
                  <a:lnTo>
                    <a:pt x="5214192" y="1467443"/>
                  </a:lnTo>
                  <a:lnTo>
                    <a:pt x="5214819" y="1468068"/>
                  </a:lnTo>
                  <a:lnTo>
                    <a:pt x="5215446" y="1468832"/>
                  </a:lnTo>
                  <a:lnTo>
                    <a:pt x="5216072" y="1469727"/>
                  </a:lnTo>
                  <a:lnTo>
                    <a:pt x="5216699" y="1470729"/>
                  </a:lnTo>
                  <a:lnTo>
                    <a:pt x="5217325" y="1471844"/>
                  </a:lnTo>
                  <a:lnTo>
                    <a:pt x="5217952" y="1473059"/>
                  </a:lnTo>
                  <a:lnTo>
                    <a:pt x="5218578" y="1474363"/>
                  </a:lnTo>
                  <a:lnTo>
                    <a:pt x="5219205" y="1475733"/>
                  </a:lnTo>
                  <a:lnTo>
                    <a:pt x="5219831" y="1477151"/>
                  </a:lnTo>
                  <a:lnTo>
                    <a:pt x="5220458" y="1478625"/>
                  </a:lnTo>
                  <a:lnTo>
                    <a:pt x="5221085" y="1480185"/>
                  </a:lnTo>
                  <a:lnTo>
                    <a:pt x="5221711" y="1481831"/>
                  </a:lnTo>
                  <a:lnTo>
                    <a:pt x="5222338" y="1483549"/>
                  </a:lnTo>
                  <a:lnTo>
                    <a:pt x="5222964" y="1485317"/>
                  </a:lnTo>
                  <a:lnTo>
                    <a:pt x="5223591" y="1487123"/>
                  </a:lnTo>
                  <a:lnTo>
                    <a:pt x="5224217" y="1488965"/>
                  </a:lnTo>
                  <a:lnTo>
                    <a:pt x="5224844" y="1490837"/>
                  </a:lnTo>
                  <a:lnTo>
                    <a:pt x="5225470" y="1492737"/>
                  </a:lnTo>
                  <a:lnTo>
                    <a:pt x="5226097" y="1494651"/>
                  </a:lnTo>
                  <a:lnTo>
                    <a:pt x="5226724" y="1496527"/>
                  </a:lnTo>
                  <a:lnTo>
                    <a:pt x="5227350" y="1498347"/>
                  </a:lnTo>
                  <a:lnTo>
                    <a:pt x="5227977" y="1500144"/>
                  </a:lnTo>
                  <a:lnTo>
                    <a:pt x="5228603" y="1501933"/>
                  </a:lnTo>
                  <a:lnTo>
                    <a:pt x="5229230" y="1503727"/>
                  </a:lnTo>
                  <a:lnTo>
                    <a:pt x="5229856" y="1505497"/>
                  </a:lnTo>
                  <a:lnTo>
                    <a:pt x="5230483" y="1507213"/>
                  </a:lnTo>
                  <a:lnTo>
                    <a:pt x="5231109" y="1508879"/>
                  </a:lnTo>
                  <a:lnTo>
                    <a:pt x="5231736" y="1510493"/>
                  </a:lnTo>
                  <a:lnTo>
                    <a:pt x="5232362" y="1512009"/>
                  </a:lnTo>
                  <a:lnTo>
                    <a:pt x="5232989" y="1513442"/>
                  </a:lnTo>
                  <a:lnTo>
                    <a:pt x="5233616" y="1514802"/>
                  </a:lnTo>
                  <a:lnTo>
                    <a:pt x="5234242" y="1516087"/>
                  </a:lnTo>
                  <a:lnTo>
                    <a:pt x="5234869" y="1517334"/>
                  </a:lnTo>
                  <a:lnTo>
                    <a:pt x="5235495" y="1518566"/>
                  </a:lnTo>
                  <a:lnTo>
                    <a:pt x="5236122" y="1519818"/>
                  </a:lnTo>
                  <a:lnTo>
                    <a:pt x="5236748" y="1521149"/>
                  </a:lnTo>
                  <a:lnTo>
                    <a:pt x="5237375" y="1522535"/>
                  </a:lnTo>
                  <a:lnTo>
                    <a:pt x="5238001" y="1523974"/>
                  </a:lnTo>
                  <a:lnTo>
                    <a:pt x="5238628" y="1525465"/>
                  </a:lnTo>
                  <a:lnTo>
                    <a:pt x="5239255" y="1527013"/>
                  </a:lnTo>
                  <a:lnTo>
                    <a:pt x="5239881" y="1528616"/>
                  </a:lnTo>
                  <a:lnTo>
                    <a:pt x="5240508" y="1530293"/>
                  </a:lnTo>
                  <a:lnTo>
                    <a:pt x="5241134" y="1532060"/>
                  </a:lnTo>
                  <a:lnTo>
                    <a:pt x="5241761" y="1533977"/>
                  </a:lnTo>
                  <a:lnTo>
                    <a:pt x="5242387" y="1536021"/>
                  </a:lnTo>
                  <a:lnTo>
                    <a:pt x="5243014" y="1538176"/>
                  </a:lnTo>
                  <a:lnTo>
                    <a:pt x="5243640" y="1540443"/>
                  </a:lnTo>
                  <a:lnTo>
                    <a:pt x="5244267" y="1542800"/>
                  </a:lnTo>
                  <a:lnTo>
                    <a:pt x="5244894" y="1545245"/>
                  </a:lnTo>
                  <a:lnTo>
                    <a:pt x="5245520" y="1547750"/>
                  </a:lnTo>
                  <a:lnTo>
                    <a:pt x="5246147" y="1550270"/>
                  </a:lnTo>
                  <a:lnTo>
                    <a:pt x="5246773" y="1552802"/>
                  </a:lnTo>
                  <a:lnTo>
                    <a:pt x="5247400" y="1555345"/>
                  </a:lnTo>
                  <a:lnTo>
                    <a:pt x="5248026" y="1557878"/>
                  </a:lnTo>
                  <a:lnTo>
                    <a:pt x="5248653" y="1560390"/>
                  </a:lnTo>
                  <a:lnTo>
                    <a:pt x="5249279" y="1562869"/>
                  </a:lnTo>
                  <a:lnTo>
                    <a:pt x="5249906" y="1565288"/>
                  </a:lnTo>
                  <a:lnTo>
                    <a:pt x="5250533" y="1567631"/>
                  </a:lnTo>
                  <a:lnTo>
                    <a:pt x="5251159" y="1569895"/>
                  </a:lnTo>
                  <a:lnTo>
                    <a:pt x="5251786" y="1572112"/>
                  </a:lnTo>
                  <a:lnTo>
                    <a:pt x="5252412" y="1574268"/>
                  </a:lnTo>
                  <a:lnTo>
                    <a:pt x="5253039" y="1576356"/>
                  </a:lnTo>
                  <a:lnTo>
                    <a:pt x="5253665" y="1578356"/>
                  </a:lnTo>
                  <a:lnTo>
                    <a:pt x="5254292" y="1580284"/>
                  </a:lnTo>
                  <a:lnTo>
                    <a:pt x="5254918" y="1582151"/>
                  </a:lnTo>
                  <a:lnTo>
                    <a:pt x="5255545" y="1583971"/>
                  </a:lnTo>
                  <a:lnTo>
                    <a:pt x="5256172" y="1585757"/>
                  </a:lnTo>
                  <a:lnTo>
                    <a:pt x="5256798" y="1587509"/>
                  </a:lnTo>
                  <a:lnTo>
                    <a:pt x="5257425" y="1589235"/>
                  </a:lnTo>
                  <a:lnTo>
                    <a:pt x="5258051" y="1590964"/>
                  </a:lnTo>
                  <a:lnTo>
                    <a:pt x="5258678" y="1592713"/>
                  </a:lnTo>
                  <a:lnTo>
                    <a:pt x="5259304" y="1594471"/>
                  </a:lnTo>
                  <a:lnTo>
                    <a:pt x="5259931" y="1596199"/>
                  </a:lnTo>
                  <a:lnTo>
                    <a:pt x="5260557" y="1597864"/>
                  </a:lnTo>
                  <a:lnTo>
                    <a:pt x="5261184" y="1599432"/>
                  </a:lnTo>
                  <a:lnTo>
                    <a:pt x="5261811" y="1600927"/>
                  </a:lnTo>
                  <a:lnTo>
                    <a:pt x="5262437" y="1602366"/>
                  </a:lnTo>
                  <a:lnTo>
                    <a:pt x="5263064" y="1603710"/>
                  </a:lnTo>
                  <a:lnTo>
                    <a:pt x="5263690" y="1604957"/>
                  </a:lnTo>
                  <a:lnTo>
                    <a:pt x="5264317" y="1606108"/>
                  </a:lnTo>
                  <a:lnTo>
                    <a:pt x="5264943" y="1607140"/>
                  </a:lnTo>
                  <a:lnTo>
                    <a:pt x="5265570" y="1608042"/>
                  </a:lnTo>
                  <a:lnTo>
                    <a:pt x="5266196" y="1608814"/>
                  </a:lnTo>
                  <a:lnTo>
                    <a:pt x="5266823" y="1609466"/>
                  </a:lnTo>
                  <a:lnTo>
                    <a:pt x="5267450" y="1610018"/>
                  </a:lnTo>
                  <a:lnTo>
                    <a:pt x="5268076" y="1610445"/>
                  </a:lnTo>
                  <a:lnTo>
                    <a:pt x="5268703" y="1610756"/>
                  </a:lnTo>
                  <a:lnTo>
                    <a:pt x="5269329" y="1610986"/>
                  </a:lnTo>
                  <a:lnTo>
                    <a:pt x="5269956" y="1611162"/>
                  </a:lnTo>
                  <a:lnTo>
                    <a:pt x="5270582" y="1611281"/>
                  </a:lnTo>
                  <a:lnTo>
                    <a:pt x="5271209" y="1611342"/>
                  </a:lnTo>
                  <a:lnTo>
                    <a:pt x="5271835" y="1611347"/>
                  </a:lnTo>
                  <a:lnTo>
                    <a:pt x="5272462" y="1611308"/>
                  </a:lnTo>
                  <a:lnTo>
                    <a:pt x="5273089" y="1611231"/>
                  </a:lnTo>
                  <a:lnTo>
                    <a:pt x="5273715" y="1611094"/>
                  </a:lnTo>
                  <a:lnTo>
                    <a:pt x="5274342" y="1610923"/>
                  </a:lnTo>
                  <a:lnTo>
                    <a:pt x="5274968" y="1610735"/>
                  </a:lnTo>
                  <a:lnTo>
                    <a:pt x="5275595" y="1610523"/>
                  </a:lnTo>
                  <a:lnTo>
                    <a:pt x="5276221" y="1610253"/>
                  </a:lnTo>
                  <a:lnTo>
                    <a:pt x="5276848" y="1609903"/>
                  </a:lnTo>
                  <a:lnTo>
                    <a:pt x="5277474" y="1609502"/>
                  </a:lnTo>
                  <a:lnTo>
                    <a:pt x="5278101" y="1609073"/>
                  </a:lnTo>
                  <a:lnTo>
                    <a:pt x="5278728" y="1608610"/>
                  </a:lnTo>
                  <a:lnTo>
                    <a:pt x="5279354" y="1608101"/>
                  </a:lnTo>
                  <a:lnTo>
                    <a:pt x="5279981" y="1607556"/>
                  </a:lnTo>
                  <a:lnTo>
                    <a:pt x="5280607" y="1606983"/>
                  </a:lnTo>
                  <a:lnTo>
                    <a:pt x="5281234" y="1606384"/>
                  </a:lnTo>
                  <a:lnTo>
                    <a:pt x="5281860" y="1605771"/>
                  </a:lnTo>
                  <a:lnTo>
                    <a:pt x="5282487" y="1605151"/>
                  </a:lnTo>
                  <a:lnTo>
                    <a:pt x="5283113" y="1604533"/>
                  </a:lnTo>
                  <a:lnTo>
                    <a:pt x="5283740" y="1603895"/>
                  </a:lnTo>
                  <a:lnTo>
                    <a:pt x="5284367" y="1603221"/>
                  </a:lnTo>
                  <a:lnTo>
                    <a:pt x="5284993" y="1602511"/>
                  </a:lnTo>
                  <a:lnTo>
                    <a:pt x="5285620" y="1601777"/>
                  </a:lnTo>
                  <a:lnTo>
                    <a:pt x="5286246" y="1601028"/>
                  </a:lnTo>
                  <a:lnTo>
                    <a:pt x="5286873" y="1600266"/>
                  </a:lnTo>
                  <a:lnTo>
                    <a:pt x="5287499" y="1599484"/>
                  </a:lnTo>
                  <a:lnTo>
                    <a:pt x="5288126" y="1598693"/>
                  </a:lnTo>
                  <a:lnTo>
                    <a:pt x="5288752" y="1597925"/>
                  </a:lnTo>
                  <a:lnTo>
                    <a:pt x="5289379" y="1597199"/>
                  </a:lnTo>
                  <a:lnTo>
                    <a:pt x="5290006" y="1596515"/>
                  </a:lnTo>
                  <a:lnTo>
                    <a:pt x="5290632" y="1595866"/>
                  </a:lnTo>
                  <a:lnTo>
                    <a:pt x="5291259" y="1595246"/>
                  </a:lnTo>
                  <a:lnTo>
                    <a:pt x="5291885" y="1594658"/>
                  </a:lnTo>
                  <a:lnTo>
                    <a:pt x="5292512" y="1594096"/>
                  </a:lnTo>
                  <a:lnTo>
                    <a:pt x="5293138" y="1593575"/>
                  </a:lnTo>
                  <a:lnTo>
                    <a:pt x="5293765" y="1593074"/>
                  </a:lnTo>
                  <a:lnTo>
                    <a:pt x="5294391" y="1592605"/>
                  </a:lnTo>
                  <a:lnTo>
                    <a:pt x="5295018" y="1592224"/>
                  </a:lnTo>
                  <a:lnTo>
                    <a:pt x="5295645" y="1591939"/>
                  </a:lnTo>
                  <a:lnTo>
                    <a:pt x="5296271" y="1591740"/>
                  </a:lnTo>
                  <a:lnTo>
                    <a:pt x="5296898" y="1591636"/>
                  </a:lnTo>
                  <a:lnTo>
                    <a:pt x="5297524" y="1591616"/>
                  </a:lnTo>
                  <a:lnTo>
                    <a:pt x="5298151" y="1591666"/>
                  </a:lnTo>
                  <a:lnTo>
                    <a:pt x="5298777" y="1591771"/>
                  </a:lnTo>
                  <a:lnTo>
                    <a:pt x="5299404" y="1591901"/>
                  </a:lnTo>
                  <a:lnTo>
                    <a:pt x="5300030" y="1592085"/>
                  </a:lnTo>
                  <a:lnTo>
                    <a:pt x="5300657" y="1592317"/>
                  </a:lnTo>
                  <a:lnTo>
                    <a:pt x="5301284" y="1592573"/>
                  </a:lnTo>
                  <a:lnTo>
                    <a:pt x="5301910" y="1592833"/>
                  </a:lnTo>
                  <a:lnTo>
                    <a:pt x="5302537" y="1593109"/>
                  </a:lnTo>
                  <a:lnTo>
                    <a:pt x="5303163" y="1593421"/>
                  </a:lnTo>
                  <a:lnTo>
                    <a:pt x="5303790" y="1593773"/>
                  </a:lnTo>
                  <a:lnTo>
                    <a:pt x="5304416" y="1594115"/>
                  </a:lnTo>
                  <a:lnTo>
                    <a:pt x="5305043" y="1594429"/>
                  </a:lnTo>
                  <a:lnTo>
                    <a:pt x="5305669" y="1594707"/>
                  </a:lnTo>
                  <a:lnTo>
                    <a:pt x="5306296" y="1594902"/>
                  </a:lnTo>
                  <a:lnTo>
                    <a:pt x="5306923" y="1595003"/>
                  </a:lnTo>
                  <a:lnTo>
                    <a:pt x="5307549" y="1595011"/>
                  </a:lnTo>
                  <a:lnTo>
                    <a:pt x="5308176" y="1594941"/>
                  </a:lnTo>
                  <a:lnTo>
                    <a:pt x="5308802" y="1594816"/>
                  </a:lnTo>
                  <a:lnTo>
                    <a:pt x="5309429" y="1594607"/>
                  </a:lnTo>
                  <a:lnTo>
                    <a:pt x="5310055" y="1594307"/>
                  </a:lnTo>
                  <a:lnTo>
                    <a:pt x="5310682" y="1593948"/>
                  </a:lnTo>
                  <a:lnTo>
                    <a:pt x="5311308" y="1593531"/>
                  </a:lnTo>
                  <a:lnTo>
                    <a:pt x="5311935" y="1593055"/>
                  </a:lnTo>
                  <a:lnTo>
                    <a:pt x="5312562" y="1592502"/>
                  </a:lnTo>
                  <a:lnTo>
                    <a:pt x="5313188" y="1591858"/>
                  </a:lnTo>
                  <a:lnTo>
                    <a:pt x="5313815" y="1591118"/>
                  </a:lnTo>
                  <a:lnTo>
                    <a:pt x="5314441" y="1590283"/>
                  </a:lnTo>
                  <a:lnTo>
                    <a:pt x="5315068" y="1589358"/>
                  </a:lnTo>
                  <a:lnTo>
                    <a:pt x="5315694" y="1588378"/>
                  </a:lnTo>
                  <a:lnTo>
                    <a:pt x="5316321" y="1587357"/>
                  </a:lnTo>
                  <a:lnTo>
                    <a:pt x="5316947" y="1586292"/>
                  </a:lnTo>
                  <a:lnTo>
                    <a:pt x="5317574" y="1585188"/>
                  </a:lnTo>
                  <a:lnTo>
                    <a:pt x="5318201" y="1584041"/>
                  </a:lnTo>
                  <a:lnTo>
                    <a:pt x="5318827" y="1582844"/>
                  </a:lnTo>
                  <a:lnTo>
                    <a:pt x="5319454" y="1581598"/>
                  </a:lnTo>
                  <a:lnTo>
                    <a:pt x="5320080" y="1580286"/>
                  </a:lnTo>
                  <a:lnTo>
                    <a:pt x="5320707" y="1578885"/>
                  </a:lnTo>
                  <a:lnTo>
                    <a:pt x="5321333" y="1577385"/>
                  </a:lnTo>
                  <a:lnTo>
                    <a:pt x="5321960" y="1575817"/>
                  </a:lnTo>
                  <a:lnTo>
                    <a:pt x="5322586" y="1574246"/>
                  </a:lnTo>
                  <a:lnTo>
                    <a:pt x="5323213" y="1572705"/>
                  </a:lnTo>
                  <a:lnTo>
                    <a:pt x="5323840" y="1571211"/>
                  </a:lnTo>
                  <a:lnTo>
                    <a:pt x="5324466" y="1569776"/>
                  </a:lnTo>
                  <a:lnTo>
                    <a:pt x="5325093" y="1568407"/>
                  </a:lnTo>
                  <a:lnTo>
                    <a:pt x="5325719" y="1567144"/>
                  </a:lnTo>
                  <a:lnTo>
                    <a:pt x="5326346" y="1565988"/>
                  </a:lnTo>
                  <a:lnTo>
                    <a:pt x="5326972" y="1564909"/>
                  </a:lnTo>
                  <a:lnTo>
                    <a:pt x="5327599" y="1563920"/>
                  </a:lnTo>
                  <a:lnTo>
                    <a:pt x="5328225" y="1563015"/>
                  </a:lnTo>
                  <a:lnTo>
                    <a:pt x="5328852" y="1562181"/>
                  </a:lnTo>
                  <a:lnTo>
                    <a:pt x="5329479" y="1561409"/>
                  </a:lnTo>
                  <a:lnTo>
                    <a:pt x="5330105" y="1560710"/>
                  </a:lnTo>
                  <a:lnTo>
                    <a:pt x="5330732" y="1560065"/>
                  </a:lnTo>
                  <a:lnTo>
                    <a:pt x="5331358" y="1559479"/>
                  </a:lnTo>
                  <a:lnTo>
                    <a:pt x="5331985" y="1558925"/>
                  </a:lnTo>
                  <a:lnTo>
                    <a:pt x="5332611" y="1558361"/>
                  </a:lnTo>
                  <a:lnTo>
                    <a:pt x="5333238" y="1557813"/>
                  </a:lnTo>
                  <a:lnTo>
                    <a:pt x="5333864" y="1557274"/>
                  </a:lnTo>
                  <a:lnTo>
                    <a:pt x="5334491" y="1556718"/>
                  </a:lnTo>
                  <a:lnTo>
                    <a:pt x="5335118" y="1556090"/>
                  </a:lnTo>
                  <a:lnTo>
                    <a:pt x="5335744" y="1555378"/>
                  </a:lnTo>
                  <a:lnTo>
                    <a:pt x="5336371" y="1554610"/>
                  </a:lnTo>
                  <a:lnTo>
                    <a:pt x="5336997" y="1553785"/>
                  </a:lnTo>
                  <a:lnTo>
                    <a:pt x="5337624" y="1552868"/>
                  </a:lnTo>
                  <a:lnTo>
                    <a:pt x="5338250" y="1551889"/>
                  </a:lnTo>
                  <a:lnTo>
                    <a:pt x="5338877" y="1550841"/>
                  </a:lnTo>
                  <a:lnTo>
                    <a:pt x="5339503" y="1549728"/>
                  </a:lnTo>
                  <a:lnTo>
                    <a:pt x="5340130" y="1548541"/>
                  </a:lnTo>
                  <a:lnTo>
                    <a:pt x="5340757" y="1547277"/>
                  </a:lnTo>
                  <a:lnTo>
                    <a:pt x="5341383" y="1545937"/>
                  </a:lnTo>
                  <a:lnTo>
                    <a:pt x="5342010" y="1544572"/>
                  </a:lnTo>
                  <a:lnTo>
                    <a:pt x="5342636" y="1543189"/>
                  </a:lnTo>
                  <a:lnTo>
                    <a:pt x="5343263" y="1541813"/>
                  </a:lnTo>
                  <a:lnTo>
                    <a:pt x="5343889" y="1540484"/>
                  </a:lnTo>
                  <a:lnTo>
                    <a:pt x="5344516" y="1539253"/>
                  </a:lnTo>
                  <a:lnTo>
                    <a:pt x="5345142" y="1538156"/>
                  </a:lnTo>
                  <a:lnTo>
                    <a:pt x="5345769" y="1537180"/>
                  </a:lnTo>
                  <a:lnTo>
                    <a:pt x="5346396" y="1536308"/>
                  </a:lnTo>
                  <a:lnTo>
                    <a:pt x="5347022" y="1535538"/>
                  </a:lnTo>
                  <a:lnTo>
                    <a:pt x="5347649" y="1534829"/>
                  </a:lnTo>
                  <a:lnTo>
                    <a:pt x="5348275" y="1534204"/>
                  </a:lnTo>
                  <a:lnTo>
                    <a:pt x="5348902" y="1533649"/>
                  </a:lnTo>
                  <a:lnTo>
                    <a:pt x="5349528" y="1533145"/>
                  </a:lnTo>
                  <a:lnTo>
                    <a:pt x="5350155" y="1532684"/>
                  </a:lnTo>
                  <a:lnTo>
                    <a:pt x="5350781" y="1532261"/>
                  </a:lnTo>
                  <a:lnTo>
                    <a:pt x="5351408" y="1531860"/>
                  </a:lnTo>
                  <a:lnTo>
                    <a:pt x="5352035" y="1531480"/>
                  </a:lnTo>
                  <a:lnTo>
                    <a:pt x="5352661" y="1531115"/>
                  </a:lnTo>
                  <a:lnTo>
                    <a:pt x="5353288" y="1530766"/>
                  </a:lnTo>
                  <a:lnTo>
                    <a:pt x="5353914" y="1530392"/>
                  </a:lnTo>
                  <a:lnTo>
                    <a:pt x="5354541" y="1529930"/>
                  </a:lnTo>
                  <a:lnTo>
                    <a:pt x="5355167" y="1529370"/>
                  </a:lnTo>
                  <a:lnTo>
                    <a:pt x="5355794" y="1528737"/>
                  </a:lnTo>
                  <a:lnTo>
                    <a:pt x="5356420" y="1528055"/>
                  </a:lnTo>
                  <a:lnTo>
                    <a:pt x="5357047" y="1527334"/>
                  </a:lnTo>
                  <a:lnTo>
                    <a:pt x="5357674" y="1526543"/>
                  </a:lnTo>
                  <a:lnTo>
                    <a:pt x="5358300" y="1525683"/>
                  </a:lnTo>
                  <a:lnTo>
                    <a:pt x="5358927" y="1524773"/>
                  </a:lnTo>
                  <a:lnTo>
                    <a:pt x="5359553" y="1523807"/>
                  </a:lnTo>
                  <a:lnTo>
                    <a:pt x="5360180" y="1522818"/>
                  </a:lnTo>
                  <a:lnTo>
                    <a:pt x="5360806" y="1521817"/>
                  </a:lnTo>
                  <a:lnTo>
                    <a:pt x="5361433" y="1520807"/>
                  </a:lnTo>
                  <a:lnTo>
                    <a:pt x="5362059" y="1519786"/>
                  </a:lnTo>
                  <a:lnTo>
                    <a:pt x="5362686" y="1518770"/>
                  </a:lnTo>
                  <a:lnTo>
                    <a:pt x="5363313" y="1517760"/>
                  </a:lnTo>
                  <a:lnTo>
                    <a:pt x="5363939" y="1516805"/>
                  </a:lnTo>
                  <a:lnTo>
                    <a:pt x="5364566" y="1515953"/>
                  </a:lnTo>
                  <a:lnTo>
                    <a:pt x="5365192" y="1515176"/>
                  </a:lnTo>
                  <a:lnTo>
                    <a:pt x="5365819" y="1514463"/>
                  </a:lnTo>
                  <a:lnTo>
                    <a:pt x="5366445" y="1513829"/>
                  </a:lnTo>
                  <a:lnTo>
                    <a:pt x="5367072" y="1513307"/>
                  </a:lnTo>
                  <a:lnTo>
                    <a:pt x="5367698" y="1512909"/>
                  </a:lnTo>
                  <a:lnTo>
                    <a:pt x="5368325" y="1512642"/>
                  </a:lnTo>
                  <a:lnTo>
                    <a:pt x="5368952" y="1512540"/>
                  </a:lnTo>
                  <a:lnTo>
                    <a:pt x="5369578" y="1512642"/>
                  </a:lnTo>
                  <a:lnTo>
                    <a:pt x="5370205" y="1512969"/>
                  </a:lnTo>
                  <a:lnTo>
                    <a:pt x="5370831" y="1513538"/>
                  </a:lnTo>
                  <a:lnTo>
                    <a:pt x="5371458" y="1514363"/>
                  </a:lnTo>
                  <a:lnTo>
                    <a:pt x="5372084" y="1515458"/>
                  </a:lnTo>
                  <a:lnTo>
                    <a:pt x="5372711" y="1516809"/>
                  </a:lnTo>
                  <a:lnTo>
                    <a:pt x="5373337" y="1518389"/>
                  </a:lnTo>
                  <a:lnTo>
                    <a:pt x="5373964" y="1520162"/>
                  </a:lnTo>
                  <a:lnTo>
                    <a:pt x="5374591" y="1522100"/>
                  </a:lnTo>
                  <a:lnTo>
                    <a:pt x="5375217" y="1524195"/>
                  </a:lnTo>
                  <a:lnTo>
                    <a:pt x="5375844" y="1526420"/>
                  </a:lnTo>
                  <a:lnTo>
                    <a:pt x="5376470" y="1528749"/>
                  </a:lnTo>
                  <a:lnTo>
                    <a:pt x="5377097" y="1531161"/>
                  </a:lnTo>
                  <a:lnTo>
                    <a:pt x="5377723" y="1533669"/>
                  </a:lnTo>
                  <a:lnTo>
                    <a:pt x="5378350" y="1536260"/>
                  </a:lnTo>
                  <a:lnTo>
                    <a:pt x="5378976" y="1538934"/>
                  </a:lnTo>
                  <a:lnTo>
                    <a:pt x="5379603" y="1541701"/>
                  </a:lnTo>
                  <a:lnTo>
                    <a:pt x="5380230" y="1544523"/>
                  </a:lnTo>
                  <a:lnTo>
                    <a:pt x="5380856" y="1547406"/>
                  </a:lnTo>
                  <a:lnTo>
                    <a:pt x="5381483" y="1550341"/>
                  </a:lnTo>
                  <a:lnTo>
                    <a:pt x="5382109" y="1553340"/>
                  </a:lnTo>
                  <a:lnTo>
                    <a:pt x="5382736" y="1556410"/>
                  </a:lnTo>
                  <a:lnTo>
                    <a:pt x="5383362" y="1559550"/>
                  </a:lnTo>
                  <a:lnTo>
                    <a:pt x="5383989" y="1562775"/>
                  </a:lnTo>
                  <a:lnTo>
                    <a:pt x="5384615" y="1566054"/>
                  </a:lnTo>
                  <a:lnTo>
                    <a:pt x="5385242" y="1569360"/>
                  </a:lnTo>
                  <a:lnTo>
                    <a:pt x="5385869" y="1572712"/>
                  </a:lnTo>
                  <a:lnTo>
                    <a:pt x="5386495" y="1576105"/>
                  </a:lnTo>
                  <a:lnTo>
                    <a:pt x="5387122" y="1579525"/>
                  </a:lnTo>
                  <a:lnTo>
                    <a:pt x="5387748" y="1582945"/>
                  </a:lnTo>
                  <a:lnTo>
                    <a:pt x="5388375" y="1586341"/>
                  </a:lnTo>
                  <a:lnTo>
                    <a:pt x="5389001" y="1589671"/>
                  </a:lnTo>
                  <a:lnTo>
                    <a:pt x="5389628" y="1592946"/>
                  </a:lnTo>
                  <a:lnTo>
                    <a:pt x="5390254" y="1596141"/>
                  </a:lnTo>
                  <a:lnTo>
                    <a:pt x="5390881" y="1599276"/>
                  </a:lnTo>
                  <a:lnTo>
                    <a:pt x="5391508" y="1602368"/>
                  </a:lnTo>
                  <a:lnTo>
                    <a:pt x="5392134" y="1605418"/>
                  </a:lnTo>
                  <a:lnTo>
                    <a:pt x="5392761" y="1608418"/>
                  </a:lnTo>
                  <a:lnTo>
                    <a:pt x="5393387" y="1611408"/>
                  </a:lnTo>
                  <a:lnTo>
                    <a:pt x="5394014" y="1614368"/>
                  </a:lnTo>
                  <a:lnTo>
                    <a:pt x="5394640" y="1617288"/>
                  </a:lnTo>
                  <a:lnTo>
                    <a:pt x="5395267" y="1620187"/>
                  </a:lnTo>
                  <a:lnTo>
                    <a:pt x="5395893" y="1623036"/>
                  </a:lnTo>
                  <a:lnTo>
                    <a:pt x="5396520" y="1625837"/>
                  </a:lnTo>
                  <a:lnTo>
                    <a:pt x="5397147" y="1628610"/>
                  </a:lnTo>
                  <a:lnTo>
                    <a:pt x="5397773" y="1631393"/>
                  </a:lnTo>
                  <a:lnTo>
                    <a:pt x="5398400" y="1634200"/>
                  </a:lnTo>
                  <a:lnTo>
                    <a:pt x="5399026" y="1637022"/>
                  </a:lnTo>
                  <a:lnTo>
                    <a:pt x="5399653" y="1639874"/>
                  </a:lnTo>
                  <a:lnTo>
                    <a:pt x="5400279" y="1642767"/>
                  </a:lnTo>
                  <a:lnTo>
                    <a:pt x="5400906" y="1645651"/>
                  </a:lnTo>
                  <a:lnTo>
                    <a:pt x="5401532" y="1648516"/>
                  </a:lnTo>
                  <a:lnTo>
                    <a:pt x="5402159" y="1651355"/>
                  </a:lnTo>
                  <a:lnTo>
                    <a:pt x="5402786" y="1654155"/>
                  </a:lnTo>
                  <a:lnTo>
                    <a:pt x="5403412" y="1656934"/>
                  </a:lnTo>
                  <a:lnTo>
                    <a:pt x="5404039" y="1659711"/>
                  </a:lnTo>
                  <a:lnTo>
                    <a:pt x="5404665" y="1662452"/>
                  </a:lnTo>
                  <a:lnTo>
                    <a:pt x="5405292" y="1665116"/>
                  </a:lnTo>
                  <a:lnTo>
                    <a:pt x="5405918" y="1667653"/>
                  </a:lnTo>
                  <a:lnTo>
                    <a:pt x="5406545" y="1670033"/>
                  </a:lnTo>
                  <a:lnTo>
                    <a:pt x="5407171" y="1672231"/>
                  </a:lnTo>
                  <a:lnTo>
                    <a:pt x="5407798" y="1674218"/>
                  </a:lnTo>
                  <a:lnTo>
                    <a:pt x="5408425" y="1676045"/>
                  </a:lnTo>
                  <a:lnTo>
                    <a:pt x="5409051" y="1677725"/>
                  </a:lnTo>
                  <a:lnTo>
                    <a:pt x="5409678" y="1679286"/>
                  </a:lnTo>
                  <a:lnTo>
                    <a:pt x="5410304" y="1680810"/>
                  </a:lnTo>
                  <a:lnTo>
                    <a:pt x="5410931" y="1682297"/>
                  </a:lnTo>
                  <a:lnTo>
                    <a:pt x="5411557" y="1683763"/>
                  </a:lnTo>
                  <a:lnTo>
                    <a:pt x="5412184" y="1685240"/>
                  </a:lnTo>
                  <a:lnTo>
                    <a:pt x="5412810" y="1686745"/>
                  </a:lnTo>
                  <a:lnTo>
                    <a:pt x="5413437" y="1688291"/>
                  </a:lnTo>
                  <a:lnTo>
                    <a:pt x="5414064" y="1689888"/>
                  </a:lnTo>
                  <a:lnTo>
                    <a:pt x="5414690" y="1691570"/>
                  </a:lnTo>
                  <a:lnTo>
                    <a:pt x="5415317" y="1693375"/>
                  </a:lnTo>
                  <a:lnTo>
                    <a:pt x="5415943" y="1695320"/>
                  </a:lnTo>
                  <a:lnTo>
                    <a:pt x="5416570" y="1697435"/>
                  </a:lnTo>
                  <a:lnTo>
                    <a:pt x="5417196" y="1699759"/>
                  </a:lnTo>
                  <a:lnTo>
                    <a:pt x="5417823" y="1702271"/>
                  </a:lnTo>
                  <a:lnTo>
                    <a:pt x="5418449" y="1704973"/>
                  </a:lnTo>
                  <a:lnTo>
                    <a:pt x="5419076" y="1707884"/>
                  </a:lnTo>
                  <a:lnTo>
                    <a:pt x="5419703" y="1710986"/>
                  </a:lnTo>
                  <a:lnTo>
                    <a:pt x="5420329" y="1714291"/>
                  </a:lnTo>
                  <a:lnTo>
                    <a:pt x="5420956" y="1717810"/>
                  </a:lnTo>
                  <a:lnTo>
                    <a:pt x="5421582" y="1721525"/>
                  </a:lnTo>
                  <a:lnTo>
                    <a:pt x="5422209" y="1725442"/>
                  </a:lnTo>
                  <a:lnTo>
                    <a:pt x="5422835" y="1729508"/>
                  </a:lnTo>
                  <a:lnTo>
                    <a:pt x="5423462" y="1733701"/>
                  </a:lnTo>
                  <a:lnTo>
                    <a:pt x="5424088" y="1738012"/>
                  </a:lnTo>
                  <a:lnTo>
                    <a:pt x="5424715" y="1742456"/>
                  </a:lnTo>
                  <a:lnTo>
                    <a:pt x="5425342" y="1746971"/>
                  </a:lnTo>
                  <a:lnTo>
                    <a:pt x="5425968" y="1751598"/>
                  </a:lnTo>
                  <a:lnTo>
                    <a:pt x="5426595" y="1756339"/>
                  </a:lnTo>
                  <a:lnTo>
                    <a:pt x="5427221" y="1761160"/>
                  </a:lnTo>
                  <a:lnTo>
                    <a:pt x="5427848" y="1766065"/>
                  </a:lnTo>
                  <a:lnTo>
                    <a:pt x="5428474" y="1771019"/>
                  </a:lnTo>
                  <a:lnTo>
                    <a:pt x="5429101" y="1776018"/>
                  </a:lnTo>
                  <a:lnTo>
                    <a:pt x="5429727" y="1781040"/>
                  </a:lnTo>
                  <a:lnTo>
                    <a:pt x="5430354" y="1786053"/>
                  </a:lnTo>
                  <a:lnTo>
                    <a:pt x="5430981" y="1791043"/>
                  </a:lnTo>
                  <a:lnTo>
                    <a:pt x="5431607" y="1795995"/>
                  </a:lnTo>
                  <a:lnTo>
                    <a:pt x="5432234" y="1800893"/>
                  </a:lnTo>
                  <a:lnTo>
                    <a:pt x="5432860" y="1805759"/>
                  </a:lnTo>
                  <a:lnTo>
                    <a:pt x="5433487" y="1810594"/>
                  </a:lnTo>
                  <a:lnTo>
                    <a:pt x="5434113" y="1815378"/>
                  </a:lnTo>
                  <a:lnTo>
                    <a:pt x="5434740" y="1820112"/>
                  </a:lnTo>
                  <a:lnTo>
                    <a:pt x="5435366" y="1824784"/>
                  </a:lnTo>
                  <a:lnTo>
                    <a:pt x="5435663" y="1826954"/>
                  </a:lnTo>
                  <a:lnTo>
                    <a:pt x="5501056" y="1826954"/>
                  </a:lnTo>
                  <a:lnTo>
                    <a:pt x="5501155" y="1825622"/>
                  </a:lnTo>
                  <a:lnTo>
                    <a:pt x="5501781" y="1816944"/>
                  </a:lnTo>
                  <a:lnTo>
                    <a:pt x="5502408" y="1808072"/>
                  </a:lnTo>
                  <a:lnTo>
                    <a:pt x="5503034" y="1799080"/>
                  </a:lnTo>
                  <a:lnTo>
                    <a:pt x="5503661" y="1789982"/>
                  </a:lnTo>
                  <a:lnTo>
                    <a:pt x="5504287" y="1780811"/>
                  </a:lnTo>
                  <a:lnTo>
                    <a:pt x="5504914" y="1771608"/>
                  </a:lnTo>
                  <a:lnTo>
                    <a:pt x="5505541" y="1762374"/>
                  </a:lnTo>
                  <a:lnTo>
                    <a:pt x="5506167" y="1753118"/>
                  </a:lnTo>
                  <a:lnTo>
                    <a:pt x="5506794" y="1743843"/>
                  </a:lnTo>
                  <a:lnTo>
                    <a:pt x="5507420" y="1734559"/>
                  </a:lnTo>
                  <a:lnTo>
                    <a:pt x="5508047" y="1725280"/>
                  </a:lnTo>
                  <a:lnTo>
                    <a:pt x="5508673" y="1716066"/>
                  </a:lnTo>
                  <a:lnTo>
                    <a:pt x="5509300" y="1706983"/>
                  </a:lnTo>
                  <a:lnTo>
                    <a:pt x="5509926" y="1698090"/>
                  </a:lnTo>
                  <a:lnTo>
                    <a:pt x="5510553" y="1689370"/>
                  </a:lnTo>
                  <a:lnTo>
                    <a:pt x="5511180" y="1680828"/>
                  </a:lnTo>
                  <a:lnTo>
                    <a:pt x="5511806" y="1672484"/>
                  </a:lnTo>
                  <a:lnTo>
                    <a:pt x="5512433" y="1664316"/>
                  </a:lnTo>
                  <a:lnTo>
                    <a:pt x="5513059" y="1656361"/>
                  </a:lnTo>
                  <a:lnTo>
                    <a:pt x="5513686" y="1648636"/>
                  </a:lnTo>
                  <a:lnTo>
                    <a:pt x="5514312" y="1641146"/>
                  </a:lnTo>
                  <a:lnTo>
                    <a:pt x="5514939" y="1633904"/>
                  </a:lnTo>
                  <a:lnTo>
                    <a:pt x="5515565" y="1626910"/>
                  </a:lnTo>
                  <a:lnTo>
                    <a:pt x="5516192" y="1620152"/>
                  </a:lnTo>
                  <a:lnTo>
                    <a:pt x="5516819" y="1613633"/>
                  </a:lnTo>
                  <a:lnTo>
                    <a:pt x="5517445" y="1607359"/>
                  </a:lnTo>
                  <a:lnTo>
                    <a:pt x="5518072" y="1601302"/>
                  </a:lnTo>
                  <a:lnTo>
                    <a:pt x="5518698" y="1595442"/>
                  </a:lnTo>
                  <a:lnTo>
                    <a:pt x="5519325" y="1589750"/>
                  </a:lnTo>
                  <a:lnTo>
                    <a:pt x="5519951" y="1584216"/>
                  </a:lnTo>
                  <a:lnTo>
                    <a:pt x="5520578" y="1578904"/>
                  </a:lnTo>
                  <a:lnTo>
                    <a:pt x="5521204" y="1573806"/>
                  </a:lnTo>
                  <a:lnTo>
                    <a:pt x="5521831" y="1568911"/>
                  </a:lnTo>
                  <a:lnTo>
                    <a:pt x="5522458" y="1564187"/>
                  </a:lnTo>
                  <a:lnTo>
                    <a:pt x="5523084" y="1559619"/>
                  </a:lnTo>
                  <a:lnTo>
                    <a:pt x="5523711" y="1555195"/>
                  </a:lnTo>
                  <a:lnTo>
                    <a:pt x="5524337" y="1550942"/>
                  </a:lnTo>
                  <a:lnTo>
                    <a:pt x="5524964" y="1546861"/>
                  </a:lnTo>
                  <a:lnTo>
                    <a:pt x="5525590" y="1542948"/>
                  </a:lnTo>
                  <a:lnTo>
                    <a:pt x="5526217" y="1539235"/>
                  </a:lnTo>
                  <a:lnTo>
                    <a:pt x="5526843" y="1535732"/>
                  </a:lnTo>
                  <a:lnTo>
                    <a:pt x="5527470" y="1532486"/>
                  </a:lnTo>
                  <a:lnTo>
                    <a:pt x="5528097" y="1529487"/>
                  </a:lnTo>
                  <a:lnTo>
                    <a:pt x="5528723" y="1526747"/>
                  </a:lnTo>
                  <a:lnTo>
                    <a:pt x="5529350" y="1524276"/>
                  </a:lnTo>
                  <a:lnTo>
                    <a:pt x="5529976" y="1522067"/>
                  </a:lnTo>
                  <a:lnTo>
                    <a:pt x="5530603" y="1520114"/>
                  </a:lnTo>
                  <a:lnTo>
                    <a:pt x="5531229" y="1518442"/>
                  </a:lnTo>
                  <a:lnTo>
                    <a:pt x="5531856" y="1517046"/>
                  </a:lnTo>
                  <a:lnTo>
                    <a:pt x="5532482" y="1515917"/>
                  </a:lnTo>
                  <a:lnTo>
                    <a:pt x="5533109" y="1515054"/>
                  </a:lnTo>
                  <a:lnTo>
                    <a:pt x="5533736" y="1514477"/>
                  </a:lnTo>
                  <a:lnTo>
                    <a:pt x="5534362" y="1514180"/>
                  </a:lnTo>
                  <a:lnTo>
                    <a:pt x="5534989" y="1514173"/>
                  </a:lnTo>
                  <a:lnTo>
                    <a:pt x="5535615" y="1514429"/>
                  </a:lnTo>
                  <a:lnTo>
                    <a:pt x="5536242" y="1514945"/>
                  </a:lnTo>
                  <a:lnTo>
                    <a:pt x="5536868" y="1515691"/>
                  </a:lnTo>
                  <a:lnTo>
                    <a:pt x="5537495" y="1516673"/>
                  </a:lnTo>
                  <a:lnTo>
                    <a:pt x="5538121" y="1517884"/>
                  </a:lnTo>
                  <a:lnTo>
                    <a:pt x="5538748" y="1519321"/>
                  </a:lnTo>
                  <a:lnTo>
                    <a:pt x="5539375" y="1520961"/>
                  </a:lnTo>
                  <a:lnTo>
                    <a:pt x="5540001" y="1522784"/>
                  </a:lnTo>
                  <a:lnTo>
                    <a:pt x="5540628" y="1524742"/>
                  </a:lnTo>
                  <a:lnTo>
                    <a:pt x="5541254" y="1526790"/>
                  </a:lnTo>
                  <a:lnTo>
                    <a:pt x="5541881" y="1528888"/>
                  </a:lnTo>
                  <a:lnTo>
                    <a:pt x="5542507" y="1531051"/>
                  </a:lnTo>
                  <a:lnTo>
                    <a:pt x="5543134" y="1533246"/>
                  </a:lnTo>
                  <a:lnTo>
                    <a:pt x="5543760" y="1535468"/>
                  </a:lnTo>
                  <a:lnTo>
                    <a:pt x="5544387" y="1537708"/>
                  </a:lnTo>
                  <a:lnTo>
                    <a:pt x="5545014" y="1539953"/>
                  </a:lnTo>
                  <a:lnTo>
                    <a:pt x="5545640" y="1542184"/>
                  </a:lnTo>
                  <a:lnTo>
                    <a:pt x="5546267" y="1544400"/>
                  </a:lnTo>
                  <a:lnTo>
                    <a:pt x="5546893" y="1546607"/>
                  </a:lnTo>
                  <a:lnTo>
                    <a:pt x="5547520" y="1548805"/>
                  </a:lnTo>
                  <a:lnTo>
                    <a:pt x="5548146" y="1551029"/>
                  </a:lnTo>
                  <a:lnTo>
                    <a:pt x="5548773" y="1553286"/>
                  </a:lnTo>
                  <a:lnTo>
                    <a:pt x="5549399" y="1555583"/>
                  </a:lnTo>
                  <a:lnTo>
                    <a:pt x="5550026" y="1557941"/>
                  </a:lnTo>
                  <a:lnTo>
                    <a:pt x="5550653" y="1560374"/>
                  </a:lnTo>
                  <a:lnTo>
                    <a:pt x="5551279" y="1562929"/>
                  </a:lnTo>
                  <a:lnTo>
                    <a:pt x="5551906" y="1565592"/>
                  </a:lnTo>
                  <a:lnTo>
                    <a:pt x="5552532" y="1568357"/>
                  </a:lnTo>
                  <a:lnTo>
                    <a:pt x="5553159" y="1571222"/>
                  </a:lnTo>
                  <a:lnTo>
                    <a:pt x="5553785" y="1574201"/>
                  </a:lnTo>
                  <a:lnTo>
                    <a:pt x="5554412" y="1577309"/>
                  </a:lnTo>
                  <a:lnTo>
                    <a:pt x="5555038" y="1580575"/>
                  </a:lnTo>
                  <a:lnTo>
                    <a:pt x="5555665" y="1584030"/>
                  </a:lnTo>
                  <a:lnTo>
                    <a:pt x="5556292" y="1587674"/>
                  </a:lnTo>
                  <a:lnTo>
                    <a:pt x="5556918" y="1591520"/>
                  </a:lnTo>
                  <a:lnTo>
                    <a:pt x="5557545" y="1595542"/>
                  </a:lnTo>
                  <a:lnTo>
                    <a:pt x="5558171" y="1599724"/>
                  </a:lnTo>
                  <a:lnTo>
                    <a:pt x="5558798" y="1604044"/>
                  </a:lnTo>
                  <a:lnTo>
                    <a:pt x="5559424" y="1608486"/>
                  </a:lnTo>
                  <a:lnTo>
                    <a:pt x="5560051" y="1613061"/>
                  </a:lnTo>
                  <a:lnTo>
                    <a:pt x="5560677" y="1617760"/>
                  </a:lnTo>
                  <a:lnTo>
                    <a:pt x="5561304" y="1622577"/>
                  </a:lnTo>
                  <a:lnTo>
                    <a:pt x="5561931" y="1627520"/>
                  </a:lnTo>
                  <a:lnTo>
                    <a:pt x="5562557" y="1632583"/>
                  </a:lnTo>
                  <a:lnTo>
                    <a:pt x="5563184" y="1637739"/>
                  </a:lnTo>
                  <a:lnTo>
                    <a:pt x="5563810" y="1642953"/>
                  </a:lnTo>
                  <a:lnTo>
                    <a:pt x="5564437" y="1648205"/>
                  </a:lnTo>
                  <a:lnTo>
                    <a:pt x="5565063" y="1653480"/>
                  </a:lnTo>
                  <a:lnTo>
                    <a:pt x="5565690" y="1658738"/>
                  </a:lnTo>
                  <a:lnTo>
                    <a:pt x="5566316" y="1663961"/>
                  </a:lnTo>
                  <a:lnTo>
                    <a:pt x="5566943" y="1669152"/>
                  </a:lnTo>
                  <a:lnTo>
                    <a:pt x="5567570" y="1674321"/>
                  </a:lnTo>
                  <a:lnTo>
                    <a:pt x="5568196" y="1679467"/>
                  </a:lnTo>
                  <a:lnTo>
                    <a:pt x="5568823" y="1684572"/>
                  </a:lnTo>
                  <a:lnTo>
                    <a:pt x="5569449" y="1689619"/>
                  </a:lnTo>
                  <a:lnTo>
                    <a:pt x="5570076" y="1694599"/>
                  </a:lnTo>
                  <a:lnTo>
                    <a:pt x="5570702" y="1699496"/>
                  </a:lnTo>
                  <a:lnTo>
                    <a:pt x="5571329" y="1704324"/>
                  </a:lnTo>
                  <a:lnTo>
                    <a:pt x="5571955" y="1709039"/>
                  </a:lnTo>
                  <a:lnTo>
                    <a:pt x="5572582" y="1713633"/>
                  </a:lnTo>
                  <a:lnTo>
                    <a:pt x="5573209" y="1718168"/>
                  </a:lnTo>
                  <a:lnTo>
                    <a:pt x="5573835" y="1722658"/>
                  </a:lnTo>
                  <a:lnTo>
                    <a:pt x="5574462" y="1727102"/>
                  </a:lnTo>
                  <a:lnTo>
                    <a:pt x="5575088" y="1731530"/>
                  </a:lnTo>
                  <a:lnTo>
                    <a:pt x="5575715" y="1735913"/>
                  </a:lnTo>
                  <a:lnTo>
                    <a:pt x="5576341" y="1740217"/>
                  </a:lnTo>
                  <a:lnTo>
                    <a:pt x="5576968" y="1744446"/>
                  </a:lnTo>
                  <a:lnTo>
                    <a:pt x="5577594" y="1748594"/>
                  </a:lnTo>
                  <a:lnTo>
                    <a:pt x="5578221" y="1752663"/>
                  </a:lnTo>
                  <a:lnTo>
                    <a:pt x="5578848" y="1756661"/>
                  </a:lnTo>
                  <a:lnTo>
                    <a:pt x="5579474" y="1760589"/>
                  </a:lnTo>
                  <a:lnTo>
                    <a:pt x="5580101" y="1764424"/>
                  </a:lnTo>
                  <a:lnTo>
                    <a:pt x="5580727" y="1768164"/>
                  </a:lnTo>
                  <a:lnTo>
                    <a:pt x="5581354" y="1771835"/>
                  </a:lnTo>
                  <a:lnTo>
                    <a:pt x="5581980" y="1775460"/>
                  </a:lnTo>
                  <a:lnTo>
                    <a:pt x="5582607" y="1779015"/>
                  </a:lnTo>
                  <a:lnTo>
                    <a:pt x="5583233" y="1782465"/>
                  </a:lnTo>
                  <a:lnTo>
                    <a:pt x="5583860" y="1785805"/>
                  </a:lnTo>
                  <a:lnTo>
                    <a:pt x="5584487" y="1789020"/>
                  </a:lnTo>
                  <a:lnTo>
                    <a:pt x="5585113" y="1792139"/>
                  </a:lnTo>
                  <a:lnTo>
                    <a:pt x="5585740" y="1795177"/>
                  </a:lnTo>
                  <a:lnTo>
                    <a:pt x="5586366" y="1798142"/>
                  </a:lnTo>
                  <a:lnTo>
                    <a:pt x="5586993" y="1801021"/>
                  </a:lnTo>
                  <a:lnTo>
                    <a:pt x="5587619" y="1803788"/>
                  </a:lnTo>
                  <a:lnTo>
                    <a:pt x="5588246" y="1806440"/>
                  </a:lnTo>
                  <a:lnTo>
                    <a:pt x="5588872" y="1808977"/>
                  </a:lnTo>
                  <a:lnTo>
                    <a:pt x="5589499" y="1811412"/>
                  </a:lnTo>
                  <a:lnTo>
                    <a:pt x="5590126" y="1813736"/>
                  </a:lnTo>
                  <a:lnTo>
                    <a:pt x="5590752" y="1815959"/>
                  </a:lnTo>
                  <a:lnTo>
                    <a:pt x="5591379" y="1818064"/>
                  </a:lnTo>
                  <a:lnTo>
                    <a:pt x="5592005" y="1820046"/>
                  </a:lnTo>
                  <a:lnTo>
                    <a:pt x="5592632" y="1821912"/>
                  </a:lnTo>
                  <a:lnTo>
                    <a:pt x="5593258" y="1823660"/>
                  </a:lnTo>
                  <a:lnTo>
                    <a:pt x="5593885" y="1825275"/>
                  </a:lnTo>
                  <a:lnTo>
                    <a:pt x="5594511" y="1826752"/>
                  </a:lnTo>
                  <a:lnTo>
                    <a:pt x="5594605" y="1826954"/>
                  </a:lnTo>
                  <a:lnTo>
                    <a:pt x="5678485" y="1826954"/>
                  </a:lnTo>
                  <a:lnTo>
                    <a:pt x="5679096" y="1825056"/>
                  </a:lnTo>
                  <a:lnTo>
                    <a:pt x="5679723" y="1823091"/>
                  </a:lnTo>
                  <a:lnTo>
                    <a:pt x="5680350" y="1821118"/>
                  </a:lnTo>
                  <a:lnTo>
                    <a:pt x="5680976" y="1819148"/>
                  </a:lnTo>
                  <a:lnTo>
                    <a:pt x="5681603" y="1817191"/>
                  </a:lnTo>
                  <a:lnTo>
                    <a:pt x="5682229" y="1815243"/>
                  </a:lnTo>
                  <a:lnTo>
                    <a:pt x="5682856" y="1813336"/>
                  </a:lnTo>
                  <a:lnTo>
                    <a:pt x="5683482" y="1811490"/>
                  </a:lnTo>
                  <a:lnTo>
                    <a:pt x="5684109" y="1809710"/>
                  </a:lnTo>
                  <a:lnTo>
                    <a:pt x="5684735" y="1808000"/>
                  </a:lnTo>
                  <a:lnTo>
                    <a:pt x="5685362" y="1806361"/>
                  </a:lnTo>
                  <a:lnTo>
                    <a:pt x="5685989" y="1804779"/>
                  </a:lnTo>
                  <a:lnTo>
                    <a:pt x="5686615" y="1803257"/>
                  </a:lnTo>
                  <a:lnTo>
                    <a:pt x="5687242" y="1801796"/>
                  </a:lnTo>
                  <a:lnTo>
                    <a:pt x="5687868" y="1800423"/>
                  </a:lnTo>
                  <a:lnTo>
                    <a:pt x="5688495" y="1799140"/>
                  </a:lnTo>
                  <a:lnTo>
                    <a:pt x="5689121" y="1797949"/>
                  </a:lnTo>
                  <a:lnTo>
                    <a:pt x="5689748" y="1796854"/>
                  </a:lnTo>
                  <a:lnTo>
                    <a:pt x="5690374" y="1795863"/>
                  </a:lnTo>
                  <a:lnTo>
                    <a:pt x="5691001" y="1794963"/>
                  </a:lnTo>
                  <a:lnTo>
                    <a:pt x="5691628" y="1794159"/>
                  </a:lnTo>
                  <a:lnTo>
                    <a:pt x="5692254" y="1793422"/>
                  </a:lnTo>
                  <a:lnTo>
                    <a:pt x="5692881" y="1792752"/>
                  </a:lnTo>
                  <a:lnTo>
                    <a:pt x="5693507" y="1792136"/>
                  </a:lnTo>
                  <a:lnTo>
                    <a:pt x="5694134" y="1791567"/>
                  </a:lnTo>
                  <a:lnTo>
                    <a:pt x="5694760" y="1791047"/>
                  </a:lnTo>
                  <a:lnTo>
                    <a:pt x="5695387" y="1790563"/>
                  </a:lnTo>
                  <a:lnTo>
                    <a:pt x="5696013" y="1790120"/>
                  </a:lnTo>
                  <a:lnTo>
                    <a:pt x="5696640" y="1789718"/>
                  </a:lnTo>
                  <a:lnTo>
                    <a:pt x="5697267" y="1789334"/>
                  </a:lnTo>
                  <a:lnTo>
                    <a:pt x="5697893" y="1788963"/>
                  </a:lnTo>
                  <a:lnTo>
                    <a:pt x="5698520" y="1788610"/>
                  </a:lnTo>
                  <a:lnTo>
                    <a:pt x="5699146" y="1788289"/>
                  </a:lnTo>
                  <a:lnTo>
                    <a:pt x="5699773" y="1787967"/>
                  </a:lnTo>
                  <a:lnTo>
                    <a:pt x="5700399" y="1787659"/>
                  </a:lnTo>
                  <a:lnTo>
                    <a:pt x="5701026" y="1787355"/>
                  </a:lnTo>
                  <a:lnTo>
                    <a:pt x="5701652" y="1787049"/>
                  </a:lnTo>
                  <a:lnTo>
                    <a:pt x="5702279" y="1786752"/>
                  </a:lnTo>
                  <a:lnTo>
                    <a:pt x="5702906" y="1786444"/>
                  </a:lnTo>
                  <a:lnTo>
                    <a:pt x="5703532" y="1786121"/>
                  </a:lnTo>
                  <a:lnTo>
                    <a:pt x="5704159" y="1785786"/>
                  </a:lnTo>
                  <a:lnTo>
                    <a:pt x="5704785" y="1785429"/>
                  </a:lnTo>
                  <a:lnTo>
                    <a:pt x="5705412" y="1785050"/>
                  </a:lnTo>
                  <a:lnTo>
                    <a:pt x="5706038" y="1784649"/>
                  </a:lnTo>
                  <a:lnTo>
                    <a:pt x="5706665" y="1784222"/>
                  </a:lnTo>
                  <a:lnTo>
                    <a:pt x="5707291" y="1783791"/>
                  </a:lnTo>
                  <a:lnTo>
                    <a:pt x="5707918" y="1783357"/>
                  </a:lnTo>
                  <a:lnTo>
                    <a:pt x="5708544" y="1782905"/>
                  </a:lnTo>
                  <a:lnTo>
                    <a:pt x="5709171" y="1782453"/>
                  </a:lnTo>
                  <a:lnTo>
                    <a:pt x="5709798" y="1781981"/>
                  </a:lnTo>
                  <a:lnTo>
                    <a:pt x="5710424" y="1781497"/>
                  </a:lnTo>
                  <a:lnTo>
                    <a:pt x="5711051" y="1781001"/>
                  </a:lnTo>
                  <a:lnTo>
                    <a:pt x="5711677" y="1780492"/>
                  </a:lnTo>
                  <a:lnTo>
                    <a:pt x="5712304" y="1779991"/>
                  </a:lnTo>
                  <a:lnTo>
                    <a:pt x="5712930" y="1779510"/>
                  </a:lnTo>
                  <a:lnTo>
                    <a:pt x="5713557" y="1779066"/>
                  </a:lnTo>
                  <a:lnTo>
                    <a:pt x="5714183" y="1778673"/>
                  </a:lnTo>
                  <a:lnTo>
                    <a:pt x="5714810" y="1778326"/>
                  </a:lnTo>
                  <a:lnTo>
                    <a:pt x="5715437" y="1778023"/>
                  </a:lnTo>
                  <a:lnTo>
                    <a:pt x="5716063" y="1777762"/>
                  </a:lnTo>
                  <a:lnTo>
                    <a:pt x="5716690" y="1777521"/>
                  </a:lnTo>
                  <a:lnTo>
                    <a:pt x="5717316" y="1777299"/>
                  </a:lnTo>
                  <a:lnTo>
                    <a:pt x="5717943" y="1777093"/>
                  </a:lnTo>
                  <a:lnTo>
                    <a:pt x="5718569" y="1776901"/>
                  </a:lnTo>
                  <a:lnTo>
                    <a:pt x="5719196" y="1776731"/>
                  </a:lnTo>
                  <a:lnTo>
                    <a:pt x="5719822" y="1776554"/>
                  </a:lnTo>
                  <a:lnTo>
                    <a:pt x="5720449" y="1776371"/>
                  </a:lnTo>
                  <a:lnTo>
                    <a:pt x="5721076" y="1776187"/>
                  </a:lnTo>
                  <a:lnTo>
                    <a:pt x="5721702" y="1775991"/>
                  </a:lnTo>
                  <a:lnTo>
                    <a:pt x="5722329" y="1775787"/>
                  </a:lnTo>
                  <a:lnTo>
                    <a:pt x="5722955" y="1775554"/>
                  </a:lnTo>
                  <a:lnTo>
                    <a:pt x="5723582" y="1775279"/>
                  </a:lnTo>
                  <a:lnTo>
                    <a:pt x="5724208" y="1774965"/>
                  </a:lnTo>
                  <a:lnTo>
                    <a:pt x="5724835" y="1774618"/>
                  </a:lnTo>
                  <a:lnTo>
                    <a:pt x="5725461" y="1774250"/>
                  </a:lnTo>
                  <a:lnTo>
                    <a:pt x="5726088" y="1773871"/>
                  </a:lnTo>
                  <a:lnTo>
                    <a:pt x="5726715" y="1773482"/>
                  </a:lnTo>
                  <a:lnTo>
                    <a:pt x="5727341" y="1773067"/>
                  </a:lnTo>
                  <a:lnTo>
                    <a:pt x="5727968" y="1772624"/>
                  </a:lnTo>
                  <a:lnTo>
                    <a:pt x="5728594" y="1772127"/>
                  </a:lnTo>
                  <a:lnTo>
                    <a:pt x="5729221" y="1771595"/>
                  </a:lnTo>
                  <a:lnTo>
                    <a:pt x="5729847" y="1771031"/>
                  </a:lnTo>
                  <a:lnTo>
                    <a:pt x="5730474" y="1770434"/>
                  </a:lnTo>
                  <a:lnTo>
                    <a:pt x="5731100" y="1769803"/>
                  </a:lnTo>
                  <a:lnTo>
                    <a:pt x="5731727" y="1769170"/>
                  </a:lnTo>
                  <a:lnTo>
                    <a:pt x="5732354" y="1768519"/>
                  </a:lnTo>
                  <a:lnTo>
                    <a:pt x="5732980" y="1767861"/>
                  </a:lnTo>
                  <a:lnTo>
                    <a:pt x="5733607" y="1767191"/>
                  </a:lnTo>
                  <a:lnTo>
                    <a:pt x="5734233" y="1766507"/>
                  </a:lnTo>
                  <a:lnTo>
                    <a:pt x="5734860" y="1765820"/>
                  </a:lnTo>
                  <a:lnTo>
                    <a:pt x="5735486" y="1765134"/>
                  </a:lnTo>
                  <a:lnTo>
                    <a:pt x="5736113" y="1764457"/>
                  </a:lnTo>
                  <a:lnTo>
                    <a:pt x="5736739" y="1763825"/>
                  </a:lnTo>
                  <a:lnTo>
                    <a:pt x="5737366" y="1763243"/>
                  </a:lnTo>
                  <a:lnTo>
                    <a:pt x="5737993" y="1762744"/>
                  </a:lnTo>
                  <a:lnTo>
                    <a:pt x="5738619" y="1762331"/>
                  </a:lnTo>
                  <a:lnTo>
                    <a:pt x="5739246" y="1761981"/>
                  </a:lnTo>
                  <a:lnTo>
                    <a:pt x="5739872" y="1761689"/>
                  </a:lnTo>
                  <a:lnTo>
                    <a:pt x="5740499" y="1761458"/>
                  </a:lnTo>
                  <a:lnTo>
                    <a:pt x="5741125" y="1761263"/>
                  </a:lnTo>
                  <a:lnTo>
                    <a:pt x="5741752" y="1761121"/>
                  </a:lnTo>
                  <a:lnTo>
                    <a:pt x="5742378" y="1761027"/>
                  </a:lnTo>
                  <a:lnTo>
                    <a:pt x="5743005" y="1760984"/>
                  </a:lnTo>
                  <a:lnTo>
                    <a:pt x="5743632" y="1760963"/>
                  </a:lnTo>
                  <a:lnTo>
                    <a:pt x="5744258" y="1760947"/>
                  </a:lnTo>
                  <a:lnTo>
                    <a:pt x="5744885" y="1760925"/>
                  </a:lnTo>
                  <a:lnTo>
                    <a:pt x="5745511" y="1760868"/>
                  </a:lnTo>
                  <a:lnTo>
                    <a:pt x="5746138" y="1760757"/>
                  </a:lnTo>
                  <a:lnTo>
                    <a:pt x="5746764" y="1760582"/>
                  </a:lnTo>
                  <a:lnTo>
                    <a:pt x="5747391" y="1760336"/>
                  </a:lnTo>
                  <a:lnTo>
                    <a:pt x="5748017" y="1760004"/>
                  </a:lnTo>
                  <a:lnTo>
                    <a:pt x="5748644" y="1759609"/>
                  </a:lnTo>
                  <a:lnTo>
                    <a:pt x="5749271" y="1759150"/>
                  </a:lnTo>
                  <a:lnTo>
                    <a:pt x="5749897" y="1758626"/>
                  </a:lnTo>
                  <a:lnTo>
                    <a:pt x="5750524" y="1758038"/>
                  </a:lnTo>
                  <a:lnTo>
                    <a:pt x="5751150" y="1757380"/>
                  </a:lnTo>
                  <a:lnTo>
                    <a:pt x="5751777" y="1756663"/>
                  </a:lnTo>
                  <a:lnTo>
                    <a:pt x="5752403" y="1755891"/>
                  </a:lnTo>
                  <a:lnTo>
                    <a:pt x="5753030" y="1755085"/>
                  </a:lnTo>
                  <a:lnTo>
                    <a:pt x="5753656" y="1754256"/>
                  </a:lnTo>
                  <a:lnTo>
                    <a:pt x="5754283" y="1753401"/>
                  </a:lnTo>
                  <a:lnTo>
                    <a:pt x="5754910" y="1752548"/>
                  </a:lnTo>
                  <a:lnTo>
                    <a:pt x="5755536" y="1751705"/>
                  </a:lnTo>
                  <a:lnTo>
                    <a:pt x="5756163" y="1750866"/>
                  </a:lnTo>
                  <a:lnTo>
                    <a:pt x="5756789" y="1750041"/>
                  </a:lnTo>
                  <a:lnTo>
                    <a:pt x="5757416" y="1749238"/>
                  </a:lnTo>
                  <a:lnTo>
                    <a:pt x="5758042" y="1748459"/>
                  </a:lnTo>
                  <a:lnTo>
                    <a:pt x="5758669" y="1747696"/>
                  </a:lnTo>
                  <a:lnTo>
                    <a:pt x="5759295" y="1746978"/>
                  </a:lnTo>
                  <a:lnTo>
                    <a:pt x="5759922" y="1746306"/>
                  </a:lnTo>
                  <a:lnTo>
                    <a:pt x="5760549" y="1745708"/>
                  </a:lnTo>
                  <a:lnTo>
                    <a:pt x="5761175" y="1745185"/>
                  </a:lnTo>
                  <a:lnTo>
                    <a:pt x="5761802" y="1744729"/>
                  </a:lnTo>
                  <a:lnTo>
                    <a:pt x="5762428" y="1744361"/>
                  </a:lnTo>
                  <a:lnTo>
                    <a:pt x="5763055" y="1744059"/>
                  </a:lnTo>
                  <a:lnTo>
                    <a:pt x="5763681" y="1743816"/>
                  </a:lnTo>
                  <a:lnTo>
                    <a:pt x="5764308" y="1743649"/>
                  </a:lnTo>
                  <a:lnTo>
                    <a:pt x="5764934" y="1743547"/>
                  </a:lnTo>
                  <a:lnTo>
                    <a:pt x="5765561" y="1743527"/>
                  </a:lnTo>
                  <a:lnTo>
                    <a:pt x="5766188" y="1743598"/>
                  </a:lnTo>
                  <a:lnTo>
                    <a:pt x="5766814" y="1743764"/>
                  </a:lnTo>
                  <a:lnTo>
                    <a:pt x="5767441" y="1744033"/>
                  </a:lnTo>
                  <a:lnTo>
                    <a:pt x="5768067" y="1744395"/>
                  </a:lnTo>
                  <a:lnTo>
                    <a:pt x="5768694" y="1744817"/>
                  </a:lnTo>
                  <a:lnTo>
                    <a:pt x="5769320" y="1745291"/>
                  </a:lnTo>
                  <a:lnTo>
                    <a:pt x="5769947" y="1745789"/>
                  </a:lnTo>
                  <a:lnTo>
                    <a:pt x="5770573" y="1746315"/>
                  </a:lnTo>
                  <a:lnTo>
                    <a:pt x="5771200" y="1746872"/>
                  </a:lnTo>
                  <a:lnTo>
                    <a:pt x="5771827" y="1747442"/>
                  </a:lnTo>
                  <a:lnTo>
                    <a:pt x="5772453" y="1748039"/>
                  </a:lnTo>
                  <a:lnTo>
                    <a:pt x="5773080" y="1748669"/>
                  </a:lnTo>
                  <a:lnTo>
                    <a:pt x="5773706" y="1749334"/>
                  </a:lnTo>
                  <a:lnTo>
                    <a:pt x="5774333" y="1750036"/>
                  </a:lnTo>
                  <a:lnTo>
                    <a:pt x="5774959" y="1750756"/>
                  </a:lnTo>
                  <a:lnTo>
                    <a:pt x="5775586" y="1751511"/>
                  </a:lnTo>
                  <a:lnTo>
                    <a:pt x="5776212" y="1752300"/>
                  </a:lnTo>
                  <a:lnTo>
                    <a:pt x="5776839" y="1753130"/>
                  </a:lnTo>
                  <a:lnTo>
                    <a:pt x="5777466" y="1754006"/>
                  </a:lnTo>
                  <a:lnTo>
                    <a:pt x="5778092" y="1754938"/>
                  </a:lnTo>
                  <a:lnTo>
                    <a:pt x="5778719" y="1755937"/>
                  </a:lnTo>
                  <a:lnTo>
                    <a:pt x="5779345" y="1757016"/>
                  </a:lnTo>
                  <a:lnTo>
                    <a:pt x="5779972" y="1758190"/>
                  </a:lnTo>
                  <a:lnTo>
                    <a:pt x="5780598" y="1759432"/>
                  </a:lnTo>
                  <a:lnTo>
                    <a:pt x="5781225" y="1760739"/>
                  </a:lnTo>
                  <a:lnTo>
                    <a:pt x="5781851" y="1762081"/>
                  </a:lnTo>
                  <a:lnTo>
                    <a:pt x="5782478" y="1763429"/>
                  </a:lnTo>
                  <a:lnTo>
                    <a:pt x="5783105" y="1764755"/>
                  </a:lnTo>
                  <a:lnTo>
                    <a:pt x="5783731" y="1766056"/>
                  </a:lnTo>
                  <a:lnTo>
                    <a:pt x="5784358" y="1767338"/>
                  </a:lnTo>
                  <a:lnTo>
                    <a:pt x="5784984" y="1768563"/>
                  </a:lnTo>
                  <a:lnTo>
                    <a:pt x="5785611" y="1769736"/>
                  </a:lnTo>
                  <a:lnTo>
                    <a:pt x="5786237" y="1770858"/>
                  </a:lnTo>
                  <a:lnTo>
                    <a:pt x="5786864" y="1771902"/>
                  </a:lnTo>
                  <a:lnTo>
                    <a:pt x="5787490" y="1772858"/>
                  </a:lnTo>
                  <a:lnTo>
                    <a:pt x="5788117" y="1773727"/>
                  </a:lnTo>
                  <a:lnTo>
                    <a:pt x="5788744" y="1774489"/>
                  </a:lnTo>
                  <a:lnTo>
                    <a:pt x="5789370" y="1775135"/>
                  </a:lnTo>
                  <a:lnTo>
                    <a:pt x="5789997" y="1775690"/>
                  </a:lnTo>
                  <a:lnTo>
                    <a:pt x="5790623" y="1776150"/>
                  </a:lnTo>
                  <a:lnTo>
                    <a:pt x="5791250" y="1776556"/>
                  </a:lnTo>
                  <a:lnTo>
                    <a:pt x="5791876" y="1776930"/>
                  </a:lnTo>
                  <a:lnTo>
                    <a:pt x="5792503" y="1777289"/>
                  </a:lnTo>
                  <a:lnTo>
                    <a:pt x="5793129" y="1777646"/>
                  </a:lnTo>
                  <a:lnTo>
                    <a:pt x="5793756" y="1778010"/>
                  </a:lnTo>
                  <a:lnTo>
                    <a:pt x="5794383" y="1778360"/>
                  </a:lnTo>
                  <a:lnTo>
                    <a:pt x="5795009" y="1778712"/>
                  </a:lnTo>
                  <a:lnTo>
                    <a:pt x="5795636" y="1779075"/>
                  </a:lnTo>
                  <a:lnTo>
                    <a:pt x="5796262" y="1779466"/>
                  </a:lnTo>
                  <a:lnTo>
                    <a:pt x="5796889" y="1779911"/>
                  </a:lnTo>
                  <a:lnTo>
                    <a:pt x="5797515" y="1780390"/>
                  </a:lnTo>
                  <a:lnTo>
                    <a:pt x="5798142" y="1780901"/>
                  </a:lnTo>
                  <a:lnTo>
                    <a:pt x="5798768" y="1781433"/>
                  </a:lnTo>
                  <a:lnTo>
                    <a:pt x="5799395" y="1781967"/>
                  </a:lnTo>
                  <a:lnTo>
                    <a:pt x="5800022" y="1782502"/>
                  </a:lnTo>
                  <a:lnTo>
                    <a:pt x="5800648" y="1783015"/>
                  </a:lnTo>
                  <a:lnTo>
                    <a:pt x="5801275" y="1783511"/>
                  </a:lnTo>
                  <a:lnTo>
                    <a:pt x="5801901" y="1783989"/>
                  </a:lnTo>
                  <a:lnTo>
                    <a:pt x="5802528" y="1784437"/>
                  </a:lnTo>
                  <a:lnTo>
                    <a:pt x="5803154" y="1784851"/>
                  </a:lnTo>
                  <a:lnTo>
                    <a:pt x="5803781" y="1785249"/>
                  </a:lnTo>
                  <a:lnTo>
                    <a:pt x="5804407" y="1785626"/>
                  </a:lnTo>
                  <a:lnTo>
                    <a:pt x="5805034" y="1785973"/>
                  </a:lnTo>
                  <a:lnTo>
                    <a:pt x="5805661" y="1786292"/>
                  </a:lnTo>
                  <a:lnTo>
                    <a:pt x="5806287" y="1786605"/>
                  </a:lnTo>
                  <a:lnTo>
                    <a:pt x="5806914" y="1786930"/>
                  </a:lnTo>
                  <a:lnTo>
                    <a:pt x="5807540" y="1787269"/>
                  </a:lnTo>
                  <a:lnTo>
                    <a:pt x="5808167" y="1787626"/>
                  </a:lnTo>
                  <a:lnTo>
                    <a:pt x="5808793" y="1787994"/>
                  </a:lnTo>
                  <a:lnTo>
                    <a:pt x="5809420" y="1788379"/>
                  </a:lnTo>
                  <a:lnTo>
                    <a:pt x="5810046" y="1788775"/>
                  </a:lnTo>
                  <a:lnTo>
                    <a:pt x="5810673" y="1789198"/>
                  </a:lnTo>
                  <a:lnTo>
                    <a:pt x="5811300" y="1789630"/>
                  </a:lnTo>
                  <a:lnTo>
                    <a:pt x="5811926" y="1790070"/>
                  </a:lnTo>
                  <a:lnTo>
                    <a:pt x="5812553" y="1790534"/>
                  </a:lnTo>
                  <a:lnTo>
                    <a:pt x="5813179" y="1791025"/>
                  </a:lnTo>
                  <a:lnTo>
                    <a:pt x="5813806" y="1791564"/>
                  </a:lnTo>
                  <a:lnTo>
                    <a:pt x="5814432" y="1792173"/>
                  </a:lnTo>
                  <a:lnTo>
                    <a:pt x="5815059" y="1792878"/>
                  </a:lnTo>
                  <a:lnTo>
                    <a:pt x="5815685" y="1793635"/>
                  </a:lnTo>
                  <a:lnTo>
                    <a:pt x="5816312" y="1794408"/>
                  </a:lnTo>
                  <a:lnTo>
                    <a:pt x="5816939" y="1795203"/>
                  </a:lnTo>
                  <a:lnTo>
                    <a:pt x="5817565" y="1795984"/>
                  </a:lnTo>
                  <a:lnTo>
                    <a:pt x="5818192" y="1796754"/>
                  </a:lnTo>
                  <a:lnTo>
                    <a:pt x="5818818" y="1797533"/>
                  </a:lnTo>
                  <a:lnTo>
                    <a:pt x="5819445" y="1798323"/>
                  </a:lnTo>
                  <a:lnTo>
                    <a:pt x="5820071" y="1799107"/>
                  </a:lnTo>
                  <a:lnTo>
                    <a:pt x="5820698" y="1799884"/>
                  </a:lnTo>
                  <a:lnTo>
                    <a:pt x="5821324" y="1800656"/>
                  </a:lnTo>
                  <a:lnTo>
                    <a:pt x="5821951" y="1801392"/>
                  </a:lnTo>
                  <a:lnTo>
                    <a:pt x="5822578" y="1802089"/>
                  </a:lnTo>
                  <a:lnTo>
                    <a:pt x="5823204" y="1802692"/>
                  </a:lnTo>
                  <a:lnTo>
                    <a:pt x="5823831" y="1803180"/>
                  </a:lnTo>
                  <a:lnTo>
                    <a:pt x="5824457" y="1803537"/>
                  </a:lnTo>
                  <a:lnTo>
                    <a:pt x="5825084" y="1803759"/>
                  </a:lnTo>
                  <a:lnTo>
                    <a:pt x="5825710" y="1803870"/>
                  </a:lnTo>
                  <a:lnTo>
                    <a:pt x="5826337" y="1803884"/>
                  </a:lnTo>
                  <a:lnTo>
                    <a:pt x="5826963" y="1803804"/>
                  </a:lnTo>
                  <a:lnTo>
                    <a:pt x="5827590" y="1803611"/>
                  </a:lnTo>
                  <a:lnTo>
                    <a:pt x="5828217" y="1803290"/>
                  </a:lnTo>
                  <a:lnTo>
                    <a:pt x="5828843" y="1802800"/>
                  </a:lnTo>
                  <a:lnTo>
                    <a:pt x="5829470" y="1802152"/>
                  </a:lnTo>
                  <a:lnTo>
                    <a:pt x="5830096" y="1801328"/>
                  </a:lnTo>
                  <a:lnTo>
                    <a:pt x="5830723" y="1800339"/>
                  </a:lnTo>
                  <a:lnTo>
                    <a:pt x="5831349" y="1799206"/>
                  </a:lnTo>
                  <a:lnTo>
                    <a:pt x="5831976" y="1797945"/>
                  </a:lnTo>
                  <a:lnTo>
                    <a:pt x="5832602" y="1796592"/>
                  </a:lnTo>
                  <a:lnTo>
                    <a:pt x="5833229" y="1795138"/>
                  </a:lnTo>
                  <a:lnTo>
                    <a:pt x="5833856" y="1793583"/>
                  </a:lnTo>
                  <a:lnTo>
                    <a:pt x="5834482" y="1791935"/>
                  </a:lnTo>
                  <a:lnTo>
                    <a:pt x="5835109" y="1790194"/>
                  </a:lnTo>
                  <a:lnTo>
                    <a:pt x="5835735" y="1788350"/>
                  </a:lnTo>
                  <a:lnTo>
                    <a:pt x="5836362" y="1786405"/>
                  </a:lnTo>
                  <a:lnTo>
                    <a:pt x="5836988" y="1784372"/>
                  </a:lnTo>
                  <a:lnTo>
                    <a:pt x="5837615" y="1782248"/>
                  </a:lnTo>
                  <a:lnTo>
                    <a:pt x="5838241" y="1780030"/>
                  </a:lnTo>
                  <a:lnTo>
                    <a:pt x="5838868" y="1777719"/>
                  </a:lnTo>
                  <a:lnTo>
                    <a:pt x="5839495" y="1775344"/>
                  </a:lnTo>
                  <a:lnTo>
                    <a:pt x="5840121" y="1772898"/>
                  </a:lnTo>
                  <a:lnTo>
                    <a:pt x="5840748" y="1770376"/>
                  </a:lnTo>
                  <a:lnTo>
                    <a:pt x="5841374" y="1767772"/>
                  </a:lnTo>
                  <a:lnTo>
                    <a:pt x="5842001" y="1765076"/>
                  </a:lnTo>
                  <a:lnTo>
                    <a:pt x="5842627" y="1762273"/>
                  </a:lnTo>
                  <a:lnTo>
                    <a:pt x="5843254" y="1759392"/>
                  </a:lnTo>
                  <a:lnTo>
                    <a:pt x="5843880" y="1756431"/>
                  </a:lnTo>
                  <a:lnTo>
                    <a:pt x="5844507" y="1753426"/>
                  </a:lnTo>
                  <a:lnTo>
                    <a:pt x="5845134" y="1750405"/>
                  </a:lnTo>
                  <a:lnTo>
                    <a:pt x="5845760" y="1747399"/>
                  </a:lnTo>
                  <a:lnTo>
                    <a:pt x="5846387" y="1744414"/>
                  </a:lnTo>
                  <a:lnTo>
                    <a:pt x="5847013" y="1741442"/>
                  </a:lnTo>
                  <a:lnTo>
                    <a:pt x="5847640" y="1738535"/>
                  </a:lnTo>
                  <a:lnTo>
                    <a:pt x="5848266" y="1735704"/>
                  </a:lnTo>
                  <a:lnTo>
                    <a:pt x="5848893" y="1732954"/>
                  </a:lnTo>
                  <a:lnTo>
                    <a:pt x="5849519" y="1730337"/>
                  </a:lnTo>
                  <a:lnTo>
                    <a:pt x="5850146" y="1727856"/>
                  </a:lnTo>
                  <a:lnTo>
                    <a:pt x="5850773" y="1725506"/>
                  </a:lnTo>
                  <a:lnTo>
                    <a:pt x="5851399" y="1723296"/>
                  </a:lnTo>
                  <a:lnTo>
                    <a:pt x="5852026" y="1721239"/>
                  </a:lnTo>
                  <a:lnTo>
                    <a:pt x="5852652" y="1719333"/>
                  </a:lnTo>
                  <a:lnTo>
                    <a:pt x="5853279" y="1717585"/>
                  </a:lnTo>
                  <a:lnTo>
                    <a:pt x="5853905" y="1715974"/>
                  </a:lnTo>
                  <a:lnTo>
                    <a:pt x="5854532" y="1714500"/>
                  </a:lnTo>
                  <a:lnTo>
                    <a:pt x="5855158" y="1713162"/>
                  </a:lnTo>
                  <a:lnTo>
                    <a:pt x="5855785" y="1711949"/>
                  </a:lnTo>
                  <a:lnTo>
                    <a:pt x="5856412" y="1710856"/>
                  </a:lnTo>
                  <a:lnTo>
                    <a:pt x="5857038" y="1709865"/>
                  </a:lnTo>
                  <a:lnTo>
                    <a:pt x="5857665" y="1708954"/>
                  </a:lnTo>
                  <a:lnTo>
                    <a:pt x="5858291" y="1708102"/>
                  </a:lnTo>
                  <a:lnTo>
                    <a:pt x="5858918" y="1707264"/>
                  </a:lnTo>
                  <a:lnTo>
                    <a:pt x="5859544" y="1706440"/>
                  </a:lnTo>
                  <a:lnTo>
                    <a:pt x="5860171" y="1705635"/>
                  </a:lnTo>
                  <a:lnTo>
                    <a:pt x="5860797" y="1704868"/>
                  </a:lnTo>
                  <a:lnTo>
                    <a:pt x="5861424" y="1704141"/>
                  </a:lnTo>
                  <a:lnTo>
                    <a:pt x="5862051" y="1703462"/>
                  </a:lnTo>
                  <a:lnTo>
                    <a:pt x="5862677" y="1702831"/>
                  </a:lnTo>
                  <a:lnTo>
                    <a:pt x="5863304" y="1702245"/>
                  </a:lnTo>
                  <a:lnTo>
                    <a:pt x="5863930" y="1701678"/>
                  </a:lnTo>
                  <a:lnTo>
                    <a:pt x="5864557" y="1701119"/>
                  </a:lnTo>
                  <a:lnTo>
                    <a:pt x="5865183" y="1700583"/>
                  </a:lnTo>
                  <a:lnTo>
                    <a:pt x="5865810" y="1700068"/>
                  </a:lnTo>
                  <a:lnTo>
                    <a:pt x="5866436" y="1699586"/>
                  </a:lnTo>
                  <a:lnTo>
                    <a:pt x="5867063" y="1699133"/>
                  </a:lnTo>
                  <a:lnTo>
                    <a:pt x="5867690" y="1698728"/>
                  </a:lnTo>
                  <a:lnTo>
                    <a:pt x="5868316" y="1698365"/>
                  </a:lnTo>
                  <a:lnTo>
                    <a:pt x="5868943" y="1698036"/>
                  </a:lnTo>
                  <a:lnTo>
                    <a:pt x="5869569" y="1697743"/>
                  </a:lnTo>
                  <a:lnTo>
                    <a:pt x="5870196" y="1697468"/>
                  </a:lnTo>
                  <a:lnTo>
                    <a:pt x="5870822" y="1697213"/>
                  </a:lnTo>
                  <a:lnTo>
                    <a:pt x="5871449" y="1696958"/>
                  </a:lnTo>
                  <a:lnTo>
                    <a:pt x="5872075" y="1696708"/>
                  </a:lnTo>
                  <a:lnTo>
                    <a:pt x="5872702" y="1696469"/>
                  </a:lnTo>
                  <a:lnTo>
                    <a:pt x="5873329" y="1696244"/>
                  </a:lnTo>
                  <a:lnTo>
                    <a:pt x="5873955" y="1696046"/>
                  </a:lnTo>
                  <a:lnTo>
                    <a:pt x="5874582" y="1695880"/>
                  </a:lnTo>
                  <a:lnTo>
                    <a:pt x="5875208" y="1695728"/>
                  </a:lnTo>
                  <a:lnTo>
                    <a:pt x="5875835" y="1695588"/>
                  </a:lnTo>
                  <a:lnTo>
                    <a:pt x="5876461" y="1695436"/>
                  </a:lnTo>
                  <a:lnTo>
                    <a:pt x="5877088" y="1695236"/>
                  </a:lnTo>
                  <a:lnTo>
                    <a:pt x="5877714" y="1694965"/>
                  </a:lnTo>
                  <a:lnTo>
                    <a:pt x="5878341" y="1694638"/>
                  </a:lnTo>
                  <a:lnTo>
                    <a:pt x="5878968" y="1694282"/>
                  </a:lnTo>
                  <a:lnTo>
                    <a:pt x="5879594" y="1693890"/>
                  </a:lnTo>
                  <a:lnTo>
                    <a:pt x="5880221" y="1693499"/>
                  </a:lnTo>
                  <a:lnTo>
                    <a:pt x="5880847" y="1693107"/>
                  </a:lnTo>
                  <a:lnTo>
                    <a:pt x="5881474" y="1692691"/>
                  </a:lnTo>
                  <a:lnTo>
                    <a:pt x="5882100" y="1692246"/>
                  </a:lnTo>
                  <a:lnTo>
                    <a:pt x="5882727" y="1691778"/>
                  </a:lnTo>
                  <a:lnTo>
                    <a:pt x="5883353" y="1691288"/>
                  </a:lnTo>
                  <a:lnTo>
                    <a:pt x="5883980" y="1690781"/>
                  </a:lnTo>
                  <a:lnTo>
                    <a:pt x="5884607" y="1690261"/>
                  </a:lnTo>
                  <a:lnTo>
                    <a:pt x="5885233" y="1689733"/>
                  </a:lnTo>
                  <a:lnTo>
                    <a:pt x="5885860" y="1689226"/>
                  </a:lnTo>
                  <a:lnTo>
                    <a:pt x="5886486" y="1688757"/>
                  </a:lnTo>
                  <a:lnTo>
                    <a:pt x="5887113" y="1688336"/>
                  </a:lnTo>
                  <a:lnTo>
                    <a:pt x="5887739" y="1687966"/>
                  </a:lnTo>
                  <a:lnTo>
                    <a:pt x="5888366" y="1687635"/>
                  </a:lnTo>
                  <a:lnTo>
                    <a:pt x="5888992" y="1687341"/>
                  </a:lnTo>
                  <a:lnTo>
                    <a:pt x="5889619" y="1687072"/>
                  </a:lnTo>
                  <a:lnTo>
                    <a:pt x="5890246" y="1686845"/>
                  </a:lnTo>
                  <a:lnTo>
                    <a:pt x="5890872" y="1686694"/>
                  </a:lnTo>
                  <a:lnTo>
                    <a:pt x="5891499" y="1686654"/>
                  </a:lnTo>
                  <a:lnTo>
                    <a:pt x="5892125" y="1686715"/>
                  </a:lnTo>
                  <a:lnTo>
                    <a:pt x="5892752" y="1686888"/>
                  </a:lnTo>
                  <a:lnTo>
                    <a:pt x="5893378" y="1687176"/>
                  </a:lnTo>
                  <a:lnTo>
                    <a:pt x="5894005" y="1687584"/>
                  </a:lnTo>
                  <a:lnTo>
                    <a:pt x="5894631" y="1688100"/>
                  </a:lnTo>
                  <a:lnTo>
                    <a:pt x="5895258" y="1688721"/>
                  </a:lnTo>
                  <a:lnTo>
                    <a:pt x="5895885" y="1689459"/>
                  </a:lnTo>
                  <a:lnTo>
                    <a:pt x="5896511" y="1690320"/>
                  </a:lnTo>
                  <a:lnTo>
                    <a:pt x="5897138" y="1691300"/>
                  </a:lnTo>
                  <a:lnTo>
                    <a:pt x="5897764" y="1692404"/>
                  </a:lnTo>
                  <a:lnTo>
                    <a:pt x="5898391" y="1693630"/>
                  </a:lnTo>
                  <a:lnTo>
                    <a:pt x="5899017" y="1694977"/>
                  </a:lnTo>
                  <a:lnTo>
                    <a:pt x="5899644" y="1696431"/>
                  </a:lnTo>
                  <a:lnTo>
                    <a:pt x="5900270" y="1697999"/>
                  </a:lnTo>
                  <a:lnTo>
                    <a:pt x="5900897" y="1699650"/>
                  </a:lnTo>
                  <a:lnTo>
                    <a:pt x="5901524" y="1701383"/>
                  </a:lnTo>
                  <a:lnTo>
                    <a:pt x="5902150" y="1703164"/>
                  </a:lnTo>
                  <a:lnTo>
                    <a:pt x="5902777" y="1704995"/>
                  </a:lnTo>
                  <a:lnTo>
                    <a:pt x="5903403" y="1706869"/>
                  </a:lnTo>
                  <a:lnTo>
                    <a:pt x="5904030" y="1708782"/>
                  </a:lnTo>
                  <a:lnTo>
                    <a:pt x="5904656" y="1710735"/>
                  </a:lnTo>
                  <a:lnTo>
                    <a:pt x="5905283" y="1712724"/>
                  </a:lnTo>
                  <a:lnTo>
                    <a:pt x="5905909" y="1714747"/>
                  </a:lnTo>
                  <a:lnTo>
                    <a:pt x="5906536" y="1716807"/>
                  </a:lnTo>
                  <a:lnTo>
                    <a:pt x="5907163" y="1718895"/>
                  </a:lnTo>
                  <a:lnTo>
                    <a:pt x="5907789" y="1721013"/>
                  </a:lnTo>
                  <a:lnTo>
                    <a:pt x="5908416" y="1723154"/>
                  </a:lnTo>
                  <a:lnTo>
                    <a:pt x="5909042" y="1725320"/>
                  </a:lnTo>
                  <a:lnTo>
                    <a:pt x="5909669" y="1727507"/>
                  </a:lnTo>
                  <a:lnTo>
                    <a:pt x="5910295" y="1729703"/>
                  </a:lnTo>
                  <a:lnTo>
                    <a:pt x="5910922" y="1731889"/>
                  </a:lnTo>
                  <a:lnTo>
                    <a:pt x="5911548" y="1734063"/>
                  </a:lnTo>
                  <a:lnTo>
                    <a:pt x="5912175" y="1736197"/>
                  </a:lnTo>
                  <a:lnTo>
                    <a:pt x="5912802" y="1738295"/>
                  </a:lnTo>
                  <a:lnTo>
                    <a:pt x="5913428" y="1740364"/>
                  </a:lnTo>
                  <a:lnTo>
                    <a:pt x="5914055" y="1742409"/>
                  </a:lnTo>
                  <a:lnTo>
                    <a:pt x="5914681" y="1744428"/>
                  </a:lnTo>
                  <a:lnTo>
                    <a:pt x="5915308" y="1746415"/>
                  </a:lnTo>
                  <a:lnTo>
                    <a:pt x="5915934" y="1748369"/>
                  </a:lnTo>
                  <a:lnTo>
                    <a:pt x="5916561" y="1750290"/>
                  </a:lnTo>
                  <a:lnTo>
                    <a:pt x="5917187" y="1752158"/>
                  </a:lnTo>
                  <a:lnTo>
                    <a:pt x="5917814" y="1753952"/>
                  </a:lnTo>
                  <a:lnTo>
                    <a:pt x="5918441" y="1755668"/>
                  </a:lnTo>
                  <a:lnTo>
                    <a:pt x="5919067" y="1757283"/>
                  </a:lnTo>
                  <a:lnTo>
                    <a:pt x="5919694" y="1758803"/>
                  </a:lnTo>
                  <a:lnTo>
                    <a:pt x="5920320" y="1760244"/>
                  </a:lnTo>
                  <a:lnTo>
                    <a:pt x="5920947" y="1761614"/>
                  </a:lnTo>
                  <a:lnTo>
                    <a:pt x="5921573" y="1762907"/>
                  </a:lnTo>
                  <a:lnTo>
                    <a:pt x="5922200" y="1764106"/>
                  </a:lnTo>
                  <a:lnTo>
                    <a:pt x="5922826" y="1765191"/>
                  </a:lnTo>
                  <a:lnTo>
                    <a:pt x="5923453" y="1766113"/>
                  </a:lnTo>
                  <a:lnTo>
                    <a:pt x="5924080" y="1766858"/>
                  </a:lnTo>
                  <a:lnTo>
                    <a:pt x="5924706" y="1767414"/>
                  </a:lnTo>
                  <a:lnTo>
                    <a:pt x="5925333" y="1767779"/>
                  </a:lnTo>
                  <a:lnTo>
                    <a:pt x="5925959" y="1767958"/>
                  </a:lnTo>
                  <a:lnTo>
                    <a:pt x="5926586" y="1767970"/>
                  </a:lnTo>
                  <a:lnTo>
                    <a:pt x="5927212" y="1767826"/>
                  </a:lnTo>
                  <a:lnTo>
                    <a:pt x="5927839" y="1767536"/>
                  </a:lnTo>
                  <a:lnTo>
                    <a:pt x="5928465" y="1767115"/>
                  </a:lnTo>
                  <a:lnTo>
                    <a:pt x="5929092" y="1766562"/>
                  </a:lnTo>
                  <a:lnTo>
                    <a:pt x="5929719" y="1765873"/>
                  </a:lnTo>
                  <a:lnTo>
                    <a:pt x="5930345" y="1765032"/>
                  </a:lnTo>
                  <a:lnTo>
                    <a:pt x="5930972" y="1764051"/>
                  </a:lnTo>
                  <a:lnTo>
                    <a:pt x="5931598" y="1762942"/>
                  </a:lnTo>
                  <a:lnTo>
                    <a:pt x="5932225" y="1761714"/>
                  </a:lnTo>
                  <a:lnTo>
                    <a:pt x="5932851" y="1760423"/>
                  </a:lnTo>
                  <a:lnTo>
                    <a:pt x="5933478" y="1759078"/>
                  </a:lnTo>
                  <a:lnTo>
                    <a:pt x="5934104" y="1757709"/>
                  </a:lnTo>
                  <a:lnTo>
                    <a:pt x="5934731" y="1756314"/>
                  </a:lnTo>
                  <a:lnTo>
                    <a:pt x="5935358" y="1754887"/>
                  </a:lnTo>
                  <a:lnTo>
                    <a:pt x="5935984" y="1753428"/>
                  </a:lnTo>
                  <a:lnTo>
                    <a:pt x="5936611" y="1751934"/>
                  </a:lnTo>
                  <a:lnTo>
                    <a:pt x="5937237" y="1750396"/>
                  </a:lnTo>
                  <a:lnTo>
                    <a:pt x="5937864" y="1748810"/>
                  </a:lnTo>
                  <a:lnTo>
                    <a:pt x="5938490" y="1747174"/>
                  </a:lnTo>
                  <a:lnTo>
                    <a:pt x="5939117" y="1745488"/>
                  </a:lnTo>
                  <a:lnTo>
                    <a:pt x="5939743" y="1743770"/>
                  </a:lnTo>
                  <a:lnTo>
                    <a:pt x="5940370" y="1742034"/>
                  </a:lnTo>
                  <a:lnTo>
                    <a:pt x="5940997" y="1740279"/>
                  </a:lnTo>
                  <a:lnTo>
                    <a:pt x="5941623" y="1738510"/>
                  </a:lnTo>
                  <a:lnTo>
                    <a:pt x="5942250" y="1736727"/>
                  </a:lnTo>
                  <a:lnTo>
                    <a:pt x="5942876" y="1734931"/>
                  </a:lnTo>
                  <a:lnTo>
                    <a:pt x="5943503" y="1733124"/>
                  </a:lnTo>
                  <a:lnTo>
                    <a:pt x="5944129" y="1731309"/>
                  </a:lnTo>
                  <a:lnTo>
                    <a:pt x="5944756" y="1729483"/>
                  </a:lnTo>
                  <a:lnTo>
                    <a:pt x="5945382" y="1727644"/>
                  </a:lnTo>
                  <a:lnTo>
                    <a:pt x="5946009" y="1725786"/>
                  </a:lnTo>
                  <a:lnTo>
                    <a:pt x="5946635" y="1723912"/>
                  </a:lnTo>
                  <a:lnTo>
                    <a:pt x="5947262" y="1722028"/>
                  </a:lnTo>
                  <a:lnTo>
                    <a:pt x="5947889" y="1720138"/>
                  </a:lnTo>
                  <a:lnTo>
                    <a:pt x="5948515" y="1718226"/>
                  </a:lnTo>
                  <a:lnTo>
                    <a:pt x="5949142" y="1716301"/>
                  </a:lnTo>
                  <a:lnTo>
                    <a:pt x="5949768" y="1714375"/>
                  </a:lnTo>
                  <a:lnTo>
                    <a:pt x="5950395" y="1712443"/>
                  </a:lnTo>
                  <a:lnTo>
                    <a:pt x="5951021" y="1710521"/>
                  </a:lnTo>
                  <a:lnTo>
                    <a:pt x="5951648" y="1708608"/>
                  </a:lnTo>
                  <a:lnTo>
                    <a:pt x="5952274" y="1706703"/>
                  </a:lnTo>
                  <a:lnTo>
                    <a:pt x="5952901" y="1704813"/>
                  </a:lnTo>
                  <a:lnTo>
                    <a:pt x="5953528" y="1702956"/>
                  </a:lnTo>
                  <a:lnTo>
                    <a:pt x="5954154" y="1701135"/>
                  </a:lnTo>
                  <a:lnTo>
                    <a:pt x="5954781" y="1699368"/>
                  </a:lnTo>
                  <a:lnTo>
                    <a:pt x="5955407" y="1697690"/>
                  </a:lnTo>
                  <a:lnTo>
                    <a:pt x="5956034" y="1696111"/>
                  </a:lnTo>
                  <a:lnTo>
                    <a:pt x="5956660" y="1694630"/>
                  </a:lnTo>
                  <a:lnTo>
                    <a:pt x="5957287" y="1693247"/>
                  </a:lnTo>
                  <a:lnTo>
                    <a:pt x="5957913" y="1691969"/>
                  </a:lnTo>
                  <a:lnTo>
                    <a:pt x="5958540" y="1690791"/>
                  </a:lnTo>
                  <a:lnTo>
                    <a:pt x="5959167" y="1689706"/>
                  </a:lnTo>
                  <a:lnTo>
                    <a:pt x="5959793" y="1688719"/>
                  </a:lnTo>
                  <a:lnTo>
                    <a:pt x="5960420" y="1687819"/>
                  </a:lnTo>
                  <a:lnTo>
                    <a:pt x="5961046" y="1687000"/>
                  </a:lnTo>
                  <a:lnTo>
                    <a:pt x="5961673" y="1686256"/>
                  </a:lnTo>
                  <a:lnTo>
                    <a:pt x="5962299" y="1685594"/>
                  </a:lnTo>
                  <a:lnTo>
                    <a:pt x="5962926" y="1685002"/>
                  </a:lnTo>
                  <a:lnTo>
                    <a:pt x="5963552" y="1684477"/>
                  </a:lnTo>
                  <a:lnTo>
                    <a:pt x="5964179" y="1684005"/>
                  </a:lnTo>
                  <a:lnTo>
                    <a:pt x="5964806" y="1683554"/>
                  </a:lnTo>
                  <a:lnTo>
                    <a:pt x="5965432" y="1683118"/>
                  </a:lnTo>
                  <a:lnTo>
                    <a:pt x="5966059" y="1682687"/>
                  </a:lnTo>
                  <a:lnTo>
                    <a:pt x="5966685" y="1682258"/>
                  </a:lnTo>
                  <a:lnTo>
                    <a:pt x="5967312" y="1681835"/>
                  </a:lnTo>
                  <a:lnTo>
                    <a:pt x="5967938" y="1681416"/>
                  </a:lnTo>
                  <a:lnTo>
                    <a:pt x="5968565" y="1681005"/>
                  </a:lnTo>
                  <a:lnTo>
                    <a:pt x="5969191" y="1680603"/>
                  </a:lnTo>
                  <a:lnTo>
                    <a:pt x="5969818" y="1680215"/>
                  </a:lnTo>
                  <a:lnTo>
                    <a:pt x="5970445" y="1679846"/>
                  </a:lnTo>
                  <a:lnTo>
                    <a:pt x="5971071" y="1679481"/>
                  </a:lnTo>
                  <a:lnTo>
                    <a:pt x="5971698" y="1679096"/>
                  </a:lnTo>
                  <a:lnTo>
                    <a:pt x="5972324" y="1678676"/>
                  </a:lnTo>
                  <a:lnTo>
                    <a:pt x="5972951" y="1678226"/>
                  </a:lnTo>
                  <a:lnTo>
                    <a:pt x="5973577" y="1677741"/>
                  </a:lnTo>
                  <a:lnTo>
                    <a:pt x="5974204" y="1677222"/>
                  </a:lnTo>
                  <a:lnTo>
                    <a:pt x="5974830" y="1676666"/>
                  </a:lnTo>
                  <a:lnTo>
                    <a:pt x="5975457" y="1676069"/>
                  </a:lnTo>
                  <a:lnTo>
                    <a:pt x="5976084" y="1675436"/>
                  </a:lnTo>
                  <a:lnTo>
                    <a:pt x="5976710" y="1674755"/>
                  </a:lnTo>
                  <a:lnTo>
                    <a:pt x="5977337" y="1674034"/>
                  </a:lnTo>
                  <a:lnTo>
                    <a:pt x="5977963" y="1673283"/>
                  </a:lnTo>
                  <a:lnTo>
                    <a:pt x="5978590" y="1672487"/>
                  </a:lnTo>
                  <a:lnTo>
                    <a:pt x="5979216" y="1671632"/>
                  </a:lnTo>
                  <a:lnTo>
                    <a:pt x="5979843" y="1670734"/>
                  </a:lnTo>
                  <a:lnTo>
                    <a:pt x="5980469" y="1669819"/>
                  </a:lnTo>
                  <a:lnTo>
                    <a:pt x="5981096" y="1668900"/>
                  </a:lnTo>
                  <a:lnTo>
                    <a:pt x="5981723" y="1667998"/>
                  </a:lnTo>
                  <a:lnTo>
                    <a:pt x="5982349" y="1667118"/>
                  </a:lnTo>
                  <a:lnTo>
                    <a:pt x="5982976" y="1666277"/>
                  </a:lnTo>
                  <a:lnTo>
                    <a:pt x="5983602" y="1665478"/>
                  </a:lnTo>
                  <a:lnTo>
                    <a:pt x="5984229" y="1664749"/>
                  </a:lnTo>
                  <a:lnTo>
                    <a:pt x="5984855" y="1664092"/>
                  </a:lnTo>
                  <a:lnTo>
                    <a:pt x="5985482" y="1663522"/>
                  </a:lnTo>
                  <a:lnTo>
                    <a:pt x="5986108" y="1663070"/>
                  </a:lnTo>
                  <a:lnTo>
                    <a:pt x="5986735" y="1662748"/>
                  </a:lnTo>
                  <a:lnTo>
                    <a:pt x="5987362" y="1662549"/>
                  </a:lnTo>
                  <a:lnTo>
                    <a:pt x="5987988" y="1662495"/>
                  </a:lnTo>
                  <a:lnTo>
                    <a:pt x="5988615" y="1662596"/>
                  </a:lnTo>
                  <a:lnTo>
                    <a:pt x="5989241" y="1662851"/>
                  </a:lnTo>
                  <a:lnTo>
                    <a:pt x="5989868" y="1663241"/>
                  </a:lnTo>
                  <a:lnTo>
                    <a:pt x="5990494" y="1663758"/>
                  </a:lnTo>
                  <a:lnTo>
                    <a:pt x="5991121" y="1664386"/>
                  </a:lnTo>
                  <a:lnTo>
                    <a:pt x="5991747" y="1665097"/>
                  </a:lnTo>
                  <a:lnTo>
                    <a:pt x="5992374" y="1665883"/>
                  </a:lnTo>
                  <a:lnTo>
                    <a:pt x="5993001" y="1666761"/>
                  </a:lnTo>
                  <a:lnTo>
                    <a:pt x="5993627" y="1667730"/>
                  </a:lnTo>
                  <a:lnTo>
                    <a:pt x="5994254" y="1668785"/>
                  </a:lnTo>
                  <a:lnTo>
                    <a:pt x="5994880" y="1669918"/>
                  </a:lnTo>
                  <a:lnTo>
                    <a:pt x="5995507" y="1671106"/>
                  </a:lnTo>
                  <a:lnTo>
                    <a:pt x="5996133" y="1672334"/>
                  </a:lnTo>
                  <a:lnTo>
                    <a:pt x="5996760" y="1673606"/>
                  </a:lnTo>
                  <a:lnTo>
                    <a:pt x="5997386" y="1674911"/>
                  </a:lnTo>
                  <a:lnTo>
                    <a:pt x="5998013" y="1676260"/>
                  </a:lnTo>
                  <a:lnTo>
                    <a:pt x="5998640" y="1677647"/>
                  </a:lnTo>
                  <a:lnTo>
                    <a:pt x="5999266" y="1679075"/>
                  </a:lnTo>
                  <a:lnTo>
                    <a:pt x="5999893" y="1680559"/>
                  </a:lnTo>
                  <a:lnTo>
                    <a:pt x="6000519" y="1682101"/>
                  </a:lnTo>
                  <a:lnTo>
                    <a:pt x="6001146" y="1683705"/>
                  </a:lnTo>
                  <a:lnTo>
                    <a:pt x="6001772" y="1685376"/>
                  </a:lnTo>
                  <a:lnTo>
                    <a:pt x="6002399" y="1687091"/>
                  </a:lnTo>
                  <a:lnTo>
                    <a:pt x="6003025" y="1688852"/>
                  </a:lnTo>
                  <a:lnTo>
                    <a:pt x="6003652" y="1690670"/>
                  </a:lnTo>
                  <a:lnTo>
                    <a:pt x="6004279" y="1692537"/>
                  </a:lnTo>
                  <a:lnTo>
                    <a:pt x="6004905" y="1694446"/>
                  </a:lnTo>
                  <a:lnTo>
                    <a:pt x="6005532" y="1696395"/>
                  </a:lnTo>
                  <a:lnTo>
                    <a:pt x="6006158" y="1698382"/>
                  </a:lnTo>
                  <a:lnTo>
                    <a:pt x="6006785" y="1700410"/>
                  </a:lnTo>
                  <a:lnTo>
                    <a:pt x="6007411" y="1702483"/>
                  </a:lnTo>
                  <a:lnTo>
                    <a:pt x="6008038" y="1704597"/>
                  </a:lnTo>
                  <a:lnTo>
                    <a:pt x="6008664" y="1706760"/>
                  </a:lnTo>
                  <a:lnTo>
                    <a:pt x="6009291" y="1708959"/>
                  </a:lnTo>
                  <a:lnTo>
                    <a:pt x="6009918" y="1711184"/>
                  </a:lnTo>
                  <a:lnTo>
                    <a:pt x="6010544" y="1713449"/>
                  </a:lnTo>
                  <a:lnTo>
                    <a:pt x="6011171" y="1715781"/>
                  </a:lnTo>
                  <a:lnTo>
                    <a:pt x="6011797" y="1718159"/>
                  </a:lnTo>
                  <a:lnTo>
                    <a:pt x="6012424" y="1720569"/>
                  </a:lnTo>
                  <a:lnTo>
                    <a:pt x="6013050" y="1723008"/>
                  </a:lnTo>
                  <a:lnTo>
                    <a:pt x="6013677" y="1725461"/>
                  </a:lnTo>
                  <a:lnTo>
                    <a:pt x="6014303" y="1727938"/>
                  </a:lnTo>
                  <a:lnTo>
                    <a:pt x="6014930" y="1730431"/>
                  </a:lnTo>
                  <a:lnTo>
                    <a:pt x="6015557" y="1732933"/>
                  </a:lnTo>
                  <a:lnTo>
                    <a:pt x="6016183" y="1735414"/>
                  </a:lnTo>
                  <a:lnTo>
                    <a:pt x="6016810" y="1737867"/>
                  </a:lnTo>
                  <a:lnTo>
                    <a:pt x="6017436" y="1740277"/>
                  </a:lnTo>
                  <a:lnTo>
                    <a:pt x="6018063" y="1742610"/>
                  </a:lnTo>
                  <a:lnTo>
                    <a:pt x="6018689" y="1744864"/>
                  </a:lnTo>
                  <a:lnTo>
                    <a:pt x="6019316" y="1747036"/>
                  </a:lnTo>
                  <a:lnTo>
                    <a:pt x="6019942" y="1749108"/>
                  </a:lnTo>
                  <a:lnTo>
                    <a:pt x="6020569" y="1751053"/>
                  </a:lnTo>
                  <a:lnTo>
                    <a:pt x="6021196" y="1752871"/>
                  </a:lnTo>
                  <a:lnTo>
                    <a:pt x="6021822" y="1754568"/>
                  </a:lnTo>
                  <a:lnTo>
                    <a:pt x="6022449" y="1756132"/>
                  </a:lnTo>
                  <a:lnTo>
                    <a:pt x="6023075" y="1757579"/>
                  </a:lnTo>
                  <a:lnTo>
                    <a:pt x="6023702" y="1758914"/>
                  </a:lnTo>
                  <a:lnTo>
                    <a:pt x="6024328" y="1760124"/>
                  </a:lnTo>
                  <a:lnTo>
                    <a:pt x="6024955" y="1761194"/>
                  </a:lnTo>
                  <a:lnTo>
                    <a:pt x="6025581" y="1762110"/>
                  </a:lnTo>
                  <a:lnTo>
                    <a:pt x="6026208" y="1762882"/>
                  </a:lnTo>
                  <a:lnTo>
                    <a:pt x="6026835" y="1763530"/>
                  </a:lnTo>
                  <a:lnTo>
                    <a:pt x="6027461" y="1764079"/>
                  </a:lnTo>
                  <a:lnTo>
                    <a:pt x="6028088" y="1764535"/>
                  </a:lnTo>
                  <a:lnTo>
                    <a:pt x="6028714" y="1764908"/>
                  </a:lnTo>
                  <a:lnTo>
                    <a:pt x="6029341" y="1765204"/>
                  </a:lnTo>
                  <a:lnTo>
                    <a:pt x="6029967" y="1765417"/>
                  </a:lnTo>
                  <a:lnTo>
                    <a:pt x="6030594" y="1765559"/>
                  </a:lnTo>
                  <a:lnTo>
                    <a:pt x="6031220" y="1765627"/>
                  </a:lnTo>
                  <a:lnTo>
                    <a:pt x="6031847" y="1765614"/>
                  </a:lnTo>
                  <a:lnTo>
                    <a:pt x="6032474" y="1765516"/>
                  </a:lnTo>
                  <a:lnTo>
                    <a:pt x="6033100" y="1765331"/>
                  </a:lnTo>
                  <a:lnTo>
                    <a:pt x="6033727" y="1765098"/>
                  </a:lnTo>
                  <a:lnTo>
                    <a:pt x="6034353" y="1764846"/>
                  </a:lnTo>
                  <a:lnTo>
                    <a:pt x="6034980" y="1764621"/>
                  </a:lnTo>
                  <a:lnTo>
                    <a:pt x="6035606" y="1764421"/>
                  </a:lnTo>
                  <a:lnTo>
                    <a:pt x="6036233" y="1764253"/>
                  </a:lnTo>
                  <a:lnTo>
                    <a:pt x="6036859" y="1764120"/>
                  </a:lnTo>
                  <a:lnTo>
                    <a:pt x="6037486" y="1764025"/>
                  </a:lnTo>
                  <a:lnTo>
                    <a:pt x="6038113" y="1763969"/>
                  </a:lnTo>
                  <a:lnTo>
                    <a:pt x="6038739" y="1763945"/>
                  </a:lnTo>
                  <a:lnTo>
                    <a:pt x="6039366" y="1763957"/>
                  </a:lnTo>
                  <a:lnTo>
                    <a:pt x="6039992" y="1764005"/>
                  </a:lnTo>
                  <a:lnTo>
                    <a:pt x="6040619" y="1764081"/>
                  </a:lnTo>
                  <a:lnTo>
                    <a:pt x="6041245" y="1764198"/>
                  </a:lnTo>
                  <a:lnTo>
                    <a:pt x="6041872" y="1764366"/>
                  </a:lnTo>
                  <a:lnTo>
                    <a:pt x="6042498" y="1764568"/>
                  </a:lnTo>
                  <a:lnTo>
                    <a:pt x="6043125" y="1764776"/>
                  </a:lnTo>
                  <a:lnTo>
                    <a:pt x="6043752" y="1764979"/>
                  </a:lnTo>
                  <a:lnTo>
                    <a:pt x="6044378" y="1765174"/>
                  </a:lnTo>
                  <a:lnTo>
                    <a:pt x="6045005" y="1765355"/>
                  </a:lnTo>
                  <a:lnTo>
                    <a:pt x="6045631" y="1765500"/>
                  </a:lnTo>
                  <a:lnTo>
                    <a:pt x="6046258" y="1765608"/>
                  </a:lnTo>
                  <a:lnTo>
                    <a:pt x="6046884" y="1765679"/>
                  </a:lnTo>
                  <a:lnTo>
                    <a:pt x="6047511" y="1765719"/>
                  </a:lnTo>
                  <a:lnTo>
                    <a:pt x="6048137" y="1765729"/>
                  </a:lnTo>
                  <a:lnTo>
                    <a:pt x="6048764" y="1765711"/>
                  </a:lnTo>
                  <a:lnTo>
                    <a:pt x="6049391" y="1765662"/>
                  </a:lnTo>
                  <a:lnTo>
                    <a:pt x="6050017" y="1765589"/>
                  </a:lnTo>
                  <a:lnTo>
                    <a:pt x="6050644" y="1765462"/>
                  </a:lnTo>
                  <a:lnTo>
                    <a:pt x="6051270" y="1765271"/>
                  </a:lnTo>
                  <a:lnTo>
                    <a:pt x="6051897" y="1765014"/>
                  </a:lnTo>
                  <a:lnTo>
                    <a:pt x="6052523" y="1764710"/>
                  </a:lnTo>
                  <a:lnTo>
                    <a:pt x="6053150" y="1764359"/>
                  </a:lnTo>
                  <a:lnTo>
                    <a:pt x="6053776" y="1763957"/>
                  </a:lnTo>
                  <a:lnTo>
                    <a:pt x="6054403" y="1763532"/>
                  </a:lnTo>
                  <a:lnTo>
                    <a:pt x="6055030" y="1763091"/>
                  </a:lnTo>
                  <a:lnTo>
                    <a:pt x="6055656" y="1762630"/>
                  </a:lnTo>
                  <a:lnTo>
                    <a:pt x="6056283" y="1762168"/>
                  </a:lnTo>
                  <a:lnTo>
                    <a:pt x="6056909" y="1761706"/>
                  </a:lnTo>
                  <a:lnTo>
                    <a:pt x="6057536" y="1761265"/>
                  </a:lnTo>
                  <a:lnTo>
                    <a:pt x="6058162" y="1760837"/>
                  </a:lnTo>
                  <a:lnTo>
                    <a:pt x="6058789" y="1760422"/>
                  </a:lnTo>
                  <a:lnTo>
                    <a:pt x="6059415" y="1760015"/>
                  </a:lnTo>
                  <a:lnTo>
                    <a:pt x="6060042" y="1759634"/>
                  </a:lnTo>
                  <a:lnTo>
                    <a:pt x="6060669" y="1759272"/>
                  </a:lnTo>
                  <a:lnTo>
                    <a:pt x="6061295" y="1758940"/>
                  </a:lnTo>
                  <a:lnTo>
                    <a:pt x="6061922" y="1758640"/>
                  </a:lnTo>
                  <a:lnTo>
                    <a:pt x="6062548" y="1758372"/>
                  </a:lnTo>
                  <a:lnTo>
                    <a:pt x="6063175" y="1758137"/>
                  </a:lnTo>
                  <a:lnTo>
                    <a:pt x="6063801" y="1757938"/>
                  </a:lnTo>
                  <a:lnTo>
                    <a:pt x="6064428" y="1757771"/>
                  </a:lnTo>
                  <a:lnTo>
                    <a:pt x="6065054" y="1757626"/>
                  </a:lnTo>
                  <a:lnTo>
                    <a:pt x="6065681" y="1757452"/>
                  </a:lnTo>
                  <a:lnTo>
                    <a:pt x="6066308" y="1757239"/>
                  </a:lnTo>
                  <a:lnTo>
                    <a:pt x="6066934" y="1756970"/>
                  </a:lnTo>
                  <a:lnTo>
                    <a:pt x="6067561" y="1756653"/>
                  </a:lnTo>
                  <a:lnTo>
                    <a:pt x="6068187" y="1756290"/>
                  </a:lnTo>
                  <a:lnTo>
                    <a:pt x="6068814" y="1755880"/>
                  </a:lnTo>
                  <a:lnTo>
                    <a:pt x="6069440" y="1755426"/>
                  </a:lnTo>
                  <a:lnTo>
                    <a:pt x="6070067" y="1754928"/>
                  </a:lnTo>
                  <a:lnTo>
                    <a:pt x="6070693" y="1754382"/>
                  </a:lnTo>
                  <a:lnTo>
                    <a:pt x="6071320" y="1753773"/>
                  </a:lnTo>
                  <a:lnTo>
                    <a:pt x="6071947" y="1753098"/>
                  </a:lnTo>
                  <a:lnTo>
                    <a:pt x="6072573" y="1752364"/>
                  </a:lnTo>
                  <a:lnTo>
                    <a:pt x="6073200" y="1751560"/>
                  </a:lnTo>
                  <a:lnTo>
                    <a:pt x="6073826" y="1750684"/>
                  </a:lnTo>
                  <a:lnTo>
                    <a:pt x="6074453" y="1749767"/>
                  </a:lnTo>
                  <a:lnTo>
                    <a:pt x="6075079" y="1748828"/>
                  </a:lnTo>
                  <a:lnTo>
                    <a:pt x="6075706" y="1747885"/>
                  </a:lnTo>
                  <a:lnTo>
                    <a:pt x="6076332" y="1746935"/>
                  </a:lnTo>
                  <a:lnTo>
                    <a:pt x="6076959" y="1745970"/>
                  </a:lnTo>
                  <a:lnTo>
                    <a:pt x="6077586" y="1744997"/>
                  </a:lnTo>
                  <a:lnTo>
                    <a:pt x="6078212" y="1744018"/>
                  </a:lnTo>
                  <a:lnTo>
                    <a:pt x="6078839" y="1743034"/>
                  </a:lnTo>
                  <a:lnTo>
                    <a:pt x="6079465" y="1742044"/>
                  </a:lnTo>
                  <a:lnTo>
                    <a:pt x="6080092" y="1741061"/>
                  </a:lnTo>
                  <a:lnTo>
                    <a:pt x="6080718" y="1740097"/>
                  </a:lnTo>
                  <a:lnTo>
                    <a:pt x="6081345" y="1739145"/>
                  </a:lnTo>
                  <a:lnTo>
                    <a:pt x="6081971" y="1738209"/>
                  </a:lnTo>
                  <a:lnTo>
                    <a:pt x="6082598" y="1737306"/>
                  </a:lnTo>
                  <a:lnTo>
                    <a:pt x="6083225" y="1736450"/>
                  </a:lnTo>
                  <a:lnTo>
                    <a:pt x="6083851" y="1735639"/>
                  </a:lnTo>
                  <a:lnTo>
                    <a:pt x="6084478" y="1734869"/>
                  </a:lnTo>
                  <a:lnTo>
                    <a:pt x="6085104" y="1734137"/>
                  </a:lnTo>
                  <a:lnTo>
                    <a:pt x="6085731" y="1733438"/>
                  </a:lnTo>
                  <a:lnTo>
                    <a:pt x="6086357" y="1732776"/>
                  </a:lnTo>
                  <a:lnTo>
                    <a:pt x="6086984" y="1732175"/>
                  </a:lnTo>
                  <a:lnTo>
                    <a:pt x="6087610" y="1731625"/>
                  </a:lnTo>
                  <a:lnTo>
                    <a:pt x="6088237" y="1731143"/>
                  </a:lnTo>
                  <a:lnTo>
                    <a:pt x="6088864" y="1730730"/>
                  </a:lnTo>
                  <a:lnTo>
                    <a:pt x="6089490" y="1730385"/>
                  </a:lnTo>
                  <a:lnTo>
                    <a:pt x="6090117" y="1730119"/>
                  </a:lnTo>
                  <a:lnTo>
                    <a:pt x="6090743" y="1729931"/>
                  </a:lnTo>
                  <a:lnTo>
                    <a:pt x="6091370" y="1729822"/>
                  </a:lnTo>
                  <a:lnTo>
                    <a:pt x="6091996" y="1729789"/>
                  </a:lnTo>
                  <a:lnTo>
                    <a:pt x="6092623" y="1729834"/>
                  </a:lnTo>
                  <a:lnTo>
                    <a:pt x="6093249" y="1729955"/>
                  </a:lnTo>
                  <a:lnTo>
                    <a:pt x="6093876" y="1730145"/>
                  </a:lnTo>
                  <a:lnTo>
                    <a:pt x="6094503" y="1730387"/>
                  </a:lnTo>
                  <a:lnTo>
                    <a:pt x="6095129" y="1730688"/>
                  </a:lnTo>
                  <a:lnTo>
                    <a:pt x="6095756" y="1731036"/>
                  </a:lnTo>
                  <a:lnTo>
                    <a:pt x="6096382" y="1731410"/>
                  </a:lnTo>
                  <a:lnTo>
                    <a:pt x="6097009" y="1731837"/>
                  </a:lnTo>
                  <a:lnTo>
                    <a:pt x="6097635" y="1732301"/>
                  </a:lnTo>
                  <a:lnTo>
                    <a:pt x="6098262" y="1732800"/>
                  </a:lnTo>
                  <a:lnTo>
                    <a:pt x="6098888" y="1733313"/>
                  </a:lnTo>
                  <a:lnTo>
                    <a:pt x="6099515" y="1733828"/>
                  </a:lnTo>
                  <a:lnTo>
                    <a:pt x="6100142" y="1734345"/>
                  </a:lnTo>
                  <a:lnTo>
                    <a:pt x="6100768" y="1734870"/>
                  </a:lnTo>
                  <a:lnTo>
                    <a:pt x="6101395" y="1735400"/>
                  </a:lnTo>
                  <a:lnTo>
                    <a:pt x="6102021" y="1735936"/>
                  </a:lnTo>
                  <a:lnTo>
                    <a:pt x="6102648" y="1736476"/>
                  </a:lnTo>
                  <a:lnTo>
                    <a:pt x="6103274" y="1737041"/>
                  </a:lnTo>
                  <a:lnTo>
                    <a:pt x="6103901" y="1737657"/>
                  </a:lnTo>
                  <a:lnTo>
                    <a:pt x="6104527" y="1738318"/>
                  </a:lnTo>
                  <a:lnTo>
                    <a:pt x="6105154" y="1739032"/>
                  </a:lnTo>
                  <a:lnTo>
                    <a:pt x="6105781" y="1739794"/>
                  </a:lnTo>
                  <a:lnTo>
                    <a:pt x="6106407" y="1740590"/>
                  </a:lnTo>
                  <a:lnTo>
                    <a:pt x="6107034" y="1741422"/>
                  </a:lnTo>
                  <a:lnTo>
                    <a:pt x="6107660" y="1742285"/>
                  </a:lnTo>
                  <a:lnTo>
                    <a:pt x="6108287" y="1743185"/>
                  </a:lnTo>
                  <a:lnTo>
                    <a:pt x="6108913" y="1744125"/>
                  </a:lnTo>
                  <a:lnTo>
                    <a:pt x="6109540" y="1745105"/>
                  </a:lnTo>
                  <a:lnTo>
                    <a:pt x="6110166" y="1746120"/>
                  </a:lnTo>
                  <a:lnTo>
                    <a:pt x="6110793" y="1747158"/>
                  </a:lnTo>
                  <a:lnTo>
                    <a:pt x="6111420" y="1748212"/>
                  </a:lnTo>
                  <a:lnTo>
                    <a:pt x="6112046" y="1749273"/>
                  </a:lnTo>
                  <a:lnTo>
                    <a:pt x="6112673" y="1750326"/>
                  </a:lnTo>
                  <a:lnTo>
                    <a:pt x="6113299" y="1751380"/>
                  </a:lnTo>
                  <a:lnTo>
                    <a:pt x="6113926" y="1752431"/>
                  </a:lnTo>
                  <a:lnTo>
                    <a:pt x="6114552" y="1753480"/>
                  </a:lnTo>
                  <a:lnTo>
                    <a:pt x="6115179" y="1754528"/>
                  </a:lnTo>
                  <a:lnTo>
                    <a:pt x="6115805" y="1755571"/>
                  </a:lnTo>
                  <a:lnTo>
                    <a:pt x="6116432" y="1756618"/>
                  </a:lnTo>
                  <a:lnTo>
                    <a:pt x="6117059" y="1757670"/>
                  </a:lnTo>
                  <a:lnTo>
                    <a:pt x="6117685" y="1758738"/>
                  </a:lnTo>
                  <a:lnTo>
                    <a:pt x="6118312" y="1759792"/>
                  </a:lnTo>
                  <a:lnTo>
                    <a:pt x="6118938" y="1760797"/>
                  </a:lnTo>
                  <a:lnTo>
                    <a:pt x="6119565" y="1761772"/>
                  </a:lnTo>
                  <a:lnTo>
                    <a:pt x="6120191" y="1762701"/>
                  </a:lnTo>
                  <a:lnTo>
                    <a:pt x="6120818" y="1763588"/>
                  </a:lnTo>
                  <a:lnTo>
                    <a:pt x="6121444" y="1764433"/>
                  </a:lnTo>
                  <a:lnTo>
                    <a:pt x="6122071" y="1765230"/>
                  </a:lnTo>
                  <a:lnTo>
                    <a:pt x="6122698" y="1765969"/>
                  </a:lnTo>
                  <a:lnTo>
                    <a:pt x="6123324" y="1766631"/>
                  </a:lnTo>
                  <a:lnTo>
                    <a:pt x="6123951" y="1767219"/>
                  </a:lnTo>
                  <a:lnTo>
                    <a:pt x="6124577" y="1767726"/>
                  </a:lnTo>
                  <a:lnTo>
                    <a:pt x="6125204" y="1768145"/>
                  </a:lnTo>
                  <a:lnTo>
                    <a:pt x="6125830" y="1768482"/>
                  </a:lnTo>
                  <a:lnTo>
                    <a:pt x="6126457" y="1768752"/>
                  </a:lnTo>
                  <a:lnTo>
                    <a:pt x="6127083" y="1768939"/>
                  </a:lnTo>
                  <a:lnTo>
                    <a:pt x="6127710" y="1769086"/>
                  </a:lnTo>
                  <a:lnTo>
                    <a:pt x="6128337" y="1769233"/>
                  </a:lnTo>
                  <a:lnTo>
                    <a:pt x="6128963" y="1769371"/>
                  </a:lnTo>
                  <a:lnTo>
                    <a:pt x="6129590" y="1769507"/>
                  </a:lnTo>
                  <a:lnTo>
                    <a:pt x="6130216" y="1769639"/>
                  </a:lnTo>
                  <a:lnTo>
                    <a:pt x="6130843" y="1769782"/>
                  </a:lnTo>
                  <a:lnTo>
                    <a:pt x="6131469" y="1769941"/>
                  </a:lnTo>
                  <a:lnTo>
                    <a:pt x="6132096" y="1770120"/>
                  </a:lnTo>
                  <a:lnTo>
                    <a:pt x="6132722" y="1770330"/>
                  </a:lnTo>
                  <a:lnTo>
                    <a:pt x="6133349" y="1770585"/>
                  </a:lnTo>
                  <a:lnTo>
                    <a:pt x="6133976" y="1770893"/>
                  </a:lnTo>
                  <a:lnTo>
                    <a:pt x="6134602" y="1771272"/>
                  </a:lnTo>
                  <a:lnTo>
                    <a:pt x="6135229" y="1771708"/>
                  </a:lnTo>
                  <a:lnTo>
                    <a:pt x="6135855" y="1772181"/>
                  </a:lnTo>
                  <a:lnTo>
                    <a:pt x="6136482" y="1772686"/>
                  </a:lnTo>
                  <a:lnTo>
                    <a:pt x="6137108" y="1773210"/>
                  </a:lnTo>
                  <a:lnTo>
                    <a:pt x="6137735" y="1773738"/>
                  </a:lnTo>
                  <a:lnTo>
                    <a:pt x="6138361" y="1774264"/>
                  </a:lnTo>
                  <a:lnTo>
                    <a:pt x="6138988" y="1774792"/>
                  </a:lnTo>
                  <a:lnTo>
                    <a:pt x="6139615" y="1775317"/>
                  </a:lnTo>
                  <a:lnTo>
                    <a:pt x="6140241" y="1775847"/>
                  </a:lnTo>
                  <a:lnTo>
                    <a:pt x="6140868" y="1776374"/>
                  </a:lnTo>
                  <a:lnTo>
                    <a:pt x="6141494" y="1776897"/>
                  </a:lnTo>
                  <a:lnTo>
                    <a:pt x="6142121" y="1777420"/>
                  </a:lnTo>
                  <a:lnTo>
                    <a:pt x="6142747" y="1777939"/>
                  </a:lnTo>
                  <a:lnTo>
                    <a:pt x="6143374" y="1778445"/>
                  </a:lnTo>
                  <a:lnTo>
                    <a:pt x="6144000" y="1778938"/>
                  </a:lnTo>
                  <a:lnTo>
                    <a:pt x="6144627" y="1779420"/>
                  </a:lnTo>
                  <a:lnTo>
                    <a:pt x="6145254" y="1779891"/>
                  </a:lnTo>
                  <a:lnTo>
                    <a:pt x="6145880" y="1780356"/>
                  </a:lnTo>
                  <a:lnTo>
                    <a:pt x="6146507" y="1780816"/>
                  </a:lnTo>
                  <a:lnTo>
                    <a:pt x="6147133" y="1781278"/>
                  </a:lnTo>
                  <a:lnTo>
                    <a:pt x="6147760" y="1781739"/>
                  </a:lnTo>
                  <a:lnTo>
                    <a:pt x="6148386" y="1782196"/>
                  </a:lnTo>
                  <a:lnTo>
                    <a:pt x="6149013" y="1782644"/>
                  </a:lnTo>
                  <a:lnTo>
                    <a:pt x="6149639" y="1783065"/>
                  </a:lnTo>
                  <a:lnTo>
                    <a:pt x="6150266" y="1783498"/>
                  </a:lnTo>
                  <a:lnTo>
                    <a:pt x="6150893" y="1783956"/>
                  </a:lnTo>
                  <a:lnTo>
                    <a:pt x="6151519" y="1784437"/>
                  </a:lnTo>
                  <a:lnTo>
                    <a:pt x="6152146" y="1784932"/>
                  </a:lnTo>
                  <a:lnTo>
                    <a:pt x="6152772" y="1785432"/>
                  </a:lnTo>
                  <a:lnTo>
                    <a:pt x="6153399" y="1785938"/>
                  </a:lnTo>
                  <a:lnTo>
                    <a:pt x="6154025" y="1786448"/>
                  </a:lnTo>
                  <a:lnTo>
                    <a:pt x="6154652" y="1786963"/>
                  </a:lnTo>
                  <a:lnTo>
                    <a:pt x="6155278" y="1787496"/>
                  </a:lnTo>
                  <a:lnTo>
                    <a:pt x="6155905" y="1788032"/>
                  </a:lnTo>
                  <a:lnTo>
                    <a:pt x="6156532" y="1788576"/>
                  </a:lnTo>
                  <a:lnTo>
                    <a:pt x="6157158" y="1789149"/>
                  </a:lnTo>
                  <a:lnTo>
                    <a:pt x="6157785" y="1789740"/>
                  </a:lnTo>
                  <a:lnTo>
                    <a:pt x="6158411" y="1790364"/>
                  </a:lnTo>
                  <a:lnTo>
                    <a:pt x="6159038" y="1791032"/>
                  </a:lnTo>
                  <a:lnTo>
                    <a:pt x="6159664" y="1791696"/>
                  </a:lnTo>
                  <a:lnTo>
                    <a:pt x="6160291" y="1792327"/>
                  </a:lnTo>
                  <a:lnTo>
                    <a:pt x="6160917" y="1792919"/>
                  </a:lnTo>
                  <a:lnTo>
                    <a:pt x="6161544" y="1793502"/>
                  </a:lnTo>
                  <a:lnTo>
                    <a:pt x="6162171" y="1794081"/>
                  </a:lnTo>
                  <a:lnTo>
                    <a:pt x="6162797" y="1794652"/>
                  </a:lnTo>
                  <a:lnTo>
                    <a:pt x="6163424" y="1795211"/>
                  </a:lnTo>
                  <a:lnTo>
                    <a:pt x="6164050" y="1795758"/>
                  </a:lnTo>
                  <a:lnTo>
                    <a:pt x="6164677" y="1796278"/>
                  </a:lnTo>
                  <a:lnTo>
                    <a:pt x="6165303" y="1796769"/>
                  </a:lnTo>
                  <a:lnTo>
                    <a:pt x="6165930" y="1797217"/>
                  </a:lnTo>
                  <a:lnTo>
                    <a:pt x="6166556" y="1797598"/>
                  </a:lnTo>
                  <a:lnTo>
                    <a:pt x="6167183" y="1797894"/>
                  </a:lnTo>
                  <a:lnTo>
                    <a:pt x="6167810" y="1798092"/>
                  </a:lnTo>
                  <a:lnTo>
                    <a:pt x="6168436" y="1798189"/>
                  </a:lnTo>
                  <a:lnTo>
                    <a:pt x="6169063" y="1798193"/>
                  </a:lnTo>
                  <a:lnTo>
                    <a:pt x="6169689" y="1798109"/>
                  </a:lnTo>
                  <a:lnTo>
                    <a:pt x="6170316" y="1797943"/>
                  </a:lnTo>
                  <a:lnTo>
                    <a:pt x="6170942" y="1797691"/>
                  </a:lnTo>
                  <a:lnTo>
                    <a:pt x="6171569" y="1797356"/>
                  </a:lnTo>
                  <a:lnTo>
                    <a:pt x="6172195" y="1796935"/>
                  </a:lnTo>
                  <a:lnTo>
                    <a:pt x="6172822" y="1796441"/>
                  </a:lnTo>
                  <a:lnTo>
                    <a:pt x="6173449" y="1795886"/>
                  </a:lnTo>
                  <a:lnTo>
                    <a:pt x="6174075" y="1795274"/>
                  </a:lnTo>
                  <a:lnTo>
                    <a:pt x="6174702" y="1794617"/>
                  </a:lnTo>
                  <a:lnTo>
                    <a:pt x="6175328" y="1793931"/>
                  </a:lnTo>
                  <a:lnTo>
                    <a:pt x="6175955" y="1793211"/>
                  </a:lnTo>
                  <a:lnTo>
                    <a:pt x="6176581" y="1792480"/>
                  </a:lnTo>
                  <a:lnTo>
                    <a:pt x="6177208" y="1791744"/>
                  </a:lnTo>
                  <a:lnTo>
                    <a:pt x="6177834" y="1791017"/>
                  </a:lnTo>
                  <a:lnTo>
                    <a:pt x="6178461" y="1790306"/>
                  </a:lnTo>
                  <a:lnTo>
                    <a:pt x="6179088" y="1789602"/>
                  </a:lnTo>
                  <a:lnTo>
                    <a:pt x="6179714" y="1788914"/>
                  </a:lnTo>
                  <a:lnTo>
                    <a:pt x="6180341" y="1788236"/>
                  </a:lnTo>
                  <a:lnTo>
                    <a:pt x="6180967" y="1787592"/>
                  </a:lnTo>
                  <a:lnTo>
                    <a:pt x="6181594" y="1787002"/>
                  </a:lnTo>
                  <a:lnTo>
                    <a:pt x="6182220" y="1786442"/>
                  </a:lnTo>
                  <a:lnTo>
                    <a:pt x="6182847" y="1785899"/>
                  </a:lnTo>
                  <a:lnTo>
                    <a:pt x="6183473" y="1785369"/>
                  </a:lnTo>
                  <a:lnTo>
                    <a:pt x="6184100" y="1784856"/>
                  </a:lnTo>
                  <a:lnTo>
                    <a:pt x="6184726" y="1784372"/>
                  </a:lnTo>
                  <a:lnTo>
                    <a:pt x="6185353" y="1783921"/>
                  </a:lnTo>
                  <a:lnTo>
                    <a:pt x="6185980" y="1783528"/>
                  </a:lnTo>
                  <a:lnTo>
                    <a:pt x="6186606" y="1783193"/>
                  </a:lnTo>
                  <a:lnTo>
                    <a:pt x="6187233" y="1782921"/>
                  </a:lnTo>
                  <a:lnTo>
                    <a:pt x="6187859" y="1782721"/>
                  </a:lnTo>
                  <a:lnTo>
                    <a:pt x="6188486" y="1782588"/>
                  </a:lnTo>
                  <a:lnTo>
                    <a:pt x="6189112" y="1782501"/>
                  </a:lnTo>
                  <a:lnTo>
                    <a:pt x="6189739" y="1782480"/>
                  </a:lnTo>
                  <a:lnTo>
                    <a:pt x="6190365" y="1782490"/>
                  </a:lnTo>
                  <a:lnTo>
                    <a:pt x="6190992" y="1782515"/>
                  </a:lnTo>
                  <a:lnTo>
                    <a:pt x="6191619" y="1782573"/>
                  </a:lnTo>
                  <a:lnTo>
                    <a:pt x="6192245" y="1782684"/>
                  </a:lnTo>
                  <a:lnTo>
                    <a:pt x="6192872" y="1782847"/>
                  </a:lnTo>
                  <a:lnTo>
                    <a:pt x="6193498" y="1783043"/>
                  </a:lnTo>
                  <a:lnTo>
                    <a:pt x="6194125" y="1783261"/>
                  </a:lnTo>
                  <a:lnTo>
                    <a:pt x="6194751" y="1783493"/>
                  </a:lnTo>
                  <a:lnTo>
                    <a:pt x="6195378" y="1783713"/>
                  </a:lnTo>
                  <a:lnTo>
                    <a:pt x="6196004" y="1783918"/>
                  </a:lnTo>
                  <a:lnTo>
                    <a:pt x="6196631" y="1784102"/>
                  </a:lnTo>
                  <a:lnTo>
                    <a:pt x="6197258" y="1784258"/>
                  </a:lnTo>
                  <a:lnTo>
                    <a:pt x="6197884" y="1784396"/>
                  </a:lnTo>
                  <a:lnTo>
                    <a:pt x="6197893" y="1826954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4572109" y="1965959"/>
              <a:ext cx="0" cy="1897221"/>
            </a:xfrm>
            <a:custGeom>
              <a:avLst/>
              <a:pathLst>
                <a:path w="0" h="1897221">
                  <a:moveTo>
                    <a:pt x="0" y="18972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4572140" y="1965959"/>
              <a:ext cx="0" cy="1897221"/>
            </a:xfrm>
            <a:custGeom>
              <a:avLst/>
              <a:pathLst>
                <a:path w="0" h="1897221">
                  <a:moveTo>
                    <a:pt x="0" y="18972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4572109" y="1965959"/>
              <a:ext cx="0" cy="1897221"/>
            </a:xfrm>
            <a:custGeom>
              <a:avLst/>
              <a:pathLst>
                <a:path w="0" h="1897221">
                  <a:moveTo>
                    <a:pt x="0" y="18972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050" cap="rnd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1502039" y="5582279"/>
              <a:ext cx="247155" cy="178123"/>
            </a:xfrm>
            <a:custGeom>
              <a:avLst/>
              <a:pathLst>
                <a:path w="247155" h="178123">
                  <a:moveTo>
                    <a:pt x="0" y="178123"/>
                  </a:moveTo>
                  <a:lnTo>
                    <a:pt x="356" y="177526"/>
                  </a:lnTo>
                  <a:lnTo>
                    <a:pt x="983" y="176407"/>
                  </a:lnTo>
                  <a:lnTo>
                    <a:pt x="1609" y="175228"/>
                  </a:lnTo>
                  <a:lnTo>
                    <a:pt x="2236" y="174010"/>
                  </a:lnTo>
                  <a:lnTo>
                    <a:pt x="2862" y="172752"/>
                  </a:lnTo>
                  <a:lnTo>
                    <a:pt x="3489" y="171485"/>
                  </a:lnTo>
                  <a:lnTo>
                    <a:pt x="4116" y="170184"/>
                  </a:lnTo>
                  <a:lnTo>
                    <a:pt x="4742" y="168857"/>
                  </a:lnTo>
                  <a:lnTo>
                    <a:pt x="5369" y="167526"/>
                  </a:lnTo>
                  <a:lnTo>
                    <a:pt x="5995" y="166192"/>
                  </a:lnTo>
                  <a:lnTo>
                    <a:pt x="6622" y="164855"/>
                  </a:lnTo>
                  <a:lnTo>
                    <a:pt x="7248" y="163527"/>
                  </a:lnTo>
                  <a:lnTo>
                    <a:pt x="7875" y="162215"/>
                  </a:lnTo>
                  <a:lnTo>
                    <a:pt x="8501" y="160911"/>
                  </a:lnTo>
                  <a:lnTo>
                    <a:pt x="9128" y="159600"/>
                  </a:lnTo>
                  <a:lnTo>
                    <a:pt x="9755" y="158273"/>
                  </a:lnTo>
                  <a:lnTo>
                    <a:pt x="10381" y="156937"/>
                  </a:lnTo>
                  <a:lnTo>
                    <a:pt x="11008" y="155579"/>
                  </a:lnTo>
                  <a:lnTo>
                    <a:pt x="11634" y="154170"/>
                  </a:lnTo>
                  <a:lnTo>
                    <a:pt x="12261" y="152715"/>
                  </a:lnTo>
                  <a:lnTo>
                    <a:pt x="12887" y="151214"/>
                  </a:lnTo>
                  <a:lnTo>
                    <a:pt x="13514" y="149683"/>
                  </a:lnTo>
                  <a:lnTo>
                    <a:pt x="14140" y="148132"/>
                  </a:lnTo>
                  <a:lnTo>
                    <a:pt x="14767" y="146561"/>
                  </a:lnTo>
                  <a:lnTo>
                    <a:pt x="15394" y="144975"/>
                  </a:lnTo>
                  <a:lnTo>
                    <a:pt x="16020" y="143376"/>
                  </a:lnTo>
                  <a:lnTo>
                    <a:pt x="16647" y="141760"/>
                  </a:lnTo>
                  <a:lnTo>
                    <a:pt x="17273" y="140106"/>
                  </a:lnTo>
                  <a:lnTo>
                    <a:pt x="17900" y="138414"/>
                  </a:lnTo>
                  <a:lnTo>
                    <a:pt x="18526" y="136699"/>
                  </a:lnTo>
                  <a:lnTo>
                    <a:pt x="19153" y="135006"/>
                  </a:lnTo>
                  <a:lnTo>
                    <a:pt x="19779" y="133351"/>
                  </a:lnTo>
                  <a:lnTo>
                    <a:pt x="20406" y="131741"/>
                  </a:lnTo>
                  <a:lnTo>
                    <a:pt x="21033" y="130178"/>
                  </a:lnTo>
                  <a:lnTo>
                    <a:pt x="21659" y="128674"/>
                  </a:lnTo>
                  <a:lnTo>
                    <a:pt x="22286" y="127235"/>
                  </a:lnTo>
                  <a:lnTo>
                    <a:pt x="22912" y="125868"/>
                  </a:lnTo>
                  <a:lnTo>
                    <a:pt x="23539" y="124563"/>
                  </a:lnTo>
                  <a:lnTo>
                    <a:pt x="24165" y="123308"/>
                  </a:lnTo>
                  <a:lnTo>
                    <a:pt x="24792" y="122100"/>
                  </a:lnTo>
                  <a:lnTo>
                    <a:pt x="25418" y="120936"/>
                  </a:lnTo>
                  <a:lnTo>
                    <a:pt x="26045" y="119845"/>
                  </a:lnTo>
                  <a:lnTo>
                    <a:pt x="26672" y="118836"/>
                  </a:lnTo>
                  <a:lnTo>
                    <a:pt x="27298" y="117909"/>
                  </a:lnTo>
                  <a:lnTo>
                    <a:pt x="27925" y="117060"/>
                  </a:lnTo>
                  <a:lnTo>
                    <a:pt x="28551" y="116259"/>
                  </a:lnTo>
                  <a:lnTo>
                    <a:pt x="29178" y="115501"/>
                  </a:lnTo>
                  <a:lnTo>
                    <a:pt x="29804" y="114783"/>
                  </a:lnTo>
                  <a:lnTo>
                    <a:pt x="30431" y="114105"/>
                  </a:lnTo>
                  <a:lnTo>
                    <a:pt x="31057" y="113452"/>
                  </a:lnTo>
                  <a:lnTo>
                    <a:pt x="31684" y="112829"/>
                  </a:lnTo>
                  <a:lnTo>
                    <a:pt x="32311" y="112220"/>
                  </a:lnTo>
                  <a:lnTo>
                    <a:pt x="32937" y="111634"/>
                  </a:lnTo>
                  <a:lnTo>
                    <a:pt x="33564" y="111055"/>
                  </a:lnTo>
                  <a:lnTo>
                    <a:pt x="34190" y="110462"/>
                  </a:lnTo>
                  <a:lnTo>
                    <a:pt x="34817" y="109855"/>
                  </a:lnTo>
                  <a:lnTo>
                    <a:pt x="35443" y="109222"/>
                  </a:lnTo>
                  <a:lnTo>
                    <a:pt x="36070" y="108585"/>
                  </a:lnTo>
                  <a:lnTo>
                    <a:pt x="36696" y="107952"/>
                  </a:lnTo>
                  <a:lnTo>
                    <a:pt x="37323" y="107304"/>
                  </a:lnTo>
                  <a:lnTo>
                    <a:pt x="37950" y="106659"/>
                  </a:lnTo>
                  <a:lnTo>
                    <a:pt x="38576" y="106017"/>
                  </a:lnTo>
                  <a:lnTo>
                    <a:pt x="39203" y="105378"/>
                  </a:lnTo>
                  <a:lnTo>
                    <a:pt x="39829" y="104743"/>
                  </a:lnTo>
                  <a:lnTo>
                    <a:pt x="40456" y="104127"/>
                  </a:lnTo>
                  <a:lnTo>
                    <a:pt x="41082" y="103543"/>
                  </a:lnTo>
                  <a:lnTo>
                    <a:pt x="41709" y="103018"/>
                  </a:lnTo>
                  <a:lnTo>
                    <a:pt x="42335" y="102546"/>
                  </a:lnTo>
                  <a:lnTo>
                    <a:pt x="42962" y="102143"/>
                  </a:lnTo>
                  <a:lnTo>
                    <a:pt x="43589" y="101828"/>
                  </a:lnTo>
                  <a:lnTo>
                    <a:pt x="44215" y="101605"/>
                  </a:lnTo>
                  <a:lnTo>
                    <a:pt x="44842" y="101456"/>
                  </a:lnTo>
                  <a:lnTo>
                    <a:pt x="45468" y="101372"/>
                  </a:lnTo>
                  <a:lnTo>
                    <a:pt x="46095" y="101351"/>
                  </a:lnTo>
                  <a:lnTo>
                    <a:pt x="46721" y="101392"/>
                  </a:lnTo>
                  <a:lnTo>
                    <a:pt x="47348" y="101483"/>
                  </a:lnTo>
                  <a:lnTo>
                    <a:pt x="47974" y="101626"/>
                  </a:lnTo>
                  <a:lnTo>
                    <a:pt x="48601" y="101821"/>
                  </a:lnTo>
                  <a:lnTo>
                    <a:pt x="49228" y="102084"/>
                  </a:lnTo>
                  <a:lnTo>
                    <a:pt x="49854" y="102441"/>
                  </a:lnTo>
                  <a:lnTo>
                    <a:pt x="50481" y="102895"/>
                  </a:lnTo>
                  <a:lnTo>
                    <a:pt x="51107" y="103425"/>
                  </a:lnTo>
                  <a:lnTo>
                    <a:pt x="51734" y="104018"/>
                  </a:lnTo>
                  <a:lnTo>
                    <a:pt x="52360" y="104665"/>
                  </a:lnTo>
                  <a:lnTo>
                    <a:pt x="52987" y="105372"/>
                  </a:lnTo>
                  <a:lnTo>
                    <a:pt x="53613" y="106148"/>
                  </a:lnTo>
                  <a:lnTo>
                    <a:pt x="54240" y="106994"/>
                  </a:lnTo>
                  <a:lnTo>
                    <a:pt x="54867" y="107911"/>
                  </a:lnTo>
                  <a:lnTo>
                    <a:pt x="55493" y="108888"/>
                  </a:lnTo>
                  <a:lnTo>
                    <a:pt x="56120" y="109951"/>
                  </a:lnTo>
                  <a:lnTo>
                    <a:pt x="56746" y="111090"/>
                  </a:lnTo>
                  <a:lnTo>
                    <a:pt x="57373" y="112297"/>
                  </a:lnTo>
                  <a:lnTo>
                    <a:pt x="57999" y="113563"/>
                  </a:lnTo>
                  <a:lnTo>
                    <a:pt x="58626" y="114869"/>
                  </a:lnTo>
                  <a:lnTo>
                    <a:pt x="59252" y="116197"/>
                  </a:lnTo>
                  <a:lnTo>
                    <a:pt x="59879" y="117544"/>
                  </a:lnTo>
                  <a:lnTo>
                    <a:pt x="60506" y="118915"/>
                  </a:lnTo>
                  <a:lnTo>
                    <a:pt x="61132" y="120324"/>
                  </a:lnTo>
                  <a:lnTo>
                    <a:pt x="61759" y="121755"/>
                  </a:lnTo>
                  <a:lnTo>
                    <a:pt x="62385" y="123199"/>
                  </a:lnTo>
                  <a:lnTo>
                    <a:pt x="63012" y="124664"/>
                  </a:lnTo>
                  <a:lnTo>
                    <a:pt x="63638" y="126145"/>
                  </a:lnTo>
                  <a:lnTo>
                    <a:pt x="64265" y="127653"/>
                  </a:lnTo>
                  <a:lnTo>
                    <a:pt x="64891" y="129175"/>
                  </a:lnTo>
                  <a:lnTo>
                    <a:pt x="65518" y="130719"/>
                  </a:lnTo>
                  <a:lnTo>
                    <a:pt x="66145" y="132267"/>
                  </a:lnTo>
                  <a:lnTo>
                    <a:pt x="66771" y="133848"/>
                  </a:lnTo>
                  <a:lnTo>
                    <a:pt x="67398" y="135466"/>
                  </a:lnTo>
                  <a:lnTo>
                    <a:pt x="68024" y="137120"/>
                  </a:lnTo>
                  <a:lnTo>
                    <a:pt x="68651" y="138801"/>
                  </a:lnTo>
                  <a:lnTo>
                    <a:pt x="69277" y="140502"/>
                  </a:lnTo>
                  <a:lnTo>
                    <a:pt x="69904" y="142196"/>
                  </a:lnTo>
                  <a:lnTo>
                    <a:pt x="70530" y="143861"/>
                  </a:lnTo>
                  <a:lnTo>
                    <a:pt x="71157" y="145509"/>
                  </a:lnTo>
                  <a:lnTo>
                    <a:pt x="71784" y="147151"/>
                  </a:lnTo>
                  <a:lnTo>
                    <a:pt x="72410" y="148796"/>
                  </a:lnTo>
                  <a:lnTo>
                    <a:pt x="73037" y="150437"/>
                  </a:lnTo>
                  <a:lnTo>
                    <a:pt x="73663" y="152065"/>
                  </a:lnTo>
                  <a:lnTo>
                    <a:pt x="74290" y="153685"/>
                  </a:lnTo>
                  <a:lnTo>
                    <a:pt x="74916" y="155288"/>
                  </a:lnTo>
                  <a:lnTo>
                    <a:pt x="75543" y="156878"/>
                  </a:lnTo>
                  <a:lnTo>
                    <a:pt x="76169" y="158420"/>
                  </a:lnTo>
                  <a:lnTo>
                    <a:pt x="76796" y="159919"/>
                  </a:lnTo>
                  <a:lnTo>
                    <a:pt x="77423" y="161374"/>
                  </a:lnTo>
                  <a:lnTo>
                    <a:pt x="78049" y="162775"/>
                  </a:lnTo>
                  <a:lnTo>
                    <a:pt x="78676" y="164110"/>
                  </a:lnTo>
                  <a:lnTo>
                    <a:pt x="79302" y="165389"/>
                  </a:lnTo>
                  <a:lnTo>
                    <a:pt x="79929" y="166620"/>
                  </a:lnTo>
                  <a:lnTo>
                    <a:pt x="80555" y="167802"/>
                  </a:lnTo>
                  <a:lnTo>
                    <a:pt x="81182" y="168926"/>
                  </a:lnTo>
                  <a:lnTo>
                    <a:pt x="81808" y="169946"/>
                  </a:lnTo>
                  <a:lnTo>
                    <a:pt x="82435" y="170827"/>
                  </a:lnTo>
                  <a:lnTo>
                    <a:pt x="83062" y="171573"/>
                  </a:lnTo>
                  <a:lnTo>
                    <a:pt x="83688" y="172191"/>
                  </a:lnTo>
                  <a:lnTo>
                    <a:pt x="84315" y="172686"/>
                  </a:lnTo>
                  <a:lnTo>
                    <a:pt x="84941" y="173058"/>
                  </a:lnTo>
                  <a:lnTo>
                    <a:pt x="85568" y="173314"/>
                  </a:lnTo>
                  <a:lnTo>
                    <a:pt x="86194" y="173453"/>
                  </a:lnTo>
                  <a:lnTo>
                    <a:pt x="86821" y="173477"/>
                  </a:lnTo>
                  <a:lnTo>
                    <a:pt x="87447" y="173395"/>
                  </a:lnTo>
                  <a:lnTo>
                    <a:pt x="88074" y="173211"/>
                  </a:lnTo>
                  <a:lnTo>
                    <a:pt x="88701" y="172944"/>
                  </a:lnTo>
                  <a:lnTo>
                    <a:pt x="89327" y="172619"/>
                  </a:lnTo>
                  <a:lnTo>
                    <a:pt x="89954" y="172246"/>
                  </a:lnTo>
                  <a:lnTo>
                    <a:pt x="90580" y="171836"/>
                  </a:lnTo>
                  <a:lnTo>
                    <a:pt x="91207" y="171413"/>
                  </a:lnTo>
                  <a:lnTo>
                    <a:pt x="91833" y="170993"/>
                  </a:lnTo>
                  <a:lnTo>
                    <a:pt x="92460" y="170573"/>
                  </a:lnTo>
                  <a:lnTo>
                    <a:pt x="93086" y="170138"/>
                  </a:lnTo>
                  <a:lnTo>
                    <a:pt x="93713" y="169709"/>
                  </a:lnTo>
                  <a:lnTo>
                    <a:pt x="94340" y="169296"/>
                  </a:lnTo>
                  <a:lnTo>
                    <a:pt x="94966" y="168904"/>
                  </a:lnTo>
                  <a:lnTo>
                    <a:pt x="95593" y="168528"/>
                  </a:lnTo>
                  <a:lnTo>
                    <a:pt x="96219" y="168163"/>
                  </a:lnTo>
                  <a:lnTo>
                    <a:pt x="96846" y="167821"/>
                  </a:lnTo>
                  <a:lnTo>
                    <a:pt x="97472" y="167489"/>
                  </a:lnTo>
                  <a:lnTo>
                    <a:pt x="98099" y="167167"/>
                  </a:lnTo>
                  <a:lnTo>
                    <a:pt x="98725" y="166817"/>
                  </a:lnTo>
                  <a:lnTo>
                    <a:pt x="99352" y="166393"/>
                  </a:lnTo>
                  <a:lnTo>
                    <a:pt x="99979" y="165868"/>
                  </a:lnTo>
                  <a:lnTo>
                    <a:pt x="100605" y="165241"/>
                  </a:lnTo>
                  <a:lnTo>
                    <a:pt x="101232" y="164519"/>
                  </a:lnTo>
                  <a:lnTo>
                    <a:pt x="101858" y="163717"/>
                  </a:lnTo>
                  <a:lnTo>
                    <a:pt x="102485" y="162851"/>
                  </a:lnTo>
                  <a:lnTo>
                    <a:pt x="103111" y="161906"/>
                  </a:lnTo>
                  <a:lnTo>
                    <a:pt x="103738" y="160865"/>
                  </a:lnTo>
                  <a:lnTo>
                    <a:pt x="104364" y="159703"/>
                  </a:lnTo>
                  <a:lnTo>
                    <a:pt x="104991" y="158426"/>
                  </a:lnTo>
                  <a:lnTo>
                    <a:pt x="105618" y="157040"/>
                  </a:lnTo>
                  <a:lnTo>
                    <a:pt x="106244" y="155538"/>
                  </a:lnTo>
                  <a:lnTo>
                    <a:pt x="106871" y="153929"/>
                  </a:lnTo>
                  <a:lnTo>
                    <a:pt x="107497" y="152229"/>
                  </a:lnTo>
                  <a:lnTo>
                    <a:pt x="108124" y="150469"/>
                  </a:lnTo>
                  <a:lnTo>
                    <a:pt x="108750" y="148676"/>
                  </a:lnTo>
                  <a:lnTo>
                    <a:pt x="109377" y="146868"/>
                  </a:lnTo>
                  <a:lnTo>
                    <a:pt x="110003" y="145056"/>
                  </a:lnTo>
                  <a:lnTo>
                    <a:pt x="110630" y="143234"/>
                  </a:lnTo>
                  <a:lnTo>
                    <a:pt x="111257" y="141395"/>
                  </a:lnTo>
                  <a:lnTo>
                    <a:pt x="111883" y="139525"/>
                  </a:lnTo>
                  <a:lnTo>
                    <a:pt x="112510" y="137636"/>
                  </a:lnTo>
                  <a:lnTo>
                    <a:pt x="113136" y="135724"/>
                  </a:lnTo>
                  <a:lnTo>
                    <a:pt x="113763" y="133813"/>
                  </a:lnTo>
                  <a:lnTo>
                    <a:pt x="114389" y="131921"/>
                  </a:lnTo>
                  <a:lnTo>
                    <a:pt x="115016" y="130016"/>
                  </a:lnTo>
                  <a:lnTo>
                    <a:pt x="115642" y="128092"/>
                  </a:lnTo>
                  <a:lnTo>
                    <a:pt x="116269" y="126132"/>
                  </a:lnTo>
                  <a:lnTo>
                    <a:pt x="116896" y="124123"/>
                  </a:lnTo>
                  <a:lnTo>
                    <a:pt x="117522" y="122055"/>
                  </a:lnTo>
                  <a:lnTo>
                    <a:pt x="118149" y="119940"/>
                  </a:lnTo>
                  <a:lnTo>
                    <a:pt x="118775" y="117773"/>
                  </a:lnTo>
                  <a:lnTo>
                    <a:pt x="119402" y="115578"/>
                  </a:lnTo>
                  <a:lnTo>
                    <a:pt x="120028" y="113368"/>
                  </a:lnTo>
                  <a:lnTo>
                    <a:pt x="120655" y="111147"/>
                  </a:lnTo>
                  <a:lnTo>
                    <a:pt x="121281" y="108916"/>
                  </a:lnTo>
                  <a:lnTo>
                    <a:pt x="121908" y="106671"/>
                  </a:lnTo>
                  <a:lnTo>
                    <a:pt x="122535" y="104409"/>
                  </a:lnTo>
                  <a:lnTo>
                    <a:pt x="123161" y="102127"/>
                  </a:lnTo>
                  <a:lnTo>
                    <a:pt x="123788" y="99806"/>
                  </a:lnTo>
                  <a:lnTo>
                    <a:pt x="124414" y="97494"/>
                  </a:lnTo>
                  <a:lnTo>
                    <a:pt x="125041" y="95191"/>
                  </a:lnTo>
                  <a:lnTo>
                    <a:pt x="125667" y="92867"/>
                  </a:lnTo>
                  <a:lnTo>
                    <a:pt x="126294" y="90522"/>
                  </a:lnTo>
                  <a:lnTo>
                    <a:pt x="126920" y="88131"/>
                  </a:lnTo>
                  <a:lnTo>
                    <a:pt x="127547" y="85688"/>
                  </a:lnTo>
                  <a:lnTo>
                    <a:pt x="128174" y="83188"/>
                  </a:lnTo>
                  <a:lnTo>
                    <a:pt x="128800" y="80626"/>
                  </a:lnTo>
                  <a:lnTo>
                    <a:pt x="129427" y="77993"/>
                  </a:lnTo>
                  <a:lnTo>
                    <a:pt x="130053" y="75294"/>
                  </a:lnTo>
                  <a:lnTo>
                    <a:pt x="130680" y="72534"/>
                  </a:lnTo>
                  <a:lnTo>
                    <a:pt x="131306" y="69747"/>
                  </a:lnTo>
                  <a:lnTo>
                    <a:pt x="131933" y="66957"/>
                  </a:lnTo>
                  <a:lnTo>
                    <a:pt x="132559" y="64163"/>
                  </a:lnTo>
                  <a:lnTo>
                    <a:pt x="133186" y="61378"/>
                  </a:lnTo>
                  <a:lnTo>
                    <a:pt x="133813" y="58586"/>
                  </a:lnTo>
                  <a:lnTo>
                    <a:pt x="134439" y="55800"/>
                  </a:lnTo>
                  <a:lnTo>
                    <a:pt x="135066" y="53045"/>
                  </a:lnTo>
                  <a:lnTo>
                    <a:pt x="135692" y="50321"/>
                  </a:lnTo>
                  <a:lnTo>
                    <a:pt x="136319" y="47657"/>
                  </a:lnTo>
                  <a:lnTo>
                    <a:pt x="136945" y="45063"/>
                  </a:lnTo>
                  <a:lnTo>
                    <a:pt x="137572" y="42542"/>
                  </a:lnTo>
                  <a:lnTo>
                    <a:pt x="138198" y="40101"/>
                  </a:lnTo>
                  <a:lnTo>
                    <a:pt x="138825" y="37751"/>
                  </a:lnTo>
                  <a:lnTo>
                    <a:pt x="139452" y="35475"/>
                  </a:lnTo>
                  <a:lnTo>
                    <a:pt x="140078" y="33272"/>
                  </a:lnTo>
                  <a:lnTo>
                    <a:pt x="140705" y="31122"/>
                  </a:lnTo>
                  <a:lnTo>
                    <a:pt x="141331" y="29019"/>
                  </a:lnTo>
                  <a:lnTo>
                    <a:pt x="141958" y="26981"/>
                  </a:lnTo>
                  <a:lnTo>
                    <a:pt x="142584" y="25012"/>
                  </a:lnTo>
                  <a:lnTo>
                    <a:pt x="143211" y="23114"/>
                  </a:lnTo>
                  <a:lnTo>
                    <a:pt x="143837" y="21285"/>
                  </a:lnTo>
                  <a:lnTo>
                    <a:pt x="144464" y="19520"/>
                  </a:lnTo>
                  <a:lnTo>
                    <a:pt x="145091" y="17855"/>
                  </a:lnTo>
                  <a:lnTo>
                    <a:pt x="145717" y="16287"/>
                  </a:lnTo>
                  <a:lnTo>
                    <a:pt x="146344" y="14814"/>
                  </a:lnTo>
                  <a:lnTo>
                    <a:pt x="146970" y="13459"/>
                  </a:lnTo>
                  <a:lnTo>
                    <a:pt x="147597" y="12222"/>
                  </a:lnTo>
                  <a:lnTo>
                    <a:pt x="148223" y="11096"/>
                  </a:lnTo>
                  <a:lnTo>
                    <a:pt x="148850" y="10089"/>
                  </a:lnTo>
                  <a:lnTo>
                    <a:pt x="149476" y="9194"/>
                  </a:lnTo>
                  <a:lnTo>
                    <a:pt x="150103" y="8399"/>
                  </a:lnTo>
                  <a:lnTo>
                    <a:pt x="150730" y="7709"/>
                  </a:lnTo>
                  <a:lnTo>
                    <a:pt x="151356" y="7098"/>
                  </a:lnTo>
                  <a:lnTo>
                    <a:pt x="151983" y="6542"/>
                  </a:lnTo>
                  <a:lnTo>
                    <a:pt x="152609" y="6027"/>
                  </a:lnTo>
                  <a:lnTo>
                    <a:pt x="153236" y="5543"/>
                  </a:lnTo>
                  <a:lnTo>
                    <a:pt x="153862" y="5087"/>
                  </a:lnTo>
                  <a:lnTo>
                    <a:pt x="154489" y="4639"/>
                  </a:lnTo>
                  <a:lnTo>
                    <a:pt x="155115" y="4197"/>
                  </a:lnTo>
                  <a:lnTo>
                    <a:pt x="155742" y="3775"/>
                  </a:lnTo>
                  <a:lnTo>
                    <a:pt x="156369" y="3329"/>
                  </a:lnTo>
                  <a:lnTo>
                    <a:pt x="156995" y="2857"/>
                  </a:lnTo>
                  <a:lnTo>
                    <a:pt x="157622" y="2389"/>
                  </a:lnTo>
                  <a:lnTo>
                    <a:pt x="158248" y="1921"/>
                  </a:lnTo>
                  <a:lnTo>
                    <a:pt x="158875" y="1482"/>
                  </a:lnTo>
                  <a:lnTo>
                    <a:pt x="159501" y="1076"/>
                  </a:lnTo>
                  <a:lnTo>
                    <a:pt x="160128" y="712"/>
                  </a:lnTo>
                  <a:lnTo>
                    <a:pt x="160754" y="397"/>
                  </a:lnTo>
                  <a:lnTo>
                    <a:pt x="161381" y="150"/>
                  </a:lnTo>
                  <a:lnTo>
                    <a:pt x="162008" y="11"/>
                  </a:lnTo>
                  <a:lnTo>
                    <a:pt x="162634" y="0"/>
                  </a:lnTo>
                  <a:lnTo>
                    <a:pt x="163261" y="111"/>
                  </a:lnTo>
                  <a:lnTo>
                    <a:pt x="163887" y="346"/>
                  </a:lnTo>
                  <a:lnTo>
                    <a:pt x="164514" y="716"/>
                  </a:lnTo>
                  <a:lnTo>
                    <a:pt x="165140" y="1206"/>
                  </a:lnTo>
                  <a:lnTo>
                    <a:pt x="165767" y="1833"/>
                  </a:lnTo>
                  <a:lnTo>
                    <a:pt x="166393" y="2592"/>
                  </a:lnTo>
                  <a:lnTo>
                    <a:pt x="167020" y="3460"/>
                  </a:lnTo>
                  <a:lnTo>
                    <a:pt x="167647" y="4436"/>
                  </a:lnTo>
                  <a:lnTo>
                    <a:pt x="168273" y="5498"/>
                  </a:lnTo>
                  <a:lnTo>
                    <a:pt x="168900" y="6639"/>
                  </a:lnTo>
                  <a:lnTo>
                    <a:pt x="169526" y="7845"/>
                  </a:lnTo>
                  <a:lnTo>
                    <a:pt x="170153" y="9111"/>
                  </a:lnTo>
                  <a:lnTo>
                    <a:pt x="170779" y="10422"/>
                  </a:lnTo>
                  <a:lnTo>
                    <a:pt x="171406" y="11751"/>
                  </a:lnTo>
                  <a:lnTo>
                    <a:pt x="172032" y="13085"/>
                  </a:lnTo>
                  <a:lnTo>
                    <a:pt x="172659" y="14415"/>
                  </a:lnTo>
                  <a:lnTo>
                    <a:pt x="173286" y="15734"/>
                  </a:lnTo>
                  <a:lnTo>
                    <a:pt x="173912" y="17010"/>
                  </a:lnTo>
                  <a:lnTo>
                    <a:pt x="174539" y="18269"/>
                  </a:lnTo>
                  <a:lnTo>
                    <a:pt x="175165" y="19502"/>
                  </a:lnTo>
                  <a:lnTo>
                    <a:pt x="175792" y="20705"/>
                  </a:lnTo>
                  <a:lnTo>
                    <a:pt x="176418" y="21882"/>
                  </a:lnTo>
                  <a:lnTo>
                    <a:pt x="177045" y="23011"/>
                  </a:lnTo>
                  <a:lnTo>
                    <a:pt x="177671" y="24124"/>
                  </a:lnTo>
                  <a:lnTo>
                    <a:pt x="178298" y="25221"/>
                  </a:lnTo>
                  <a:lnTo>
                    <a:pt x="178925" y="26314"/>
                  </a:lnTo>
                  <a:lnTo>
                    <a:pt x="179551" y="27404"/>
                  </a:lnTo>
                  <a:lnTo>
                    <a:pt x="180178" y="28502"/>
                  </a:lnTo>
                  <a:lnTo>
                    <a:pt x="180804" y="29606"/>
                  </a:lnTo>
                  <a:lnTo>
                    <a:pt x="181431" y="30716"/>
                  </a:lnTo>
                  <a:lnTo>
                    <a:pt x="182057" y="31834"/>
                  </a:lnTo>
                  <a:lnTo>
                    <a:pt x="182684" y="32960"/>
                  </a:lnTo>
                  <a:lnTo>
                    <a:pt x="183310" y="34099"/>
                  </a:lnTo>
                  <a:lnTo>
                    <a:pt x="183937" y="35240"/>
                  </a:lnTo>
                  <a:lnTo>
                    <a:pt x="184564" y="36392"/>
                  </a:lnTo>
                  <a:lnTo>
                    <a:pt x="185190" y="37556"/>
                  </a:lnTo>
                  <a:lnTo>
                    <a:pt x="185817" y="38738"/>
                  </a:lnTo>
                  <a:lnTo>
                    <a:pt x="186443" y="39951"/>
                  </a:lnTo>
                  <a:lnTo>
                    <a:pt x="187070" y="41176"/>
                  </a:lnTo>
                  <a:lnTo>
                    <a:pt x="187696" y="42412"/>
                  </a:lnTo>
                  <a:lnTo>
                    <a:pt x="188323" y="43686"/>
                  </a:lnTo>
                  <a:lnTo>
                    <a:pt x="188949" y="44998"/>
                  </a:lnTo>
                  <a:lnTo>
                    <a:pt x="189576" y="46373"/>
                  </a:lnTo>
                  <a:lnTo>
                    <a:pt x="190203" y="47818"/>
                  </a:lnTo>
                  <a:lnTo>
                    <a:pt x="190829" y="49330"/>
                  </a:lnTo>
                  <a:lnTo>
                    <a:pt x="191456" y="50908"/>
                  </a:lnTo>
                  <a:lnTo>
                    <a:pt x="192082" y="52550"/>
                  </a:lnTo>
                  <a:lnTo>
                    <a:pt x="192709" y="54252"/>
                  </a:lnTo>
                  <a:lnTo>
                    <a:pt x="193335" y="56011"/>
                  </a:lnTo>
                  <a:lnTo>
                    <a:pt x="193962" y="57797"/>
                  </a:lnTo>
                  <a:lnTo>
                    <a:pt x="194588" y="59601"/>
                  </a:lnTo>
                  <a:lnTo>
                    <a:pt x="195215" y="61443"/>
                  </a:lnTo>
                  <a:lnTo>
                    <a:pt x="195842" y="63327"/>
                  </a:lnTo>
                  <a:lnTo>
                    <a:pt x="196468" y="65254"/>
                  </a:lnTo>
                  <a:lnTo>
                    <a:pt x="197095" y="67218"/>
                  </a:lnTo>
                  <a:lnTo>
                    <a:pt x="197721" y="69193"/>
                  </a:lnTo>
                  <a:lnTo>
                    <a:pt x="198348" y="71177"/>
                  </a:lnTo>
                  <a:lnTo>
                    <a:pt x="198974" y="73152"/>
                  </a:lnTo>
                  <a:lnTo>
                    <a:pt x="199601" y="75117"/>
                  </a:lnTo>
                  <a:lnTo>
                    <a:pt x="200227" y="77079"/>
                  </a:lnTo>
                  <a:lnTo>
                    <a:pt x="200854" y="79034"/>
                  </a:lnTo>
                  <a:lnTo>
                    <a:pt x="201481" y="80989"/>
                  </a:lnTo>
                  <a:lnTo>
                    <a:pt x="202107" y="82960"/>
                  </a:lnTo>
                  <a:lnTo>
                    <a:pt x="202734" y="84950"/>
                  </a:lnTo>
                  <a:lnTo>
                    <a:pt x="203360" y="86987"/>
                  </a:lnTo>
                  <a:lnTo>
                    <a:pt x="203987" y="89074"/>
                  </a:lnTo>
                  <a:lnTo>
                    <a:pt x="204613" y="91202"/>
                  </a:lnTo>
                  <a:lnTo>
                    <a:pt x="205240" y="93374"/>
                  </a:lnTo>
                  <a:lnTo>
                    <a:pt x="205866" y="95590"/>
                  </a:lnTo>
                  <a:lnTo>
                    <a:pt x="206493" y="97840"/>
                  </a:lnTo>
                  <a:lnTo>
                    <a:pt x="207120" y="100130"/>
                  </a:lnTo>
                  <a:lnTo>
                    <a:pt x="207746" y="102444"/>
                  </a:lnTo>
                  <a:lnTo>
                    <a:pt x="208373" y="104777"/>
                  </a:lnTo>
                  <a:lnTo>
                    <a:pt x="208999" y="107124"/>
                  </a:lnTo>
                  <a:lnTo>
                    <a:pt x="209626" y="109458"/>
                  </a:lnTo>
                  <a:lnTo>
                    <a:pt x="210252" y="111780"/>
                  </a:lnTo>
                  <a:lnTo>
                    <a:pt x="210879" y="114082"/>
                  </a:lnTo>
                  <a:lnTo>
                    <a:pt x="211505" y="116346"/>
                  </a:lnTo>
                  <a:lnTo>
                    <a:pt x="212132" y="118580"/>
                  </a:lnTo>
                  <a:lnTo>
                    <a:pt x="212759" y="120793"/>
                  </a:lnTo>
                  <a:lnTo>
                    <a:pt x="213385" y="122968"/>
                  </a:lnTo>
                  <a:lnTo>
                    <a:pt x="214012" y="125071"/>
                  </a:lnTo>
                  <a:lnTo>
                    <a:pt x="214638" y="127091"/>
                  </a:lnTo>
                  <a:lnTo>
                    <a:pt x="215265" y="129023"/>
                  </a:lnTo>
                  <a:lnTo>
                    <a:pt x="215891" y="130882"/>
                  </a:lnTo>
                  <a:lnTo>
                    <a:pt x="216518" y="132670"/>
                  </a:lnTo>
                  <a:lnTo>
                    <a:pt x="217144" y="134392"/>
                  </a:lnTo>
                  <a:lnTo>
                    <a:pt x="217771" y="136058"/>
                  </a:lnTo>
                  <a:lnTo>
                    <a:pt x="218397" y="137676"/>
                  </a:lnTo>
                  <a:lnTo>
                    <a:pt x="219024" y="139259"/>
                  </a:lnTo>
                  <a:lnTo>
                    <a:pt x="219651" y="140802"/>
                  </a:lnTo>
                  <a:lnTo>
                    <a:pt x="220277" y="142279"/>
                  </a:lnTo>
                  <a:lnTo>
                    <a:pt x="220904" y="143697"/>
                  </a:lnTo>
                  <a:lnTo>
                    <a:pt x="221530" y="145033"/>
                  </a:lnTo>
                  <a:lnTo>
                    <a:pt x="222157" y="146283"/>
                  </a:lnTo>
                  <a:lnTo>
                    <a:pt x="222783" y="147463"/>
                  </a:lnTo>
                  <a:lnTo>
                    <a:pt x="223410" y="148593"/>
                  </a:lnTo>
                  <a:lnTo>
                    <a:pt x="224036" y="149684"/>
                  </a:lnTo>
                  <a:lnTo>
                    <a:pt x="224663" y="150735"/>
                  </a:lnTo>
                  <a:lnTo>
                    <a:pt x="225290" y="151760"/>
                  </a:lnTo>
                  <a:lnTo>
                    <a:pt x="225916" y="152762"/>
                  </a:lnTo>
                  <a:lnTo>
                    <a:pt x="226543" y="153731"/>
                  </a:lnTo>
                  <a:lnTo>
                    <a:pt x="227169" y="154649"/>
                  </a:lnTo>
                  <a:lnTo>
                    <a:pt x="227796" y="155525"/>
                  </a:lnTo>
                  <a:lnTo>
                    <a:pt x="228422" y="156367"/>
                  </a:lnTo>
                  <a:lnTo>
                    <a:pt x="229049" y="157190"/>
                  </a:lnTo>
                  <a:lnTo>
                    <a:pt x="229675" y="158018"/>
                  </a:lnTo>
                  <a:lnTo>
                    <a:pt x="230302" y="158842"/>
                  </a:lnTo>
                  <a:lnTo>
                    <a:pt x="230929" y="159690"/>
                  </a:lnTo>
                  <a:lnTo>
                    <a:pt x="231555" y="160550"/>
                  </a:lnTo>
                  <a:lnTo>
                    <a:pt x="232182" y="161420"/>
                  </a:lnTo>
                  <a:lnTo>
                    <a:pt x="232808" y="162295"/>
                  </a:lnTo>
                  <a:lnTo>
                    <a:pt x="233435" y="163179"/>
                  </a:lnTo>
                  <a:lnTo>
                    <a:pt x="234061" y="164058"/>
                  </a:lnTo>
                  <a:lnTo>
                    <a:pt x="234688" y="164910"/>
                  </a:lnTo>
                  <a:lnTo>
                    <a:pt x="235314" y="165746"/>
                  </a:lnTo>
                  <a:lnTo>
                    <a:pt x="235941" y="166565"/>
                  </a:lnTo>
                  <a:lnTo>
                    <a:pt x="236568" y="167378"/>
                  </a:lnTo>
                  <a:lnTo>
                    <a:pt x="237194" y="168164"/>
                  </a:lnTo>
                  <a:lnTo>
                    <a:pt x="237821" y="168912"/>
                  </a:lnTo>
                  <a:lnTo>
                    <a:pt x="238447" y="169620"/>
                  </a:lnTo>
                  <a:lnTo>
                    <a:pt x="239074" y="170281"/>
                  </a:lnTo>
                  <a:lnTo>
                    <a:pt x="239700" y="170934"/>
                  </a:lnTo>
                  <a:lnTo>
                    <a:pt x="240327" y="171567"/>
                  </a:lnTo>
                  <a:lnTo>
                    <a:pt x="240953" y="172188"/>
                  </a:lnTo>
                  <a:lnTo>
                    <a:pt x="241580" y="172788"/>
                  </a:lnTo>
                  <a:lnTo>
                    <a:pt x="242207" y="173380"/>
                  </a:lnTo>
                  <a:lnTo>
                    <a:pt x="242833" y="173952"/>
                  </a:lnTo>
                  <a:lnTo>
                    <a:pt x="243460" y="174520"/>
                  </a:lnTo>
                  <a:lnTo>
                    <a:pt x="244086" y="175092"/>
                  </a:lnTo>
                  <a:lnTo>
                    <a:pt x="244713" y="175652"/>
                  </a:lnTo>
                  <a:lnTo>
                    <a:pt x="245339" y="176218"/>
                  </a:lnTo>
                  <a:lnTo>
                    <a:pt x="245966" y="176821"/>
                  </a:lnTo>
                  <a:lnTo>
                    <a:pt x="246592" y="177481"/>
                  </a:lnTo>
                  <a:lnTo>
                    <a:pt x="247155" y="178123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1777857" y="4465983"/>
              <a:ext cx="3574358" cy="1294419"/>
            </a:xfrm>
            <a:custGeom>
              <a:avLst/>
              <a:pathLst>
                <a:path w="3574358" h="1294419">
                  <a:moveTo>
                    <a:pt x="0" y="1294419"/>
                  </a:moveTo>
                  <a:lnTo>
                    <a:pt x="222" y="1293713"/>
                  </a:lnTo>
                  <a:lnTo>
                    <a:pt x="849" y="1291675"/>
                  </a:lnTo>
                  <a:lnTo>
                    <a:pt x="1476" y="1289612"/>
                  </a:lnTo>
                  <a:lnTo>
                    <a:pt x="2102" y="1287531"/>
                  </a:lnTo>
                  <a:lnTo>
                    <a:pt x="2729" y="1285445"/>
                  </a:lnTo>
                  <a:lnTo>
                    <a:pt x="3355" y="1283358"/>
                  </a:lnTo>
                  <a:lnTo>
                    <a:pt x="3982" y="1281261"/>
                  </a:lnTo>
                  <a:lnTo>
                    <a:pt x="4608" y="1279153"/>
                  </a:lnTo>
                  <a:lnTo>
                    <a:pt x="5235" y="1277040"/>
                  </a:lnTo>
                  <a:lnTo>
                    <a:pt x="5861" y="1274928"/>
                  </a:lnTo>
                  <a:lnTo>
                    <a:pt x="6488" y="1272810"/>
                  </a:lnTo>
                  <a:lnTo>
                    <a:pt x="7115" y="1270684"/>
                  </a:lnTo>
                  <a:lnTo>
                    <a:pt x="7741" y="1268543"/>
                  </a:lnTo>
                  <a:lnTo>
                    <a:pt x="8368" y="1266390"/>
                  </a:lnTo>
                  <a:lnTo>
                    <a:pt x="8994" y="1264240"/>
                  </a:lnTo>
                  <a:lnTo>
                    <a:pt x="9621" y="1262091"/>
                  </a:lnTo>
                  <a:lnTo>
                    <a:pt x="10247" y="1259937"/>
                  </a:lnTo>
                  <a:lnTo>
                    <a:pt x="10874" y="1257791"/>
                  </a:lnTo>
                  <a:lnTo>
                    <a:pt x="11500" y="1255661"/>
                  </a:lnTo>
                  <a:lnTo>
                    <a:pt x="12127" y="1253535"/>
                  </a:lnTo>
                  <a:lnTo>
                    <a:pt x="12754" y="1251427"/>
                  </a:lnTo>
                  <a:lnTo>
                    <a:pt x="13380" y="1249332"/>
                  </a:lnTo>
                  <a:lnTo>
                    <a:pt x="14007" y="1247249"/>
                  </a:lnTo>
                  <a:lnTo>
                    <a:pt x="14633" y="1245162"/>
                  </a:lnTo>
                  <a:lnTo>
                    <a:pt x="15260" y="1243063"/>
                  </a:lnTo>
                  <a:lnTo>
                    <a:pt x="15886" y="1240956"/>
                  </a:lnTo>
                  <a:lnTo>
                    <a:pt x="16513" y="1238828"/>
                  </a:lnTo>
                  <a:lnTo>
                    <a:pt x="17139" y="1236684"/>
                  </a:lnTo>
                  <a:lnTo>
                    <a:pt x="17766" y="1234516"/>
                  </a:lnTo>
                  <a:lnTo>
                    <a:pt x="18393" y="1232335"/>
                  </a:lnTo>
                  <a:lnTo>
                    <a:pt x="19019" y="1230152"/>
                  </a:lnTo>
                  <a:lnTo>
                    <a:pt x="19646" y="1227958"/>
                  </a:lnTo>
                  <a:lnTo>
                    <a:pt x="20272" y="1225729"/>
                  </a:lnTo>
                  <a:lnTo>
                    <a:pt x="20899" y="1223476"/>
                  </a:lnTo>
                  <a:lnTo>
                    <a:pt x="21525" y="1221206"/>
                  </a:lnTo>
                  <a:lnTo>
                    <a:pt x="22152" y="1218876"/>
                  </a:lnTo>
                  <a:lnTo>
                    <a:pt x="22778" y="1216485"/>
                  </a:lnTo>
                  <a:lnTo>
                    <a:pt x="23405" y="1214050"/>
                  </a:lnTo>
                  <a:lnTo>
                    <a:pt x="24032" y="1211609"/>
                  </a:lnTo>
                  <a:lnTo>
                    <a:pt x="24658" y="1209175"/>
                  </a:lnTo>
                  <a:lnTo>
                    <a:pt x="25285" y="1206760"/>
                  </a:lnTo>
                  <a:lnTo>
                    <a:pt x="25911" y="1204375"/>
                  </a:lnTo>
                  <a:lnTo>
                    <a:pt x="26538" y="1201990"/>
                  </a:lnTo>
                  <a:lnTo>
                    <a:pt x="27164" y="1199600"/>
                  </a:lnTo>
                  <a:lnTo>
                    <a:pt x="27791" y="1197188"/>
                  </a:lnTo>
                  <a:lnTo>
                    <a:pt x="28417" y="1194737"/>
                  </a:lnTo>
                  <a:lnTo>
                    <a:pt x="29044" y="1192243"/>
                  </a:lnTo>
                  <a:lnTo>
                    <a:pt x="29671" y="1189714"/>
                  </a:lnTo>
                  <a:lnTo>
                    <a:pt x="30297" y="1187134"/>
                  </a:lnTo>
                  <a:lnTo>
                    <a:pt x="30924" y="1184511"/>
                  </a:lnTo>
                  <a:lnTo>
                    <a:pt x="31550" y="1181881"/>
                  </a:lnTo>
                  <a:lnTo>
                    <a:pt x="32177" y="1179247"/>
                  </a:lnTo>
                  <a:lnTo>
                    <a:pt x="32803" y="1176584"/>
                  </a:lnTo>
                  <a:lnTo>
                    <a:pt x="33430" y="1173867"/>
                  </a:lnTo>
                  <a:lnTo>
                    <a:pt x="34056" y="1171095"/>
                  </a:lnTo>
                  <a:lnTo>
                    <a:pt x="34683" y="1168231"/>
                  </a:lnTo>
                  <a:lnTo>
                    <a:pt x="35310" y="1165280"/>
                  </a:lnTo>
                  <a:lnTo>
                    <a:pt x="35936" y="1162260"/>
                  </a:lnTo>
                  <a:lnTo>
                    <a:pt x="36563" y="1159177"/>
                  </a:lnTo>
                  <a:lnTo>
                    <a:pt x="37189" y="1156054"/>
                  </a:lnTo>
                  <a:lnTo>
                    <a:pt x="37816" y="1152892"/>
                  </a:lnTo>
                  <a:lnTo>
                    <a:pt x="38442" y="1149701"/>
                  </a:lnTo>
                  <a:lnTo>
                    <a:pt x="39069" y="1146481"/>
                  </a:lnTo>
                  <a:lnTo>
                    <a:pt x="39695" y="1143233"/>
                  </a:lnTo>
                  <a:lnTo>
                    <a:pt x="40322" y="1139952"/>
                  </a:lnTo>
                  <a:lnTo>
                    <a:pt x="40949" y="1136631"/>
                  </a:lnTo>
                  <a:lnTo>
                    <a:pt x="41575" y="1133294"/>
                  </a:lnTo>
                  <a:lnTo>
                    <a:pt x="42202" y="1129973"/>
                  </a:lnTo>
                  <a:lnTo>
                    <a:pt x="42828" y="1126677"/>
                  </a:lnTo>
                  <a:lnTo>
                    <a:pt x="43455" y="1123416"/>
                  </a:lnTo>
                  <a:lnTo>
                    <a:pt x="44081" y="1120175"/>
                  </a:lnTo>
                  <a:lnTo>
                    <a:pt x="44708" y="1116954"/>
                  </a:lnTo>
                  <a:lnTo>
                    <a:pt x="45334" y="1113754"/>
                  </a:lnTo>
                  <a:lnTo>
                    <a:pt x="45961" y="1110567"/>
                  </a:lnTo>
                  <a:lnTo>
                    <a:pt x="46588" y="1107428"/>
                  </a:lnTo>
                  <a:lnTo>
                    <a:pt x="47214" y="1104357"/>
                  </a:lnTo>
                  <a:lnTo>
                    <a:pt x="47841" y="1101367"/>
                  </a:lnTo>
                  <a:lnTo>
                    <a:pt x="48467" y="1098480"/>
                  </a:lnTo>
                  <a:lnTo>
                    <a:pt x="49094" y="1095693"/>
                  </a:lnTo>
                  <a:lnTo>
                    <a:pt x="49720" y="1093013"/>
                  </a:lnTo>
                  <a:lnTo>
                    <a:pt x="50347" y="1090410"/>
                  </a:lnTo>
                  <a:lnTo>
                    <a:pt x="50973" y="1087848"/>
                  </a:lnTo>
                  <a:lnTo>
                    <a:pt x="51600" y="1085310"/>
                  </a:lnTo>
                  <a:lnTo>
                    <a:pt x="52227" y="1082791"/>
                  </a:lnTo>
                  <a:lnTo>
                    <a:pt x="52853" y="1080283"/>
                  </a:lnTo>
                  <a:lnTo>
                    <a:pt x="53480" y="1077807"/>
                  </a:lnTo>
                  <a:lnTo>
                    <a:pt x="54106" y="1075379"/>
                  </a:lnTo>
                  <a:lnTo>
                    <a:pt x="54733" y="1073038"/>
                  </a:lnTo>
                  <a:lnTo>
                    <a:pt x="55359" y="1070787"/>
                  </a:lnTo>
                  <a:lnTo>
                    <a:pt x="55986" y="1068625"/>
                  </a:lnTo>
                  <a:lnTo>
                    <a:pt x="56612" y="1066519"/>
                  </a:lnTo>
                  <a:lnTo>
                    <a:pt x="57239" y="1064463"/>
                  </a:lnTo>
                  <a:lnTo>
                    <a:pt x="57866" y="1062436"/>
                  </a:lnTo>
                  <a:lnTo>
                    <a:pt x="58492" y="1060452"/>
                  </a:lnTo>
                  <a:lnTo>
                    <a:pt x="59119" y="1058516"/>
                  </a:lnTo>
                  <a:lnTo>
                    <a:pt x="59745" y="1056655"/>
                  </a:lnTo>
                  <a:lnTo>
                    <a:pt x="60372" y="1054897"/>
                  </a:lnTo>
                  <a:lnTo>
                    <a:pt x="60998" y="1053265"/>
                  </a:lnTo>
                  <a:lnTo>
                    <a:pt x="61625" y="1051752"/>
                  </a:lnTo>
                  <a:lnTo>
                    <a:pt x="62251" y="1050372"/>
                  </a:lnTo>
                  <a:lnTo>
                    <a:pt x="62878" y="1049131"/>
                  </a:lnTo>
                  <a:lnTo>
                    <a:pt x="63505" y="1048022"/>
                  </a:lnTo>
                  <a:lnTo>
                    <a:pt x="64131" y="1046995"/>
                  </a:lnTo>
                  <a:lnTo>
                    <a:pt x="64758" y="1046046"/>
                  </a:lnTo>
                  <a:lnTo>
                    <a:pt x="65384" y="1045132"/>
                  </a:lnTo>
                  <a:lnTo>
                    <a:pt x="66011" y="1044266"/>
                  </a:lnTo>
                  <a:lnTo>
                    <a:pt x="66637" y="1043454"/>
                  </a:lnTo>
                  <a:lnTo>
                    <a:pt x="67264" y="1042685"/>
                  </a:lnTo>
                  <a:lnTo>
                    <a:pt x="67890" y="1041948"/>
                  </a:lnTo>
                  <a:lnTo>
                    <a:pt x="68517" y="1041233"/>
                  </a:lnTo>
                  <a:lnTo>
                    <a:pt x="69144" y="1040522"/>
                  </a:lnTo>
                  <a:lnTo>
                    <a:pt x="69770" y="1039791"/>
                  </a:lnTo>
                  <a:lnTo>
                    <a:pt x="70397" y="1039018"/>
                  </a:lnTo>
                  <a:lnTo>
                    <a:pt x="71023" y="1038204"/>
                  </a:lnTo>
                  <a:lnTo>
                    <a:pt x="71650" y="1037325"/>
                  </a:lnTo>
                  <a:lnTo>
                    <a:pt x="72276" y="1036367"/>
                  </a:lnTo>
                  <a:lnTo>
                    <a:pt x="72903" y="1035322"/>
                  </a:lnTo>
                  <a:lnTo>
                    <a:pt x="73529" y="1034174"/>
                  </a:lnTo>
                  <a:lnTo>
                    <a:pt x="74156" y="1032893"/>
                  </a:lnTo>
                  <a:lnTo>
                    <a:pt x="74783" y="1031489"/>
                  </a:lnTo>
                  <a:lnTo>
                    <a:pt x="75409" y="1029955"/>
                  </a:lnTo>
                  <a:lnTo>
                    <a:pt x="76036" y="1028328"/>
                  </a:lnTo>
                  <a:lnTo>
                    <a:pt x="76662" y="1026613"/>
                  </a:lnTo>
                  <a:lnTo>
                    <a:pt x="77289" y="1024822"/>
                  </a:lnTo>
                  <a:lnTo>
                    <a:pt x="77915" y="1022961"/>
                  </a:lnTo>
                  <a:lnTo>
                    <a:pt x="78542" y="1021017"/>
                  </a:lnTo>
                  <a:lnTo>
                    <a:pt x="79168" y="1018998"/>
                  </a:lnTo>
                  <a:lnTo>
                    <a:pt x="79795" y="1016920"/>
                  </a:lnTo>
                  <a:lnTo>
                    <a:pt x="80422" y="1014783"/>
                  </a:lnTo>
                  <a:lnTo>
                    <a:pt x="81048" y="1012601"/>
                  </a:lnTo>
                  <a:lnTo>
                    <a:pt x="81675" y="1010381"/>
                  </a:lnTo>
                  <a:lnTo>
                    <a:pt x="82301" y="1008145"/>
                  </a:lnTo>
                  <a:lnTo>
                    <a:pt x="82928" y="1005924"/>
                  </a:lnTo>
                  <a:lnTo>
                    <a:pt x="83554" y="1003763"/>
                  </a:lnTo>
                  <a:lnTo>
                    <a:pt x="84181" y="1001673"/>
                  </a:lnTo>
                  <a:lnTo>
                    <a:pt x="84807" y="999684"/>
                  </a:lnTo>
                  <a:lnTo>
                    <a:pt x="85434" y="997766"/>
                  </a:lnTo>
                  <a:lnTo>
                    <a:pt x="86061" y="995930"/>
                  </a:lnTo>
                  <a:lnTo>
                    <a:pt x="86687" y="994140"/>
                  </a:lnTo>
                  <a:lnTo>
                    <a:pt x="87314" y="992390"/>
                  </a:lnTo>
                  <a:lnTo>
                    <a:pt x="87940" y="990658"/>
                  </a:lnTo>
                  <a:lnTo>
                    <a:pt x="88567" y="988933"/>
                  </a:lnTo>
                  <a:lnTo>
                    <a:pt x="89193" y="987204"/>
                  </a:lnTo>
                  <a:lnTo>
                    <a:pt x="89820" y="985488"/>
                  </a:lnTo>
                  <a:lnTo>
                    <a:pt x="90446" y="983795"/>
                  </a:lnTo>
                  <a:lnTo>
                    <a:pt x="91073" y="982141"/>
                  </a:lnTo>
                  <a:lnTo>
                    <a:pt x="91700" y="980523"/>
                  </a:lnTo>
                  <a:lnTo>
                    <a:pt x="92326" y="978934"/>
                  </a:lnTo>
                  <a:lnTo>
                    <a:pt x="92953" y="977359"/>
                  </a:lnTo>
                  <a:lnTo>
                    <a:pt x="93579" y="975767"/>
                  </a:lnTo>
                  <a:lnTo>
                    <a:pt x="94206" y="974114"/>
                  </a:lnTo>
                  <a:lnTo>
                    <a:pt x="94832" y="972362"/>
                  </a:lnTo>
                  <a:lnTo>
                    <a:pt x="95459" y="970501"/>
                  </a:lnTo>
                  <a:lnTo>
                    <a:pt x="96085" y="968568"/>
                  </a:lnTo>
                  <a:lnTo>
                    <a:pt x="96712" y="966565"/>
                  </a:lnTo>
                  <a:lnTo>
                    <a:pt x="97339" y="964542"/>
                  </a:lnTo>
                  <a:lnTo>
                    <a:pt x="97965" y="962475"/>
                  </a:lnTo>
                  <a:lnTo>
                    <a:pt x="98592" y="960383"/>
                  </a:lnTo>
                  <a:lnTo>
                    <a:pt x="99218" y="958260"/>
                  </a:lnTo>
                  <a:lnTo>
                    <a:pt x="99845" y="956081"/>
                  </a:lnTo>
                  <a:lnTo>
                    <a:pt x="100471" y="953826"/>
                  </a:lnTo>
                  <a:lnTo>
                    <a:pt x="101098" y="951488"/>
                  </a:lnTo>
                  <a:lnTo>
                    <a:pt x="101724" y="949070"/>
                  </a:lnTo>
                  <a:lnTo>
                    <a:pt x="102351" y="946586"/>
                  </a:lnTo>
                  <a:lnTo>
                    <a:pt x="102978" y="944041"/>
                  </a:lnTo>
                  <a:lnTo>
                    <a:pt x="103604" y="941480"/>
                  </a:lnTo>
                  <a:lnTo>
                    <a:pt x="104231" y="938934"/>
                  </a:lnTo>
                  <a:lnTo>
                    <a:pt x="104857" y="936394"/>
                  </a:lnTo>
                  <a:lnTo>
                    <a:pt x="105484" y="933846"/>
                  </a:lnTo>
                  <a:lnTo>
                    <a:pt x="106110" y="931300"/>
                  </a:lnTo>
                  <a:lnTo>
                    <a:pt x="106737" y="928776"/>
                  </a:lnTo>
                  <a:lnTo>
                    <a:pt x="107363" y="926301"/>
                  </a:lnTo>
                  <a:lnTo>
                    <a:pt x="107990" y="923864"/>
                  </a:lnTo>
                  <a:lnTo>
                    <a:pt x="108617" y="921464"/>
                  </a:lnTo>
                  <a:lnTo>
                    <a:pt x="109243" y="919100"/>
                  </a:lnTo>
                  <a:lnTo>
                    <a:pt x="109870" y="916791"/>
                  </a:lnTo>
                  <a:lnTo>
                    <a:pt x="110496" y="914537"/>
                  </a:lnTo>
                  <a:lnTo>
                    <a:pt x="111123" y="912329"/>
                  </a:lnTo>
                  <a:lnTo>
                    <a:pt x="111749" y="910151"/>
                  </a:lnTo>
                  <a:lnTo>
                    <a:pt x="112376" y="908028"/>
                  </a:lnTo>
                  <a:lnTo>
                    <a:pt x="113002" y="905954"/>
                  </a:lnTo>
                  <a:lnTo>
                    <a:pt x="113629" y="903941"/>
                  </a:lnTo>
                  <a:lnTo>
                    <a:pt x="114256" y="902008"/>
                  </a:lnTo>
                  <a:lnTo>
                    <a:pt x="114882" y="900164"/>
                  </a:lnTo>
                  <a:lnTo>
                    <a:pt x="115509" y="898367"/>
                  </a:lnTo>
                  <a:lnTo>
                    <a:pt x="116135" y="896585"/>
                  </a:lnTo>
                  <a:lnTo>
                    <a:pt x="116762" y="894801"/>
                  </a:lnTo>
                  <a:lnTo>
                    <a:pt x="117388" y="892995"/>
                  </a:lnTo>
                  <a:lnTo>
                    <a:pt x="118015" y="891156"/>
                  </a:lnTo>
                  <a:lnTo>
                    <a:pt x="118641" y="889296"/>
                  </a:lnTo>
                  <a:lnTo>
                    <a:pt x="119268" y="887416"/>
                  </a:lnTo>
                  <a:lnTo>
                    <a:pt x="119895" y="885545"/>
                  </a:lnTo>
                  <a:lnTo>
                    <a:pt x="120521" y="883717"/>
                  </a:lnTo>
                  <a:lnTo>
                    <a:pt x="121148" y="881962"/>
                  </a:lnTo>
                  <a:lnTo>
                    <a:pt x="121774" y="880275"/>
                  </a:lnTo>
                  <a:lnTo>
                    <a:pt x="122401" y="878624"/>
                  </a:lnTo>
                  <a:lnTo>
                    <a:pt x="123027" y="876988"/>
                  </a:lnTo>
                  <a:lnTo>
                    <a:pt x="123654" y="875338"/>
                  </a:lnTo>
                  <a:lnTo>
                    <a:pt x="124280" y="873657"/>
                  </a:lnTo>
                  <a:lnTo>
                    <a:pt x="124907" y="871936"/>
                  </a:lnTo>
                  <a:lnTo>
                    <a:pt x="125534" y="870174"/>
                  </a:lnTo>
                  <a:lnTo>
                    <a:pt x="126160" y="868388"/>
                  </a:lnTo>
                  <a:lnTo>
                    <a:pt x="126787" y="866605"/>
                  </a:lnTo>
                  <a:lnTo>
                    <a:pt x="127413" y="864826"/>
                  </a:lnTo>
                  <a:lnTo>
                    <a:pt x="128040" y="863065"/>
                  </a:lnTo>
                  <a:lnTo>
                    <a:pt x="128666" y="861320"/>
                  </a:lnTo>
                  <a:lnTo>
                    <a:pt x="129293" y="859583"/>
                  </a:lnTo>
                  <a:lnTo>
                    <a:pt x="129919" y="857860"/>
                  </a:lnTo>
                  <a:lnTo>
                    <a:pt x="130546" y="856132"/>
                  </a:lnTo>
                  <a:lnTo>
                    <a:pt x="131173" y="854411"/>
                  </a:lnTo>
                  <a:lnTo>
                    <a:pt x="131799" y="852714"/>
                  </a:lnTo>
                  <a:lnTo>
                    <a:pt x="132426" y="851078"/>
                  </a:lnTo>
                  <a:lnTo>
                    <a:pt x="133052" y="849536"/>
                  </a:lnTo>
                  <a:lnTo>
                    <a:pt x="133679" y="848087"/>
                  </a:lnTo>
                  <a:lnTo>
                    <a:pt x="134305" y="846750"/>
                  </a:lnTo>
                  <a:lnTo>
                    <a:pt x="134932" y="845538"/>
                  </a:lnTo>
                  <a:lnTo>
                    <a:pt x="135558" y="844439"/>
                  </a:lnTo>
                  <a:lnTo>
                    <a:pt x="136185" y="843448"/>
                  </a:lnTo>
                  <a:lnTo>
                    <a:pt x="136812" y="842598"/>
                  </a:lnTo>
                  <a:lnTo>
                    <a:pt x="137438" y="841866"/>
                  </a:lnTo>
                  <a:lnTo>
                    <a:pt x="138065" y="841240"/>
                  </a:lnTo>
                  <a:lnTo>
                    <a:pt x="138691" y="840672"/>
                  </a:lnTo>
                  <a:lnTo>
                    <a:pt x="139318" y="840128"/>
                  </a:lnTo>
                  <a:lnTo>
                    <a:pt x="139944" y="839604"/>
                  </a:lnTo>
                  <a:lnTo>
                    <a:pt x="140571" y="839105"/>
                  </a:lnTo>
                  <a:lnTo>
                    <a:pt x="141197" y="838635"/>
                  </a:lnTo>
                  <a:lnTo>
                    <a:pt x="141824" y="838186"/>
                  </a:lnTo>
                  <a:lnTo>
                    <a:pt x="142451" y="837739"/>
                  </a:lnTo>
                  <a:lnTo>
                    <a:pt x="143077" y="837295"/>
                  </a:lnTo>
                  <a:lnTo>
                    <a:pt x="143704" y="836846"/>
                  </a:lnTo>
                  <a:lnTo>
                    <a:pt x="144330" y="836352"/>
                  </a:lnTo>
                  <a:lnTo>
                    <a:pt x="144957" y="835808"/>
                  </a:lnTo>
                  <a:lnTo>
                    <a:pt x="145583" y="835205"/>
                  </a:lnTo>
                  <a:lnTo>
                    <a:pt x="146210" y="834504"/>
                  </a:lnTo>
                  <a:lnTo>
                    <a:pt x="146836" y="833722"/>
                  </a:lnTo>
                  <a:lnTo>
                    <a:pt x="147463" y="832862"/>
                  </a:lnTo>
                  <a:lnTo>
                    <a:pt x="148090" y="831993"/>
                  </a:lnTo>
                  <a:lnTo>
                    <a:pt x="148716" y="831108"/>
                  </a:lnTo>
                  <a:lnTo>
                    <a:pt x="149343" y="830229"/>
                  </a:lnTo>
                  <a:lnTo>
                    <a:pt x="149969" y="829376"/>
                  </a:lnTo>
                  <a:lnTo>
                    <a:pt x="150596" y="828548"/>
                  </a:lnTo>
                  <a:lnTo>
                    <a:pt x="151222" y="827767"/>
                  </a:lnTo>
                  <a:lnTo>
                    <a:pt x="151849" y="827032"/>
                  </a:lnTo>
                  <a:lnTo>
                    <a:pt x="152475" y="826338"/>
                  </a:lnTo>
                  <a:lnTo>
                    <a:pt x="153102" y="825668"/>
                  </a:lnTo>
                  <a:lnTo>
                    <a:pt x="153729" y="825005"/>
                  </a:lnTo>
                  <a:lnTo>
                    <a:pt x="154355" y="824355"/>
                  </a:lnTo>
                  <a:lnTo>
                    <a:pt x="154982" y="823721"/>
                  </a:lnTo>
                  <a:lnTo>
                    <a:pt x="155608" y="823117"/>
                  </a:lnTo>
                  <a:lnTo>
                    <a:pt x="156235" y="822548"/>
                  </a:lnTo>
                  <a:lnTo>
                    <a:pt x="156861" y="822029"/>
                  </a:lnTo>
                  <a:lnTo>
                    <a:pt x="157488" y="821578"/>
                  </a:lnTo>
                  <a:lnTo>
                    <a:pt x="158114" y="821228"/>
                  </a:lnTo>
                  <a:lnTo>
                    <a:pt x="158741" y="820973"/>
                  </a:lnTo>
                  <a:lnTo>
                    <a:pt x="159368" y="820801"/>
                  </a:lnTo>
                  <a:lnTo>
                    <a:pt x="159994" y="820722"/>
                  </a:lnTo>
                  <a:lnTo>
                    <a:pt x="160621" y="820742"/>
                  </a:lnTo>
                  <a:lnTo>
                    <a:pt x="161247" y="820854"/>
                  </a:lnTo>
                  <a:lnTo>
                    <a:pt x="161874" y="821066"/>
                  </a:lnTo>
                  <a:lnTo>
                    <a:pt x="162500" y="821372"/>
                  </a:lnTo>
                  <a:lnTo>
                    <a:pt x="163127" y="821783"/>
                  </a:lnTo>
                  <a:lnTo>
                    <a:pt x="163753" y="822309"/>
                  </a:lnTo>
                  <a:lnTo>
                    <a:pt x="164380" y="822942"/>
                  </a:lnTo>
                  <a:lnTo>
                    <a:pt x="165007" y="823654"/>
                  </a:lnTo>
                  <a:lnTo>
                    <a:pt x="165633" y="824476"/>
                  </a:lnTo>
                  <a:lnTo>
                    <a:pt x="166260" y="825410"/>
                  </a:lnTo>
                  <a:lnTo>
                    <a:pt x="166886" y="826408"/>
                  </a:lnTo>
                  <a:lnTo>
                    <a:pt x="167513" y="827447"/>
                  </a:lnTo>
                  <a:lnTo>
                    <a:pt x="168139" y="828540"/>
                  </a:lnTo>
                  <a:lnTo>
                    <a:pt x="168766" y="829673"/>
                  </a:lnTo>
                  <a:lnTo>
                    <a:pt x="169392" y="830847"/>
                  </a:lnTo>
                  <a:lnTo>
                    <a:pt x="170019" y="832052"/>
                  </a:lnTo>
                  <a:lnTo>
                    <a:pt x="170646" y="833293"/>
                  </a:lnTo>
                  <a:lnTo>
                    <a:pt x="171272" y="834586"/>
                  </a:lnTo>
                  <a:lnTo>
                    <a:pt x="171899" y="835941"/>
                  </a:lnTo>
                  <a:lnTo>
                    <a:pt x="172525" y="837320"/>
                  </a:lnTo>
                  <a:lnTo>
                    <a:pt x="173152" y="838687"/>
                  </a:lnTo>
                  <a:lnTo>
                    <a:pt x="173778" y="840024"/>
                  </a:lnTo>
                  <a:lnTo>
                    <a:pt x="174405" y="841341"/>
                  </a:lnTo>
                  <a:lnTo>
                    <a:pt x="175031" y="842599"/>
                  </a:lnTo>
                  <a:lnTo>
                    <a:pt x="175658" y="843808"/>
                  </a:lnTo>
                  <a:lnTo>
                    <a:pt x="176285" y="844999"/>
                  </a:lnTo>
                  <a:lnTo>
                    <a:pt x="176911" y="846168"/>
                  </a:lnTo>
                  <a:lnTo>
                    <a:pt x="177538" y="847306"/>
                  </a:lnTo>
                  <a:lnTo>
                    <a:pt x="178164" y="848450"/>
                  </a:lnTo>
                  <a:lnTo>
                    <a:pt x="178791" y="849598"/>
                  </a:lnTo>
                  <a:lnTo>
                    <a:pt x="179417" y="850770"/>
                  </a:lnTo>
                  <a:lnTo>
                    <a:pt x="180044" y="851953"/>
                  </a:lnTo>
                  <a:lnTo>
                    <a:pt x="180670" y="853167"/>
                  </a:lnTo>
                  <a:lnTo>
                    <a:pt x="181297" y="854412"/>
                  </a:lnTo>
                  <a:lnTo>
                    <a:pt x="181924" y="855710"/>
                  </a:lnTo>
                  <a:lnTo>
                    <a:pt x="182550" y="857060"/>
                  </a:lnTo>
                  <a:lnTo>
                    <a:pt x="183177" y="858445"/>
                  </a:lnTo>
                  <a:lnTo>
                    <a:pt x="183803" y="859834"/>
                  </a:lnTo>
                  <a:lnTo>
                    <a:pt x="184430" y="861223"/>
                  </a:lnTo>
                  <a:lnTo>
                    <a:pt x="185056" y="862618"/>
                  </a:lnTo>
                  <a:lnTo>
                    <a:pt x="185683" y="864021"/>
                  </a:lnTo>
                  <a:lnTo>
                    <a:pt x="186309" y="865453"/>
                  </a:lnTo>
                  <a:lnTo>
                    <a:pt x="186936" y="866923"/>
                  </a:lnTo>
                  <a:lnTo>
                    <a:pt x="187563" y="868448"/>
                  </a:lnTo>
                  <a:lnTo>
                    <a:pt x="188189" y="870051"/>
                  </a:lnTo>
                  <a:lnTo>
                    <a:pt x="188816" y="871734"/>
                  </a:lnTo>
                  <a:lnTo>
                    <a:pt x="189442" y="873519"/>
                  </a:lnTo>
                  <a:lnTo>
                    <a:pt x="190069" y="875391"/>
                  </a:lnTo>
                  <a:lnTo>
                    <a:pt x="190695" y="877346"/>
                  </a:lnTo>
                  <a:lnTo>
                    <a:pt x="191322" y="879387"/>
                  </a:lnTo>
                  <a:lnTo>
                    <a:pt x="191948" y="881493"/>
                  </a:lnTo>
                  <a:lnTo>
                    <a:pt x="192575" y="883672"/>
                  </a:lnTo>
                  <a:lnTo>
                    <a:pt x="193202" y="885932"/>
                  </a:lnTo>
                  <a:lnTo>
                    <a:pt x="193828" y="888269"/>
                  </a:lnTo>
                  <a:lnTo>
                    <a:pt x="194455" y="890711"/>
                  </a:lnTo>
                  <a:lnTo>
                    <a:pt x="195081" y="893242"/>
                  </a:lnTo>
                  <a:lnTo>
                    <a:pt x="195708" y="895851"/>
                  </a:lnTo>
                  <a:lnTo>
                    <a:pt x="196334" y="898541"/>
                  </a:lnTo>
                  <a:lnTo>
                    <a:pt x="196961" y="901271"/>
                  </a:lnTo>
                  <a:lnTo>
                    <a:pt x="197587" y="903988"/>
                  </a:lnTo>
                  <a:lnTo>
                    <a:pt x="198214" y="906659"/>
                  </a:lnTo>
                  <a:lnTo>
                    <a:pt x="198841" y="909297"/>
                  </a:lnTo>
                  <a:lnTo>
                    <a:pt x="199467" y="911898"/>
                  </a:lnTo>
                  <a:lnTo>
                    <a:pt x="200094" y="914446"/>
                  </a:lnTo>
                  <a:lnTo>
                    <a:pt x="200720" y="916941"/>
                  </a:lnTo>
                  <a:lnTo>
                    <a:pt x="201347" y="919413"/>
                  </a:lnTo>
                  <a:lnTo>
                    <a:pt x="201973" y="921887"/>
                  </a:lnTo>
                  <a:lnTo>
                    <a:pt x="202600" y="924349"/>
                  </a:lnTo>
                  <a:lnTo>
                    <a:pt x="203226" y="926779"/>
                  </a:lnTo>
                  <a:lnTo>
                    <a:pt x="203853" y="929153"/>
                  </a:lnTo>
                  <a:lnTo>
                    <a:pt x="204480" y="931493"/>
                  </a:lnTo>
                  <a:lnTo>
                    <a:pt x="205106" y="933819"/>
                  </a:lnTo>
                  <a:lnTo>
                    <a:pt x="205733" y="936113"/>
                  </a:lnTo>
                  <a:lnTo>
                    <a:pt x="206359" y="938372"/>
                  </a:lnTo>
                  <a:lnTo>
                    <a:pt x="206986" y="940644"/>
                  </a:lnTo>
                  <a:lnTo>
                    <a:pt x="207612" y="942924"/>
                  </a:lnTo>
                  <a:lnTo>
                    <a:pt x="208239" y="945187"/>
                  </a:lnTo>
                  <a:lnTo>
                    <a:pt x="208865" y="947437"/>
                  </a:lnTo>
                  <a:lnTo>
                    <a:pt x="209492" y="949661"/>
                  </a:lnTo>
                  <a:lnTo>
                    <a:pt x="210119" y="951856"/>
                  </a:lnTo>
                  <a:lnTo>
                    <a:pt x="210745" y="953984"/>
                  </a:lnTo>
                  <a:lnTo>
                    <a:pt x="211372" y="956033"/>
                  </a:lnTo>
                  <a:lnTo>
                    <a:pt x="211998" y="958000"/>
                  </a:lnTo>
                  <a:lnTo>
                    <a:pt x="212625" y="959868"/>
                  </a:lnTo>
                  <a:lnTo>
                    <a:pt x="213251" y="961652"/>
                  </a:lnTo>
                  <a:lnTo>
                    <a:pt x="213878" y="963317"/>
                  </a:lnTo>
                  <a:lnTo>
                    <a:pt x="214504" y="964855"/>
                  </a:lnTo>
                  <a:lnTo>
                    <a:pt x="215131" y="966291"/>
                  </a:lnTo>
                  <a:lnTo>
                    <a:pt x="215758" y="967675"/>
                  </a:lnTo>
                  <a:lnTo>
                    <a:pt x="216384" y="969024"/>
                  </a:lnTo>
                  <a:lnTo>
                    <a:pt x="217011" y="970340"/>
                  </a:lnTo>
                  <a:lnTo>
                    <a:pt x="217637" y="971608"/>
                  </a:lnTo>
                  <a:lnTo>
                    <a:pt x="218264" y="972826"/>
                  </a:lnTo>
                  <a:lnTo>
                    <a:pt x="218890" y="974010"/>
                  </a:lnTo>
                  <a:lnTo>
                    <a:pt x="219517" y="975171"/>
                  </a:lnTo>
                  <a:lnTo>
                    <a:pt x="220143" y="976308"/>
                  </a:lnTo>
                  <a:lnTo>
                    <a:pt x="220770" y="977416"/>
                  </a:lnTo>
                  <a:lnTo>
                    <a:pt x="221397" y="978483"/>
                  </a:lnTo>
                  <a:lnTo>
                    <a:pt x="222023" y="979501"/>
                  </a:lnTo>
                  <a:lnTo>
                    <a:pt x="222650" y="980450"/>
                  </a:lnTo>
                  <a:lnTo>
                    <a:pt x="223276" y="981347"/>
                  </a:lnTo>
                  <a:lnTo>
                    <a:pt x="223903" y="982181"/>
                  </a:lnTo>
                  <a:lnTo>
                    <a:pt x="224529" y="982936"/>
                  </a:lnTo>
                  <a:lnTo>
                    <a:pt x="225156" y="983621"/>
                  </a:lnTo>
                  <a:lnTo>
                    <a:pt x="225782" y="984233"/>
                  </a:lnTo>
                  <a:lnTo>
                    <a:pt x="226409" y="984760"/>
                  </a:lnTo>
                  <a:lnTo>
                    <a:pt x="227036" y="985228"/>
                  </a:lnTo>
                  <a:lnTo>
                    <a:pt x="227662" y="985650"/>
                  </a:lnTo>
                  <a:lnTo>
                    <a:pt x="228289" y="985998"/>
                  </a:lnTo>
                  <a:lnTo>
                    <a:pt x="228915" y="986270"/>
                  </a:lnTo>
                  <a:lnTo>
                    <a:pt x="229542" y="986508"/>
                  </a:lnTo>
                  <a:lnTo>
                    <a:pt x="230168" y="986735"/>
                  </a:lnTo>
                  <a:lnTo>
                    <a:pt x="230795" y="986953"/>
                  </a:lnTo>
                  <a:lnTo>
                    <a:pt x="231421" y="987195"/>
                  </a:lnTo>
                  <a:lnTo>
                    <a:pt x="232048" y="987453"/>
                  </a:lnTo>
                  <a:lnTo>
                    <a:pt x="232674" y="987712"/>
                  </a:lnTo>
                  <a:lnTo>
                    <a:pt x="233301" y="987975"/>
                  </a:lnTo>
                  <a:lnTo>
                    <a:pt x="233928" y="988240"/>
                  </a:lnTo>
                  <a:lnTo>
                    <a:pt x="234554" y="988504"/>
                  </a:lnTo>
                  <a:lnTo>
                    <a:pt x="235181" y="988789"/>
                  </a:lnTo>
                  <a:lnTo>
                    <a:pt x="235807" y="989130"/>
                  </a:lnTo>
                  <a:lnTo>
                    <a:pt x="236434" y="989535"/>
                  </a:lnTo>
                  <a:lnTo>
                    <a:pt x="237060" y="990005"/>
                  </a:lnTo>
                  <a:lnTo>
                    <a:pt x="237687" y="990572"/>
                  </a:lnTo>
                  <a:lnTo>
                    <a:pt x="238313" y="991229"/>
                  </a:lnTo>
                  <a:lnTo>
                    <a:pt x="238940" y="991902"/>
                  </a:lnTo>
                  <a:lnTo>
                    <a:pt x="239567" y="992585"/>
                  </a:lnTo>
                  <a:lnTo>
                    <a:pt x="240193" y="993287"/>
                  </a:lnTo>
                  <a:lnTo>
                    <a:pt x="240820" y="993983"/>
                  </a:lnTo>
                  <a:lnTo>
                    <a:pt x="241446" y="994688"/>
                  </a:lnTo>
                  <a:lnTo>
                    <a:pt x="242073" y="995389"/>
                  </a:lnTo>
                  <a:lnTo>
                    <a:pt x="242699" y="996106"/>
                  </a:lnTo>
                  <a:lnTo>
                    <a:pt x="243326" y="996841"/>
                  </a:lnTo>
                  <a:lnTo>
                    <a:pt x="243952" y="997578"/>
                  </a:lnTo>
                  <a:lnTo>
                    <a:pt x="244579" y="998304"/>
                  </a:lnTo>
                  <a:lnTo>
                    <a:pt x="245206" y="998976"/>
                  </a:lnTo>
                  <a:lnTo>
                    <a:pt x="245832" y="999579"/>
                  </a:lnTo>
                  <a:lnTo>
                    <a:pt x="246459" y="1000095"/>
                  </a:lnTo>
                  <a:lnTo>
                    <a:pt x="247085" y="1000497"/>
                  </a:lnTo>
                  <a:lnTo>
                    <a:pt x="247712" y="1000774"/>
                  </a:lnTo>
                  <a:lnTo>
                    <a:pt x="248338" y="1000940"/>
                  </a:lnTo>
                  <a:lnTo>
                    <a:pt x="248965" y="1000991"/>
                  </a:lnTo>
                  <a:lnTo>
                    <a:pt x="249591" y="1000939"/>
                  </a:lnTo>
                  <a:lnTo>
                    <a:pt x="250218" y="1000758"/>
                  </a:lnTo>
                  <a:lnTo>
                    <a:pt x="250845" y="1000407"/>
                  </a:lnTo>
                  <a:lnTo>
                    <a:pt x="251471" y="999864"/>
                  </a:lnTo>
                  <a:lnTo>
                    <a:pt x="252098" y="999104"/>
                  </a:lnTo>
                  <a:lnTo>
                    <a:pt x="252724" y="998125"/>
                  </a:lnTo>
                  <a:lnTo>
                    <a:pt x="253351" y="996925"/>
                  </a:lnTo>
                  <a:lnTo>
                    <a:pt x="253977" y="995515"/>
                  </a:lnTo>
                  <a:lnTo>
                    <a:pt x="254604" y="993923"/>
                  </a:lnTo>
                  <a:lnTo>
                    <a:pt x="255230" y="992162"/>
                  </a:lnTo>
                  <a:lnTo>
                    <a:pt x="255857" y="990260"/>
                  </a:lnTo>
                  <a:lnTo>
                    <a:pt x="256484" y="988214"/>
                  </a:lnTo>
                  <a:lnTo>
                    <a:pt x="257110" y="985999"/>
                  </a:lnTo>
                  <a:lnTo>
                    <a:pt x="257737" y="983614"/>
                  </a:lnTo>
                  <a:lnTo>
                    <a:pt x="258363" y="981058"/>
                  </a:lnTo>
                  <a:lnTo>
                    <a:pt x="258990" y="978319"/>
                  </a:lnTo>
                  <a:lnTo>
                    <a:pt x="259616" y="975469"/>
                  </a:lnTo>
                  <a:lnTo>
                    <a:pt x="260243" y="972578"/>
                  </a:lnTo>
                  <a:lnTo>
                    <a:pt x="260869" y="969697"/>
                  </a:lnTo>
                  <a:lnTo>
                    <a:pt x="261496" y="966812"/>
                  </a:lnTo>
                  <a:lnTo>
                    <a:pt x="262123" y="963917"/>
                  </a:lnTo>
                  <a:lnTo>
                    <a:pt x="262749" y="961035"/>
                  </a:lnTo>
                  <a:lnTo>
                    <a:pt x="263376" y="958151"/>
                  </a:lnTo>
                  <a:lnTo>
                    <a:pt x="264002" y="955270"/>
                  </a:lnTo>
                  <a:lnTo>
                    <a:pt x="264629" y="952399"/>
                  </a:lnTo>
                  <a:lnTo>
                    <a:pt x="265255" y="949549"/>
                  </a:lnTo>
                  <a:lnTo>
                    <a:pt x="265882" y="946739"/>
                  </a:lnTo>
                  <a:lnTo>
                    <a:pt x="266508" y="943978"/>
                  </a:lnTo>
                  <a:lnTo>
                    <a:pt x="267135" y="941261"/>
                  </a:lnTo>
                  <a:lnTo>
                    <a:pt x="267762" y="938579"/>
                  </a:lnTo>
                  <a:lnTo>
                    <a:pt x="268388" y="935944"/>
                  </a:lnTo>
                  <a:lnTo>
                    <a:pt x="269015" y="933358"/>
                  </a:lnTo>
                  <a:lnTo>
                    <a:pt x="269641" y="930805"/>
                  </a:lnTo>
                  <a:lnTo>
                    <a:pt x="270268" y="928296"/>
                  </a:lnTo>
                  <a:lnTo>
                    <a:pt x="270894" y="925884"/>
                  </a:lnTo>
                  <a:lnTo>
                    <a:pt x="271521" y="923581"/>
                  </a:lnTo>
                  <a:lnTo>
                    <a:pt x="272147" y="921365"/>
                  </a:lnTo>
                  <a:lnTo>
                    <a:pt x="272774" y="919265"/>
                  </a:lnTo>
                  <a:lnTo>
                    <a:pt x="273401" y="917264"/>
                  </a:lnTo>
                  <a:lnTo>
                    <a:pt x="274027" y="915375"/>
                  </a:lnTo>
                  <a:lnTo>
                    <a:pt x="274654" y="913550"/>
                  </a:lnTo>
                  <a:lnTo>
                    <a:pt x="275280" y="911776"/>
                  </a:lnTo>
                  <a:lnTo>
                    <a:pt x="275907" y="910043"/>
                  </a:lnTo>
                  <a:lnTo>
                    <a:pt x="276533" y="908372"/>
                  </a:lnTo>
                  <a:lnTo>
                    <a:pt x="277160" y="906789"/>
                  </a:lnTo>
                  <a:lnTo>
                    <a:pt x="277786" y="905297"/>
                  </a:lnTo>
                  <a:lnTo>
                    <a:pt x="278413" y="903879"/>
                  </a:lnTo>
                  <a:lnTo>
                    <a:pt x="279040" y="902511"/>
                  </a:lnTo>
                  <a:lnTo>
                    <a:pt x="279666" y="901167"/>
                  </a:lnTo>
                  <a:lnTo>
                    <a:pt x="280293" y="899849"/>
                  </a:lnTo>
                  <a:lnTo>
                    <a:pt x="280919" y="898551"/>
                  </a:lnTo>
                  <a:lnTo>
                    <a:pt x="281546" y="897305"/>
                  </a:lnTo>
                  <a:lnTo>
                    <a:pt x="282172" y="896123"/>
                  </a:lnTo>
                  <a:lnTo>
                    <a:pt x="282799" y="895029"/>
                  </a:lnTo>
                  <a:lnTo>
                    <a:pt x="283425" y="894017"/>
                  </a:lnTo>
                  <a:lnTo>
                    <a:pt x="284052" y="893087"/>
                  </a:lnTo>
                  <a:lnTo>
                    <a:pt x="284679" y="892278"/>
                  </a:lnTo>
                  <a:lnTo>
                    <a:pt x="285305" y="891575"/>
                  </a:lnTo>
                  <a:lnTo>
                    <a:pt x="285932" y="890967"/>
                  </a:lnTo>
                  <a:lnTo>
                    <a:pt x="286558" y="890431"/>
                  </a:lnTo>
                  <a:lnTo>
                    <a:pt x="287185" y="889934"/>
                  </a:lnTo>
                  <a:lnTo>
                    <a:pt x="287811" y="889488"/>
                  </a:lnTo>
                  <a:lnTo>
                    <a:pt x="288438" y="889114"/>
                  </a:lnTo>
                  <a:lnTo>
                    <a:pt x="289064" y="888841"/>
                  </a:lnTo>
                  <a:lnTo>
                    <a:pt x="289691" y="888635"/>
                  </a:lnTo>
                  <a:lnTo>
                    <a:pt x="290318" y="888496"/>
                  </a:lnTo>
                  <a:lnTo>
                    <a:pt x="290944" y="888410"/>
                  </a:lnTo>
                  <a:lnTo>
                    <a:pt x="291571" y="888316"/>
                  </a:lnTo>
                  <a:lnTo>
                    <a:pt x="292197" y="888163"/>
                  </a:lnTo>
                  <a:lnTo>
                    <a:pt x="292824" y="887942"/>
                  </a:lnTo>
                  <a:lnTo>
                    <a:pt x="293450" y="887667"/>
                  </a:lnTo>
                  <a:lnTo>
                    <a:pt x="294077" y="887312"/>
                  </a:lnTo>
                  <a:lnTo>
                    <a:pt x="294703" y="886898"/>
                  </a:lnTo>
                  <a:lnTo>
                    <a:pt x="295330" y="886435"/>
                  </a:lnTo>
                  <a:lnTo>
                    <a:pt x="295957" y="885935"/>
                  </a:lnTo>
                  <a:lnTo>
                    <a:pt x="296583" y="885386"/>
                  </a:lnTo>
                  <a:lnTo>
                    <a:pt x="297210" y="884779"/>
                  </a:lnTo>
                  <a:lnTo>
                    <a:pt x="297836" y="884101"/>
                  </a:lnTo>
                  <a:lnTo>
                    <a:pt x="298463" y="883348"/>
                  </a:lnTo>
                  <a:lnTo>
                    <a:pt x="299089" y="882514"/>
                  </a:lnTo>
                  <a:lnTo>
                    <a:pt x="299716" y="881596"/>
                  </a:lnTo>
                  <a:lnTo>
                    <a:pt x="300342" y="880561"/>
                  </a:lnTo>
                  <a:lnTo>
                    <a:pt x="300969" y="879439"/>
                  </a:lnTo>
                  <a:lnTo>
                    <a:pt x="301596" y="878274"/>
                  </a:lnTo>
                  <a:lnTo>
                    <a:pt x="302222" y="877063"/>
                  </a:lnTo>
                  <a:lnTo>
                    <a:pt x="302849" y="875793"/>
                  </a:lnTo>
                  <a:lnTo>
                    <a:pt x="303475" y="874480"/>
                  </a:lnTo>
                  <a:lnTo>
                    <a:pt x="304102" y="873135"/>
                  </a:lnTo>
                  <a:lnTo>
                    <a:pt x="304728" y="871757"/>
                  </a:lnTo>
                  <a:lnTo>
                    <a:pt x="305355" y="870335"/>
                  </a:lnTo>
                  <a:lnTo>
                    <a:pt x="305981" y="868868"/>
                  </a:lnTo>
                  <a:lnTo>
                    <a:pt x="306608" y="867398"/>
                  </a:lnTo>
                  <a:lnTo>
                    <a:pt x="307235" y="865920"/>
                  </a:lnTo>
                  <a:lnTo>
                    <a:pt x="307861" y="864473"/>
                  </a:lnTo>
                  <a:lnTo>
                    <a:pt x="308488" y="863076"/>
                  </a:lnTo>
                  <a:lnTo>
                    <a:pt x="309114" y="861739"/>
                  </a:lnTo>
                  <a:lnTo>
                    <a:pt x="309741" y="860488"/>
                  </a:lnTo>
                  <a:lnTo>
                    <a:pt x="310367" y="859358"/>
                  </a:lnTo>
                  <a:lnTo>
                    <a:pt x="310994" y="858379"/>
                  </a:lnTo>
                  <a:lnTo>
                    <a:pt x="311620" y="857577"/>
                  </a:lnTo>
                  <a:lnTo>
                    <a:pt x="312247" y="856957"/>
                  </a:lnTo>
                  <a:lnTo>
                    <a:pt x="312874" y="856554"/>
                  </a:lnTo>
                  <a:lnTo>
                    <a:pt x="313500" y="856368"/>
                  </a:lnTo>
                  <a:lnTo>
                    <a:pt x="314127" y="856392"/>
                  </a:lnTo>
                  <a:lnTo>
                    <a:pt x="314753" y="856635"/>
                  </a:lnTo>
                  <a:lnTo>
                    <a:pt x="315380" y="857117"/>
                  </a:lnTo>
                  <a:lnTo>
                    <a:pt x="316006" y="857852"/>
                  </a:lnTo>
                  <a:lnTo>
                    <a:pt x="316633" y="858793"/>
                  </a:lnTo>
                  <a:lnTo>
                    <a:pt x="317259" y="859960"/>
                  </a:lnTo>
                  <a:lnTo>
                    <a:pt x="317886" y="861341"/>
                  </a:lnTo>
                  <a:lnTo>
                    <a:pt x="318513" y="862947"/>
                  </a:lnTo>
                  <a:lnTo>
                    <a:pt x="319139" y="864802"/>
                  </a:lnTo>
                  <a:lnTo>
                    <a:pt x="319766" y="866878"/>
                  </a:lnTo>
                  <a:lnTo>
                    <a:pt x="320392" y="869160"/>
                  </a:lnTo>
                  <a:lnTo>
                    <a:pt x="321019" y="871631"/>
                  </a:lnTo>
                  <a:lnTo>
                    <a:pt x="321645" y="874310"/>
                  </a:lnTo>
                  <a:lnTo>
                    <a:pt x="322272" y="877157"/>
                  </a:lnTo>
                  <a:lnTo>
                    <a:pt x="322898" y="880145"/>
                  </a:lnTo>
                  <a:lnTo>
                    <a:pt x="323525" y="883244"/>
                  </a:lnTo>
                  <a:lnTo>
                    <a:pt x="324152" y="886451"/>
                  </a:lnTo>
                  <a:lnTo>
                    <a:pt x="324778" y="889730"/>
                  </a:lnTo>
                  <a:lnTo>
                    <a:pt x="325405" y="893060"/>
                  </a:lnTo>
                  <a:lnTo>
                    <a:pt x="326031" y="896468"/>
                  </a:lnTo>
                  <a:lnTo>
                    <a:pt x="326658" y="899922"/>
                  </a:lnTo>
                  <a:lnTo>
                    <a:pt x="327284" y="903414"/>
                  </a:lnTo>
                  <a:lnTo>
                    <a:pt x="327911" y="906928"/>
                  </a:lnTo>
                  <a:lnTo>
                    <a:pt x="328537" y="910433"/>
                  </a:lnTo>
                  <a:lnTo>
                    <a:pt x="329164" y="913923"/>
                  </a:lnTo>
                  <a:lnTo>
                    <a:pt x="329791" y="917380"/>
                  </a:lnTo>
                  <a:lnTo>
                    <a:pt x="330417" y="920803"/>
                  </a:lnTo>
                  <a:lnTo>
                    <a:pt x="331044" y="924183"/>
                  </a:lnTo>
                  <a:lnTo>
                    <a:pt x="331670" y="927493"/>
                  </a:lnTo>
                  <a:lnTo>
                    <a:pt x="332297" y="930735"/>
                  </a:lnTo>
                  <a:lnTo>
                    <a:pt x="332923" y="933873"/>
                  </a:lnTo>
                  <a:lnTo>
                    <a:pt x="333550" y="936864"/>
                  </a:lnTo>
                  <a:lnTo>
                    <a:pt x="334176" y="939717"/>
                  </a:lnTo>
                  <a:lnTo>
                    <a:pt x="334803" y="942457"/>
                  </a:lnTo>
                  <a:lnTo>
                    <a:pt x="335430" y="945051"/>
                  </a:lnTo>
                  <a:lnTo>
                    <a:pt x="336056" y="947518"/>
                  </a:lnTo>
                  <a:lnTo>
                    <a:pt x="336683" y="949855"/>
                  </a:lnTo>
                  <a:lnTo>
                    <a:pt x="337309" y="952121"/>
                  </a:lnTo>
                  <a:lnTo>
                    <a:pt x="337936" y="954335"/>
                  </a:lnTo>
                  <a:lnTo>
                    <a:pt x="338562" y="956517"/>
                  </a:lnTo>
                  <a:lnTo>
                    <a:pt x="339189" y="958684"/>
                  </a:lnTo>
                  <a:lnTo>
                    <a:pt x="339815" y="960802"/>
                  </a:lnTo>
                  <a:lnTo>
                    <a:pt x="340442" y="962858"/>
                  </a:lnTo>
                  <a:lnTo>
                    <a:pt x="341069" y="964865"/>
                  </a:lnTo>
                  <a:lnTo>
                    <a:pt x="341695" y="966852"/>
                  </a:lnTo>
                  <a:lnTo>
                    <a:pt x="342322" y="968844"/>
                  </a:lnTo>
                  <a:lnTo>
                    <a:pt x="342948" y="970824"/>
                  </a:lnTo>
                  <a:lnTo>
                    <a:pt x="343575" y="972786"/>
                  </a:lnTo>
                  <a:lnTo>
                    <a:pt x="344201" y="974692"/>
                  </a:lnTo>
                  <a:lnTo>
                    <a:pt x="344828" y="976514"/>
                  </a:lnTo>
                  <a:lnTo>
                    <a:pt x="345454" y="978200"/>
                  </a:lnTo>
                  <a:lnTo>
                    <a:pt x="346081" y="979752"/>
                  </a:lnTo>
                  <a:lnTo>
                    <a:pt x="346708" y="981132"/>
                  </a:lnTo>
                  <a:lnTo>
                    <a:pt x="347334" y="982301"/>
                  </a:lnTo>
                  <a:lnTo>
                    <a:pt x="347961" y="983265"/>
                  </a:lnTo>
                  <a:lnTo>
                    <a:pt x="348587" y="984041"/>
                  </a:lnTo>
                  <a:lnTo>
                    <a:pt x="349214" y="984644"/>
                  </a:lnTo>
                  <a:lnTo>
                    <a:pt x="349840" y="985112"/>
                  </a:lnTo>
                  <a:lnTo>
                    <a:pt x="350467" y="985416"/>
                  </a:lnTo>
                  <a:lnTo>
                    <a:pt x="351093" y="985528"/>
                  </a:lnTo>
                  <a:lnTo>
                    <a:pt x="351720" y="985432"/>
                  </a:lnTo>
                  <a:lnTo>
                    <a:pt x="352347" y="985140"/>
                  </a:lnTo>
                  <a:lnTo>
                    <a:pt x="352973" y="984640"/>
                  </a:lnTo>
                  <a:lnTo>
                    <a:pt x="353600" y="983948"/>
                  </a:lnTo>
                  <a:lnTo>
                    <a:pt x="354226" y="983095"/>
                  </a:lnTo>
                  <a:lnTo>
                    <a:pt x="354853" y="982124"/>
                  </a:lnTo>
                  <a:lnTo>
                    <a:pt x="355479" y="981046"/>
                  </a:lnTo>
                  <a:lnTo>
                    <a:pt x="356106" y="979863"/>
                  </a:lnTo>
                  <a:lnTo>
                    <a:pt x="356732" y="978619"/>
                  </a:lnTo>
                  <a:lnTo>
                    <a:pt x="357359" y="977299"/>
                  </a:lnTo>
                  <a:lnTo>
                    <a:pt x="357986" y="975886"/>
                  </a:lnTo>
                  <a:lnTo>
                    <a:pt x="358612" y="974376"/>
                  </a:lnTo>
                  <a:lnTo>
                    <a:pt x="359239" y="972774"/>
                  </a:lnTo>
                  <a:lnTo>
                    <a:pt x="359865" y="971079"/>
                  </a:lnTo>
                  <a:lnTo>
                    <a:pt x="360492" y="969316"/>
                  </a:lnTo>
                  <a:lnTo>
                    <a:pt x="361118" y="967500"/>
                  </a:lnTo>
                  <a:lnTo>
                    <a:pt x="361745" y="965658"/>
                  </a:lnTo>
                  <a:lnTo>
                    <a:pt x="362371" y="963802"/>
                  </a:lnTo>
                  <a:lnTo>
                    <a:pt x="362998" y="961960"/>
                  </a:lnTo>
                  <a:lnTo>
                    <a:pt x="363625" y="960146"/>
                  </a:lnTo>
                  <a:lnTo>
                    <a:pt x="364251" y="958363"/>
                  </a:lnTo>
                  <a:lnTo>
                    <a:pt x="364878" y="956647"/>
                  </a:lnTo>
                  <a:lnTo>
                    <a:pt x="365504" y="955024"/>
                  </a:lnTo>
                  <a:lnTo>
                    <a:pt x="366131" y="953483"/>
                  </a:lnTo>
                  <a:lnTo>
                    <a:pt x="366757" y="952005"/>
                  </a:lnTo>
                  <a:lnTo>
                    <a:pt x="367384" y="950604"/>
                  </a:lnTo>
                  <a:lnTo>
                    <a:pt x="368010" y="949292"/>
                  </a:lnTo>
                  <a:lnTo>
                    <a:pt x="368637" y="948056"/>
                  </a:lnTo>
                  <a:lnTo>
                    <a:pt x="369264" y="946840"/>
                  </a:lnTo>
                  <a:lnTo>
                    <a:pt x="369890" y="945651"/>
                  </a:lnTo>
                  <a:lnTo>
                    <a:pt x="370517" y="944432"/>
                  </a:lnTo>
                  <a:lnTo>
                    <a:pt x="371143" y="943179"/>
                  </a:lnTo>
                  <a:lnTo>
                    <a:pt x="371770" y="941912"/>
                  </a:lnTo>
                  <a:lnTo>
                    <a:pt x="372396" y="940623"/>
                  </a:lnTo>
                  <a:lnTo>
                    <a:pt x="373023" y="939280"/>
                  </a:lnTo>
                  <a:lnTo>
                    <a:pt x="373649" y="937827"/>
                  </a:lnTo>
                  <a:lnTo>
                    <a:pt x="374276" y="936219"/>
                  </a:lnTo>
                  <a:lnTo>
                    <a:pt x="374903" y="934452"/>
                  </a:lnTo>
                  <a:lnTo>
                    <a:pt x="375529" y="932503"/>
                  </a:lnTo>
                  <a:lnTo>
                    <a:pt x="376156" y="930395"/>
                  </a:lnTo>
                  <a:lnTo>
                    <a:pt x="376782" y="928110"/>
                  </a:lnTo>
                  <a:lnTo>
                    <a:pt x="377409" y="925652"/>
                  </a:lnTo>
                  <a:lnTo>
                    <a:pt x="378035" y="923016"/>
                  </a:lnTo>
                  <a:lnTo>
                    <a:pt x="378662" y="920243"/>
                  </a:lnTo>
                  <a:lnTo>
                    <a:pt x="379288" y="917368"/>
                  </a:lnTo>
                  <a:lnTo>
                    <a:pt x="379915" y="914390"/>
                  </a:lnTo>
                  <a:lnTo>
                    <a:pt x="380542" y="911299"/>
                  </a:lnTo>
                  <a:lnTo>
                    <a:pt x="381168" y="908046"/>
                  </a:lnTo>
                  <a:lnTo>
                    <a:pt x="381795" y="904601"/>
                  </a:lnTo>
                  <a:lnTo>
                    <a:pt x="382421" y="900990"/>
                  </a:lnTo>
                  <a:lnTo>
                    <a:pt x="383048" y="897231"/>
                  </a:lnTo>
                  <a:lnTo>
                    <a:pt x="383674" y="893344"/>
                  </a:lnTo>
                  <a:lnTo>
                    <a:pt x="384301" y="889320"/>
                  </a:lnTo>
                  <a:lnTo>
                    <a:pt x="384927" y="885169"/>
                  </a:lnTo>
                  <a:lnTo>
                    <a:pt x="385554" y="880894"/>
                  </a:lnTo>
                  <a:lnTo>
                    <a:pt x="386181" y="876544"/>
                  </a:lnTo>
                  <a:lnTo>
                    <a:pt x="386807" y="872111"/>
                  </a:lnTo>
                  <a:lnTo>
                    <a:pt x="387434" y="867639"/>
                  </a:lnTo>
                  <a:lnTo>
                    <a:pt x="388060" y="863142"/>
                  </a:lnTo>
                  <a:lnTo>
                    <a:pt x="388687" y="858607"/>
                  </a:lnTo>
                  <a:lnTo>
                    <a:pt x="389313" y="854063"/>
                  </a:lnTo>
                  <a:lnTo>
                    <a:pt x="389940" y="849512"/>
                  </a:lnTo>
                  <a:lnTo>
                    <a:pt x="390566" y="844979"/>
                  </a:lnTo>
                  <a:lnTo>
                    <a:pt x="391193" y="840489"/>
                  </a:lnTo>
                  <a:lnTo>
                    <a:pt x="391820" y="836075"/>
                  </a:lnTo>
                  <a:lnTo>
                    <a:pt x="392446" y="831761"/>
                  </a:lnTo>
                  <a:lnTo>
                    <a:pt x="393073" y="827536"/>
                  </a:lnTo>
                  <a:lnTo>
                    <a:pt x="393699" y="823385"/>
                  </a:lnTo>
                  <a:lnTo>
                    <a:pt x="394326" y="819329"/>
                  </a:lnTo>
                  <a:lnTo>
                    <a:pt x="394952" y="815361"/>
                  </a:lnTo>
                  <a:lnTo>
                    <a:pt x="395579" y="811500"/>
                  </a:lnTo>
                  <a:lnTo>
                    <a:pt x="396205" y="807788"/>
                  </a:lnTo>
                  <a:lnTo>
                    <a:pt x="396832" y="804206"/>
                  </a:lnTo>
                  <a:lnTo>
                    <a:pt x="397459" y="800738"/>
                  </a:lnTo>
                  <a:lnTo>
                    <a:pt x="398085" y="797389"/>
                  </a:lnTo>
                  <a:lnTo>
                    <a:pt x="398712" y="794154"/>
                  </a:lnTo>
                  <a:lnTo>
                    <a:pt x="399338" y="791016"/>
                  </a:lnTo>
                  <a:lnTo>
                    <a:pt x="399965" y="787928"/>
                  </a:lnTo>
                  <a:lnTo>
                    <a:pt x="400591" y="784872"/>
                  </a:lnTo>
                  <a:lnTo>
                    <a:pt x="401218" y="781848"/>
                  </a:lnTo>
                  <a:lnTo>
                    <a:pt x="401844" y="778813"/>
                  </a:lnTo>
                  <a:lnTo>
                    <a:pt x="402471" y="775815"/>
                  </a:lnTo>
                  <a:lnTo>
                    <a:pt x="403098" y="772836"/>
                  </a:lnTo>
                  <a:lnTo>
                    <a:pt x="403724" y="769849"/>
                  </a:lnTo>
                  <a:lnTo>
                    <a:pt x="404351" y="766842"/>
                  </a:lnTo>
                  <a:lnTo>
                    <a:pt x="404977" y="763813"/>
                  </a:lnTo>
                  <a:lnTo>
                    <a:pt x="405604" y="760775"/>
                  </a:lnTo>
                  <a:lnTo>
                    <a:pt x="406230" y="757736"/>
                  </a:lnTo>
                  <a:lnTo>
                    <a:pt x="406857" y="754700"/>
                  </a:lnTo>
                  <a:lnTo>
                    <a:pt x="407483" y="751671"/>
                  </a:lnTo>
                  <a:lnTo>
                    <a:pt x="408110" y="748666"/>
                  </a:lnTo>
                  <a:lnTo>
                    <a:pt x="408737" y="745694"/>
                  </a:lnTo>
                  <a:lnTo>
                    <a:pt x="409363" y="742812"/>
                  </a:lnTo>
                  <a:lnTo>
                    <a:pt x="409990" y="740046"/>
                  </a:lnTo>
                  <a:lnTo>
                    <a:pt x="410616" y="737370"/>
                  </a:lnTo>
                  <a:lnTo>
                    <a:pt x="411243" y="734780"/>
                  </a:lnTo>
                  <a:lnTo>
                    <a:pt x="411869" y="732261"/>
                  </a:lnTo>
                  <a:lnTo>
                    <a:pt x="412496" y="729820"/>
                  </a:lnTo>
                  <a:lnTo>
                    <a:pt x="413122" y="727486"/>
                  </a:lnTo>
                  <a:lnTo>
                    <a:pt x="413749" y="725272"/>
                  </a:lnTo>
                  <a:lnTo>
                    <a:pt x="414376" y="723185"/>
                  </a:lnTo>
                  <a:lnTo>
                    <a:pt x="415002" y="721237"/>
                  </a:lnTo>
                  <a:lnTo>
                    <a:pt x="415629" y="719443"/>
                  </a:lnTo>
                  <a:lnTo>
                    <a:pt x="416255" y="717802"/>
                  </a:lnTo>
                  <a:lnTo>
                    <a:pt x="416882" y="716318"/>
                  </a:lnTo>
                  <a:lnTo>
                    <a:pt x="417508" y="714970"/>
                  </a:lnTo>
                  <a:lnTo>
                    <a:pt x="418135" y="713759"/>
                  </a:lnTo>
                  <a:lnTo>
                    <a:pt x="418761" y="712679"/>
                  </a:lnTo>
                  <a:lnTo>
                    <a:pt x="419388" y="711711"/>
                  </a:lnTo>
                  <a:lnTo>
                    <a:pt x="420015" y="710877"/>
                  </a:lnTo>
                  <a:lnTo>
                    <a:pt x="420641" y="710182"/>
                  </a:lnTo>
                  <a:lnTo>
                    <a:pt x="421268" y="709617"/>
                  </a:lnTo>
                  <a:lnTo>
                    <a:pt x="421894" y="709190"/>
                  </a:lnTo>
                  <a:lnTo>
                    <a:pt x="422521" y="708902"/>
                  </a:lnTo>
                  <a:lnTo>
                    <a:pt x="423147" y="708738"/>
                  </a:lnTo>
                  <a:lnTo>
                    <a:pt x="423774" y="708659"/>
                  </a:lnTo>
                  <a:lnTo>
                    <a:pt x="424400" y="708623"/>
                  </a:lnTo>
                  <a:lnTo>
                    <a:pt x="425027" y="708606"/>
                  </a:lnTo>
                  <a:lnTo>
                    <a:pt x="425654" y="708603"/>
                  </a:lnTo>
                  <a:lnTo>
                    <a:pt x="426280" y="708580"/>
                  </a:lnTo>
                  <a:lnTo>
                    <a:pt x="426907" y="708554"/>
                  </a:lnTo>
                  <a:lnTo>
                    <a:pt x="427533" y="708499"/>
                  </a:lnTo>
                  <a:lnTo>
                    <a:pt x="428160" y="708364"/>
                  </a:lnTo>
                  <a:lnTo>
                    <a:pt x="428786" y="708142"/>
                  </a:lnTo>
                  <a:lnTo>
                    <a:pt x="429413" y="707829"/>
                  </a:lnTo>
                  <a:lnTo>
                    <a:pt x="430039" y="707413"/>
                  </a:lnTo>
                  <a:lnTo>
                    <a:pt x="430666" y="706904"/>
                  </a:lnTo>
                  <a:lnTo>
                    <a:pt x="431293" y="706324"/>
                  </a:lnTo>
                  <a:lnTo>
                    <a:pt x="431919" y="705709"/>
                  </a:lnTo>
                  <a:lnTo>
                    <a:pt x="432546" y="705085"/>
                  </a:lnTo>
                  <a:lnTo>
                    <a:pt x="433172" y="704490"/>
                  </a:lnTo>
                  <a:lnTo>
                    <a:pt x="433799" y="703959"/>
                  </a:lnTo>
                  <a:lnTo>
                    <a:pt x="434425" y="703490"/>
                  </a:lnTo>
                  <a:lnTo>
                    <a:pt x="435052" y="703105"/>
                  </a:lnTo>
                  <a:lnTo>
                    <a:pt x="435678" y="702821"/>
                  </a:lnTo>
                  <a:lnTo>
                    <a:pt x="436305" y="702632"/>
                  </a:lnTo>
                  <a:lnTo>
                    <a:pt x="436932" y="702553"/>
                  </a:lnTo>
                  <a:lnTo>
                    <a:pt x="437558" y="702606"/>
                  </a:lnTo>
                  <a:lnTo>
                    <a:pt x="438185" y="702798"/>
                  </a:lnTo>
                  <a:lnTo>
                    <a:pt x="438811" y="703137"/>
                  </a:lnTo>
                  <a:lnTo>
                    <a:pt x="439438" y="703646"/>
                  </a:lnTo>
                  <a:lnTo>
                    <a:pt x="440064" y="704316"/>
                  </a:lnTo>
                  <a:lnTo>
                    <a:pt x="440691" y="705141"/>
                  </a:lnTo>
                  <a:lnTo>
                    <a:pt x="441317" y="706070"/>
                  </a:lnTo>
                  <a:lnTo>
                    <a:pt x="441944" y="707073"/>
                  </a:lnTo>
                  <a:lnTo>
                    <a:pt x="442571" y="708139"/>
                  </a:lnTo>
                  <a:lnTo>
                    <a:pt x="443197" y="709261"/>
                  </a:lnTo>
                  <a:lnTo>
                    <a:pt x="443824" y="710456"/>
                  </a:lnTo>
                  <a:lnTo>
                    <a:pt x="444450" y="711726"/>
                  </a:lnTo>
                  <a:lnTo>
                    <a:pt x="445077" y="713085"/>
                  </a:lnTo>
                  <a:lnTo>
                    <a:pt x="445703" y="714516"/>
                  </a:lnTo>
                  <a:lnTo>
                    <a:pt x="446330" y="716017"/>
                  </a:lnTo>
                  <a:lnTo>
                    <a:pt x="446956" y="717562"/>
                  </a:lnTo>
                  <a:lnTo>
                    <a:pt x="447583" y="719111"/>
                  </a:lnTo>
                  <a:lnTo>
                    <a:pt x="448210" y="720640"/>
                  </a:lnTo>
                  <a:lnTo>
                    <a:pt x="448836" y="722125"/>
                  </a:lnTo>
                  <a:lnTo>
                    <a:pt x="449463" y="723565"/>
                  </a:lnTo>
                  <a:lnTo>
                    <a:pt x="450089" y="724939"/>
                  </a:lnTo>
                  <a:lnTo>
                    <a:pt x="450716" y="726216"/>
                  </a:lnTo>
                  <a:lnTo>
                    <a:pt x="451342" y="727371"/>
                  </a:lnTo>
                  <a:lnTo>
                    <a:pt x="451969" y="728364"/>
                  </a:lnTo>
                  <a:lnTo>
                    <a:pt x="452595" y="729199"/>
                  </a:lnTo>
                  <a:lnTo>
                    <a:pt x="453222" y="729859"/>
                  </a:lnTo>
                  <a:lnTo>
                    <a:pt x="453849" y="730327"/>
                  </a:lnTo>
                  <a:lnTo>
                    <a:pt x="454475" y="730569"/>
                  </a:lnTo>
                  <a:lnTo>
                    <a:pt x="455102" y="730583"/>
                  </a:lnTo>
                  <a:lnTo>
                    <a:pt x="455728" y="730371"/>
                  </a:lnTo>
                  <a:lnTo>
                    <a:pt x="456355" y="729987"/>
                  </a:lnTo>
                  <a:lnTo>
                    <a:pt x="456981" y="729469"/>
                  </a:lnTo>
                  <a:lnTo>
                    <a:pt x="457608" y="728826"/>
                  </a:lnTo>
                  <a:lnTo>
                    <a:pt x="458234" y="728061"/>
                  </a:lnTo>
                  <a:lnTo>
                    <a:pt x="458861" y="727107"/>
                  </a:lnTo>
                  <a:lnTo>
                    <a:pt x="459488" y="725965"/>
                  </a:lnTo>
                  <a:lnTo>
                    <a:pt x="460114" y="724674"/>
                  </a:lnTo>
                  <a:lnTo>
                    <a:pt x="460741" y="723251"/>
                  </a:lnTo>
                  <a:lnTo>
                    <a:pt x="461367" y="721723"/>
                  </a:lnTo>
                  <a:lnTo>
                    <a:pt x="461994" y="720116"/>
                  </a:lnTo>
                  <a:lnTo>
                    <a:pt x="462620" y="718459"/>
                  </a:lnTo>
                  <a:lnTo>
                    <a:pt x="463247" y="716777"/>
                  </a:lnTo>
                  <a:lnTo>
                    <a:pt x="463873" y="715067"/>
                  </a:lnTo>
                  <a:lnTo>
                    <a:pt x="464500" y="713327"/>
                  </a:lnTo>
                  <a:lnTo>
                    <a:pt x="465126" y="711530"/>
                  </a:lnTo>
                  <a:lnTo>
                    <a:pt x="465753" y="709669"/>
                  </a:lnTo>
                  <a:lnTo>
                    <a:pt x="466380" y="707722"/>
                  </a:lnTo>
                  <a:lnTo>
                    <a:pt x="467006" y="705711"/>
                  </a:lnTo>
                  <a:lnTo>
                    <a:pt x="467633" y="703649"/>
                  </a:lnTo>
                  <a:lnTo>
                    <a:pt x="468259" y="701611"/>
                  </a:lnTo>
                  <a:lnTo>
                    <a:pt x="468886" y="699599"/>
                  </a:lnTo>
                  <a:lnTo>
                    <a:pt x="469512" y="697585"/>
                  </a:lnTo>
                  <a:lnTo>
                    <a:pt x="470139" y="695553"/>
                  </a:lnTo>
                  <a:lnTo>
                    <a:pt x="470765" y="693478"/>
                  </a:lnTo>
                  <a:lnTo>
                    <a:pt x="471392" y="691348"/>
                  </a:lnTo>
                  <a:lnTo>
                    <a:pt x="472019" y="689133"/>
                  </a:lnTo>
                  <a:lnTo>
                    <a:pt x="472645" y="686816"/>
                  </a:lnTo>
                  <a:lnTo>
                    <a:pt x="473272" y="684432"/>
                  </a:lnTo>
                  <a:lnTo>
                    <a:pt x="473898" y="682000"/>
                  </a:lnTo>
                  <a:lnTo>
                    <a:pt x="474525" y="679564"/>
                  </a:lnTo>
                  <a:lnTo>
                    <a:pt x="475151" y="677111"/>
                  </a:lnTo>
                  <a:lnTo>
                    <a:pt x="475778" y="674619"/>
                  </a:lnTo>
                  <a:lnTo>
                    <a:pt x="476404" y="672089"/>
                  </a:lnTo>
                  <a:lnTo>
                    <a:pt x="477031" y="669532"/>
                  </a:lnTo>
                  <a:lnTo>
                    <a:pt x="477658" y="666953"/>
                  </a:lnTo>
                  <a:lnTo>
                    <a:pt x="478284" y="664326"/>
                  </a:lnTo>
                  <a:lnTo>
                    <a:pt x="478911" y="661664"/>
                  </a:lnTo>
                  <a:lnTo>
                    <a:pt x="479537" y="658986"/>
                  </a:lnTo>
                  <a:lnTo>
                    <a:pt x="480164" y="656318"/>
                  </a:lnTo>
                  <a:lnTo>
                    <a:pt x="480790" y="653656"/>
                  </a:lnTo>
                  <a:lnTo>
                    <a:pt x="481417" y="651002"/>
                  </a:lnTo>
                  <a:lnTo>
                    <a:pt x="482043" y="648328"/>
                  </a:lnTo>
                  <a:lnTo>
                    <a:pt x="482670" y="645618"/>
                  </a:lnTo>
                  <a:lnTo>
                    <a:pt x="483297" y="642880"/>
                  </a:lnTo>
                  <a:lnTo>
                    <a:pt x="483923" y="640115"/>
                  </a:lnTo>
                  <a:lnTo>
                    <a:pt x="484550" y="637312"/>
                  </a:lnTo>
                  <a:lnTo>
                    <a:pt x="485176" y="634484"/>
                  </a:lnTo>
                  <a:lnTo>
                    <a:pt x="485803" y="631636"/>
                  </a:lnTo>
                  <a:lnTo>
                    <a:pt x="486429" y="628773"/>
                  </a:lnTo>
                  <a:lnTo>
                    <a:pt x="487056" y="625908"/>
                  </a:lnTo>
                  <a:lnTo>
                    <a:pt x="487682" y="623070"/>
                  </a:lnTo>
                  <a:lnTo>
                    <a:pt x="488309" y="620260"/>
                  </a:lnTo>
                  <a:lnTo>
                    <a:pt x="488936" y="617461"/>
                  </a:lnTo>
                  <a:lnTo>
                    <a:pt x="489562" y="614647"/>
                  </a:lnTo>
                  <a:lnTo>
                    <a:pt x="490189" y="611827"/>
                  </a:lnTo>
                  <a:lnTo>
                    <a:pt x="490815" y="609035"/>
                  </a:lnTo>
                  <a:lnTo>
                    <a:pt x="491442" y="606287"/>
                  </a:lnTo>
                  <a:lnTo>
                    <a:pt x="492068" y="603568"/>
                  </a:lnTo>
                  <a:lnTo>
                    <a:pt x="492695" y="600851"/>
                  </a:lnTo>
                  <a:lnTo>
                    <a:pt x="493321" y="598109"/>
                  </a:lnTo>
                  <a:lnTo>
                    <a:pt x="493948" y="595323"/>
                  </a:lnTo>
                  <a:lnTo>
                    <a:pt x="494575" y="592474"/>
                  </a:lnTo>
                  <a:lnTo>
                    <a:pt x="495201" y="589537"/>
                  </a:lnTo>
                  <a:lnTo>
                    <a:pt x="495828" y="586494"/>
                  </a:lnTo>
                  <a:lnTo>
                    <a:pt x="496454" y="583328"/>
                  </a:lnTo>
                  <a:lnTo>
                    <a:pt x="497081" y="580007"/>
                  </a:lnTo>
                  <a:lnTo>
                    <a:pt x="497707" y="576506"/>
                  </a:lnTo>
                  <a:lnTo>
                    <a:pt x="498334" y="572829"/>
                  </a:lnTo>
                  <a:lnTo>
                    <a:pt x="498960" y="568981"/>
                  </a:lnTo>
                  <a:lnTo>
                    <a:pt x="499587" y="564930"/>
                  </a:lnTo>
                  <a:lnTo>
                    <a:pt x="500214" y="560617"/>
                  </a:lnTo>
                  <a:lnTo>
                    <a:pt x="500840" y="556032"/>
                  </a:lnTo>
                  <a:lnTo>
                    <a:pt x="501467" y="551195"/>
                  </a:lnTo>
                  <a:lnTo>
                    <a:pt x="502093" y="546146"/>
                  </a:lnTo>
                  <a:lnTo>
                    <a:pt x="502720" y="540924"/>
                  </a:lnTo>
                  <a:lnTo>
                    <a:pt x="503346" y="535533"/>
                  </a:lnTo>
                  <a:lnTo>
                    <a:pt x="503973" y="529978"/>
                  </a:lnTo>
                  <a:lnTo>
                    <a:pt x="504599" y="524302"/>
                  </a:lnTo>
                  <a:lnTo>
                    <a:pt x="505226" y="518496"/>
                  </a:lnTo>
                  <a:lnTo>
                    <a:pt x="505853" y="512583"/>
                  </a:lnTo>
                  <a:lnTo>
                    <a:pt x="506479" y="506556"/>
                  </a:lnTo>
                  <a:lnTo>
                    <a:pt x="507106" y="500431"/>
                  </a:lnTo>
                  <a:lnTo>
                    <a:pt x="507732" y="494205"/>
                  </a:lnTo>
                  <a:lnTo>
                    <a:pt x="508359" y="487853"/>
                  </a:lnTo>
                  <a:lnTo>
                    <a:pt x="508985" y="481356"/>
                  </a:lnTo>
                  <a:lnTo>
                    <a:pt x="509612" y="474732"/>
                  </a:lnTo>
                  <a:lnTo>
                    <a:pt x="510238" y="468007"/>
                  </a:lnTo>
                  <a:lnTo>
                    <a:pt x="510865" y="461203"/>
                  </a:lnTo>
                  <a:lnTo>
                    <a:pt x="511492" y="454323"/>
                  </a:lnTo>
                  <a:lnTo>
                    <a:pt x="512118" y="447388"/>
                  </a:lnTo>
                  <a:lnTo>
                    <a:pt x="512745" y="440396"/>
                  </a:lnTo>
                  <a:lnTo>
                    <a:pt x="513371" y="433373"/>
                  </a:lnTo>
                  <a:lnTo>
                    <a:pt x="513998" y="426319"/>
                  </a:lnTo>
                  <a:lnTo>
                    <a:pt x="514624" y="419280"/>
                  </a:lnTo>
                  <a:lnTo>
                    <a:pt x="515251" y="412242"/>
                  </a:lnTo>
                  <a:lnTo>
                    <a:pt x="515877" y="405214"/>
                  </a:lnTo>
                  <a:lnTo>
                    <a:pt x="516504" y="398203"/>
                  </a:lnTo>
                  <a:lnTo>
                    <a:pt x="517131" y="391228"/>
                  </a:lnTo>
                  <a:lnTo>
                    <a:pt x="517757" y="384294"/>
                  </a:lnTo>
                  <a:lnTo>
                    <a:pt x="518384" y="377415"/>
                  </a:lnTo>
                  <a:lnTo>
                    <a:pt x="519010" y="370544"/>
                  </a:lnTo>
                  <a:lnTo>
                    <a:pt x="519637" y="363638"/>
                  </a:lnTo>
                  <a:lnTo>
                    <a:pt x="520263" y="356673"/>
                  </a:lnTo>
                  <a:lnTo>
                    <a:pt x="520890" y="349646"/>
                  </a:lnTo>
                  <a:lnTo>
                    <a:pt x="521516" y="342586"/>
                  </a:lnTo>
                  <a:lnTo>
                    <a:pt x="522143" y="335503"/>
                  </a:lnTo>
                  <a:lnTo>
                    <a:pt x="522770" y="328395"/>
                  </a:lnTo>
                  <a:lnTo>
                    <a:pt x="523396" y="321264"/>
                  </a:lnTo>
                  <a:lnTo>
                    <a:pt x="524023" y="314103"/>
                  </a:lnTo>
                  <a:lnTo>
                    <a:pt x="524649" y="306923"/>
                  </a:lnTo>
                  <a:lnTo>
                    <a:pt x="525276" y="299702"/>
                  </a:lnTo>
                  <a:lnTo>
                    <a:pt x="525902" y="292442"/>
                  </a:lnTo>
                  <a:lnTo>
                    <a:pt x="526529" y="285118"/>
                  </a:lnTo>
                  <a:lnTo>
                    <a:pt x="527155" y="277748"/>
                  </a:lnTo>
                  <a:lnTo>
                    <a:pt x="527782" y="270345"/>
                  </a:lnTo>
                  <a:lnTo>
                    <a:pt x="528409" y="262957"/>
                  </a:lnTo>
                  <a:lnTo>
                    <a:pt x="529035" y="255641"/>
                  </a:lnTo>
                  <a:lnTo>
                    <a:pt x="529662" y="248400"/>
                  </a:lnTo>
                  <a:lnTo>
                    <a:pt x="530288" y="241232"/>
                  </a:lnTo>
                  <a:lnTo>
                    <a:pt x="530915" y="234089"/>
                  </a:lnTo>
                  <a:lnTo>
                    <a:pt x="531541" y="226966"/>
                  </a:lnTo>
                  <a:lnTo>
                    <a:pt x="532168" y="219871"/>
                  </a:lnTo>
                  <a:lnTo>
                    <a:pt x="532794" y="212832"/>
                  </a:lnTo>
                  <a:lnTo>
                    <a:pt x="533421" y="205850"/>
                  </a:lnTo>
                  <a:lnTo>
                    <a:pt x="534048" y="198911"/>
                  </a:lnTo>
                  <a:lnTo>
                    <a:pt x="534674" y="192051"/>
                  </a:lnTo>
                  <a:lnTo>
                    <a:pt x="535301" y="185293"/>
                  </a:lnTo>
                  <a:lnTo>
                    <a:pt x="535927" y="178668"/>
                  </a:lnTo>
                  <a:lnTo>
                    <a:pt x="536554" y="172143"/>
                  </a:lnTo>
                  <a:lnTo>
                    <a:pt x="537180" y="165692"/>
                  </a:lnTo>
                  <a:lnTo>
                    <a:pt x="537807" y="159297"/>
                  </a:lnTo>
                  <a:lnTo>
                    <a:pt x="538433" y="152956"/>
                  </a:lnTo>
                  <a:lnTo>
                    <a:pt x="539060" y="146663"/>
                  </a:lnTo>
                  <a:lnTo>
                    <a:pt x="539687" y="140404"/>
                  </a:lnTo>
                  <a:lnTo>
                    <a:pt x="540313" y="134184"/>
                  </a:lnTo>
                  <a:lnTo>
                    <a:pt x="540940" y="128036"/>
                  </a:lnTo>
                  <a:lnTo>
                    <a:pt x="541566" y="121958"/>
                  </a:lnTo>
                  <a:lnTo>
                    <a:pt x="542193" y="115954"/>
                  </a:lnTo>
                  <a:lnTo>
                    <a:pt x="542819" y="110022"/>
                  </a:lnTo>
                  <a:lnTo>
                    <a:pt x="543446" y="104179"/>
                  </a:lnTo>
                  <a:lnTo>
                    <a:pt x="544072" y="98387"/>
                  </a:lnTo>
                  <a:lnTo>
                    <a:pt x="544699" y="92656"/>
                  </a:lnTo>
                  <a:lnTo>
                    <a:pt x="545326" y="86987"/>
                  </a:lnTo>
                  <a:lnTo>
                    <a:pt x="545952" y="81381"/>
                  </a:lnTo>
                  <a:lnTo>
                    <a:pt x="546579" y="75852"/>
                  </a:lnTo>
                  <a:lnTo>
                    <a:pt x="547205" y="70418"/>
                  </a:lnTo>
                  <a:lnTo>
                    <a:pt x="547832" y="65088"/>
                  </a:lnTo>
                  <a:lnTo>
                    <a:pt x="548458" y="59871"/>
                  </a:lnTo>
                  <a:lnTo>
                    <a:pt x="549085" y="54794"/>
                  </a:lnTo>
                  <a:lnTo>
                    <a:pt x="549711" y="49854"/>
                  </a:lnTo>
                  <a:lnTo>
                    <a:pt x="550338" y="45045"/>
                  </a:lnTo>
                  <a:lnTo>
                    <a:pt x="550965" y="40394"/>
                  </a:lnTo>
                  <a:lnTo>
                    <a:pt x="551591" y="35922"/>
                  </a:lnTo>
                  <a:lnTo>
                    <a:pt x="552218" y="31635"/>
                  </a:lnTo>
                  <a:lnTo>
                    <a:pt x="552844" y="27545"/>
                  </a:lnTo>
                  <a:lnTo>
                    <a:pt x="553471" y="23681"/>
                  </a:lnTo>
                  <a:lnTo>
                    <a:pt x="554097" y="20052"/>
                  </a:lnTo>
                  <a:lnTo>
                    <a:pt x="554724" y="16668"/>
                  </a:lnTo>
                  <a:lnTo>
                    <a:pt x="555350" y="13570"/>
                  </a:lnTo>
                  <a:lnTo>
                    <a:pt x="555977" y="10772"/>
                  </a:lnTo>
                  <a:lnTo>
                    <a:pt x="556604" y="8287"/>
                  </a:lnTo>
                  <a:lnTo>
                    <a:pt x="557230" y="6126"/>
                  </a:lnTo>
                  <a:lnTo>
                    <a:pt x="557857" y="4280"/>
                  </a:lnTo>
                  <a:lnTo>
                    <a:pt x="558483" y="2774"/>
                  </a:lnTo>
                  <a:lnTo>
                    <a:pt x="559110" y="1589"/>
                  </a:lnTo>
                  <a:lnTo>
                    <a:pt x="559736" y="745"/>
                  </a:lnTo>
                  <a:lnTo>
                    <a:pt x="560363" y="225"/>
                  </a:lnTo>
                  <a:lnTo>
                    <a:pt x="560989" y="0"/>
                  </a:lnTo>
                  <a:lnTo>
                    <a:pt x="561616" y="81"/>
                  </a:lnTo>
                  <a:lnTo>
                    <a:pt x="562243" y="495"/>
                  </a:lnTo>
                  <a:lnTo>
                    <a:pt x="562869" y="1251"/>
                  </a:lnTo>
                  <a:lnTo>
                    <a:pt x="563496" y="2377"/>
                  </a:lnTo>
                  <a:lnTo>
                    <a:pt x="564122" y="3866"/>
                  </a:lnTo>
                  <a:lnTo>
                    <a:pt x="564749" y="5651"/>
                  </a:lnTo>
                  <a:lnTo>
                    <a:pt x="565375" y="7703"/>
                  </a:lnTo>
                  <a:lnTo>
                    <a:pt x="566002" y="10025"/>
                  </a:lnTo>
                  <a:lnTo>
                    <a:pt x="566628" y="12582"/>
                  </a:lnTo>
                  <a:lnTo>
                    <a:pt x="567255" y="15347"/>
                  </a:lnTo>
                  <a:lnTo>
                    <a:pt x="567882" y="18291"/>
                  </a:lnTo>
                  <a:lnTo>
                    <a:pt x="568508" y="21398"/>
                  </a:lnTo>
                  <a:lnTo>
                    <a:pt x="569135" y="24683"/>
                  </a:lnTo>
                  <a:lnTo>
                    <a:pt x="569761" y="28137"/>
                  </a:lnTo>
                  <a:lnTo>
                    <a:pt x="570388" y="31750"/>
                  </a:lnTo>
                  <a:lnTo>
                    <a:pt x="571014" y="35556"/>
                  </a:lnTo>
                  <a:lnTo>
                    <a:pt x="571641" y="39581"/>
                  </a:lnTo>
                  <a:lnTo>
                    <a:pt x="572267" y="43833"/>
                  </a:lnTo>
                  <a:lnTo>
                    <a:pt x="572894" y="48288"/>
                  </a:lnTo>
                  <a:lnTo>
                    <a:pt x="573521" y="52930"/>
                  </a:lnTo>
                  <a:lnTo>
                    <a:pt x="574147" y="57766"/>
                  </a:lnTo>
                  <a:lnTo>
                    <a:pt x="574774" y="62772"/>
                  </a:lnTo>
                  <a:lnTo>
                    <a:pt x="575400" y="67953"/>
                  </a:lnTo>
                  <a:lnTo>
                    <a:pt x="576027" y="73326"/>
                  </a:lnTo>
                  <a:lnTo>
                    <a:pt x="576653" y="78939"/>
                  </a:lnTo>
                  <a:lnTo>
                    <a:pt x="577280" y="84780"/>
                  </a:lnTo>
                  <a:lnTo>
                    <a:pt x="577906" y="90883"/>
                  </a:lnTo>
                  <a:lnTo>
                    <a:pt x="578533" y="97244"/>
                  </a:lnTo>
                  <a:lnTo>
                    <a:pt x="579160" y="103869"/>
                  </a:lnTo>
                  <a:lnTo>
                    <a:pt x="579786" y="110757"/>
                  </a:lnTo>
                  <a:lnTo>
                    <a:pt x="580413" y="117887"/>
                  </a:lnTo>
                  <a:lnTo>
                    <a:pt x="581039" y="125231"/>
                  </a:lnTo>
                  <a:lnTo>
                    <a:pt x="581666" y="132814"/>
                  </a:lnTo>
                  <a:lnTo>
                    <a:pt x="582292" y="140658"/>
                  </a:lnTo>
                  <a:lnTo>
                    <a:pt x="582919" y="148787"/>
                  </a:lnTo>
                  <a:lnTo>
                    <a:pt x="583545" y="157216"/>
                  </a:lnTo>
                  <a:lnTo>
                    <a:pt x="584172" y="165958"/>
                  </a:lnTo>
                  <a:lnTo>
                    <a:pt x="584799" y="174994"/>
                  </a:lnTo>
                  <a:lnTo>
                    <a:pt x="585425" y="184281"/>
                  </a:lnTo>
                  <a:lnTo>
                    <a:pt x="586052" y="193787"/>
                  </a:lnTo>
                  <a:lnTo>
                    <a:pt x="586678" y="203496"/>
                  </a:lnTo>
                  <a:lnTo>
                    <a:pt x="587305" y="213354"/>
                  </a:lnTo>
                  <a:lnTo>
                    <a:pt x="587931" y="223369"/>
                  </a:lnTo>
                  <a:lnTo>
                    <a:pt x="588558" y="233520"/>
                  </a:lnTo>
                  <a:lnTo>
                    <a:pt x="589184" y="243827"/>
                  </a:lnTo>
                  <a:lnTo>
                    <a:pt x="589811" y="254303"/>
                  </a:lnTo>
                  <a:lnTo>
                    <a:pt x="590438" y="264935"/>
                  </a:lnTo>
                  <a:lnTo>
                    <a:pt x="591064" y="275697"/>
                  </a:lnTo>
                  <a:lnTo>
                    <a:pt x="591691" y="286552"/>
                  </a:lnTo>
                  <a:lnTo>
                    <a:pt x="592317" y="297483"/>
                  </a:lnTo>
                  <a:lnTo>
                    <a:pt x="592944" y="308462"/>
                  </a:lnTo>
                  <a:lnTo>
                    <a:pt x="593570" y="319469"/>
                  </a:lnTo>
                  <a:lnTo>
                    <a:pt x="594197" y="330500"/>
                  </a:lnTo>
                  <a:lnTo>
                    <a:pt x="594823" y="341578"/>
                  </a:lnTo>
                  <a:lnTo>
                    <a:pt x="595450" y="352697"/>
                  </a:lnTo>
                  <a:lnTo>
                    <a:pt x="596077" y="363879"/>
                  </a:lnTo>
                  <a:lnTo>
                    <a:pt x="596703" y="375176"/>
                  </a:lnTo>
                  <a:lnTo>
                    <a:pt x="597330" y="386578"/>
                  </a:lnTo>
                  <a:lnTo>
                    <a:pt x="597956" y="398068"/>
                  </a:lnTo>
                  <a:lnTo>
                    <a:pt x="598583" y="409608"/>
                  </a:lnTo>
                  <a:lnTo>
                    <a:pt x="599209" y="421174"/>
                  </a:lnTo>
                  <a:lnTo>
                    <a:pt x="599836" y="432781"/>
                  </a:lnTo>
                  <a:lnTo>
                    <a:pt x="600462" y="444452"/>
                  </a:lnTo>
                  <a:lnTo>
                    <a:pt x="601089" y="456209"/>
                  </a:lnTo>
                  <a:lnTo>
                    <a:pt x="601716" y="468049"/>
                  </a:lnTo>
                  <a:lnTo>
                    <a:pt x="602342" y="479980"/>
                  </a:lnTo>
                  <a:lnTo>
                    <a:pt x="602969" y="491970"/>
                  </a:lnTo>
                  <a:lnTo>
                    <a:pt x="603595" y="504005"/>
                  </a:lnTo>
                  <a:lnTo>
                    <a:pt x="604222" y="516079"/>
                  </a:lnTo>
                  <a:lnTo>
                    <a:pt x="604848" y="528174"/>
                  </a:lnTo>
                  <a:lnTo>
                    <a:pt x="605475" y="540271"/>
                  </a:lnTo>
                  <a:lnTo>
                    <a:pt x="606101" y="552324"/>
                  </a:lnTo>
                  <a:lnTo>
                    <a:pt x="606728" y="564347"/>
                  </a:lnTo>
                  <a:lnTo>
                    <a:pt x="607355" y="576324"/>
                  </a:lnTo>
                  <a:lnTo>
                    <a:pt x="607981" y="588244"/>
                  </a:lnTo>
                  <a:lnTo>
                    <a:pt x="608608" y="600095"/>
                  </a:lnTo>
                  <a:lnTo>
                    <a:pt x="609234" y="611877"/>
                  </a:lnTo>
                  <a:lnTo>
                    <a:pt x="609861" y="623561"/>
                  </a:lnTo>
                  <a:lnTo>
                    <a:pt x="610487" y="635111"/>
                  </a:lnTo>
                  <a:lnTo>
                    <a:pt x="611114" y="646498"/>
                  </a:lnTo>
                  <a:lnTo>
                    <a:pt x="611740" y="657694"/>
                  </a:lnTo>
                  <a:lnTo>
                    <a:pt x="612367" y="668710"/>
                  </a:lnTo>
                  <a:lnTo>
                    <a:pt x="612994" y="679541"/>
                  </a:lnTo>
                  <a:lnTo>
                    <a:pt x="613620" y="690153"/>
                  </a:lnTo>
                  <a:lnTo>
                    <a:pt x="614247" y="700514"/>
                  </a:lnTo>
                  <a:lnTo>
                    <a:pt x="614873" y="710610"/>
                  </a:lnTo>
                  <a:lnTo>
                    <a:pt x="615500" y="720427"/>
                  </a:lnTo>
                  <a:lnTo>
                    <a:pt x="616126" y="729938"/>
                  </a:lnTo>
                  <a:lnTo>
                    <a:pt x="616753" y="739152"/>
                  </a:lnTo>
                  <a:lnTo>
                    <a:pt x="617379" y="748090"/>
                  </a:lnTo>
                  <a:lnTo>
                    <a:pt x="618006" y="756744"/>
                  </a:lnTo>
                  <a:lnTo>
                    <a:pt x="618633" y="765111"/>
                  </a:lnTo>
                  <a:lnTo>
                    <a:pt x="619259" y="773190"/>
                  </a:lnTo>
                  <a:lnTo>
                    <a:pt x="619886" y="780967"/>
                  </a:lnTo>
                  <a:lnTo>
                    <a:pt x="620512" y="788485"/>
                  </a:lnTo>
                  <a:lnTo>
                    <a:pt x="621139" y="795733"/>
                  </a:lnTo>
                  <a:lnTo>
                    <a:pt x="621765" y="802728"/>
                  </a:lnTo>
                  <a:lnTo>
                    <a:pt x="622392" y="809469"/>
                  </a:lnTo>
                  <a:lnTo>
                    <a:pt x="623018" y="815993"/>
                  </a:lnTo>
                  <a:lnTo>
                    <a:pt x="623645" y="822353"/>
                  </a:lnTo>
                  <a:lnTo>
                    <a:pt x="624272" y="828540"/>
                  </a:lnTo>
                  <a:lnTo>
                    <a:pt x="624898" y="834575"/>
                  </a:lnTo>
                  <a:lnTo>
                    <a:pt x="625525" y="840474"/>
                  </a:lnTo>
                  <a:lnTo>
                    <a:pt x="626151" y="846213"/>
                  </a:lnTo>
                  <a:lnTo>
                    <a:pt x="626778" y="851773"/>
                  </a:lnTo>
                  <a:lnTo>
                    <a:pt x="627404" y="857183"/>
                  </a:lnTo>
                  <a:lnTo>
                    <a:pt x="628031" y="862439"/>
                  </a:lnTo>
                  <a:lnTo>
                    <a:pt x="628657" y="867540"/>
                  </a:lnTo>
                  <a:lnTo>
                    <a:pt x="629284" y="872490"/>
                  </a:lnTo>
                  <a:lnTo>
                    <a:pt x="629911" y="877269"/>
                  </a:lnTo>
                  <a:lnTo>
                    <a:pt x="630537" y="881901"/>
                  </a:lnTo>
                  <a:lnTo>
                    <a:pt x="631164" y="886384"/>
                  </a:lnTo>
                  <a:lnTo>
                    <a:pt x="631790" y="890699"/>
                  </a:lnTo>
                  <a:lnTo>
                    <a:pt x="632417" y="894856"/>
                  </a:lnTo>
                  <a:lnTo>
                    <a:pt x="633043" y="898849"/>
                  </a:lnTo>
                  <a:lnTo>
                    <a:pt x="633670" y="902697"/>
                  </a:lnTo>
                  <a:lnTo>
                    <a:pt x="634296" y="906392"/>
                  </a:lnTo>
                  <a:lnTo>
                    <a:pt x="634923" y="909928"/>
                  </a:lnTo>
                  <a:lnTo>
                    <a:pt x="635550" y="913333"/>
                  </a:lnTo>
                  <a:lnTo>
                    <a:pt x="636176" y="916605"/>
                  </a:lnTo>
                  <a:lnTo>
                    <a:pt x="636803" y="919725"/>
                  </a:lnTo>
                  <a:lnTo>
                    <a:pt x="637429" y="922713"/>
                  </a:lnTo>
                  <a:lnTo>
                    <a:pt x="638056" y="925593"/>
                  </a:lnTo>
                  <a:lnTo>
                    <a:pt x="638682" y="928368"/>
                  </a:lnTo>
                  <a:lnTo>
                    <a:pt x="639309" y="931034"/>
                  </a:lnTo>
                  <a:lnTo>
                    <a:pt x="639935" y="933573"/>
                  </a:lnTo>
                  <a:lnTo>
                    <a:pt x="640562" y="935970"/>
                  </a:lnTo>
                  <a:lnTo>
                    <a:pt x="641189" y="938186"/>
                  </a:lnTo>
                  <a:lnTo>
                    <a:pt x="641815" y="940217"/>
                  </a:lnTo>
                  <a:lnTo>
                    <a:pt x="642442" y="942075"/>
                  </a:lnTo>
                  <a:lnTo>
                    <a:pt x="643068" y="943772"/>
                  </a:lnTo>
                  <a:lnTo>
                    <a:pt x="643695" y="945323"/>
                  </a:lnTo>
                  <a:lnTo>
                    <a:pt x="644321" y="946737"/>
                  </a:lnTo>
                  <a:lnTo>
                    <a:pt x="644948" y="948009"/>
                  </a:lnTo>
                  <a:lnTo>
                    <a:pt x="645574" y="949102"/>
                  </a:lnTo>
                  <a:lnTo>
                    <a:pt x="646201" y="950030"/>
                  </a:lnTo>
                  <a:lnTo>
                    <a:pt x="646828" y="950781"/>
                  </a:lnTo>
                  <a:lnTo>
                    <a:pt x="647454" y="951347"/>
                  </a:lnTo>
                  <a:lnTo>
                    <a:pt x="648081" y="951742"/>
                  </a:lnTo>
                  <a:lnTo>
                    <a:pt x="648707" y="951980"/>
                  </a:lnTo>
                  <a:lnTo>
                    <a:pt x="649334" y="952073"/>
                  </a:lnTo>
                  <a:lnTo>
                    <a:pt x="649960" y="952033"/>
                  </a:lnTo>
                  <a:lnTo>
                    <a:pt x="650587" y="951903"/>
                  </a:lnTo>
                  <a:lnTo>
                    <a:pt x="651213" y="951691"/>
                  </a:lnTo>
                  <a:lnTo>
                    <a:pt x="651840" y="951394"/>
                  </a:lnTo>
                  <a:lnTo>
                    <a:pt x="652467" y="950972"/>
                  </a:lnTo>
                  <a:lnTo>
                    <a:pt x="653093" y="950414"/>
                  </a:lnTo>
                  <a:lnTo>
                    <a:pt x="653720" y="949711"/>
                  </a:lnTo>
                  <a:lnTo>
                    <a:pt x="654346" y="948853"/>
                  </a:lnTo>
                  <a:lnTo>
                    <a:pt x="654973" y="947854"/>
                  </a:lnTo>
                  <a:lnTo>
                    <a:pt x="655599" y="946689"/>
                  </a:lnTo>
                  <a:lnTo>
                    <a:pt x="656226" y="945375"/>
                  </a:lnTo>
                  <a:lnTo>
                    <a:pt x="656852" y="943940"/>
                  </a:lnTo>
                  <a:lnTo>
                    <a:pt x="657479" y="942409"/>
                  </a:lnTo>
                  <a:lnTo>
                    <a:pt x="658106" y="940779"/>
                  </a:lnTo>
                  <a:lnTo>
                    <a:pt x="658732" y="939055"/>
                  </a:lnTo>
                  <a:lnTo>
                    <a:pt x="659359" y="937188"/>
                  </a:lnTo>
                  <a:lnTo>
                    <a:pt x="659985" y="935138"/>
                  </a:lnTo>
                  <a:lnTo>
                    <a:pt x="660612" y="932908"/>
                  </a:lnTo>
                  <a:lnTo>
                    <a:pt x="661238" y="930529"/>
                  </a:lnTo>
                  <a:lnTo>
                    <a:pt x="661865" y="928054"/>
                  </a:lnTo>
                  <a:lnTo>
                    <a:pt x="662491" y="925486"/>
                  </a:lnTo>
                  <a:lnTo>
                    <a:pt x="663118" y="922843"/>
                  </a:lnTo>
                  <a:lnTo>
                    <a:pt x="663745" y="920128"/>
                  </a:lnTo>
                  <a:lnTo>
                    <a:pt x="664371" y="917343"/>
                  </a:lnTo>
                  <a:lnTo>
                    <a:pt x="664998" y="914469"/>
                  </a:lnTo>
                  <a:lnTo>
                    <a:pt x="665624" y="911501"/>
                  </a:lnTo>
                  <a:lnTo>
                    <a:pt x="666251" y="908432"/>
                  </a:lnTo>
                  <a:lnTo>
                    <a:pt x="666877" y="905272"/>
                  </a:lnTo>
                  <a:lnTo>
                    <a:pt x="667504" y="902004"/>
                  </a:lnTo>
                  <a:lnTo>
                    <a:pt x="668130" y="898632"/>
                  </a:lnTo>
                  <a:lnTo>
                    <a:pt x="668757" y="895228"/>
                  </a:lnTo>
                  <a:lnTo>
                    <a:pt x="669384" y="891805"/>
                  </a:lnTo>
                  <a:lnTo>
                    <a:pt x="670010" y="888377"/>
                  </a:lnTo>
                  <a:lnTo>
                    <a:pt x="670637" y="884952"/>
                  </a:lnTo>
                  <a:lnTo>
                    <a:pt x="671263" y="881536"/>
                  </a:lnTo>
                  <a:lnTo>
                    <a:pt x="671890" y="878139"/>
                  </a:lnTo>
                  <a:lnTo>
                    <a:pt x="672516" y="874782"/>
                  </a:lnTo>
                  <a:lnTo>
                    <a:pt x="673143" y="871515"/>
                  </a:lnTo>
                  <a:lnTo>
                    <a:pt x="673769" y="868357"/>
                  </a:lnTo>
                  <a:lnTo>
                    <a:pt x="674396" y="865329"/>
                  </a:lnTo>
                  <a:lnTo>
                    <a:pt x="675023" y="862426"/>
                  </a:lnTo>
                  <a:lnTo>
                    <a:pt x="675649" y="859659"/>
                  </a:lnTo>
                  <a:lnTo>
                    <a:pt x="676276" y="857017"/>
                  </a:lnTo>
                  <a:lnTo>
                    <a:pt x="676902" y="854538"/>
                  </a:lnTo>
                  <a:lnTo>
                    <a:pt x="677529" y="852270"/>
                  </a:lnTo>
                  <a:lnTo>
                    <a:pt x="678155" y="850210"/>
                  </a:lnTo>
                  <a:lnTo>
                    <a:pt x="678782" y="848382"/>
                  </a:lnTo>
                  <a:lnTo>
                    <a:pt x="679408" y="846776"/>
                  </a:lnTo>
                  <a:lnTo>
                    <a:pt x="680035" y="845380"/>
                  </a:lnTo>
                  <a:lnTo>
                    <a:pt x="680662" y="844172"/>
                  </a:lnTo>
                  <a:lnTo>
                    <a:pt x="681288" y="843143"/>
                  </a:lnTo>
                  <a:lnTo>
                    <a:pt x="681915" y="842292"/>
                  </a:lnTo>
                  <a:lnTo>
                    <a:pt x="682541" y="841571"/>
                  </a:lnTo>
                  <a:lnTo>
                    <a:pt x="683168" y="840946"/>
                  </a:lnTo>
                  <a:lnTo>
                    <a:pt x="683794" y="840380"/>
                  </a:lnTo>
                  <a:lnTo>
                    <a:pt x="684421" y="839870"/>
                  </a:lnTo>
                  <a:lnTo>
                    <a:pt x="685047" y="839433"/>
                  </a:lnTo>
                  <a:lnTo>
                    <a:pt x="685674" y="839039"/>
                  </a:lnTo>
                  <a:lnTo>
                    <a:pt x="686301" y="838660"/>
                  </a:lnTo>
                  <a:lnTo>
                    <a:pt x="686927" y="838272"/>
                  </a:lnTo>
                  <a:lnTo>
                    <a:pt x="687554" y="837855"/>
                  </a:lnTo>
                  <a:lnTo>
                    <a:pt x="688180" y="837409"/>
                  </a:lnTo>
                  <a:lnTo>
                    <a:pt x="688807" y="836913"/>
                  </a:lnTo>
                  <a:lnTo>
                    <a:pt x="689433" y="836346"/>
                  </a:lnTo>
                  <a:lnTo>
                    <a:pt x="690060" y="835704"/>
                  </a:lnTo>
                  <a:lnTo>
                    <a:pt x="690686" y="834986"/>
                  </a:lnTo>
                  <a:lnTo>
                    <a:pt x="691313" y="834188"/>
                  </a:lnTo>
                  <a:lnTo>
                    <a:pt x="691940" y="833351"/>
                  </a:lnTo>
                  <a:lnTo>
                    <a:pt x="692566" y="832518"/>
                  </a:lnTo>
                  <a:lnTo>
                    <a:pt x="693193" y="831681"/>
                  </a:lnTo>
                  <a:lnTo>
                    <a:pt x="693819" y="830847"/>
                  </a:lnTo>
                  <a:lnTo>
                    <a:pt x="694446" y="830028"/>
                  </a:lnTo>
                  <a:lnTo>
                    <a:pt x="695072" y="829213"/>
                  </a:lnTo>
                  <a:lnTo>
                    <a:pt x="695699" y="828391"/>
                  </a:lnTo>
                  <a:lnTo>
                    <a:pt x="696325" y="827542"/>
                  </a:lnTo>
                  <a:lnTo>
                    <a:pt x="696952" y="826661"/>
                  </a:lnTo>
                  <a:lnTo>
                    <a:pt x="697579" y="825755"/>
                  </a:lnTo>
                  <a:lnTo>
                    <a:pt x="698205" y="824826"/>
                  </a:lnTo>
                  <a:lnTo>
                    <a:pt x="698832" y="823890"/>
                  </a:lnTo>
                  <a:lnTo>
                    <a:pt x="699458" y="822969"/>
                  </a:lnTo>
                  <a:lnTo>
                    <a:pt x="700085" y="822073"/>
                  </a:lnTo>
                  <a:lnTo>
                    <a:pt x="700711" y="821168"/>
                  </a:lnTo>
                  <a:lnTo>
                    <a:pt x="701338" y="820255"/>
                  </a:lnTo>
                  <a:lnTo>
                    <a:pt x="701964" y="819325"/>
                  </a:lnTo>
                  <a:lnTo>
                    <a:pt x="702591" y="818384"/>
                  </a:lnTo>
                  <a:lnTo>
                    <a:pt x="703217" y="817416"/>
                  </a:lnTo>
                  <a:lnTo>
                    <a:pt x="703844" y="816445"/>
                  </a:lnTo>
                  <a:lnTo>
                    <a:pt x="704471" y="815467"/>
                  </a:lnTo>
                  <a:lnTo>
                    <a:pt x="705097" y="814493"/>
                  </a:lnTo>
                  <a:lnTo>
                    <a:pt x="705724" y="813511"/>
                  </a:lnTo>
                  <a:lnTo>
                    <a:pt x="706350" y="812533"/>
                  </a:lnTo>
                  <a:lnTo>
                    <a:pt x="706977" y="811576"/>
                  </a:lnTo>
                  <a:lnTo>
                    <a:pt x="707603" y="810624"/>
                  </a:lnTo>
                  <a:lnTo>
                    <a:pt x="708230" y="809703"/>
                  </a:lnTo>
                  <a:lnTo>
                    <a:pt x="708856" y="808769"/>
                  </a:lnTo>
                  <a:lnTo>
                    <a:pt x="709483" y="807853"/>
                  </a:lnTo>
                  <a:lnTo>
                    <a:pt x="710110" y="806954"/>
                  </a:lnTo>
                  <a:lnTo>
                    <a:pt x="710736" y="806043"/>
                  </a:lnTo>
                  <a:lnTo>
                    <a:pt x="711363" y="805115"/>
                  </a:lnTo>
                  <a:lnTo>
                    <a:pt x="711989" y="804176"/>
                  </a:lnTo>
                  <a:lnTo>
                    <a:pt x="712616" y="803280"/>
                  </a:lnTo>
                  <a:lnTo>
                    <a:pt x="713242" y="802388"/>
                  </a:lnTo>
                  <a:lnTo>
                    <a:pt x="713869" y="801516"/>
                  </a:lnTo>
                  <a:lnTo>
                    <a:pt x="714495" y="800684"/>
                  </a:lnTo>
                  <a:lnTo>
                    <a:pt x="715122" y="799936"/>
                  </a:lnTo>
                  <a:lnTo>
                    <a:pt x="715749" y="799333"/>
                  </a:lnTo>
                  <a:lnTo>
                    <a:pt x="716375" y="798876"/>
                  </a:lnTo>
                  <a:lnTo>
                    <a:pt x="717002" y="798553"/>
                  </a:lnTo>
                  <a:lnTo>
                    <a:pt x="717628" y="798316"/>
                  </a:lnTo>
                  <a:lnTo>
                    <a:pt x="718255" y="798194"/>
                  </a:lnTo>
                  <a:lnTo>
                    <a:pt x="718881" y="798184"/>
                  </a:lnTo>
                  <a:lnTo>
                    <a:pt x="719508" y="798288"/>
                  </a:lnTo>
                  <a:lnTo>
                    <a:pt x="720134" y="798480"/>
                  </a:lnTo>
                  <a:lnTo>
                    <a:pt x="720761" y="798779"/>
                  </a:lnTo>
                  <a:lnTo>
                    <a:pt x="721388" y="799177"/>
                  </a:lnTo>
                  <a:lnTo>
                    <a:pt x="722014" y="799706"/>
                  </a:lnTo>
                  <a:lnTo>
                    <a:pt x="722641" y="800374"/>
                  </a:lnTo>
                  <a:lnTo>
                    <a:pt x="723267" y="801171"/>
                  </a:lnTo>
                  <a:lnTo>
                    <a:pt x="723894" y="802125"/>
                  </a:lnTo>
                  <a:lnTo>
                    <a:pt x="724520" y="803192"/>
                  </a:lnTo>
                  <a:lnTo>
                    <a:pt x="725147" y="804367"/>
                  </a:lnTo>
                  <a:lnTo>
                    <a:pt x="725773" y="805617"/>
                  </a:lnTo>
                  <a:lnTo>
                    <a:pt x="726400" y="806936"/>
                  </a:lnTo>
                  <a:lnTo>
                    <a:pt x="727027" y="808349"/>
                  </a:lnTo>
                  <a:lnTo>
                    <a:pt x="727653" y="809860"/>
                  </a:lnTo>
                  <a:lnTo>
                    <a:pt x="728280" y="811485"/>
                  </a:lnTo>
                  <a:lnTo>
                    <a:pt x="728906" y="813245"/>
                  </a:lnTo>
                  <a:lnTo>
                    <a:pt x="729533" y="815134"/>
                  </a:lnTo>
                  <a:lnTo>
                    <a:pt x="730159" y="817156"/>
                  </a:lnTo>
                  <a:lnTo>
                    <a:pt x="730786" y="819306"/>
                  </a:lnTo>
                  <a:lnTo>
                    <a:pt x="731412" y="821535"/>
                  </a:lnTo>
                  <a:lnTo>
                    <a:pt x="732039" y="823853"/>
                  </a:lnTo>
                  <a:lnTo>
                    <a:pt x="732666" y="826273"/>
                  </a:lnTo>
                  <a:lnTo>
                    <a:pt x="733292" y="828771"/>
                  </a:lnTo>
                  <a:lnTo>
                    <a:pt x="733919" y="831327"/>
                  </a:lnTo>
                  <a:lnTo>
                    <a:pt x="734545" y="833906"/>
                  </a:lnTo>
                  <a:lnTo>
                    <a:pt x="735172" y="836518"/>
                  </a:lnTo>
                  <a:lnTo>
                    <a:pt x="735798" y="839133"/>
                  </a:lnTo>
                  <a:lnTo>
                    <a:pt x="736425" y="841710"/>
                  </a:lnTo>
                  <a:lnTo>
                    <a:pt x="737051" y="844223"/>
                  </a:lnTo>
                  <a:lnTo>
                    <a:pt x="737678" y="846683"/>
                  </a:lnTo>
                  <a:lnTo>
                    <a:pt x="738305" y="849060"/>
                  </a:lnTo>
                  <a:lnTo>
                    <a:pt x="738931" y="851334"/>
                  </a:lnTo>
                  <a:lnTo>
                    <a:pt x="739558" y="853481"/>
                  </a:lnTo>
                  <a:lnTo>
                    <a:pt x="740184" y="855469"/>
                  </a:lnTo>
                  <a:lnTo>
                    <a:pt x="740811" y="857320"/>
                  </a:lnTo>
                  <a:lnTo>
                    <a:pt x="741437" y="858945"/>
                  </a:lnTo>
                  <a:lnTo>
                    <a:pt x="742064" y="860319"/>
                  </a:lnTo>
                  <a:lnTo>
                    <a:pt x="742690" y="861452"/>
                  </a:lnTo>
                  <a:lnTo>
                    <a:pt x="743317" y="862369"/>
                  </a:lnTo>
                  <a:lnTo>
                    <a:pt x="743944" y="863040"/>
                  </a:lnTo>
                  <a:lnTo>
                    <a:pt x="744570" y="863413"/>
                  </a:lnTo>
                  <a:lnTo>
                    <a:pt x="745197" y="863531"/>
                  </a:lnTo>
                  <a:lnTo>
                    <a:pt x="745823" y="863396"/>
                  </a:lnTo>
                  <a:lnTo>
                    <a:pt x="746450" y="863038"/>
                  </a:lnTo>
                  <a:lnTo>
                    <a:pt x="747076" y="862446"/>
                  </a:lnTo>
                  <a:lnTo>
                    <a:pt x="747703" y="861599"/>
                  </a:lnTo>
                  <a:lnTo>
                    <a:pt x="748329" y="860508"/>
                  </a:lnTo>
                  <a:lnTo>
                    <a:pt x="748956" y="859191"/>
                  </a:lnTo>
                  <a:lnTo>
                    <a:pt x="749583" y="857695"/>
                  </a:lnTo>
                  <a:lnTo>
                    <a:pt x="750209" y="856025"/>
                  </a:lnTo>
                  <a:lnTo>
                    <a:pt x="750836" y="854174"/>
                  </a:lnTo>
                  <a:lnTo>
                    <a:pt x="751462" y="852163"/>
                  </a:lnTo>
                  <a:lnTo>
                    <a:pt x="752089" y="850016"/>
                  </a:lnTo>
                  <a:lnTo>
                    <a:pt x="752715" y="847735"/>
                  </a:lnTo>
                  <a:lnTo>
                    <a:pt x="753342" y="845348"/>
                  </a:lnTo>
                  <a:lnTo>
                    <a:pt x="753968" y="842861"/>
                  </a:lnTo>
                  <a:lnTo>
                    <a:pt x="754595" y="840269"/>
                  </a:lnTo>
                  <a:lnTo>
                    <a:pt x="755222" y="837571"/>
                  </a:lnTo>
                  <a:lnTo>
                    <a:pt x="755848" y="834725"/>
                  </a:lnTo>
                  <a:lnTo>
                    <a:pt x="756475" y="831720"/>
                  </a:lnTo>
                  <a:lnTo>
                    <a:pt x="757101" y="828541"/>
                  </a:lnTo>
                  <a:lnTo>
                    <a:pt x="757728" y="825205"/>
                  </a:lnTo>
                  <a:lnTo>
                    <a:pt x="758354" y="821728"/>
                  </a:lnTo>
                  <a:lnTo>
                    <a:pt x="758981" y="818146"/>
                  </a:lnTo>
                  <a:lnTo>
                    <a:pt x="759607" y="814503"/>
                  </a:lnTo>
                  <a:lnTo>
                    <a:pt x="760234" y="810829"/>
                  </a:lnTo>
                  <a:lnTo>
                    <a:pt x="760861" y="807138"/>
                  </a:lnTo>
                  <a:lnTo>
                    <a:pt x="761487" y="803425"/>
                  </a:lnTo>
                  <a:lnTo>
                    <a:pt x="762114" y="799681"/>
                  </a:lnTo>
                  <a:lnTo>
                    <a:pt x="762740" y="795895"/>
                  </a:lnTo>
                  <a:lnTo>
                    <a:pt x="763367" y="792084"/>
                  </a:lnTo>
                  <a:lnTo>
                    <a:pt x="763993" y="788229"/>
                  </a:lnTo>
                  <a:lnTo>
                    <a:pt x="764620" y="784315"/>
                  </a:lnTo>
                  <a:lnTo>
                    <a:pt x="765246" y="780370"/>
                  </a:lnTo>
                  <a:lnTo>
                    <a:pt x="765873" y="776431"/>
                  </a:lnTo>
                  <a:lnTo>
                    <a:pt x="766500" y="772555"/>
                  </a:lnTo>
                  <a:lnTo>
                    <a:pt x="767126" y="768754"/>
                  </a:lnTo>
                  <a:lnTo>
                    <a:pt x="767753" y="765019"/>
                  </a:lnTo>
                  <a:lnTo>
                    <a:pt x="768379" y="761386"/>
                  </a:lnTo>
                  <a:lnTo>
                    <a:pt x="769006" y="757844"/>
                  </a:lnTo>
                  <a:lnTo>
                    <a:pt x="769632" y="754356"/>
                  </a:lnTo>
                  <a:lnTo>
                    <a:pt x="770259" y="750903"/>
                  </a:lnTo>
                  <a:lnTo>
                    <a:pt x="770885" y="747493"/>
                  </a:lnTo>
                  <a:lnTo>
                    <a:pt x="771512" y="744162"/>
                  </a:lnTo>
                  <a:lnTo>
                    <a:pt x="772139" y="740879"/>
                  </a:lnTo>
                  <a:lnTo>
                    <a:pt x="772765" y="737657"/>
                  </a:lnTo>
                  <a:lnTo>
                    <a:pt x="773392" y="734555"/>
                  </a:lnTo>
                  <a:lnTo>
                    <a:pt x="774018" y="731609"/>
                  </a:lnTo>
                  <a:lnTo>
                    <a:pt x="774645" y="728803"/>
                  </a:lnTo>
                  <a:lnTo>
                    <a:pt x="775271" y="726088"/>
                  </a:lnTo>
                  <a:lnTo>
                    <a:pt x="775898" y="723496"/>
                  </a:lnTo>
                  <a:lnTo>
                    <a:pt x="776524" y="721030"/>
                  </a:lnTo>
                  <a:lnTo>
                    <a:pt x="777151" y="718674"/>
                  </a:lnTo>
                  <a:lnTo>
                    <a:pt x="777778" y="716404"/>
                  </a:lnTo>
                  <a:lnTo>
                    <a:pt x="778404" y="714170"/>
                  </a:lnTo>
                  <a:lnTo>
                    <a:pt x="779031" y="711978"/>
                  </a:lnTo>
                  <a:lnTo>
                    <a:pt x="779657" y="709874"/>
                  </a:lnTo>
                  <a:lnTo>
                    <a:pt x="780284" y="707894"/>
                  </a:lnTo>
                  <a:lnTo>
                    <a:pt x="780910" y="706048"/>
                  </a:lnTo>
                  <a:lnTo>
                    <a:pt x="781537" y="704362"/>
                  </a:lnTo>
                  <a:lnTo>
                    <a:pt x="782163" y="702842"/>
                  </a:lnTo>
                  <a:lnTo>
                    <a:pt x="782790" y="701490"/>
                  </a:lnTo>
                  <a:lnTo>
                    <a:pt x="783417" y="700291"/>
                  </a:lnTo>
                  <a:lnTo>
                    <a:pt x="784043" y="699248"/>
                  </a:lnTo>
                  <a:lnTo>
                    <a:pt x="784670" y="698339"/>
                  </a:lnTo>
                  <a:lnTo>
                    <a:pt x="785296" y="697560"/>
                  </a:lnTo>
                  <a:lnTo>
                    <a:pt x="785923" y="696908"/>
                  </a:lnTo>
                  <a:lnTo>
                    <a:pt x="786549" y="696343"/>
                  </a:lnTo>
                  <a:lnTo>
                    <a:pt x="787176" y="695890"/>
                  </a:lnTo>
                  <a:lnTo>
                    <a:pt x="787802" y="695522"/>
                  </a:lnTo>
                  <a:lnTo>
                    <a:pt x="788429" y="695253"/>
                  </a:lnTo>
                  <a:lnTo>
                    <a:pt x="789056" y="695102"/>
                  </a:lnTo>
                  <a:lnTo>
                    <a:pt x="789682" y="695052"/>
                  </a:lnTo>
                  <a:lnTo>
                    <a:pt x="790309" y="695079"/>
                  </a:lnTo>
                  <a:lnTo>
                    <a:pt x="790935" y="695142"/>
                  </a:lnTo>
                  <a:lnTo>
                    <a:pt x="791562" y="695183"/>
                  </a:lnTo>
                  <a:lnTo>
                    <a:pt x="792188" y="695167"/>
                  </a:lnTo>
                  <a:lnTo>
                    <a:pt x="792815" y="695071"/>
                  </a:lnTo>
                  <a:lnTo>
                    <a:pt x="793441" y="694899"/>
                  </a:lnTo>
                  <a:lnTo>
                    <a:pt x="794068" y="694664"/>
                  </a:lnTo>
                  <a:lnTo>
                    <a:pt x="794695" y="694324"/>
                  </a:lnTo>
                  <a:lnTo>
                    <a:pt x="795321" y="693861"/>
                  </a:lnTo>
                  <a:lnTo>
                    <a:pt x="795948" y="693287"/>
                  </a:lnTo>
                  <a:lnTo>
                    <a:pt x="796574" y="692620"/>
                  </a:lnTo>
                  <a:lnTo>
                    <a:pt x="797201" y="691869"/>
                  </a:lnTo>
                  <a:lnTo>
                    <a:pt x="797827" y="691011"/>
                  </a:lnTo>
                  <a:lnTo>
                    <a:pt x="798454" y="690003"/>
                  </a:lnTo>
                  <a:lnTo>
                    <a:pt x="799080" y="688863"/>
                  </a:lnTo>
                  <a:lnTo>
                    <a:pt x="799707" y="687613"/>
                  </a:lnTo>
                  <a:lnTo>
                    <a:pt x="800334" y="686216"/>
                  </a:lnTo>
                  <a:lnTo>
                    <a:pt x="800960" y="684699"/>
                  </a:lnTo>
                  <a:lnTo>
                    <a:pt x="801587" y="683090"/>
                  </a:lnTo>
                  <a:lnTo>
                    <a:pt x="802213" y="681438"/>
                  </a:lnTo>
                  <a:lnTo>
                    <a:pt x="802840" y="679765"/>
                  </a:lnTo>
                  <a:lnTo>
                    <a:pt x="803466" y="678044"/>
                  </a:lnTo>
                  <a:lnTo>
                    <a:pt x="804093" y="676355"/>
                  </a:lnTo>
                  <a:lnTo>
                    <a:pt x="804719" y="674713"/>
                  </a:lnTo>
                  <a:lnTo>
                    <a:pt x="805346" y="673112"/>
                  </a:lnTo>
                  <a:lnTo>
                    <a:pt x="805973" y="671542"/>
                  </a:lnTo>
                  <a:lnTo>
                    <a:pt x="806599" y="670046"/>
                  </a:lnTo>
                  <a:lnTo>
                    <a:pt x="807226" y="668683"/>
                  </a:lnTo>
                  <a:lnTo>
                    <a:pt x="807852" y="667461"/>
                  </a:lnTo>
                  <a:lnTo>
                    <a:pt x="808479" y="666391"/>
                  </a:lnTo>
                  <a:lnTo>
                    <a:pt x="809105" y="665488"/>
                  </a:lnTo>
                  <a:lnTo>
                    <a:pt x="809732" y="664795"/>
                  </a:lnTo>
                  <a:lnTo>
                    <a:pt x="810358" y="664336"/>
                  </a:lnTo>
                  <a:lnTo>
                    <a:pt x="810985" y="664129"/>
                  </a:lnTo>
                  <a:lnTo>
                    <a:pt x="811612" y="664129"/>
                  </a:lnTo>
                  <a:lnTo>
                    <a:pt x="812238" y="664310"/>
                  </a:lnTo>
                  <a:lnTo>
                    <a:pt x="812865" y="664678"/>
                  </a:lnTo>
                  <a:lnTo>
                    <a:pt x="813491" y="665255"/>
                  </a:lnTo>
                  <a:lnTo>
                    <a:pt x="814118" y="666049"/>
                  </a:lnTo>
                  <a:lnTo>
                    <a:pt x="814744" y="667059"/>
                  </a:lnTo>
                  <a:lnTo>
                    <a:pt x="815371" y="668292"/>
                  </a:lnTo>
                  <a:lnTo>
                    <a:pt x="815997" y="669736"/>
                  </a:lnTo>
                  <a:lnTo>
                    <a:pt x="816624" y="671387"/>
                  </a:lnTo>
                  <a:lnTo>
                    <a:pt x="817251" y="673228"/>
                  </a:lnTo>
                  <a:lnTo>
                    <a:pt x="817877" y="675238"/>
                  </a:lnTo>
                  <a:lnTo>
                    <a:pt x="818504" y="677466"/>
                  </a:lnTo>
                  <a:lnTo>
                    <a:pt x="819130" y="679920"/>
                  </a:lnTo>
                  <a:lnTo>
                    <a:pt x="819757" y="682629"/>
                  </a:lnTo>
                  <a:lnTo>
                    <a:pt x="820383" y="685586"/>
                  </a:lnTo>
                  <a:lnTo>
                    <a:pt x="821010" y="688791"/>
                  </a:lnTo>
                  <a:lnTo>
                    <a:pt x="821636" y="692205"/>
                  </a:lnTo>
                  <a:lnTo>
                    <a:pt x="822263" y="695796"/>
                  </a:lnTo>
                  <a:lnTo>
                    <a:pt x="822890" y="699511"/>
                  </a:lnTo>
                  <a:lnTo>
                    <a:pt x="823516" y="703364"/>
                  </a:lnTo>
                  <a:lnTo>
                    <a:pt x="824143" y="707351"/>
                  </a:lnTo>
                  <a:lnTo>
                    <a:pt x="824769" y="711452"/>
                  </a:lnTo>
                  <a:lnTo>
                    <a:pt x="825396" y="715658"/>
                  </a:lnTo>
                  <a:lnTo>
                    <a:pt x="826022" y="719975"/>
                  </a:lnTo>
                  <a:lnTo>
                    <a:pt x="826649" y="724418"/>
                  </a:lnTo>
                  <a:lnTo>
                    <a:pt x="827275" y="729019"/>
                  </a:lnTo>
                  <a:lnTo>
                    <a:pt x="827902" y="733745"/>
                  </a:lnTo>
                  <a:lnTo>
                    <a:pt x="828529" y="738560"/>
                  </a:lnTo>
                  <a:lnTo>
                    <a:pt x="829155" y="743430"/>
                  </a:lnTo>
                  <a:lnTo>
                    <a:pt x="829782" y="748333"/>
                  </a:lnTo>
                  <a:lnTo>
                    <a:pt x="830408" y="753260"/>
                  </a:lnTo>
                  <a:lnTo>
                    <a:pt x="831035" y="758178"/>
                  </a:lnTo>
                  <a:lnTo>
                    <a:pt x="831661" y="763086"/>
                  </a:lnTo>
                  <a:lnTo>
                    <a:pt x="832288" y="768034"/>
                  </a:lnTo>
                  <a:lnTo>
                    <a:pt x="832914" y="773037"/>
                  </a:lnTo>
                  <a:lnTo>
                    <a:pt x="833541" y="778101"/>
                  </a:lnTo>
                  <a:lnTo>
                    <a:pt x="834168" y="783222"/>
                  </a:lnTo>
                  <a:lnTo>
                    <a:pt x="834794" y="788392"/>
                  </a:lnTo>
                  <a:lnTo>
                    <a:pt x="835421" y="793601"/>
                  </a:lnTo>
                  <a:lnTo>
                    <a:pt x="836047" y="798809"/>
                  </a:lnTo>
                  <a:lnTo>
                    <a:pt x="836674" y="803985"/>
                  </a:lnTo>
                  <a:lnTo>
                    <a:pt x="837300" y="809137"/>
                  </a:lnTo>
                  <a:lnTo>
                    <a:pt x="837927" y="814275"/>
                  </a:lnTo>
                  <a:lnTo>
                    <a:pt x="838553" y="819366"/>
                  </a:lnTo>
                  <a:lnTo>
                    <a:pt x="839180" y="824400"/>
                  </a:lnTo>
                  <a:lnTo>
                    <a:pt x="839807" y="829366"/>
                  </a:lnTo>
                  <a:lnTo>
                    <a:pt x="840433" y="834268"/>
                  </a:lnTo>
                  <a:lnTo>
                    <a:pt x="841060" y="839101"/>
                  </a:lnTo>
                  <a:lnTo>
                    <a:pt x="841686" y="843832"/>
                  </a:lnTo>
                  <a:lnTo>
                    <a:pt x="842313" y="848438"/>
                  </a:lnTo>
                  <a:lnTo>
                    <a:pt x="842939" y="852896"/>
                  </a:lnTo>
                  <a:lnTo>
                    <a:pt x="843566" y="857208"/>
                  </a:lnTo>
                  <a:lnTo>
                    <a:pt x="844192" y="861362"/>
                  </a:lnTo>
                  <a:lnTo>
                    <a:pt x="844819" y="865343"/>
                  </a:lnTo>
                  <a:lnTo>
                    <a:pt x="845446" y="869142"/>
                  </a:lnTo>
                  <a:lnTo>
                    <a:pt x="846072" y="872765"/>
                  </a:lnTo>
                  <a:lnTo>
                    <a:pt x="846699" y="876221"/>
                  </a:lnTo>
                  <a:lnTo>
                    <a:pt x="847325" y="879508"/>
                  </a:lnTo>
                  <a:lnTo>
                    <a:pt x="847952" y="882630"/>
                  </a:lnTo>
                  <a:lnTo>
                    <a:pt x="848578" y="885604"/>
                  </a:lnTo>
                  <a:lnTo>
                    <a:pt x="849205" y="888450"/>
                  </a:lnTo>
                  <a:lnTo>
                    <a:pt x="849831" y="891157"/>
                  </a:lnTo>
                  <a:lnTo>
                    <a:pt x="850458" y="893752"/>
                  </a:lnTo>
                  <a:lnTo>
                    <a:pt x="851085" y="896230"/>
                  </a:lnTo>
                  <a:lnTo>
                    <a:pt x="851711" y="898582"/>
                  </a:lnTo>
                  <a:lnTo>
                    <a:pt x="852338" y="900798"/>
                  </a:lnTo>
                  <a:lnTo>
                    <a:pt x="852964" y="902894"/>
                  </a:lnTo>
                  <a:lnTo>
                    <a:pt x="853591" y="904922"/>
                  </a:lnTo>
                  <a:lnTo>
                    <a:pt x="854217" y="906935"/>
                  </a:lnTo>
                  <a:lnTo>
                    <a:pt x="854844" y="908977"/>
                  </a:lnTo>
                  <a:lnTo>
                    <a:pt x="855470" y="911048"/>
                  </a:lnTo>
                  <a:lnTo>
                    <a:pt x="856097" y="913133"/>
                  </a:lnTo>
                  <a:lnTo>
                    <a:pt x="856724" y="915237"/>
                  </a:lnTo>
                  <a:lnTo>
                    <a:pt x="857350" y="917378"/>
                  </a:lnTo>
                  <a:lnTo>
                    <a:pt x="857977" y="919562"/>
                  </a:lnTo>
                  <a:lnTo>
                    <a:pt x="858603" y="921794"/>
                  </a:lnTo>
                  <a:lnTo>
                    <a:pt x="859230" y="924088"/>
                  </a:lnTo>
                  <a:lnTo>
                    <a:pt x="859856" y="926444"/>
                  </a:lnTo>
                  <a:lnTo>
                    <a:pt x="860483" y="928870"/>
                  </a:lnTo>
                  <a:lnTo>
                    <a:pt x="861109" y="931389"/>
                  </a:lnTo>
                  <a:lnTo>
                    <a:pt x="861736" y="934022"/>
                  </a:lnTo>
                  <a:lnTo>
                    <a:pt x="862363" y="936767"/>
                  </a:lnTo>
                  <a:lnTo>
                    <a:pt x="862989" y="939650"/>
                  </a:lnTo>
                  <a:lnTo>
                    <a:pt x="863616" y="942654"/>
                  </a:lnTo>
                  <a:lnTo>
                    <a:pt x="864242" y="945772"/>
                  </a:lnTo>
                  <a:lnTo>
                    <a:pt x="864869" y="948978"/>
                  </a:lnTo>
                  <a:lnTo>
                    <a:pt x="865495" y="952269"/>
                  </a:lnTo>
                  <a:lnTo>
                    <a:pt x="866122" y="955659"/>
                  </a:lnTo>
                  <a:lnTo>
                    <a:pt x="866748" y="959146"/>
                  </a:lnTo>
                  <a:lnTo>
                    <a:pt x="867375" y="962750"/>
                  </a:lnTo>
                  <a:lnTo>
                    <a:pt x="868002" y="966466"/>
                  </a:lnTo>
                  <a:lnTo>
                    <a:pt x="868628" y="970288"/>
                  </a:lnTo>
                  <a:lnTo>
                    <a:pt x="869255" y="974209"/>
                  </a:lnTo>
                  <a:lnTo>
                    <a:pt x="869881" y="978221"/>
                  </a:lnTo>
                  <a:lnTo>
                    <a:pt x="870508" y="982323"/>
                  </a:lnTo>
                  <a:lnTo>
                    <a:pt x="871134" y="986504"/>
                  </a:lnTo>
                  <a:lnTo>
                    <a:pt x="871761" y="990758"/>
                  </a:lnTo>
                  <a:lnTo>
                    <a:pt x="872387" y="995050"/>
                  </a:lnTo>
                  <a:lnTo>
                    <a:pt x="873014" y="999365"/>
                  </a:lnTo>
                  <a:lnTo>
                    <a:pt x="873641" y="1003690"/>
                  </a:lnTo>
                  <a:lnTo>
                    <a:pt x="874267" y="1008043"/>
                  </a:lnTo>
                  <a:lnTo>
                    <a:pt x="874894" y="1012427"/>
                  </a:lnTo>
                  <a:lnTo>
                    <a:pt x="875520" y="1016827"/>
                  </a:lnTo>
                  <a:lnTo>
                    <a:pt x="876147" y="1021224"/>
                  </a:lnTo>
                  <a:lnTo>
                    <a:pt x="876773" y="1025596"/>
                  </a:lnTo>
                  <a:lnTo>
                    <a:pt x="877400" y="1029930"/>
                  </a:lnTo>
                  <a:lnTo>
                    <a:pt x="878026" y="1034214"/>
                  </a:lnTo>
                  <a:lnTo>
                    <a:pt x="878653" y="1038428"/>
                  </a:lnTo>
                  <a:lnTo>
                    <a:pt x="879280" y="1042572"/>
                  </a:lnTo>
                  <a:lnTo>
                    <a:pt x="879906" y="1046659"/>
                  </a:lnTo>
                  <a:lnTo>
                    <a:pt x="880533" y="1050686"/>
                  </a:lnTo>
                  <a:lnTo>
                    <a:pt x="881159" y="1054622"/>
                  </a:lnTo>
                  <a:lnTo>
                    <a:pt x="881786" y="1058482"/>
                  </a:lnTo>
                  <a:lnTo>
                    <a:pt x="882412" y="1062237"/>
                  </a:lnTo>
                  <a:lnTo>
                    <a:pt x="883039" y="1065889"/>
                  </a:lnTo>
                  <a:lnTo>
                    <a:pt x="883665" y="1069437"/>
                  </a:lnTo>
                  <a:lnTo>
                    <a:pt x="884292" y="1072891"/>
                  </a:lnTo>
                  <a:lnTo>
                    <a:pt x="884919" y="1076246"/>
                  </a:lnTo>
                  <a:lnTo>
                    <a:pt x="885545" y="1079509"/>
                  </a:lnTo>
                  <a:lnTo>
                    <a:pt x="886172" y="1082655"/>
                  </a:lnTo>
                  <a:lnTo>
                    <a:pt x="886798" y="1085688"/>
                  </a:lnTo>
                  <a:lnTo>
                    <a:pt x="887425" y="1088648"/>
                  </a:lnTo>
                  <a:lnTo>
                    <a:pt x="888051" y="1091549"/>
                  </a:lnTo>
                  <a:lnTo>
                    <a:pt x="888678" y="1094411"/>
                  </a:lnTo>
                  <a:lnTo>
                    <a:pt x="889304" y="1097233"/>
                  </a:lnTo>
                  <a:lnTo>
                    <a:pt x="889931" y="1099994"/>
                  </a:lnTo>
                  <a:lnTo>
                    <a:pt x="890558" y="1102718"/>
                  </a:lnTo>
                  <a:lnTo>
                    <a:pt x="891184" y="1105382"/>
                  </a:lnTo>
                  <a:lnTo>
                    <a:pt x="891811" y="1107980"/>
                  </a:lnTo>
                  <a:lnTo>
                    <a:pt x="892437" y="1110529"/>
                  </a:lnTo>
                  <a:lnTo>
                    <a:pt x="893064" y="1113025"/>
                  </a:lnTo>
                  <a:lnTo>
                    <a:pt x="893690" y="1115492"/>
                  </a:lnTo>
                  <a:lnTo>
                    <a:pt x="894317" y="1117930"/>
                  </a:lnTo>
                  <a:lnTo>
                    <a:pt x="894943" y="1120317"/>
                  </a:lnTo>
                  <a:lnTo>
                    <a:pt x="895570" y="1122668"/>
                  </a:lnTo>
                  <a:lnTo>
                    <a:pt x="896197" y="1124966"/>
                  </a:lnTo>
                  <a:lnTo>
                    <a:pt x="896823" y="1127191"/>
                  </a:lnTo>
                  <a:lnTo>
                    <a:pt x="897450" y="1129343"/>
                  </a:lnTo>
                  <a:lnTo>
                    <a:pt x="898076" y="1131377"/>
                  </a:lnTo>
                  <a:lnTo>
                    <a:pt x="898703" y="1133252"/>
                  </a:lnTo>
                  <a:lnTo>
                    <a:pt x="899329" y="1134976"/>
                  </a:lnTo>
                  <a:lnTo>
                    <a:pt x="899956" y="1136548"/>
                  </a:lnTo>
                  <a:lnTo>
                    <a:pt x="900582" y="1137984"/>
                  </a:lnTo>
                  <a:lnTo>
                    <a:pt x="901209" y="1139304"/>
                  </a:lnTo>
                  <a:lnTo>
                    <a:pt x="901836" y="1140497"/>
                  </a:lnTo>
                  <a:lnTo>
                    <a:pt x="902462" y="1141573"/>
                  </a:lnTo>
                  <a:lnTo>
                    <a:pt x="903089" y="1142534"/>
                  </a:lnTo>
                  <a:lnTo>
                    <a:pt x="903715" y="1143379"/>
                  </a:lnTo>
                  <a:lnTo>
                    <a:pt x="904342" y="1144129"/>
                  </a:lnTo>
                  <a:lnTo>
                    <a:pt x="904968" y="1144785"/>
                  </a:lnTo>
                  <a:lnTo>
                    <a:pt x="905595" y="1145367"/>
                  </a:lnTo>
                  <a:lnTo>
                    <a:pt x="906221" y="1145878"/>
                  </a:lnTo>
                  <a:lnTo>
                    <a:pt x="906848" y="1146309"/>
                  </a:lnTo>
                  <a:lnTo>
                    <a:pt x="907475" y="1146676"/>
                  </a:lnTo>
                  <a:lnTo>
                    <a:pt x="908101" y="1147024"/>
                  </a:lnTo>
                  <a:lnTo>
                    <a:pt x="908728" y="1147354"/>
                  </a:lnTo>
                  <a:lnTo>
                    <a:pt x="909354" y="1147663"/>
                  </a:lnTo>
                  <a:lnTo>
                    <a:pt x="909981" y="1147925"/>
                  </a:lnTo>
                  <a:lnTo>
                    <a:pt x="910607" y="1148155"/>
                  </a:lnTo>
                  <a:lnTo>
                    <a:pt x="911234" y="1148340"/>
                  </a:lnTo>
                  <a:lnTo>
                    <a:pt x="911860" y="1148452"/>
                  </a:lnTo>
                  <a:lnTo>
                    <a:pt x="912487" y="1148492"/>
                  </a:lnTo>
                  <a:lnTo>
                    <a:pt x="913114" y="1148467"/>
                  </a:lnTo>
                  <a:lnTo>
                    <a:pt x="913740" y="1148387"/>
                  </a:lnTo>
                  <a:lnTo>
                    <a:pt x="914367" y="1148245"/>
                  </a:lnTo>
                  <a:lnTo>
                    <a:pt x="914993" y="1148039"/>
                  </a:lnTo>
                  <a:lnTo>
                    <a:pt x="915620" y="1147766"/>
                  </a:lnTo>
                  <a:lnTo>
                    <a:pt x="916246" y="1147418"/>
                  </a:lnTo>
                  <a:lnTo>
                    <a:pt x="916873" y="1146986"/>
                  </a:lnTo>
                  <a:lnTo>
                    <a:pt x="917499" y="1146455"/>
                  </a:lnTo>
                  <a:lnTo>
                    <a:pt x="918126" y="1145851"/>
                  </a:lnTo>
                  <a:lnTo>
                    <a:pt x="918753" y="1145183"/>
                  </a:lnTo>
                  <a:lnTo>
                    <a:pt x="919379" y="1144476"/>
                  </a:lnTo>
                  <a:lnTo>
                    <a:pt x="920006" y="1143736"/>
                  </a:lnTo>
                  <a:lnTo>
                    <a:pt x="920632" y="1142971"/>
                  </a:lnTo>
                  <a:lnTo>
                    <a:pt x="921259" y="1142184"/>
                  </a:lnTo>
                  <a:lnTo>
                    <a:pt x="921885" y="1141336"/>
                  </a:lnTo>
                  <a:lnTo>
                    <a:pt x="922512" y="1140434"/>
                  </a:lnTo>
                  <a:lnTo>
                    <a:pt x="923138" y="1139493"/>
                  </a:lnTo>
                  <a:lnTo>
                    <a:pt x="923765" y="1138536"/>
                  </a:lnTo>
                  <a:lnTo>
                    <a:pt x="924392" y="1137574"/>
                  </a:lnTo>
                  <a:lnTo>
                    <a:pt x="925018" y="1136609"/>
                  </a:lnTo>
                  <a:lnTo>
                    <a:pt x="925645" y="1135636"/>
                  </a:lnTo>
                  <a:lnTo>
                    <a:pt x="926271" y="1134650"/>
                  </a:lnTo>
                  <a:lnTo>
                    <a:pt x="926898" y="1133657"/>
                  </a:lnTo>
                  <a:lnTo>
                    <a:pt x="927524" y="1132648"/>
                  </a:lnTo>
                  <a:lnTo>
                    <a:pt x="928151" y="1131616"/>
                  </a:lnTo>
                  <a:lnTo>
                    <a:pt x="928777" y="1130541"/>
                  </a:lnTo>
                  <a:lnTo>
                    <a:pt x="929404" y="1129418"/>
                  </a:lnTo>
                  <a:lnTo>
                    <a:pt x="930031" y="1128256"/>
                  </a:lnTo>
                  <a:lnTo>
                    <a:pt x="930657" y="1127095"/>
                  </a:lnTo>
                  <a:lnTo>
                    <a:pt x="931284" y="1125963"/>
                  </a:lnTo>
                  <a:lnTo>
                    <a:pt x="931910" y="1124860"/>
                  </a:lnTo>
                  <a:lnTo>
                    <a:pt x="932537" y="1123765"/>
                  </a:lnTo>
                  <a:lnTo>
                    <a:pt x="933163" y="1122663"/>
                  </a:lnTo>
                  <a:lnTo>
                    <a:pt x="933790" y="1121559"/>
                  </a:lnTo>
                  <a:lnTo>
                    <a:pt x="934416" y="1120441"/>
                  </a:lnTo>
                  <a:lnTo>
                    <a:pt x="935043" y="1119310"/>
                  </a:lnTo>
                  <a:lnTo>
                    <a:pt x="935670" y="1118195"/>
                  </a:lnTo>
                  <a:lnTo>
                    <a:pt x="936296" y="1117106"/>
                  </a:lnTo>
                  <a:lnTo>
                    <a:pt x="936923" y="1116045"/>
                  </a:lnTo>
                  <a:lnTo>
                    <a:pt x="937549" y="1115010"/>
                  </a:lnTo>
                  <a:lnTo>
                    <a:pt x="938176" y="1114004"/>
                  </a:lnTo>
                  <a:lnTo>
                    <a:pt x="938802" y="1113034"/>
                  </a:lnTo>
                  <a:lnTo>
                    <a:pt x="939429" y="1112094"/>
                  </a:lnTo>
                  <a:lnTo>
                    <a:pt x="940055" y="1111154"/>
                  </a:lnTo>
                  <a:lnTo>
                    <a:pt x="940682" y="1110225"/>
                  </a:lnTo>
                  <a:lnTo>
                    <a:pt x="941308" y="1109310"/>
                  </a:lnTo>
                  <a:lnTo>
                    <a:pt x="941935" y="1108436"/>
                  </a:lnTo>
                  <a:lnTo>
                    <a:pt x="942562" y="1107606"/>
                  </a:lnTo>
                  <a:lnTo>
                    <a:pt x="943188" y="1106828"/>
                  </a:lnTo>
                  <a:lnTo>
                    <a:pt x="943815" y="1106129"/>
                  </a:lnTo>
                  <a:lnTo>
                    <a:pt x="944441" y="1105503"/>
                  </a:lnTo>
                  <a:lnTo>
                    <a:pt x="945068" y="1104953"/>
                  </a:lnTo>
                  <a:lnTo>
                    <a:pt x="945694" y="1104463"/>
                  </a:lnTo>
                  <a:lnTo>
                    <a:pt x="946321" y="1104041"/>
                  </a:lnTo>
                  <a:lnTo>
                    <a:pt x="946947" y="1103690"/>
                  </a:lnTo>
                  <a:lnTo>
                    <a:pt x="947574" y="1103412"/>
                  </a:lnTo>
                  <a:lnTo>
                    <a:pt x="948201" y="1103215"/>
                  </a:lnTo>
                  <a:lnTo>
                    <a:pt x="948827" y="1103105"/>
                  </a:lnTo>
                  <a:lnTo>
                    <a:pt x="949454" y="1103079"/>
                  </a:lnTo>
                  <a:lnTo>
                    <a:pt x="950080" y="1103114"/>
                  </a:lnTo>
                  <a:lnTo>
                    <a:pt x="950707" y="1103194"/>
                  </a:lnTo>
                  <a:lnTo>
                    <a:pt x="951333" y="1103274"/>
                  </a:lnTo>
                  <a:lnTo>
                    <a:pt x="951960" y="1103346"/>
                  </a:lnTo>
                  <a:lnTo>
                    <a:pt x="952586" y="1103404"/>
                  </a:lnTo>
                  <a:lnTo>
                    <a:pt x="953213" y="1103431"/>
                  </a:lnTo>
                  <a:lnTo>
                    <a:pt x="953840" y="1103478"/>
                  </a:lnTo>
                  <a:lnTo>
                    <a:pt x="954466" y="1103547"/>
                  </a:lnTo>
                  <a:lnTo>
                    <a:pt x="955093" y="1103633"/>
                  </a:lnTo>
                  <a:lnTo>
                    <a:pt x="955719" y="1103735"/>
                  </a:lnTo>
                  <a:lnTo>
                    <a:pt x="956346" y="1103824"/>
                  </a:lnTo>
                  <a:lnTo>
                    <a:pt x="956972" y="1103890"/>
                  </a:lnTo>
                  <a:lnTo>
                    <a:pt x="957599" y="1103908"/>
                  </a:lnTo>
                  <a:lnTo>
                    <a:pt x="958225" y="1103884"/>
                  </a:lnTo>
                  <a:lnTo>
                    <a:pt x="958852" y="1103826"/>
                  </a:lnTo>
                  <a:lnTo>
                    <a:pt x="959479" y="1103742"/>
                  </a:lnTo>
                  <a:lnTo>
                    <a:pt x="960105" y="1103644"/>
                  </a:lnTo>
                  <a:lnTo>
                    <a:pt x="960732" y="1103593"/>
                  </a:lnTo>
                  <a:lnTo>
                    <a:pt x="961358" y="1103628"/>
                  </a:lnTo>
                  <a:lnTo>
                    <a:pt x="961985" y="1103752"/>
                  </a:lnTo>
                  <a:lnTo>
                    <a:pt x="962611" y="1103952"/>
                  </a:lnTo>
                  <a:lnTo>
                    <a:pt x="963238" y="1104192"/>
                  </a:lnTo>
                  <a:lnTo>
                    <a:pt x="963864" y="1104464"/>
                  </a:lnTo>
                  <a:lnTo>
                    <a:pt x="964491" y="1104776"/>
                  </a:lnTo>
                  <a:lnTo>
                    <a:pt x="965118" y="1105129"/>
                  </a:lnTo>
                  <a:lnTo>
                    <a:pt x="965744" y="1105527"/>
                  </a:lnTo>
                  <a:lnTo>
                    <a:pt x="966371" y="1105992"/>
                  </a:lnTo>
                  <a:lnTo>
                    <a:pt x="966997" y="1106539"/>
                  </a:lnTo>
                  <a:lnTo>
                    <a:pt x="967624" y="1107150"/>
                  </a:lnTo>
                  <a:lnTo>
                    <a:pt x="968250" y="1107823"/>
                  </a:lnTo>
                  <a:lnTo>
                    <a:pt x="968877" y="1108554"/>
                  </a:lnTo>
                  <a:lnTo>
                    <a:pt x="969503" y="1109344"/>
                  </a:lnTo>
                  <a:lnTo>
                    <a:pt x="970130" y="1110169"/>
                  </a:lnTo>
                  <a:lnTo>
                    <a:pt x="970757" y="1110994"/>
                  </a:lnTo>
                  <a:lnTo>
                    <a:pt x="971383" y="1111821"/>
                  </a:lnTo>
                  <a:lnTo>
                    <a:pt x="972010" y="1112662"/>
                  </a:lnTo>
                  <a:lnTo>
                    <a:pt x="972636" y="1113550"/>
                  </a:lnTo>
                  <a:lnTo>
                    <a:pt x="973263" y="1114482"/>
                  </a:lnTo>
                  <a:lnTo>
                    <a:pt x="973889" y="1115463"/>
                  </a:lnTo>
                  <a:lnTo>
                    <a:pt x="974516" y="1116494"/>
                  </a:lnTo>
                  <a:lnTo>
                    <a:pt x="975142" y="1117579"/>
                  </a:lnTo>
                  <a:lnTo>
                    <a:pt x="975769" y="1118708"/>
                  </a:lnTo>
                  <a:lnTo>
                    <a:pt x="976396" y="1119869"/>
                  </a:lnTo>
                  <a:lnTo>
                    <a:pt x="977022" y="1121057"/>
                  </a:lnTo>
                  <a:lnTo>
                    <a:pt x="977649" y="1122281"/>
                  </a:lnTo>
                  <a:lnTo>
                    <a:pt x="978275" y="1123541"/>
                  </a:lnTo>
                  <a:lnTo>
                    <a:pt x="978902" y="1124840"/>
                  </a:lnTo>
                  <a:lnTo>
                    <a:pt x="979528" y="1126176"/>
                  </a:lnTo>
                  <a:lnTo>
                    <a:pt x="980155" y="1127551"/>
                  </a:lnTo>
                  <a:lnTo>
                    <a:pt x="980781" y="1128960"/>
                  </a:lnTo>
                  <a:lnTo>
                    <a:pt x="981408" y="1130401"/>
                  </a:lnTo>
                  <a:lnTo>
                    <a:pt x="982035" y="1131855"/>
                  </a:lnTo>
                  <a:lnTo>
                    <a:pt x="982661" y="1133324"/>
                  </a:lnTo>
                  <a:lnTo>
                    <a:pt x="983288" y="1134802"/>
                  </a:lnTo>
                  <a:lnTo>
                    <a:pt x="983914" y="1136290"/>
                  </a:lnTo>
                  <a:lnTo>
                    <a:pt x="984541" y="1137814"/>
                  </a:lnTo>
                  <a:lnTo>
                    <a:pt x="985167" y="1139373"/>
                  </a:lnTo>
                  <a:lnTo>
                    <a:pt x="985794" y="1140949"/>
                  </a:lnTo>
                  <a:lnTo>
                    <a:pt x="986420" y="1142532"/>
                  </a:lnTo>
                  <a:lnTo>
                    <a:pt x="987047" y="1144105"/>
                  </a:lnTo>
                  <a:lnTo>
                    <a:pt x="987674" y="1145677"/>
                  </a:lnTo>
                  <a:lnTo>
                    <a:pt x="988300" y="1147248"/>
                  </a:lnTo>
                  <a:lnTo>
                    <a:pt x="988927" y="1148857"/>
                  </a:lnTo>
                  <a:lnTo>
                    <a:pt x="989553" y="1150512"/>
                  </a:lnTo>
                  <a:lnTo>
                    <a:pt x="990180" y="1152194"/>
                  </a:lnTo>
                  <a:lnTo>
                    <a:pt x="990806" y="1153904"/>
                  </a:lnTo>
                  <a:lnTo>
                    <a:pt x="991433" y="1155641"/>
                  </a:lnTo>
                  <a:lnTo>
                    <a:pt x="992059" y="1157404"/>
                  </a:lnTo>
                  <a:lnTo>
                    <a:pt x="992686" y="1159173"/>
                  </a:lnTo>
                  <a:lnTo>
                    <a:pt x="993313" y="1160917"/>
                  </a:lnTo>
                  <a:lnTo>
                    <a:pt x="993939" y="1162610"/>
                  </a:lnTo>
                  <a:lnTo>
                    <a:pt x="994566" y="1164262"/>
                  </a:lnTo>
                  <a:lnTo>
                    <a:pt x="995192" y="1165888"/>
                  </a:lnTo>
                  <a:lnTo>
                    <a:pt x="995819" y="1167483"/>
                  </a:lnTo>
                  <a:lnTo>
                    <a:pt x="996445" y="1169053"/>
                  </a:lnTo>
                  <a:lnTo>
                    <a:pt x="997072" y="1170598"/>
                  </a:lnTo>
                  <a:lnTo>
                    <a:pt x="997698" y="1172120"/>
                  </a:lnTo>
                  <a:lnTo>
                    <a:pt x="998325" y="1173564"/>
                  </a:lnTo>
                  <a:lnTo>
                    <a:pt x="998952" y="1174912"/>
                  </a:lnTo>
                  <a:lnTo>
                    <a:pt x="999578" y="1176182"/>
                  </a:lnTo>
                  <a:lnTo>
                    <a:pt x="1000205" y="1177373"/>
                  </a:lnTo>
                  <a:lnTo>
                    <a:pt x="1000831" y="1178486"/>
                  </a:lnTo>
                  <a:lnTo>
                    <a:pt x="1001458" y="1179521"/>
                  </a:lnTo>
                  <a:lnTo>
                    <a:pt x="1002084" y="1180496"/>
                  </a:lnTo>
                  <a:lnTo>
                    <a:pt x="1002711" y="1181450"/>
                  </a:lnTo>
                  <a:lnTo>
                    <a:pt x="1003337" y="1182381"/>
                  </a:lnTo>
                  <a:lnTo>
                    <a:pt x="1003964" y="1183270"/>
                  </a:lnTo>
                  <a:lnTo>
                    <a:pt x="1004591" y="1184098"/>
                  </a:lnTo>
                  <a:lnTo>
                    <a:pt x="1005217" y="1184876"/>
                  </a:lnTo>
                  <a:lnTo>
                    <a:pt x="1005844" y="1185603"/>
                  </a:lnTo>
                  <a:lnTo>
                    <a:pt x="1006470" y="1186274"/>
                  </a:lnTo>
                  <a:lnTo>
                    <a:pt x="1007097" y="1186887"/>
                  </a:lnTo>
                  <a:lnTo>
                    <a:pt x="1007723" y="1187452"/>
                  </a:lnTo>
                  <a:lnTo>
                    <a:pt x="1008350" y="1187978"/>
                  </a:lnTo>
                  <a:lnTo>
                    <a:pt x="1008976" y="1188465"/>
                  </a:lnTo>
                  <a:lnTo>
                    <a:pt x="1009603" y="1188904"/>
                  </a:lnTo>
                  <a:lnTo>
                    <a:pt x="1010230" y="1189294"/>
                  </a:lnTo>
                  <a:lnTo>
                    <a:pt x="1010856" y="1189633"/>
                  </a:lnTo>
                  <a:lnTo>
                    <a:pt x="1011483" y="1189919"/>
                  </a:lnTo>
                  <a:lnTo>
                    <a:pt x="1012109" y="1190150"/>
                  </a:lnTo>
                  <a:lnTo>
                    <a:pt x="1012736" y="1190331"/>
                  </a:lnTo>
                  <a:lnTo>
                    <a:pt x="1013362" y="1190467"/>
                  </a:lnTo>
                  <a:lnTo>
                    <a:pt x="1013989" y="1190578"/>
                  </a:lnTo>
                  <a:lnTo>
                    <a:pt x="1014615" y="1190666"/>
                  </a:lnTo>
                  <a:lnTo>
                    <a:pt x="1015242" y="1190735"/>
                  </a:lnTo>
                  <a:lnTo>
                    <a:pt x="1015869" y="1190784"/>
                  </a:lnTo>
                  <a:lnTo>
                    <a:pt x="1016495" y="1190790"/>
                  </a:lnTo>
                  <a:lnTo>
                    <a:pt x="1017122" y="1190754"/>
                  </a:lnTo>
                  <a:lnTo>
                    <a:pt x="1017748" y="1190685"/>
                  </a:lnTo>
                  <a:lnTo>
                    <a:pt x="1018375" y="1190583"/>
                  </a:lnTo>
                  <a:lnTo>
                    <a:pt x="1019001" y="1190466"/>
                  </a:lnTo>
                  <a:lnTo>
                    <a:pt x="1019628" y="1190343"/>
                  </a:lnTo>
                  <a:lnTo>
                    <a:pt x="1020254" y="1190221"/>
                  </a:lnTo>
                  <a:lnTo>
                    <a:pt x="1020881" y="1190078"/>
                  </a:lnTo>
                  <a:lnTo>
                    <a:pt x="1021508" y="1189908"/>
                  </a:lnTo>
                  <a:lnTo>
                    <a:pt x="1022134" y="1189734"/>
                  </a:lnTo>
                  <a:lnTo>
                    <a:pt x="1022761" y="1189548"/>
                  </a:lnTo>
                  <a:lnTo>
                    <a:pt x="1023387" y="1189354"/>
                  </a:lnTo>
                  <a:lnTo>
                    <a:pt x="1024014" y="1189156"/>
                  </a:lnTo>
                  <a:lnTo>
                    <a:pt x="1024640" y="1188945"/>
                  </a:lnTo>
                  <a:lnTo>
                    <a:pt x="1025267" y="1188736"/>
                  </a:lnTo>
                  <a:lnTo>
                    <a:pt x="1025893" y="1188560"/>
                  </a:lnTo>
                  <a:lnTo>
                    <a:pt x="1026520" y="1188415"/>
                  </a:lnTo>
                  <a:lnTo>
                    <a:pt x="1027147" y="1188306"/>
                  </a:lnTo>
                  <a:lnTo>
                    <a:pt x="1027773" y="1188244"/>
                  </a:lnTo>
                  <a:lnTo>
                    <a:pt x="1028400" y="1188227"/>
                  </a:lnTo>
                  <a:lnTo>
                    <a:pt x="1029026" y="1188242"/>
                  </a:lnTo>
                  <a:lnTo>
                    <a:pt x="1029653" y="1188283"/>
                  </a:lnTo>
                  <a:lnTo>
                    <a:pt x="1030279" y="1188385"/>
                  </a:lnTo>
                  <a:lnTo>
                    <a:pt x="1030906" y="1188551"/>
                  </a:lnTo>
                  <a:lnTo>
                    <a:pt x="1031532" y="1188764"/>
                  </a:lnTo>
                  <a:lnTo>
                    <a:pt x="1032159" y="1189027"/>
                  </a:lnTo>
                  <a:lnTo>
                    <a:pt x="1032786" y="1189339"/>
                  </a:lnTo>
                  <a:lnTo>
                    <a:pt x="1033412" y="1189698"/>
                  </a:lnTo>
                  <a:lnTo>
                    <a:pt x="1034039" y="1190104"/>
                  </a:lnTo>
                  <a:lnTo>
                    <a:pt x="1034665" y="1190541"/>
                  </a:lnTo>
                  <a:lnTo>
                    <a:pt x="1035292" y="1190997"/>
                  </a:lnTo>
                  <a:lnTo>
                    <a:pt x="1035918" y="1191483"/>
                  </a:lnTo>
                  <a:lnTo>
                    <a:pt x="1036545" y="1191980"/>
                  </a:lnTo>
                  <a:lnTo>
                    <a:pt x="1037171" y="1192473"/>
                  </a:lnTo>
                  <a:lnTo>
                    <a:pt x="1037798" y="1192961"/>
                  </a:lnTo>
                  <a:lnTo>
                    <a:pt x="1038425" y="1193444"/>
                  </a:lnTo>
                  <a:lnTo>
                    <a:pt x="1039051" y="1193918"/>
                  </a:lnTo>
                  <a:lnTo>
                    <a:pt x="1039678" y="1194386"/>
                  </a:lnTo>
                  <a:lnTo>
                    <a:pt x="1040304" y="1194843"/>
                  </a:lnTo>
                  <a:lnTo>
                    <a:pt x="1040931" y="1195291"/>
                  </a:lnTo>
                  <a:lnTo>
                    <a:pt x="1041557" y="1195729"/>
                  </a:lnTo>
                  <a:lnTo>
                    <a:pt x="1042184" y="1196156"/>
                  </a:lnTo>
                  <a:lnTo>
                    <a:pt x="1042810" y="1196569"/>
                  </a:lnTo>
                  <a:lnTo>
                    <a:pt x="1043437" y="1196972"/>
                  </a:lnTo>
                  <a:lnTo>
                    <a:pt x="1044064" y="1197370"/>
                  </a:lnTo>
                  <a:lnTo>
                    <a:pt x="1044690" y="1197750"/>
                  </a:lnTo>
                  <a:lnTo>
                    <a:pt x="1045317" y="1198110"/>
                  </a:lnTo>
                  <a:lnTo>
                    <a:pt x="1045943" y="1198453"/>
                  </a:lnTo>
                  <a:lnTo>
                    <a:pt x="1046570" y="1198778"/>
                  </a:lnTo>
                  <a:lnTo>
                    <a:pt x="1047196" y="1199085"/>
                  </a:lnTo>
                  <a:lnTo>
                    <a:pt x="1047823" y="1199375"/>
                  </a:lnTo>
                  <a:lnTo>
                    <a:pt x="1048449" y="1199653"/>
                  </a:lnTo>
                  <a:lnTo>
                    <a:pt x="1049076" y="1199915"/>
                  </a:lnTo>
                  <a:lnTo>
                    <a:pt x="1049703" y="1200170"/>
                  </a:lnTo>
                  <a:lnTo>
                    <a:pt x="1050329" y="1200412"/>
                  </a:lnTo>
                  <a:lnTo>
                    <a:pt x="1050956" y="1200642"/>
                  </a:lnTo>
                  <a:lnTo>
                    <a:pt x="1051582" y="1200838"/>
                  </a:lnTo>
                  <a:lnTo>
                    <a:pt x="1052209" y="1200994"/>
                  </a:lnTo>
                  <a:lnTo>
                    <a:pt x="1052835" y="1201131"/>
                  </a:lnTo>
                  <a:lnTo>
                    <a:pt x="1053462" y="1201250"/>
                  </a:lnTo>
                  <a:lnTo>
                    <a:pt x="1054088" y="1201360"/>
                  </a:lnTo>
                  <a:lnTo>
                    <a:pt x="1054715" y="1201461"/>
                  </a:lnTo>
                  <a:lnTo>
                    <a:pt x="1055342" y="1201544"/>
                  </a:lnTo>
                  <a:lnTo>
                    <a:pt x="1055968" y="1201605"/>
                  </a:lnTo>
                  <a:lnTo>
                    <a:pt x="1056595" y="1201643"/>
                  </a:lnTo>
                  <a:lnTo>
                    <a:pt x="1057221" y="1201648"/>
                  </a:lnTo>
                  <a:lnTo>
                    <a:pt x="1057848" y="1201620"/>
                  </a:lnTo>
                  <a:lnTo>
                    <a:pt x="1058474" y="1201573"/>
                  </a:lnTo>
                  <a:lnTo>
                    <a:pt x="1059101" y="1201505"/>
                  </a:lnTo>
                  <a:lnTo>
                    <a:pt x="1059727" y="1201416"/>
                  </a:lnTo>
                  <a:lnTo>
                    <a:pt x="1060354" y="1201303"/>
                  </a:lnTo>
                  <a:lnTo>
                    <a:pt x="1060981" y="1201186"/>
                  </a:lnTo>
                  <a:lnTo>
                    <a:pt x="1061607" y="1201076"/>
                  </a:lnTo>
                  <a:lnTo>
                    <a:pt x="1062234" y="1200954"/>
                  </a:lnTo>
                  <a:lnTo>
                    <a:pt x="1062860" y="1200821"/>
                  </a:lnTo>
                  <a:lnTo>
                    <a:pt x="1063487" y="1200675"/>
                  </a:lnTo>
                  <a:lnTo>
                    <a:pt x="1064113" y="1200517"/>
                  </a:lnTo>
                  <a:lnTo>
                    <a:pt x="1064740" y="1200353"/>
                  </a:lnTo>
                  <a:lnTo>
                    <a:pt x="1065366" y="1200184"/>
                  </a:lnTo>
                  <a:lnTo>
                    <a:pt x="1065993" y="1200010"/>
                  </a:lnTo>
                  <a:lnTo>
                    <a:pt x="1066620" y="1199847"/>
                  </a:lnTo>
                  <a:lnTo>
                    <a:pt x="1067246" y="1199692"/>
                  </a:lnTo>
                  <a:lnTo>
                    <a:pt x="1067873" y="1199528"/>
                  </a:lnTo>
                  <a:lnTo>
                    <a:pt x="1068499" y="1199358"/>
                  </a:lnTo>
                  <a:lnTo>
                    <a:pt x="1069126" y="1199186"/>
                  </a:lnTo>
                  <a:lnTo>
                    <a:pt x="1069752" y="1199013"/>
                  </a:lnTo>
                  <a:lnTo>
                    <a:pt x="1070379" y="1198840"/>
                  </a:lnTo>
                  <a:lnTo>
                    <a:pt x="1071005" y="1198669"/>
                  </a:lnTo>
                  <a:lnTo>
                    <a:pt x="1071632" y="1198504"/>
                  </a:lnTo>
                  <a:lnTo>
                    <a:pt x="1072259" y="1198354"/>
                  </a:lnTo>
                  <a:lnTo>
                    <a:pt x="1072885" y="1198222"/>
                  </a:lnTo>
                  <a:lnTo>
                    <a:pt x="1073512" y="1198111"/>
                  </a:lnTo>
                  <a:lnTo>
                    <a:pt x="1074138" y="1198025"/>
                  </a:lnTo>
                  <a:lnTo>
                    <a:pt x="1074765" y="1197966"/>
                  </a:lnTo>
                  <a:lnTo>
                    <a:pt x="1075391" y="1197942"/>
                  </a:lnTo>
                  <a:lnTo>
                    <a:pt x="1076018" y="1197947"/>
                  </a:lnTo>
                  <a:lnTo>
                    <a:pt x="1076644" y="1197993"/>
                  </a:lnTo>
                  <a:lnTo>
                    <a:pt x="1077271" y="1198081"/>
                  </a:lnTo>
                  <a:lnTo>
                    <a:pt x="1077898" y="1198211"/>
                  </a:lnTo>
                  <a:lnTo>
                    <a:pt x="1078524" y="1198382"/>
                  </a:lnTo>
                  <a:lnTo>
                    <a:pt x="1079151" y="1198595"/>
                  </a:lnTo>
                  <a:lnTo>
                    <a:pt x="1079777" y="1198849"/>
                  </a:lnTo>
                  <a:lnTo>
                    <a:pt x="1080404" y="1199140"/>
                  </a:lnTo>
                  <a:lnTo>
                    <a:pt x="1081030" y="1199466"/>
                  </a:lnTo>
                  <a:lnTo>
                    <a:pt x="1081657" y="1199818"/>
                  </a:lnTo>
                  <a:lnTo>
                    <a:pt x="1082283" y="1200194"/>
                  </a:lnTo>
                  <a:lnTo>
                    <a:pt x="1082910" y="1200593"/>
                  </a:lnTo>
                  <a:lnTo>
                    <a:pt x="1083537" y="1201022"/>
                  </a:lnTo>
                  <a:lnTo>
                    <a:pt x="1084163" y="1201481"/>
                  </a:lnTo>
                  <a:lnTo>
                    <a:pt x="1084790" y="1201941"/>
                  </a:lnTo>
                  <a:lnTo>
                    <a:pt x="1085416" y="1202408"/>
                  </a:lnTo>
                  <a:lnTo>
                    <a:pt x="1086043" y="1202869"/>
                  </a:lnTo>
                  <a:lnTo>
                    <a:pt x="1086669" y="1203324"/>
                  </a:lnTo>
                  <a:lnTo>
                    <a:pt x="1087296" y="1203779"/>
                  </a:lnTo>
                  <a:lnTo>
                    <a:pt x="1087922" y="1204235"/>
                  </a:lnTo>
                  <a:lnTo>
                    <a:pt x="1088549" y="1204692"/>
                  </a:lnTo>
                  <a:lnTo>
                    <a:pt x="1089176" y="1205149"/>
                  </a:lnTo>
                  <a:lnTo>
                    <a:pt x="1089802" y="1205592"/>
                  </a:lnTo>
                  <a:lnTo>
                    <a:pt x="1090429" y="1206011"/>
                  </a:lnTo>
                  <a:lnTo>
                    <a:pt x="1091055" y="1206403"/>
                  </a:lnTo>
                  <a:lnTo>
                    <a:pt x="1091682" y="1206767"/>
                  </a:lnTo>
                  <a:lnTo>
                    <a:pt x="1092308" y="1207107"/>
                  </a:lnTo>
                  <a:lnTo>
                    <a:pt x="1092935" y="1207411"/>
                  </a:lnTo>
                  <a:lnTo>
                    <a:pt x="1093561" y="1207676"/>
                  </a:lnTo>
                  <a:lnTo>
                    <a:pt x="1094188" y="1207925"/>
                  </a:lnTo>
                  <a:lnTo>
                    <a:pt x="1094815" y="1208154"/>
                  </a:lnTo>
                  <a:lnTo>
                    <a:pt x="1095441" y="1208366"/>
                  </a:lnTo>
                  <a:lnTo>
                    <a:pt x="1096068" y="1208563"/>
                  </a:lnTo>
                  <a:lnTo>
                    <a:pt x="1096694" y="1208743"/>
                  </a:lnTo>
                  <a:lnTo>
                    <a:pt x="1097321" y="1208914"/>
                  </a:lnTo>
                  <a:lnTo>
                    <a:pt x="1097947" y="1209075"/>
                  </a:lnTo>
                  <a:lnTo>
                    <a:pt x="1098574" y="1209221"/>
                  </a:lnTo>
                  <a:lnTo>
                    <a:pt x="1099200" y="1209371"/>
                  </a:lnTo>
                  <a:lnTo>
                    <a:pt x="1099827" y="1209540"/>
                  </a:lnTo>
                  <a:lnTo>
                    <a:pt x="1100454" y="1209729"/>
                  </a:lnTo>
                  <a:lnTo>
                    <a:pt x="1101080" y="1209939"/>
                  </a:lnTo>
                  <a:lnTo>
                    <a:pt x="1101707" y="1210172"/>
                  </a:lnTo>
                  <a:lnTo>
                    <a:pt x="1102333" y="1210430"/>
                  </a:lnTo>
                  <a:lnTo>
                    <a:pt x="1102960" y="1210710"/>
                  </a:lnTo>
                  <a:lnTo>
                    <a:pt x="1103586" y="1211008"/>
                  </a:lnTo>
                  <a:lnTo>
                    <a:pt x="1104213" y="1211321"/>
                  </a:lnTo>
                  <a:lnTo>
                    <a:pt x="1104839" y="1211642"/>
                  </a:lnTo>
                  <a:lnTo>
                    <a:pt x="1105466" y="1211971"/>
                  </a:lnTo>
                  <a:lnTo>
                    <a:pt x="1106093" y="1212309"/>
                  </a:lnTo>
                  <a:lnTo>
                    <a:pt x="1106719" y="1212648"/>
                  </a:lnTo>
                  <a:lnTo>
                    <a:pt x="1107346" y="1212985"/>
                  </a:lnTo>
                  <a:lnTo>
                    <a:pt x="1107972" y="1213318"/>
                  </a:lnTo>
                  <a:lnTo>
                    <a:pt x="1108599" y="1213646"/>
                  </a:lnTo>
                  <a:lnTo>
                    <a:pt x="1109225" y="1213967"/>
                  </a:lnTo>
                  <a:lnTo>
                    <a:pt x="1109852" y="1214281"/>
                  </a:lnTo>
                  <a:lnTo>
                    <a:pt x="1110478" y="1214590"/>
                  </a:lnTo>
                  <a:lnTo>
                    <a:pt x="1111105" y="1214886"/>
                  </a:lnTo>
                  <a:lnTo>
                    <a:pt x="1111732" y="1215170"/>
                  </a:lnTo>
                  <a:lnTo>
                    <a:pt x="1112358" y="1215445"/>
                  </a:lnTo>
                  <a:lnTo>
                    <a:pt x="1112985" y="1215711"/>
                  </a:lnTo>
                  <a:lnTo>
                    <a:pt x="1113611" y="1215972"/>
                  </a:lnTo>
                  <a:lnTo>
                    <a:pt x="1114238" y="1216233"/>
                  </a:lnTo>
                  <a:lnTo>
                    <a:pt x="1114864" y="1216491"/>
                  </a:lnTo>
                  <a:lnTo>
                    <a:pt x="1115491" y="1216748"/>
                  </a:lnTo>
                  <a:lnTo>
                    <a:pt x="1116117" y="1216999"/>
                  </a:lnTo>
                  <a:lnTo>
                    <a:pt x="1116744" y="1217250"/>
                  </a:lnTo>
                  <a:lnTo>
                    <a:pt x="1117371" y="1217501"/>
                  </a:lnTo>
                  <a:lnTo>
                    <a:pt x="1117997" y="1217760"/>
                  </a:lnTo>
                  <a:lnTo>
                    <a:pt x="1118624" y="1218025"/>
                  </a:lnTo>
                  <a:lnTo>
                    <a:pt x="1119250" y="1218303"/>
                  </a:lnTo>
                  <a:lnTo>
                    <a:pt x="1119877" y="1218596"/>
                  </a:lnTo>
                  <a:lnTo>
                    <a:pt x="1120503" y="1218893"/>
                  </a:lnTo>
                  <a:lnTo>
                    <a:pt x="1121130" y="1219185"/>
                  </a:lnTo>
                  <a:lnTo>
                    <a:pt x="1121756" y="1219475"/>
                  </a:lnTo>
                  <a:lnTo>
                    <a:pt x="1122383" y="1219763"/>
                  </a:lnTo>
                  <a:lnTo>
                    <a:pt x="1123010" y="1220051"/>
                  </a:lnTo>
                  <a:lnTo>
                    <a:pt x="1123636" y="1220341"/>
                  </a:lnTo>
                  <a:lnTo>
                    <a:pt x="1124263" y="1220627"/>
                  </a:lnTo>
                  <a:lnTo>
                    <a:pt x="1124889" y="1220911"/>
                  </a:lnTo>
                  <a:lnTo>
                    <a:pt x="1125516" y="1221180"/>
                  </a:lnTo>
                  <a:lnTo>
                    <a:pt x="1126142" y="1221429"/>
                  </a:lnTo>
                  <a:lnTo>
                    <a:pt x="1126769" y="1221657"/>
                  </a:lnTo>
                  <a:lnTo>
                    <a:pt x="1127395" y="1221859"/>
                  </a:lnTo>
                  <a:lnTo>
                    <a:pt x="1128022" y="1222033"/>
                  </a:lnTo>
                  <a:lnTo>
                    <a:pt x="1128649" y="1222173"/>
                  </a:lnTo>
                  <a:lnTo>
                    <a:pt x="1129275" y="1222268"/>
                  </a:lnTo>
                  <a:lnTo>
                    <a:pt x="1129902" y="1222336"/>
                  </a:lnTo>
                  <a:lnTo>
                    <a:pt x="1130528" y="1222383"/>
                  </a:lnTo>
                  <a:lnTo>
                    <a:pt x="1131155" y="1222402"/>
                  </a:lnTo>
                  <a:lnTo>
                    <a:pt x="1131781" y="1222395"/>
                  </a:lnTo>
                  <a:lnTo>
                    <a:pt x="1132408" y="1222358"/>
                  </a:lnTo>
                  <a:lnTo>
                    <a:pt x="1133034" y="1222292"/>
                  </a:lnTo>
                  <a:lnTo>
                    <a:pt x="1133661" y="1222194"/>
                  </a:lnTo>
                  <a:lnTo>
                    <a:pt x="1134288" y="1222063"/>
                  </a:lnTo>
                  <a:lnTo>
                    <a:pt x="1134914" y="1221899"/>
                  </a:lnTo>
                  <a:lnTo>
                    <a:pt x="1135541" y="1221697"/>
                  </a:lnTo>
                  <a:lnTo>
                    <a:pt x="1136167" y="1221460"/>
                  </a:lnTo>
                  <a:lnTo>
                    <a:pt x="1136794" y="1221185"/>
                  </a:lnTo>
                  <a:lnTo>
                    <a:pt x="1137420" y="1220879"/>
                  </a:lnTo>
                  <a:lnTo>
                    <a:pt x="1138047" y="1220525"/>
                  </a:lnTo>
                  <a:lnTo>
                    <a:pt x="1138673" y="1220121"/>
                  </a:lnTo>
                  <a:lnTo>
                    <a:pt x="1139300" y="1219663"/>
                  </a:lnTo>
                  <a:lnTo>
                    <a:pt x="1139927" y="1219158"/>
                  </a:lnTo>
                  <a:lnTo>
                    <a:pt x="1140553" y="1218620"/>
                  </a:lnTo>
                  <a:lnTo>
                    <a:pt x="1141180" y="1218043"/>
                  </a:lnTo>
                  <a:lnTo>
                    <a:pt x="1141806" y="1217433"/>
                  </a:lnTo>
                  <a:lnTo>
                    <a:pt x="1142433" y="1216778"/>
                  </a:lnTo>
                  <a:lnTo>
                    <a:pt x="1143059" y="1216088"/>
                  </a:lnTo>
                  <a:lnTo>
                    <a:pt x="1143686" y="1215372"/>
                  </a:lnTo>
                  <a:lnTo>
                    <a:pt x="1144312" y="1214630"/>
                  </a:lnTo>
                  <a:lnTo>
                    <a:pt x="1144939" y="1213848"/>
                  </a:lnTo>
                  <a:lnTo>
                    <a:pt x="1145566" y="1213040"/>
                  </a:lnTo>
                  <a:lnTo>
                    <a:pt x="1146192" y="1212212"/>
                  </a:lnTo>
                  <a:lnTo>
                    <a:pt x="1146819" y="1211363"/>
                  </a:lnTo>
                  <a:lnTo>
                    <a:pt x="1147445" y="1210501"/>
                  </a:lnTo>
                  <a:lnTo>
                    <a:pt x="1148072" y="1209627"/>
                  </a:lnTo>
                  <a:lnTo>
                    <a:pt x="1148698" y="1208743"/>
                  </a:lnTo>
                  <a:lnTo>
                    <a:pt x="1149325" y="1207839"/>
                  </a:lnTo>
                  <a:lnTo>
                    <a:pt x="1149951" y="1206909"/>
                  </a:lnTo>
                  <a:lnTo>
                    <a:pt x="1150578" y="1205959"/>
                  </a:lnTo>
                  <a:lnTo>
                    <a:pt x="1151205" y="1204979"/>
                  </a:lnTo>
                  <a:lnTo>
                    <a:pt x="1151831" y="1203990"/>
                  </a:lnTo>
                  <a:lnTo>
                    <a:pt x="1152458" y="1203013"/>
                  </a:lnTo>
                  <a:lnTo>
                    <a:pt x="1153084" y="1202077"/>
                  </a:lnTo>
                  <a:lnTo>
                    <a:pt x="1153711" y="1201190"/>
                  </a:lnTo>
                  <a:lnTo>
                    <a:pt x="1154337" y="1200359"/>
                  </a:lnTo>
                  <a:lnTo>
                    <a:pt x="1154964" y="1199572"/>
                  </a:lnTo>
                  <a:lnTo>
                    <a:pt x="1155590" y="1198830"/>
                  </a:lnTo>
                  <a:lnTo>
                    <a:pt x="1156217" y="1198137"/>
                  </a:lnTo>
                  <a:lnTo>
                    <a:pt x="1156844" y="1197488"/>
                  </a:lnTo>
                  <a:lnTo>
                    <a:pt x="1157470" y="1196890"/>
                  </a:lnTo>
                  <a:lnTo>
                    <a:pt x="1158097" y="1196344"/>
                  </a:lnTo>
                  <a:lnTo>
                    <a:pt x="1158723" y="1195855"/>
                  </a:lnTo>
                  <a:lnTo>
                    <a:pt x="1159350" y="1195428"/>
                  </a:lnTo>
                  <a:lnTo>
                    <a:pt x="1159976" y="1195059"/>
                  </a:lnTo>
                  <a:lnTo>
                    <a:pt x="1160603" y="1194761"/>
                  </a:lnTo>
                  <a:lnTo>
                    <a:pt x="1161229" y="1194547"/>
                  </a:lnTo>
                  <a:lnTo>
                    <a:pt x="1161856" y="1194407"/>
                  </a:lnTo>
                  <a:lnTo>
                    <a:pt x="1162483" y="1194339"/>
                  </a:lnTo>
                  <a:lnTo>
                    <a:pt x="1163109" y="1194346"/>
                  </a:lnTo>
                  <a:lnTo>
                    <a:pt x="1163736" y="1194439"/>
                  </a:lnTo>
                  <a:lnTo>
                    <a:pt x="1164362" y="1194610"/>
                  </a:lnTo>
                  <a:lnTo>
                    <a:pt x="1164989" y="1194862"/>
                  </a:lnTo>
                  <a:lnTo>
                    <a:pt x="1165615" y="1195176"/>
                  </a:lnTo>
                  <a:lnTo>
                    <a:pt x="1166242" y="1195542"/>
                  </a:lnTo>
                  <a:lnTo>
                    <a:pt x="1166868" y="1196004"/>
                  </a:lnTo>
                  <a:lnTo>
                    <a:pt x="1167495" y="1196529"/>
                  </a:lnTo>
                  <a:lnTo>
                    <a:pt x="1168122" y="1197118"/>
                  </a:lnTo>
                  <a:lnTo>
                    <a:pt x="1168748" y="1197771"/>
                  </a:lnTo>
                  <a:lnTo>
                    <a:pt x="1169375" y="1198491"/>
                  </a:lnTo>
                  <a:lnTo>
                    <a:pt x="1170001" y="1199287"/>
                  </a:lnTo>
                  <a:lnTo>
                    <a:pt x="1170628" y="1200169"/>
                  </a:lnTo>
                  <a:lnTo>
                    <a:pt x="1171254" y="1201126"/>
                  </a:lnTo>
                  <a:lnTo>
                    <a:pt x="1171881" y="1202135"/>
                  </a:lnTo>
                  <a:lnTo>
                    <a:pt x="1172507" y="1203164"/>
                  </a:lnTo>
                  <a:lnTo>
                    <a:pt x="1173134" y="1204234"/>
                  </a:lnTo>
                  <a:lnTo>
                    <a:pt x="1173761" y="1205333"/>
                  </a:lnTo>
                  <a:lnTo>
                    <a:pt x="1174387" y="1206479"/>
                  </a:lnTo>
                  <a:lnTo>
                    <a:pt x="1175014" y="1207661"/>
                  </a:lnTo>
                  <a:lnTo>
                    <a:pt x="1175640" y="1208846"/>
                  </a:lnTo>
                  <a:lnTo>
                    <a:pt x="1176267" y="1210027"/>
                  </a:lnTo>
                  <a:lnTo>
                    <a:pt x="1176893" y="1211200"/>
                  </a:lnTo>
                  <a:lnTo>
                    <a:pt x="1177520" y="1212344"/>
                  </a:lnTo>
                  <a:lnTo>
                    <a:pt x="1178146" y="1213459"/>
                  </a:lnTo>
                  <a:lnTo>
                    <a:pt x="1178773" y="1214543"/>
                  </a:lnTo>
                  <a:lnTo>
                    <a:pt x="1179399" y="1215600"/>
                  </a:lnTo>
                  <a:lnTo>
                    <a:pt x="1180026" y="1216628"/>
                  </a:lnTo>
                  <a:lnTo>
                    <a:pt x="1180653" y="1217625"/>
                  </a:lnTo>
                  <a:lnTo>
                    <a:pt x="1181279" y="1218600"/>
                  </a:lnTo>
                  <a:lnTo>
                    <a:pt x="1181906" y="1219555"/>
                  </a:lnTo>
                  <a:lnTo>
                    <a:pt x="1182532" y="1220480"/>
                  </a:lnTo>
                  <a:lnTo>
                    <a:pt x="1183159" y="1221389"/>
                  </a:lnTo>
                  <a:lnTo>
                    <a:pt x="1183785" y="1222262"/>
                  </a:lnTo>
                  <a:lnTo>
                    <a:pt x="1184412" y="1223091"/>
                  </a:lnTo>
                  <a:lnTo>
                    <a:pt x="1185038" y="1223876"/>
                  </a:lnTo>
                  <a:lnTo>
                    <a:pt x="1185665" y="1224609"/>
                  </a:lnTo>
                  <a:lnTo>
                    <a:pt x="1186292" y="1225307"/>
                  </a:lnTo>
                  <a:lnTo>
                    <a:pt x="1186918" y="1225982"/>
                  </a:lnTo>
                  <a:lnTo>
                    <a:pt x="1187545" y="1226635"/>
                  </a:lnTo>
                  <a:lnTo>
                    <a:pt x="1188171" y="1227271"/>
                  </a:lnTo>
                  <a:lnTo>
                    <a:pt x="1188798" y="1227901"/>
                  </a:lnTo>
                  <a:lnTo>
                    <a:pt x="1189424" y="1228530"/>
                  </a:lnTo>
                  <a:lnTo>
                    <a:pt x="1190051" y="1229161"/>
                  </a:lnTo>
                  <a:lnTo>
                    <a:pt x="1190677" y="1229791"/>
                  </a:lnTo>
                  <a:lnTo>
                    <a:pt x="1191304" y="1230418"/>
                  </a:lnTo>
                  <a:lnTo>
                    <a:pt x="1191931" y="1231051"/>
                  </a:lnTo>
                  <a:lnTo>
                    <a:pt x="1192557" y="1231669"/>
                  </a:lnTo>
                  <a:lnTo>
                    <a:pt x="1193184" y="1232258"/>
                  </a:lnTo>
                  <a:lnTo>
                    <a:pt x="1193810" y="1232817"/>
                  </a:lnTo>
                  <a:lnTo>
                    <a:pt x="1194437" y="1233343"/>
                  </a:lnTo>
                  <a:lnTo>
                    <a:pt x="1195063" y="1233834"/>
                  </a:lnTo>
                  <a:lnTo>
                    <a:pt x="1195690" y="1234280"/>
                  </a:lnTo>
                  <a:lnTo>
                    <a:pt x="1196316" y="1234688"/>
                  </a:lnTo>
                  <a:lnTo>
                    <a:pt x="1196943" y="1235054"/>
                  </a:lnTo>
                  <a:lnTo>
                    <a:pt x="1197570" y="1235390"/>
                  </a:lnTo>
                  <a:lnTo>
                    <a:pt x="1198196" y="1235711"/>
                  </a:lnTo>
                  <a:lnTo>
                    <a:pt x="1198823" y="1235968"/>
                  </a:lnTo>
                  <a:lnTo>
                    <a:pt x="1199449" y="1236201"/>
                  </a:lnTo>
                  <a:lnTo>
                    <a:pt x="1200076" y="1236403"/>
                  </a:lnTo>
                  <a:lnTo>
                    <a:pt x="1200702" y="1236576"/>
                  </a:lnTo>
                  <a:lnTo>
                    <a:pt x="1201329" y="1236704"/>
                  </a:lnTo>
                  <a:lnTo>
                    <a:pt x="1201955" y="1236786"/>
                  </a:lnTo>
                  <a:lnTo>
                    <a:pt x="1202582" y="1236814"/>
                  </a:lnTo>
                  <a:lnTo>
                    <a:pt x="1203209" y="1236782"/>
                  </a:lnTo>
                  <a:lnTo>
                    <a:pt x="1203835" y="1236718"/>
                  </a:lnTo>
                  <a:lnTo>
                    <a:pt x="1204462" y="1236626"/>
                  </a:lnTo>
                  <a:lnTo>
                    <a:pt x="1205088" y="1236511"/>
                  </a:lnTo>
                  <a:lnTo>
                    <a:pt x="1205715" y="1236371"/>
                  </a:lnTo>
                  <a:lnTo>
                    <a:pt x="1206341" y="1236175"/>
                  </a:lnTo>
                  <a:lnTo>
                    <a:pt x="1206968" y="1235930"/>
                  </a:lnTo>
                  <a:lnTo>
                    <a:pt x="1207594" y="1235681"/>
                  </a:lnTo>
                  <a:lnTo>
                    <a:pt x="1208221" y="1235417"/>
                  </a:lnTo>
                  <a:lnTo>
                    <a:pt x="1208848" y="1235158"/>
                  </a:lnTo>
                  <a:lnTo>
                    <a:pt x="1209474" y="1234908"/>
                  </a:lnTo>
                  <a:lnTo>
                    <a:pt x="1210101" y="1234669"/>
                  </a:lnTo>
                  <a:lnTo>
                    <a:pt x="1210727" y="1234460"/>
                  </a:lnTo>
                  <a:lnTo>
                    <a:pt x="1211354" y="1234283"/>
                  </a:lnTo>
                  <a:lnTo>
                    <a:pt x="1211980" y="1234150"/>
                  </a:lnTo>
                  <a:lnTo>
                    <a:pt x="1212607" y="1234070"/>
                  </a:lnTo>
                  <a:lnTo>
                    <a:pt x="1213233" y="1234036"/>
                  </a:lnTo>
                  <a:lnTo>
                    <a:pt x="1213860" y="1234058"/>
                  </a:lnTo>
                  <a:lnTo>
                    <a:pt x="1214487" y="1234112"/>
                  </a:lnTo>
                  <a:lnTo>
                    <a:pt x="1215113" y="1234182"/>
                  </a:lnTo>
                  <a:lnTo>
                    <a:pt x="1215740" y="1234263"/>
                  </a:lnTo>
                  <a:lnTo>
                    <a:pt x="1216366" y="1234346"/>
                  </a:lnTo>
                  <a:lnTo>
                    <a:pt x="1216993" y="1234406"/>
                  </a:lnTo>
                  <a:lnTo>
                    <a:pt x="1217619" y="1234447"/>
                  </a:lnTo>
                  <a:lnTo>
                    <a:pt x="1218246" y="1234448"/>
                  </a:lnTo>
                  <a:lnTo>
                    <a:pt x="1218872" y="1234401"/>
                  </a:lnTo>
                  <a:lnTo>
                    <a:pt x="1219499" y="1234313"/>
                  </a:lnTo>
                  <a:lnTo>
                    <a:pt x="1220126" y="1234175"/>
                  </a:lnTo>
                  <a:lnTo>
                    <a:pt x="1220752" y="1233982"/>
                  </a:lnTo>
                  <a:lnTo>
                    <a:pt x="1221379" y="1233725"/>
                  </a:lnTo>
                  <a:lnTo>
                    <a:pt x="1222005" y="1233397"/>
                  </a:lnTo>
                  <a:lnTo>
                    <a:pt x="1222632" y="1232996"/>
                  </a:lnTo>
                  <a:lnTo>
                    <a:pt x="1223258" y="1232508"/>
                  </a:lnTo>
                  <a:lnTo>
                    <a:pt x="1223885" y="1231922"/>
                  </a:lnTo>
                  <a:lnTo>
                    <a:pt x="1224511" y="1231246"/>
                  </a:lnTo>
                  <a:lnTo>
                    <a:pt x="1225138" y="1230483"/>
                  </a:lnTo>
                  <a:lnTo>
                    <a:pt x="1225765" y="1229630"/>
                  </a:lnTo>
                  <a:lnTo>
                    <a:pt x="1226391" y="1228676"/>
                  </a:lnTo>
                  <a:lnTo>
                    <a:pt x="1227018" y="1227626"/>
                  </a:lnTo>
                  <a:lnTo>
                    <a:pt x="1227644" y="1226479"/>
                  </a:lnTo>
                  <a:lnTo>
                    <a:pt x="1228271" y="1225255"/>
                  </a:lnTo>
                  <a:lnTo>
                    <a:pt x="1228897" y="1223967"/>
                  </a:lnTo>
                  <a:lnTo>
                    <a:pt x="1229524" y="1222577"/>
                  </a:lnTo>
                  <a:lnTo>
                    <a:pt x="1230150" y="1221121"/>
                  </a:lnTo>
                  <a:lnTo>
                    <a:pt x="1230777" y="1219604"/>
                  </a:lnTo>
                  <a:lnTo>
                    <a:pt x="1231404" y="1218026"/>
                  </a:lnTo>
                  <a:lnTo>
                    <a:pt x="1232030" y="1216387"/>
                  </a:lnTo>
                  <a:lnTo>
                    <a:pt x="1232657" y="1214692"/>
                  </a:lnTo>
                  <a:lnTo>
                    <a:pt x="1233283" y="1212953"/>
                  </a:lnTo>
                  <a:lnTo>
                    <a:pt x="1233910" y="1211183"/>
                  </a:lnTo>
                  <a:lnTo>
                    <a:pt x="1234536" y="1209406"/>
                  </a:lnTo>
                  <a:lnTo>
                    <a:pt x="1235163" y="1207655"/>
                  </a:lnTo>
                  <a:lnTo>
                    <a:pt x="1235789" y="1205908"/>
                  </a:lnTo>
                  <a:lnTo>
                    <a:pt x="1236416" y="1204185"/>
                  </a:lnTo>
                  <a:lnTo>
                    <a:pt x="1237043" y="1202469"/>
                  </a:lnTo>
                  <a:lnTo>
                    <a:pt x="1237669" y="1200769"/>
                  </a:lnTo>
                  <a:lnTo>
                    <a:pt x="1238296" y="1199137"/>
                  </a:lnTo>
                  <a:lnTo>
                    <a:pt x="1238922" y="1197573"/>
                  </a:lnTo>
                  <a:lnTo>
                    <a:pt x="1239549" y="1196077"/>
                  </a:lnTo>
                  <a:lnTo>
                    <a:pt x="1240175" y="1194669"/>
                  </a:lnTo>
                  <a:lnTo>
                    <a:pt x="1240802" y="1193348"/>
                  </a:lnTo>
                  <a:lnTo>
                    <a:pt x="1241428" y="1192133"/>
                  </a:lnTo>
                  <a:lnTo>
                    <a:pt x="1242055" y="1191012"/>
                  </a:lnTo>
                  <a:lnTo>
                    <a:pt x="1242682" y="1189966"/>
                  </a:lnTo>
                  <a:lnTo>
                    <a:pt x="1243308" y="1188966"/>
                  </a:lnTo>
                  <a:lnTo>
                    <a:pt x="1243935" y="1187990"/>
                  </a:lnTo>
                  <a:lnTo>
                    <a:pt x="1244561" y="1187030"/>
                  </a:lnTo>
                  <a:lnTo>
                    <a:pt x="1245188" y="1186093"/>
                  </a:lnTo>
                  <a:lnTo>
                    <a:pt x="1245814" y="1185178"/>
                  </a:lnTo>
                  <a:lnTo>
                    <a:pt x="1246441" y="1184309"/>
                  </a:lnTo>
                  <a:lnTo>
                    <a:pt x="1247067" y="1183499"/>
                  </a:lnTo>
                  <a:lnTo>
                    <a:pt x="1247694" y="1182728"/>
                  </a:lnTo>
                  <a:lnTo>
                    <a:pt x="1248321" y="1181980"/>
                  </a:lnTo>
                  <a:lnTo>
                    <a:pt x="1248947" y="1181239"/>
                  </a:lnTo>
                  <a:lnTo>
                    <a:pt x="1249574" y="1180494"/>
                  </a:lnTo>
                  <a:lnTo>
                    <a:pt x="1250200" y="1179745"/>
                  </a:lnTo>
                  <a:lnTo>
                    <a:pt x="1250827" y="1178988"/>
                  </a:lnTo>
                  <a:lnTo>
                    <a:pt x="1251453" y="1178217"/>
                  </a:lnTo>
                  <a:lnTo>
                    <a:pt x="1252080" y="1177430"/>
                  </a:lnTo>
                  <a:lnTo>
                    <a:pt x="1252706" y="1176641"/>
                  </a:lnTo>
                  <a:lnTo>
                    <a:pt x="1253333" y="1175871"/>
                  </a:lnTo>
                  <a:lnTo>
                    <a:pt x="1253960" y="1175123"/>
                  </a:lnTo>
                  <a:lnTo>
                    <a:pt x="1254586" y="1174399"/>
                  </a:lnTo>
                  <a:lnTo>
                    <a:pt x="1255213" y="1173708"/>
                  </a:lnTo>
                  <a:lnTo>
                    <a:pt x="1255839" y="1173055"/>
                  </a:lnTo>
                  <a:lnTo>
                    <a:pt x="1256466" y="1172443"/>
                  </a:lnTo>
                  <a:lnTo>
                    <a:pt x="1257092" y="1171871"/>
                  </a:lnTo>
                  <a:lnTo>
                    <a:pt x="1257719" y="1171364"/>
                  </a:lnTo>
                  <a:lnTo>
                    <a:pt x="1258345" y="1170934"/>
                  </a:lnTo>
                  <a:lnTo>
                    <a:pt x="1258972" y="1170551"/>
                  </a:lnTo>
                  <a:lnTo>
                    <a:pt x="1259599" y="1170218"/>
                  </a:lnTo>
                  <a:lnTo>
                    <a:pt x="1260225" y="1169919"/>
                  </a:lnTo>
                  <a:lnTo>
                    <a:pt x="1260852" y="1169637"/>
                  </a:lnTo>
                  <a:lnTo>
                    <a:pt x="1261478" y="1169398"/>
                  </a:lnTo>
                  <a:lnTo>
                    <a:pt x="1262105" y="1169162"/>
                  </a:lnTo>
                  <a:lnTo>
                    <a:pt x="1262731" y="1168926"/>
                  </a:lnTo>
                  <a:lnTo>
                    <a:pt x="1263358" y="1168697"/>
                  </a:lnTo>
                  <a:lnTo>
                    <a:pt x="1263984" y="1168495"/>
                  </a:lnTo>
                  <a:lnTo>
                    <a:pt x="1264611" y="1168317"/>
                  </a:lnTo>
                  <a:lnTo>
                    <a:pt x="1265238" y="1168165"/>
                  </a:lnTo>
                  <a:lnTo>
                    <a:pt x="1265864" y="1168024"/>
                  </a:lnTo>
                  <a:lnTo>
                    <a:pt x="1266491" y="1167881"/>
                  </a:lnTo>
                  <a:lnTo>
                    <a:pt x="1267117" y="1167718"/>
                  </a:lnTo>
                  <a:lnTo>
                    <a:pt x="1267744" y="1167545"/>
                  </a:lnTo>
                  <a:lnTo>
                    <a:pt x="1268370" y="1167376"/>
                  </a:lnTo>
                  <a:lnTo>
                    <a:pt x="1268997" y="1167228"/>
                  </a:lnTo>
                  <a:lnTo>
                    <a:pt x="1269623" y="1167098"/>
                  </a:lnTo>
                  <a:lnTo>
                    <a:pt x="1270250" y="1166963"/>
                  </a:lnTo>
                  <a:lnTo>
                    <a:pt x="1270877" y="1166843"/>
                  </a:lnTo>
                  <a:lnTo>
                    <a:pt x="1271503" y="1166718"/>
                  </a:lnTo>
                  <a:lnTo>
                    <a:pt x="1272130" y="1166585"/>
                  </a:lnTo>
                  <a:lnTo>
                    <a:pt x="1272756" y="1166438"/>
                  </a:lnTo>
                  <a:lnTo>
                    <a:pt x="1273383" y="1166242"/>
                  </a:lnTo>
                  <a:lnTo>
                    <a:pt x="1274009" y="1166001"/>
                  </a:lnTo>
                  <a:lnTo>
                    <a:pt x="1274636" y="1165709"/>
                  </a:lnTo>
                  <a:lnTo>
                    <a:pt x="1275262" y="1165391"/>
                  </a:lnTo>
                  <a:lnTo>
                    <a:pt x="1275889" y="1165052"/>
                  </a:lnTo>
                  <a:lnTo>
                    <a:pt x="1276516" y="1164693"/>
                  </a:lnTo>
                  <a:lnTo>
                    <a:pt x="1277142" y="1164319"/>
                  </a:lnTo>
                  <a:lnTo>
                    <a:pt x="1277769" y="1163899"/>
                  </a:lnTo>
                  <a:lnTo>
                    <a:pt x="1278395" y="1163408"/>
                  </a:lnTo>
                  <a:lnTo>
                    <a:pt x="1279022" y="1162824"/>
                  </a:lnTo>
                  <a:lnTo>
                    <a:pt x="1279648" y="1162168"/>
                  </a:lnTo>
                  <a:lnTo>
                    <a:pt x="1280275" y="1161462"/>
                  </a:lnTo>
                  <a:lnTo>
                    <a:pt x="1280901" y="1160731"/>
                  </a:lnTo>
                  <a:lnTo>
                    <a:pt x="1281528" y="1159976"/>
                  </a:lnTo>
                  <a:lnTo>
                    <a:pt x="1282155" y="1159196"/>
                  </a:lnTo>
                  <a:lnTo>
                    <a:pt x="1282781" y="1158408"/>
                  </a:lnTo>
                  <a:lnTo>
                    <a:pt x="1283408" y="1157606"/>
                  </a:lnTo>
                  <a:lnTo>
                    <a:pt x="1284034" y="1156796"/>
                  </a:lnTo>
                  <a:lnTo>
                    <a:pt x="1284661" y="1155962"/>
                  </a:lnTo>
                  <a:lnTo>
                    <a:pt x="1285287" y="1155097"/>
                  </a:lnTo>
                  <a:lnTo>
                    <a:pt x="1285914" y="1154201"/>
                  </a:lnTo>
                  <a:lnTo>
                    <a:pt x="1286540" y="1153277"/>
                  </a:lnTo>
                  <a:lnTo>
                    <a:pt x="1287167" y="1152343"/>
                  </a:lnTo>
                  <a:lnTo>
                    <a:pt x="1287794" y="1151411"/>
                  </a:lnTo>
                  <a:lnTo>
                    <a:pt x="1288420" y="1150501"/>
                  </a:lnTo>
                  <a:lnTo>
                    <a:pt x="1289047" y="1149616"/>
                  </a:lnTo>
                  <a:lnTo>
                    <a:pt x="1289673" y="1148735"/>
                  </a:lnTo>
                  <a:lnTo>
                    <a:pt x="1290300" y="1147851"/>
                  </a:lnTo>
                  <a:lnTo>
                    <a:pt x="1290926" y="1146989"/>
                  </a:lnTo>
                  <a:lnTo>
                    <a:pt x="1291553" y="1146151"/>
                  </a:lnTo>
                  <a:lnTo>
                    <a:pt x="1292179" y="1145334"/>
                  </a:lnTo>
                  <a:lnTo>
                    <a:pt x="1292806" y="1144542"/>
                  </a:lnTo>
                  <a:lnTo>
                    <a:pt x="1293433" y="1143795"/>
                  </a:lnTo>
                  <a:lnTo>
                    <a:pt x="1294059" y="1143098"/>
                  </a:lnTo>
                  <a:lnTo>
                    <a:pt x="1294686" y="1142453"/>
                  </a:lnTo>
                  <a:lnTo>
                    <a:pt x="1295312" y="1141859"/>
                  </a:lnTo>
                  <a:lnTo>
                    <a:pt x="1295939" y="1141293"/>
                  </a:lnTo>
                  <a:lnTo>
                    <a:pt x="1296565" y="1140757"/>
                  </a:lnTo>
                  <a:lnTo>
                    <a:pt x="1297192" y="1140252"/>
                  </a:lnTo>
                  <a:lnTo>
                    <a:pt x="1297818" y="1139774"/>
                  </a:lnTo>
                  <a:lnTo>
                    <a:pt x="1298445" y="1139320"/>
                  </a:lnTo>
                  <a:lnTo>
                    <a:pt x="1299072" y="1138890"/>
                  </a:lnTo>
                  <a:lnTo>
                    <a:pt x="1299698" y="1138483"/>
                  </a:lnTo>
                  <a:lnTo>
                    <a:pt x="1300325" y="1138075"/>
                  </a:lnTo>
                  <a:lnTo>
                    <a:pt x="1300951" y="1137646"/>
                  </a:lnTo>
                  <a:lnTo>
                    <a:pt x="1301578" y="1137199"/>
                  </a:lnTo>
                  <a:lnTo>
                    <a:pt x="1302204" y="1136736"/>
                  </a:lnTo>
                  <a:lnTo>
                    <a:pt x="1302831" y="1136222"/>
                  </a:lnTo>
                  <a:lnTo>
                    <a:pt x="1303457" y="1135641"/>
                  </a:lnTo>
                  <a:lnTo>
                    <a:pt x="1304084" y="1134969"/>
                  </a:lnTo>
                  <a:lnTo>
                    <a:pt x="1304711" y="1134195"/>
                  </a:lnTo>
                  <a:lnTo>
                    <a:pt x="1305337" y="1133342"/>
                  </a:lnTo>
                  <a:lnTo>
                    <a:pt x="1305964" y="1132429"/>
                  </a:lnTo>
                  <a:lnTo>
                    <a:pt x="1306590" y="1131472"/>
                  </a:lnTo>
                  <a:lnTo>
                    <a:pt x="1307217" y="1130472"/>
                  </a:lnTo>
                  <a:lnTo>
                    <a:pt x="1307843" y="1129430"/>
                  </a:lnTo>
                  <a:lnTo>
                    <a:pt x="1308470" y="1128344"/>
                  </a:lnTo>
                  <a:lnTo>
                    <a:pt x="1309096" y="1127218"/>
                  </a:lnTo>
                  <a:lnTo>
                    <a:pt x="1309723" y="1126069"/>
                  </a:lnTo>
                  <a:lnTo>
                    <a:pt x="1310350" y="1124929"/>
                  </a:lnTo>
                  <a:lnTo>
                    <a:pt x="1310976" y="1123811"/>
                  </a:lnTo>
                  <a:lnTo>
                    <a:pt x="1311603" y="1122699"/>
                  </a:lnTo>
                  <a:lnTo>
                    <a:pt x="1312229" y="1121599"/>
                  </a:lnTo>
                  <a:lnTo>
                    <a:pt x="1312856" y="1120520"/>
                  </a:lnTo>
                  <a:lnTo>
                    <a:pt x="1313482" y="1119478"/>
                  </a:lnTo>
                  <a:lnTo>
                    <a:pt x="1314109" y="1118485"/>
                  </a:lnTo>
                  <a:lnTo>
                    <a:pt x="1314735" y="1117538"/>
                  </a:lnTo>
                  <a:lnTo>
                    <a:pt x="1315362" y="1116624"/>
                  </a:lnTo>
                  <a:lnTo>
                    <a:pt x="1315989" y="1115731"/>
                  </a:lnTo>
                  <a:lnTo>
                    <a:pt x="1316615" y="1114857"/>
                  </a:lnTo>
                  <a:lnTo>
                    <a:pt x="1317242" y="1114007"/>
                  </a:lnTo>
                  <a:lnTo>
                    <a:pt x="1317868" y="1113181"/>
                  </a:lnTo>
                  <a:lnTo>
                    <a:pt x="1318495" y="1112380"/>
                  </a:lnTo>
                  <a:lnTo>
                    <a:pt x="1319121" y="1111591"/>
                  </a:lnTo>
                  <a:lnTo>
                    <a:pt x="1319748" y="1110810"/>
                  </a:lnTo>
                  <a:lnTo>
                    <a:pt x="1320374" y="1110017"/>
                  </a:lnTo>
                  <a:lnTo>
                    <a:pt x="1321001" y="1109230"/>
                  </a:lnTo>
                  <a:lnTo>
                    <a:pt x="1321628" y="1108478"/>
                  </a:lnTo>
                  <a:lnTo>
                    <a:pt x="1322254" y="1107738"/>
                  </a:lnTo>
                  <a:lnTo>
                    <a:pt x="1322881" y="1107012"/>
                  </a:lnTo>
                  <a:lnTo>
                    <a:pt x="1323507" y="1106296"/>
                  </a:lnTo>
                  <a:lnTo>
                    <a:pt x="1324134" y="1105610"/>
                  </a:lnTo>
                  <a:lnTo>
                    <a:pt x="1324760" y="1104952"/>
                  </a:lnTo>
                  <a:lnTo>
                    <a:pt x="1325387" y="1104324"/>
                  </a:lnTo>
                  <a:lnTo>
                    <a:pt x="1326013" y="1103719"/>
                  </a:lnTo>
                  <a:lnTo>
                    <a:pt x="1326640" y="1103137"/>
                  </a:lnTo>
                  <a:lnTo>
                    <a:pt x="1327267" y="1102561"/>
                  </a:lnTo>
                  <a:lnTo>
                    <a:pt x="1327893" y="1101972"/>
                  </a:lnTo>
                  <a:lnTo>
                    <a:pt x="1328520" y="1101359"/>
                  </a:lnTo>
                  <a:lnTo>
                    <a:pt x="1329146" y="1100723"/>
                  </a:lnTo>
                  <a:lnTo>
                    <a:pt x="1329773" y="1100066"/>
                  </a:lnTo>
                  <a:lnTo>
                    <a:pt x="1330399" y="1099392"/>
                  </a:lnTo>
                  <a:lnTo>
                    <a:pt x="1331026" y="1098676"/>
                  </a:lnTo>
                  <a:lnTo>
                    <a:pt x="1331652" y="1097938"/>
                  </a:lnTo>
                  <a:lnTo>
                    <a:pt x="1332279" y="1097180"/>
                  </a:lnTo>
                  <a:lnTo>
                    <a:pt x="1332906" y="1096394"/>
                  </a:lnTo>
                  <a:lnTo>
                    <a:pt x="1333532" y="1095537"/>
                  </a:lnTo>
                  <a:lnTo>
                    <a:pt x="1334159" y="1094593"/>
                  </a:lnTo>
                  <a:lnTo>
                    <a:pt x="1334785" y="1093577"/>
                  </a:lnTo>
                  <a:lnTo>
                    <a:pt x="1335412" y="1092505"/>
                  </a:lnTo>
                  <a:lnTo>
                    <a:pt x="1336038" y="1091399"/>
                  </a:lnTo>
                  <a:lnTo>
                    <a:pt x="1336665" y="1090282"/>
                  </a:lnTo>
                  <a:lnTo>
                    <a:pt x="1337291" y="1089172"/>
                  </a:lnTo>
                  <a:lnTo>
                    <a:pt x="1337918" y="1088056"/>
                  </a:lnTo>
                  <a:lnTo>
                    <a:pt x="1338545" y="1086906"/>
                  </a:lnTo>
                  <a:lnTo>
                    <a:pt x="1339171" y="1085724"/>
                  </a:lnTo>
                  <a:lnTo>
                    <a:pt x="1339798" y="1084509"/>
                  </a:lnTo>
                  <a:lnTo>
                    <a:pt x="1340424" y="1083284"/>
                  </a:lnTo>
                  <a:lnTo>
                    <a:pt x="1341051" y="1082053"/>
                  </a:lnTo>
                  <a:lnTo>
                    <a:pt x="1341677" y="1080836"/>
                  </a:lnTo>
                  <a:lnTo>
                    <a:pt x="1342304" y="1079637"/>
                  </a:lnTo>
                  <a:lnTo>
                    <a:pt x="1342930" y="1078488"/>
                  </a:lnTo>
                  <a:lnTo>
                    <a:pt x="1343557" y="1077418"/>
                  </a:lnTo>
                  <a:lnTo>
                    <a:pt x="1344184" y="1076418"/>
                  </a:lnTo>
                  <a:lnTo>
                    <a:pt x="1344810" y="1075483"/>
                  </a:lnTo>
                  <a:lnTo>
                    <a:pt x="1345437" y="1074559"/>
                  </a:lnTo>
                  <a:lnTo>
                    <a:pt x="1346063" y="1073627"/>
                  </a:lnTo>
                  <a:lnTo>
                    <a:pt x="1346690" y="1072686"/>
                  </a:lnTo>
                  <a:lnTo>
                    <a:pt x="1347316" y="1071753"/>
                  </a:lnTo>
                  <a:lnTo>
                    <a:pt x="1347943" y="1070851"/>
                  </a:lnTo>
                  <a:lnTo>
                    <a:pt x="1348569" y="1069980"/>
                  </a:lnTo>
                  <a:lnTo>
                    <a:pt x="1349196" y="1069137"/>
                  </a:lnTo>
                  <a:lnTo>
                    <a:pt x="1349823" y="1068300"/>
                  </a:lnTo>
                  <a:lnTo>
                    <a:pt x="1350449" y="1067458"/>
                  </a:lnTo>
                  <a:lnTo>
                    <a:pt x="1351076" y="1066585"/>
                  </a:lnTo>
                  <a:lnTo>
                    <a:pt x="1351702" y="1065677"/>
                  </a:lnTo>
                  <a:lnTo>
                    <a:pt x="1352329" y="1064714"/>
                  </a:lnTo>
                  <a:lnTo>
                    <a:pt x="1352955" y="1063671"/>
                  </a:lnTo>
                  <a:lnTo>
                    <a:pt x="1353582" y="1062518"/>
                  </a:lnTo>
                  <a:lnTo>
                    <a:pt x="1354208" y="1061278"/>
                  </a:lnTo>
                  <a:lnTo>
                    <a:pt x="1354835" y="1059983"/>
                  </a:lnTo>
                  <a:lnTo>
                    <a:pt x="1355462" y="1058642"/>
                  </a:lnTo>
                  <a:lnTo>
                    <a:pt x="1356088" y="1057236"/>
                  </a:lnTo>
                  <a:lnTo>
                    <a:pt x="1356715" y="1055760"/>
                  </a:lnTo>
                  <a:lnTo>
                    <a:pt x="1357341" y="1054213"/>
                  </a:lnTo>
                  <a:lnTo>
                    <a:pt x="1357968" y="1052596"/>
                  </a:lnTo>
                  <a:lnTo>
                    <a:pt x="1358594" y="1050908"/>
                  </a:lnTo>
                  <a:lnTo>
                    <a:pt x="1359221" y="1049163"/>
                  </a:lnTo>
                  <a:lnTo>
                    <a:pt x="1359847" y="1047380"/>
                  </a:lnTo>
                  <a:lnTo>
                    <a:pt x="1360474" y="1045573"/>
                  </a:lnTo>
                  <a:lnTo>
                    <a:pt x="1361101" y="1043741"/>
                  </a:lnTo>
                  <a:lnTo>
                    <a:pt x="1361727" y="1041901"/>
                  </a:lnTo>
                  <a:lnTo>
                    <a:pt x="1362354" y="1040064"/>
                  </a:lnTo>
                  <a:lnTo>
                    <a:pt x="1362980" y="1038254"/>
                  </a:lnTo>
                  <a:lnTo>
                    <a:pt x="1363607" y="1036462"/>
                  </a:lnTo>
                  <a:lnTo>
                    <a:pt x="1364233" y="1034687"/>
                  </a:lnTo>
                  <a:lnTo>
                    <a:pt x="1364860" y="1032940"/>
                  </a:lnTo>
                  <a:lnTo>
                    <a:pt x="1365486" y="1031274"/>
                  </a:lnTo>
                  <a:lnTo>
                    <a:pt x="1366113" y="1029720"/>
                  </a:lnTo>
                  <a:lnTo>
                    <a:pt x="1366740" y="1028284"/>
                  </a:lnTo>
                  <a:lnTo>
                    <a:pt x="1367366" y="1026976"/>
                  </a:lnTo>
                  <a:lnTo>
                    <a:pt x="1367993" y="1025799"/>
                  </a:lnTo>
                  <a:lnTo>
                    <a:pt x="1368619" y="1024747"/>
                  </a:lnTo>
                  <a:lnTo>
                    <a:pt x="1369246" y="1023807"/>
                  </a:lnTo>
                  <a:lnTo>
                    <a:pt x="1369872" y="1022969"/>
                  </a:lnTo>
                  <a:lnTo>
                    <a:pt x="1370499" y="1022254"/>
                  </a:lnTo>
                  <a:lnTo>
                    <a:pt x="1371125" y="1021660"/>
                  </a:lnTo>
                  <a:lnTo>
                    <a:pt x="1371752" y="1021188"/>
                  </a:lnTo>
                  <a:lnTo>
                    <a:pt x="1372379" y="1020816"/>
                  </a:lnTo>
                  <a:lnTo>
                    <a:pt x="1373005" y="1020525"/>
                  </a:lnTo>
                  <a:lnTo>
                    <a:pt x="1373632" y="1020319"/>
                  </a:lnTo>
                  <a:lnTo>
                    <a:pt x="1374258" y="1020211"/>
                  </a:lnTo>
                  <a:lnTo>
                    <a:pt x="1374885" y="1020164"/>
                  </a:lnTo>
                  <a:lnTo>
                    <a:pt x="1375511" y="1020154"/>
                  </a:lnTo>
                  <a:lnTo>
                    <a:pt x="1376138" y="1020177"/>
                  </a:lnTo>
                  <a:lnTo>
                    <a:pt x="1376764" y="1020221"/>
                  </a:lnTo>
                  <a:lnTo>
                    <a:pt x="1377391" y="1020317"/>
                  </a:lnTo>
                  <a:lnTo>
                    <a:pt x="1378018" y="1020476"/>
                  </a:lnTo>
                  <a:lnTo>
                    <a:pt x="1378644" y="1020694"/>
                  </a:lnTo>
                  <a:lnTo>
                    <a:pt x="1379271" y="1020969"/>
                  </a:lnTo>
                  <a:lnTo>
                    <a:pt x="1379897" y="1021289"/>
                  </a:lnTo>
                  <a:lnTo>
                    <a:pt x="1380524" y="1021652"/>
                  </a:lnTo>
                  <a:lnTo>
                    <a:pt x="1381150" y="1022056"/>
                  </a:lnTo>
                  <a:lnTo>
                    <a:pt x="1381777" y="1022519"/>
                  </a:lnTo>
                  <a:lnTo>
                    <a:pt x="1382403" y="1023053"/>
                  </a:lnTo>
                  <a:lnTo>
                    <a:pt x="1383030" y="1023655"/>
                  </a:lnTo>
                  <a:lnTo>
                    <a:pt x="1383657" y="1024303"/>
                  </a:lnTo>
                  <a:lnTo>
                    <a:pt x="1384283" y="1025013"/>
                  </a:lnTo>
                  <a:lnTo>
                    <a:pt x="1384910" y="1025815"/>
                  </a:lnTo>
                  <a:lnTo>
                    <a:pt x="1385536" y="1026708"/>
                  </a:lnTo>
                  <a:lnTo>
                    <a:pt x="1386163" y="1027701"/>
                  </a:lnTo>
                  <a:lnTo>
                    <a:pt x="1386789" y="1028760"/>
                  </a:lnTo>
                  <a:lnTo>
                    <a:pt x="1387416" y="1029878"/>
                  </a:lnTo>
                  <a:lnTo>
                    <a:pt x="1388042" y="1031058"/>
                  </a:lnTo>
                  <a:lnTo>
                    <a:pt x="1388669" y="1032305"/>
                  </a:lnTo>
                  <a:lnTo>
                    <a:pt x="1389296" y="1033617"/>
                  </a:lnTo>
                  <a:lnTo>
                    <a:pt x="1389922" y="1035016"/>
                  </a:lnTo>
                  <a:lnTo>
                    <a:pt x="1390549" y="1036522"/>
                  </a:lnTo>
                  <a:lnTo>
                    <a:pt x="1391175" y="1038145"/>
                  </a:lnTo>
                  <a:lnTo>
                    <a:pt x="1391802" y="1039878"/>
                  </a:lnTo>
                  <a:lnTo>
                    <a:pt x="1392428" y="1041729"/>
                  </a:lnTo>
                  <a:lnTo>
                    <a:pt x="1393055" y="1043699"/>
                  </a:lnTo>
                  <a:lnTo>
                    <a:pt x="1393681" y="1045775"/>
                  </a:lnTo>
                  <a:lnTo>
                    <a:pt x="1394308" y="1047936"/>
                  </a:lnTo>
                  <a:lnTo>
                    <a:pt x="1394935" y="1050184"/>
                  </a:lnTo>
                  <a:lnTo>
                    <a:pt x="1395561" y="1052520"/>
                  </a:lnTo>
                  <a:lnTo>
                    <a:pt x="1396188" y="1054964"/>
                  </a:lnTo>
                  <a:lnTo>
                    <a:pt x="1396814" y="1057528"/>
                  </a:lnTo>
                  <a:lnTo>
                    <a:pt x="1397441" y="1060198"/>
                  </a:lnTo>
                  <a:lnTo>
                    <a:pt x="1398067" y="1062954"/>
                  </a:lnTo>
                  <a:lnTo>
                    <a:pt x="1398694" y="1065790"/>
                  </a:lnTo>
                  <a:lnTo>
                    <a:pt x="1399320" y="1068676"/>
                  </a:lnTo>
                  <a:lnTo>
                    <a:pt x="1399947" y="1071592"/>
                  </a:lnTo>
                  <a:lnTo>
                    <a:pt x="1400574" y="1074528"/>
                  </a:lnTo>
                  <a:lnTo>
                    <a:pt x="1401200" y="1077497"/>
                  </a:lnTo>
                  <a:lnTo>
                    <a:pt x="1401827" y="1080493"/>
                  </a:lnTo>
                  <a:lnTo>
                    <a:pt x="1402453" y="1083510"/>
                  </a:lnTo>
                  <a:lnTo>
                    <a:pt x="1403080" y="1086549"/>
                  </a:lnTo>
                  <a:lnTo>
                    <a:pt x="1403706" y="1089602"/>
                  </a:lnTo>
                  <a:lnTo>
                    <a:pt x="1404333" y="1092667"/>
                  </a:lnTo>
                  <a:lnTo>
                    <a:pt x="1404959" y="1095742"/>
                  </a:lnTo>
                  <a:lnTo>
                    <a:pt x="1405586" y="1098780"/>
                  </a:lnTo>
                  <a:lnTo>
                    <a:pt x="1406213" y="1101749"/>
                  </a:lnTo>
                  <a:lnTo>
                    <a:pt x="1406839" y="1104655"/>
                  </a:lnTo>
                  <a:lnTo>
                    <a:pt x="1407466" y="1107510"/>
                  </a:lnTo>
                  <a:lnTo>
                    <a:pt x="1408092" y="1110353"/>
                  </a:lnTo>
                  <a:lnTo>
                    <a:pt x="1408719" y="1113202"/>
                  </a:lnTo>
                  <a:lnTo>
                    <a:pt x="1409345" y="1116038"/>
                  </a:lnTo>
                  <a:lnTo>
                    <a:pt x="1409972" y="1118860"/>
                  </a:lnTo>
                  <a:lnTo>
                    <a:pt x="1410598" y="1121656"/>
                  </a:lnTo>
                  <a:lnTo>
                    <a:pt x="1411225" y="1124426"/>
                  </a:lnTo>
                  <a:lnTo>
                    <a:pt x="1411852" y="1127166"/>
                  </a:lnTo>
                  <a:lnTo>
                    <a:pt x="1412478" y="1129878"/>
                  </a:lnTo>
                  <a:lnTo>
                    <a:pt x="1413105" y="1132565"/>
                  </a:lnTo>
                  <a:lnTo>
                    <a:pt x="1413731" y="1135207"/>
                  </a:lnTo>
                  <a:lnTo>
                    <a:pt x="1414358" y="1137800"/>
                  </a:lnTo>
                  <a:lnTo>
                    <a:pt x="1414984" y="1140386"/>
                  </a:lnTo>
                  <a:lnTo>
                    <a:pt x="1415611" y="1142995"/>
                  </a:lnTo>
                  <a:lnTo>
                    <a:pt x="1416237" y="1145633"/>
                  </a:lnTo>
                  <a:lnTo>
                    <a:pt x="1416864" y="1148277"/>
                  </a:lnTo>
                  <a:lnTo>
                    <a:pt x="1417490" y="1150895"/>
                  </a:lnTo>
                  <a:lnTo>
                    <a:pt x="1418117" y="1153478"/>
                  </a:lnTo>
                  <a:lnTo>
                    <a:pt x="1418744" y="1156044"/>
                  </a:lnTo>
                  <a:lnTo>
                    <a:pt x="1419370" y="1158595"/>
                  </a:lnTo>
                  <a:lnTo>
                    <a:pt x="1419997" y="1161129"/>
                  </a:lnTo>
                  <a:lnTo>
                    <a:pt x="1420623" y="1163642"/>
                  </a:lnTo>
                  <a:lnTo>
                    <a:pt x="1421250" y="1166137"/>
                  </a:lnTo>
                  <a:lnTo>
                    <a:pt x="1421876" y="1168594"/>
                  </a:lnTo>
                  <a:lnTo>
                    <a:pt x="1422503" y="1170994"/>
                  </a:lnTo>
                  <a:lnTo>
                    <a:pt x="1423129" y="1173351"/>
                  </a:lnTo>
                  <a:lnTo>
                    <a:pt x="1423756" y="1175674"/>
                  </a:lnTo>
                  <a:lnTo>
                    <a:pt x="1424383" y="1177940"/>
                  </a:lnTo>
                  <a:lnTo>
                    <a:pt x="1425009" y="1180136"/>
                  </a:lnTo>
                  <a:lnTo>
                    <a:pt x="1425636" y="1182260"/>
                  </a:lnTo>
                  <a:lnTo>
                    <a:pt x="1426262" y="1184317"/>
                  </a:lnTo>
                  <a:lnTo>
                    <a:pt x="1426889" y="1186303"/>
                  </a:lnTo>
                  <a:lnTo>
                    <a:pt x="1427515" y="1188203"/>
                  </a:lnTo>
                  <a:lnTo>
                    <a:pt x="1428142" y="1189994"/>
                  </a:lnTo>
                  <a:lnTo>
                    <a:pt x="1428768" y="1191660"/>
                  </a:lnTo>
                  <a:lnTo>
                    <a:pt x="1429395" y="1193201"/>
                  </a:lnTo>
                  <a:lnTo>
                    <a:pt x="1430022" y="1194620"/>
                  </a:lnTo>
                  <a:lnTo>
                    <a:pt x="1430648" y="1195914"/>
                  </a:lnTo>
                  <a:lnTo>
                    <a:pt x="1431275" y="1197099"/>
                  </a:lnTo>
                  <a:lnTo>
                    <a:pt x="1431901" y="1198186"/>
                  </a:lnTo>
                  <a:lnTo>
                    <a:pt x="1432528" y="1199183"/>
                  </a:lnTo>
                  <a:lnTo>
                    <a:pt x="1433154" y="1200077"/>
                  </a:lnTo>
                  <a:lnTo>
                    <a:pt x="1433781" y="1200875"/>
                  </a:lnTo>
                  <a:lnTo>
                    <a:pt x="1434407" y="1201580"/>
                  </a:lnTo>
                  <a:lnTo>
                    <a:pt x="1435034" y="1202191"/>
                  </a:lnTo>
                  <a:lnTo>
                    <a:pt x="1435661" y="1202726"/>
                  </a:lnTo>
                  <a:lnTo>
                    <a:pt x="1436287" y="1203191"/>
                  </a:lnTo>
                  <a:lnTo>
                    <a:pt x="1436914" y="1203601"/>
                  </a:lnTo>
                  <a:lnTo>
                    <a:pt x="1437540" y="1203956"/>
                  </a:lnTo>
                  <a:lnTo>
                    <a:pt x="1438167" y="1204275"/>
                  </a:lnTo>
                  <a:lnTo>
                    <a:pt x="1438793" y="1204564"/>
                  </a:lnTo>
                  <a:lnTo>
                    <a:pt x="1439420" y="1204823"/>
                  </a:lnTo>
                  <a:lnTo>
                    <a:pt x="1440046" y="1204997"/>
                  </a:lnTo>
                  <a:lnTo>
                    <a:pt x="1440673" y="1205083"/>
                  </a:lnTo>
                  <a:lnTo>
                    <a:pt x="1441300" y="1205103"/>
                  </a:lnTo>
                  <a:lnTo>
                    <a:pt x="1441926" y="1205059"/>
                  </a:lnTo>
                  <a:lnTo>
                    <a:pt x="1442553" y="1204956"/>
                  </a:lnTo>
                  <a:lnTo>
                    <a:pt x="1443179" y="1204795"/>
                  </a:lnTo>
                  <a:lnTo>
                    <a:pt x="1443806" y="1204576"/>
                  </a:lnTo>
                  <a:lnTo>
                    <a:pt x="1444432" y="1204284"/>
                  </a:lnTo>
                  <a:lnTo>
                    <a:pt x="1445059" y="1203898"/>
                  </a:lnTo>
                  <a:lnTo>
                    <a:pt x="1445685" y="1203430"/>
                  </a:lnTo>
                  <a:lnTo>
                    <a:pt x="1446312" y="1202878"/>
                  </a:lnTo>
                  <a:lnTo>
                    <a:pt x="1446939" y="1202247"/>
                  </a:lnTo>
                  <a:lnTo>
                    <a:pt x="1447565" y="1201530"/>
                  </a:lnTo>
                  <a:lnTo>
                    <a:pt x="1448192" y="1200716"/>
                  </a:lnTo>
                  <a:lnTo>
                    <a:pt x="1448818" y="1199800"/>
                  </a:lnTo>
                  <a:lnTo>
                    <a:pt x="1449445" y="1198817"/>
                  </a:lnTo>
                  <a:lnTo>
                    <a:pt x="1450071" y="1197774"/>
                  </a:lnTo>
                  <a:lnTo>
                    <a:pt x="1450698" y="1196647"/>
                  </a:lnTo>
                  <a:lnTo>
                    <a:pt x="1451324" y="1195427"/>
                  </a:lnTo>
                  <a:lnTo>
                    <a:pt x="1451951" y="1194113"/>
                  </a:lnTo>
                  <a:lnTo>
                    <a:pt x="1452578" y="1192698"/>
                  </a:lnTo>
                  <a:lnTo>
                    <a:pt x="1453204" y="1191171"/>
                  </a:lnTo>
                  <a:lnTo>
                    <a:pt x="1453831" y="1189525"/>
                  </a:lnTo>
                  <a:lnTo>
                    <a:pt x="1454457" y="1187757"/>
                  </a:lnTo>
                  <a:lnTo>
                    <a:pt x="1455084" y="1185841"/>
                  </a:lnTo>
                  <a:lnTo>
                    <a:pt x="1455710" y="1183767"/>
                  </a:lnTo>
                  <a:lnTo>
                    <a:pt x="1456337" y="1181546"/>
                  </a:lnTo>
                  <a:lnTo>
                    <a:pt x="1456963" y="1179180"/>
                  </a:lnTo>
                  <a:lnTo>
                    <a:pt x="1457590" y="1176676"/>
                  </a:lnTo>
                  <a:lnTo>
                    <a:pt x="1458217" y="1174041"/>
                  </a:lnTo>
                  <a:lnTo>
                    <a:pt x="1458843" y="1171285"/>
                  </a:lnTo>
                  <a:lnTo>
                    <a:pt x="1459470" y="1168412"/>
                  </a:lnTo>
                  <a:lnTo>
                    <a:pt x="1460096" y="1165420"/>
                  </a:lnTo>
                  <a:lnTo>
                    <a:pt x="1460723" y="1162304"/>
                  </a:lnTo>
                  <a:lnTo>
                    <a:pt x="1461349" y="1159069"/>
                  </a:lnTo>
                  <a:lnTo>
                    <a:pt x="1461976" y="1155711"/>
                  </a:lnTo>
                  <a:lnTo>
                    <a:pt x="1462602" y="1152243"/>
                  </a:lnTo>
                  <a:lnTo>
                    <a:pt x="1463229" y="1148679"/>
                  </a:lnTo>
                  <a:lnTo>
                    <a:pt x="1463856" y="1145046"/>
                  </a:lnTo>
                  <a:lnTo>
                    <a:pt x="1464482" y="1141366"/>
                  </a:lnTo>
                  <a:lnTo>
                    <a:pt x="1465109" y="1137643"/>
                  </a:lnTo>
                  <a:lnTo>
                    <a:pt x="1465735" y="1133879"/>
                  </a:lnTo>
                  <a:lnTo>
                    <a:pt x="1466362" y="1130084"/>
                  </a:lnTo>
                  <a:lnTo>
                    <a:pt x="1466988" y="1126255"/>
                  </a:lnTo>
                  <a:lnTo>
                    <a:pt x="1467615" y="1122385"/>
                  </a:lnTo>
                  <a:lnTo>
                    <a:pt x="1468241" y="1118471"/>
                  </a:lnTo>
                  <a:lnTo>
                    <a:pt x="1468868" y="1114513"/>
                  </a:lnTo>
                  <a:lnTo>
                    <a:pt x="1469495" y="1110545"/>
                  </a:lnTo>
                  <a:lnTo>
                    <a:pt x="1470121" y="1106583"/>
                  </a:lnTo>
                  <a:lnTo>
                    <a:pt x="1470748" y="1102628"/>
                  </a:lnTo>
                  <a:lnTo>
                    <a:pt x="1471374" y="1098705"/>
                  </a:lnTo>
                  <a:lnTo>
                    <a:pt x="1472001" y="1094854"/>
                  </a:lnTo>
                  <a:lnTo>
                    <a:pt x="1472627" y="1091076"/>
                  </a:lnTo>
                  <a:lnTo>
                    <a:pt x="1473254" y="1087367"/>
                  </a:lnTo>
                  <a:lnTo>
                    <a:pt x="1473880" y="1083724"/>
                  </a:lnTo>
                  <a:lnTo>
                    <a:pt x="1474507" y="1080154"/>
                  </a:lnTo>
                  <a:lnTo>
                    <a:pt x="1475134" y="1076655"/>
                  </a:lnTo>
                  <a:lnTo>
                    <a:pt x="1475760" y="1073233"/>
                  </a:lnTo>
                  <a:lnTo>
                    <a:pt x="1476387" y="1069926"/>
                  </a:lnTo>
                  <a:lnTo>
                    <a:pt x="1477013" y="1066759"/>
                  </a:lnTo>
                  <a:lnTo>
                    <a:pt x="1477640" y="1063745"/>
                  </a:lnTo>
                  <a:lnTo>
                    <a:pt x="1478266" y="1060883"/>
                  </a:lnTo>
                  <a:lnTo>
                    <a:pt x="1478893" y="1058150"/>
                  </a:lnTo>
                  <a:lnTo>
                    <a:pt x="1479519" y="1055539"/>
                  </a:lnTo>
                  <a:lnTo>
                    <a:pt x="1480146" y="1053059"/>
                  </a:lnTo>
                  <a:lnTo>
                    <a:pt x="1480773" y="1050711"/>
                  </a:lnTo>
                  <a:lnTo>
                    <a:pt x="1481399" y="1048471"/>
                  </a:lnTo>
                  <a:lnTo>
                    <a:pt x="1482026" y="1046336"/>
                  </a:lnTo>
                  <a:lnTo>
                    <a:pt x="1482652" y="1044321"/>
                  </a:lnTo>
                  <a:lnTo>
                    <a:pt x="1483279" y="1042431"/>
                  </a:lnTo>
                  <a:lnTo>
                    <a:pt x="1483905" y="1040666"/>
                  </a:lnTo>
                  <a:lnTo>
                    <a:pt x="1484532" y="1039036"/>
                  </a:lnTo>
                  <a:lnTo>
                    <a:pt x="1485158" y="1037543"/>
                  </a:lnTo>
                  <a:lnTo>
                    <a:pt x="1485785" y="1036162"/>
                  </a:lnTo>
                  <a:lnTo>
                    <a:pt x="1486412" y="1034891"/>
                  </a:lnTo>
                  <a:lnTo>
                    <a:pt x="1487038" y="1033733"/>
                  </a:lnTo>
                  <a:lnTo>
                    <a:pt x="1487665" y="1032693"/>
                  </a:lnTo>
                  <a:lnTo>
                    <a:pt x="1488291" y="1031773"/>
                  </a:lnTo>
                  <a:lnTo>
                    <a:pt x="1488918" y="1030983"/>
                  </a:lnTo>
                  <a:lnTo>
                    <a:pt x="1489544" y="1030316"/>
                  </a:lnTo>
                  <a:lnTo>
                    <a:pt x="1490171" y="1029771"/>
                  </a:lnTo>
                  <a:lnTo>
                    <a:pt x="1490797" y="1029343"/>
                  </a:lnTo>
                  <a:lnTo>
                    <a:pt x="1491424" y="1029035"/>
                  </a:lnTo>
                  <a:lnTo>
                    <a:pt x="1492051" y="1028847"/>
                  </a:lnTo>
                  <a:lnTo>
                    <a:pt x="1492677" y="1028775"/>
                  </a:lnTo>
                  <a:lnTo>
                    <a:pt x="1493304" y="1028806"/>
                  </a:lnTo>
                  <a:lnTo>
                    <a:pt x="1493930" y="1028944"/>
                  </a:lnTo>
                  <a:lnTo>
                    <a:pt x="1494557" y="1029183"/>
                  </a:lnTo>
                  <a:lnTo>
                    <a:pt x="1495183" y="1029515"/>
                  </a:lnTo>
                  <a:lnTo>
                    <a:pt x="1495810" y="1029911"/>
                  </a:lnTo>
                  <a:lnTo>
                    <a:pt x="1496436" y="1030347"/>
                  </a:lnTo>
                  <a:lnTo>
                    <a:pt x="1497063" y="1030820"/>
                  </a:lnTo>
                  <a:lnTo>
                    <a:pt x="1497690" y="1031322"/>
                  </a:lnTo>
                  <a:lnTo>
                    <a:pt x="1498316" y="1031825"/>
                  </a:lnTo>
                  <a:lnTo>
                    <a:pt x="1498943" y="1032331"/>
                  </a:lnTo>
                  <a:lnTo>
                    <a:pt x="1499569" y="1032839"/>
                  </a:lnTo>
                  <a:lnTo>
                    <a:pt x="1500196" y="1033373"/>
                  </a:lnTo>
                  <a:lnTo>
                    <a:pt x="1500822" y="1033931"/>
                  </a:lnTo>
                  <a:lnTo>
                    <a:pt x="1501449" y="1034499"/>
                  </a:lnTo>
                  <a:lnTo>
                    <a:pt x="1502075" y="1035067"/>
                  </a:lnTo>
                  <a:lnTo>
                    <a:pt x="1502702" y="1035661"/>
                  </a:lnTo>
                  <a:lnTo>
                    <a:pt x="1503329" y="1036253"/>
                  </a:lnTo>
                  <a:lnTo>
                    <a:pt x="1503955" y="1036818"/>
                  </a:lnTo>
                  <a:lnTo>
                    <a:pt x="1504582" y="1037354"/>
                  </a:lnTo>
                  <a:lnTo>
                    <a:pt x="1505208" y="1037869"/>
                  </a:lnTo>
                  <a:lnTo>
                    <a:pt x="1505835" y="1038366"/>
                  </a:lnTo>
                  <a:lnTo>
                    <a:pt x="1506461" y="1038847"/>
                  </a:lnTo>
                  <a:lnTo>
                    <a:pt x="1507088" y="1039334"/>
                  </a:lnTo>
                  <a:lnTo>
                    <a:pt x="1507714" y="1039858"/>
                  </a:lnTo>
                  <a:lnTo>
                    <a:pt x="1508341" y="1040410"/>
                  </a:lnTo>
                  <a:lnTo>
                    <a:pt x="1508968" y="1040971"/>
                  </a:lnTo>
                  <a:lnTo>
                    <a:pt x="1509594" y="1041504"/>
                  </a:lnTo>
                  <a:lnTo>
                    <a:pt x="1510221" y="1042009"/>
                  </a:lnTo>
                  <a:lnTo>
                    <a:pt x="1510847" y="1042497"/>
                  </a:lnTo>
                  <a:lnTo>
                    <a:pt x="1511474" y="1042977"/>
                  </a:lnTo>
                  <a:lnTo>
                    <a:pt x="1512100" y="1043443"/>
                  </a:lnTo>
                  <a:lnTo>
                    <a:pt x="1512727" y="1043898"/>
                  </a:lnTo>
                  <a:lnTo>
                    <a:pt x="1513353" y="1044368"/>
                  </a:lnTo>
                  <a:lnTo>
                    <a:pt x="1513980" y="1044859"/>
                  </a:lnTo>
                  <a:lnTo>
                    <a:pt x="1514607" y="1045364"/>
                  </a:lnTo>
                  <a:lnTo>
                    <a:pt x="1515233" y="1045889"/>
                  </a:lnTo>
                  <a:lnTo>
                    <a:pt x="1515860" y="1046443"/>
                  </a:lnTo>
                  <a:lnTo>
                    <a:pt x="1516486" y="1047034"/>
                  </a:lnTo>
                  <a:lnTo>
                    <a:pt x="1517113" y="1047677"/>
                  </a:lnTo>
                  <a:lnTo>
                    <a:pt x="1517739" y="1048391"/>
                  </a:lnTo>
                  <a:lnTo>
                    <a:pt x="1518366" y="1049198"/>
                  </a:lnTo>
                  <a:lnTo>
                    <a:pt x="1518992" y="1050094"/>
                  </a:lnTo>
                  <a:lnTo>
                    <a:pt x="1519619" y="1051077"/>
                  </a:lnTo>
                  <a:lnTo>
                    <a:pt x="1520246" y="1052139"/>
                  </a:lnTo>
                  <a:lnTo>
                    <a:pt x="1520872" y="1053270"/>
                  </a:lnTo>
                  <a:lnTo>
                    <a:pt x="1521499" y="1054461"/>
                  </a:lnTo>
                  <a:lnTo>
                    <a:pt x="1522125" y="1055716"/>
                  </a:lnTo>
                  <a:lnTo>
                    <a:pt x="1522752" y="1057033"/>
                  </a:lnTo>
                  <a:lnTo>
                    <a:pt x="1523378" y="1058421"/>
                  </a:lnTo>
                  <a:lnTo>
                    <a:pt x="1524005" y="1059881"/>
                  </a:lnTo>
                  <a:lnTo>
                    <a:pt x="1524631" y="1061434"/>
                  </a:lnTo>
                  <a:lnTo>
                    <a:pt x="1525258" y="1063079"/>
                  </a:lnTo>
                  <a:lnTo>
                    <a:pt x="1525885" y="1064803"/>
                  </a:lnTo>
                  <a:lnTo>
                    <a:pt x="1526511" y="1066554"/>
                  </a:lnTo>
                  <a:lnTo>
                    <a:pt x="1527138" y="1068303"/>
                  </a:lnTo>
                  <a:lnTo>
                    <a:pt x="1527764" y="1070049"/>
                  </a:lnTo>
                  <a:lnTo>
                    <a:pt x="1528391" y="1071806"/>
                  </a:lnTo>
                  <a:lnTo>
                    <a:pt x="1529017" y="1073576"/>
                  </a:lnTo>
                  <a:lnTo>
                    <a:pt x="1529644" y="1075370"/>
                  </a:lnTo>
                  <a:lnTo>
                    <a:pt x="1530270" y="1077209"/>
                  </a:lnTo>
                  <a:lnTo>
                    <a:pt x="1530897" y="1079093"/>
                  </a:lnTo>
                  <a:lnTo>
                    <a:pt x="1531524" y="1081018"/>
                  </a:lnTo>
                  <a:lnTo>
                    <a:pt x="1532150" y="1082948"/>
                  </a:lnTo>
                  <a:lnTo>
                    <a:pt x="1532777" y="1084866"/>
                  </a:lnTo>
                  <a:lnTo>
                    <a:pt x="1533403" y="1086776"/>
                  </a:lnTo>
                  <a:lnTo>
                    <a:pt x="1534030" y="1088649"/>
                  </a:lnTo>
                  <a:lnTo>
                    <a:pt x="1534656" y="1090456"/>
                  </a:lnTo>
                  <a:lnTo>
                    <a:pt x="1535283" y="1092199"/>
                  </a:lnTo>
                  <a:lnTo>
                    <a:pt x="1535909" y="1093908"/>
                  </a:lnTo>
                  <a:lnTo>
                    <a:pt x="1536536" y="1095604"/>
                  </a:lnTo>
                  <a:lnTo>
                    <a:pt x="1537163" y="1097290"/>
                  </a:lnTo>
                  <a:lnTo>
                    <a:pt x="1537789" y="1098964"/>
                  </a:lnTo>
                  <a:lnTo>
                    <a:pt x="1538416" y="1100621"/>
                  </a:lnTo>
                  <a:lnTo>
                    <a:pt x="1539042" y="1102241"/>
                  </a:lnTo>
                  <a:lnTo>
                    <a:pt x="1539669" y="1103781"/>
                  </a:lnTo>
                  <a:lnTo>
                    <a:pt x="1540295" y="1105234"/>
                  </a:lnTo>
                  <a:lnTo>
                    <a:pt x="1540922" y="1106617"/>
                  </a:lnTo>
                  <a:lnTo>
                    <a:pt x="1541548" y="1107965"/>
                  </a:lnTo>
                  <a:lnTo>
                    <a:pt x="1542175" y="1109285"/>
                  </a:lnTo>
                  <a:lnTo>
                    <a:pt x="1542802" y="1110565"/>
                  </a:lnTo>
                  <a:lnTo>
                    <a:pt x="1543428" y="1111798"/>
                  </a:lnTo>
                  <a:lnTo>
                    <a:pt x="1544055" y="1112992"/>
                  </a:lnTo>
                  <a:lnTo>
                    <a:pt x="1544681" y="1114146"/>
                  </a:lnTo>
                  <a:lnTo>
                    <a:pt x="1545308" y="1115242"/>
                  </a:lnTo>
                  <a:lnTo>
                    <a:pt x="1545934" y="1116275"/>
                  </a:lnTo>
                  <a:lnTo>
                    <a:pt x="1546561" y="1117226"/>
                  </a:lnTo>
                  <a:lnTo>
                    <a:pt x="1547187" y="1118082"/>
                  </a:lnTo>
                  <a:lnTo>
                    <a:pt x="1547814" y="1118841"/>
                  </a:lnTo>
                  <a:lnTo>
                    <a:pt x="1548441" y="1119502"/>
                  </a:lnTo>
                  <a:lnTo>
                    <a:pt x="1549067" y="1120061"/>
                  </a:lnTo>
                  <a:lnTo>
                    <a:pt x="1549694" y="1120520"/>
                  </a:lnTo>
                  <a:lnTo>
                    <a:pt x="1550320" y="1120865"/>
                  </a:lnTo>
                  <a:lnTo>
                    <a:pt x="1550947" y="1121098"/>
                  </a:lnTo>
                  <a:lnTo>
                    <a:pt x="1551573" y="1121225"/>
                  </a:lnTo>
                  <a:lnTo>
                    <a:pt x="1552200" y="1121253"/>
                  </a:lnTo>
                  <a:lnTo>
                    <a:pt x="1552826" y="1121189"/>
                  </a:lnTo>
                  <a:lnTo>
                    <a:pt x="1553453" y="1121033"/>
                  </a:lnTo>
                  <a:lnTo>
                    <a:pt x="1554080" y="1120751"/>
                  </a:lnTo>
                  <a:lnTo>
                    <a:pt x="1554706" y="1120351"/>
                  </a:lnTo>
                  <a:lnTo>
                    <a:pt x="1555333" y="1119832"/>
                  </a:lnTo>
                  <a:lnTo>
                    <a:pt x="1555959" y="1119228"/>
                  </a:lnTo>
                  <a:lnTo>
                    <a:pt x="1556586" y="1118539"/>
                  </a:lnTo>
                  <a:lnTo>
                    <a:pt x="1557212" y="1117770"/>
                  </a:lnTo>
                  <a:lnTo>
                    <a:pt x="1557839" y="1116930"/>
                  </a:lnTo>
                  <a:lnTo>
                    <a:pt x="1558465" y="1116066"/>
                  </a:lnTo>
                  <a:lnTo>
                    <a:pt x="1559092" y="1115213"/>
                  </a:lnTo>
                  <a:lnTo>
                    <a:pt x="1559719" y="1114380"/>
                  </a:lnTo>
                  <a:lnTo>
                    <a:pt x="1560345" y="1113545"/>
                  </a:lnTo>
                  <a:lnTo>
                    <a:pt x="1560972" y="1112726"/>
                  </a:lnTo>
                  <a:lnTo>
                    <a:pt x="1561598" y="1111915"/>
                  </a:lnTo>
                  <a:lnTo>
                    <a:pt x="1562225" y="1111109"/>
                  </a:lnTo>
                  <a:lnTo>
                    <a:pt x="1562851" y="1110308"/>
                  </a:lnTo>
                  <a:lnTo>
                    <a:pt x="1563478" y="1109539"/>
                  </a:lnTo>
                  <a:lnTo>
                    <a:pt x="1564104" y="1108813"/>
                  </a:lnTo>
                  <a:lnTo>
                    <a:pt x="1564731" y="1108143"/>
                  </a:lnTo>
                  <a:lnTo>
                    <a:pt x="1565358" y="1107516"/>
                  </a:lnTo>
                  <a:lnTo>
                    <a:pt x="1565984" y="1106953"/>
                  </a:lnTo>
                  <a:lnTo>
                    <a:pt x="1566611" y="1106457"/>
                  </a:lnTo>
                  <a:lnTo>
                    <a:pt x="1567237" y="1106028"/>
                  </a:lnTo>
                  <a:lnTo>
                    <a:pt x="1567864" y="1105647"/>
                  </a:lnTo>
                  <a:lnTo>
                    <a:pt x="1568490" y="1105267"/>
                  </a:lnTo>
                  <a:lnTo>
                    <a:pt x="1569117" y="1104876"/>
                  </a:lnTo>
                  <a:lnTo>
                    <a:pt x="1569743" y="1104461"/>
                  </a:lnTo>
                  <a:lnTo>
                    <a:pt x="1570370" y="1104009"/>
                  </a:lnTo>
                  <a:lnTo>
                    <a:pt x="1570997" y="1103524"/>
                  </a:lnTo>
                  <a:lnTo>
                    <a:pt x="1571623" y="1103027"/>
                  </a:lnTo>
                  <a:lnTo>
                    <a:pt x="1572250" y="1102531"/>
                  </a:lnTo>
                  <a:lnTo>
                    <a:pt x="1572876" y="1102032"/>
                  </a:lnTo>
                  <a:lnTo>
                    <a:pt x="1573503" y="1101519"/>
                  </a:lnTo>
                  <a:lnTo>
                    <a:pt x="1574129" y="1100994"/>
                  </a:lnTo>
                  <a:lnTo>
                    <a:pt x="1574756" y="1100469"/>
                  </a:lnTo>
                  <a:lnTo>
                    <a:pt x="1575382" y="1099955"/>
                  </a:lnTo>
                  <a:lnTo>
                    <a:pt x="1576009" y="1099448"/>
                  </a:lnTo>
                  <a:lnTo>
                    <a:pt x="1576636" y="1098967"/>
                  </a:lnTo>
                  <a:lnTo>
                    <a:pt x="1577262" y="1098544"/>
                  </a:lnTo>
                  <a:lnTo>
                    <a:pt x="1577889" y="1098175"/>
                  </a:lnTo>
                  <a:lnTo>
                    <a:pt x="1578515" y="1097876"/>
                  </a:lnTo>
                  <a:lnTo>
                    <a:pt x="1579142" y="1097666"/>
                  </a:lnTo>
                  <a:lnTo>
                    <a:pt x="1579768" y="1097550"/>
                  </a:lnTo>
                  <a:lnTo>
                    <a:pt x="1580395" y="1097529"/>
                  </a:lnTo>
                  <a:lnTo>
                    <a:pt x="1581021" y="1097586"/>
                  </a:lnTo>
                  <a:lnTo>
                    <a:pt x="1581648" y="1097734"/>
                  </a:lnTo>
                  <a:lnTo>
                    <a:pt x="1582275" y="1097983"/>
                  </a:lnTo>
                  <a:lnTo>
                    <a:pt x="1582901" y="1098320"/>
                  </a:lnTo>
                  <a:lnTo>
                    <a:pt x="1583528" y="1098732"/>
                  </a:lnTo>
                  <a:lnTo>
                    <a:pt x="1584154" y="1099203"/>
                  </a:lnTo>
                  <a:lnTo>
                    <a:pt x="1584781" y="1099730"/>
                  </a:lnTo>
                  <a:lnTo>
                    <a:pt x="1585407" y="1100324"/>
                  </a:lnTo>
                  <a:lnTo>
                    <a:pt x="1586034" y="1100991"/>
                  </a:lnTo>
                  <a:lnTo>
                    <a:pt x="1586660" y="1101712"/>
                  </a:lnTo>
                  <a:lnTo>
                    <a:pt x="1587287" y="1102483"/>
                  </a:lnTo>
                  <a:lnTo>
                    <a:pt x="1587914" y="1103278"/>
                  </a:lnTo>
                  <a:lnTo>
                    <a:pt x="1588540" y="1104080"/>
                  </a:lnTo>
                  <a:lnTo>
                    <a:pt x="1589167" y="1104909"/>
                  </a:lnTo>
                  <a:lnTo>
                    <a:pt x="1589793" y="1105777"/>
                  </a:lnTo>
                  <a:lnTo>
                    <a:pt x="1590420" y="1106690"/>
                  </a:lnTo>
                  <a:lnTo>
                    <a:pt x="1591046" y="1107612"/>
                  </a:lnTo>
                  <a:lnTo>
                    <a:pt x="1591673" y="1108526"/>
                  </a:lnTo>
                  <a:lnTo>
                    <a:pt x="1592299" y="1109446"/>
                  </a:lnTo>
                  <a:lnTo>
                    <a:pt x="1592926" y="1110372"/>
                  </a:lnTo>
                  <a:lnTo>
                    <a:pt x="1593553" y="1111304"/>
                  </a:lnTo>
                  <a:lnTo>
                    <a:pt x="1594179" y="1112250"/>
                  </a:lnTo>
                  <a:lnTo>
                    <a:pt x="1594806" y="1113207"/>
                  </a:lnTo>
                  <a:lnTo>
                    <a:pt x="1595432" y="1114147"/>
                  </a:lnTo>
                  <a:lnTo>
                    <a:pt x="1596059" y="1115046"/>
                  </a:lnTo>
                  <a:lnTo>
                    <a:pt x="1596685" y="1115892"/>
                  </a:lnTo>
                  <a:lnTo>
                    <a:pt x="1597312" y="1116696"/>
                  </a:lnTo>
                  <a:lnTo>
                    <a:pt x="1597938" y="1117462"/>
                  </a:lnTo>
                  <a:lnTo>
                    <a:pt x="1598565" y="1118163"/>
                  </a:lnTo>
                  <a:lnTo>
                    <a:pt x="1599192" y="1118783"/>
                  </a:lnTo>
                  <a:lnTo>
                    <a:pt x="1599818" y="1119303"/>
                  </a:lnTo>
                  <a:lnTo>
                    <a:pt x="1600445" y="1119761"/>
                  </a:lnTo>
                  <a:lnTo>
                    <a:pt x="1601071" y="1120173"/>
                  </a:lnTo>
                  <a:lnTo>
                    <a:pt x="1601698" y="1120548"/>
                  </a:lnTo>
                  <a:lnTo>
                    <a:pt x="1602324" y="1120902"/>
                  </a:lnTo>
                  <a:lnTo>
                    <a:pt x="1602951" y="1121227"/>
                  </a:lnTo>
                  <a:lnTo>
                    <a:pt x="1603577" y="1121504"/>
                  </a:lnTo>
                  <a:lnTo>
                    <a:pt x="1604204" y="1121712"/>
                  </a:lnTo>
                  <a:lnTo>
                    <a:pt x="1604831" y="1121858"/>
                  </a:lnTo>
                  <a:lnTo>
                    <a:pt x="1605457" y="1121975"/>
                  </a:lnTo>
                  <a:lnTo>
                    <a:pt x="1606084" y="1122074"/>
                  </a:lnTo>
                  <a:lnTo>
                    <a:pt x="1606710" y="1122153"/>
                  </a:lnTo>
                  <a:lnTo>
                    <a:pt x="1607337" y="1122203"/>
                  </a:lnTo>
                  <a:lnTo>
                    <a:pt x="1607963" y="1122231"/>
                  </a:lnTo>
                  <a:lnTo>
                    <a:pt x="1608590" y="1122218"/>
                  </a:lnTo>
                  <a:lnTo>
                    <a:pt x="1609216" y="1122162"/>
                  </a:lnTo>
                  <a:lnTo>
                    <a:pt x="1609843" y="1122076"/>
                  </a:lnTo>
                  <a:lnTo>
                    <a:pt x="1610470" y="1121939"/>
                  </a:lnTo>
                  <a:lnTo>
                    <a:pt x="1611096" y="1121734"/>
                  </a:lnTo>
                  <a:lnTo>
                    <a:pt x="1611723" y="1121445"/>
                  </a:lnTo>
                  <a:lnTo>
                    <a:pt x="1612349" y="1121080"/>
                  </a:lnTo>
                  <a:lnTo>
                    <a:pt x="1612976" y="1120650"/>
                  </a:lnTo>
                  <a:lnTo>
                    <a:pt x="1613602" y="1120136"/>
                  </a:lnTo>
                  <a:lnTo>
                    <a:pt x="1614229" y="1119513"/>
                  </a:lnTo>
                  <a:lnTo>
                    <a:pt x="1614855" y="1118761"/>
                  </a:lnTo>
                  <a:lnTo>
                    <a:pt x="1615482" y="1117881"/>
                  </a:lnTo>
                  <a:lnTo>
                    <a:pt x="1616109" y="1116893"/>
                  </a:lnTo>
                  <a:lnTo>
                    <a:pt x="1616735" y="1115831"/>
                  </a:lnTo>
                  <a:lnTo>
                    <a:pt x="1617362" y="1114689"/>
                  </a:lnTo>
                  <a:lnTo>
                    <a:pt x="1617988" y="1113497"/>
                  </a:lnTo>
                  <a:lnTo>
                    <a:pt x="1618615" y="1112247"/>
                  </a:lnTo>
                  <a:lnTo>
                    <a:pt x="1619241" y="1110922"/>
                  </a:lnTo>
                  <a:lnTo>
                    <a:pt x="1619868" y="1109516"/>
                  </a:lnTo>
                  <a:lnTo>
                    <a:pt x="1620494" y="1108041"/>
                  </a:lnTo>
                  <a:lnTo>
                    <a:pt x="1621121" y="1106483"/>
                  </a:lnTo>
                  <a:lnTo>
                    <a:pt x="1621748" y="1104809"/>
                  </a:lnTo>
                  <a:lnTo>
                    <a:pt x="1622374" y="1103018"/>
                  </a:lnTo>
                  <a:lnTo>
                    <a:pt x="1623001" y="1101151"/>
                  </a:lnTo>
                  <a:lnTo>
                    <a:pt x="1623627" y="1099242"/>
                  </a:lnTo>
                  <a:lnTo>
                    <a:pt x="1624254" y="1097315"/>
                  </a:lnTo>
                  <a:lnTo>
                    <a:pt x="1624880" y="1095369"/>
                  </a:lnTo>
                  <a:lnTo>
                    <a:pt x="1625507" y="1093408"/>
                  </a:lnTo>
                  <a:lnTo>
                    <a:pt x="1626133" y="1091407"/>
                  </a:lnTo>
                  <a:lnTo>
                    <a:pt x="1626760" y="1089364"/>
                  </a:lnTo>
                  <a:lnTo>
                    <a:pt x="1627387" y="1087281"/>
                  </a:lnTo>
                  <a:lnTo>
                    <a:pt x="1628013" y="1085186"/>
                  </a:lnTo>
                  <a:lnTo>
                    <a:pt x="1628640" y="1083098"/>
                  </a:lnTo>
                  <a:lnTo>
                    <a:pt x="1629266" y="1081049"/>
                  </a:lnTo>
                  <a:lnTo>
                    <a:pt x="1629893" y="1079032"/>
                  </a:lnTo>
                  <a:lnTo>
                    <a:pt x="1630519" y="1077069"/>
                  </a:lnTo>
                  <a:lnTo>
                    <a:pt x="1631146" y="1075203"/>
                  </a:lnTo>
                  <a:lnTo>
                    <a:pt x="1631772" y="1073444"/>
                  </a:lnTo>
                  <a:lnTo>
                    <a:pt x="1632399" y="1071785"/>
                  </a:lnTo>
                  <a:lnTo>
                    <a:pt x="1633026" y="1070214"/>
                  </a:lnTo>
                  <a:lnTo>
                    <a:pt x="1633652" y="1068721"/>
                  </a:lnTo>
                  <a:lnTo>
                    <a:pt x="1634279" y="1067310"/>
                  </a:lnTo>
                  <a:lnTo>
                    <a:pt x="1634905" y="1065986"/>
                  </a:lnTo>
                  <a:lnTo>
                    <a:pt x="1635532" y="1064754"/>
                  </a:lnTo>
                  <a:lnTo>
                    <a:pt x="1636158" y="1063632"/>
                  </a:lnTo>
                  <a:lnTo>
                    <a:pt x="1636785" y="1062608"/>
                  </a:lnTo>
                  <a:lnTo>
                    <a:pt x="1637411" y="1061651"/>
                  </a:lnTo>
                  <a:lnTo>
                    <a:pt x="1638038" y="1060730"/>
                  </a:lnTo>
                  <a:lnTo>
                    <a:pt x="1638665" y="1059841"/>
                  </a:lnTo>
                  <a:lnTo>
                    <a:pt x="1639291" y="1058965"/>
                  </a:lnTo>
                  <a:lnTo>
                    <a:pt x="1639918" y="1058084"/>
                  </a:lnTo>
                  <a:lnTo>
                    <a:pt x="1640544" y="1057219"/>
                  </a:lnTo>
                  <a:lnTo>
                    <a:pt x="1641171" y="1056361"/>
                  </a:lnTo>
                  <a:lnTo>
                    <a:pt x="1641797" y="1055496"/>
                  </a:lnTo>
                  <a:lnTo>
                    <a:pt x="1642424" y="1054620"/>
                  </a:lnTo>
                  <a:lnTo>
                    <a:pt x="1643050" y="1053742"/>
                  </a:lnTo>
                  <a:lnTo>
                    <a:pt x="1643677" y="1052868"/>
                  </a:lnTo>
                  <a:lnTo>
                    <a:pt x="1644304" y="1051982"/>
                  </a:lnTo>
                  <a:lnTo>
                    <a:pt x="1644930" y="1051088"/>
                  </a:lnTo>
                  <a:lnTo>
                    <a:pt x="1645557" y="1050201"/>
                  </a:lnTo>
                  <a:lnTo>
                    <a:pt x="1646183" y="1049355"/>
                  </a:lnTo>
                  <a:lnTo>
                    <a:pt x="1646810" y="1048593"/>
                  </a:lnTo>
                  <a:lnTo>
                    <a:pt x="1647436" y="1047933"/>
                  </a:lnTo>
                  <a:lnTo>
                    <a:pt x="1648063" y="1047362"/>
                  </a:lnTo>
                  <a:lnTo>
                    <a:pt x="1648689" y="1046875"/>
                  </a:lnTo>
                  <a:lnTo>
                    <a:pt x="1649316" y="1046483"/>
                  </a:lnTo>
                  <a:lnTo>
                    <a:pt x="1649943" y="1046176"/>
                  </a:lnTo>
                  <a:lnTo>
                    <a:pt x="1650569" y="1045969"/>
                  </a:lnTo>
                  <a:lnTo>
                    <a:pt x="1651196" y="1045872"/>
                  </a:lnTo>
                  <a:lnTo>
                    <a:pt x="1651822" y="1045908"/>
                  </a:lnTo>
                  <a:lnTo>
                    <a:pt x="1652449" y="1046071"/>
                  </a:lnTo>
                  <a:lnTo>
                    <a:pt x="1653075" y="1046342"/>
                  </a:lnTo>
                  <a:lnTo>
                    <a:pt x="1653702" y="1046739"/>
                  </a:lnTo>
                  <a:lnTo>
                    <a:pt x="1654328" y="1047243"/>
                  </a:lnTo>
                  <a:lnTo>
                    <a:pt x="1654955" y="1047825"/>
                  </a:lnTo>
                  <a:lnTo>
                    <a:pt x="1655581" y="1048450"/>
                  </a:lnTo>
                  <a:lnTo>
                    <a:pt x="1656208" y="1049083"/>
                  </a:lnTo>
                  <a:lnTo>
                    <a:pt x="1656835" y="1049700"/>
                  </a:lnTo>
                  <a:lnTo>
                    <a:pt x="1657461" y="1050301"/>
                  </a:lnTo>
                  <a:lnTo>
                    <a:pt x="1658088" y="1050913"/>
                  </a:lnTo>
                  <a:lnTo>
                    <a:pt x="1658714" y="1051556"/>
                  </a:lnTo>
                  <a:lnTo>
                    <a:pt x="1659341" y="1052249"/>
                  </a:lnTo>
                  <a:lnTo>
                    <a:pt x="1659967" y="1052989"/>
                  </a:lnTo>
                  <a:lnTo>
                    <a:pt x="1660594" y="1053766"/>
                  </a:lnTo>
                  <a:lnTo>
                    <a:pt x="1661220" y="1054547"/>
                  </a:lnTo>
                  <a:lnTo>
                    <a:pt x="1661847" y="1055316"/>
                  </a:lnTo>
                  <a:lnTo>
                    <a:pt x="1662474" y="1056084"/>
                  </a:lnTo>
                  <a:lnTo>
                    <a:pt x="1663100" y="1056823"/>
                  </a:lnTo>
                  <a:lnTo>
                    <a:pt x="1663727" y="1057546"/>
                  </a:lnTo>
                  <a:lnTo>
                    <a:pt x="1664353" y="1058252"/>
                  </a:lnTo>
                  <a:lnTo>
                    <a:pt x="1664980" y="1058944"/>
                  </a:lnTo>
                  <a:lnTo>
                    <a:pt x="1665606" y="1059635"/>
                  </a:lnTo>
                  <a:lnTo>
                    <a:pt x="1666233" y="1060327"/>
                  </a:lnTo>
                  <a:lnTo>
                    <a:pt x="1666859" y="1061017"/>
                  </a:lnTo>
                  <a:lnTo>
                    <a:pt x="1667486" y="1061678"/>
                  </a:lnTo>
                  <a:lnTo>
                    <a:pt x="1668113" y="1062276"/>
                  </a:lnTo>
                  <a:lnTo>
                    <a:pt x="1668739" y="1062802"/>
                  </a:lnTo>
                  <a:lnTo>
                    <a:pt x="1669366" y="1063246"/>
                  </a:lnTo>
                  <a:lnTo>
                    <a:pt x="1669992" y="1063625"/>
                  </a:lnTo>
                  <a:lnTo>
                    <a:pt x="1670619" y="1063932"/>
                  </a:lnTo>
                  <a:lnTo>
                    <a:pt x="1671245" y="1064204"/>
                  </a:lnTo>
                  <a:lnTo>
                    <a:pt x="1671872" y="1064459"/>
                  </a:lnTo>
                  <a:lnTo>
                    <a:pt x="1672498" y="1064675"/>
                  </a:lnTo>
                  <a:lnTo>
                    <a:pt x="1673125" y="1064853"/>
                  </a:lnTo>
                  <a:lnTo>
                    <a:pt x="1673752" y="1065000"/>
                  </a:lnTo>
                  <a:lnTo>
                    <a:pt x="1674378" y="1065126"/>
                  </a:lnTo>
                  <a:lnTo>
                    <a:pt x="1675005" y="1065218"/>
                  </a:lnTo>
                  <a:lnTo>
                    <a:pt x="1675631" y="1065270"/>
                  </a:lnTo>
                  <a:lnTo>
                    <a:pt x="1676258" y="1065302"/>
                  </a:lnTo>
                  <a:lnTo>
                    <a:pt x="1676884" y="1065339"/>
                  </a:lnTo>
                  <a:lnTo>
                    <a:pt x="1677511" y="1065410"/>
                  </a:lnTo>
                  <a:lnTo>
                    <a:pt x="1678137" y="1065507"/>
                  </a:lnTo>
                  <a:lnTo>
                    <a:pt x="1678764" y="1065627"/>
                  </a:lnTo>
                  <a:lnTo>
                    <a:pt x="1679391" y="1065770"/>
                  </a:lnTo>
                  <a:lnTo>
                    <a:pt x="1680017" y="1065946"/>
                  </a:lnTo>
                  <a:lnTo>
                    <a:pt x="1680644" y="1066126"/>
                  </a:lnTo>
                  <a:lnTo>
                    <a:pt x="1681270" y="1066284"/>
                  </a:lnTo>
                  <a:lnTo>
                    <a:pt x="1681897" y="1066433"/>
                  </a:lnTo>
                  <a:lnTo>
                    <a:pt x="1682523" y="1066572"/>
                  </a:lnTo>
                  <a:lnTo>
                    <a:pt x="1683150" y="1066684"/>
                  </a:lnTo>
                  <a:lnTo>
                    <a:pt x="1683776" y="1066766"/>
                  </a:lnTo>
                  <a:lnTo>
                    <a:pt x="1684403" y="1066837"/>
                  </a:lnTo>
                  <a:lnTo>
                    <a:pt x="1685030" y="1066921"/>
                  </a:lnTo>
                  <a:lnTo>
                    <a:pt x="1685656" y="1066994"/>
                  </a:lnTo>
                  <a:lnTo>
                    <a:pt x="1686283" y="1067059"/>
                  </a:lnTo>
                  <a:lnTo>
                    <a:pt x="1686909" y="1067097"/>
                  </a:lnTo>
                  <a:lnTo>
                    <a:pt x="1687536" y="1067106"/>
                  </a:lnTo>
                  <a:lnTo>
                    <a:pt x="1688162" y="1067090"/>
                  </a:lnTo>
                  <a:lnTo>
                    <a:pt x="1688789" y="1067048"/>
                  </a:lnTo>
                  <a:lnTo>
                    <a:pt x="1689415" y="1066978"/>
                  </a:lnTo>
                  <a:lnTo>
                    <a:pt x="1690042" y="1066871"/>
                  </a:lnTo>
                  <a:lnTo>
                    <a:pt x="1690669" y="1066728"/>
                  </a:lnTo>
                  <a:lnTo>
                    <a:pt x="1691295" y="1066523"/>
                  </a:lnTo>
                  <a:lnTo>
                    <a:pt x="1691922" y="1066247"/>
                  </a:lnTo>
                  <a:lnTo>
                    <a:pt x="1692548" y="1065930"/>
                  </a:lnTo>
                  <a:lnTo>
                    <a:pt x="1693175" y="1065572"/>
                  </a:lnTo>
                  <a:lnTo>
                    <a:pt x="1693801" y="1065190"/>
                  </a:lnTo>
                  <a:lnTo>
                    <a:pt x="1694428" y="1064780"/>
                  </a:lnTo>
                  <a:lnTo>
                    <a:pt x="1695054" y="1064365"/>
                  </a:lnTo>
                  <a:lnTo>
                    <a:pt x="1695681" y="1063934"/>
                  </a:lnTo>
                  <a:lnTo>
                    <a:pt x="1696308" y="1063491"/>
                  </a:lnTo>
                  <a:lnTo>
                    <a:pt x="1696934" y="1063033"/>
                  </a:lnTo>
                  <a:lnTo>
                    <a:pt x="1697561" y="1062528"/>
                  </a:lnTo>
                  <a:lnTo>
                    <a:pt x="1698187" y="1061974"/>
                  </a:lnTo>
                  <a:lnTo>
                    <a:pt x="1698814" y="1061365"/>
                  </a:lnTo>
                  <a:lnTo>
                    <a:pt x="1699440" y="1060731"/>
                  </a:lnTo>
                  <a:lnTo>
                    <a:pt x="1700067" y="1060091"/>
                  </a:lnTo>
                  <a:lnTo>
                    <a:pt x="1700693" y="1059462"/>
                  </a:lnTo>
                  <a:lnTo>
                    <a:pt x="1701320" y="1058846"/>
                  </a:lnTo>
                  <a:lnTo>
                    <a:pt x="1701947" y="1058243"/>
                  </a:lnTo>
                  <a:lnTo>
                    <a:pt x="1702573" y="1057652"/>
                  </a:lnTo>
                  <a:lnTo>
                    <a:pt x="1703200" y="1057040"/>
                  </a:lnTo>
                  <a:lnTo>
                    <a:pt x="1703826" y="1056360"/>
                  </a:lnTo>
                  <a:lnTo>
                    <a:pt x="1704453" y="1055608"/>
                  </a:lnTo>
                  <a:lnTo>
                    <a:pt x="1705079" y="1054784"/>
                  </a:lnTo>
                  <a:lnTo>
                    <a:pt x="1705706" y="1053889"/>
                  </a:lnTo>
                  <a:lnTo>
                    <a:pt x="1706332" y="1052914"/>
                  </a:lnTo>
                  <a:lnTo>
                    <a:pt x="1706959" y="1051888"/>
                  </a:lnTo>
                  <a:lnTo>
                    <a:pt x="1707586" y="1050812"/>
                  </a:lnTo>
                  <a:lnTo>
                    <a:pt x="1708212" y="1049681"/>
                  </a:lnTo>
                  <a:lnTo>
                    <a:pt x="1708839" y="1048462"/>
                  </a:lnTo>
                  <a:lnTo>
                    <a:pt x="1709465" y="1047121"/>
                  </a:lnTo>
                  <a:lnTo>
                    <a:pt x="1710092" y="1045648"/>
                  </a:lnTo>
                  <a:lnTo>
                    <a:pt x="1710718" y="1044050"/>
                  </a:lnTo>
                  <a:lnTo>
                    <a:pt x="1711345" y="1042327"/>
                  </a:lnTo>
                  <a:lnTo>
                    <a:pt x="1711971" y="1040475"/>
                  </a:lnTo>
                  <a:lnTo>
                    <a:pt x="1712598" y="1038502"/>
                  </a:lnTo>
                  <a:lnTo>
                    <a:pt x="1713225" y="1036461"/>
                  </a:lnTo>
                  <a:lnTo>
                    <a:pt x="1713851" y="1034363"/>
                  </a:lnTo>
                  <a:lnTo>
                    <a:pt x="1714478" y="1032204"/>
                  </a:lnTo>
                  <a:lnTo>
                    <a:pt x="1715104" y="1029998"/>
                  </a:lnTo>
                  <a:lnTo>
                    <a:pt x="1715731" y="1027769"/>
                  </a:lnTo>
                  <a:lnTo>
                    <a:pt x="1716357" y="1025515"/>
                  </a:lnTo>
                  <a:lnTo>
                    <a:pt x="1716984" y="1023261"/>
                  </a:lnTo>
                  <a:lnTo>
                    <a:pt x="1717610" y="1021036"/>
                  </a:lnTo>
                  <a:lnTo>
                    <a:pt x="1718237" y="1018852"/>
                  </a:lnTo>
                  <a:lnTo>
                    <a:pt x="1718864" y="1016745"/>
                  </a:lnTo>
                  <a:lnTo>
                    <a:pt x="1719490" y="1014737"/>
                  </a:lnTo>
                  <a:lnTo>
                    <a:pt x="1720117" y="1012824"/>
                  </a:lnTo>
                  <a:lnTo>
                    <a:pt x="1720743" y="1011008"/>
                  </a:lnTo>
                  <a:lnTo>
                    <a:pt x="1721370" y="1009293"/>
                  </a:lnTo>
                  <a:lnTo>
                    <a:pt x="1721996" y="1007677"/>
                  </a:lnTo>
                  <a:lnTo>
                    <a:pt x="1722623" y="1006144"/>
                  </a:lnTo>
                  <a:lnTo>
                    <a:pt x="1723249" y="1004701"/>
                  </a:lnTo>
                  <a:lnTo>
                    <a:pt x="1723876" y="1003356"/>
                  </a:lnTo>
                  <a:lnTo>
                    <a:pt x="1724503" y="1002100"/>
                  </a:lnTo>
                  <a:lnTo>
                    <a:pt x="1725129" y="1000936"/>
                  </a:lnTo>
                  <a:lnTo>
                    <a:pt x="1725756" y="999857"/>
                  </a:lnTo>
                  <a:lnTo>
                    <a:pt x="1726382" y="998831"/>
                  </a:lnTo>
                  <a:lnTo>
                    <a:pt x="1727009" y="997835"/>
                  </a:lnTo>
                  <a:lnTo>
                    <a:pt x="1727635" y="996870"/>
                  </a:lnTo>
                  <a:lnTo>
                    <a:pt x="1728262" y="995928"/>
                  </a:lnTo>
                  <a:lnTo>
                    <a:pt x="1728888" y="995010"/>
                  </a:lnTo>
                  <a:lnTo>
                    <a:pt x="1729515" y="994148"/>
                  </a:lnTo>
                  <a:lnTo>
                    <a:pt x="1730142" y="993370"/>
                  </a:lnTo>
                  <a:lnTo>
                    <a:pt x="1730768" y="992675"/>
                  </a:lnTo>
                  <a:lnTo>
                    <a:pt x="1731395" y="992060"/>
                  </a:lnTo>
                  <a:lnTo>
                    <a:pt x="1732021" y="991531"/>
                  </a:lnTo>
                  <a:lnTo>
                    <a:pt x="1732648" y="991086"/>
                  </a:lnTo>
                  <a:lnTo>
                    <a:pt x="1733274" y="990743"/>
                  </a:lnTo>
                  <a:lnTo>
                    <a:pt x="1733901" y="990487"/>
                  </a:lnTo>
                  <a:lnTo>
                    <a:pt x="1734527" y="990318"/>
                  </a:lnTo>
                  <a:lnTo>
                    <a:pt x="1735154" y="990255"/>
                  </a:lnTo>
                  <a:lnTo>
                    <a:pt x="1735781" y="990350"/>
                  </a:lnTo>
                  <a:lnTo>
                    <a:pt x="1736407" y="990621"/>
                  </a:lnTo>
                  <a:lnTo>
                    <a:pt x="1737034" y="991073"/>
                  </a:lnTo>
                  <a:lnTo>
                    <a:pt x="1737660" y="991723"/>
                  </a:lnTo>
                  <a:lnTo>
                    <a:pt x="1738287" y="992586"/>
                  </a:lnTo>
                  <a:lnTo>
                    <a:pt x="1738913" y="993648"/>
                  </a:lnTo>
                  <a:lnTo>
                    <a:pt x="1739540" y="994892"/>
                  </a:lnTo>
                  <a:lnTo>
                    <a:pt x="1740166" y="996311"/>
                  </a:lnTo>
                  <a:lnTo>
                    <a:pt x="1740793" y="997912"/>
                  </a:lnTo>
                  <a:lnTo>
                    <a:pt x="1741420" y="999693"/>
                  </a:lnTo>
                  <a:lnTo>
                    <a:pt x="1742046" y="1001651"/>
                  </a:lnTo>
                  <a:lnTo>
                    <a:pt x="1742673" y="1003765"/>
                  </a:lnTo>
                  <a:lnTo>
                    <a:pt x="1743299" y="1006035"/>
                  </a:lnTo>
                  <a:lnTo>
                    <a:pt x="1743926" y="1008472"/>
                  </a:lnTo>
                  <a:lnTo>
                    <a:pt x="1744552" y="1011075"/>
                  </a:lnTo>
                  <a:lnTo>
                    <a:pt x="1745179" y="1013813"/>
                  </a:lnTo>
                  <a:lnTo>
                    <a:pt x="1745805" y="1016687"/>
                  </a:lnTo>
                  <a:lnTo>
                    <a:pt x="1746432" y="1019686"/>
                  </a:lnTo>
                  <a:lnTo>
                    <a:pt x="1747059" y="1022802"/>
                  </a:lnTo>
                  <a:lnTo>
                    <a:pt x="1747685" y="1025980"/>
                  </a:lnTo>
                  <a:lnTo>
                    <a:pt x="1748312" y="1029197"/>
                  </a:lnTo>
                  <a:lnTo>
                    <a:pt x="1748938" y="1032403"/>
                  </a:lnTo>
                  <a:lnTo>
                    <a:pt x="1749565" y="1035594"/>
                  </a:lnTo>
                  <a:lnTo>
                    <a:pt x="1750191" y="1038749"/>
                  </a:lnTo>
                  <a:lnTo>
                    <a:pt x="1750818" y="1041831"/>
                  </a:lnTo>
                  <a:lnTo>
                    <a:pt x="1751444" y="1044835"/>
                  </a:lnTo>
                  <a:lnTo>
                    <a:pt x="1752071" y="1047764"/>
                  </a:lnTo>
                  <a:lnTo>
                    <a:pt x="1752698" y="1050613"/>
                  </a:lnTo>
                  <a:lnTo>
                    <a:pt x="1753324" y="1053366"/>
                  </a:lnTo>
                  <a:lnTo>
                    <a:pt x="1753951" y="1055994"/>
                  </a:lnTo>
                  <a:lnTo>
                    <a:pt x="1754577" y="1058478"/>
                  </a:lnTo>
                  <a:lnTo>
                    <a:pt x="1755204" y="1060780"/>
                  </a:lnTo>
                  <a:lnTo>
                    <a:pt x="1755830" y="1062899"/>
                  </a:lnTo>
                  <a:lnTo>
                    <a:pt x="1756457" y="1064811"/>
                  </a:lnTo>
                  <a:lnTo>
                    <a:pt x="1757083" y="1066522"/>
                  </a:lnTo>
                  <a:lnTo>
                    <a:pt x="1757710" y="1068016"/>
                  </a:lnTo>
                  <a:lnTo>
                    <a:pt x="1758337" y="1069317"/>
                  </a:lnTo>
                  <a:lnTo>
                    <a:pt x="1758963" y="1070425"/>
                  </a:lnTo>
                  <a:lnTo>
                    <a:pt x="1759590" y="1071338"/>
                  </a:lnTo>
                  <a:lnTo>
                    <a:pt x="1760216" y="1072107"/>
                  </a:lnTo>
                  <a:lnTo>
                    <a:pt x="1760843" y="1072725"/>
                  </a:lnTo>
                  <a:lnTo>
                    <a:pt x="1761469" y="1073193"/>
                  </a:lnTo>
                  <a:lnTo>
                    <a:pt x="1762096" y="1073487"/>
                  </a:lnTo>
                  <a:lnTo>
                    <a:pt x="1762722" y="1073599"/>
                  </a:lnTo>
                  <a:lnTo>
                    <a:pt x="1763349" y="1073542"/>
                  </a:lnTo>
                  <a:lnTo>
                    <a:pt x="1763976" y="1073308"/>
                  </a:lnTo>
                  <a:lnTo>
                    <a:pt x="1764602" y="1072905"/>
                  </a:lnTo>
                  <a:lnTo>
                    <a:pt x="1765229" y="1072334"/>
                  </a:lnTo>
                  <a:lnTo>
                    <a:pt x="1765855" y="1071614"/>
                  </a:lnTo>
                  <a:lnTo>
                    <a:pt x="1766482" y="1070779"/>
                  </a:lnTo>
                  <a:lnTo>
                    <a:pt x="1767108" y="1069845"/>
                  </a:lnTo>
                  <a:lnTo>
                    <a:pt x="1767735" y="1068812"/>
                  </a:lnTo>
                  <a:lnTo>
                    <a:pt x="1768361" y="1067672"/>
                  </a:lnTo>
                  <a:lnTo>
                    <a:pt x="1768988" y="1066438"/>
                  </a:lnTo>
                  <a:lnTo>
                    <a:pt x="1769615" y="1065080"/>
                  </a:lnTo>
                  <a:lnTo>
                    <a:pt x="1770241" y="1063611"/>
                  </a:lnTo>
                  <a:lnTo>
                    <a:pt x="1770868" y="1062030"/>
                  </a:lnTo>
                  <a:lnTo>
                    <a:pt x="1771494" y="1060353"/>
                  </a:lnTo>
                  <a:lnTo>
                    <a:pt x="1772121" y="1058595"/>
                  </a:lnTo>
                  <a:lnTo>
                    <a:pt x="1772747" y="1056787"/>
                  </a:lnTo>
                  <a:lnTo>
                    <a:pt x="1773374" y="1054942"/>
                  </a:lnTo>
                  <a:lnTo>
                    <a:pt x="1774000" y="1053062"/>
                  </a:lnTo>
                  <a:lnTo>
                    <a:pt x="1774627" y="1051150"/>
                  </a:lnTo>
                  <a:lnTo>
                    <a:pt x="1775254" y="1049217"/>
                  </a:lnTo>
                  <a:lnTo>
                    <a:pt x="1775880" y="1047224"/>
                  </a:lnTo>
                  <a:lnTo>
                    <a:pt x="1776507" y="1045160"/>
                  </a:lnTo>
                  <a:lnTo>
                    <a:pt x="1777133" y="1043019"/>
                  </a:lnTo>
                  <a:lnTo>
                    <a:pt x="1777760" y="1040784"/>
                  </a:lnTo>
                  <a:lnTo>
                    <a:pt x="1778386" y="1038459"/>
                  </a:lnTo>
                  <a:lnTo>
                    <a:pt x="1779013" y="1036041"/>
                  </a:lnTo>
                  <a:lnTo>
                    <a:pt x="1779639" y="1033555"/>
                  </a:lnTo>
                  <a:lnTo>
                    <a:pt x="1780266" y="1031003"/>
                  </a:lnTo>
                  <a:lnTo>
                    <a:pt x="1780893" y="1028411"/>
                  </a:lnTo>
                  <a:lnTo>
                    <a:pt x="1781519" y="1025777"/>
                  </a:lnTo>
                  <a:lnTo>
                    <a:pt x="1782146" y="1023125"/>
                  </a:lnTo>
                  <a:lnTo>
                    <a:pt x="1782772" y="1020490"/>
                  </a:lnTo>
                  <a:lnTo>
                    <a:pt x="1783399" y="1017875"/>
                  </a:lnTo>
                  <a:lnTo>
                    <a:pt x="1784025" y="1015276"/>
                  </a:lnTo>
                  <a:lnTo>
                    <a:pt x="1784652" y="1012700"/>
                  </a:lnTo>
                  <a:lnTo>
                    <a:pt x="1785278" y="1010159"/>
                  </a:lnTo>
                  <a:lnTo>
                    <a:pt x="1785905" y="1007688"/>
                  </a:lnTo>
                  <a:lnTo>
                    <a:pt x="1786532" y="1005307"/>
                  </a:lnTo>
                  <a:lnTo>
                    <a:pt x="1787158" y="1003056"/>
                  </a:lnTo>
                  <a:lnTo>
                    <a:pt x="1787785" y="1000935"/>
                  </a:lnTo>
                  <a:lnTo>
                    <a:pt x="1788411" y="998951"/>
                  </a:lnTo>
                  <a:lnTo>
                    <a:pt x="1789038" y="997101"/>
                  </a:lnTo>
                  <a:lnTo>
                    <a:pt x="1789664" y="995410"/>
                  </a:lnTo>
                  <a:lnTo>
                    <a:pt x="1790291" y="993876"/>
                  </a:lnTo>
                  <a:lnTo>
                    <a:pt x="1790917" y="992502"/>
                  </a:lnTo>
                  <a:lnTo>
                    <a:pt x="1791544" y="991286"/>
                  </a:lnTo>
                  <a:lnTo>
                    <a:pt x="1792171" y="990180"/>
                  </a:lnTo>
                  <a:lnTo>
                    <a:pt x="1792797" y="989184"/>
                  </a:lnTo>
                  <a:lnTo>
                    <a:pt x="1793424" y="988300"/>
                  </a:lnTo>
                  <a:lnTo>
                    <a:pt x="1794050" y="987527"/>
                  </a:lnTo>
                  <a:lnTo>
                    <a:pt x="1794677" y="986880"/>
                  </a:lnTo>
                  <a:lnTo>
                    <a:pt x="1795303" y="986347"/>
                  </a:lnTo>
                  <a:lnTo>
                    <a:pt x="1795930" y="985925"/>
                  </a:lnTo>
                  <a:lnTo>
                    <a:pt x="1796556" y="985603"/>
                  </a:lnTo>
                  <a:lnTo>
                    <a:pt x="1797183" y="985378"/>
                  </a:lnTo>
                  <a:lnTo>
                    <a:pt x="1797810" y="985244"/>
                  </a:lnTo>
                  <a:lnTo>
                    <a:pt x="1798436" y="985167"/>
                  </a:lnTo>
                  <a:lnTo>
                    <a:pt x="1799063" y="985128"/>
                  </a:lnTo>
                  <a:lnTo>
                    <a:pt x="1799689" y="985114"/>
                  </a:lnTo>
                  <a:lnTo>
                    <a:pt x="1800316" y="985113"/>
                  </a:lnTo>
                  <a:lnTo>
                    <a:pt x="1800942" y="985099"/>
                  </a:lnTo>
                  <a:lnTo>
                    <a:pt x="1801569" y="985089"/>
                  </a:lnTo>
                  <a:lnTo>
                    <a:pt x="1802195" y="985070"/>
                  </a:lnTo>
                  <a:lnTo>
                    <a:pt x="1802822" y="985042"/>
                  </a:lnTo>
                  <a:lnTo>
                    <a:pt x="1803449" y="985006"/>
                  </a:lnTo>
                  <a:lnTo>
                    <a:pt x="1804075" y="984947"/>
                  </a:lnTo>
                  <a:lnTo>
                    <a:pt x="1804702" y="984826"/>
                  </a:lnTo>
                  <a:lnTo>
                    <a:pt x="1805328" y="984641"/>
                  </a:lnTo>
                  <a:lnTo>
                    <a:pt x="1805955" y="984390"/>
                  </a:lnTo>
                  <a:lnTo>
                    <a:pt x="1806581" y="984078"/>
                  </a:lnTo>
                  <a:lnTo>
                    <a:pt x="1807208" y="983688"/>
                  </a:lnTo>
                  <a:lnTo>
                    <a:pt x="1807834" y="983249"/>
                  </a:lnTo>
                  <a:lnTo>
                    <a:pt x="1808461" y="982763"/>
                  </a:lnTo>
                  <a:lnTo>
                    <a:pt x="1809088" y="982236"/>
                  </a:lnTo>
                  <a:lnTo>
                    <a:pt x="1809714" y="981669"/>
                  </a:lnTo>
                  <a:lnTo>
                    <a:pt x="1810341" y="981091"/>
                  </a:lnTo>
                  <a:lnTo>
                    <a:pt x="1810967" y="980532"/>
                  </a:lnTo>
                  <a:lnTo>
                    <a:pt x="1811594" y="980010"/>
                  </a:lnTo>
                  <a:lnTo>
                    <a:pt x="1812220" y="979528"/>
                  </a:lnTo>
                  <a:lnTo>
                    <a:pt x="1812847" y="979110"/>
                  </a:lnTo>
                  <a:lnTo>
                    <a:pt x="1813473" y="978785"/>
                  </a:lnTo>
                  <a:lnTo>
                    <a:pt x="1814100" y="978557"/>
                  </a:lnTo>
                  <a:lnTo>
                    <a:pt x="1814727" y="978429"/>
                  </a:lnTo>
                  <a:lnTo>
                    <a:pt x="1815353" y="978407"/>
                  </a:lnTo>
                  <a:lnTo>
                    <a:pt x="1815980" y="978490"/>
                  </a:lnTo>
                  <a:lnTo>
                    <a:pt x="1816606" y="978715"/>
                  </a:lnTo>
                  <a:lnTo>
                    <a:pt x="1817233" y="979082"/>
                  </a:lnTo>
                  <a:lnTo>
                    <a:pt x="1817859" y="979605"/>
                  </a:lnTo>
                  <a:lnTo>
                    <a:pt x="1818486" y="980283"/>
                  </a:lnTo>
                  <a:lnTo>
                    <a:pt x="1819112" y="981124"/>
                  </a:lnTo>
                  <a:lnTo>
                    <a:pt x="1819739" y="982129"/>
                  </a:lnTo>
                  <a:lnTo>
                    <a:pt x="1820366" y="983300"/>
                  </a:lnTo>
                  <a:lnTo>
                    <a:pt x="1820992" y="984636"/>
                  </a:lnTo>
                  <a:lnTo>
                    <a:pt x="1821619" y="986140"/>
                  </a:lnTo>
                  <a:lnTo>
                    <a:pt x="1822245" y="987810"/>
                  </a:lnTo>
                  <a:lnTo>
                    <a:pt x="1822872" y="989622"/>
                  </a:lnTo>
                  <a:lnTo>
                    <a:pt x="1823498" y="991585"/>
                  </a:lnTo>
                  <a:lnTo>
                    <a:pt x="1824125" y="993695"/>
                  </a:lnTo>
                  <a:lnTo>
                    <a:pt x="1824751" y="995961"/>
                  </a:lnTo>
                  <a:lnTo>
                    <a:pt x="1825378" y="998376"/>
                  </a:lnTo>
                  <a:lnTo>
                    <a:pt x="1826005" y="1000922"/>
                  </a:lnTo>
                  <a:lnTo>
                    <a:pt x="1826631" y="1003607"/>
                  </a:lnTo>
                  <a:lnTo>
                    <a:pt x="1827258" y="1006422"/>
                  </a:lnTo>
                  <a:lnTo>
                    <a:pt x="1827884" y="1009371"/>
                  </a:lnTo>
                  <a:lnTo>
                    <a:pt x="1828511" y="1012452"/>
                  </a:lnTo>
                  <a:lnTo>
                    <a:pt x="1829137" y="1015674"/>
                  </a:lnTo>
                  <a:lnTo>
                    <a:pt x="1829764" y="1019025"/>
                  </a:lnTo>
                  <a:lnTo>
                    <a:pt x="1830390" y="1022460"/>
                  </a:lnTo>
                  <a:lnTo>
                    <a:pt x="1831017" y="1025960"/>
                  </a:lnTo>
                  <a:lnTo>
                    <a:pt x="1831644" y="1029509"/>
                  </a:lnTo>
                  <a:lnTo>
                    <a:pt x="1832270" y="1033091"/>
                  </a:lnTo>
                  <a:lnTo>
                    <a:pt x="1832897" y="1036684"/>
                  </a:lnTo>
                  <a:lnTo>
                    <a:pt x="1833523" y="1040284"/>
                  </a:lnTo>
                  <a:lnTo>
                    <a:pt x="1834150" y="1043891"/>
                  </a:lnTo>
                  <a:lnTo>
                    <a:pt x="1834776" y="1047504"/>
                  </a:lnTo>
                  <a:lnTo>
                    <a:pt x="1835403" y="1051090"/>
                  </a:lnTo>
                  <a:lnTo>
                    <a:pt x="1836029" y="1054642"/>
                  </a:lnTo>
                  <a:lnTo>
                    <a:pt x="1836656" y="1058157"/>
                  </a:lnTo>
                  <a:lnTo>
                    <a:pt x="1837283" y="1061634"/>
                  </a:lnTo>
                  <a:lnTo>
                    <a:pt x="1837909" y="1065038"/>
                  </a:lnTo>
                  <a:lnTo>
                    <a:pt x="1838536" y="1068330"/>
                  </a:lnTo>
                  <a:lnTo>
                    <a:pt x="1839162" y="1071506"/>
                  </a:lnTo>
                  <a:lnTo>
                    <a:pt x="1839789" y="1074583"/>
                  </a:lnTo>
                  <a:lnTo>
                    <a:pt x="1840415" y="1077587"/>
                  </a:lnTo>
                  <a:lnTo>
                    <a:pt x="1841042" y="1080513"/>
                  </a:lnTo>
                  <a:lnTo>
                    <a:pt x="1841668" y="1083381"/>
                  </a:lnTo>
                  <a:lnTo>
                    <a:pt x="1842295" y="1086186"/>
                  </a:lnTo>
                  <a:lnTo>
                    <a:pt x="1842922" y="1088906"/>
                  </a:lnTo>
                  <a:lnTo>
                    <a:pt x="1843548" y="1091519"/>
                  </a:lnTo>
                  <a:lnTo>
                    <a:pt x="1844175" y="1094021"/>
                  </a:lnTo>
                  <a:lnTo>
                    <a:pt x="1844801" y="1096384"/>
                  </a:lnTo>
                  <a:lnTo>
                    <a:pt x="1845428" y="1098568"/>
                  </a:lnTo>
                  <a:lnTo>
                    <a:pt x="1846054" y="1100571"/>
                  </a:lnTo>
                  <a:lnTo>
                    <a:pt x="1846681" y="1102390"/>
                  </a:lnTo>
                  <a:lnTo>
                    <a:pt x="1847307" y="1104041"/>
                  </a:lnTo>
                  <a:lnTo>
                    <a:pt x="1847934" y="1105564"/>
                  </a:lnTo>
                  <a:lnTo>
                    <a:pt x="1848561" y="1106938"/>
                  </a:lnTo>
                  <a:lnTo>
                    <a:pt x="1849187" y="1108170"/>
                  </a:lnTo>
                  <a:lnTo>
                    <a:pt x="1849814" y="1109241"/>
                  </a:lnTo>
                  <a:lnTo>
                    <a:pt x="1850440" y="1110153"/>
                  </a:lnTo>
                  <a:lnTo>
                    <a:pt x="1851067" y="1110897"/>
                  </a:lnTo>
                  <a:lnTo>
                    <a:pt x="1851693" y="1111497"/>
                  </a:lnTo>
                  <a:lnTo>
                    <a:pt x="1852320" y="1111959"/>
                  </a:lnTo>
                  <a:lnTo>
                    <a:pt x="1852946" y="1112304"/>
                  </a:lnTo>
                  <a:lnTo>
                    <a:pt x="1853573" y="1112540"/>
                  </a:lnTo>
                  <a:lnTo>
                    <a:pt x="1854200" y="1112680"/>
                  </a:lnTo>
                  <a:lnTo>
                    <a:pt x="1854826" y="1112737"/>
                  </a:lnTo>
                  <a:lnTo>
                    <a:pt x="1855453" y="1112719"/>
                  </a:lnTo>
                  <a:lnTo>
                    <a:pt x="1856079" y="1112630"/>
                  </a:lnTo>
                  <a:lnTo>
                    <a:pt x="1856706" y="1112452"/>
                  </a:lnTo>
                  <a:lnTo>
                    <a:pt x="1857332" y="1112178"/>
                  </a:lnTo>
                  <a:lnTo>
                    <a:pt x="1857959" y="1111826"/>
                  </a:lnTo>
                  <a:lnTo>
                    <a:pt x="1858585" y="1111404"/>
                  </a:lnTo>
                  <a:lnTo>
                    <a:pt x="1859212" y="1110917"/>
                  </a:lnTo>
                  <a:lnTo>
                    <a:pt x="1859839" y="1110345"/>
                  </a:lnTo>
                  <a:lnTo>
                    <a:pt x="1860465" y="1109681"/>
                  </a:lnTo>
                  <a:lnTo>
                    <a:pt x="1861092" y="1108880"/>
                  </a:lnTo>
                  <a:lnTo>
                    <a:pt x="1861718" y="1107956"/>
                  </a:lnTo>
                  <a:lnTo>
                    <a:pt x="1862345" y="1106914"/>
                  </a:lnTo>
                  <a:lnTo>
                    <a:pt x="1862971" y="1105761"/>
                  </a:lnTo>
                  <a:lnTo>
                    <a:pt x="1863598" y="1104504"/>
                  </a:lnTo>
                  <a:lnTo>
                    <a:pt x="1864224" y="1103171"/>
                  </a:lnTo>
                  <a:lnTo>
                    <a:pt x="1864851" y="1101776"/>
                  </a:lnTo>
                  <a:lnTo>
                    <a:pt x="1865478" y="1100315"/>
                  </a:lnTo>
                  <a:lnTo>
                    <a:pt x="1866104" y="1098792"/>
                  </a:lnTo>
                  <a:lnTo>
                    <a:pt x="1866731" y="1097204"/>
                  </a:lnTo>
                  <a:lnTo>
                    <a:pt x="1867357" y="1095588"/>
                  </a:lnTo>
                  <a:lnTo>
                    <a:pt x="1867984" y="1093949"/>
                  </a:lnTo>
                  <a:lnTo>
                    <a:pt x="1868610" y="1092293"/>
                  </a:lnTo>
                  <a:lnTo>
                    <a:pt x="1869237" y="1090627"/>
                  </a:lnTo>
                  <a:lnTo>
                    <a:pt x="1869863" y="1088996"/>
                  </a:lnTo>
                  <a:lnTo>
                    <a:pt x="1870490" y="1087463"/>
                  </a:lnTo>
                  <a:lnTo>
                    <a:pt x="1871117" y="1086044"/>
                  </a:lnTo>
                  <a:lnTo>
                    <a:pt x="1871743" y="1084753"/>
                  </a:lnTo>
                  <a:lnTo>
                    <a:pt x="1872370" y="1083578"/>
                  </a:lnTo>
                  <a:lnTo>
                    <a:pt x="1872996" y="1082514"/>
                  </a:lnTo>
                  <a:lnTo>
                    <a:pt x="1873623" y="1081542"/>
                  </a:lnTo>
                  <a:lnTo>
                    <a:pt x="1874249" y="1080653"/>
                  </a:lnTo>
                  <a:lnTo>
                    <a:pt x="1874876" y="1079844"/>
                  </a:lnTo>
                  <a:lnTo>
                    <a:pt x="1875502" y="1079121"/>
                  </a:lnTo>
                  <a:lnTo>
                    <a:pt x="1876129" y="1078493"/>
                  </a:lnTo>
                  <a:lnTo>
                    <a:pt x="1876756" y="1077968"/>
                  </a:lnTo>
                  <a:lnTo>
                    <a:pt x="1877382" y="1077554"/>
                  </a:lnTo>
                  <a:lnTo>
                    <a:pt x="1878009" y="1077259"/>
                  </a:lnTo>
                  <a:lnTo>
                    <a:pt x="1878635" y="1077093"/>
                  </a:lnTo>
                  <a:lnTo>
                    <a:pt x="1879262" y="1077059"/>
                  </a:lnTo>
                  <a:lnTo>
                    <a:pt x="1879888" y="1077104"/>
                  </a:lnTo>
                  <a:lnTo>
                    <a:pt x="1880515" y="1077209"/>
                  </a:lnTo>
                  <a:lnTo>
                    <a:pt x="1881141" y="1077371"/>
                  </a:lnTo>
                  <a:lnTo>
                    <a:pt x="1881768" y="1077586"/>
                  </a:lnTo>
                  <a:lnTo>
                    <a:pt x="1882395" y="1077855"/>
                  </a:lnTo>
                  <a:lnTo>
                    <a:pt x="1883021" y="1078178"/>
                  </a:lnTo>
                  <a:lnTo>
                    <a:pt x="1883648" y="1078531"/>
                  </a:lnTo>
                  <a:lnTo>
                    <a:pt x="1884274" y="1078907"/>
                  </a:lnTo>
                  <a:lnTo>
                    <a:pt x="1884901" y="1079288"/>
                  </a:lnTo>
                  <a:lnTo>
                    <a:pt x="1885527" y="1079663"/>
                  </a:lnTo>
                  <a:lnTo>
                    <a:pt x="1886154" y="1080021"/>
                  </a:lnTo>
                  <a:lnTo>
                    <a:pt x="1886780" y="1080374"/>
                  </a:lnTo>
                  <a:lnTo>
                    <a:pt x="1887407" y="1080690"/>
                  </a:lnTo>
                  <a:lnTo>
                    <a:pt x="1888034" y="1080975"/>
                  </a:lnTo>
                  <a:lnTo>
                    <a:pt x="1888660" y="1081241"/>
                  </a:lnTo>
                  <a:lnTo>
                    <a:pt x="1889287" y="1081497"/>
                  </a:lnTo>
                  <a:lnTo>
                    <a:pt x="1889913" y="1081743"/>
                  </a:lnTo>
                  <a:lnTo>
                    <a:pt x="1890540" y="1081956"/>
                  </a:lnTo>
                  <a:lnTo>
                    <a:pt x="1891166" y="1082139"/>
                  </a:lnTo>
                  <a:lnTo>
                    <a:pt x="1891793" y="1082301"/>
                  </a:lnTo>
                  <a:lnTo>
                    <a:pt x="1892419" y="1082456"/>
                  </a:lnTo>
                  <a:lnTo>
                    <a:pt x="1893046" y="1082674"/>
                  </a:lnTo>
                  <a:lnTo>
                    <a:pt x="1893672" y="1082975"/>
                  </a:lnTo>
                  <a:lnTo>
                    <a:pt x="1894299" y="1083378"/>
                  </a:lnTo>
                  <a:lnTo>
                    <a:pt x="1894926" y="1083919"/>
                  </a:lnTo>
                  <a:lnTo>
                    <a:pt x="1895552" y="1084605"/>
                  </a:lnTo>
                  <a:lnTo>
                    <a:pt x="1896179" y="1085430"/>
                  </a:lnTo>
                  <a:lnTo>
                    <a:pt x="1896805" y="1086406"/>
                  </a:lnTo>
                  <a:lnTo>
                    <a:pt x="1897432" y="1087530"/>
                  </a:lnTo>
                  <a:lnTo>
                    <a:pt x="1898058" y="1088793"/>
                  </a:lnTo>
                  <a:lnTo>
                    <a:pt x="1898685" y="1090191"/>
                  </a:lnTo>
                  <a:lnTo>
                    <a:pt x="1899311" y="1091724"/>
                  </a:lnTo>
                  <a:lnTo>
                    <a:pt x="1899938" y="1093391"/>
                  </a:lnTo>
                  <a:lnTo>
                    <a:pt x="1900565" y="1095200"/>
                  </a:lnTo>
                  <a:lnTo>
                    <a:pt x="1901191" y="1097164"/>
                  </a:lnTo>
                  <a:lnTo>
                    <a:pt x="1901818" y="1099291"/>
                  </a:lnTo>
                  <a:lnTo>
                    <a:pt x="1902444" y="1101531"/>
                  </a:lnTo>
                  <a:lnTo>
                    <a:pt x="1903071" y="1103868"/>
                  </a:lnTo>
                  <a:lnTo>
                    <a:pt x="1903697" y="1106279"/>
                  </a:lnTo>
                  <a:lnTo>
                    <a:pt x="1904324" y="1108745"/>
                  </a:lnTo>
                  <a:lnTo>
                    <a:pt x="1904950" y="1111255"/>
                  </a:lnTo>
                  <a:lnTo>
                    <a:pt x="1905577" y="1113811"/>
                  </a:lnTo>
                  <a:lnTo>
                    <a:pt x="1906204" y="1116412"/>
                  </a:lnTo>
                  <a:lnTo>
                    <a:pt x="1906830" y="1119062"/>
                  </a:lnTo>
                  <a:lnTo>
                    <a:pt x="1907457" y="1121760"/>
                  </a:lnTo>
                  <a:lnTo>
                    <a:pt x="1908083" y="1124508"/>
                  </a:lnTo>
                  <a:lnTo>
                    <a:pt x="1908710" y="1127305"/>
                  </a:lnTo>
                  <a:lnTo>
                    <a:pt x="1909336" y="1130140"/>
                  </a:lnTo>
                  <a:lnTo>
                    <a:pt x="1909963" y="1132986"/>
                  </a:lnTo>
                  <a:lnTo>
                    <a:pt x="1910589" y="1135799"/>
                  </a:lnTo>
                  <a:lnTo>
                    <a:pt x="1911216" y="1138531"/>
                  </a:lnTo>
                  <a:lnTo>
                    <a:pt x="1911843" y="1141196"/>
                  </a:lnTo>
                  <a:lnTo>
                    <a:pt x="1912469" y="1143794"/>
                  </a:lnTo>
                  <a:lnTo>
                    <a:pt x="1913096" y="1146324"/>
                  </a:lnTo>
                  <a:lnTo>
                    <a:pt x="1913722" y="1148789"/>
                  </a:lnTo>
                  <a:lnTo>
                    <a:pt x="1914349" y="1151169"/>
                  </a:lnTo>
                  <a:lnTo>
                    <a:pt x="1914975" y="1153454"/>
                  </a:lnTo>
                  <a:lnTo>
                    <a:pt x="1915602" y="1155626"/>
                  </a:lnTo>
                  <a:lnTo>
                    <a:pt x="1916228" y="1157672"/>
                  </a:lnTo>
                  <a:lnTo>
                    <a:pt x="1916855" y="1159583"/>
                  </a:lnTo>
                  <a:lnTo>
                    <a:pt x="1917482" y="1161366"/>
                  </a:lnTo>
                  <a:lnTo>
                    <a:pt x="1918108" y="1163006"/>
                  </a:lnTo>
                  <a:lnTo>
                    <a:pt x="1918735" y="1164516"/>
                  </a:lnTo>
                  <a:lnTo>
                    <a:pt x="1919361" y="1165917"/>
                  </a:lnTo>
                  <a:lnTo>
                    <a:pt x="1919988" y="1167210"/>
                  </a:lnTo>
                  <a:lnTo>
                    <a:pt x="1920614" y="1168397"/>
                  </a:lnTo>
                  <a:lnTo>
                    <a:pt x="1921241" y="1169462"/>
                  </a:lnTo>
                  <a:lnTo>
                    <a:pt x="1921867" y="1170405"/>
                  </a:lnTo>
                  <a:lnTo>
                    <a:pt x="1922494" y="1171256"/>
                  </a:lnTo>
                  <a:lnTo>
                    <a:pt x="1923121" y="1172024"/>
                  </a:lnTo>
                  <a:lnTo>
                    <a:pt x="1923747" y="1172758"/>
                  </a:lnTo>
                  <a:lnTo>
                    <a:pt x="1924374" y="1173453"/>
                  </a:lnTo>
                  <a:lnTo>
                    <a:pt x="1925000" y="1174115"/>
                  </a:lnTo>
                  <a:lnTo>
                    <a:pt x="1925627" y="1174743"/>
                  </a:lnTo>
                  <a:lnTo>
                    <a:pt x="1926253" y="1175366"/>
                  </a:lnTo>
                  <a:lnTo>
                    <a:pt x="1926880" y="1175957"/>
                  </a:lnTo>
                  <a:lnTo>
                    <a:pt x="1927506" y="1176533"/>
                  </a:lnTo>
                  <a:lnTo>
                    <a:pt x="1928133" y="1177094"/>
                  </a:lnTo>
                  <a:lnTo>
                    <a:pt x="1928760" y="1177659"/>
                  </a:lnTo>
                  <a:lnTo>
                    <a:pt x="1929386" y="1178240"/>
                  </a:lnTo>
                  <a:lnTo>
                    <a:pt x="1930013" y="1178847"/>
                  </a:lnTo>
                  <a:lnTo>
                    <a:pt x="1930639" y="1179483"/>
                  </a:lnTo>
                  <a:lnTo>
                    <a:pt x="1931266" y="1180145"/>
                  </a:lnTo>
                  <a:lnTo>
                    <a:pt x="1931892" y="1180823"/>
                  </a:lnTo>
                  <a:lnTo>
                    <a:pt x="1932519" y="1181501"/>
                  </a:lnTo>
                  <a:lnTo>
                    <a:pt x="1933145" y="1182126"/>
                  </a:lnTo>
                  <a:lnTo>
                    <a:pt x="1933772" y="1182678"/>
                  </a:lnTo>
                  <a:lnTo>
                    <a:pt x="1934399" y="1183140"/>
                  </a:lnTo>
                  <a:lnTo>
                    <a:pt x="1935025" y="1183522"/>
                  </a:lnTo>
                  <a:lnTo>
                    <a:pt x="1935652" y="1183811"/>
                  </a:lnTo>
                  <a:lnTo>
                    <a:pt x="1936278" y="1184024"/>
                  </a:lnTo>
                  <a:lnTo>
                    <a:pt x="1936905" y="1184172"/>
                  </a:lnTo>
                  <a:lnTo>
                    <a:pt x="1937531" y="1184253"/>
                  </a:lnTo>
                  <a:lnTo>
                    <a:pt x="1938158" y="1184265"/>
                  </a:lnTo>
                  <a:lnTo>
                    <a:pt x="1938784" y="1184198"/>
                  </a:lnTo>
                  <a:lnTo>
                    <a:pt x="1939411" y="1184046"/>
                  </a:lnTo>
                  <a:lnTo>
                    <a:pt x="1940038" y="1183799"/>
                  </a:lnTo>
                  <a:lnTo>
                    <a:pt x="1940664" y="1183447"/>
                  </a:lnTo>
                  <a:lnTo>
                    <a:pt x="1941291" y="1182989"/>
                  </a:lnTo>
                  <a:lnTo>
                    <a:pt x="1941917" y="1182423"/>
                  </a:lnTo>
                  <a:lnTo>
                    <a:pt x="1942544" y="1181795"/>
                  </a:lnTo>
                  <a:lnTo>
                    <a:pt x="1943170" y="1181131"/>
                  </a:lnTo>
                  <a:lnTo>
                    <a:pt x="1943797" y="1180435"/>
                  </a:lnTo>
                  <a:lnTo>
                    <a:pt x="1944423" y="1179708"/>
                  </a:lnTo>
                  <a:lnTo>
                    <a:pt x="1945050" y="1178949"/>
                  </a:lnTo>
                  <a:lnTo>
                    <a:pt x="1945677" y="1178159"/>
                  </a:lnTo>
                  <a:lnTo>
                    <a:pt x="1946303" y="1177357"/>
                  </a:lnTo>
                  <a:lnTo>
                    <a:pt x="1946930" y="1176554"/>
                  </a:lnTo>
                  <a:lnTo>
                    <a:pt x="1947556" y="1175762"/>
                  </a:lnTo>
                  <a:lnTo>
                    <a:pt x="1948183" y="1174994"/>
                  </a:lnTo>
                  <a:lnTo>
                    <a:pt x="1948809" y="1174258"/>
                  </a:lnTo>
                  <a:lnTo>
                    <a:pt x="1949436" y="1173524"/>
                  </a:lnTo>
                  <a:lnTo>
                    <a:pt x="1950062" y="1172820"/>
                  </a:lnTo>
                  <a:lnTo>
                    <a:pt x="1950689" y="1172138"/>
                  </a:lnTo>
                  <a:lnTo>
                    <a:pt x="1951316" y="1171486"/>
                  </a:lnTo>
                  <a:lnTo>
                    <a:pt x="1951942" y="1170859"/>
                  </a:lnTo>
                  <a:lnTo>
                    <a:pt x="1952569" y="1170255"/>
                  </a:lnTo>
                  <a:lnTo>
                    <a:pt x="1953195" y="1169697"/>
                  </a:lnTo>
                  <a:lnTo>
                    <a:pt x="1953822" y="1169182"/>
                  </a:lnTo>
                  <a:lnTo>
                    <a:pt x="1954448" y="1168694"/>
                  </a:lnTo>
                  <a:lnTo>
                    <a:pt x="1955075" y="1168223"/>
                  </a:lnTo>
                  <a:lnTo>
                    <a:pt x="1955701" y="1167729"/>
                  </a:lnTo>
                  <a:lnTo>
                    <a:pt x="1956328" y="1167194"/>
                  </a:lnTo>
                  <a:lnTo>
                    <a:pt x="1956955" y="1166604"/>
                  </a:lnTo>
                  <a:lnTo>
                    <a:pt x="1957581" y="1165953"/>
                  </a:lnTo>
                  <a:lnTo>
                    <a:pt x="1958208" y="1165241"/>
                  </a:lnTo>
                  <a:lnTo>
                    <a:pt x="1958834" y="1164493"/>
                  </a:lnTo>
                  <a:lnTo>
                    <a:pt x="1959461" y="1163697"/>
                  </a:lnTo>
                  <a:lnTo>
                    <a:pt x="1960087" y="1162854"/>
                  </a:lnTo>
                  <a:lnTo>
                    <a:pt x="1960714" y="1161942"/>
                  </a:lnTo>
                  <a:lnTo>
                    <a:pt x="1961340" y="1160957"/>
                  </a:lnTo>
                  <a:lnTo>
                    <a:pt x="1961967" y="1159897"/>
                  </a:lnTo>
                  <a:lnTo>
                    <a:pt x="1962594" y="1158763"/>
                  </a:lnTo>
                  <a:lnTo>
                    <a:pt x="1963220" y="1157571"/>
                  </a:lnTo>
                  <a:lnTo>
                    <a:pt x="1963847" y="1156331"/>
                  </a:lnTo>
                  <a:lnTo>
                    <a:pt x="1964473" y="1155045"/>
                  </a:lnTo>
                  <a:lnTo>
                    <a:pt x="1965100" y="1153742"/>
                  </a:lnTo>
                  <a:lnTo>
                    <a:pt x="1965726" y="1152448"/>
                  </a:lnTo>
                  <a:lnTo>
                    <a:pt x="1966353" y="1151177"/>
                  </a:lnTo>
                  <a:lnTo>
                    <a:pt x="1966979" y="1149928"/>
                  </a:lnTo>
                  <a:lnTo>
                    <a:pt x="1967606" y="1148701"/>
                  </a:lnTo>
                  <a:lnTo>
                    <a:pt x="1968233" y="1147497"/>
                  </a:lnTo>
                  <a:lnTo>
                    <a:pt x="1968859" y="1146314"/>
                  </a:lnTo>
                  <a:lnTo>
                    <a:pt x="1969486" y="1145153"/>
                  </a:lnTo>
                  <a:lnTo>
                    <a:pt x="1970112" y="1144017"/>
                  </a:lnTo>
                  <a:lnTo>
                    <a:pt x="1970739" y="1142916"/>
                  </a:lnTo>
                  <a:lnTo>
                    <a:pt x="1971365" y="1141850"/>
                  </a:lnTo>
                  <a:lnTo>
                    <a:pt x="1971992" y="1140828"/>
                  </a:lnTo>
                  <a:lnTo>
                    <a:pt x="1972618" y="1139842"/>
                  </a:lnTo>
                  <a:lnTo>
                    <a:pt x="1973245" y="1138892"/>
                  </a:lnTo>
                  <a:lnTo>
                    <a:pt x="1973872" y="1137990"/>
                  </a:lnTo>
                  <a:lnTo>
                    <a:pt x="1974498" y="1137091"/>
                  </a:lnTo>
                  <a:lnTo>
                    <a:pt x="1975125" y="1136198"/>
                  </a:lnTo>
                  <a:lnTo>
                    <a:pt x="1975751" y="1135308"/>
                  </a:lnTo>
                  <a:lnTo>
                    <a:pt x="1976378" y="1134423"/>
                  </a:lnTo>
                  <a:lnTo>
                    <a:pt x="1977004" y="1133543"/>
                  </a:lnTo>
                  <a:lnTo>
                    <a:pt x="1977631" y="1132667"/>
                  </a:lnTo>
                  <a:lnTo>
                    <a:pt x="1978257" y="1131788"/>
                  </a:lnTo>
                  <a:lnTo>
                    <a:pt x="1978884" y="1130897"/>
                  </a:lnTo>
                  <a:lnTo>
                    <a:pt x="1979511" y="1129995"/>
                  </a:lnTo>
                  <a:lnTo>
                    <a:pt x="1980137" y="1129071"/>
                  </a:lnTo>
                  <a:lnTo>
                    <a:pt x="1980764" y="1128125"/>
                  </a:lnTo>
                  <a:lnTo>
                    <a:pt x="1981390" y="1127167"/>
                  </a:lnTo>
                  <a:lnTo>
                    <a:pt x="1982017" y="1126203"/>
                  </a:lnTo>
                  <a:lnTo>
                    <a:pt x="1982643" y="1125236"/>
                  </a:lnTo>
                  <a:lnTo>
                    <a:pt x="1983270" y="1124266"/>
                  </a:lnTo>
                  <a:lnTo>
                    <a:pt x="1983896" y="1123317"/>
                  </a:lnTo>
                  <a:lnTo>
                    <a:pt x="1984523" y="1122391"/>
                  </a:lnTo>
                  <a:lnTo>
                    <a:pt x="1985150" y="1121482"/>
                  </a:lnTo>
                  <a:lnTo>
                    <a:pt x="1985776" y="1120589"/>
                  </a:lnTo>
                  <a:lnTo>
                    <a:pt x="1986403" y="1119710"/>
                  </a:lnTo>
                  <a:lnTo>
                    <a:pt x="1987029" y="1118843"/>
                  </a:lnTo>
                  <a:lnTo>
                    <a:pt x="1987656" y="1117998"/>
                  </a:lnTo>
                  <a:lnTo>
                    <a:pt x="1988282" y="1117208"/>
                  </a:lnTo>
                  <a:lnTo>
                    <a:pt x="1988909" y="1116451"/>
                  </a:lnTo>
                  <a:lnTo>
                    <a:pt x="1989535" y="1115743"/>
                  </a:lnTo>
                  <a:lnTo>
                    <a:pt x="1990162" y="1115073"/>
                  </a:lnTo>
                  <a:lnTo>
                    <a:pt x="1990789" y="1114424"/>
                  </a:lnTo>
                  <a:lnTo>
                    <a:pt x="1991415" y="1113759"/>
                  </a:lnTo>
                  <a:lnTo>
                    <a:pt x="1992042" y="1113059"/>
                  </a:lnTo>
                  <a:lnTo>
                    <a:pt x="1992668" y="1112294"/>
                  </a:lnTo>
                  <a:lnTo>
                    <a:pt x="1993295" y="1111471"/>
                  </a:lnTo>
                  <a:lnTo>
                    <a:pt x="1993921" y="1110589"/>
                  </a:lnTo>
                  <a:lnTo>
                    <a:pt x="1994548" y="1109651"/>
                  </a:lnTo>
                  <a:lnTo>
                    <a:pt x="1995174" y="1108638"/>
                  </a:lnTo>
                  <a:lnTo>
                    <a:pt x="1995801" y="1107538"/>
                  </a:lnTo>
                  <a:lnTo>
                    <a:pt x="1996428" y="1106359"/>
                  </a:lnTo>
                  <a:lnTo>
                    <a:pt x="1997054" y="1105112"/>
                  </a:lnTo>
                  <a:lnTo>
                    <a:pt x="1997681" y="1103781"/>
                  </a:lnTo>
                  <a:lnTo>
                    <a:pt x="1998307" y="1102383"/>
                  </a:lnTo>
                  <a:lnTo>
                    <a:pt x="1998934" y="1100924"/>
                  </a:lnTo>
                  <a:lnTo>
                    <a:pt x="1999560" y="1099394"/>
                  </a:lnTo>
                  <a:lnTo>
                    <a:pt x="2000187" y="1097769"/>
                  </a:lnTo>
                  <a:lnTo>
                    <a:pt x="2000813" y="1096034"/>
                  </a:lnTo>
                  <a:lnTo>
                    <a:pt x="2001440" y="1094193"/>
                  </a:lnTo>
                  <a:lnTo>
                    <a:pt x="2002067" y="1092269"/>
                  </a:lnTo>
                  <a:lnTo>
                    <a:pt x="2002693" y="1090257"/>
                  </a:lnTo>
                  <a:lnTo>
                    <a:pt x="2003320" y="1088156"/>
                  </a:lnTo>
                  <a:lnTo>
                    <a:pt x="2003946" y="1085956"/>
                  </a:lnTo>
                  <a:lnTo>
                    <a:pt x="2004573" y="1083682"/>
                  </a:lnTo>
                  <a:lnTo>
                    <a:pt x="2005199" y="1081355"/>
                  </a:lnTo>
                  <a:lnTo>
                    <a:pt x="2005826" y="1078988"/>
                  </a:lnTo>
                  <a:lnTo>
                    <a:pt x="2006452" y="1076598"/>
                  </a:lnTo>
                  <a:lnTo>
                    <a:pt x="2007079" y="1074180"/>
                  </a:lnTo>
                  <a:lnTo>
                    <a:pt x="2007706" y="1071735"/>
                  </a:lnTo>
                  <a:lnTo>
                    <a:pt x="2008332" y="1069256"/>
                  </a:lnTo>
                  <a:lnTo>
                    <a:pt x="2008959" y="1066751"/>
                  </a:lnTo>
                  <a:lnTo>
                    <a:pt x="2009585" y="1064253"/>
                  </a:lnTo>
                  <a:lnTo>
                    <a:pt x="2010212" y="1061813"/>
                  </a:lnTo>
                  <a:lnTo>
                    <a:pt x="2010838" y="1059443"/>
                  </a:lnTo>
                  <a:lnTo>
                    <a:pt x="2011465" y="1057147"/>
                  </a:lnTo>
                  <a:lnTo>
                    <a:pt x="2012091" y="1054958"/>
                  </a:lnTo>
                  <a:lnTo>
                    <a:pt x="2012718" y="1052875"/>
                  </a:lnTo>
                  <a:lnTo>
                    <a:pt x="2013345" y="1050909"/>
                  </a:lnTo>
                  <a:lnTo>
                    <a:pt x="2013971" y="1049046"/>
                  </a:lnTo>
                  <a:lnTo>
                    <a:pt x="2014598" y="1047277"/>
                  </a:lnTo>
                  <a:lnTo>
                    <a:pt x="2015224" y="1045585"/>
                  </a:lnTo>
                  <a:lnTo>
                    <a:pt x="2015851" y="1043945"/>
                  </a:lnTo>
                  <a:lnTo>
                    <a:pt x="2016477" y="1042356"/>
                  </a:lnTo>
                  <a:lnTo>
                    <a:pt x="2017104" y="1040812"/>
                  </a:lnTo>
                  <a:lnTo>
                    <a:pt x="2017730" y="1039315"/>
                  </a:lnTo>
                  <a:lnTo>
                    <a:pt x="2018357" y="1037867"/>
                  </a:lnTo>
                  <a:lnTo>
                    <a:pt x="2018984" y="1036488"/>
                  </a:lnTo>
                  <a:lnTo>
                    <a:pt x="2019610" y="1035169"/>
                  </a:lnTo>
                  <a:lnTo>
                    <a:pt x="2020237" y="1033892"/>
                  </a:lnTo>
                  <a:lnTo>
                    <a:pt x="2020863" y="1032650"/>
                  </a:lnTo>
                  <a:lnTo>
                    <a:pt x="2021490" y="1031399"/>
                  </a:lnTo>
                  <a:lnTo>
                    <a:pt x="2022116" y="1030142"/>
                  </a:lnTo>
                  <a:lnTo>
                    <a:pt x="2022743" y="1028874"/>
                  </a:lnTo>
                  <a:lnTo>
                    <a:pt x="2023369" y="1027637"/>
                  </a:lnTo>
                  <a:lnTo>
                    <a:pt x="2023996" y="1026443"/>
                  </a:lnTo>
                  <a:lnTo>
                    <a:pt x="2024623" y="1025322"/>
                  </a:lnTo>
                  <a:lnTo>
                    <a:pt x="2025249" y="1024271"/>
                  </a:lnTo>
                  <a:lnTo>
                    <a:pt x="2025876" y="1023289"/>
                  </a:lnTo>
                  <a:lnTo>
                    <a:pt x="2026502" y="1022376"/>
                  </a:lnTo>
                  <a:lnTo>
                    <a:pt x="2027129" y="1021540"/>
                  </a:lnTo>
                  <a:lnTo>
                    <a:pt x="2027755" y="1020787"/>
                  </a:lnTo>
                  <a:lnTo>
                    <a:pt x="2028382" y="1020098"/>
                  </a:lnTo>
                  <a:lnTo>
                    <a:pt x="2029008" y="1019460"/>
                  </a:lnTo>
                  <a:lnTo>
                    <a:pt x="2029635" y="1018874"/>
                  </a:lnTo>
                  <a:lnTo>
                    <a:pt x="2030262" y="1018341"/>
                  </a:lnTo>
                  <a:lnTo>
                    <a:pt x="2030888" y="1017861"/>
                  </a:lnTo>
                  <a:lnTo>
                    <a:pt x="2031515" y="1017444"/>
                  </a:lnTo>
                  <a:lnTo>
                    <a:pt x="2032141" y="1017116"/>
                  </a:lnTo>
                  <a:lnTo>
                    <a:pt x="2032768" y="1016892"/>
                  </a:lnTo>
                  <a:lnTo>
                    <a:pt x="2033394" y="1016766"/>
                  </a:lnTo>
                  <a:lnTo>
                    <a:pt x="2034021" y="1016698"/>
                  </a:lnTo>
                  <a:lnTo>
                    <a:pt x="2034647" y="1016691"/>
                  </a:lnTo>
                  <a:lnTo>
                    <a:pt x="2035274" y="1016765"/>
                  </a:lnTo>
                  <a:lnTo>
                    <a:pt x="2035901" y="1016931"/>
                  </a:lnTo>
                  <a:lnTo>
                    <a:pt x="2036527" y="1017201"/>
                  </a:lnTo>
                  <a:lnTo>
                    <a:pt x="2037154" y="1017589"/>
                  </a:lnTo>
                  <a:lnTo>
                    <a:pt x="2037780" y="1018092"/>
                  </a:lnTo>
                  <a:lnTo>
                    <a:pt x="2038407" y="1018717"/>
                  </a:lnTo>
                  <a:lnTo>
                    <a:pt x="2039033" y="1019469"/>
                  </a:lnTo>
                  <a:lnTo>
                    <a:pt x="2039660" y="1020329"/>
                  </a:lnTo>
                  <a:lnTo>
                    <a:pt x="2040286" y="1021300"/>
                  </a:lnTo>
                  <a:lnTo>
                    <a:pt x="2040913" y="1022377"/>
                  </a:lnTo>
                  <a:lnTo>
                    <a:pt x="2041540" y="1023537"/>
                  </a:lnTo>
                  <a:lnTo>
                    <a:pt x="2042166" y="1024736"/>
                  </a:lnTo>
                  <a:lnTo>
                    <a:pt x="2042793" y="1025987"/>
                  </a:lnTo>
                  <a:lnTo>
                    <a:pt x="2043419" y="1027287"/>
                  </a:lnTo>
                  <a:lnTo>
                    <a:pt x="2044046" y="1028609"/>
                  </a:lnTo>
                  <a:lnTo>
                    <a:pt x="2044672" y="1029945"/>
                  </a:lnTo>
                  <a:lnTo>
                    <a:pt x="2045299" y="1031288"/>
                  </a:lnTo>
                  <a:lnTo>
                    <a:pt x="2045925" y="1032621"/>
                  </a:lnTo>
                  <a:lnTo>
                    <a:pt x="2046552" y="1033919"/>
                  </a:lnTo>
                  <a:lnTo>
                    <a:pt x="2047179" y="1035186"/>
                  </a:lnTo>
                  <a:lnTo>
                    <a:pt x="2047805" y="1036423"/>
                  </a:lnTo>
                  <a:lnTo>
                    <a:pt x="2048432" y="1037634"/>
                  </a:lnTo>
                  <a:lnTo>
                    <a:pt x="2049058" y="1038847"/>
                  </a:lnTo>
                  <a:lnTo>
                    <a:pt x="2049685" y="1040074"/>
                  </a:lnTo>
                  <a:lnTo>
                    <a:pt x="2050311" y="1041284"/>
                  </a:lnTo>
                  <a:lnTo>
                    <a:pt x="2050938" y="1042444"/>
                  </a:lnTo>
                  <a:lnTo>
                    <a:pt x="2051564" y="1043558"/>
                  </a:lnTo>
                  <a:lnTo>
                    <a:pt x="2052191" y="1044579"/>
                  </a:lnTo>
                  <a:lnTo>
                    <a:pt x="2052818" y="1045530"/>
                  </a:lnTo>
                  <a:lnTo>
                    <a:pt x="2053444" y="1046434"/>
                  </a:lnTo>
                  <a:lnTo>
                    <a:pt x="2054071" y="1047296"/>
                  </a:lnTo>
                  <a:lnTo>
                    <a:pt x="2054697" y="1048096"/>
                  </a:lnTo>
                  <a:lnTo>
                    <a:pt x="2055324" y="1048852"/>
                  </a:lnTo>
                  <a:lnTo>
                    <a:pt x="2055950" y="1049570"/>
                  </a:lnTo>
                  <a:lnTo>
                    <a:pt x="2056577" y="1050245"/>
                  </a:lnTo>
                  <a:lnTo>
                    <a:pt x="2057203" y="1050860"/>
                  </a:lnTo>
                  <a:lnTo>
                    <a:pt x="2057830" y="1051422"/>
                  </a:lnTo>
                  <a:lnTo>
                    <a:pt x="2058457" y="1051938"/>
                  </a:lnTo>
                  <a:lnTo>
                    <a:pt x="2059083" y="1052406"/>
                  </a:lnTo>
                  <a:lnTo>
                    <a:pt x="2059710" y="1052813"/>
                  </a:lnTo>
                  <a:lnTo>
                    <a:pt x="2060336" y="1053185"/>
                  </a:lnTo>
                  <a:lnTo>
                    <a:pt x="2060963" y="1053530"/>
                  </a:lnTo>
                  <a:lnTo>
                    <a:pt x="2061589" y="1053858"/>
                  </a:lnTo>
                  <a:lnTo>
                    <a:pt x="2062216" y="1054177"/>
                  </a:lnTo>
                  <a:lnTo>
                    <a:pt x="2062842" y="1054519"/>
                  </a:lnTo>
                  <a:lnTo>
                    <a:pt x="2063469" y="1054901"/>
                  </a:lnTo>
                  <a:lnTo>
                    <a:pt x="2064096" y="1055337"/>
                  </a:lnTo>
                  <a:lnTo>
                    <a:pt x="2064722" y="1055792"/>
                  </a:lnTo>
                  <a:lnTo>
                    <a:pt x="2065349" y="1056268"/>
                  </a:lnTo>
                  <a:lnTo>
                    <a:pt x="2065975" y="1056779"/>
                  </a:lnTo>
                  <a:lnTo>
                    <a:pt x="2066602" y="1057351"/>
                  </a:lnTo>
                  <a:lnTo>
                    <a:pt x="2067228" y="1057950"/>
                  </a:lnTo>
                  <a:lnTo>
                    <a:pt x="2067855" y="1058571"/>
                  </a:lnTo>
                  <a:lnTo>
                    <a:pt x="2068481" y="1059183"/>
                  </a:lnTo>
                  <a:lnTo>
                    <a:pt x="2069108" y="1059790"/>
                  </a:lnTo>
                  <a:lnTo>
                    <a:pt x="2069735" y="1060411"/>
                  </a:lnTo>
                  <a:lnTo>
                    <a:pt x="2070361" y="1061045"/>
                  </a:lnTo>
                  <a:lnTo>
                    <a:pt x="2070988" y="1061689"/>
                  </a:lnTo>
                  <a:lnTo>
                    <a:pt x="2071614" y="1062342"/>
                  </a:lnTo>
                  <a:lnTo>
                    <a:pt x="2072241" y="1062977"/>
                  </a:lnTo>
                  <a:lnTo>
                    <a:pt x="2072867" y="1063535"/>
                  </a:lnTo>
                  <a:lnTo>
                    <a:pt x="2073494" y="1063991"/>
                  </a:lnTo>
                  <a:lnTo>
                    <a:pt x="2074120" y="1064352"/>
                  </a:lnTo>
                  <a:lnTo>
                    <a:pt x="2074747" y="1064600"/>
                  </a:lnTo>
                  <a:lnTo>
                    <a:pt x="2075374" y="1064742"/>
                  </a:lnTo>
                  <a:lnTo>
                    <a:pt x="2076000" y="1064787"/>
                  </a:lnTo>
                  <a:lnTo>
                    <a:pt x="2076627" y="1064728"/>
                  </a:lnTo>
                  <a:lnTo>
                    <a:pt x="2077253" y="1064566"/>
                  </a:lnTo>
                  <a:lnTo>
                    <a:pt x="2077880" y="1064308"/>
                  </a:lnTo>
                  <a:lnTo>
                    <a:pt x="2078506" y="1063973"/>
                  </a:lnTo>
                  <a:lnTo>
                    <a:pt x="2079133" y="1063535"/>
                  </a:lnTo>
                  <a:lnTo>
                    <a:pt x="2079759" y="1062993"/>
                  </a:lnTo>
                  <a:lnTo>
                    <a:pt x="2080386" y="1062326"/>
                  </a:lnTo>
                  <a:lnTo>
                    <a:pt x="2081013" y="1061502"/>
                  </a:lnTo>
                  <a:lnTo>
                    <a:pt x="2081639" y="1060514"/>
                  </a:lnTo>
                  <a:lnTo>
                    <a:pt x="2082266" y="1059398"/>
                  </a:lnTo>
                  <a:lnTo>
                    <a:pt x="2082892" y="1058153"/>
                  </a:lnTo>
                  <a:lnTo>
                    <a:pt x="2083519" y="1056775"/>
                  </a:lnTo>
                  <a:lnTo>
                    <a:pt x="2084145" y="1055297"/>
                  </a:lnTo>
                  <a:lnTo>
                    <a:pt x="2084772" y="1053690"/>
                  </a:lnTo>
                  <a:lnTo>
                    <a:pt x="2085398" y="1051943"/>
                  </a:lnTo>
                  <a:lnTo>
                    <a:pt x="2086025" y="1050051"/>
                  </a:lnTo>
                  <a:lnTo>
                    <a:pt x="2086652" y="1048038"/>
                  </a:lnTo>
                  <a:lnTo>
                    <a:pt x="2087278" y="1045880"/>
                  </a:lnTo>
                  <a:lnTo>
                    <a:pt x="2087905" y="1043571"/>
                  </a:lnTo>
                  <a:lnTo>
                    <a:pt x="2088531" y="1041117"/>
                  </a:lnTo>
                  <a:lnTo>
                    <a:pt x="2089158" y="1038552"/>
                  </a:lnTo>
                  <a:lnTo>
                    <a:pt x="2089784" y="1035855"/>
                  </a:lnTo>
                  <a:lnTo>
                    <a:pt x="2090411" y="1033033"/>
                  </a:lnTo>
                  <a:lnTo>
                    <a:pt x="2091037" y="1030092"/>
                  </a:lnTo>
                  <a:lnTo>
                    <a:pt x="2091664" y="1027045"/>
                  </a:lnTo>
                  <a:lnTo>
                    <a:pt x="2092291" y="1023904"/>
                  </a:lnTo>
                  <a:lnTo>
                    <a:pt x="2092917" y="1020654"/>
                  </a:lnTo>
                  <a:lnTo>
                    <a:pt x="2093544" y="1017302"/>
                  </a:lnTo>
                  <a:lnTo>
                    <a:pt x="2094170" y="1013844"/>
                  </a:lnTo>
                  <a:lnTo>
                    <a:pt x="2094797" y="1010249"/>
                  </a:lnTo>
                  <a:lnTo>
                    <a:pt x="2095423" y="1006508"/>
                  </a:lnTo>
                  <a:lnTo>
                    <a:pt x="2096050" y="1002598"/>
                  </a:lnTo>
                  <a:lnTo>
                    <a:pt x="2096676" y="998571"/>
                  </a:lnTo>
                  <a:lnTo>
                    <a:pt x="2097303" y="994424"/>
                  </a:lnTo>
                  <a:lnTo>
                    <a:pt x="2097930" y="990162"/>
                  </a:lnTo>
                  <a:lnTo>
                    <a:pt x="2098556" y="985762"/>
                  </a:lnTo>
                  <a:lnTo>
                    <a:pt x="2099183" y="981254"/>
                  </a:lnTo>
                  <a:lnTo>
                    <a:pt x="2099809" y="976637"/>
                  </a:lnTo>
                  <a:lnTo>
                    <a:pt x="2100436" y="971931"/>
                  </a:lnTo>
                  <a:lnTo>
                    <a:pt x="2101062" y="967096"/>
                  </a:lnTo>
                  <a:lnTo>
                    <a:pt x="2101689" y="962109"/>
                  </a:lnTo>
                  <a:lnTo>
                    <a:pt x="2102315" y="956984"/>
                  </a:lnTo>
                  <a:lnTo>
                    <a:pt x="2102942" y="951730"/>
                  </a:lnTo>
                  <a:lnTo>
                    <a:pt x="2103569" y="946388"/>
                  </a:lnTo>
                  <a:lnTo>
                    <a:pt x="2104195" y="940987"/>
                  </a:lnTo>
                  <a:lnTo>
                    <a:pt x="2104822" y="935590"/>
                  </a:lnTo>
                  <a:lnTo>
                    <a:pt x="2105448" y="930207"/>
                  </a:lnTo>
                  <a:lnTo>
                    <a:pt x="2106075" y="924835"/>
                  </a:lnTo>
                  <a:lnTo>
                    <a:pt x="2106701" y="919458"/>
                  </a:lnTo>
                  <a:lnTo>
                    <a:pt x="2107328" y="914061"/>
                  </a:lnTo>
                  <a:lnTo>
                    <a:pt x="2107954" y="908651"/>
                  </a:lnTo>
                  <a:lnTo>
                    <a:pt x="2108581" y="903248"/>
                  </a:lnTo>
                  <a:lnTo>
                    <a:pt x="2109208" y="897870"/>
                  </a:lnTo>
                  <a:lnTo>
                    <a:pt x="2109834" y="892522"/>
                  </a:lnTo>
                  <a:lnTo>
                    <a:pt x="2110461" y="887215"/>
                  </a:lnTo>
                  <a:lnTo>
                    <a:pt x="2111087" y="881987"/>
                  </a:lnTo>
                  <a:lnTo>
                    <a:pt x="2111714" y="876830"/>
                  </a:lnTo>
                  <a:lnTo>
                    <a:pt x="2112340" y="871733"/>
                  </a:lnTo>
                  <a:lnTo>
                    <a:pt x="2112967" y="866711"/>
                  </a:lnTo>
                  <a:lnTo>
                    <a:pt x="2113593" y="861756"/>
                  </a:lnTo>
                  <a:lnTo>
                    <a:pt x="2114220" y="856860"/>
                  </a:lnTo>
                  <a:lnTo>
                    <a:pt x="2114847" y="852071"/>
                  </a:lnTo>
                  <a:lnTo>
                    <a:pt x="2115473" y="847377"/>
                  </a:lnTo>
                  <a:lnTo>
                    <a:pt x="2116100" y="842820"/>
                  </a:lnTo>
                  <a:lnTo>
                    <a:pt x="2116726" y="838429"/>
                  </a:lnTo>
                  <a:lnTo>
                    <a:pt x="2117353" y="834234"/>
                  </a:lnTo>
                  <a:lnTo>
                    <a:pt x="2117979" y="830243"/>
                  </a:lnTo>
                  <a:lnTo>
                    <a:pt x="2118606" y="826432"/>
                  </a:lnTo>
                  <a:lnTo>
                    <a:pt x="2119232" y="822813"/>
                  </a:lnTo>
                  <a:lnTo>
                    <a:pt x="2119859" y="819399"/>
                  </a:lnTo>
                  <a:lnTo>
                    <a:pt x="2120486" y="816174"/>
                  </a:lnTo>
                  <a:lnTo>
                    <a:pt x="2121112" y="813122"/>
                  </a:lnTo>
                  <a:lnTo>
                    <a:pt x="2121739" y="810271"/>
                  </a:lnTo>
                  <a:lnTo>
                    <a:pt x="2122365" y="807612"/>
                  </a:lnTo>
                  <a:lnTo>
                    <a:pt x="2122992" y="805143"/>
                  </a:lnTo>
                  <a:lnTo>
                    <a:pt x="2123618" y="802858"/>
                  </a:lnTo>
                  <a:lnTo>
                    <a:pt x="2124245" y="800721"/>
                  </a:lnTo>
                  <a:lnTo>
                    <a:pt x="2124871" y="798746"/>
                  </a:lnTo>
                  <a:lnTo>
                    <a:pt x="2125498" y="796900"/>
                  </a:lnTo>
                  <a:lnTo>
                    <a:pt x="2126125" y="795156"/>
                  </a:lnTo>
                  <a:lnTo>
                    <a:pt x="2126751" y="793490"/>
                  </a:lnTo>
                  <a:lnTo>
                    <a:pt x="2127378" y="791904"/>
                  </a:lnTo>
                  <a:lnTo>
                    <a:pt x="2128004" y="790395"/>
                  </a:lnTo>
                  <a:lnTo>
                    <a:pt x="2128631" y="788947"/>
                  </a:lnTo>
                  <a:lnTo>
                    <a:pt x="2129257" y="787547"/>
                  </a:lnTo>
                  <a:lnTo>
                    <a:pt x="2129884" y="786212"/>
                  </a:lnTo>
                  <a:lnTo>
                    <a:pt x="2130510" y="784927"/>
                  </a:lnTo>
                  <a:lnTo>
                    <a:pt x="2131137" y="783699"/>
                  </a:lnTo>
                  <a:lnTo>
                    <a:pt x="2131763" y="782511"/>
                  </a:lnTo>
                  <a:lnTo>
                    <a:pt x="2132390" y="781354"/>
                  </a:lnTo>
                  <a:lnTo>
                    <a:pt x="2133017" y="780248"/>
                  </a:lnTo>
                  <a:lnTo>
                    <a:pt x="2133643" y="779196"/>
                  </a:lnTo>
                  <a:lnTo>
                    <a:pt x="2134270" y="778200"/>
                  </a:lnTo>
                  <a:lnTo>
                    <a:pt x="2134896" y="777255"/>
                  </a:lnTo>
                  <a:lnTo>
                    <a:pt x="2135523" y="776379"/>
                  </a:lnTo>
                  <a:lnTo>
                    <a:pt x="2136149" y="775589"/>
                  </a:lnTo>
                  <a:lnTo>
                    <a:pt x="2136776" y="774858"/>
                  </a:lnTo>
                  <a:lnTo>
                    <a:pt x="2137402" y="774197"/>
                  </a:lnTo>
                  <a:lnTo>
                    <a:pt x="2138029" y="773580"/>
                  </a:lnTo>
                  <a:lnTo>
                    <a:pt x="2138656" y="773009"/>
                  </a:lnTo>
                  <a:lnTo>
                    <a:pt x="2139282" y="772500"/>
                  </a:lnTo>
                  <a:lnTo>
                    <a:pt x="2139909" y="772040"/>
                  </a:lnTo>
                  <a:lnTo>
                    <a:pt x="2140535" y="771639"/>
                  </a:lnTo>
                  <a:lnTo>
                    <a:pt x="2141162" y="771291"/>
                  </a:lnTo>
                  <a:lnTo>
                    <a:pt x="2141788" y="771020"/>
                  </a:lnTo>
                  <a:lnTo>
                    <a:pt x="2142415" y="770812"/>
                  </a:lnTo>
                  <a:lnTo>
                    <a:pt x="2143041" y="770680"/>
                  </a:lnTo>
                  <a:lnTo>
                    <a:pt x="2143668" y="770636"/>
                  </a:lnTo>
                  <a:lnTo>
                    <a:pt x="2144295" y="770699"/>
                  </a:lnTo>
                  <a:lnTo>
                    <a:pt x="2144921" y="770855"/>
                  </a:lnTo>
                  <a:lnTo>
                    <a:pt x="2145548" y="771100"/>
                  </a:lnTo>
                  <a:lnTo>
                    <a:pt x="2146174" y="771462"/>
                  </a:lnTo>
                  <a:lnTo>
                    <a:pt x="2146801" y="771935"/>
                  </a:lnTo>
                  <a:lnTo>
                    <a:pt x="2147427" y="772559"/>
                  </a:lnTo>
                  <a:lnTo>
                    <a:pt x="2148054" y="773320"/>
                  </a:lnTo>
                  <a:lnTo>
                    <a:pt x="2148680" y="774213"/>
                  </a:lnTo>
                  <a:lnTo>
                    <a:pt x="2149307" y="775218"/>
                  </a:lnTo>
                  <a:lnTo>
                    <a:pt x="2149934" y="776323"/>
                  </a:lnTo>
                  <a:lnTo>
                    <a:pt x="2150560" y="777552"/>
                  </a:lnTo>
                  <a:lnTo>
                    <a:pt x="2151187" y="778899"/>
                  </a:lnTo>
                  <a:lnTo>
                    <a:pt x="2151813" y="780333"/>
                  </a:lnTo>
                  <a:lnTo>
                    <a:pt x="2152440" y="781891"/>
                  </a:lnTo>
                  <a:lnTo>
                    <a:pt x="2153066" y="783566"/>
                  </a:lnTo>
                  <a:lnTo>
                    <a:pt x="2153693" y="785332"/>
                  </a:lnTo>
                  <a:lnTo>
                    <a:pt x="2154319" y="787188"/>
                  </a:lnTo>
                  <a:lnTo>
                    <a:pt x="2154946" y="789139"/>
                  </a:lnTo>
                  <a:lnTo>
                    <a:pt x="2155573" y="791195"/>
                  </a:lnTo>
                  <a:lnTo>
                    <a:pt x="2156199" y="793350"/>
                  </a:lnTo>
                  <a:lnTo>
                    <a:pt x="2156826" y="795593"/>
                  </a:lnTo>
                  <a:lnTo>
                    <a:pt x="2157452" y="797932"/>
                  </a:lnTo>
                  <a:lnTo>
                    <a:pt x="2158079" y="800389"/>
                  </a:lnTo>
                  <a:lnTo>
                    <a:pt x="2158705" y="802992"/>
                  </a:lnTo>
                  <a:lnTo>
                    <a:pt x="2159332" y="805732"/>
                  </a:lnTo>
                  <a:lnTo>
                    <a:pt x="2159958" y="808623"/>
                  </a:lnTo>
                  <a:lnTo>
                    <a:pt x="2160585" y="811661"/>
                  </a:lnTo>
                  <a:lnTo>
                    <a:pt x="2161212" y="814864"/>
                  </a:lnTo>
                  <a:lnTo>
                    <a:pt x="2161838" y="818192"/>
                  </a:lnTo>
                  <a:lnTo>
                    <a:pt x="2162465" y="821658"/>
                  </a:lnTo>
                  <a:lnTo>
                    <a:pt x="2163091" y="825219"/>
                  </a:lnTo>
                  <a:lnTo>
                    <a:pt x="2163718" y="828900"/>
                  </a:lnTo>
                  <a:lnTo>
                    <a:pt x="2164344" y="832710"/>
                  </a:lnTo>
                  <a:lnTo>
                    <a:pt x="2164971" y="836643"/>
                  </a:lnTo>
                  <a:lnTo>
                    <a:pt x="2165597" y="840708"/>
                  </a:lnTo>
                  <a:lnTo>
                    <a:pt x="2166224" y="844874"/>
                  </a:lnTo>
                  <a:lnTo>
                    <a:pt x="2166851" y="849138"/>
                  </a:lnTo>
                  <a:lnTo>
                    <a:pt x="2167477" y="853461"/>
                  </a:lnTo>
                  <a:lnTo>
                    <a:pt x="2168104" y="857811"/>
                  </a:lnTo>
                  <a:lnTo>
                    <a:pt x="2168730" y="862200"/>
                  </a:lnTo>
                  <a:lnTo>
                    <a:pt x="2169357" y="866644"/>
                  </a:lnTo>
                  <a:lnTo>
                    <a:pt x="2169983" y="871176"/>
                  </a:lnTo>
                  <a:lnTo>
                    <a:pt x="2170610" y="875801"/>
                  </a:lnTo>
                  <a:lnTo>
                    <a:pt x="2171236" y="880518"/>
                  </a:lnTo>
                  <a:lnTo>
                    <a:pt x="2171863" y="885316"/>
                  </a:lnTo>
                  <a:lnTo>
                    <a:pt x="2172490" y="890203"/>
                  </a:lnTo>
                  <a:lnTo>
                    <a:pt x="2173116" y="895157"/>
                  </a:lnTo>
                  <a:lnTo>
                    <a:pt x="2173743" y="900141"/>
                  </a:lnTo>
                  <a:lnTo>
                    <a:pt x="2174369" y="905148"/>
                  </a:lnTo>
                  <a:lnTo>
                    <a:pt x="2174996" y="910167"/>
                  </a:lnTo>
                  <a:lnTo>
                    <a:pt x="2175622" y="915200"/>
                  </a:lnTo>
                  <a:lnTo>
                    <a:pt x="2176249" y="920263"/>
                  </a:lnTo>
                  <a:lnTo>
                    <a:pt x="2176875" y="925347"/>
                  </a:lnTo>
                  <a:lnTo>
                    <a:pt x="2177502" y="930450"/>
                  </a:lnTo>
                  <a:lnTo>
                    <a:pt x="2178129" y="935543"/>
                  </a:lnTo>
                  <a:lnTo>
                    <a:pt x="2178755" y="940569"/>
                  </a:lnTo>
                  <a:lnTo>
                    <a:pt x="2179382" y="945477"/>
                  </a:lnTo>
                  <a:lnTo>
                    <a:pt x="2180008" y="950234"/>
                  </a:lnTo>
                  <a:lnTo>
                    <a:pt x="2180635" y="954826"/>
                  </a:lnTo>
                  <a:lnTo>
                    <a:pt x="2181261" y="959240"/>
                  </a:lnTo>
                  <a:lnTo>
                    <a:pt x="2181888" y="963467"/>
                  </a:lnTo>
                  <a:lnTo>
                    <a:pt x="2182514" y="967506"/>
                  </a:lnTo>
                  <a:lnTo>
                    <a:pt x="2183141" y="971374"/>
                  </a:lnTo>
                  <a:lnTo>
                    <a:pt x="2183768" y="975088"/>
                  </a:lnTo>
                  <a:lnTo>
                    <a:pt x="2184394" y="978611"/>
                  </a:lnTo>
                  <a:lnTo>
                    <a:pt x="2185021" y="981931"/>
                  </a:lnTo>
                  <a:lnTo>
                    <a:pt x="2185647" y="985054"/>
                  </a:lnTo>
                  <a:lnTo>
                    <a:pt x="2186274" y="987980"/>
                  </a:lnTo>
                  <a:lnTo>
                    <a:pt x="2186900" y="990713"/>
                  </a:lnTo>
                  <a:lnTo>
                    <a:pt x="2187527" y="993240"/>
                  </a:lnTo>
                  <a:lnTo>
                    <a:pt x="2188153" y="995584"/>
                  </a:lnTo>
                  <a:lnTo>
                    <a:pt x="2188780" y="997776"/>
                  </a:lnTo>
                  <a:lnTo>
                    <a:pt x="2189407" y="999829"/>
                  </a:lnTo>
                  <a:lnTo>
                    <a:pt x="2190033" y="1001735"/>
                  </a:lnTo>
                  <a:lnTo>
                    <a:pt x="2190660" y="1003513"/>
                  </a:lnTo>
                  <a:lnTo>
                    <a:pt x="2191286" y="1005155"/>
                  </a:lnTo>
                  <a:lnTo>
                    <a:pt x="2191913" y="1006660"/>
                  </a:lnTo>
                  <a:lnTo>
                    <a:pt x="2192539" y="1008017"/>
                  </a:lnTo>
                  <a:lnTo>
                    <a:pt x="2193166" y="1009226"/>
                  </a:lnTo>
                  <a:lnTo>
                    <a:pt x="2193792" y="1010300"/>
                  </a:lnTo>
                  <a:lnTo>
                    <a:pt x="2194419" y="1011241"/>
                  </a:lnTo>
                  <a:lnTo>
                    <a:pt x="2195046" y="1012056"/>
                  </a:lnTo>
                  <a:lnTo>
                    <a:pt x="2195672" y="1012722"/>
                  </a:lnTo>
                  <a:lnTo>
                    <a:pt x="2196299" y="1013243"/>
                  </a:lnTo>
                  <a:lnTo>
                    <a:pt x="2196925" y="1013623"/>
                  </a:lnTo>
                  <a:lnTo>
                    <a:pt x="2197552" y="1013858"/>
                  </a:lnTo>
                  <a:lnTo>
                    <a:pt x="2198178" y="1013951"/>
                  </a:lnTo>
                  <a:lnTo>
                    <a:pt x="2198805" y="1013899"/>
                  </a:lnTo>
                  <a:lnTo>
                    <a:pt x="2199431" y="1013738"/>
                  </a:lnTo>
                  <a:lnTo>
                    <a:pt x="2200058" y="1013486"/>
                  </a:lnTo>
                  <a:lnTo>
                    <a:pt x="2200685" y="1013185"/>
                  </a:lnTo>
                  <a:lnTo>
                    <a:pt x="2201311" y="1012826"/>
                  </a:lnTo>
                  <a:lnTo>
                    <a:pt x="2201938" y="1012411"/>
                  </a:lnTo>
                  <a:lnTo>
                    <a:pt x="2202564" y="1011956"/>
                  </a:lnTo>
                  <a:lnTo>
                    <a:pt x="2203191" y="1011421"/>
                  </a:lnTo>
                  <a:lnTo>
                    <a:pt x="2203817" y="1010797"/>
                  </a:lnTo>
                  <a:lnTo>
                    <a:pt x="2204444" y="1010084"/>
                  </a:lnTo>
                  <a:lnTo>
                    <a:pt x="2205070" y="1009305"/>
                  </a:lnTo>
                  <a:lnTo>
                    <a:pt x="2205697" y="1008485"/>
                  </a:lnTo>
                  <a:lnTo>
                    <a:pt x="2206324" y="1007627"/>
                  </a:lnTo>
                  <a:lnTo>
                    <a:pt x="2206950" y="1006725"/>
                  </a:lnTo>
                  <a:lnTo>
                    <a:pt x="2207577" y="1005766"/>
                  </a:lnTo>
                  <a:lnTo>
                    <a:pt x="2208203" y="1004764"/>
                  </a:lnTo>
                  <a:lnTo>
                    <a:pt x="2208830" y="1003704"/>
                  </a:lnTo>
                  <a:lnTo>
                    <a:pt x="2209456" y="1002581"/>
                  </a:lnTo>
                  <a:lnTo>
                    <a:pt x="2210083" y="1001371"/>
                  </a:lnTo>
                  <a:lnTo>
                    <a:pt x="2210709" y="1000094"/>
                  </a:lnTo>
                  <a:lnTo>
                    <a:pt x="2211336" y="998762"/>
                  </a:lnTo>
                  <a:lnTo>
                    <a:pt x="2211963" y="997387"/>
                  </a:lnTo>
                  <a:lnTo>
                    <a:pt x="2212589" y="995994"/>
                  </a:lnTo>
                  <a:lnTo>
                    <a:pt x="2213216" y="994576"/>
                  </a:lnTo>
                  <a:lnTo>
                    <a:pt x="2213842" y="993110"/>
                  </a:lnTo>
                  <a:lnTo>
                    <a:pt x="2214469" y="991584"/>
                  </a:lnTo>
                  <a:lnTo>
                    <a:pt x="2215095" y="989978"/>
                  </a:lnTo>
                  <a:lnTo>
                    <a:pt x="2215722" y="988290"/>
                  </a:lnTo>
                  <a:lnTo>
                    <a:pt x="2216348" y="986538"/>
                  </a:lnTo>
                  <a:lnTo>
                    <a:pt x="2216975" y="984736"/>
                  </a:lnTo>
                  <a:lnTo>
                    <a:pt x="2217602" y="982858"/>
                  </a:lnTo>
                  <a:lnTo>
                    <a:pt x="2218228" y="980895"/>
                  </a:lnTo>
                  <a:lnTo>
                    <a:pt x="2218855" y="978841"/>
                  </a:lnTo>
                  <a:lnTo>
                    <a:pt x="2219481" y="976711"/>
                  </a:lnTo>
                  <a:lnTo>
                    <a:pt x="2220108" y="974501"/>
                  </a:lnTo>
                  <a:lnTo>
                    <a:pt x="2220734" y="972189"/>
                  </a:lnTo>
                  <a:lnTo>
                    <a:pt x="2221361" y="969763"/>
                  </a:lnTo>
                  <a:lnTo>
                    <a:pt x="2221987" y="967241"/>
                  </a:lnTo>
                  <a:lnTo>
                    <a:pt x="2222614" y="964620"/>
                  </a:lnTo>
                  <a:lnTo>
                    <a:pt x="2223241" y="961938"/>
                  </a:lnTo>
                  <a:lnTo>
                    <a:pt x="2223867" y="959200"/>
                  </a:lnTo>
                  <a:lnTo>
                    <a:pt x="2224494" y="956418"/>
                  </a:lnTo>
                  <a:lnTo>
                    <a:pt x="2225120" y="953588"/>
                  </a:lnTo>
                  <a:lnTo>
                    <a:pt x="2225747" y="950740"/>
                  </a:lnTo>
                  <a:lnTo>
                    <a:pt x="2226373" y="947881"/>
                  </a:lnTo>
                  <a:lnTo>
                    <a:pt x="2227000" y="945044"/>
                  </a:lnTo>
                  <a:lnTo>
                    <a:pt x="2227626" y="942238"/>
                  </a:lnTo>
                  <a:lnTo>
                    <a:pt x="2228253" y="939454"/>
                  </a:lnTo>
                  <a:lnTo>
                    <a:pt x="2228880" y="936683"/>
                  </a:lnTo>
                  <a:lnTo>
                    <a:pt x="2229506" y="933929"/>
                  </a:lnTo>
                  <a:lnTo>
                    <a:pt x="2230133" y="931209"/>
                  </a:lnTo>
                  <a:lnTo>
                    <a:pt x="2230759" y="928543"/>
                  </a:lnTo>
                  <a:lnTo>
                    <a:pt x="2231386" y="925905"/>
                  </a:lnTo>
                  <a:lnTo>
                    <a:pt x="2232012" y="923270"/>
                  </a:lnTo>
                  <a:lnTo>
                    <a:pt x="2232639" y="920610"/>
                  </a:lnTo>
                  <a:lnTo>
                    <a:pt x="2233265" y="917909"/>
                  </a:lnTo>
                  <a:lnTo>
                    <a:pt x="2233892" y="915154"/>
                  </a:lnTo>
                  <a:lnTo>
                    <a:pt x="2234519" y="912339"/>
                  </a:lnTo>
                  <a:lnTo>
                    <a:pt x="2235145" y="909479"/>
                  </a:lnTo>
                  <a:lnTo>
                    <a:pt x="2235772" y="906597"/>
                  </a:lnTo>
                  <a:lnTo>
                    <a:pt x="2236398" y="903678"/>
                  </a:lnTo>
                  <a:lnTo>
                    <a:pt x="2237025" y="900740"/>
                  </a:lnTo>
                  <a:lnTo>
                    <a:pt x="2237651" y="897769"/>
                  </a:lnTo>
                  <a:lnTo>
                    <a:pt x="2238278" y="894766"/>
                  </a:lnTo>
                  <a:lnTo>
                    <a:pt x="2238904" y="891723"/>
                  </a:lnTo>
                  <a:lnTo>
                    <a:pt x="2239531" y="888654"/>
                  </a:lnTo>
                  <a:lnTo>
                    <a:pt x="2240158" y="885541"/>
                  </a:lnTo>
                  <a:lnTo>
                    <a:pt x="2240784" y="882407"/>
                  </a:lnTo>
                  <a:lnTo>
                    <a:pt x="2241411" y="879293"/>
                  </a:lnTo>
                  <a:lnTo>
                    <a:pt x="2242037" y="876237"/>
                  </a:lnTo>
                  <a:lnTo>
                    <a:pt x="2242664" y="873273"/>
                  </a:lnTo>
                  <a:lnTo>
                    <a:pt x="2243290" y="870420"/>
                  </a:lnTo>
                  <a:lnTo>
                    <a:pt x="2243917" y="867704"/>
                  </a:lnTo>
                  <a:lnTo>
                    <a:pt x="2244543" y="865113"/>
                  </a:lnTo>
                  <a:lnTo>
                    <a:pt x="2245170" y="862670"/>
                  </a:lnTo>
                  <a:lnTo>
                    <a:pt x="2245797" y="860404"/>
                  </a:lnTo>
                  <a:lnTo>
                    <a:pt x="2246423" y="858327"/>
                  </a:lnTo>
                  <a:lnTo>
                    <a:pt x="2247050" y="856455"/>
                  </a:lnTo>
                  <a:lnTo>
                    <a:pt x="2247676" y="854818"/>
                  </a:lnTo>
                  <a:lnTo>
                    <a:pt x="2248303" y="853417"/>
                  </a:lnTo>
                  <a:lnTo>
                    <a:pt x="2248929" y="852248"/>
                  </a:lnTo>
                  <a:lnTo>
                    <a:pt x="2249556" y="851334"/>
                  </a:lnTo>
                  <a:lnTo>
                    <a:pt x="2250182" y="850693"/>
                  </a:lnTo>
                  <a:lnTo>
                    <a:pt x="2250809" y="850311"/>
                  </a:lnTo>
                  <a:lnTo>
                    <a:pt x="2251436" y="850183"/>
                  </a:lnTo>
                  <a:lnTo>
                    <a:pt x="2252062" y="850304"/>
                  </a:lnTo>
                  <a:lnTo>
                    <a:pt x="2252689" y="850684"/>
                  </a:lnTo>
                  <a:lnTo>
                    <a:pt x="2253315" y="851315"/>
                  </a:lnTo>
                  <a:lnTo>
                    <a:pt x="2253942" y="852198"/>
                  </a:lnTo>
                  <a:lnTo>
                    <a:pt x="2254568" y="853300"/>
                  </a:lnTo>
                  <a:lnTo>
                    <a:pt x="2255195" y="854588"/>
                  </a:lnTo>
                  <a:lnTo>
                    <a:pt x="2255821" y="856053"/>
                  </a:lnTo>
                  <a:lnTo>
                    <a:pt x="2256448" y="857692"/>
                  </a:lnTo>
                  <a:lnTo>
                    <a:pt x="2257075" y="859496"/>
                  </a:lnTo>
                  <a:lnTo>
                    <a:pt x="2257701" y="861450"/>
                  </a:lnTo>
                  <a:lnTo>
                    <a:pt x="2258328" y="863544"/>
                  </a:lnTo>
                  <a:lnTo>
                    <a:pt x="2258954" y="865765"/>
                  </a:lnTo>
                  <a:lnTo>
                    <a:pt x="2259581" y="868101"/>
                  </a:lnTo>
                  <a:lnTo>
                    <a:pt x="2260207" y="870548"/>
                  </a:lnTo>
                  <a:lnTo>
                    <a:pt x="2260834" y="873103"/>
                  </a:lnTo>
                  <a:lnTo>
                    <a:pt x="2261460" y="875756"/>
                  </a:lnTo>
                  <a:lnTo>
                    <a:pt x="2262087" y="878465"/>
                  </a:lnTo>
                  <a:lnTo>
                    <a:pt x="2262714" y="881199"/>
                  </a:lnTo>
                  <a:lnTo>
                    <a:pt x="2263340" y="883939"/>
                  </a:lnTo>
                  <a:lnTo>
                    <a:pt x="2263967" y="886681"/>
                  </a:lnTo>
                  <a:lnTo>
                    <a:pt x="2264593" y="889422"/>
                  </a:lnTo>
                  <a:lnTo>
                    <a:pt x="2265220" y="892160"/>
                  </a:lnTo>
                  <a:lnTo>
                    <a:pt x="2265846" y="894932"/>
                  </a:lnTo>
                  <a:lnTo>
                    <a:pt x="2266473" y="897758"/>
                  </a:lnTo>
                  <a:lnTo>
                    <a:pt x="2267099" y="900641"/>
                  </a:lnTo>
                  <a:lnTo>
                    <a:pt x="2267726" y="903587"/>
                  </a:lnTo>
                  <a:lnTo>
                    <a:pt x="2268353" y="906572"/>
                  </a:lnTo>
                  <a:lnTo>
                    <a:pt x="2268979" y="909570"/>
                  </a:lnTo>
                  <a:lnTo>
                    <a:pt x="2269606" y="912588"/>
                  </a:lnTo>
                  <a:lnTo>
                    <a:pt x="2270232" y="915616"/>
                  </a:lnTo>
                  <a:lnTo>
                    <a:pt x="2270859" y="918651"/>
                  </a:lnTo>
                  <a:lnTo>
                    <a:pt x="2271485" y="921703"/>
                  </a:lnTo>
                  <a:lnTo>
                    <a:pt x="2272112" y="924776"/>
                  </a:lnTo>
                  <a:lnTo>
                    <a:pt x="2272738" y="927887"/>
                  </a:lnTo>
                  <a:lnTo>
                    <a:pt x="2273365" y="931029"/>
                  </a:lnTo>
                  <a:lnTo>
                    <a:pt x="2273992" y="934184"/>
                  </a:lnTo>
                  <a:lnTo>
                    <a:pt x="2274618" y="937330"/>
                  </a:lnTo>
                  <a:lnTo>
                    <a:pt x="2275245" y="940450"/>
                  </a:lnTo>
                  <a:lnTo>
                    <a:pt x="2275871" y="943537"/>
                  </a:lnTo>
                  <a:lnTo>
                    <a:pt x="2276498" y="946607"/>
                  </a:lnTo>
                  <a:lnTo>
                    <a:pt x="2277124" y="949650"/>
                  </a:lnTo>
                  <a:lnTo>
                    <a:pt x="2277751" y="952673"/>
                  </a:lnTo>
                  <a:lnTo>
                    <a:pt x="2278377" y="955675"/>
                  </a:lnTo>
                  <a:lnTo>
                    <a:pt x="2279004" y="958649"/>
                  </a:lnTo>
                  <a:lnTo>
                    <a:pt x="2279631" y="961589"/>
                  </a:lnTo>
                  <a:lnTo>
                    <a:pt x="2280257" y="964516"/>
                  </a:lnTo>
                  <a:lnTo>
                    <a:pt x="2280884" y="967445"/>
                  </a:lnTo>
                  <a:lnTo>
                    <a:pt x="2281510" y="970379"/>
                  </a:lnTo>
                  <a:lnTo>
                    <a:pt x="2282137" y="973309"/>
                  </a:lnTo>
                  <a:lnTo>
                    <a:pt x="2282763" y="976242"/>
                  </a:lnTo>
                  <a:lnTo>
                    <a:pt x="2283390" y="979174"/>
                  </a:lnTo>
                  <a:lnTo>
                    <a:pt x="2284016" y="982117"/>
                  </a:lnTo>
                  <a:lnTo>
                    <a:pt x="2284643" y="985051"/>
                  </a:lnTo>
                  <a:lnTo>
                    <a:pt x="2285270" y="987965"/>
                  </a:lnTo>
                  <a:lnTo>
                    <a:pt x="2285896" y="990827"/>
                  </a:lnTo>
                  <a:lnTo>
                    <a:pt x="2286523" y="993651"/>
                  </a:lnTo>
                  <a:lnTo>
                    <a:pt x="2287149" y="996445"/>
                  </a:lnTo>
                  <a:lnTo>
                    <a:pt x="2287776" y="999211"/>
                  </a:lnTo>
                  <a:lnTo>
                    <a:pt x="2288402" y="1001950"/>
                  </a:lnTo>
                  <a:lnTo>
                    <a:pt x="2289029" y="1004657"/>
                  </a:lnTo>
                  <a:lnTo>
                    <a:pt x="2289655" y="1007312"/>
                  </a:lnTo>
                  <a:lnTo>
                    <a:pt x="2290282" y="1009920"/>
                  </a:lnTo>
                  <a:lnTo>
                    <a:pt x="2290909" y="1012470"/>
                  </a:lnTo>
                  <a:lnTo>
                    <a:pt x="2291535" y="1014971"/>
                  </a:lnTo>
                  <a:lnTo>
                    <a:pt x="2292162" y="1017413"/>
                  </a:lnTo>
                  <a:lnTo>
                    <a:pt x="2292788" y="1019769"/>
                  </a:lnTo>
                  <a:lnTo>
                    <a:pt x="2293415" y="1022011"/>
                  </a:lnTo>
                  <a:lnTo>
                    <a:pt x="2294041" y="1024180"/>
                  </a:lnTo>
                  <a:lnTo>
                    <a:pt x="2294668" y="1026298"/>
                  </a:lnTo>
                  <a:lnTo>
                    <a:pt x="2295294" y="1028364"/>
                  </a:lnTo>
                  <a:lnTo>
                    <a:pt x="2295921" y="1030404"/>
                  </a:lnTo>
                  <a:lnTo>
                    <a:pt x="2296548" y="1032411"/>
                  </a:lnTo>
                  <a:lnTo>
                    <a:pt x="2297174" y="1034386"/>
                  </a:lnTo>
                  <a:lnTo>
                    <a:pt x="2297801" y="1036301"/>
                  </a:lnTo>
                  <a:lnTo>
                    <a:pt x="2298427" y="1038122"/>
                  </a:lnTo>
                  <a:lnTo>
                    <a:pt x="2299054" y="1039849"/>
                  </a:lnTo>
                  <a:lnTo>
                    <a:pt x="2299680" y="1041447"/>
                  </a:lnTo>
                  <a:lnTo>
                    <a:pt x="2300307" y="1042942"/>
                  </a:lnTo>
                  <a:lnTo>
                    <a:pt x="2300933" y="1044355"/>
                  </a:lnTo>
                  <a:lnTo>
                    <a:pt x="2301560" y="1045691"/>
                  </a:lnTo>
                  <a:lnTo>
                    <a:pt x="2302187" y="1046978"/>
                  </a:lnTo>
                  <a:lnTo>
                    <a:pt x="2302813" y="1048246"/>
                  </a:lnTo>
                  <a:lnTo>
                    <a:pt x="2303440" y="1049477"/>
                  </a:lnTo>
                  <a:lnTo>
                    <a:pt x="2304066" y="1050637"/>
                  </a:lnTo>
                  <a:lnTo>
                    <a:pt x="2304693" y="1051729"/>
                  </a:lnTo>
                  <a:lnTo>
                    <a:pt x="2305319" y="1052737"/>
                  </a:lnTo>
                  <a:lnTo>
                    <a:pt x="2305946" y="1053665"/>
                  </a:lnTo>
                  <a:lnTo>
                    <a:pt x="2306572" y="1054508"/>
                  </a:lnTo>
                  <a:lnTo>
                    <a:pt x="2307199" y="1055274"/>
                  </a:lnTo>
                  <a:lnTo>
                    <a:pt x="2307826" y="1055967"/>
                  </a:lnTo>
                  <a:lnTo>
                    <a:pt x="2308452" y="1056588"/>
                  </a:lnTo>
                  <a:lnTo>
                    <a:pt x="2309079" y="1057140"/>
                  </a:lnTo>
                  <a:lnTo>
                    <a:pt x="2309705" y="1057597"/>
                  </a:lnTo>
                  <a:lnTo>
                    <a:pt x="2310332" y="1057929"/>
                  </a:lnTo>
                  <a:lnTo>
                    <a:pt x="2310958" y="1058135"/>
                  </a:lnTo>
                  <a:lnTo>
                    <a:pt x="2311585" y="1058204"/>
                  </a:lnTo>
                  <a:lnTo>
                    <a:pt x="2312211" y="1058111"/>
                  </a:lnTo>
                  <a:lnTo>
                    <a:pt x="2312838" y="1057853"/>
                  </a:lnTo>
                  <a:lnTo>
                    <a:pt x="2313465" y="1057457"/>
                  </a:lnTo>
                  <a:lnTo>
                    <a:pt x="2314091" y="1056919"/>
                  </a:lnTo>
                  <a:lnTo>
                    <a:pt x="2314718" y="1056241"/>
                  </a:lnTo>
                  <a:lnTo>
                    <a:pt x="2315344" y="1055436"/>
                  </a:lnTo>
                  <a:lnTo>
                    <a:pt x="2315971" y="1054502"/>
                  </a:lnTo>
                  <a:lnTo>
                    <a:pt x="2316597" y="1053445"/>
                  </a:lnTo>
                  <a:lnTo>
                    <a:pt x="2317224" y="1052289"/>
                  </a:lnTo>
                  <a:lnTo>
                    <a:pt x="2317850" y="1051059"/>
                  </a:lnTo>
                  <a:lnTo>
                    <a:pt x="2318477" y="1049749"/>
                  </a:lnTo>
                  <a:lnTo>
                    <a:pt x="2319104" y="1048352"/>
                  </a:lnTo>
                  <a:lnTo>
                    <a:pt x="2319730" y="1046866"/>
                  </a:lnTo>
                  <a:lnTo>
                    <a:pt x="2320357" y="1045307"/>
                  </a:lnTo>
                  <a:lnTo>
                    <a:pt x="2320983" y="1043692"/>
                  </a:lnTo>
                  <a:lnTo>
                    <a:pt x="2321610" y="1042035"/>
                  </a:lnTo>
                  <a:lnTo>
                    <a:pt x="2322236" y="1040333"/>
                  </a:lnTo>
                  <a:lnTo>
                    <a:pt x="2322863" y="1038596"/>
                  </a:lnTo>
                  <a:lnTo>
                    <a:pt x="2323489" y="1036808"/>
                  </a:lnTo>
                  <a:lnTo>
                    <a:pt x="2324116" y="1034992"/>
                  </a:lnTo>
                  <a:lnTo>
                    <a:pt x="2324743" y="1033183"/>
                  </a:lnTo>
                  <a:lnTo>
                    <a:pt x="2325369" y="1031406"/>
                  </a:lnTo>
                  <a:lnTo>
                    <a:pt x="2325996" y="1029681"/>
                  </a:lnTo>
                  <a:lnTo>
                    <a:pt x="2326622" y="1028018"/>
                  </a:lnTo>
                  <a:lnTo>
                    <a:pt x="2327249" y="1026428"/>
                  </a:lnTo>
                  <a:lnTo>
                    <a:pt x="2327875" y="1024914"/>
                  </a:lnTo>
                  <a:lnTo>
                    <a:pt x="2328502" y="1023496"/>
                  </a:lnTo>
                  <a:lnTo>
                    <a:pt x="2329128" y="1022180"/>
                  </a:lnTo>
                  <a:lnTo>
                    <a:pt x="2329755" y="1020947"/>
                  </a:lnTo>
                  <a:lnTo>
                    <a:pt x="2330382" y="1019818"/>
                  </a:lnTo>
                  <a:lnTo>
                    <a:pt x="2331008" y="1018830"/>
                  </a:lnTo>
                  <a:lnTo>
                    <a:pt x="2331635" y="1018055"/>
                  </a:lnTo>
                  <a:lnTo>
                    <a:pt x="2332261" y="1017481"/>
                  </a:lnTo>
                  <a:lnTo>
                    <a:pt x="2332888" y="1017100"/>
                  </a:lnTo>
                  <a:lnTo>
                    <a:pt x="2333514" y="1016911"/>
                  </a:lnTo>
                  <a:lnTo>
                    <a:pt x="2334141" y="1016883"/>
                  </a:lnTo>
                  <a:lnTo>
                    <a:pt x="2334767" y="1016986"/>
                  </a:lnTo>
                  <a:lnTo>
                    <a:pt x="2335394" y="1017205"/>
                  </a:lnTo>
                  <a:lnTo>
                    <a:pt x="2336021" y="1017545"/>
                  </a:lnTo>
                  <a:lnTo>
                    <a:pt x="2336647" y="1018007"/>
                  </a:lnTo>
                  <a:lnTo>
                    <a:pt x="2337274" y="1018578"/>
                  </a:lnTo>
                  <a:lnTo>
                    <a:pt x="2337900" y="1019259"/>
                  </a:lnTo>
                  <a:lnTo>
                    <a:pt x="2338527" y="1020050"/>
                  </a:lnTo>
                  <a:lnTo>
                    <a:pt x="2339153" y="1020957"/>
                  </a:lnTo>
                  <a:lnTo>
                    <a:pt x="2339780" y="1021971"/>
                  </a:lnTo>
                  <a:lnTo>
                    <a:pt x="2340406" y="1023059"/>
                  </a:lnTo>
                  <a:lnTo>
                    <a:pt x="2341033" y="1024203"/>
                  </a:lnTo>
                  <a:lnTo>
                    <a:pt x="2341660" y="1025429"/>
                  </a:lnTo>
                  <a:lnTo>
                    <a:pt x="2342286" y="1026754"/>
                  </a:lnTo>
                  <a:lnTo>
                    <a:pt x="2342913" y="1028176"/>
                  </a:lnTo>
                  <a:lnTo>
                    <a:pt x="2343539" y="1029688"/>
                  </a:lnTo>
                  <a:lnTo>
                    <a:pt x="2344166" y="1031306"/>
                  </a:lnTo>
                  <a:lnTo>
                    <a:pt x="2344792" y="1033008"/>
                  </a:lnTo>
                  <a:lnTo>
                    <a:pt x="2345419" y="1034772"/>
                  </a:lnTo>
                  <a:lnTo>
                    <a:pt x="2346045" y="1036588"/>
                  </a:lnTo>
                  <a:lnTo>
                    <a:pt x="2346672" y="1038468"/>
                  </a:lnTo>
                  <a:lnTo>
                    <a:pt x="2347299" y="1040370"/>
                  </a:lnTo>
                  <a:lnTo>
                    <a:pt x="2347925" y="1042284"/>
                  </a:lnTo>
                  <a:lnTo>
                    <a:pt x="2348552" y="1044207"/>
                  </a:lnTo>
                  <a:lnTo>
                    <a:pt x="2349178" y="1046134"/>
                  </a:lnTo>
                  <a:lnTo>
                    <a:pt x="2349805" y="1048068"/>
                  </a:lnTo>
                  <a:lnTo>
                    <a:pt x="2350431" y="1050004"/>
                  </a:lnTo>
                  <a:lnTo>
                    <a:pt x="2351058" y="1051936"/>
                  </a:lnTo>
                  <a:lnTo>
                    <a:pt x="2351684" y="1053863"/>
                  </a:lnTo>
                  <a:lnTo>
                    <a:pt x="2352311" y="1055761"/>
                  </a:lnTo>
                  <a:lnTo>
                    <a:pt x="2352938" y="1057617"/>
                  </a:lnTo>
                  <a:lnTo>
                    <a:pt x="2353564" y="1059429"/>
                  </a:lnTo>
                  <a:lnTo>
                    <a:pt x="2354191" y="1061195"/>
                  </a:lnTo>
                  <a:lnTo>
                    <a:pt x="2354817" y="1062904"/>
                  </a:lnTo>
                  <a:lnTo>
                    <a:pt x="2355444" y="1064603"/>
                  </a:lnTo>
                  <a:lnTo>
                    <a:pt x="2356070" y="1066302"/>
                  </a:lnTo>
                  <a:lnTo>
                    <a:pt x="2356697" y="1068000"/>
                  </a:lnTo>
                  <a:lnTo>
                    <a:pt x="2357323" y="1069706"/>
                  </a:lnTo>
                  <a:lnTo>
                    <a:pt x="2357950" y="1071417"/>
                  </a:lnTo>
                  <a:lnTo>
                    <a:pt x="2358577" y="1073101"/>
                  </a:lnTo>
                  <a:lnTo>
                    <a:pt x="2359203" y="1074748"/>
                  </a:lnTo>
                  <a:lnTo>
                    <a:pt x="2359830" y="1076353"/>
                  </a:lnTo>
                  <a:lnTo>
                    <a:pt x="2360456" y="1077909"/>
                  </a:lnTo>
                  <a:lnTo>
                    <a:pt x="2361083" y="1079424"/>
                  </a:lnTo>
                  <a:lnTo>
                    <a:pt x="2361709" y="1080937"/>
                  </a:lnTo>
                  <a:lnTo>
                    <a:pt x="2362336" y="1082448"/>
                  </a:lnTo>
                  <a:lnTo>
                    <a:pt x="2362962" y="1083946"/>
                  </a:lnTo>
                  <a:lnTo>
                    <a:pt x="2363589" y="1085379"/>
                  </a:lnTo>
                  <a:lnTo>
                    <a:pt x="2364216" y="1086739"/>
                  </a:lnTo>
                  <a:lnTo>
                    <a:pt x="2364842" y="1088011"/>
                  </a:lnTo>
                  <a:lnTo>
                    <a:pt x="2365469" y="1089180"/>
                  </a:lnTo>
                  <a:lnTo>
                    <a:pt x="2366095" y="1090264"/>
                  </a:lnTo>
                  <a:lnTo>
                    <a:pt x="2366722" y="1091291"/>
                  </a:lnTo>
                  <a:lnTo>
                    <a:pt x="2367348" y="1092267"/>
                  </a:lnTo>
                  <a:lnTo>
                    <a:pt x="2367975" y="1093213"/>
                  </a:lnTo>
                  <a:lnTo>
                    <a:pt x="2368601" y="1094147"/>
                  </a:lnTo>
                  <a:lnTo>
                    <a:pt x="2369228" y="1095086"/>
                  </a:lnTo>
                  <a:lnTo>
                    <a:pt x="2369854" y="1096034"/>
                  </a:lnTo>
                  <a:lnTo>
                    <a:pt x="2370481" y="1096980"/>
                  </a:lnTo>
                  <a:lnTo>
                    <a:pt x="2371108" y="1097900"/>
                  </a:lnTo>
                  <a:lnTo>
                    <a:pt x="2371734" y="1098768"/>
                  </a:lnTo>
                  <a:lnTo>
                    <a:pt x="2372361" y="1099631"/>
                  </a:lnTo>
                  <a:lnTo>
                    <a:pt x="2372987" y="1100516"/>
                  </a:lnTo>
                  <a:lnTo>
                    <a:pt x="2373614" y="1101423"/>
                  </a:lnTo>
                  <a:lnTo>
                    <a:pt x="2374240" y="1102342"/>
                  </a:lnTo>
                  <a:lnTo>
                    <a:pt x="2374867" y="1103268"/>
                  </a:lnTo>
                  <a:lnTo>
                    <a:pt x="2375493" y="1104185"/>
                  </a:lnTo>
                  <a:lnTo>
                    <a:pt x="2376120" y="1105063"/>
                  </a:lnTo>
                  <a:lnTo>
                    <a:pt x="2376747" y="1105917"/>
                  </a:lnTo>
                  <a:lnTo>
                    <a:pt x="2377373" y="1106746"/>
                  </a:lnTo>
                  <a:lnTo>
                    <a:pt x="2378000" y="1107559"/>
                  </a:lnTo>
                  <a:lnTo>
                    <a:pt x="2378626" y="1108338"/>
                  </a:lnTo>
                  <a:lnTo>
                    <a:pt x="2379253" y="1109120"/>
                  </a:lnTo>
                  <a:lnTo>
                    <a:pt x="2379879" y="1109914"/>
                  </a:lnTo>
                  <a:lnTo>
                    <a:pt x="2380506" y="1110726"/>
                  </a:lnTo>
                  <a:lnTo>
                    <a:pt x="2381132" y="1111560"/>
                  </a:lnTo>
                  <a:lnTo>
                    <a:pt x="2381759" y="1112418"/>
                  </a:lnTo>
                  <a:lnTo>
                    <a:pt x="2382386" y="1113300"/>
                  </a:lnTo>
                  <a:lnTo>
                    <a:pt x="2383012" y="1114211"/>
                  </a:lnTo>
                  <a:lnTo>
                    <a:pt x="2383639" y="1115145"/>
                  </a:lnTo>
                  <a:lnTo>
                    <a:pt x="2384265" y="1116119"/>
                  </a:lnTo>
                  <a:lnTo>
                    <a:pt x="2384892" y="1117151"/>
                  </a:lnTo>
                  <a:lnTo>
                    <a:pt x="2385518" y="1118235"/>
                  </a:lnTo>
                  <a:lnTo>
                    <a:pt x="2386145" y="1119396"/>
                  </a:lnTo>
                  <a:lnTo>
                    <a:pt x="2386771" y="1120629"/>
                  </a:lnTo>
                  <a:lnTo>
                    <a:pt x="2387398" y="1121932"/>
                  </a:lnTo>
                  <a:lnTo>
                    <a:pt x="2388025" y="1123296"/>
                  </a:lnTo>
                  <a:lnTo>
                    <a:pt x="2388651" y="1124705"/>
                  </a:lnTo>
                  <a:lnTo>
                    <a:pt x="2389278" y="1126156"/>
                  </a:lnTo>
                  <a:lnTo>
                    <a:pt x="2389904" y="1127639"/>
                  </a:lnTo>
                  <a:lnTo>
                    <a:pt x="2390531" y="1129160"/>
                  </a:lnTo>
                  <a:lnTo>
                    <a:pt x="2391157" y="1130705"/>
                  </a:lnTo>
                  <a:lnTo>
                    <a:pt x="2391784" y="1132256"/>
                  </a:lnTo>
                  <a:lnTo>
                    <a:pt x="2392410" y="1133818"/>
                  </a:lnTo>
                  <a:lnTo>
                    <a:pt x="2393037" y="1135368"/>
                  </a:lnTo>
                  <a:lnTo>
                    <a:pt x="2393664" y="1136864"/>
                  </a:lnTo>
                  <a:lnTo>
                    <a:pt x="2394290" y="1138259"/>
                  </a:lnTo>
                  <a:lnTo>
                    <a:pt x="2394917" y="1139549"/>
                  </a:lnTo>
                  <a:lnTo>
                    <a:pt x="2395543" y="1140752"/>
                  </a:lnTo>
                  <a:lnTo>
                    <a:pt x="2396170" y="1141884"/>
                  </a:lnTo>
                  <a:lnTo>
                    <a:pt x="2396796" y="1142934"/>
                  </a:lnTo>
                  <a:lnTo>
                    <a:pt x="2397423" y="1143908"/>
                  </a:lnTo>
                  <a:lnTo>
                    <a:pt x="2398049" y="1144824"/>
                  </a:lnTo>
                  <a:lnTo>
                    <a:pt x="2398676" y="1145664"/>
                  </a:lnTo>
                  <a:lnTo>
                    <a:pt x="2399303" y="1146420"/>
                  </a:lnTo>
                  <a:lnTo>
                    <a:pt x="2399929" y="1147102"/>
                  </a:lnTo>
                  <a:lnTo>
                    <a:pt x="2400556" y="1147689"/>
                  </a:lnTo>
                  <a:lnTo>
                    <a:pt x="2401182" y="1148187"/>
                  </a:lnTo>
                  <a:lnTo>
                    <a:pt x="2401809" y="1148595"/>
                  </a:lnTo>
                  <a:lnTo>
                    <a:pt x="2402435" y="1148931"/>
                  </a:lnTo>
                  <a:lnTo>
                    <a:pt x="2403062" y="1149219"/>
                  </a:lnTo>
                  <a:lnTo>
                    <a:pt x="2403688" y="1149484"/>
                  </a:lnTo>
                  <a:lnTo>
                    <a:pt x="2404315" y="1149687"/>
                  </a:lnTo>
                  <a:lnTo>
                    <a:pt x="2404942" y="1149789"/>
                  </a:lnTo>
                  <a:lnTo>
                    <a:pt x="2405568" y="1149782"/>
                  </a:lnTo>
                  <a:lnTo>
                    <a:pt x="2406195" y="1149699"/>
                  </a:lnTo>
                  <a:lnTo>
                    <a:pt x="2406821" y="1149538"/>
                  </a:lnTo>
                  <a:lnTo>
                    <a:pt x="2407448" y="1149317"/>
                  </a:lnTo>
                  <a:lnTo>
                    <a:pt x="2408074" y="1149054"/>
                  </a:lnTo>
                  <a:lnTo>
                    <a:pt x="2408701" y="1148765"/>
                  </a:lnTo>
                  <a:lnTo>
                    <a:pt x="2409327" y="1148438"/>
                  </a:lnTo>
                  <a:lnTo>
                    <a:pt x="2409954" y="1148111"/>
                  </a:lnTo>
                  <a:lnTo>
                    <a:pt x="2410581" y="1147794"/>
                  </a:lnTo>
                  <a:lnTo>
                    <a:pt x="2411207" y="1147474"/>
                  </a:lnTo>
                  <a:lnTo>
                    <a:pt x="2411834" y="1147121"/>
                  </a:lnTo>
                  <a:lnTo>
                    <a:pt x="2412460" y="1146732"/>
                  </a:lnTo>
                  <a:lnTo>
                    <a:pt x="2413087" y="1146305"/>
                  </a:lnTo>
                  <a:lnTo>
                    <a:pt x="2413713" y="1145847"/>
                  </a:lnTo>
                  <a:lnTo>
                    <a:pt x="2414340" y="1145359"/>
                  </a:lnTo>
                  <a:lnTo>
                    <a:pt x="2414966" y="1144867"/>
                  </a:lnTo>
                  <a:lnTo>
                    <a:pt x="2415593" y="1144376"/>
                  </a:lnTo>
                  <a:lnTo>
                    <a:pt x="2416220" y="1143892"/>
                  </a:lnTo>
                  <a:lnTo>
                    <a:pt x="2416846" y="1143411"/>
                  </a:lnTo>
                  <a:lnTo>
                    <a:pt x="2417473" y="1142956"/>
                  </a:lnTo>
                  <a:lnTo>
                    <a:pt x="2418099" y="1142501"/>
                  </a:lnTo>
                  <a:lnTo>
                    <a:pt x="2418726" y="1142075"/>
                  </a:lnTo>
                  <a:lnTo>
                    <a:pt x="2419352" y="1141647"/>
                  </a:lnTo>
                  <a:lnTo>
                    <a:pt x="2419979" y="1141214"/>
                  </a:lnTo>
                  <a:lnTo>
                    <a:pt x="2420605" y="1140786"/>
                  </a:lnTo>
                  <a:lnTo>
                    <a:pt x="2421232" y="1140357"/>
                  </a:lnTo>
                  <a:lnTo>
                    <a:pt x="2421859" y="1139930"/>
                  </a:lnTo>
                  <a:lnTo>
                    <a:pt x="2422485" y="1139513"/>
                  </a:lnTo>
                  <a:lnTo>
                    <a:pt x="2423112" y="1139128"/>
                  </a:lnTo>
                  <a:lnTo>
                    <a:pt x="2423738" y="1138801"/>
                  </a:lnTo>
                  <a:lnTo>
                    <a:pt x="2424365" y="1138507"/>
                  </a:lnTo>
                  <a:lnTo>
                    <a:pt x="2424991" y="1138252"/>
                  </a:lnTo>
                  <a:lnTo>
                    <a:pt x="2425618" y="1138045"/>
                  </a:lnTo>
                  <a:lnTo>
                    <a:pt x="2426244" y="1137919"/>
                  </a:lnTo>
                  <a:lnTo>
                    <a:pt x="2426871" y="1137868"/>
                  </a:lnTo>
                  <a:lnTo>
                    <a:pt x="2427498" y="1137877"/>
                  </a:lnTo>
                  <a:lnTo>
                    <a:pt x="2428124" y="1137919"/>
                  </a:lnTo>
                  <a:lnTo>
                    <a:pt x="2428751" y="1138013"/>
                  </a:lnTo>
                  <a:lnTo>
                    <a:pt x="2429377" y="1138139"/>
                  </a:lnTo>
                  <a:lnTo>
                    <a:pt x="2430004" y="1138291"/>
                  </a:lnTo>
                  <a:lnTo>
                    <a:pt x="2430630" y="1138495"/>
                  </a:lnTo>
                  <a:lnTo>
                    <a:pt x="2431257" y="1138747"/>
                  </a:lnTo>
                  <a:lnTo>
                    <a:pt x="2431883" y="1139035"/>
                  </a:lnTo>
                  <a:lnTo>
                    <a:pt x="2432510" y="1139350"/>
                  </a:lnTo>
                  <a:lnTo>
                    <a:pt x="2433137" y="1139676"/>
                  </a:lnTo>
                  <a:lnTo>
                    <a:pt x="2433763" y="1140010"/>
                  </a:lnTo>
                  <a:lnTo>
                    <a:pt x="2434390" y="1140357"/>
                  </a:lnTo>
                  <a:lnTo>
                    <a:pt x="2435016" y="1140667"/>
                  </a:lnTo>
                  <a:lnTo>
                    <a:pt x="2435643" y="1140940"/>
                  </a:lnTo>
                  <a:lnTo>
                    <a:pt x="2436269" y="1141188"/>
                  </a:lnTo>
                  <a:lnTo>
                    <a:pt x="2436896" y="1141430"/>
                  </a:lnTo>
                  <a:lnTo>
                    <a:pt x="2437522" y="1141685"/>
                  </a:lnTo>
                  <a:lnTo>
                    <a:pt x="2438149" y="1141948"/>
                  </a:lnTo>
                  <a:lnTo>
                    <a:pt x="2438776" y="1142237"/>
                  </a:lnTo>
                  <a:lnTo>
                    <a:pt x="2439402" y="1142551"/>
                  </a:lnTo>
                  <a:lnTo>
                    <a:pt x="2440029" y="1142871"/>
                  </a:lnTo>
                  <a:lnTo>
                    <a:pt x="2440655" y="1143169"/>
                  </a:lnTo>
                  <a:lnTo>
                    <a:pt x="2441282" y="1143436"/>
                  </a:lnTo>
                  <a:lnTo>
                    <a:pt x="2441908" y="1143617"/>
                  </a:lnTo>
                  <a:lnTo>
                    <a:pt x="2442535" y="1143692"/>
                  </a:lnTo>
                  <a:lnTo>
                    <a:pt x="2443161" y="1143674"/>
                  </a:lnTo>
                  <a:lnTo>
                    <a:pt x="2443788" y="1143591"/>
                  </a:lnTo>
                  <a:lnTo>
                    <a:pt x="2444415" y="1143464"/>
                  </a:lnTo>
                  <a:lnTo>
                    <a:pt x="2445041" y="1143291"/>
                  </a:lnTo>
                  <a:lnTo>
                    <a:pt x="2445668" y="1143059"/>
                  </a:lnTo>
                  <a:lnTo>
                    <a:pt x="2446294" y="1142760"/>
                  </a:lnTo>
                  <a:lnTo>
                    <a:pt x="2446921" y="1142374"/>
                  </a:lnTo>
                  <a:lnTo>
                    <a:pt x="2447547" y="1141865"/>
                  </a:lnTo>
                  <a:lnTo>
                    <a:pt x="2448174" y="1141210"/>
                  </a:lnTo>
                  <a:lnTo>
                    <a:pt x="2448800" y="1140390"/>
                  </a:lnTo>
                  <a:lnTo>
                    <a:pt x="2449427" y="1139406"/>
                  </a:lnTo>
                  <a:lnTo>
                    <a:pt x="2450054" y="1138262"/>
                  </a:lnTo>
                  <a:lnTo>
                    <a:pt x="2450680" y="1136946"/>
                  </a:lnTo>
                  <a:lnTo>
                    <a:pt x="2451307" y="1135469"/>
                  </a:lnTo>
                  <a:lnTo>
                    <a:pt x="2451933" y="1133830"/>
                  </a:lnTo>
                  <a:lnTo>
                    <a:pt x="2452560" y="1132021"/>
                  </a:lnTo>
                  <a:lnTo>
                    <a:pt x="2453186" y="1130042"/>
                  </a:lnTo>
                  <a:lnTo>
                    <a:pt x="2453813" y="1127893"/>
                  </a:lnTo>
                  <a:lnTo>
                    <a:pt x="2454439" y="1125585"/>
                  </a:lnTo>
                  <a:lnTo>
                    <a:pt x="2455066" y="1123126"/>
                  </a:lnTo>
                  <a:lnTo>
                    <a:pt x="2455693" y="1120501"/>
                  </a:lnTo>
                  <a:lnTo>
                    <a:pt x="2456319" y="1117729"/>
                  </a:lnTo>
                  <a:lnTo>
                    <a:pt x="2456946" y="1114836"/>
                  </a:lnTo>
                  <a:lnTo>
                    <a:pt x="2457572" y="1111847"/>
                  </a:lnTo>
                  <a:lnTo>
                    <a:pt x="2458199" y="1108764"/>
                  </a:lnTo>
                  <a:lnTo>
                    <a:pt x="2458825" y="1105587"/>
                  </a:lnTo>
                  <a:lnTo>
                    <a:pt x="2459452" y="1102341"/>
                  </a:lnTo>
                  <a:lnTo>
                    <a:pt x="2460078" y="1099069"/>
                  </a:lnTo>
                  <a:lnTo>
                    <a:pt x="2460705" y="1095780"/>
                  </a:lnTo>
                  <a:lnTo>
                    <a:pt x="2461332" y="1092492"/>
                  </a:lnTo>
                  <a:lnTo>
                    <a:pt x="2461958" y="1089210"/>
                  </a:lnTo>
                  <a:lnTo>
                    <a:pt x="2462585" y="1085921"/>
                  </a:lnTo>
                  <a:lnTo>
                    <a:pt x="2463211" y="1082635"/>
                  </a:lnTo>
                  <a:lnTo>
                    <a:pt x="2463838" y="1079343"/>
                  </a:lnTo>
                  <a:lnTo>
                    <a:pt x="2464464" y="1076047"/>
                  </a:lnTo>
                  <a:lnTo>
                    <a:pt x="2465091" y="1072778"/>
                  </a:lnTo>
                  <a:lnTo>
                    <a:pt x="2465717" y="1069539"/>
                  </a:lnTo>
                  <a:lnTo>
                    <a:pt x="2466344" y="1066318"/>
                  </a:lnTo>
                  <a:lnTo>
                    <a:pt x="2466971" y="1063161"/>
                  </a:lnTo>
                  <a:lnTo>
                    <a:pt x="2467597" y="1060078"/>
                  </a:lnTo>
                  <a:lnTo>
                    <a:pt x="2468224" y="1057050"/>
                  </a:lnTo>
                  <a:lnTo>
                    <a:pt x="2468850" y="1054065"/>
                  </a:lnTo>
                  <a:lnTo>
                    <a:pt x="2469477" y="1051107"/>
                  </a:lnTo>
                  <a:lnTo>
                    <a:pt x="2470103" y="1048170"/>
                  </a:lnTo>
                  <a:lnTo>
                    <a:pt x="2470730" y="1045249"/>
                  </a:lnTo>
                  <a:lnTo>
                    <a:pt x="2471356" y="1042330"/>
                  </a:lnTo>
                  <a:lnTo>
                    <a:pt x="2471983" y="1039428"/>
                  </a:lnTo>
                  <a:lnTo>
                    <a:pt x="2472610" y="1036560"/>
                  </a:lnTo>
                  <a:lnTo>
                    <a:pt x="2473236" y="1033747"/>
                  </a:lnTo>
                  <a:lnTo>
                    <a:pt x="2473863" y="1031018"/>
                  </a:lnTo>
                  <a:lnTo>
                    <a:pt x="2474489" y="1028403"/>
                  </a:lnTo>
                  <a:lnTo>
                    <a:pt x="2475116" y="1025899"/>
                  </a:lnTo>
                  <a:lnTo>
                    <a:pt x="2475742" y="1023488"/>
                  </a:lnTo>
                  <a:lnTo>
                    <a:pt x="2476369" y="1021147"/>
                  </a:lnTo>
                  <a:lnTo>
                    <a:pt x="2476995" y="1018875"/>
                  </a:lnTo>
                  <a:lnTo>
                    <a:pt x="2477622" y="1016675"/>
                  </a:lnTo>
                  <a:lnTo>
                    <a:pt x="2478249" y="1014554"/>
                  </a:lnTo>
                  <a:lnTo>
                    <a:pt x="2478875" y="1012515"/>
                  </a:lnTo>
                  <a:lnTo>
                    <a:pt x="2479502" y="1010581"/>
                  </a:lnTo>
                  <a:lnTo>
                    <a:pt x="2480128" y="1008735"/>
                  </a:lnTo>
                  <a:lnTo>
                    <a:pt x="2480755" y="1006980"/>
                  </a:lnTo>
                  <a:lnTo>
                    <a:pt x="2481381" y="1005287"/>
                  </a:lnTo>
                  <a:lnTo>
                    <a:pt x="2482008" y="1003659"/>
                  </a:lnTo>
                  <a:lnTo>
                    <a:pt x="2482634" y="1002086"/>
                  </a:lnTo>
                  <a:lnTo>
                    <a:pt x="2483261" y="1000559"/>
                  </a:lnTo>
                  <a:lnTo>
                    <a:pt x="2483888" y="999090"/>
                  </a:lnTo>
                  <a:lnTo>
                    <a:pt x="2484514" y="997665"/>
                  </a:lnTo>
                  <a:lnTo>
                    <a:pt x="2485141" y="996304"/>
                  </a:lnTo>
                  <a:lnTo>
                    <a:pt x="2485767" y="995005"/>
                  </a:lnTo>
                  <a:lnTo>
                    <a:pt x="2486394" y="993753"/>
                  </a:lnTo>
                  <a:lnTo>
                    <a:pt x="2487020" y="992558"/>
                  </a:lnTo>
                  <a:lnTo>
                    <a:pt x="2487647" y="991430"/>
                  </a:lnTo>
                  <a:lnTo>
                    <a:pt x="2488273" y="990360"/>
                  </a:lnTo>
                  <a:lnTo>
                    <a:pt x="2488900" y="989328"/>
                  </a:lnTo>
                  <a:lnTo>
                    <a:pt x="2489527" y="988348"/>
                  </a:lnTo>
                  <a:lnTo>
                    <a:pt x="2490153" y="987440"/>
                  </a:lnTo>
                  <a:lnTo>
                    <a:pt x="2490780" y="986602"/>
                  </a:lnTo>
                  <a:lnTo>
                    <a:pt x="2491406" y="985800"/>
                  </a:lnTo>
                  <a:lnTo>
                    <a:pt x="2492033" y="985026"/>
                  </a:lnTo>
                  <a:lnTo>
                    <a:pt x="2492659" y="984271"/>
                  </a:lnTo>
                  <a:lnTo>
                    <a:pt x="2493286" y="983508"/>
                  </a:lnTo>
                  <a:lnTo>
                    <a:pt x="2493912" y="982749"/>
                  </a:lnTo>
                  <a:lnTo>
                    <a:pt x="2494539" y="981972"/>
                  </a:lnTo>
                  <a:lnTo>
                    <a:pt x="2495166" y="981190"/>
                  </a:lnTo>
                  <a:lnTo>
                    <a:pt x="2495792" y="980408"/>
                  </a:lnTo>
                  <a:lnTo>
                    <a:pt x="2496419" y="979625"/>
                  </a:lnTo>
                  <a:lnTo>
                    <a:pt x="2497045" y="978805"/>
                  </a:lnTo>
                  <a:lnTo>
                    <a:pt x="2497672" y="977988"/>
                  </a:lnTo>
                  <a:lnTo>
                    <a:pt x="2498298" y="977180"/>
                  </a:lnTo>
                  <a:lnTo>
                    <a:pt x="2498925" y="976357"/>
                  </a:lnTo>
                  <a:lnTo>
                    <a:pt x="2499551" y="975523"/>
                  </a:lnTo>
                  <a:lnTo>
                    <a:pt x="2500178" y="974673"/>
                  </a:lnTo>
                  <a:lnTo>
                    <a:pt x="2500805" y="973815"/>
                  </a:lnTo>
                  <a:lnTo>
                    <a:pt x="2501431" y="972943"/>
                  </a:lnTo>
                  <a:lnTo>
                    <a:pt x="2502058" y="972039"/>
                  </a:lnTo>
                  <a:lnTo>
                    <a:pt x="2502684" y="971118"/>
                  </a:lnTo>
                  <a:lnTo>
                    <a:pt x="2503311" y="970185"/>
                  </a:lnTo>
                  <a:lnTo>
                    <a:pt x="2503937" y="969264"/>
                  </a:lnTo>
                  <a:lnTo>
                    <a:pt x="2504564" y="968372"/>
                  </a:lnTo>
                  <a:lnTo>
                    <a:pt x="2505190" y="967539"/>
                  </a:lnTo>
                  <a:lnTo>
                    <a:pt x="2505817" y="966747"/>
                  </a:lnTo>
                  <a:lnTo>
                    <a:pt x="2506444" y="965978"/>
                  </a:lnTo>
                  <a:lnTo>
                    <a:pt x="2507070" y="965217"/>
                  </a:lnTo>
                  <a:lnTo>
                    <a:pt x="2507697" y="964473"/>
                  </a:lnTo>
                  <a:lnTo>
                    <a:pt x="2508323" y="963755"/>
                  </a:lnTo>
                  <a:lnTo>
                    <a:pt x="2508950" y="963075"/>
                  </a:lnTo>
                  <a:lnTo>
                    <a:pt x="2509576" y="962453"/>
                  </a:lnTo>
                  <a:lnTo>
                    <a:pt x="2510203" y="961943"/>
                  </a:lnTo>
                  <a:lnTo>
                    <a:pt x="2510829" y="961572"/>
                  </a:lnTo>
                  <a:lnTo>
                    <a:pt x="2511456" y="961374"/>
                  </a:lnTo>
                  <a:lnTo>
                    <a:pt x="2512083" y="961365"/>
                  </a:lnTo>
                  <a:lnTo>
                    <a:pt x="2512709" y="961543"/>
                  </a:lnTo>
                  <a:lnTo>
                    <a:pt x="2513336" y="961890"/>
                  </a:lnTo>
                  <a:lnTo>
                    <a:pt x="2513962" y="962383"/>
                  </a:lnTo>
                  <a:lnTo>
                    <a:pt x="2514589" y="963016"/>
                  </a:lnTo>
                  <a:lnTo>
                    <a:pt x="2515215" y="963788"/>
                  </a:lnTo>
                  <a:lnTo>
                    <a:pt x="2515842" y="964697"/>
                  </a:lnTo>
                  <a:lnTo>
                    <a:pt x="2516468" y="965782"/>
                  </a:lnTo>
                  <a:lnTo>
                    <a:pt x="2517095" y="967038"/>
                  </a:lnTo>
                  <a:lnTo>
                    <a:pt x="2517722" y="968449"/>
                  </a:lnTo>
                  <a:lnTo>
                    <a:pt x="2518348" y="970020"/>
                  </a:lnTo>
                  <a:lnTo>
                    <a:pt x="2518975" y="971738"/>
                  </a:lnTo>
                  <a:lnTo>
                    <a:pt x="2519601" y="973565"/>
                  </a:lnTo>
                  <a:lnTo>
                    <a:pt x="2520228" y="975494"/>
                  </a:lnTo>
                  <a:lnTo>
                    <a:pt x="2520854" y="977510"/>
                  </a:lnTo>
                  <a:lnTo>
                    <a:pt x="2521481" y="979584"/>
                  </a:lnTo>
                  <a:lnTo>
                    <a:pt x="2522107" y="981721"/>
                  </a:lnTo>
                  <a:lnTo>
                    <a:pt x="2522734" y="983911"/>
                  </a:lnTo>
                  <a:lnTo>
                    <a:pt x="2523361" y="986163"/>
                  </a:lnTo>
                  <a:lnTo>
                    <a:pt x="2523987" y="988434"/>
                  </a:lnTo>
                  <a:lnTo>
                    <a:pt x="2524614" y="990721"/>
                  </a:lnTo>
                  <a:lnTo>
                    <a:pt x="2525240" y="992999"/>
                  </a:lnTo>
                  <a:lnTo>
                    <a:pt x="2525867" y="995243"/>
                  </a:lnTo>
                  <a:lnTo>
                    <a:pt x="2526493" y="997454"/>
                  </a:lnTo>
                  <a:lnTo>
                    <a:pt x="2527120" y="999630"/>
                  </a:lnTo>
                  <a:lnTo>
                    <a:pt x="2527746" y="1001750"/>
                  </a:lnTo>
                  <a:lnTo>
                    <a:pt x="2528373" y="1003813"/>
                  </a:lnTo>
                  <a:lnTo>
                    <a:pt x="2529000" y="1005831"/>
                  </a:lnTo>
                  <a:lnTo>
                    <a:pt x="2529626" y="1007748"/>
                  </a:lnTo>
                  <a:lnTo>
                    <a:pt x="2530253" y="1009583"/>
                  </a:lnTo>
                  <a:lnTo>
                    <a:pt x="2530879" y="1011336"/>
                  </a:lnTo>
                  <a:lnTo>
                    <a:pt x="2531506" y="1012987"/>
                  </a:lnTo>
                  <a:lnTo>
                    <a:pt x="2532132" y="1014547"/>
                  </a:lnTo>
                  <a:lnTo>
                    <a:pt x="2532759" y="1016023"/>
                  </a:lnTo>
                  <a:lnTo>
                    <a:pt x="2533385" y="1017427"/>
                  </a:lnTo>
                  <a:lnTo>
                    <a:pt x="2534012" y="1018774"/>
                  </a:lnTo>
                  <a:lnTo>
                    <a:pt x="2534639" y="1020044"/>
                  </a:lnTo>
                  <a:lnTo>
                    <a:pt x="2535265" y="1021243"/>
                  </a:lnTo>
                  <a:lnTo>
                    <a:pt x="2535892" y="1022345"/>
                  </a:lnTo>
                  <a:lnTo>
                    <a:pt x="2536518" y="1023345"/>
                  </a:lnTo>
                  <a:lnTo>
                    <a:pt x="2537145" y="1024211"/>
                  </a:lnTo>
                  <a:lnTo>
                    <a:pt x="2537771" y="1024946"/>
                  </a:lnTo>
                  <a:lnTo>
                    <a:pt x="2538398" y="1025575"/>
                  </a:lnTo>
                  <a:lnTo>
                    <a:pt x="2539024" y="1026124"/>
                  </a:lnTo>
                  <a:lnTo>
                    <a:pt x="2539651" y="1026587"/>
                  </a:lnTo>
                  <a:lnTo>
                    <a:pt x="2540278" y="1026984"/>
                  </a:lnTo>
                  <a:lnTo>
                    <a:pt x="2540904" y="1027298"/>
                  </a:lnTo>
                  <a:lnTo>
                    <a:pt x="2541531" y="1027501"/>
                  </a:lnTo>
                  <a:lnTo>
                    <a:pt x="2542157" y="1027534"/>
                  </a:lnTo>
                  <a:lnTo>
                    <a:pt x="2542784" y="1027415"/>
                  </a:lnTo>
                  <a:lnTo>
                    <a:pt x="2543410" y="1027135"/>
                  </a:lnTo>
                  <a:lnTo>
                    <a:pt x="2544037" y="1026712"/>
                  </a:lnTo>
                  <a:lnTo>
                    <a:pt x="2544663" y="1026168"/>
                  </a:lnTo>
                  <a:lnTo>
                    <a:pt x="2545290" y="1025531"/>
                  </a:lnTo>
                  <a:lnTo>
                    <a:pt x="2545917" y="1024836"/>
                  </a:lnTo>
                  <a:lnTo>
                    <a:pt x="2546543" y="1024073"/>
                  </a:lnTo>
                  <a:lnTo>
                    <a:pt x="2547170" y="1023266"/>
                  </a:lnTo>
                  <a:lnTo>
                    <a:pt x="2547796" y="1022390"/>
                  </a:lnTo>
                  <a:lnTo>
                    <a:pt x="2548423" y="1021416"/>
                  </a:lnTo>
                  <a:lnTo>
                    <a:pt x="2549049" y="1020335"/>
                  </a:lnTo>
                  <a:lnTo>
                    <a:pt x="2549676" y="1019148"/>
                  </a:lnTo>
                  <a:lnTo>
                    <a:pt x="2550302" y="1017839"/>
                  </a:lnTo>
                  <a:lnTo>
                    <a:pt x="2550929" y="1016436"/>
                  </a:lnTo>
                  <a:lnTo>
                    <a:pt x="2551556" y="1014989"/>
                  </a:lnTo>
                  <a:lnTo>
                    <a:pt x="2552182" y="1013501"/>
                  </a:lnTo>
                  <a:lnTo>
                    <a:pt x="2552809" y="1011957"/>
                  </a:lnTo>
                  <a:lnTo>
                    <a:pt x="2553435" y="1010366"/>
                  </a:lnTo>
                  <a:lnTo>
                    <a:pt x="2554062" y="1008719"/>
                  </a:lnTo>
                  <a:lnTo>
                    <a:pt x="2554688" y="1007024"/>
                  </a:lnTo>
                  <a:lnTo>
                    <a:pt x="2555315" y="1005257"/>
                  </a:lnTo>
                  <a:lnTo>
                    <a:pt x="2555941" y="1003457"/>
                  </a:lnTo>
                  <a:lnTo>
                    <a:pt x="2556568" y="1001614"/>
                  </a:lnTo>
                  <a:lnTo>
                    <a:pt x="2557195" y="999777"/>
                  </a:lnTo>
                  <a:lnTo>
                    <a:pt x="2557821" y="997954"/>
                  </a:lnTo>
                  <a:lnTo>
                    <a:pt x="2558448" y="996150"/>
                  </a:lnTo>
                  <a:lnTo>
                    <a:pt x="2559074" y="994370"/>
                  </a:lnTo>
                  <a:lnTo>
                    <a:pt x="2559701" y="992642"/>
                  </a:lnTo>
                  <a:lnTo>
                    <a:pt x="2560327" y="990951"/>
                  </a:lnTo>
                  <a:lnTo>
                    <a:pt x="2560954" y="989270"/>
                  </a:lnTo>
                  <a:lnTo>
                    <a:pt x="2561580" y="987632"/>
                  </a:lnTo>
                  <a:lnTo>
                    <a:pt x="2562207" y="986008"/>
                  </a:lnTo>
                  <a:lnTo>
                    <a:pt x="2562834" y="984413"/>
                  </a:lnTo>
                  <a:lnTo>
                    <a:pt x="2563460" y="982874"/>
                  </a:lnTo>
                  <a:lnTo>
                    <a:pt x="2564087" y="981397"/>
                  </a:lnTo>
                  <a:lnTo>
                    <a:pt x="2564713" y="980017"/>
                  </a:lnTo>
                  <a:lnTo>
                    <a:pt x="2565340" y="978704"/>
                  </a:lnTo>
                  <a:lnTo>
                    <a:pt x="2565966" y="977461"/>
                  </a:lnTo>
                  <a:lnTo>
                    <a:pt x="2566593" y="976297"/>
                  </a:lnTo>
                  <a:lnTo>
                    <a:pt x="2567219" y="975218"/>
                  </a:lnTo>
                  <a:lnTo>
                    <a:pt x="2567846" y="974196"/>
                  </a:lnTo>
                  <a:lnTo>
                    <a:pt x="2568473" y="973228"/>
                  </a:lnTo>
                  <a:lnTo>
                    <a:pt x="2569099" y="972345"/>
                  </a:lnTo>
                  <a:lnTo>
                    <a:pt x="2569726" y="971556"/>
                  </a:lnTo>
                  <a:lnTo>
                    <a:pt x="2570352" y="970845"/>
                  </a:lnTo>
                  <a:lnTo>
                    <a:pt x="2570979" y="970194"/>
                  </a:lnTo>
                  <a:lnTo>
                    <a:pt x="2571605" y="969651"/>
                  </a:lnTo>
                  <a:lnTo>
                    <a:pt x="2572232" y="969177"/>
                  </a:lnTo>
                  <a:lnTo>
                    <a:pt x="2572858" y="968749"/>
                  </a:lnTo>
                  <a:lnTo>
                    <a:pt x="2573485" y="968376"/>
                  </a:lnTo>
                  <a:lnTo>
                    <a:pt x="2574112" y="968050"/>
                  </a:lnTo>
                  <a:lnTo>
                    <a:pt x="2574738" y="967712"/>
                  </a:lnTo>
                  <a:lnTo>
                    <a:pt x="2575365" y="967352"/>
                  </a:lnTo>
                  <a:lnTo>
                    <a:pt x="2575991" y="966992"/>
                  </a:lnTo>
                  <a:lnTo>
                    <a:pt x="2576618" y="966633"/>
                  </a:lnTo>
                  <a:lnTo>
                    <a:pt x="2577244" y="966278"/>
                  </a:lnTo>
                  <a:lnTo>
                    <a:pt x="2577871" y="965926"/>
                  </a:lnTo>
                  <a:lnTo>
                    <a:pt x="2578497" y="965585"/>
                  </a:lnTo>
                  <a:lnTo>
                    <a:pt x="2579124" y="965228"/>
                  </a:lnTo>
                  <a:lnTo>
                    <a:pt x="2579751" y="964853"/>
                  </a:lnTo>
                  <a:lnTo>
                    <a:pt x="2580377" y="964478"/>
                  </a:lnTo>
                  <a:lnTo>
                    <a:pt x="2581004" y="964103"/>
                  </a:lnTo>
                  <a:lnTo>
                    <a:pt x="2581630" y="963706"/>
                  </a:lnTo>
                  <a:lnTo>
                    <a:pt x="2582257" y="963309"/>
                  </a:lnTo>
                  <a:lnTo>
                    <a:pt x="2582883" y="962878"/>
                  </a:lnTo>
                  <a:lnTo>
                    <a:pt x="2583510" y="962412"/>
                  </a:lnTo>
                  <a:lnTo>
                    <a:pt x="2584136" y="961925"/>
                  </a:lnTo>
                  <a:lnTo>
                    <a:pt x="2584763" y="961428"/>
                  </a:lnTo>
                  <a:lnTo>
                    <a:pt x="2585390" y="960910"/>
                  </a:lnTo>
                  <a:lnTo>
                    <a:pt x="2586016" y="960358"/>
                  </a:lnTo>
                  <a:lnTo>
                    <a:pt x="2586643" y="959805"/>
                  </a:lnTo>
                  <a:lnTo>
                    <a:pt x="2587269" y="959264"/>
                  </a:lnTo>
                  <a:lnTo>
                    <a:pt x="2587896" y="958749"/>
                  </a:lnTo>
                  <a:lnTo>
                    <a:pt x="2588522" y="958245"/>
                  </a:lnTo>
                  <a:lnTo>
                    <a:pt x="2589149" y="957760"/>
                  </a:lnTo>
                  <a:lnTo>
                    <a:pt x="2589775" y="957298"/>
                  </a:lnTo>
                  <a:lnTo>
                    <a:pt x="2590402" y="956833"/>
                  </a:lnTo>
                  <a:lnTo>
                    <a:pt x="2591029" y="956377"/>
                  </a:lnTo>
                  <a:lnTo>
                    <a:pt x="2591655" y="955912"/>
                  </a:lnTo>
                  <a:lnTo>
                    <a:pt x="2592282" y="955459"/>
                  </a:lnTo>
                  <a:lnTo>
                    <a:pt x="2592908" y="954998"/>
                  </a:lnTo>
                  <a:lnTo>
                    <a:pt x="2593535" y="954534"/>
                  </a:lnTo>
                  <a:lnTo>
                    <a:pt x="2594161" y="954071"/>
                  </a:lnTo>
                  <a:lnTo>
                    <a:pt x="2594788" y="953617"/>
                  </a:lnTo>
                  <a:lnTo>
                    <a:pt x="2595414" y="953144"/>
                  </a:lnTo>
                  <a:lnTo>
                    <a:pt x="2596041" y="952640"/>
                  </a:lnTo>
                  <a:lnTo>
                    <a:pt x="2596668" y="952070"/>
                  </a:lnTo>
                  <a:lnTo>
                    <a:pt x="2597294" y="951485"/>
                  </a:lnTo>
                  <a:lnTo>
                    <a:pt x="2597921" y="950904"/>
                  </a:lnTo>
                  <a:lnTo>
                    <a:pt x="2598547" y="950315"/>
                  </a:lnTo>
                  <a:lnTo>
                    <a:pt x="2599174" y="949676"/>
                  </a:lnTo>
                  <a:lnTo>
                    <a:pt x="2599800" y="949043"/>
                  </a:lnTo>
                  <a:lnTo>
                    <a:pt x="2600427" y="948421"/>
                  </a:lnTo>
                  <a:lnTo>
                    <a:pt x="2601053" y="947797"/>
                  </a:lnTo>
                  <a:lnTo>
                    <a:pt x="2601680" y="947155"/>
                  </a:lnTo>
                  <a:lnTo>
                    <a:pt x="2602307" y="946498"/>
                  </a:lnTo>
                  <a:lnTo>
                    <a:pt x="2602933" y="945815"/>
                  </a:lnTo>
                  <a:lnTo>
                    <a:pt x="2603560" y="945090"/>
                  </a:lnTo>
                  <a:lnTo>
                    <a:pt x="2604186" y="944346"/>
                  </a:lnTo>
                  <a:lnTo>
                    <a:pt x="2604813" y="943592"/>
                  </a:lnTo>
                  <a:lnTo>
                    <a:pt x="2605439" y="942817"/>
                  </a:lnTo>
                  <a:lnTo>
                    <a:pt x="2606066" y="942039"/>
                  </a:lnTo>
                  <a:lnTo>
                    <a:pt x="2606692" y="941278"/>
                  </a:lnTo>
                  <a:lnTo>
                    <a:pt x="2607319" y="940518"/>
                  </a:lnTo>
                  <a:lnTo>
                    <a:pt x="2607945" y="939726"/>
                  </a:lnTo>
                  <a:lnTo>
                    <a:pt x="2608572" y="938893"/>
                  </a:lnTo>
                  <a:lnTo>
                    <a:pt x="2609199" y="938032"/>
                  </a:lnTo>
                  <a:lnTo>
                    <a:pt x="2609825" y="937146"/>
                  </a:lnTo>
                  <a:lnTo>
                    <a:pt x="2610452" y="936252"/>
                  </a:lnTo>
                  <a:lnTo>
                    <a:pt x="2611078" y="935357"/>
                  </a:lnTo>
                  <a:lnTo>
                    <a:pt x="2611705" y="934481"/>
                  </a:lnTo>
                  <a:lnTo>
                    <a:pt x="2612331" y="933637"/>
                  </a:lnTo>
                  <a:lnTo>
                    <a:pt x="2612958" y="932814"/>
                  </a:lnTo>
                  <a:lnTo>
                    <a:pt x="2613584" y="932022"/>
                  </a:lnTo>
                  <a:lnTo>
                    <a:pt x="2614211" y="931260"/>
                  </a:lnTo>
                  <a:lnTo>
                    <a:pt x="2614838" y="930521"/>
                  </a:lnTo>
                  <a:lnTo>
                    <a:pt x="2615464" y="929795"/>
                  </a:lnTo>
                  <a:lnTo>
                    <a:pt x="2616091" y="929069"/>
                  </a:lnTo>
                  <a:lnTo>
                    <a:pt x="2616717" y="928351"/>
                  </a:lnTo>
                  <a:lnTo>
                    <a:pt x="2617344" y="927658"/>
                  </a:lnTo>
                  <a:lnTo>
                    <a:pt x="2617970" y="926989"/>
                  </a:lnTo>
                  <a:lnTo>
                    <a:pt x="2618597" y="926308"/>
                  </a:lnTo>
                  <a:lnTo>
                    <a:pt x="2619223" y="925595"/>
                  </a:lnTo>
                  <a:lnTo>
                    <a:pt x="2619850" y="924843"/>
                  </a:lnTo>
                  <a:lnTo>
                    <a:pt x="2620477" y="924082"/>
                  </a:lnTo>
                  <a:lnTo>
                    <a:pt x="2621103" y="923303"/>
                  </a:lnTo>
                  <a:lnTo>
                    <a:pt x="2621730" y="922506"/>
                  </a:lnTo>
                  <a:lnTo>
                    <a:pt x="2622356" y="921719"/>
                  </a:lnTo>
                  <a:lnTo>
                    <a:pt x="2622983" y="920931"/>
                  </a:lnTo>
                  <a:lnTo>
                    <a:pt x="2623609" y="920172"/>
                  </a:lnTo>
                  <a:lnTo>
                    <a:pt x="2624236" y="919440"/>
                  </a:lnTo>
                  <a:lnTo>
                    <a:pt x="2624862" y="918777"/>
                  </a:lnTo>
                  <a:lnTo>
                    <a:pt x="2625489" y="918172"/>
                  </a:lnTo>
                  <a:lnTo>
                    <a:pt x="2626116" y="917608"/>
                  </a:lnTo>
                  <a:lnTo>
                    <a:pt x="2626742" y="917081"/>
                  </a:lnTo>
                  <a:lnTo>
                    <a:pt x="2627369" y="916581"/>
                  </a:lnTo>
                  <a:lnTo>
                    <a:pt x="2627995" y="916141"/>
                  </a:lnTo>
                  <a:lnTo>
                    <a:pt x="2628622" y="915780"/>
                  </a:lnTo>
                  <a:lnTo>
                    <a:pt x="2629248" y="915479"/>
                  </a:lnTo>
                  <a:lnTo>
                    <a:pt x="2629875" y="915192"/>
                  </a:lnTo>
                  <a:lnTo>
                    <a:pt x="2630501" y="914931"/>
                  </a:lnTo>
                  <a:lnTo>
                    <a:pt x="2631128" y="914699"/>
                  </a:lnTo>
                  <a:lnTo>
                    <a:pt x="2631755" y="914432"/>
                  </a:lnTo>
                  <a:lnTo>
                    <a:pt x="2632381" y="914120"/>
                  </a:lnTo>
                  <a:lnTo>
                    <a:pt x="2633008" y="913744"/>
                  </a:lnTo>
                  <a:lnTo>
                    <a:pt x="2633634" y="913314"/>
                  </a:lnTo>
                  <a:lnTo>
                    <a:pt x="2634261" y="912807"/>
                  </a:lnTo>
                  <a:lnTo>
                    <a:pt x="2634887" y="912246"/>
                  </a:lnTo>
                  <a:lnTo>
                    <a:pt x="2635514" y="911629"/>
                  </a:lnTo>
                  <a:lnTo>
                    <a:pt x="2636140" y="910943"/>
                  </a:lnTo>
                  <a:lnTo>
                    <a:pt x="2636767" y="910201"/>
                  </a:lnTo>
                  <a:lnTo>
                    <a:pt x="2637394" y="909433"/>
                  </a:lnTo>
                  <a:lnTo>
                    <a:pt x="2638020" y="908635"/>
                  </a:lnTo>
                  <a:lnTo>
                    <a:pt x="2638647" y="907819"/>
                  </a:lnTo>
                  <a:lnTo>
                    <a:pt x="2639273" y="906994"/>
                  </a:lnTo>
                  <a:lnTo>
                    <a:pt x="2639900" y="906164"/>
                  </a:lnTo>
                  <a:lnTo>
                    <a:pt x="2640526" y="905354"/>
                  </a:lnTo>
                  <a:lnTo>
                    <a:pt x="2641153" y="904554"/>
                  </a:lnTo>
                  <a:lnTo>
                    <a:pt x="2641779" y="903751"/>
                  </a:lnTo>
                  <a:lnTo>
                    <a:pt x="2642406" y="902922"/>
                  </a:lnTo>
                  <a:lnTo>
                    <a:pt x="2643033" y="902098"/>
                  </a:lnTo>
                  <a:lnTo>
                    <a:pt x="2643659" y="901271"/>
                  </a:lnTo>
                  <a:lnTo>
                    <a:pt x="2644286" y="900454"/>
                  </a:lnTo>
                  <a:lnTo>
                    <a:pt x="2644912" y="899676"/>
                  </a:lnTo>
                  <a:lnTo>
                    <a:pt x="2645539" y="898963"/>
                  </a:lnTo>
                  <a:lnTo>
                    <a:pt x="2646165" y="898318"/>
                  </a:lnTo>
                  <a:lnTo>
                    <a:pt x="2646792" y="897759"/>
                  </a:lnTo>
                  <a:lnTo>
                    <a:pt x="2647418" y="897288"/>
                  </a:lnTo>
                  <a:lnTo>
                    <a:pt x="2648045" y="896913"/>
                  </a:lnTo>
                  <a:lnTo>
                    <a:pt x="2648672" y="896641"/>
                  </a:lnTo>
                  <a:lnTo>
                    <a:pt x="2649298" y="896471"/>
                  </a:lnTo>
                  <a:lnTo>
                    <a:pt x="2649925" y="896417"/>
                  </a:lnTo>
                  <a:lnTo>
                    <a:pt x="2650551" y="896525"/>
                  </a:lnTo>
                  <a:lnTo>
                    <a:pt x="2651178" y="896851"/>
                  </a:lnTo>
                  <a:lnTo>
                    <a:pt x="2651804" y="897384"/>
                  </a:lnTo>
                  <a:lnTo>
                    <a:pt x="2652431" y="898109"/>
                  </a:lnTo>
                  <a:lnTo>
                    <a:pt x="2653057" y="899052"/>
                  </a:lnTo>
                  <a:lnTo>
                    <a:pt x="2653684" y="900193"/>
                  </a:lnTo>
                  <a:lnTo>
                    <a:pt x="2654311" y="901518"/>
                  </a:lnTo>
                  <a:lnTo>
                    <a:pt x="2654937" y="903033"/>
                  </a:lnTo>
                  <a:lnTo>
                    <a:pt x="2655564" y="904732"/>
                  </a:lnTo>
                  <a:lnTo>
                    <a:pt x="2656190" y="906612"/>
                  </a:lnTo>
                  <a:lnTo>
                    <a:pt x="2656817" y="908673"/>
                  </a:lnTo>
                  <a:lnTo>
                    <a:pt x="2657443" y="910877"/>
                  </a:lnTo>
                  <a:lnTo>
                    <a:pt x="2658070" y="913253"/>
                  </a:lnTo>
                  <a:lnTo>
                    <a:pt x="2658696" y="915813"/>
                  </a:lnTo>
                  <a:lnTo>
                    <a:pt x="2659323" y="918575"/>
                  </a:lnTo>
                  <a:lnTo>
                    <a:pt x="2659950" y="921472"/>
                  </a:lnTo>
                  <a:lnTo>
                    <a:pt x="2660576" y="924463"/>
                  </a:lnTo>
                  <a:lnTo>
                    <a:pt x="2661203" y="927548"/>
                  </a:lnTo>
                  <a:lnTo>
                    <a:pt x="2661829" y="930764"/>
                  </a:lnTo>
                  <a:lnTo>
                    <a:pt x="2662456" y="934065"/>
                  </a:lnTo>
                  <a:lnTo>
                    <a:pt x="2663082" y="937472"/>
                  </a:lnTo>
                  <a:lnTo>
                    <a:pt x="2663709" y="940999"/>
                  </a:lnTo>
                  <a:lnTo>
                    <a:pt x="2664335" y="944648"/>
                  </a:lnTo>
                  <a:lnTo>
                    <a:pt x="2664962" y="948433"/>
                  </a:lnTo>
                  <a:lnTo>
                    <a:pt x="2665589" y="952352"/>
                  </a:lnTo>
                  <a:lnTo>
                    <a:pt x="2666215" y="956399"/>
                  </a:lnTo>
                  <a:lnTo>
                    <a:pt x="2666842" y="960590"/>
                  </a:lnTo>
                  <a:lnTo>
                    <a:pt x="2667468" y="964932"/>
                  </a:lnTo>
                  <a:lnTo>
                    <a:pt x="2668095" y="969425"/>
                  </a:lnTo>
                  <a:lnTo>
                    <a:pt x="2668721" y="974063"/>
                  </a:lnTo>
                  <a:lnTo>
                    <a:pt x="2669348" y="978841"/>
                  </a:lnTo>
                  <a:lnTo>
                    <a:pt x="2669974" y="983758"/>
                  </a:lnTo>
                  <a:lnTo>
                    <a:pt x="2670601" y="988797"/>
                  </a:lnTo>
                  <a:lnTo>
                    <a:pt x="2671228" y="993927"/>
                  </a:lnTo>
                  <a:lnTo>
                    <a:pt x="2671854" y="999163"/>
                  </a:lnTo>
                  <a:lnTo>
                    <a:pt x="2672481" y="1004491"/>
                  </a:lnTo>
                  <a:lnTo>
                    <a:pt x="2673107" y="1009876"/>
                  </a:lnTo>
                  <a:lnTo>
                    <a:pt x="2673734" y="1015328"/>
                  </a:lnTo>
                  <a:lnTo>
                    <a:pt x="2674360" y="1020824"/>
                  </a:lnTo>
                  <a:lnTo>
                    <a:pt x="2674987" y="1026301"/>
                  </a:lnTo>
                  <a:lnTo>
                    <a:pt x="2675613" y="1031788"/>
                  </a:lnTo>
                  <a:lnTo>
                    <a:pt x="2676240" y="1037250"/>
                  </a:lnTo>
                  <a:lnTo>
                    <a:pt x="2676867" y="1042642"/>
                  </a:lnTo>
                  <a:lnTo>
                    <a:pt x="2677493" y="1047964"/>
                  </a:lnTo>
                  <a:lnTo>
                    <a:pt x="2678120" y="1053220"/>
                  </a:lnTo>
                  <a:lnTo>
                    <a:pt x="2678746" y="1058407"/>
                  </a:lnTo>
                  <a:lnTo>
                    <a:pt x="2679373" y="1063516"/>
                  </a:lnTo>
                  <a:lnTo>
                    <a:pt x="2679999" y="1068527"/>
                  </a:lnTo>
                  <a:lnTo>
                    <a:pt x="2680626" y="1073458"/>
                  </a:lnTo>
                  <a:lnTo>
                    <a:pt x="2681252" y="1078302"/>
                  </a:lnTo>
                  <a:lnTo>
                    <a:pt x="2681879" y="1083039"/>
                  </a:lnTo>
                  <a:lnTo>
                    <a:pt x="2682506" y="1087627"/>
                  </a:lnTo>
                  <a:lnTo>
                    <a:pt x="2683132" y="1092024"/>
                  </a:lnTo>
                  <a:lnTo>
                    <a:pt x="2683759" y="1096246"/>
                  </a:lnTo>
                  <a:lnTo>
                    <a:pt x="2684385" y="1100292"/>
                  </a:lnTo>
                  <a:lnTo>
                    <a:pt x="2685012" y="1104138"/>
                  </a:lnTo>
                  <a:lnTo>
                    <a:pt x="2685638" y="1107808"/>
                  </a:lnTo>
                  <a:lnTo>
                    <a:pt x="2686265" y="1111302"/>
                  </a:lnTo>
                  <a:lnTo>
                    <a:pt x="2686891" y="1114580"/>
                  </a:lnTo>
                  <a:lnTo>
                    <a:pt x="2687518" y="1117624"/>
                  </a:lnTo>
                  <a:lnTo>
                    <a:pt x="2688145" y="1120431"/>
                  </a:lnTo>
                  <a:lnTo>
                    <a:pt x="2688771" y="1122992"/>
                  </a:lnTo>
                  <a:lnTo>
                    <a:pt x="2689398" y="1125351"/>
                  </a:lnTo>
                  <a:lnTo>
                    <a:pt x="2690024" y="1127488"/>
                  </a:lnTo>
                  <a:lnTo>
                    <a:pt x="2690651" y="1129403"/>
                  </a:lnTo>
                  <a:lnTo>
                    <a:pt x="2691277" y="1131069"/>
                  </a:lnTo>
                  <a:lnTo>
                    <a:pt x="2691904" y="1132519"/>
                  </a:lnTo>
                  <a:lnTo>
                    <a:pt x="2692530" y="1133786"/>
                  </a:lnTo>
                  <a:lnTo>
                    <a:pt x="2693157" y="1134869"/>
                  </a:lnTo>
                  <a:lnTo>
                    <a:pt x="2693784" y="1135796"/>
                  </a:lnTo>
                  <a:lnTo>
                    <a:pt x="2694410" y="1136609"/>
                  </a:lnTo>
                  <a:lnTo>
                    <a:pt x="2695037" y="1137295"/>
                  </a:lnTo>
                  <a:lnTo>
                    <a:pt x="2695663" y="1137888"/>
                  </a:lnTo>
                  <a:lnTo>
                    <a:pt x="2696290" y="1138392"/>
                  </a:lnTo>
                  <a:lnTo>
                    <a:pt x="2696916" y="1138799"/>
                  </a:lnTo>
                  <a:lnTo>
                    <a:pt x="2697543" y="1139116"/>
                  </a:lnTo>
                  <a:lnTo>
                    <a:pt x="2698169" y="1139337"/>
                  </a:lnTo>
                  <a:lnTo>
                    <a:pt x="2698796" y="1139431"/>
                  </a:lnTo>
                  <a:lnTo>
                    <a:pt x="2699423" y="1139381"/>
                  </a:lnTo>
                  <a:lnTo>
                    <a:pt x="2700049" y="1139213"/>
                  </a:lnTo>
                  <a:lnTo>
                    <a:pt x="2700676" y="1138937"/>
                  </a:lnTo>
                  <a:lnTo>
                    <a:pt x="2701302" y="1138526"/>
                  </a:lnTo>
                  <a:lnTo>
                    <a:pt x="2701929" y="1137988"/>
                  </a:lnTo>
                  <a:lnTo>
                    <a:pt x="2702555" y="1137341"/>
                  </a:lnTo>
                  <a:lnTo>
                    <a:pt x="2703182" y="1136585"/>
                  </a:lnTo>
                  <a:lnTo>
                    <a:pt x="2703808" y="1135724"/>
                  </a:lnTo>
                  <a:lnTo>
                    <a:pt x="2704435" y="1134757"/>
                  </a:lnTo>
                  <a:lnTo>
                    <a:pt x="2705062" y="1133764"/>
                  </a:lnTo>
                  <a:lnTo>
                    <a:pt x="2705688" y="1132724"/>
                  </a:lnTo>
                  <a:lnTo>
                    <a:pt x="2706315" y="1131673"/>
                  </a:lnTo>
                  <a:lnTo>
                    <a:pt x="2706941" y="1130635"/>
                  </a:lnTo>
                  <a:lnTo>
                    <a:pt x="2707568" y="1129568"/>
                  </a:lnTo>
                  <a:lnTo>
                    <a:pt x="2708194" y="1128478"/>
                  </a:lnTo>
                  <a:lnTo>
                    <a:pt x="2708821" y="1127363"/>
                  </a:lnTo>
                  <a:lnTo>
                    <a:pt x="2709447" y="1126186"/>
                  </a:lnTo>
                  <a:lnTo>
                    <a:pt x="2710074" y="1124921"/>
                  </a:lnTo>
                  <a:lnTo>
                    <a:pt x="2710701" y="1123579"/>
                  </a:lnTo>
                  <a:lnTo>
                    <a:pt x="2711327" y="1122145"/>
                  </a:lnTo>
                  <a:lnTo>
                    <a:pt x="2711954" y="1120628"/>
                  </a:lnTo>
                  <a:lnTo>
                    <a:pt x="2712580" y="1119008"/>
                  </a:lnTo>
                  <a:lnTo>
                    <a:pt x="2713207" y="1117241"/>
                  </a:lnTo>
                  <a:lnTo>
                    <a:pt x="2713833" y="1115322"/>
                  </a:lnTo>
                  <a:lnTo>
                    <a:pt x="2714460" y="1113247"/>
                  </a:lnTo>
                  <a:lnTo>
                    <a:pt x="2715086" y="1111031"/>
                  </a:lnTo>
                  <a:lnTo>
                    <a:pt x="2715713" y="1108663"/>
                  </a:lnTo>
                  <a:lnTo>
                    <a:pt x="2716340" y="1106154"/>
                  </a:lnTo>
                  <a:lnTo>
                    <a:pt x="2716966" y="1103515"/>
                  </a:lnTo>
                  <a:lnTo>
                    <a:pt x="2717593" y="1100748"/>
                  </a:lnTo>
                  <a:lnTo>
                    <a:pt x="2718219" y="1097897"/>
                  </a:lnTo>
                  <a:lnTo>
                    <a:pt x="2718846" y="1095002"/>
                  </a:lnTo>
                  <a:lnTo>
                    <a:pt x="2719472" y="1092084"/>
                  </a:lnTo>
                  <a:lnTo>
                    <a:pt x="2720099" y="1089161"/>
                  </a:lnTo>
                  <a:lnTo>
                    <a:pt x="2720725" y="1086221"/>
                  </a:lnTo>
                  <a:lnTo>
                    <a:pt x="2721352" y="1083236"/>
                  </a:lnTo>
                  <a:lnTo>
                    <a:pt x="2721979" y="1080190"/>
                  </a:lnTo>
                  <a:lnTo>
                    <a:pt x="2722605" y="1077105"/>
                  </a:lnTo>
                  <a:lnTo>
                    <a:pt x="2723232" y="1074001"/>
                  </a:lnTo>
                  <a:lnTo>
                    <a:pt x="2723858" y="1070887"/>
                  </a:lnTo>
                  <a:lnTo>
                    <a:pt x="2724485" y="1067771"/>
                  </a:lnTo>
                  <a:lnTo>
                    <a:pt x="2725111" y="1064654"/>
                  </a:lnTo>
                  <a:lnTo>
                    <a:pt x="2725738" y="1061500"/>
                  </a:lnTo>
                  <a:lnTo>
                    <a:pt x="2726364" y="1058300"/>
                  </a:lnTo>
                  <a:lnTo>
                    <a:pt x="2726991" y="1055067"/>
                  </a:lnTo>
                  <a:lnTo>
                    <a:pt x="2727618" y="1051774"/>
                  </a:lnTo>
                  <a:lnTo>
                    <a:pt x="2728244" y="1048409"/>
                  </a:lnTo>
                  <a:lnTo>
                    <a:pt x="2728871" y="1044983"/>
                  </a:lnTo>
                  <a:lnTo>
                    <a:pt x="2729497" y="1041463"/>
                  </a:lnTo>
                  <a:lnTo>
                    <a:pt x="2730124" y="1037888"/>
                  </a:lnTo>
                  <a:lnTo>
                    <a:pt x="2730750" y="1034291"/>
                  </a:lnTo>
                  <a:lnTo>
                    <a:pt x="2731377" y="1030684"/>
                  </a:lnTo>
                  <a:lnTo>
                    <a:pt x="2732003" y="1027032"/>
                  </a:lnTo>
                  <a:lnTo>
                    <a:pt x="2732630" y="1023337"/>
                  </a:lnTo>
                  <a:lnTo>
                    <a:pt x="2733257" y="1019641"/>
                  </a:lnTo>
                  <a:lnTo>
                    <a:pt x="2733883" y="1015944"/>
                  </a:lnTo>
                  <a:lnTo>
                    <a:pt x="2734510" y="1012223"/>
                  </a:lnTo>
                  <a:lnTo>
                    <a:pt x="2735136" y="1008489"/>
                  </a:lnTo>
                  <a:lnTo>
                    <a:pt x="2735763" y="1004742"/>
                  </a:lnTo>
                  <a:lnTo>
                    <a:pt x="2736389" y="1000976"/>
                  </a:lnTo>
                  <a:lnTo>
                    <a:pt x="2737016" y="997168"/>
                  </a:lnTo>
                  <a:lnTo>
                    <a:pt x="2737642" y="993352"/>
                  </a:lnTo>
                  <a:lnTo>
                    <a:pt x="2738269" y="989491"/>
                  </a:lnTo>
                  <a:lnTo>
                    <a:pt x="2738896" y="985631"/>
                  </a:lnTo>
                  <a:lnTo>
                    <a:pt x="2739522" y="981794"/>
                  </a:lnTo>
                  <a:lnTo>
                    <a:pt x="2740149" y="977969"/>
                  </a:lnTo>
                  <a:lnTo>
                    <a:pt x="2740775" y="974183"/>
                  </a:lnTo>
                  <a:lnTo>
                    <a:pt x="2741402" y="970476"/>
                  </a:lnTo>
                  <a:lnTo>
                    <a:pt x="2742028" y="966870"/>
                  </a:lnTo>
                  <a:lnTo>
                    <a:pt x="2742655" y="963348"/>
                  </a:lnTo>
                  <a:lnTo>
                    <a:pt x="2743281" y="959900"/>
                  </a:lnTo>
                  <a:lnTo>
                    <a:pt x="2743908" y="956544"/>
                  </a:lnTo>
                  <a:lnTo>
                    <a:pt x="2744535" y="953300"/>
                  </a:lnTo>
                  <a:lnTo>
                    <a:pt x="2745161" y="950220"/>
                  </a:lnTo>
                  <a:lnTo>
                    <a:pt x="2745788" y="947320"/>
                  </a:lnTo>
                  <a:lnTo>
                    <a:pt x="2746414" y="944579"/>
                  </a:lnTo>
                  <a:lnTo>
                    <a:pt x="2747041" y="941972"/>
                  </a:lnTo>
                  <a:lnTo>
                    <a:pt x="2747667" y="939493"/>
                  </a:lnTo>
                  <a:lnTo>
                    <a:pt x="2748294" y="937111"/>
                  </a:lnTo>
                  <a:lnTo>
                    <a:pt x="2748920" y="934805"/>
                  </a:lnTo>
                  <a:lnTo>
                    <a:pt x="2749547" y="932596"/>
                  </a:lnTo>
                  <a:lnTo>
                    <a:pt x="2750174" y="930462"/>
                  </a:lnTo>
                  <a:lnTo>
                    <a:pt x="2750800" y="928405"/>
                  </a:lnTo>
                  <a:lnTo>
                    <a:pt x="2751427" y="926415"/>
                  </a:lnTo>
                  <a:lnTo>
                    <a:pt x="2752053" y="924465"/>
                  </a:lnTo>
                  <a:lnTo>
                    <a:pt x="2752680" y="922581"/>
                  </a:lnTo>
                  <a:lnTo>
                    <a:pt x="2753306" y="920771"/>
                  </a:lnTo>
                  <a:lnTo>
                    <a:pt x="2753933" y="919051"/>
                  </a:lnTo>
                  <a:lnTo>
                    <a:pt x="2754559" y="917396"/>
                  </a:lnTo>
                  <a:lnTo>
                    <a:pt x="2755186" y="915816"/>
                  </a:lnTo>
                  <a:lnTo>
                    <a:pt x="2755813" y="914327"/>
                  </a:lnTo>
                  <a:lnTo>
                    <a:pt x="2756439" y="912906"/>
                  </a:lnTo>
                  <a:lnTo>
                    <a:pt x="2757066" y="911540"/>
                  </a:lnTo>
                  <a:lnTo>
                    <a:pt x="2757692" y="910240"/>
                  </a:lnTo>
                  <a:lnTo>
                    <a:pt x="2758319" y="909003"/>
                  </a:lnTo>
                  <a:lnTo>
                    <a:pt x="2758945" y="907849"/>
                  </a:lnTo>
                  <a:lnTo>
                    <a:pt x="2759572" y="906767"/>
                  </a:lnTo>
                  <a:lnTo>
                    <a:pt x="2760198" y="905747"/>
                  </a:lnTo>
                  <a:lnTo>
                    <a:pt x="2760825" y="904791"/>
                  </a:lnTo>
                  <a:lnTo>
                    <a:pt x="2761452" y="903944"/>
                  </a:lnTo>
                  <a:lnTo>
                    <a:pt x="2762078" y="903219"/>
                  </a:lnTo>
                  <a:lnTo>
                    <a:pt x="2762705" y="902580"/>
                  </a:lnTo>
                  <a:lnTo>
                    <a:pt x="2763331" y="902024"/>
                  </a:lnTo>
                  <a:lnTo>
                    <a:pt x="2763958" y="901577"/>
                  </a:lnTo>
                  <a:lnTo>
                    <a:pt x="2764584" y="901227"/>
                  </a:lnTo>
                  <a:lnTo>
                    <a:pt x="2765211" y="900942"/>
                  </a:lnTo>
                  <a:lnTo>
                    <a:pt x="2765837" y="900709"/>
                  </a:lnTo>
                  <a:lnTo>
                    <a:pt x="2766464" y="900509"/>
                  </a:lnTo>
                  <a:lnTo>
                    <a:pt x="2767091" y="900360"/>
                  </a:lnTo>
                  <a:lnTo>
                    <a:pt x="2767717" y="900192"/>
                  </a:lnTo>
                  <a:lnTo>
                    <a:pt x="2768344" y="899985"/>
                  </a:lnTo>
                  <a:lnTo>
                    <a:pt x="2768970" y="899702"/>
                  </a:lnTo>
                  <a:lnTo>
                    <a:pt x="2769597" y="899342"/>
                  </a:lnTo>
                  <a:lnTo>
                    <a:pt x="2770223" y="898931"/>
                  </a:lnTo>
                  <a:lnTo>
                    <a:pt x="2770850" y="898434"/>
                  </a:lnTo>
                  <a:lnTo>
                    <a:pt x="2771476" y="897855"/>
                  </a:lnTo>
                  <a:lnTo>
                    <a:pt x="2772103" y="897234"/>
                  </a:lnTo>
                  <a:lnTo>
                    <a:pt x="2772730" y="896573"/>
                  </a:lnTo>
                  <a:lnTo>
                    <a:pt x="2773356" y="895861"/>
                  </a:lnTo>
                  <a:lnTo>
                    <a:pt x="2773983" y="895102"/>
                  </a:lnTo>
                  <a:lnTo>
                    <a:pt x="2774609" y="894296"/>
                  </a:lnTo>
                  <a:lnTo>
                    <a:pt x="2775236" y="893445"/>
                  </a:lnTo>
                  <a:lnTo>
                    <a:pt x="2775862" y="892585"/>
                  </a:lnTo>
                  <a:lnTo>
                    <a:pt x="2776489" y="891707"/>
                  </a:lnTo>
                  <a:lnTo>
                    <a:pt x="2777115" y="890838"/>
                  </a:lnTo>
                  <a:lnTo>
                    <a:pt x="2777742" y="889978"/>
                  </a:lnTo>
                  <a:lnTo>
                    <a:pt x="2778369" y="889156"/>
                  </a:lnTo>
                  <a:lnTo>
                    <a:pt x="2778995" y="888396"/>
                  </a:lnTo>
                  <a:lnTo>
                    <a:pt x="2779622" y="887701"/>
                  </a:lnTo>
                  <a:lnTo>
                    <a:pt x="2780248" y="887071"/>
                  </a:lnTo>
                  <a:lnTo>
                    <a:pt x="2780875" y="886487"/>
                  </a:lnTo>
                  <a:lnTo>
                    <a:pt x="2781501" y="885900"/>
                  </a:lnTo>
                  <a:lnTo>
                    <a:pt x="2782128" y="885289"/>
                  </a:lnTo>
                  <a:lnTo>
                    <a:pt x="2782754" y="884649"/>
                  </a:lnTo>
                  <a:lnTo>
                    <a:pt x="2783381" y="883990"/>
                  </a:lnTo>
                  <a:lnTo>
                    <a:pt x="2784008" y="883351"/>
                  </a:lnTo>
                  <a:lnTo>
                    <a:pt x="2784634" y="882758"/>
                  </a:lnTo>
                  <a:lnTo>
                    <a:pt x="2785261" y="882200"/>
                  </a:lnTo>
                  <a:lnTo>
                    <a:pt x="2785887" y="881681"/>
                  </a:lnTo>
                  <a:lnTo>
                    <a:pt x="2786514" y="881203"/>
                  </a:lnTo>
                  <a:lnTo>
                    <a:pt x="2787140" y="880733"/>
                  </a:lnTo>
                  <a:lnTo>
                    <a:pt x="2787767" y="880246"/>
                  </a:lnTo>
                  <a:lnTo>
                    <a:pt x="2788393" y="879745"/>
                  </a:lnTo>
                  <a:lnTo>
                    <a:pt x="2789020" y="879249"/>
                  </a:lnTo>
                  <a:lnTo>
                    <a:pt x="2789647" y="878770"/>
                  </a:lnTo>
                  <a:lnTo>
                    <a:pt x="2790273" y="878334"/>
                  </a:lnTo>
                  <a:lnTo>
                    <a:pt x="2790900" y="877927"/>
                  </a:lnTo>
                  <a:lnTo>
                    <a:pt x="2791526" y="877575"/>
                  </a:lnTo>
                  <a:lnTo>
                    <a:pt x="2792153" y="877288"/>
                  </a:lnTo>
                  <a:lnTo>
                    <a:pt x="2792779" y="877043"/>
                  </a:lnTo>
                  <a:lnTo>
                    <a:pt x="2793406" y="876804"/>
                  </a:lnTo>
                  <a:lnTo>
                    <a:pt x="2794032" y="876541"/>
                  </a:lnTo>
                  <a:lnTo>
                    <a:pt x="2794659" y="876278"/>
                  </a:lnTo>
                  <a:lnTo>
                    <a:pt x="2795286" y="875998"/>
                  </a:lnTo>
                  <a:lnTo>
                    <a:pt x="2795912" y="875686"/>
                  </a:lnTo>
                  <a:lnTo>
                    <a:pt x="2796539" y="875373"/>
                  </a:lnTo>
                  <a:lnTo>
                    <a:pt x="2797165" y="875091"/>
                  </a:lnTo>
                  <a:lnTo>
                    <a:pt x="2797792" y="874851"/>
                  </a:lnTo>
                  <a:lnTo>
                    <a:pt x="2798418" y="874684"/>
                  </a:lnTo>
                  <a:lnTo>
                    <a:pt x="2799045" y="874583"/>
                  </a:lnTo>
                  <a:lnTo>
                    <a:pt x="2799671" y="874600"/>
                  </a:lnTo>
                  <a:lnTo>
                    <a:pt x="2800298" y="874755"/>
                  </a:lnTo>
                  <a:lnTo>
                    <a:pt x="2800925" y="875069"/>
                  </a:lnTo>
                  <a:lnTo>
                    <a:pt x="2801551" y="875506"/>
                  </a:lnTo>
                  <a:lnTo>
                    <a:pt x="2802178" y="876070"/>
                  </a:lnTo>
                  <a:lnTo>
                    <a:pt x="2802804" y="876741"/>
                  </a:lnTo>
                  <a:lnTo>
                    <a:pt x="2803431" y="877496"/>
                  </a:lnTo>
                  <a:lnTo>
                    <a:pt x="2804057" y="878303"/>
                  </a:lnTo>
                  <a:lnTo>
                    <a:pt x="2804684" y="879160"/>
                  </a:lnTo>
                  <a:lnTo>
                    <a:pt x="2805310" y="880080"/>
                  </a:lnTo>
                  <a:lnTo>
                    <a:pt x="2805937" y="881069"/>
                  </a:lnTo>
                  <a:lnTo>
                    <a:pt x="2806564" y="882121"/>
                  </a:lnTo>
                  <a:lnTo>
                    <a:pt x="2807190" y="883252"/>
                  </a:lnTo>
                  <a:lnTo>
                    <a:pt x="2807817" y="884404"/>
                  </a:lnTo>
                  <a:lnTo>
                    <a:pt x="2808443" y="885553"/>
                  </a:lnTo>
                  <a:lnTo>
                    <a:pt x="2809070" y="886650"/>
                  </a:lnTo>
                  <a:lnTo>
                    <a:pt x="2809696" y="887703"/>
                  </a:lnTo>
                  <a:lnTo>
                    <a:pt x="2810323" y="888728"/>
                  </a:lnTo>
                  <a:lnTo>
                    <a:pt x="2810949" y="889727"/>
                  </a:lnTo>
                  <a:lnTo>
                    <a:pt x="2811576" y="890727"/>
                  </a:lnTo>
                  <a:lnTo>
                    <a:pt x="2812203" y="891763"/>
                  </a:lnTo>
                  <a:lnTo>
                    <a:pt x="2812829" y="892856"/>
                  </a:lnTo>
                  <a:lnTo>
                    <a:pt x="2813456" y="894027"/>
                  </a:lnTo>
                  <a:lnTo>
                    <a:pt x="2814082" y="895289"/>
                  </a:lnTo>
                  <a:lnTo>
                    <a:pt x="2814709" y="896633"/>
                  </a:lnTo>
                  <a:lnTo>
                    <a:pt x="2815335" y="898033"/>
                  </a:lnTo>
                  <a:lnTo>
                    <a:pt x="2815962" y="899476"/>
                  </a:lnTo>
                  <a:lnTo>
                    <a:pt x="2816588" y="900940"/>
                  </a:lnTo>
                  <a:lnTo>
                    <a:pt x="2817215" y="902447"/>
                  </a:lnTo>
                  <a:lnTo>
                    <a:pt x="2817842" y="903987"/>
                  </a:lnTo>
                  <a:lnTo>
                    <a:pt x="2818468" y="905575"/>
                  </a:lnTo>
                  <a:lnTo>
                    <a:pt x="2819095" y="907219"/>
                  </a:lnTo>
                  <a:lnTo>
                    <a:pt x="2819721" y="908930"/>
                  </a:lnTo>
                  <a:lnTo>
                    <a:pt x="2820348" y="910739"/>
                  </a:lnTo>
                  <a:lnTo>
                    <a:pt x="2820974" y="912629"/>
                  </a:lnTo>
                  <a:lnTo>
                    <a:pt x="2821601" y="914534"/>
                  </a:lnTo>
                  <a:lnTo>
                    <a:pt x="2822227" y="916445"/>
                  </a:lnTo>
                  <a:lnTo>
                    <a:pt x="2822854" y="918364"/>
                  </a:lnTo>
                  <a:lnTo>
                    <a:pt x="2823481" y="920284"/>
                  </a:lnTo>
                  <a:lnTo>
                    <a:pt x="2824107" y="922176"/>
                  </a:lnTo>
                  <a:lnTo>
                    <a:pt x="2824734" y="924028"/>
                  </a:lnTo>
                  <a:lnTo>
                    <a:pt x="2825360" y="925849"/>
                  </a:lnTo>
                  <a:lnTo>
                    <a:pt x="2825987" y="927629"/>
                  </a:lnTo>
                  <a:lnTo>
                    <a:pt x="2826613" y="929338"/>
                  </a:lnTo>
                  <a:lnTo>
                    <a:pt x="2827240" y="930994"/>
                  </a:lnTo>
                  <a:lnTo>
                    <a:pt x="2827866" y="932603"/>
                  </a:lnTo>
                  <a:lnTo>
                    <a:pt x="2828493" y="934170"/>
                  </a:lnTo>
                  <a:lnTo>
                    <a:pt x="2829120" y="935689"/>
                  </a:lnTo>
                  <a:lnTo>
                    <a:pt x="2829746" y="937137"/>
                  </a:lnTo>
                  <a:lnTo>
                    <a:pt x="2830373" y="938528"/>
                  </a:lnTo>
                  <a:lnTo>
                    <a:pt x="2830999" y="939897"/>
                  </a:lnTo>
                  <a:lnTo>
                    <a:pt x="2831626" y="941252"/>
                  </a:lnTo>
                  <a:lnTo>
                    <a:pt x="2832252" y="942583"/>
                  </a:lnTo>
                  <a:lnTo>
                    <a:pt x="2832879" y="943877"/>
                  </a:lnTo>
                  <a:lnTo>
                    <a:pt x="2833505" y="945182"/>
                  </a:lnTo>
                  <a:lnTo>
                    <a:pt x="2834132" y="946498"/>
                  </a:lnTo>
                  <a:lnTo>
                    <a:pt x="2834759" y="947849"/>
                  </a:lnTo>
                  <a:lnTo>
                    <a:pt x="2835385" y="949257"/>
                  </a:lnTo>
                  <a:lnTo>
                    <a:pt x="2836012" y="950736"/>
                  </a:lnTo>
                  <a:lnTo>
                    <a:pt x="2836638" y="952281"/>
                  </a:lnTo>
                  <a:lnTo>
                    <a:pt x="2837265" y="953889"/>
                  </a:lnTo>
                  <a:lnTo>
                    <a:pt x="2837891" y="955555"/>
                  </a:lnTo>
                  <a:lnTo>
                    <a:pt x="2838518" y="957275"/>
                  </a:lnTo>
                  <a:lnTo>
                    <a:pt x="2839144" y="959058"/>
                  </a:lnTo>
                  <a:lnTo>
                    <a:pt x="2839771" y="960880"/>
                  </a:lnTo>
                  <a:lnTo>
                    <a:pt x="2840398" y="962738"/>
                  </a:lnTo>
                  <a:lnTo>
                    <a:pt x="2841024" y="964620"/>
                  </a:lnTo>
                  <a:lnTo>
                    <a:pt x="2841651" y="966499"/>
                  </a:lnTo>
                  <a:lnTo>
                    <a:pt x="2842277" y="968371"/>
                  </a:lnTo>
                  <a:lnTo>
                    <a:pt x="2842904" y="970242"/>
                  </a:lnTo>
                  <a:lnTo>
                    <a:pt x="2843530" y="972064"/>
                  </a:lnTo>
                  <a:lnTo>
                    <a:pt x="2844157" y="973832"/>
                  </a:lnTo>
                  <a:lnTo>
                    <a:pt x="2844783" y="975517"/>
                  </a:lnTo>
                  <a:lnTo>
                    <a:pt x="2845410" y="977142"/>
                  </a:lnTo>
                  <a:lnTo>
                    <a:pt x="2846036" y="978709"/>
                  </a:lnTo>
                  <a:lnTo>
                    <a:pt x="2846663" y="980190"/>
                  </a:lnTo>
                  <a:lnTo>
                    <a:pt x="2847290" y="981586"/>
                  </a:lnTo>
                  <a:lnTo>
                    <a:pt x="2847916" y="982899"/>
                  </a:lnTo>
                  <a:lnTo>
                    <a:pt x="2848543" y="984107"/>
                  </a:lnTo>
                  <a:lnTo>
                    <a:pt x="2849169" y="985213"/>
                  </a:lnTo>
                  <a:lnTo>
                    <a:pt x="2849796" y="986238"/>
                  </a:lnTo>
                  <a:lnTo>
                    <a:pt x="2850422" y="987182"/>
                  </a:lnTo>
                  <a:lnTo>
                    <a:pt x="2851049" y="988043"/>
                  </a:lnTo>
                  <a:lnTo>
                    <a:pt x="2851675" y="988813"/>
                  </a:lnTo>
                  <a:lnTo>
                    <a:pt x="2852302" y="989435"/>
                  </a:lnTo>
                  <a:lnTo>
                    <a:pt x="2852929" y="989911"/>
                  </a:lnTo>
                  <a:lnTo>
                    <a:pt x="2853555" y="990287"/>
                  </a:lnTo>
                  <a:lnTo>
                    <a:pt x="2854182" y="990553"/>
                  </a:lnTo>
                  <a:lnTo>
                    <a:pt x="2854808" y="990708"/>
                  </a:lnTo>
                  <a:lnTo>
                    <a:pt x="2855435" y="990793"/>
                  </a:lnTo>
                  <a:lnTo>
                    <a:pt x="2856061" y="990840"/>
                  </a:lnTo>
                  <a:lnTo>
                    <a:pt x="2856688" y="990876"/>
                  </a:lnTo>
                  <a:lnTo>
                    <a:pt x="2857314" y="990892"/>
                  </a:lnTo>
                  <a:lnTo>
                    <a:pt x="2857941" y="990905"/>
                  </a:lnTo>
                  <a:lnTo>
                    <a:pt x="2858568" y="990927"/>
                  </a:lnTo>
                  <a:lnTo>
                    <a:pt x="2859194" y="990891"/>
                  </a:lnTo>
                  <a:lnTo>
                    <a:pt x="2859821" y="990776"/>
                  </a:lnTo>
                  <a:lnTo>
                    <a:pt x="2860447" y="990555"/>
                  </a:lnTo>
                  <a:lnTo>
                    <a:pt x="2861074" y="990221"/>
                  </a:lnTo>
                  <a:lnTo>
                    <a:pt x="2861700" y="989769"/>
                  </a:lnTo>
                  <a:lnTo>
                    <a:pt x="2862327" y="989193"/>
                  </a:lnTo>
                  <a:lnTo>
                    <a:pt x="2862953" y="988464"/>
                  </a:lnTo>
                  <a:lnTo>
                    <a:pt x="2863580" y="987588"/>
                  </a:lnTo>
                  <a:lnTo>
                    <a:pt x="2864207" y="986574"/>
                  </a:lnTo>
                  <a:lnTo>
                    <a:pt x="2864833" y="985399"/>
                  </a:lnTo>
                  <a:lnTo>
                    <a:pt x="2865460" y="984059"/>
                  </a:lnTo>
                  <a:lnTo>
                    <a:pt x="2866086" y="982558"/>
                  </a:lnTo>
                  <a:lnTo>
                    <a:pt x="2866713" y="980890"/>
                  </a:lnTo>
                  <a:lnTo>
                    <a:pt x="2867339" y="979042"/>
                  </a:lnTo>
                  <a:lnTo>
                    <a:pt x="2867966" y="976999"/>
                  </a:lnTo>
                  <a:lnTo>
                    <a:pt x="2868592" y="974782"/>
                  </a:lnTo>
                  <a:lnTo>
                    <a:pt x="2869219" y="972382"/>
                  </a:lnTo>
                  <a:lnTo>
                    <a:pt x="2869846" y="969782"/>
                  </a:lnTo>
                  <a:lnTo>
                    <a:pt x="2870472" y="967007"/>
                  </a:lnTo>
                  <a:lnTo>
                    <a:pt x="2871099" y="964087"/>
                  </a:lnTo>
                  <a:lnTo>
                    <a:pt x="2871725" y="961090"/>
                  </a:lnTo>
                  <a:lnTo>
                    <a:pt x="2872352" y="958036"/>
                  </a:lnTo>
                  <a:lnTo>
                    <a:pt x="2872978" y="954938"/>
                  </a:lnTo>
                  <a:lnTo>
                    <a:pt x="2873605" y="951827"/>
                  </a:lnTo>
                  <a:lnTo>
                    <a:pt x="2874231" y="948699"/>
                  </a:lnTo>
                  <a:lnTo>
                    <a:pt x="2874858" y="945531"/>
                  </a:lnTo>
                  <a:lnTo>
                    <a:pt x="2875485" y="942346"/>
                  </a:lnTo>
                  <a:lnTo>
                    <a:pt x="2876111" y="939136"/>
                  </a:lnTo>
                  <a:lnTo>
                    <a:pt x="2876738" y="935956"/>
                  </a:lnTo>
                  <a:lnTo>
                    <a:pt x="2877364" y="932780"/>
                  </a:lnTo>
                  <a:lnTo>
                    <a:pt x="2877991" y="929607"/>
                  </a:lnTo>
                  <a:lnTo>
                    <a:pt x="2878617" y="926461"/>
                  </a:lnTo>
                  <a:lnTo>
                    <a:pt x="2879244" y="923346"/>
                  </a:lnTo>
                  <a:lnTo>
                    <a:pt x="2879870" y="920228"/>
                  </a:lnTo>
                  <a:lnTo>
                    <a:pt x="2880497" y="917085"/>
                  </a:lnTo>
                  <a:lnTo>
                    <a:pt x="2881124" y="913887"/>
                  </a:lnTo>
                  <a:lnTo>
                    <a:pt x="2881750" y="910624"/>
                  </a:lnTo>
                  <a:lnTo>
                    <a:pt x="2882377" y="907293"/>
                  </a:lnTo>
                  <a:lnTo>
                    <a:pt x="2883003" y="903889"/>
                  </a:lnTo>
                  <a:lnTo>
                    <a:pt x="2883630" y="900421"/>
                  </a:lnTo>
                  <a:lnTo>
                    <a:pt x="2884256" y="896942"/>
                  </a:lnTo>
                  <a:lnTo>
                    <a:pt x="2884883" y="893456"/>
                  </a:lnTo>
                  <a:lnTo>
                    <a:pt x="2885509" y="889961"/>
                  </a:lnTo>
                  <a:lnTo>
                    <a:pt x="2886136" y="886459"/>
                  </a:lnTo>
                  <a:lnTo>
                    <a:pt x="2886763" y="882993"/>
                  </a:lnTo>
                  <a:lnTo>
                    <a:pt x="2887389" y="879526"/>
                  </a:lnTo>
                  <a:lnTo>
                    <a:pt x="2888016" y="876061"/>
                  </a:lnTo>
                  <a:lnTo>
                    <a:pt x="2888642" y="872616"/>
                  </a:lnTo>
                  <a:lnTo>
                    <a:pt x="2889269" y="869218"/>
                  </a:lnTo>
                  <a:lnTo>
                    <a:pt x="2889895" y="865869"/>
                  </a:lnTo>
                  <a:lnTo>
                    <a:pt x="2890522" y="862576"/>
                  </a:lnTo>
                  <a:lnTo>
                    <a:pt x="2891148" y="859325"/>
                  </a:lnTo>
                  <a:lnTo>
                    <a:pt x="2891775" y="856122"/>
                  </a:lnTo>
                  <a:lnTo>
                    <a:pt x="2892402" y="852975"/>
                  </a:lnTo>
                  <a:lnTo>
                    <a:pt x="2893028" y="849896"/>
                  </a:lnTo>
                  <a:lnTo>
                    <a:pt x="2893655" y="846904"/>
                  </a:lnTo>
                  <a:lnTo>
                    <a:pt x="2894281" y="844005"/>
                  </a:lnTo>
                  <a:lnTo>
                    <a:pt x="2894908" y="841243"/>
                  </a:lnTo>
                  <a:lnTo>
                    <a:pt x="2895534" y="838645"/>
                  </a:lnTo>
                  <a:lnTo>
                    <a:pt x="2896161" y="836178"/>
                  </a:lnTo>
                  <a:lnTo>
                    <a:pt x="2896787" y="833882"/>
                  </a:lnTo>
                  <a:lnTo>
                    <a:pt x="2897414" y="831730"/>
                  </a:lnTo>
                  <a:lnTo>
                    <a:pt x="2898041" y="829682"/>
                  </a:lnTo>
                  <a:lnTo>
                    <a:pt x="2898667" y="827726"/>
                  </a:lnTo>
                  <a:lnTo>
                    <a:pt x="2899294" y="825856"/>
                  </a:lnTo>
                  <a:lnTo>
                    <a:pt x="2899920" y="824092"/>
                  </a:lnTo>
                  <a:lnTo>
                    <a:pt x="2900547" y="822448"/>
                  </a:lnTo>
                  <a:lnTo>
                    <a:pt x="2901173" y="820906"/>
                  </a:lnTo>
                  <a:lnTo>
                    <a:pt x="2901800" y="819476"/>
                  </a:lnTo>
                  <a:lnTo>
                    <a:pt x="2902426" y="818151"/>
                  </a:lnTo>
                  <a:lnTo>
                    <a:pt x="2903053" y="816892"/>
                  </a:lnTo>
                  <a:lnTo>
                    <a:pt x="2903680" y="815693"/>
                  </a:lnTo>
                  <a:lnTo>
                    <a:pt x="2904306" y="814544"/>
                  </a:lnTo>
                  <a:lnTo>
                    <a:pt x="2904933" y="813442"/>
                  </a:lnTo>
                  <a:lnTo>
                    <a:pt x="2905559" y="812360"/>
                  </a:lnTo>
                  <a:lnTo>
                    <a:pt x="2906186" y="811304"/>
                  </a:lnTo>
                  <a:lnTo>
                    <a:pt x="2906812" y="810277"/>
                  </a:lnTo>
                  <a:lnTo>
                    <a:pt x="2907439" y="809309"/>
                  </a:lnTo>
                  <a:lnTo>
                    <a:pt x="2908065" y="808377"/>
                  </a:lnTo>
                  <a:lnTo>
                    <a:pt x="2908692" y="807453"/>
                  </a:lnTo>
                  <a:lnTo>
                    <a:pt x="2909319" y="806548"/>
                  </a:lnTo>
                  <a:lnTo>
                    <a:pt x="2909945" y="805657"/>
                  </a:lnTo>
                  <a:lnTo>
                    <a:pt x="2910572" y="804764"/>
                  </a:lnTo>
                  <a:lnTo>
                    <a:pt x="2911198" y="803880"/>
                  </a:lnTo>
                  <a:lnTo>
                    <a:pt x="2911825" y="803029"/>
                  </a:lnTo>
                  <a:lnTo>
                    <a:pt x="2912451" y="802233"/>
                  </a:lnTo>
                  <a:lnTo>
                    <a:pt x="2913078" y="801519"/>
                  </a:lnTo>
                  <a:lnTo>
                    <a:pt x="2913704" y="800905"/>
                  </a:lnTo>
                  <a:lnTo>
                    <a:pt x="2914331" y="800386"/>
                  </a:lnTo>
                  <a:lnTo>
                    <a:pt x="2914958" y="800016"/>
                  </a:lnTo>
                  <a:lnTo>
                    <a:pt x="2915584" y="799812"/>
                  </a:lnTo>
                  <a:lnTo>
                    <a:pt x="2916211" y="799744"/>
                  </a:lnTo>
                  <a:lnTo>
                    <a:pt x="2916837" y="799826"/>
                  </a:lnTo>
                  <a:lnTo>
                    <a:pt x="2917464" y="800078"/>
                  </a:lnTo>
                  <a:lnTo>
                    <a:pt x="2918090" y="800474"/>
                  </a:lnTo>
                  <a:lnTo>
                    <a:pt x="2918717" y="800982"/>
                  </a:lnTo>
                  <a:lnTo>
                    <a:pt x="2919343" y="801600"/>
                  </a:lnTo>
                  <a:lnTo>
                    <a:pt x="2919970" y="802352"/>
                  </a:lnTo>
                  <a:lnTo>
                    <a:pt x="2920597" y="803219"/>
                  </a:lnTo>
                  <a:lnTo>
                    <a:pt x="2921223" y="804194"/>
                  </a:lnTo>
                  <a:lnTo>
                    <a:pt x="2921850" y="805305"/>
                  </a:lnTo>
                  <a:lnTo>
                    <a:pt x="2922476" y="806546"/>
                  </a:lnTo>
                  <a:lnTo>
                    <a:pt x="2923103" y="807980"/>
                  </a:lnTo>
                  <a:lnTo>
                    <a:pt x="2923729" y="809605"/>
                  </a:lnTo>
                  <a:lnTo>
                    <a:pt x="2924356" y="811435"/>
                  </a:lnTo>
                  <a:lnTo>
                    <a:pt x="2924982" y="813401"/>
                  </a:lnTo>
                  <a:lnTo>
                    <a:pt x="2925609" y="815481"/>
                  </a:lnTo>
                  <a:lnTo>
                    <a:pt x="2926236" y="817665"/>
                  </a:lnTo>
                  <a:lnTo>
                    <a:pt x="2926862" y="819907"/>
                  </a:lnTo>
                  <a:lnTo>
                    <a:pt x="2927489" y="822167"/>
                  </a:lnTo>
                  <a:lnTo>
                    <a:pt x="2928115" y="824490"/>
                  </a:lnTo>
                  <a:lnTo>
                    <a:pt x="2928742" y="826869"/>
                  </a:lnTo>
                  <a:lnTo>
                    <a:pt x="2929368" y="829282"/>
                  </a:lnTo>
                  <a:lnTo>
                    <a:pt x="2929995" y="831748"/>
                  </a:lnTo>
                  <a:lnTo>
                    <a:pt x="2930621" y="834286"/>
                  </a:lnTo>
                  <a:lnTo>
                    <a:pt x="2931248" y="836876"/>
                  </a:lnTo>
                  <a:lnTo>
                    <a:pt x="2931875" y="839512"/>
                  </a:lnTo>
                  <a:lnTo>
                    <a:pt x="2932501" y="842178"/>
                  </a:lnTo>
                  <a:lnTo>
                    <a:pt x="2933128" y="844889"/>
                  </a:lnTo>
                  <a:lnTo>
                    <a:pt x="2933754" y="847619"/>
                  </a:lnTo>
                  <a:lnTo>
                    <a:pt x="2934381" y="850368"/>
                  </a:lnTo>
                  <a:lnTo>
                    <a:pt x="2935007" y="853149"/>
                  </a:lnTo>
                  <a:lnTo>
                    <a:pt x="2935634" y="855928"/>
                  </a:lnTo>
                  <a:lnTo>
                    <a:pt x="2936260" y="858682"/>
                  </a:lnTo>
                  <a:lnTo>
                    <a:pt x="2936887" y="861425"/>
                  </a:lnTo>
                  <a:lnTo>
                    <a:pt x="2937514" y="864161"/>
                  </a:lnTo>
                  <a:lnTo>
                    <a:pt x="2938140" y="866879"/>
                  </a:lnTo>
                  <a:lnTo>
                    <a:pt x="2938767" y="869598"/>
                  </a:lnTo>
                  <a:lnTo>
                    <a:pt x="2939393" y="872290"/>
                  </a:lnTo>
                  <a:lnTo>
                    <a:pt x="2940020" y="874999"/>
                  </a:lnTo>
                  <a:lnTo>
                    <a:pt x="2940646" y="877739"/>
                  </a:lnTo>
                  <a:lnTo>
                    <a:pt x="2941273" y="880456"/>
                  </a:lnTo>
                  <a:lnTo>
                    <a:pt x="2941899" y="883130"/>
                  </a:lnTo>
                  <a:lnTo>
                    <a:pt x="2942526" y="885791"/>
                  </a:lnTo>
                  <a:lnTo>
                    <a:pt x="2943153" y="888469"/>
                  </a:lnTo>
                  <a:lnTo>
                    <a:pt x="2943779" y="891147"/>
                  </a:lnTo>
                  <a:lnTo>
                    <a:pt x="2944406" y="893837"/>
                  </a:lnTo>
                  <a:lnTo>
                    <a:pt x="2945032" y="896544"/>
                  </a:lnTo>
                  <a:lnTo>
                    <a:pt x="2945659" y="899228"/>
                  </a:lnTo>
                  <a:lnTo>
                    <a:pt x="2946285" y="901883"/>
                  </a:lnTo>
                  <a:lnTo>
                    <a:pt x="2946912" y="904456"/>
                  </a:lnTo>
                  <a:lnTo>
                    <a:pt x="2947538" y="906937"/>
                  </a:lnTo>
                  <a:lnTo>
                    <a:pt x="2948165" y="909318"/>
                  </a:lnTo>
                  <a:lnTo>
                    <a:pt x="2948792" y="911586"/>
                  </a:lnTo>
                  <a:lnTo>
                    <a:pt x="2949418" y="913692"/>
                  </a:lnTo>
                  <a:lnTo>
                    <a:pt x="2950045" y="915656"/>
                  </a:lnTo>
                  <a:lnTo>
                    <a:pt x="2950671" y="917490"/>
                  </a:lnTo>
                  <a:lnTo>
                    <a:pt x="2951298" y="919185"/>
                  </a:lnTo>
                  <a:lnTo>
                    <a:pt x="2951924" y="920716"/>
                  </a:lnTo>
                  <a:lnTo>
                    <a:pt x="2952551" y="922072"/>
                  </a:lnTo>
                  <a:lnTo>
                    <a:pt x="2953177" y="923251"/>
                  </a:lnTo>
                  <a:lnTo>
                    <a:pt x="2953804" y="924253"/>
                  </a:lnTo>
                  <a:lnTo>
                    <a:pt x="2954431" y="925120"/>
                  </a:lnTo>
                  <a:lnTo>
                    <a:pt x="2955057" y="925845"/>
                  </a:lnTo>
                  <a:lnTo>
                    <a:pt x="2955684" y="926436"/>
                  </a:lnTo>
                  <a:lnTo>
                    <a:pt x="2956310" y="926837"/>
                  </a:lnTo>
                  <a:lnTo>
                    <a:pt x="2956937" y="927075"/>
                  </a:lnTo>
                  <a:lnTo>
                    <a:pt x="2957563" y="927142"/>
                  </a:lnTo>
                  <a:lnTo>
                    <a:pt x="2958190" y="927009"/>
                  </a:lnTo>
                  <a:lnTo>
                    <a:pt x="2958816" y="926695"/>
                  </a:lnTo>
                  <a:lnTo>
                    <a:pt x="2959443" y="926186"/>
                  </a:lnTo>
                  <a:lnTo>
                    <a:pt x="2960070" y="925462"/>
                  </a:lnTo>
                  <a:lnTo>
                    <a:pt x="2960696" y="924545"/>
                  </a:lnTo>
                  <a:lnTo>
                    <a:pt x="2961323" y="923462"/>
                  </a:lnTo>
                  <a:lnTo>
                    <a:pt x="2961949" y="922231"/>
                  </a:lnTo>
                  <a:lnTo>
                    <a:pt x="2962576" y="920847"/>
                  </a:lnTo>
                  <a:lnTo>
                    <a:pt x="2963202" y="919309"/>
                  </a:lnTo>
                  <a:lnTo>
                    <a:pt x="2963829" y="917619"/>
                  </a:lnTo>
                  <a:lnTo>
                    <a:pt x="2964455" y="915760"/>
                  </a:lnTo>
                  <a:lnTo>
                    <a:pt x="2965082" y="913729"/>
                  </a:lnTo>
                  <a:lnTo>
                    <a:pt x="2965709" y="911581"/>
                  </a:lnTo>
                  <a:lnTo>
                    <a:pt x="2966335" y="909327"/>
                  </a:lnTo>
                  <a:lnTo>
                    <a:pt x="2966962" y="906993"/>
                  </a:lnTo>
                  <a:lnTo>
                    <a:pt x="2967588" y="904605"/>
                  </a:lnTo>
                  <a:lnTo>
                    <a:pt x="2968215" y="902212"/>
                  </a:lnTo>
                  <a:lnTo>
                    <a:pt x="2968841" y="899824"/>
                  </a:lnTo>
                  <a:lnTo>
                    <a:pt x="2969468" y="897462"/>
                  </a:lnTo>
                  <a:lnTo>
                    <a:pt x="2970094" y="895138"/>
                  </a:lnTo>
                  <a:lnTo>
                    <a:pt x="2970721" y="892856"/>
                  </a:lnTo>
                  <a:lnTo>
                    <a:pt x="2971348" y="890616"/>
                  </a:lnTo>
                  <a:lnTo>
                    <a:pt x="2971974" y="888402"/>
                  </a:lnTo>
                  <a:lnTo>
                    <a:pt x="2972601" y="886208"/>
                  </a:lnTo>
                  <a:lnTo>
                    <a:pt x="2973227" y="884094"/>
                  </a:lnTo>
                  <a:lnTo>
                    <a:pt x="2973854" y="882082"/>
                  </a:lnTo>
                  <a:lnTo>
                    <a:pt x="2974480" y="880165"/>
                  </a:lnTo>
                  <a:lnTo>
                    <a:pt x="2975107" y="878308"/>
                  </a:lnTo>
                  <a:lnTo>
                    <a:pt x="2975733" y="876525"/>
                  </a:lnTo>
                  <a:lnTo>
                    <a:pt x="2976360" y="874811"/>
                  </a:lnTo>
                  <a:lnTo>
                    <a:pt x="2976987" y="873157"/>
                  </a:lnTo>
                  <a:lnTo>
                    <a:pt x="2977613" y="871556"/>
                  </a:lnTo>
                  <a:lnTo>
                    <a:pt x="2978240" y="869986"/>
                  </a:lnTo>
                  <a:lnTo>
                    <a:pt x="2978866" y="868440"/>
                  </a:lnTo>
                  <a:lnTo>
                    <a:pt x="2979493" y="866915"/>
                  </a:lnTo>
                  <a:lnTo>
                    <a:pt x="2980119" y="865407"/>
                  </a:lnTo>
                  <a:lnTo>
                    <a:pt x="2980746" y="863914"/>
                  </a:lnTo>
                  <a:lnTo>
                    <a:pt x="2981372" y="862447"/>
                  </a:lnTo>
                  <a:lnTo>
                    <a:pt x="2981999" y="861002"/>
                  </a:lnTo>
                  <a:lnTo>
                    <a:pt x="2982626" y="859540"/>
                  </a:lnTo>
                  <a:lnTo>
                    <a:pt x="2983252" y="858059"/>
                  </a:lnTo>
                  <a:lnTo>
                    <a:pt x="2983879" y="856557"/>
                  </a:lnTo>
                  <a:lnTo>
                    <a:pt x="2984505" y="855058"/>
                  </a:lnTo>
                  <a:lnTo>
                    <a:pt x="2985132" y="853569"/>
                  </a:lnTo>
                  <a:lnTo>
                    <a:pt x="2985758" y="852046"/>
                  </a:lnTo>
                  <a:lnTo>
                    <a:pt x="2986385" y="850473"/>
                  </a:lnTo>
                  <a:lnTo>
                    <a:pt x="2987011" y="848824"/>
                  </a:lnTo>
                  <a:lnTo>
                    <a:pt x="2987638" y="847142"/>
                  </a:lnTo>
                  <a:lnTo>
                    <a:pt x="2988265" y="845496"/>
                  </a:lnTo>
                  <a:lnTo>
                    <a:pt x="2988891" y="843878"/>
                  </a:lnTo>
                  <a:lnTo>
                    <a:pt x="2989518" y="842295"/>
                  </a:lnTo>
                  <a:lnTo>
                    <a:pt x="2990144" y="840777"/>
                  </a:lnTo>
                  <a:lnTo>
                    <a:pt x="2990771" y="839290"/>
                  </a:lnTo>
                  <a:lnTo>
                    <a:pt x="2991397" y="837829"/>
                  </a:lnTo>
                  <a:lnTo>
                    <a:pt x="2992024" y="836439"/>
                  </a:lnTo>
                  <a:lnTo>
                    <a:pt x="2992650" y="835105"/>
                  </a:lnTo>
                  <a:lnTo>
                    <a:pt x="2993277" y="833823"/>
                  </a:lnTo>
                  <a:lnTo>
                    <a:pt x="2993904" y="832586"/>
                  </a:lnTo>
                  <a:lnTo>
                    <a:pt x="2994530" y="831374"/>
                  </a:lnTo>
                  <a:lnTo>
                    <a:pt x="2995157" y="830194"/>
                  </a:lnTo>
                  <a:lnTo>
                    <a:pt x="2995783" y="829021"/>
                  </a:lnTo>
                  <a:lnTo>
                    <a:pt x="2996410" y="827864"/>
                  </a:lnTo>
                  <a:lnTo>
                    <a:pt x="2997036" y="826734"/>
                  </a:lnTo>
                  <a:lnTo>
                    <a:pt x="2997663" y="825591"/>
                  </a:lnTo>
                  <a:lnTo>
                    <a:pt x="2998289" y="824440"/>
                  </a:lnTo>
                  <a:lnTo>
                    <a:pt x="2998916" y="823292"/>
                  </a:lnTo>
                  <a:lnTo>
                    <a:pt x="2999543" y="822121"/>
                  </a:lnTo>
                  <a:lnTo>
                    <a:pt x="3000169" y="820913"/>
                  </a:lnTo>
                  <a:lnTo>
                    <a:pt x="3000796" y="819670"/>
                  </a:lnTo>
                  <a:lnTo>
                    <a:pt x="3001422" y="818364"/>
                  </a:lnTo>
                  <a:lnTo>
                    <a:pt x="3002049" y="816960"/>
                  </a:lnTo>
                  <a:lnTo>
                    <a:pt x="3002675" y="815435"/>
                  </a:lnTo>
                  <a:lnTo>
                    <a:pt x="3003302" y="813797"/>
                  </a:lnTo>
                  <a:lnTo>
                    <a:pt x="3003928" y="812101"/>
                  </a:lnTo>
                  <a:lnTo>
                    <a:pt x="3004555" y="810380"/>
                  </a:lnTo>
                  <a:lnTo>
                    <a:pt x="3005182" y="808641"/>
                  </a:lnTo>
                  <a:lnTo>
                    <a:pt x="3005808" y="806903"/>
                  </a:lnTo>
                  <a:lnTo>
                    <a:pt x="3006435" y="805173"/>
                  </a:lnTo>
                  <a:lnTo>
                    <a:pt x="3007061" y="803433"/>
                  </a:lnTo>
                  <a:lnTo>
                    <a:pt x="3007688" y="801664"/>
                  </a:lnTo>
                  <a:lnTo>
                    <a:pt x="3008314" y="799872"/>
                  </a:lnTo>
                  <a:lnTo>
                    <a:pt x="3008941" y="798066"/>
                  </a:lnTo>
                  <a:lnTo>
                    <a:pt x="3009567" y="796289"/>
                  </a:lnTo>
                  <a:lnTo>
                    <a:pt x="3010194" y="794557"/>
                  </a:lnTo>
                  <a:lnTo>
                    <a:pt x="3010821" y="792896"/>
                  </a:lnTo>
                  <a:lnTo>
                    <a:pt x="3011447" y="791294"/>
                  </a:lnTo>
                  <a:lnTo>
                    <a:pt x="3012074" y="789778"/>
                  </a:lnTo>
                  <a:lnTo>
                    <a:pt x="3012700" y="788337"/>
                  </a:lnTo>
                  <a:lnTo>
                    <a:pt x="3013327" y="786976"/>
                  </a:lnTo>
                  <a:lnTo>
                    <a:pt x="3013953" y="785699"/>
                  </a:lnTo>
                  <a:lnTo>
                    <a:pt x="3014580" y="784513"/>
                  </a:lnTo>
                  <a:lnTo>
                    <a:pt x="3015206" y="783408"/>
                  </a:lnTo>
                  <a:lnTo>
                    <a:pt x="3015833" y="782378"/>
                  </a:lnTo>
                  <a:lnTo>
                    <a:pt x="3016460" y="781424"/>
                  </a:lnTo>
                  <a:lnTo>
                    <a:pt x="3017086" y="780531"/>
                  </a:lnTo>
                  <a:lnTo>
                    <a:pt x="3017713" y="779699"/>
                  </a:lnTo>
                  <a:lnTo>
                    <a:pt x="3018339" y="778909"/>
                  </a:lnTo>
                  <a:lnTo>
                    <a:pt x="3018966" y="778198"/>
                  </a:lnTo>
                  <a:lnTo>
                    <a:pt x="3019592" y="777522"/>
                  </a:lnTo>
                  <a:lnTo>
                    <a:pt x="3020219" y="776860"/>
                  </a:lnTo>
                  <a:lnTo>
                    <a:pt x="3020845" y="776253"/>
                  </a:lnTo>
                  <a:lnTo>
                    <a:pt x="3021472" y="775702"/>
                  </a:lnTo>
                  <a:lnTo>
                    <a:pt x="3022099" y="775190"/>
                  </a:lnTo>
                  <a:lnTo>
                    <a:pt x="3022725" y="774731"/>
                  </a:lnTo>
                  <a:lnTo>
                    <a:pt x="3023352" y="774337"/>
                  </a:lnTo>
                  <a:lnTo>
                    <a:pt x="3023978" y="773967"/>
                  </a:lnTo>
                  <a:lnTo>
                    <a:pt x="3024605" y="773619"/>
                  </a:lnTo>
                  <a:lnTo>
                    <a:pt x="3025231" y="773272"/>
                  </a:lnTo>
                  <a:lnTo>
                    <a:pt x="3025858" y="772938"/>
                  </a:lnTo>
                  <a:lnTo>
                    <a:pt x="3026484" y="772623"/>
                  </a:lnTo>
                  <a:lnTo>
                    <a:pt x="3027111" y="772341"/>
                  </a:lnTo>
                  <a:lnTo>
                    <a:pt x="3027738" y="772138"/>
                  </a:lnTo>
                  <a:lnTo>
                    <a:pt x="3028364" y="771988"/>
                  </a:lnTo>
                  <a:lnTo>
                    <a:pt x="3028991" y="771871"/>
                  </a:lnTo>
                  <a:lnTo>
                    <a:pt x="3029617" y="771768"/>
                  </a:lnTo>
                  <a:lnTo>
                    <a:pt x="3030244" y="771643"/>
                  </a:lnTo>
                  <a:lnTo>
                    <a:pt x="3030870" y="771469"/>
                  </a:lnTo>
                  <a:lnTo>
                    <a:pt x="3031497" y="771261"/>
                  </a:lnTo>
                  <a:lnTo>
                    <a:pt x="3032123" y="771019"/>
                  </a:lnTo>
                  <a:lnTo>
                    <a:pt x="3032750" y="770715"/>
                  </a:lnTo>
                  <a:lnTo>
                    <a:pt x="3033377" y="770369"/>
                  </a:lnTo>
                  <a:lnTo>
                    <a:pt x="3034003" y="769999"/>
                  </a:lnTo>
                  <a:lnTo>
                    <a:pt x="3034630" y="769635"/>
                  </a:lnTo>
                  <a:lnTo>
                    <a:pt x="3035256" y="769259"/>
                  </a:lnTo>
                  <a:lnTo>
                    <a:pt x="3035883" y="768831"/>
                  </a:lnTo>
                  <a:lnTo>
                    <a:pt x="3036509" y="768329"/>
                  </a:lnTo>
                  <a:lnTo>
                    <a:pt x="3037136" y="767690"/>
                  </a:lnTo>
                  <a:lnTo>
                    <a:pt x="3037762" y="766898"/>
                  </a:lnTo>
                  <a:lnTo>
                    <a:pt x="3038389" y="765946"/>
                  </a:lnTo>
                  <a:lnTo>
                    <a:pt x="3039016" y="764869"/>
                  </a:lnTo>
                  <a:lnTo>
                    <a:pt x="3039642" y="763677"/>
                  </a:lnTo>
                  <a:lnTo>
                    <a:pt x="3040269" y="762360"/>
                  </a:lnTo>
                  <a:lnTo>
                    <a:pt x="3040895" y="760908"/>
                  </a:lnTo>
                  <a:lnTo>
                    <a:pt x="3041522" y="759332"/>
                  </a:lnTo>
                  <a:lnTo>
                    <a:pt x="3042148" y="757630"/>
                  </a:lnTo>
                  <a:lnTo>
                    <a:pt x="3042775" y="755798"/>
                  </a:lnTo>
                  <a:lnTo>
                    <a:pt x="3043401" y="753839"/>
                  </a:lnTo>
                  <a:lnTo>
                    <a:pt x="3044028" y="751732"/>
                  </a:lnTo>
                  <a:lnTo>
                    <a:pt x="3044655" y="749495"/>
                  </a:lnTo>
                  <a:lnTo>
                    <a:pt x="3045281" y="747146"/>
                  </a:lnTo>
                  <a:lnTo>
                    <a:pt x="3045908" y="744697"/>
                  </a:lnTo>
                  <a:lnTo>
                    <a:pt x="3046534" y="742186"/>
                  </a:lnTo>
                  <a:lnTo>
                    <a:pt x="3047161" y="739627"/>
                  </a:lnTo>
                  <a:lnTo>
                    <a:pt x="3047787" y="737024"/>
                  </a:lnTo>
                  <a:lnTo>
                    <a:pt x="3048414" y="734367"/>
                  </a:lnTo>
                  <a:lnTo>
                    <a:pt x="3049040" y="731657"/>
                  </a:lnTo>
                  <a:lnTo>
                    <a:pt x="3049667" y="728932"/>
                  </a:lnTo>
                  <a:lnTo>
                    <a:pt x="3050294" y="726212"/>
                  </a:lnTo>
                  <a:lnTo>
                    <a:pt x="3050920" y="723483"/>
                  </a:lnTo>
                  <a:lnTo>
                    <a:pt x="3051547" y="720761"/>
                  </a:lnTo>
                  <a:lnTo>
                    <a:pt x="3052173" y="718039"/>
                  </a:lnTo>
                  <a:lnTo>
                    <a:pt x="3052800" y="715323"/>
                  </a:lnTo>
                  <a:lnTo>
                    <a:pt x="3053426" y="712645"/>
                  </a:lnTo>
                  <a:lnTo>
                    <a:pt x="3054053" y="710031"/>
                  </a:lnTo>
                  <a:lnTo>
                    <a:pt x="3054679" y="707477"/>
                  </a:lnTo>
                  <a:lnTo>
                    <a:pt x="3055306" y="704986"/>
                  </a:lnTo>
                  <a:lnTo>
                    <a:pt x="3055933" y="702571"/>
                  </a:lnTo>
                  <a:lnTo>
                    <a:pt x="3056559" y="700251"/>
                  </a:lnTo>
                  <a:lnTo>
                    <a:pt x="3057186" y="698086"/>
                  </a:lnTo>
                  <a:lnTo>
                    <a:pt x="3057812" y="696057"/>
                  </a:lnTo>
                  <a:lnTo>
                    <a:pt x="3058439" y="694191"/>
                  </a:lnTo>
                  <a:lnTo>
                    <a:pt x="3059065" y="692485"/>
                  </a:lnTo>
                  <a:lnTo>
                    <a:pt x="3059692" y="690902"/>
                  </a:lnTo>
                  <a:lnTo>
                    <a:pt x="3060318" y="689460"/>
                  </a:lnTo>
                  <a:lnTo>
                    <a:pt x="3060945" y="688184"/>
                  </a:lnTo>
                  <a:lnTo>
                    <a:pt x="3061572" y="687063"/>
                  </a:lnTo>
                  <a:lnTo>
                    <a:pt x="3062198" y="686091"/>
                  </a:lnTo>
                  <a:lnTo>
                    <a:pt x="3062825" y="685246"/>
                  </a:lnTo>
                  <a:lnTo>
                    <a:pt x="3063451" y="684524"/>
                  </a:lnTo>
                  <a:lnTo>
                    <a:pt x="3064078" y="683916"/>
                  </a:lnTo>
                  <a:lnTo>
                    <a:pt x="3064704" y="683447"/>
                  </a:lnTo>
                  <a:lnTo>
                    <a:pt x="3065331" y="683103"/>
                  </a:lnTo>
                  <a:lnTo>
                    <a:pt x="3065957" y="682856"/>
                  </a:lnTo>
                  <a:lnTo>
                    <a:pt x="3066584" y="682672"/>
                  </a:lnTo>
                  <a:lnTo>
                    <a:pt x="3067211" y="682550"/>
                  </a:lnTo>
                  <a:lnTo>
                    <a:pt x="3067837" y="682458"/>
                  </a:lnTo>
                  <a:lnTo>
                    <a:pt x="3068464" y="682368"/>
                  </a:lnTo>
                  <a:lnTo>
                    <a:pt x="3069090" y="682315"/>
                  </a:lnTo>
                  <a:lnTo>
                    <a:pt x="3069717" y="682320"/>
                  </a:lnTo>
                  <a:lnTo>
                    <a:pt x="3070343" y="682393"/>
                  </a:lnTo>
                  <a:lnTo>
                    <a:pt x="3070970" y="682546"/>
                  </a:lnTo>
                  <a:lnTo>
                    <a:pt x="3071596" y="682801"/>
                  </a:lnTo>
                  <a:lnTo>
                    <a:pt x="3072223" y="683151"/>
                  </a:lnTo>
                  <a:lnTo>
                    <a:pt x="3072850" y="683592"/>
                  </a:lnTo>
                  <a:lnTo>
                    <a:pt x="3073476" y="684092"/>
                  </a:lnTo>
                  <a:lnTo>
                    <a:pt x="3074103" y="684667"/>
                  </a:lnTo>
                  <a:lnTo>
                    <a:pt x="3074729" y="685315"/>
                  </a:lnTo>
                  <a:lnTo>
                    <a:pt x="3075356" y="686067"/>
                  </a:lnTo>
                  <a:lnTo>
                    <a:pt x="3075982" y="686909"/>
                  </a:lnTo>
                  <a:lnTo>
                    <a:pt x="3076609" y="687837"/>
                  </a:lnTo>
                  <a:lnTo>
                    <a:pt x="3077235" y="688846"/>
                  </a:lnTo>
                  <a:lnTo>
                    <a:pt x="3077862" y="689916"/>
                  </a:lnTo>
                  <a:lnTo>
                    <a:pt x="3078489" y="691018"/>
                  </a:lnTo>
                  <a:lnTo>
                    <a:pt x="3079115" y="692145"/>
                  </a:lnTo>
                  <a:lnTo>
                    <a:pt x="3079742" y="693280"/>
                  </a:lnTo>
                  <a:lnTo>
                    <a:pt x="3080368" y="694427"/>
                  </a:lnTo>
                  <a:lnTo>
                    <a:pt x="3080995" y="695599"/>
                  </a:lnTo>
                  <a:lnTo>
                    <a:pt x="3081621" y="696771"/>
                  </a:lnTo>
                  <a:lnTo>
                    <a:pt x="3082248" y="697956"/>
                  </a:lnTo>
                  <a:lnTo>
                    <a:pt x="3082874" y="699136"/>
                  </a:lnTo>
                  <a:lnTo>
                    <a:pt x="3083501" y="700274"/>
                  </a:lnTo>
                  <a:lnTo>
                    <a:pt x="3084127" y="701358"/>
                  </a:lnTo>
                  <a:lnTo>
                    <a:pt x="3084754" y="702365"/>
                  </a:lnTo>
                  <a:lnTo>
                    <a:pt x="3085381" y="703280"/>
                  </a:lnTo>
                  <a:lnTo>
                    <a:pt x="3086007" y="704085"/>
                  </a:lnTo>
                  <a:lnTo>
                    <a:pt x="3086634" y="704816"/>
                  </a:lnTo>
                  <a:lnTo>
                    <a:pt x="3087260" y="705475"/>
                  </a:lnTo>
                  <a:lnTo>
                    <a:pt x="3087887" y="706081"/>
                  </a:lnTo>
                  <a:lnTo>
                    <a:pt x="3088513" y="706591"/>
                  </a:lnTo>
                  <a:lnTo>
                    <a:pt x="3089140" y="706994"/>
                  </a:lnTo>
                  <a:lnTo>
                    <a:pt x="3089766" y="707280"/>
                  </a:lnTo>
                  <a:lnTo>
                    <a:pt x="3090393" y="707412"/>
                  </a:lnTo>
                  <a:lnTo>
                    <a:pt x="3091020" y="707390"/>
                  </a:lnTo>
                  <a:lnTo>
                    <a:pt x="3091646" y="707211"/>
                  </a:lnTo>
                  <a:lnTo>
                    <a:pt x="3092273" y="706880"/>
                  </a:lnTo>
                  <a:lnTo>
                    <a:pt x="3092899" y="706406"/>
                  </a:lnTo>
                  <a:lnTo>
                    <a:pt x="3093526" y="705818"/>
                  </a:lnTo>
                  <a:lnTo>
                    <a:pt x="3094152" y="705144"/>
                  </a:lnTo>
                  <a:lnTo>
                    <a:pt x="3094779" y="704380"/>
                  </a:lnTo>
                  <a:lnTo>
                    <a:pt x="3095405" y="703551"/>
                  </a:lnTo>
                  <a:lnTo>
                    <a:pt x="3096032" y="702635"/>
                  </a:lnTo>
                  <a:lnTo>
                    <a:pt x="3096659" y="701616"/>
                  </a:lnTo>
                  <a:lnTo>
                    <a:pt x="3097285" y="700490"/>
                  </a:lnTo>
                  <a:lnTo>
                    <a:pt x="3097912" y="699278"/>
                  </a:lnTo>
                  <a:lnTo>
                    <a:pt x="3098538" y="697970"/>
                  </a:lnTo>
                  <a:lnTo>
                    <a:pt x="3099165" y="696568"/>
                  </a:lnTo>
                  <a:lnTo>
                    <a:pt x="3099791" y="695104"/>
                  </a:lnTo>
                  <a:lnTo>
                    <a:pt x="3100418" y="693609"/>
                  </a:lnTo>
                  <a:lnTo>
                    <a:pt x="3101044" y="692089"/>
                  </a:lnTo>
                  <a:lnTo>
                    <a:pt x="3101671" y="690513"/>
                  </a:lnTo>
                  <a:lnTo>
                    <a:pt x="3102298" y="688874"/>
                  </a:lnTo>
                  <a:lnTo>
                    <a:pt x="3102924" y="687148"/>
                  </a:lnTo>
                  <a:lnTo>
                    <a:pt x="3103551" y="685348"/>
                  </a:lnTo>
                  <a:lnTo>
                    <a:pt x="3104177" y="683486"/>
                  </a:lnTo>
                  <a:lnTo>
                    <a:pt x="3104804" y="681540"/>
                  </a:lnTo>
                  <a:lnTo>
                    <a:pt x="3105430" y="679518"/>
                  </a:lnTo>
                  <a:lnTo>
                    <a:pt x="3106057" y="677418"/>
                  </a:lnTo>
                  <a:lnTo>
                    <a:pt x="3106683" y="675272"/>
                  </a:lnTo>
                  <a:lnTo>
                    <a:pt x="3107310" y="673065"/>
                  </a:lnTo>
                  <a:lnTo>
                    <a:pt x="3107937" y="670823"/>
                  </a:lnTo>
                  <a:lnTo>
                    <a:pt x="3108563" y="668544"/>
                  </a:lnTo>
                  <a:lnTo>
                    <a:pt x="3109190" y="666214"/>
                  </a:lnTo>
                  <a:lnTo>
                    <a:pt x="3109816" y="663847"/>
                  </a:lnTo>
                  <a:lnTo>
                    <a:pt x="3110443" y="661424"/>
                  </a:lnTo>
                  <a:lnTo>
                    <a:pt x="3111069" y="658953"/>
                  </a:lnTo>
                  <a:lnTo>
                    <a:pt x="3111696" y="656449"/>
                  </a:lnTo>
                  <a:lnTo>
                    <a:pt x="3112322" y="653898"/>
                  </a:lnTo>
                  <a:lnTo>
                    <a:pt x="3112949" y="651277"/>
                  </a:lnTo>
                  <a:lnTo>
                    <a:pt x="3113576" y="648565"/>
                  </a:lnTo>
                  <a:lnTo>
                    <a:pt x="3114202" y="645764"/>
                  </a:lnTo>
                  <a:lnTo>
                    <a:pt x="3114829" y="642913"/>
                  </a:lnTo>
                  <a:lnTo>
                    <a:pt x="3115455" y="640046"/>
                  </a:lnTo>
                  <a:lnTo>
                    <a:pt x="3116082" y="637150"/>
                  </a:lnTo>
                  <a:lnTo>
                    <a:pt x="3116708" y="634220"/>
                  </a:lnTo>
                  <a:lnTo>
                    <a:pt x="3117335" y="631266"/>
                  </a:lnTo>
                  <a:lnTo>
                    <a:pt x="3117961" y="628303"/>
                  </a:lnTo>
                  <a:lnTo>
                    <a:pt x="3118588" y="625310"/>
                  </a:lnTo>
                  <a:lnTo>
                    <a:pt x="3119215" y="622266"/>
                  </a:lnTo>
                  <a:lnTo>
                    <a:pt x="3119841" y="619155"/>
                  </a:lnTo>
                  <a:lnTo>
                    <a:pt x="3120468" y="616018"/>
                  </a:lnTo>
                  <a:lnTo>
                    <a:pt x="3121094" y="612835"/>
                  </a:lnTo>
                  <a:lnTo>
                    <a:pt x="3121721" y="609624"/>
                  </a:lnTo>
                  <a:lnTo>
                    <a:pt x="3122347" y="606426"/>
                  </a:lnTo>
                  <a:lnTo>
                    <a:pt x="3122974" y="603267"/>
                  </a:lnTo>
                  <a:lnTo>
                    <a:pt x="3123600" y="600146"/>
                  </a:lnTo>
                  <a:lnTo>
                    <a:pt x="3124227" y="597080"/>
                  </a:lnTo>
                  <a:lnTo>
                    <a:pt x="3124854" y="594053"/>
                  </a:lnTo>
                  <a:lnTo>
                    <a:pt x="3125480" y="591079"/>
                  </a:lnTo>
                  <a:lnTo>
                    <a:pt x="3126107" y="588156"/>
                  </a:lnTo>
                  <a:lnTo>
                    <a:pt x="3126733" y="585292"/>
                  </a:lnTo>
                  <a:lnTo>
                    <a:pt x="3127360" y="582450"/>
                  </a:lnTo>
                  <a:lnTo>
                    <a:pt x="3127986" y="579667"/>
                  </a:lnTo>
                  <a:lnTo>
                    <a:pt x="3128613" y="576956"/>
                  </a:lnTo>
                  <a:lnTo>
                    <a:pt x="3129239" y="574342"/>
                  </a:lnTo>
                  <a:lnTo>
                    <a:pt x="3129866" y="571818"/>
                  </a:lnTo>
                  <a:lnTo>
                    <a:pt x="3130493" y="569419"/>
                  </a:lnTo>
                  <a:lnTo>
                    <a:pt x="3131119" y="567147"/>
                  </a:lnTo>
                  <a:lnTo>
                    <a:pt x="3131746" y="564983"/>
                  </a:lnTo>
                  <a:lnTo>
                    <a:pt x="3132372" y="562906"/>
                  </a:lnTo>
                  <a:lnTo>
                    <a:pt x="3132999" y="560909"/>
                  </a:lnTo>
                  <a:lnTo>
                    <a:pt x="3133625" y="558994"/>
                  </a:lnTo>
                  <a:lnTo>
                    <a:pt x="3134252" y="557160"/>
                  </a:lnTo>
                  <a:lnTo>
                    <a:pt x="3134878" y="555402"/>
                  </a:lnTo>
                  <a:lnTo>
                    <a:pt x="3135505" y="553686"/>
                  </a:lnTo>
                  <a:lnTo>
                    <a:pt x="3136132" y="552019"/>
                  </a:lnTo>
                  <a:lnTo>
                    <a:pt x="3136758" y="550448"/>
                  </a:lnTo>
                  <a:lnTo>
                    <a:pt x="3137385" y="548970"/>
                  </a:lnTo>
                  <a:lnTo>
                    <a:pt x="3138011" y="547568"/>
                  </a:lnTo>
                  <a:lnTo>
                    <a:pt x="3138638" y="546223"/>
                  </a:lnTo>
                  <a:lnTo>
                    <a:pt x="3139264" y="544939"/>
                  </a:lnTo>
                  <a:lnTo>
                    <a:pt x="3139891" y="543713"/>
                  </a:lnTo>
                  <a:lnTo>
                    <a:pt x="3140517" y="542567"/>
                  </a:lnTo>
                  <a:lnTo>
                    <a:pt x="3141144" y="541520"/>
                  </a:lnTo>
                  <a:lnTo>
                    <a:pt x="3141771" y="540572"/>
                  </a:lnTo>
                  <a:lnTo>
                    <a:pt x="3142397" y="539746"/>
                  </a:lnTo>
                  <a:lnTo>
                    <a:pt x="3143024" y="539042"/>
                  </a:lnTo>
                  <a:lnTo>
                    <a:pt x="3143650" y="538458"/>
                  </a:lnTo>
                  <a:lnTo>
                    <a:pt x="3144277" y="538005"/>
                  </a:lnTo>
                  <a:lnTo>
                    <a:pt x="3144903" y="537713"/>
                  </a:lnTo>
                  <a:lnTo>
                    <a:pt x="3145530" y="537592"/>
                  </a:lnTo>
                  <a:lnTo>
                    <a:pt x="3146156" y="537630"/>
                  </a:lnTo>
                  <a:lnTo>
                    <a:pt x="3146783" y="537803"/>
                  </a:lnTo>
                  <a:lnTo>
                    <a:pt x="3147410" y="538124"/>
                  </a:lnTo>
                  <a:lnTo>
                    <a:pt x="3148036" y="538601"/>
                  </a:lnTo>
                  <a:lnTo>
                    <a:pt x="3148663" y="539242"/>
                  </a:lnTo>
                  <a:lnTo>
                    <a:pt x="3149289" y="540013"/>
                  </a:lnTo>
                  <a:lnTo>
                    <a:pt x="3149916" y="540888"/>
                  </a:lnTo>
                  <a:lnTo>
                    <a:pt x="3150542" y="541869"/>
                  </a:lnTo>
                  <a:lnTo>
                    <a:pt x="3151169" y="542990"/>
                  </a:lnTo>
                  <a:lnTo>
                    <a:pt x="3151795" y="544242"/>
                  </a:lnTo>
                  <a:lnTo>
                    <a:pt x="3152422" y="545612"/>
                  </a:lnTo>
                  <a:lnTo>
                    <a:pt x="3153049" y="547094"/>
                  </a:lnTo>
                  <a:lnTo>
                    <a:pt x="3153675" y="548691"/>
                  </a:lnTo>
                  <a:lnTo>
                    <a:pt x="3154302" y="550404"/>
                  </a:lnTo>
                  <a:lnTo>
                    <a:pt x="3154928" y="552217"/>
                  </a:lnTo>
                  <a:lnTo>
                    <a:pt x="3155555" y="554132"/>
                  </a:lnTo>
                  <a:lnTo>
                    <a:pt x="3156181" y="556139"/>
                  </a:lnTo>
                  <a:lnTo>
                    <a:pt x="3156808" y="558236"/>
                  </a:lnTo>
                  <a:lnTo>
                    <a:pt x="3157434" y="560426"/>
                  </a:lnTo>
                  <a:lnTo>
                    <a:pt x="3158061" y="562708"/>
                  </a:lnTo>
                  <a:lnTo>
                    <a:pt x="3158688" y="565096"/>
                  </a:lnTo>
                  <a:lnTo>
                    <a:pt x="3159314" y="567617"/>
                  </a:lnTo>
                  <a:lnTo>
                    <a:pt x="3159941" y="570261"/>
                  </a:lnTo>
                  <a:lnTo>
                    <a:pt x="3160567" y="573033"/>
                  </a:lnTo>
                  <a:lnTo>
                    <a:pt x="3161194" y="575943"/>
                  </a:lnTo>
                  <a:lnTo>
                    <a:pt x="3161820" y="579001"/>
                  </a:lnTo>
                  <a:lnTo>
                    <a:pt x="3162447" y="582236"/>
                  </a:lnTo>
                  <a:lnTo>
                    <a:pt x="3163073" y="585651"/>
                  </a:lnTo>
                  <a:lnTo>
                    <a:pt x="3163700" y="589244"/>
                  </a:lnTo>
                  <a:lnTo>
                    <a:pt x="3164327" y="593016"/>
                  </a:lnTo>
                  <a:lnTo>
                    <a:pt x="3164953" y="596970"/>
                  </a:lnTo>
                  <a:lnTo>
                    <a:pt x="3165580" y="601113"/>
                  </a:lnTo>
                  <a:lnTo>
                    <a:pt x="3166206" y="605435"/>
                  </a:lnTo>
                  <a:lnTo>
                    <a:pt x="3166833" y="609932"/>
                  </a:lnTo>
                  <a:lnTo>
                    <a:pt x="3167459" y="614644"/>
                  </a:lnTo>
                  <a:lnTo>
                    <a:pt x="3168086" y="619551"/>
                  </a:lnTo>
                  <a:lnTo>
                    <a:pt x="3168712" y="624633"/>
                  </a:lnTo>
                  <a:lnTo>
                    <a:pt x="3169339" y="629877"/>
                  </a:lnTo>
                  <a:lnTo>
                    <a:pt x="3169966" y="635285"/>
                  </a:lnTo>
                  <a:lnTo>
                    <a:pt x="3170592" y="640810"/>
                  </a:lnTo>
                  <a:lnTo>
                    <a:pt x="3171219" y="646432"/>
                  </a:lnTo>
                  <a:lnTo>
                    <a:pt x="3171845" y="652131"/>
                  </a:lnTo>
                  <a:lnTo>
                    <a:pt x="3172472" y="657882"/>
                  </a:lnTo>
                  <a:lnTo>
                    <a:pt x="3173098" y="663671"/>
                  </a:lnTo>
                  <a:lnTo>
                    <a:pt x="3173725" y="669503"/>
                  </a:lnTo>
                  <a:lnTo>
                    <a:pt x="3174351" y="675378"/>
                  </a:lnTo>
                  <a:lnTo>
                    <a:pt x="3174978" y="681295"/>
                  </a:lnTo>
                  <a:lnTo>
                    <a:pt x="3175605" y="687255"/>
                  </a:lnTo>
                  <a:lnTo>
                    <a:pt x="3176231" y="693249"/>
                  </a:lnTo>
                  <a:lnTo>
                    <a:pt x="3176858" y="699239"/>
                  </a:lnTo>
                  <a:lnTo>
                    <a:pt x="3177484" y="705215"/>
                  </a:lnTo>
                  <a:lnTo>
                    <a:pt x="3178111" y="711159"/>
                  </a:lnTo>
                  <a:lnTo>
                    <a:pt x="3178737" y="717085"/>
                  </a:lnTo>
                  <a:lnTo>
                    <a:pt x="3179364" y="722988"/>
                  </a:lnTo>
                  <a:lnTo>
                    <a:pt x="3179990" y="728870"/>
                  </a:lnTo>
                  <a:lnTo>
                    <a:pt x="3180617" y="734729"/>
                  </a:lnTo>
                  <a:lnTo>
                    <a:pt x="3181244" y="740586"/>
                  </a:lnTo>
                  <a:lnTo>
                    <a:pt x="3181870" y="746464"/>
                  </a:lnTo>
                  <a:lnTo>
                    <a:pt x="3182497" y="752354"/>
                  </a:lnTo>
                  <a:lnTo>
                    <a:pt x="3183123" y="758225"/>
                  </a:lnTo>
                  <a:lnTo>
                    <a:pt x="3183750" y="764078"/>
                  </a:lnTo>
                  <a:lnTo>
                    <a:pt x="3184376" y="769901"/>
                  </a:lnTo>
                  <a:lnTo>
                    <a:pt x="3185003" y="775694"/>
                  </a:lnTo>
                  <a:lnTo>
                    <a:pt x="3185629" y="781447"/>
                  </a:lnTo>
                  <a:lnTo>
                    <a:pt x="3186256" y="787162"/>
                  </a:lnTo>
                  <a:lnTo>
                    <a:pt x="3186883" y="792835"/>
                  </a:lnTo>
                  <a:lnTo>
                    <a:pt x="3187509" y="798498"/>
                  </a:lnTo>
                  <a:lnTo>
                    <a:pt x="3188136" y="804135"/>
                  </a:lnTo>
                  <a:lnTo>
                    <a:pt x="3188762" y="809735"/>
                  </a:lnTo>
                  <a:lnTo>
                    <a:pt x="3189389" y="815303"/>
                  </a:lnTo>
                  <a:lnTo>
                    <a:pt x="3190015" y="820857"/>
                  </a:lnTo>
                  <a:lnTo>
                    <a:pt x="3190642" y="826371"/>
                  </a:lnTo>
                  <a:lnTo>
                    <a:pt x="3191268" y="831834"/>
                  </a:lnTo>
                  <a:lnTo>
                    <a:pt x="3191895" y="837238"/>
                  </a:lnTo>
                  <a:lnTo>
                    <a:pt x="3192522" y="842584"/>
                  </a:lnTo>
                  <a:lnTo>
                    <a:pt x="3193148" y="847851"/>
                  </a:lnTo>
                  <a:lnTo>
                    <a:pt x="3193775" y="853042"/>
                  </a:lnTo>
                  <a:lnTo>
                    <a:pt x="3194401" y="858139"/>
                  </a:lnTo>
                  <a:lnTo>
                    <a:pt x="3195028" y="863131"/>
                  </a:lnTo>
                  <a:lnTo>
                    <a:pt x="3195654" y="868007"/>
                  </a:lnTo>
                  <a:lnTo>
                    <a:pt x="3196281" y="872763"/>
                  </a:lnTo>
                  <a:lnTo>
                    <a:pt x="3196907" y="877387"/>
                  </a:lnTo>
                  <a:lnTo>
                    <a:pt x="3197534" y="881883"/>
                  </a:lnTo>
                  <a:lnTo>
                    <a:pt x="3198161" y="886269"/>
                  </a:lnTo>
                  <a:lnTo>
                    <a:pt x="3198787" y="890558"/>
                  </a:lnTo>
                  <a:lnTo>
                    <a:pt x="3199414" y="894701"/>
                  </a:lnTo>
                  <a:lnTo>
                    <a:pt x="3200040" y="898697"/>
                  </a:lnTo>
                  <a:lnTo>
                    <a:pt x="3200667" y="902537"/>
                  </a:lnTo>
                  <a:lnTo>
                    <a:pt x="3201293" y="906234"/>
                  </a:lnTo>
                  <a:lnTo>
                    <a:pt x="3201920" y="909777"/>
                  </a:lnTo>
                  <a:lnTo>
                    <a:pt x="3202546" y="913190"/>
                  </a:lnTo>
                  <a:lnTo>
                    <a:pt x="3203173" y="916470"/>
                  </a:lnTo>
                  <a:lnTo>
                    <a:pt x="3203800" y="919631"/>
                  </a:lnTo>
                  <a:lnTo>
                    <a:pt x="3204426" y="922695"/>
                  </a:lnTo>
                  <a:lnTo>
                    <a:pt x="3205053" y="925676"/>
                  </a:lnTo>
                  <a:lnTo>
                    <a:pt x="3205679" y="928532"/>
                  </a:lnTo>
                  <a:lnTo>
                    <a:pt x="3206306" y="931257"/>
                  </a:lnTo>
                  <a:lnTo>
                    <a:pt x="3206932" y="933855"/>
                  </a:lnTo>
                  <a:lnTo>
                    <a:pt x="3207559" y="936289"/>
                  </a:lnTo>
                  <a:lnTo>
                    <a:pt x="3208185" y="938559"/>
                  </a:lnTo>
                  <a:lnTo>
                    <a:pt x="3208812" y="940676"/>
                  </a:lnTo>
                  <a:lnTo>
                    <a:pt x="3209439" y="942670"/>
                  </a:lnTo>
                  <a:lnTo>
                    <a:pt x="3210065" y="944558"/>
                  </a:lnTo>
                  <a:lnTo>
                    <a:pt x="3210692" y="946340"/>
                  </a:lnTo>
                  <a:lnTo>
                    <a:pt x="3211318" y="948007"/>
                  </a:lnTo>
                  <a:lnTo>
                    <a:pt x="3211945" y="949573"/>
                  </a:lnTo>
                  <a:lnTo>
                    <a:pt x="3212571" y="951050"/>
                  </a:lnTo>
                  <a:lnTo>
                    <a:pt x="3213198" y="952421"/>
                  </a:lnTo>
                  <a:lnTo>
                    <a:pt x="3213824" y="953660"/>
                  </a:lnTo>
                  <a:lnTo>
                    <a:pt x="3214451" y="954767"/>
                  </a:lnTo>
                  <a:lnTo>
                    <a:pt x="3215078" y="955779"/>
                  </a:lnTo>
                  <a:lnTo>
                    <a:pt x="3215704" y="956693"/>
                  </a:lnTo>
                  <a:lnTo>
                    <a:pt x="3216331" y="957510"/>
                  </a:lnTo>
                  <a:lnTo>
                    <a:pt x="3216957" y="958256"/>
                  </a:lnTo>
                  <a:lnTo>
                    <a:pt x="3217584" y="958934"/>
                  </a:lnTo>
                  <a:lnTo>
                    <a:pt x="3218210" y="959554"/>
                  </a:lnTo>
                  <a:lnTo>
                    <a:pt x="3218837" y="960090"/>
                  </a:lnTo>
                  <a:lnTo>
                    <a:pt x="3219463" y="960519"/>
                  </a:lnTo>
                  <a:lnTo>
                    <a:pt x="3220090" y="960849"/>
                  </a:lnTo>
                  <a:lnTo>
                    <a:pt x="3220717" y="961092"/>
                  </a:lnTo>
                  <a:lnTo>
                    <a:pt x="3221343" y="961212"/>
                  </a:lnTo>
                  <a:lnTo>
                    <a:pt x="3221970" y="961195"/>
                  </a:lnTo>
                  <a:lnTo>
                    <a:pt x="3222596" y="961053"/>
                  </a:lnTo>
                  <a:lnTo>
                    <a:pt x="3223223" y="960799"/>
                  </a:lnTo>
                  <a:lnTo>
                    <a:pt x="3223849" y="960424"/>
                  </a:lnTo>
                  <a:lnTo>
                    <a:pt x="3224476" y="959914"/>
                  </a:lnTo>
                  <a:lnTo>
                    <a:pt x="3225102" y="959278"/>
                  </a:lnTo>
                  <a:lnTo>
                    <a:pt x="3225729" y="958501"/>
                  </a:lnTo>
                  <a:lnTo>
                    <a:pt x="3226356" y="957570"/>
                  </a:lnTo>
                  <a:lnTo>
                    <a:pt x="3226982" y="956477"/>
                  </a:lnTo>
                  <a:lnTo>
                    <a:pt x="3227609" y="955228"/>
                  </a:lnTo>
                  <a:lnTo>
                    <a:pt x="3228235" y="953847"/>
                  </a:lnTo>
                  <a:lnTo>
                    <a:pt x="3228862" y="952342"/>
                  </a:lnTo>
                  <a:lnTo>
                    <a:pt x="3229488" y="950704"/>
                  </a:lnTo>
                  <a:lnTo>
                    <a:pt x="3230115" y="948911"/>
                  </a:lnTo>
                  <a:lnTo>
                    <a:pt x="3230741" y="946985"/>
                  </a:lnTo>
                  <a:lnTo>
                    <a:pt x="3231368" y="944949"/>
                  </a:lnTo>
                  <a:lnTo>
                    <a:pt x="3231995" y="942815"/>
                  </a:lnTo>
                  <a:lnTo>
                    <a:pt x="3232621" y="940586"/>
                  </a:lnTo>
                  <a:lnTo>
                    <a:pt x="3233248" y="938267"/>
                  </a:lnTo>
                  <a:lnTo>
                    <a:pt x="3233874" y="935876"/>
                  </a:lnTo>
                  <a:lnTo>
                    <a:pt x="3234501" y="933422"/>
                  </a:lnTo>
                  <a:lnTo>
                    <a:pt x="3235127" y="930905"/>
                  </a:lnTo>
                  <a:lnTo>
                    <a:pt x="3235754" y="928352"/>
                  </a:lnTo>
                  <a:lnTo>
                    <a:pt x="3236380" y="925761"/>
                  </a:lnTo>
                  <a:lnTo>
                    <a:pt x="3237007" y="923119"/>
                  </a:lnTo>
                  <a:lnTo>
                    <a:pt x="3237634" y="920454"/>
                  </a:lnTo>
                  <a:lnTo>
                    <a:pt x="3238260" y="917764"/>
                  </a:lnTo>
                  <a:lnTo>
                    <a:pt x="3238887" y="915058"/>
                  </a:lnTo>
                  <a:lnTo>
                    <a:pt x="3239513" y="912383"/>
                  </a:lnTo>
                  <a:lnTo>
                    <a:pt x="3240140" y="909751"/>
                  </a:lnTo>
                  <a:lnTo>
                    <a:pt x="3240766" y="907166"/>
                  </a:lnTo>
                  <a:lnTo>
                    <a:pt x="3241393" y="904598"/>
                  </a:lnTo>
                  <a:lnTo>
                    <a:pt x="3242019" y="902040"/>
                  </a:lnTo>
                  <a:lnTo>
                    <a:pt x="3242646" y="899484"/>
                  </a:lnTo>
                  <a:lnTo>
                    <a:pt x="3243273" y="896928"/>
                  </a:lnTo>
                  <a:lnTo>
                    <a:pt x="3243899" y="894364"/>
                  </a:lnTo>
                  <a:lnTo>
                    <a:pt x="3244526" y="891768"/>
                  </a:lnTo>
                  <a:lnTo>
                    <a:pt x="3245152" y="889121"/>
                  </a:lnTo>
                  <a:lnTo>
                    <a:pt x="3245779" y="886446"/>
                  </a:lnTo>
                  <a:lnTo>
                    <a:pt x="3246405" y="883741"/>
                  </a:lnTo>
                  <a:lnTo>
                    <a:pt x="3247032" y="880996"/>
                  </a:lnTo>
                  <a:lnTo>
                    <a:pt x="3247658" y="878218"/>
                  </a:lnTo>
                  <a:lnTo>
                    <a:pt x="3248285" y="875388"/>
                  </a:lnTo>
                  <a:lnTo>
                    <a:pt x="3248912" y="872473"/>
                  </a:lnTo>
                  <a:lnTo>
                    <a:pt x="3249538" y="869471"/>
                  </a:lnTo>
                  <a:lnTo>
                    <a:pt x="3250165" y="866358"/>
                  </a:lnTo>
                  <a:lnTo>
                    <a:pt x="3250791" y="863169"/>
                  </a:lnTo>
                  <a:lnTo>
                    <a:pt x="3251418" y="859916"/>
                  </a:lnTo>
                  <a:lnTo>
                    <a:pt x="3252044" y="856597"/>
                  </a:lnTo>
                  <a:lnTo>
                    <a:pt x="3252671" y="853200"/>
                  </a:lnTo>
                  <a:lnTo>
                    <a:pt x="3253297" y="849734"/>
                  </a:lnTo>
                  <a:lnTo>
                    <a:pt x="3253924" y="846207"/>
                  </a:lnTo>
                  <a:lnTo>
                    <a:pt x="3254551" y="842638"/>
                  </a:lnTo>
                  <a:lnTo>
                    <a:pt x="3255177" y="839006"/>
                  </a:lnTo>
                  <a:lnTo>
                    <a:pt x="3255804" y="835319"/>
                  </a:lnTo>
                  <a:lnTo>
                    <a:pt x="3256430" y="831574"/>
                  </a:lnTo>
                  <a:lnTo>
                    <a:pt x="3257057" y="827758"/>
                  </a:lnTo>
                  <a:lnTo>
                    <a:pt x="3257683" y="823895"/>
                  </a:lnTo>
                  <a:lnTo>
                    <a:pt x="3258310" y="820007"/>
                  </a:lnTo>
                  <a:lnTo>
                    <a:pt x="3258936" y="816112"/>
                  </a:lnTo>
                  <a:lnTo>
                    <a:pt x="3259563" y="812240"/>
                  </a:lnTo>
                  <a:lnTo>
                    <a:pt x="3260190" y="808385"/>
                  </a:lnTo>
                  <a:lnTo>
                    <a:pt x="3260816" y="804556"/>
                  </a:lnTo>
                  <a:lnTo>
                    <a:pt x="3261443" y="800737"/>
                  </a:lnTo>
                  <a:lnTo>
                    <a:pt x="3262069" y="796926"/>
                  </a:lnTo>
                  <a:lnTo>
                    <a:pt x="3262696" y="793115"/>
                  </a:lnTo>
                  <a:lnTo>
                    <a:pt x="3263322" y="789322"/>
                  </a:lnTo>
                  <a:lnTo>
                    <a:pt x="3263949" y="785542"/>
                  </a:lnTo>
                  <a:lnTo>
                    <a:pt x="3264575" y="781808"/>
                  </a:lnTo>
                  <a:lnTo>
                    <a:pt x="3265202" y="778148"/>
                  </a:lnTo>
                  <a:lnTo>
                    <a:pt x="3265829" y="774549"/>
                  </a:lnTo>
                  <a:lnTo>
                    <a:pt x="3266455" y="771011"/>
                  </a:lnTo>
                  <a:lnTo>
                    <a:pt x="3267082" y="767543"/>
                  </a:lnTo>
                  <a:lnTo>
                    <a:pt x="3267708" y="764116"/>
                  </a:lnTo>
                  <a:lnTo>
                    <a:pt x="3268335" y="760771"/>
                  </a:lnTo>
                  <a:lnTo>
                    <a:pt x="3268961" y="757529"/>
                  </a:lnTo>
                  <a:lnTo>
                    <a:pt x="3269588" y="754395"/>
                  </a:lnTo>
                  <a:lnTo>
                    <a:pt x="3270214" y="751392"/>
                  </a:lnTo>
                  <a:lnTo>
                    <a:pt x="3270841" y="748501"/>
                  </a:lnTo>
                  <a:lnTo>
                    <a:pt x="3271468" y="745723"/>
                  </a:lnTo>
                  <a:lnTo>
                    <a:pt x="3272094" y="743021"/>
                  </a:lnTo>
                  <a:lnTo>
                    <a:pt x="3272721" y="740398"/>
                  </a:lnTo>
                  <a:lnTo>
                    <a:pt x="3273347" y="737864"/>
                  </a:lnTo>
                  <a:lnTo>
                    <a:pt x="3273974" y="735411"/>
                  </a:lnTo>
                  <a:lnTo>
                    <a:pt x="3274600" y="733020"/>
                  </a:lnTo>
                  <a:lnTo>
                    <a:pt x="3275227" y="730700"/>
                  </a:lnTo>
                  <a:lnTo>
                    <a:pt x="3275853" y="728451"/>
                  </a:lnTo>
                  <a:lnTo>
                    <a:pt x="3276480" y="726291"/>
                  </a:lnTo>
                  <a:lnTo>
                    <a:pt x="3277107" y="724261"/>
                  </a:lnTo>
                  <a:lnTo>
                    <a:pt x="3277733" y="722333"/>
                  </a:lnTo>
                  <a:lnTo>
                    <a:pt x="3278360" y="720505"/>
                  </a:lnTo>
                  <a:lnTo>
                    <a:pt x="3278986" y="718764"/>
                  </a:lnTo>
                  <a:lnTo>
                    <a:pt x="3279613" y="717083"/>
                  </a:lnTo>
                  <a:lnTo>
                    <a:pt x="3280239" y="715478"/>
                  </a:lnTo>
                  <a:lnTo>
                    <a:pt x="3280866" y="713932"/>
                  </a:lnTo>
                  <a:lnTo>
                    <a:pt x="3281492" y="712464"/>
                  </a:lnTo>
                  <a:lnTo>
                    <a:pt x="3282119" y="711067"/>
                  </a:lnTo>
                  <a:lnTo>
                    <a:pt x="3282746" y="709724"/>
                  </a:lnTo>
                  <a:lnTo>
                    <a:pt x="3283372" y="708419"/>
                  </a:lnTo>
                  <a:lnTo>
                    <a:pt x="3283999" y="707179"/>
                  </a:lnTo>
                  <a:lnTo>
                    <a:pt x="3284625" y="705996"/>
                  </a:lnTo>
                  <a:lnTo>
                    <a:pt x="3285252" y="704869"/>
                  </a:lnTo>
                  <a:lnTo>
                    <a:pt x="3285878" y="703765"/>
                  </a:lnTo>
                  <a:lnTo>
                    <a:pt x="3286505" y="702676"/>
                  </a:lnTo>
                  <a:lnTo>
                    <a:pt x="3287131" y="701627"/>
                  </a:lnTo>
                  <a:lnTo>
                    <a:pt x="3287758" y="700597"/>
                  </a:lnTo>
                  <a:lnTo>
                    <a:pt x="3288385" y="699596"/>
                  </a:lnTo>
                  <a:lnTo>
                    <a:pt x="3289011" y="698641"/>
                  </a:lnTo>
                  <a:lnTo>
                    <a:pt x="3289638" y="697744"/>
                  </a:lnTo>
                  <a:lnTo>
                    <a:pt x="3290264" y="696901"/>
                  </a:lnTo>
                  <a:lnTo>
                    <a:pt x="3290891" y="696097"/>
                  </a:lnTo>
                  <a:lnTo>
                    <a:pt x="3291517" y="695301"/>
                  </a:lnTo>
                  <a:lnTo>
                    <a:pt x="3292144" y="694496"/>
                  </a:lnTo>
                  <a:lnTo>
                    <a:pt x="3292770" y="693674"/>
                  </a:lnTo>
                  <a:lnTo>
                    <a:pt x="3293397" y="692829"/>
                  </a:lnTo>
                  <a:lnTo>
                    <a:pt x="3294024" y="691970"/>
                  </a:lnTo>
                  <a:lnTo>
                    <a:pt x="3294650" y="691098"/>
                  </a:lnTo>
                  <a:lnTo>
                    <a:pt x="3295277" y="690215"/>
                  </a:lnTo>
                  <a:lnTo>
                    <a:pt x="3295903" y="689328"/>
                  </a:lnTo>
                  <a:lnTo>
                    <a:pt x="3296530" y="688412"/>
                  </a:lnTo>
                  <a:lnTo>
                    <a:pt x="3297156" y="687443"/>
                  </a:lnTo>
                  <a:lnTo>
                    <a:pt x="3297783" y="686455"/>
                  </a:lnTo>
                  <a:lnTo>
                    <a:pt x="3298409" y="685443"/>
                  </a:lnTo>
                  <a:lnTo>
                    <a:pt x="3299036" y="684404"/>
                  </a:lnTo>
                  <a:lnTo>
                    <a:pt x="3299663" y="683323"/>
                  </a:lnTo>
                  <a:lnTo>
                    <a:pt x="3300289" y="682171"/>
                  </a:lnTo>
                  <a:lnTo>
                    <a:pt x="3300916" y="680953"/>
                  </a:lnTo>
                  <a:lnTo>
                    <a:pt x="3301542" y="679681"/>
                  </a:lnTo>
                  <a:lnTo>
                    <a:pt x="3302169" y="678328"/>
                  </a:lnTo>
                  <a:lnTo>
                    <a:pt x="3302795" y="676939"/>
                  </a:lnTo>
                  <a:lnTo>
                    <a:pt x="3303422" y="675519"/>
                  </a:lnTo>
                  <a:lnTo>
                    <a:pt x="3304048" y="674086"/>
                  </a:lnTo>
                  <a:lnTo>
                    <a:pt x="3304675" y="672634"/>
                  </a:lnTo>
                  <a:lnTo>
                    <a:pt x="3305302" y="671162"/>
                  </a:lnTo>
                  <a:lnTo>
                    <a:pt x="3305928" y="669694"/>
                  </a:lnTo>
                  <a:lnTo>
                    <a:pt x="3306555" y="668237"/>
                  </a:lnTo>
                  <a:lnTo>
                    <a:pt x="3307181" y="666806"/>
                  </a:lnTo>
                  <a:lnTo>
                    <a:pt x="3307808" y="665383"/>
                  </a:lnTo>
                  <a:lnTo>
                    <a:pt x="3308434" y="663966"/>
                  </a:lnTo>
                  <a:lnTo>
                    <a:pt x="3309061" y="662557"/>
                  </a:lnTo>
                  <a:lnTo>
                    <a:pt x="3309687" y="661179"/>
                  </a:lnTo>
                  <a:lnTo>
                    <a:pt x="3310314" y="659834"/>
                  </a:lnTo>
                  <a:lnTo>
                    <a:pt x="3310941" y="658541"/>
                  </a:lnTo>
                  <a:lnTo>
                    <a:pt x="3311567" y="657328"/>
                  </a:lnTo>
                  <a:lnTo>
                    <a:pt x="3312194" y="656163"/>
                  </a:lnTo>
                  <a:lnTo>
                    <a:pt x="3312820" y="655064"/>
                  </a:lnTo>
                  <a:lnTo>
                    <a:pt x="3313447" y="654035"/>
                  </a:lnTo>
                  <a:lnTo>
                    <a:pt x="3314073" y="653083"/>
                  </a:lnTo>
                  <a:lnTo>
                    <a:pt x="3314700" y="652200"/>
                  </a:lnTo>
                  <a:lnTo>
                    <a:pt x="3315326" y="651373"/>
                  </a:lnTo>
                  <a:lnTo>
                    <a:pt x="3315953" y="650587"/>
                  </a:lnTo>
                  <a:lnTo>
                    <a:pt x="3316580" y="649843"/>
                  </a:lnTo>
                  <a:lnTo>
                    <a:pt x="3317206" y="649163"/>
                  </a:lnTo>
                  <a:lnTo>
                    <a:pt x="3317833" y="648588"/>
                  </a:lnTo>
                  <a:lnTo>
                    <a:pt x="3318459" y="648107"/>
                  </a:lnTo>
                  <a:lnTo>
                    <a:pt x="3319086" y="647697"/>
                  </a:lnTo>
                  <a:lnTo>
                    <a:pt x="3319712" y="647376"/>
                  </a:lnTo>
                  <a:lnTo>
                    <a:pt x="3320339" y="647135"/>
                  </a:lnTo>
                  <a:lnTo>
                    <a:pt x="3320965" y="646948"/>
                  </a:lnTo>
                  <a:lnTo>
                    <a:pt x="3321592" y="646798"/>
                  </a:lnTo>
                  <a:lnTo>
                    <a:pt x="3322218" y="646651"/>
                  </a:lnTo>
                  <a:lnTo>
                    <a:pt x="3322845" y="646507"/>
                  </a:lnTo>
                  <a:lnTo>
                    <a:pt x="3323472" y="646363"/>
                  </a:lnTo>
                  <a:lnTo>
                    <a:pt x="3324098" y="646246"/>
                  </a:lnTo>
                  <a:lnTo>
                    <a:pt x="3324725" y="646195"/>
                  </a:lnTo>
                  <a:lnTo>
                    <a:pt x="3325351" y="646227"/>
                  </a:lnTo>
                  <a:lnTo>
                    <a:pt x="3325978" y="646316"/>
                  </a:lnTo>
                  <a:lnTo>
                    <a:pt x="3326604" y="646436"/>
                  </a:lnTo>
                  <a:lnTo>
                    <a:pt x="3327231" y="646544"/>
                  </a:lnTo>
                  <a:lnTo>
                    <a:pt x="3327857" y="646615"/>
                  </a:lnTo>
                  <a:lnTo>
                    <a:pt x="3328484" y="646685"/>
                  </a:lnTo>
                  <a:lnTo>
                    <a:pt x="3329111" y="646775"/>
                  </a:lnTo>
                  <a:lnTo>
                    <a:pt x="3329737" y="646844"/>
                  </a:lnTo>
                  <a:lnTo>
                    <a:pt x="3330364" y="646931"/>
                  </a:lnTo>
                  <a:lnTo>
                    <a:pt x="3330990" y="647058"/>
                  </a:lnTo>
                  <a:lnTo>
                    <a:pt x="3331617" y="647233"/>
                  </a:lnTo>
                  <a:lnTo>
                    <a:pt x="3332243" y="647421"/>
                  </a:lnTo>
                  <a:lnTo>
                    <a:pt x="3332870" y="647598"/>
                  </a:lnTo>
                  <a:lnTo>
                    <a:pt x="3333496" y="647755"/>
                  </a:lnTo>
                  <a:lnTo>
                    <a:pt x="3334123" y="647878"/>
                  </a:lnTo>
                  <a:lnTo>
                    <a:pt x="3334750" y="647972"/>
                  </a:lnTo>
                  <a:lnTo>
                    <a:pt x="3335376" y="648039"/>
                  </a:lnTo>
                  <a:lnTo>
                    <a:pt x="3336003" y="648086"/>
                  </a:lnTo>
                  <a:lnTo>
                    <a:pt x="3336629" y="648132"/>
                  </a:lnTo>
                  <a:lnTo>
                    <a:pt x="3337256" y="648202"/>
                  </a:lnTo>
                  <a:lnTo>
                    <a:pt x="3337882" y="648275"/>
                  </a:lnTo>
                  <a:lnTo>
                    <a:pt x="3338509" y="648355"/>
                  </a:lnTo>
                  <a:lnTo>
                    <a:pt x="3339135" y="648420"/>
                  </a:lnTo>
                  <a:lnTo>
                    <a:pt x="3339762" y="648472"/>
                  </a:lnTo>
                  <a:lnTo>
                    <a:pt x="3340389" y="648507"/>
                  </a:lnTo>
                  <a:lnTo>
                    <a:pt x="3341015" y="648519"/>
                  </a:lnTo>
                  <a:lnTo>
                    <a:pt x="3341642" y="648505"/>
                  </a:lnTo>
                  <a:lnTo>
                    <a:pt x="3342268" y="648480"/>
                  </a:lnTo>
                  <a:lnTo>
                    <a:pt x="3342895" y="648427"/>
                  </a:lnTo>
                  <a:lnTo>
                    <a:pt x="3343521" y="648376"/>
                  </a:lnTo>
                  <a:lnTo>
                    <a:pt x="3344148" y="648339"/>
                  </a:lnTo>
                  <a:lnTo>
                    <a:pt x="3344774" y="648325"/>
                  </a:lnTo>
                  <a:lnTo>
                    <a:pt x="3345401" y="648330"/>
                  </a:lnTo>
                  <a:lnTo>
                    <a:pt x="3346028" y="648357"/>
                  </a:lnTo>
                  <a:lnTo>
                    <a:pt x="3346654" y="648405"/>
                  </a:lnTo>
                  <a:lnTo>
                    <a:pt x="3347281" y="648499"/>
                  </a:lnTo>
                  <a:lnTo>
                    <a:pt x="3347907" y="648659"/>
                  </a:lnTo>
                  <a:lnTo>
                    <a:pt x="3348534" y="648921"/>
                  </a:lnTo>
                  <a:lnTo>
                    <a:pt x="3349160" y="649274"/>
                  </a:lnTo>
                  <a:lnTo>
                    <a:pt x="3349787" y="649680"/>
                  </a:lnTo>
                  <a:lnTo>
                    <a:pt x="3350413" y="650195"/>
                  </a:lnTo>
                  <a:lnTo>
                    <a:pt x="3351040" y="650834"/>
                  </a:lnTo>
                  <a:lnTo>
                    <a:pt x="3351667" y="651587"/>
                  </a:lnTo>
                  <a:lnTo>
                    <a:pt x="3352293" y="652446"/>
                  </a:lnTo>
                  <a:lnTo>
                    <a:pt x="3352920" y="653424"/>
                  </a:lnTo>
                  <a:lnTo>
                    <a:pt x="3353546" y="654524"/>
                  </a:lnTo>
                  <a:lnTo>
                    <a:pt x="3354173" y="655776"/>
                  </a:lnTo>
                  <a:lnTo>
                    <a:pt x="3354799" y="657175"/>
                  </a:lnTo>
                  <a:lnTo>
                    <a:pt x="3355426" y="658743"/>
                  </a:lnTo>
                  <a:lnTo>
                    <a:pt x="3356052" y="660470"/>
                  </a:lnTo>
                  <a:lnTo>
                    <a:pt x="3356679" y="662316"/>
                  </a:lnTo>
                  <a:lnTo>
                    <a:pt x="3357306" y="664263"/>
                  </a:lnTo>
                  <a:lnTo>
                    <a:pt x="3357932" y="666322"/>
                  </a:lnTo>
                  <a:lnTo>
                    <a:pt x="3358559" y="668517"/>
                  </a:lnTo>
                  <a:lnTo>
                    <a:pt x="3359185" y="670885"/>
                  </a:lnTo>
                  <a:lnTo>
                    <a:pt x="3359812" y="673446"/>
                  </a:lnTo>
                  <a:lnTo>
                    <a:pt x="3360438" y="676146"/>
                  </a:lnTo>
                  <a:lnTo>
                    <a:pt x="3361065" y="678965"/>
                  </a:lnTo>
                  <a:lnTo>
                    <a:pt x="3361691" y="681916"/>
                  </a:lnTo>
                  <a:lnTo>
                    <a:pt x="3362318" y="685002"/>
                  </a:lnTo>
                  <a:lnTo>
                    <a:pt x="3362945" y="688197"/>
                  </a:lnTo>
                  <a:lnTo>
                    <a:pt x="3363571" y="691509"/>
                  </a:lnTo>
                  <a:lnTo>
                    <a:pt x="3364198" y="694948"/>
                  </a:lnTo>
                  <a:lnTo>
                    <a:pt x="3364824" y="698540"/>
                  </a:lnTo>
                  <a:lnTo>
                    <a:pt x="3365451" y="702243"/>
                  </a:lnTo>
                  <a:lnTo>
                    <a:pt x="3366077" y="706085"/>
                  </a:lnTo>
                  <a:lnTo>
                    <a:pt x="3366704" y="710054"/>
                  </a:lnTo>
                  <a:lnTo>
                    <a:pt x="3367330" y="714146"/>
                  </a:lnTo>
                  <a:lnTo>
                    <a:pt x="3367957" y="718361"/>
                  </a:lnTo>
                  <a:lnTo>
                    <a:pt x="3368584" y="722660"/>
                  </a:lnTo>
                  <a:lnTo>
                    <a:pt x="3369210" y="727010"/>
                  </a:lnTo>
                  <a:lnTo>
                    <a:pt x="3369837" y="731426"/>
                  </a:lnTo>
                  <a:lnTo>
                    <a:pt x="3370463" y="735930"/>
                  </a:lnTo>
                  <a:lnTo>
                    <a:pt x="3371090" y="740521"/>
                  </a:lnTo>
                  <a:lnTo>
                    <a:pt x="3371716" y="745192"/>
                  </a:lnTo>
                  <a:lnTo>
                    <a:pt x="3372343" y="749908"/>
                  </a:lnTo>
                  <a:lnTo>
                    <a:pt x="3372969" y="754656"/>
                  </a:lnTo>
                  <a:lnTo>
                    <a:pt x="3373596" y="759426"/>
                  </a:lnTo>
                  <a:lnTo>
                    <a:pt x="3374223" y="764192"/>
                  </a:lnTo>
                  <a:lnTo>
                    <a:pt x="3374849" y="768988"/>
                  </a:lnTo>
                  <a:lnTo>
                    <a:pt x="3375476" y="773775"/>
                  </a:lnTo>
                  <a:lnTo>
                    <a:pt x="3376102" y="778536"/>
                  </a:lnTo>
                  <a:lnTo>
                    <a:pt x="3376729" y="783257"/>
                  </a:lnTo>
                  <a:lnTo>
                    <a:pt x="3377355" y="787928"/>
                  </a:lnTo>
                  <a:lnTo>
                    <a:pt x="3377982" y="792559"/>
                  </a:lnTo>
                  <a:lnTo>
                    <a:pt x="3378608" y="797172"/>
                  </a:lnTo>
                  <a:lnTo>
                    <a:pt x="3379235" y="801748"/>
                  </a:lnTo>
                  <a:lnTo>
                    <a:pt x="3379862" y="806226"/>
                  </a:lnTo>
                  <a:lnTo>
                    <a:pt x="3380488" y="810581"/>
                  </a:lnTo>
                  <a:lnTo>
                    <a:pt x="3381115" y="814806"/>
                  </a:lnTo>
                  <a:lnTo>
                    <a:pt x="3381741" y="818957"/>
                  </a:lnTo>
                  <a:lnTo>
                    <a:pt x="3382368" y="822991"/>
                  </a:lnTo>
                  <a:lnTo>
                    <a:pt x="3382994" y="826907"/>
                  </a:lnTo>
                  <a:lnTo>
                    <a:pt x="3383621" y="830722"/>
                  </a:lnTo>
                  <a:lnTo>
                    <a:pt x="3384247" y="834408"/>
                  </a:lnTo>
                  <a:lnTo>
                    <a:pt x="3384874" y="837964"/>
                  </a:lnTo>
                  <a:lnTo>
                    <a:pt x="3385501" y="841389"/>
                  </a:lnTo>
                  <a:lnTo>
                    <a:pt x="3386127" y="844701"/>
                  </a:lnTo>
                  <a:lnTo>
                    <a:pt x="3386754" y="847914"/>
                  </a:lnTo>
                  <a:lnTo>
                    <a:pt x="3387380" y="851012"/>
                  </a:lnTo>
                  <a:lnTo>
                    <a:pt x="3388007" y="853988"/>
                  </a:lnTo>
                  <a:lnTo>
                    <a:pt x="3388633" y="856873"/>
                  </a:lnTo>
                  <a:lnTo>
                    <a:pt x="3389260" y="859676"/>
                  </a:lnTo>
                  <a:lnTo>
                    <a:pt x="3389886" y="862404"/>
                  </a:lnTo>
                  <a:lnTo>
                    <a:pt x="3390513" y="865056"/>
                  </a:lnTo>
                  <a:lnTo>
                    <a:pt x="3391140" y="867603"/>
                  </a:lnTo>
                  <a:lnTo>
                    <a:pt x="3391766" y="870016"/>
                  </a:lnTo>
                  <a:lnTo>
                    <a:pt x="3392393" y="872332"/>
                  </a:lnTo>
                  <a:lnTo>
                    <a:pt x="3393019" y="874518"/>
                  </a:lnTo>
                  <a:lnTo>
                    <a:pt x="3393646" y="876578"/>
                  </a:lnTo>
                  <a:lnTo>
                    <a:pt x="3394272" y="878468"/>
                  </a:lnTo>
                  <a:lnTo>
                    <a:pt x="3394899" y="880206"/>
                  </a:lnTo>
                  <a:lnTo>
                    <a:pt x="3395525" y="881793"/>
                  </a:lnTo>
                  <a:lnTo>
                    <a:pt x="3396152" y="883243"/>
                  </a:lnTo>
                  <a:lnTo>
                    <a:pt x="3396779" y="884575"/>
                  </a:lnTo>
                  <a:lnTo>
                    <a:pt x="3397405" y="885812"/>
                  </a:lnTo>
                  <a:lnTo>
                    <a:pt x="3398032" y="886950"/>
                  </a:lnTo>
                  <a:lnTo>
                    <a:pt x="3398658" y="888018"/>
                  </a:lnTo>
                  <a:lnTo>
                    <a:pt x="3399285" y="889029"/>
                  </a:lnTo>
                  <a:lnTo>
                    <a:pt x="3399911" y="889968"/>
                  </a:lnTo>
                  <a:lnTo>
                    <a:pt x="3400538" y="890862"/>
                  </a:lnTo>
                  <a:lnTo>
                    <a:pt x="3401164" y="891731"/>
                  </a:lnTo>
                  <a:lnTo>
                    <a:pt x="3401791" y="892576"/>
                  </a:lnTo>
                  <a:lnTo>
                    <a:pt x="3402418" y="893385"/>
                  </a:lnTo>
                  <a:lnTo>
                    <a:pt x="3403044" y="894179"/>
                  </a:lnTo>
                  <a:lnTo>
                    <a:pt x="3403671" y="895012"/>
                  </a:lnTo>
                  <a:lnTo>
                    <a:pt x="3404297" y="895943"/>
                  </a:lnTo>
                  <a:lnTo>
                    <a:pt x="3404924" y="896967"/>
                  </a:lnTo>
                  <a:lnTo>
                    <a:pt x="3405550" y="898101"/>
                  </a:lnTo>
                  <a:lnTo>
                    <a:pt x="3406177" y="899323"/>
                  </a:lnTo>
                  <a:lnTo>
                    <a:pt x="3406803" y="900612"/>
                  </a:lnTo>
                  <a:lnTo>
                    <a:pt x="3407430" y="901972"/>
                  </a:lnTo>
                  <a:lnTo>
                    <a:pt x="3408057" y="903408"/>
                  </a:lnTo>
                  <a:lnTo>
                    <a:pt x="3408683" y="904922"/>
                  </a:lnTo>
                  <a:lnTo>
                    <a:pt x="3409310" y="906527"/>
                  </a:lnTo>
                  <a:lnTo>
                    <a:pt x="3409936" y="908213"/>
                  </a:lnTo>
                  <a:lnTo>
                    <a:pt x="3410563" y="909948"/>
                  </a:lnTo>
                  <a:lnTo>
                    <a:pt x="3411189" y="911725"/>
                  </a:lnTo>
                  <a:lnTo>
                    <a:pt x="3411816" y="913555"/>
                  </a:lnTo>
                  <a:lnTo>
                    <a:pt x="3412442" y="915441"/>
                  </a:lnTo>
                  <a:lnTo>
                    <a:pt x="3413069" y="917333"/>
                  </a:lnTo>
                  <a:lnTo>
                    <a:pt x="3413696" y="919181"/>
                  </a:lnTo>
                  <a:lnTo>
                    <a:pt x="3414322" y="920971"/>
                  </a:lnTo>
                  <a:lnTo>
                    <a:pt x="3414949" y="922709"/>
                  </a:lnTo>
                  <a:lnTo>
                    <a:pt x="3415575" y="924386"/>
                  </a:lnTo>
                  <a:lnTo>
                    <a:pt x="3416202" y="926034"/>
                  </a:lnTo>
                  <a:lnTo>
                    <a:pt x="3416828" y="927655"/>
                  </a:lnTo>
                  <a:lnTo>
                    <a:pt x="3417455" y="929267"/>
                  </a:lnTo>
                  <a:lnTo>
                    <a:pt x="3418081" y="930844"/>
                  </a:lnTo>
                  <a:lnTo>
                    <a:pt x="3418708" y="932386"/>
                  </a:lnTo>
                  <a:lnTo>
                    <a:pt x="3419335" y="933909"/>
                  </a:lnTo>
                  <a:lnTo>
                    <a:pt x="3419961" y="935414"/>
                  </a:lnTo>
                  <a:lnTo>
                    <a:pt x="3420588" y="936863"/>
                  </a:lnTo>
                  <a:lnTo>
                    <a:pt x="3421214" y="938284"/>
                  </a:lnTo>
                  <a:lnTo>
                    <a:pt x="3421841" y="939679"/>
                  </a:lnTo>
                  <a:lnTo>
                    <a:pt x="3422467" y="941032"/>
                  </a:lnTo>
                  <a:lnTo>
                    <a:pt x="3423094" y="942370"/>
                  </a:lnTo>
                  <a:lnTo>
                    <a:pt x="3423720" y="943723"/>
                  </a:lnTo>
                  <a:lnTo>
                    <a:pt x="3424347" y="945075"/>
                  </a:lnTo>
                  <a:lnTo>
                    <a:pt x="3424974" y="946438"/>
                  </a:lnTo>
                  <a:lnTo>
                    <a:pt x="3425600" y="947802"/>
                  </a:lnTo>
                  <a:lnTo>
                    <a:pt x="3426227" y="949172"/>
                  </a:lnTo>
                  <a:lnTo>
                    <a:pt x="3426853" y="950537"/>
                  </a:lnTo>
                  <a:lnTo>
                    <a:pt x="3427480" y="951892"/>
                  </a:lnTo>
                  <a:lnTo>
                    <a:pt x="3428106" y="953225"/>
                  </a:lnTo>
                  <a:lnTo>
                    <a:pt x="3428733" y="954497"/>
                  </a:lnTo>
                  <a:lnTo>
                    <a:pt x="3429359" y="955707"/>
                  </a:lnTo>
                  <a:lnTo>
                    <a:pt x="3429986" y="956870"/>
                  </a:lnTo>
                  <a:lnTo>
                    <a:pt x="3430613" y="957917"/>
                  </a:lnTo>
                  <a:lnTo>
                    <a:pt x="3431239" y="958837"/>
                  </a:lnTo>
                  <a:lnTo>
                    <a:pt x="3431866" y="959665"/>
                  </a:lnTo>
                  <a:lnTo>
                    <a:pt x="3432492" y="960388"/>
                  </a:lnTo>
                  <a:lnTo>
                    <a:pt x="3433119" y="961008"/>
                  </a:lnTo>
                  <a:lnTo>
                    <a:pt x="3433745" y="961524"/>
                  </a:lnTo>
                  <a:lnTo>
                    <a:pt x="3434372" y="961946"/>
                  </a:lnTo>
                  <a:lnTo>
                    <a:pt x="3434998" y="962303"/>
                  </a:lnTo>
                  <a:lnTo>
                    <a:pt x="3435625" y="962572"/>
                  </a:lnTo>
                  <a:lnTo>
                    <a:pt x="3436252" y="962733"/>
                  </a:lnTo>
                  <a:lnTo>
                    <a:pt x="3436878" y="962795"/>
                  </a:lnTo>
                  <a:lnTo>
                    <a:pt x="3437505" y="962738"/>
                  </a:lnTo>
                  <a:lnTo>
                    <a:pt x="3438131" y="962597"/>
                  </a:lnTo>
                  <a:lnTo>
                    <a:pt x="3438758" y="962383"/>
                  </a:lnTo>
                  <a:lnTo>
                    <a:pt x="3439384" y="962100"/>
                  </a:lnTo>
                  <a:lnTo>
                    <a:pt x="3440011" y="961777"/>
                  </a:lnTo>
                  <a:lnTo>
                    <a:pt x="3440637" y="961427"/>
                  </a:lnTo>
                  <a:lnTo>
                    <a:pt x="3441264" y="961030"/>
                  </a:lnTo>
                  <a:lnTo>
                    <a:pt x="3441891" y="960587"/>
                  </a:lnTo>
                  <a:lnTo>
                    <a:pt x="3442517" y="960112"/>
                  </a:lnTo>
                  <a:lnTo>
                    <a:pt x="3443144" y="959628"/>
                  </a:lnTo>
                  <a:lnTo>
                    <a:pt x="3443770" y="959165"/>
                  </a:lnTo>
                  <a:lnTo>
                    <a:pt x="3444397" y="958693"/>
                  </a:lnTo>
                  <a:lnTo>
                    <a:pt x="3445023" y="958263"/>
                  </a:lnTo>
                  <a:lnTo>
                    <a:pt x="3445650" y="957882"/>
                  </a:lnTo>
                  <a:lnTo>
                    <a:pt x="3446276" y="957566"/>
                  </a:lnTo>
                  <a:lnTo>
                    <a:pt x="3446903" y="957337"/>
                  </a:lnTo>
                  <a:lnTo>
                    <a:pt x="3447530" y="957190"/>
                  </a:lnTo>
                  <a:lnTo>
                    <a:pt x="3448156" y="957131"/>
                  </a:lnTo>
                  <a:lnTo>
                    <a:pt x="3448783" y="957154"/>
                  </a:lnTo>
                  <a:lnTo>
                    <a:pt x="3449409" y="957249"/>
                  </a:lnTo>
                  <a:lnTo>
                    <a:pt x="3450036" y="957405"/>
                  </a:lnTo>
                  <a:lnTo>
                    <a:pt x="3450662" y="957620"/>
                  </a:lnTo>
                  <a:lnTo>
                    <a:pt x="3451289" y="957896"/>
                  </a:lnTo>
                  <a:lnTo>
                    <a:pt x="3451915" y="958244"/>
                  </a:lnTo>
                  <a:lnTo>
                    <a:pt x="3452542" y="958656"/>
                  </a:lnTo>
                  <a:lnTo>
                    <a:pt x="3453169" y="959106"/>
                  </a:lnTo>
                  <a:lnTo>
                    <a:pt x="3453795" y="959605"/>
                  </a:lnTo>
                  <a:lnTo>
                    <a:pt x="3454422" y="960156"/>
                  </a:lnTo>
                  <a:lnTo>
                    <a:pt x="3455048" y="960745"/>
                  </a:lnTo>
                  <a:lnTo>
                    <a:pt x="3455675" y="961368"/>
                  </a:lnTo>
                  <a:lnTo>
                    <a:pt x="3456301" y="962010"/>
                  </a:lnTo>
                  <a:lnTo>
                    <a:pt x="3456928" y="962691"/>
                  </a:lnTo>
                  <a:lnTo>
                    <a:pt x="3457554" y="963407"/>
                  </a:lnTo>
                  <a:lnTo>
                    <a:pt x="3458181" y="964155"/>
                  </a:lnTo>
                  <a:lnTo>
                    <a:pt x="3458808" y="964943"/>
                  </a:lnTo>
                  <a:lnTo>
                    <a:pt x="3459434" y="965748"/>
                  </a:lnTo>
                  <a:lnTo>
                    <a:pt x="3460061" y="966570"/>
                  </a:lnTo>
                  <a:lnTo>
                    <a:pt x="3460687" y="967403"/>
                  </a:lnTo>
                  <a:lnTo>
                    <a:pt x="3461314" y="968227"/>
                  </a:lnTo>
                  <a:lnTo>
                    <a:pt x="3461940" y="969023"/>
                  </a:lnTo>
                  <a:lnTo>
                    <a:pt x="3462567" y="969798"/>
                  </a:lnTo>
                  <a:lnTo>
                    <a:pt x="3463193" y="970536"/>
                  </a:lnTo>
                  <a:lnTo>
                    <a:pt x="3463820" y="971211"/>
                  </a:lnTo>
                  <a:lnTo>
                    <a:pt x="3464447" y="971835"/>
                  </a:lnTo>
                  <a:lnTo>
                    <a:pt x="3465073" y="972392"/>
                  </a:lnTo>
                  <a:lnTo>
                    <a:pt x="3465700" y="972870"/>
                  </a:lnTo>
                  <a:lnTo>
                    <a:pt x="3466326" y="973241"/>
                  </a:lnTo>
                  <a:lnTo>
                    <a:pt x="3466953" y="973450"/>
                  </a:lnTo>
                  <a:lnTo>
                    <a:pt x="3467579" y="973491"/>
                  </a:lnTo>
                  <a:lnTo>
                    <a:pt x="3468206" y="973370"/>
                  </a:lnTo>
                  <a:lnTo>
                    <a:pt x="3468832" y="973114"/>
                  </a:lnTo>
                  <a:lnTo>
                    <a:pt x="3469459" y="972739"/>
                  </a:lnTo>
                  <a:lnTo>
                    <a:pt x="3470086" y="972228"/>
                  </a:lnTo>
                  <a:lnTo>
                    <a:pt x="3470712" y="971576"/>
                  </a:lnTo>
                  <a:lnTo>
                    <a:pt x="3471339" y="970788"/>
                  </a:lnTo>
                  <a:lnTo>
                    <a:pt x="3471965" y="969862"/>
                  </a:lnTo>
                  <a:lnTo>
                    <a:pt x="3472592" y="968777"/>
                  </a:lnTo>
                  <a:lnTo>
                    <a:pt x="3473218" y="967549"/>
                  </a:lnTo>
                  <a:lnTo>
                    <a:pt x="3473845" y="966187"/>
                  </a:lnTo>
                  <a:lnTo>
                    <a:pt x="3474471" y="964722"/>
                  </a:lnTo>
                  <a:lnTo>
                    <a:pt x="3475098" y="963154"/>
                  </a:lnTo>
                  <a:lnTo>
                    <a:pt x="3475725" y="961480"/>
                  </a:lnTo>
                  <a:lnTo>
                    <a:pt x="3476351" y="959748"/>
                  </a:lnTo>
                  <a:lnTo>
                    <a:pt x="3476978" y="957977"/>
                  </a:lnTo>
                  <a:lnTo>
                    <a:pt x="3477604" y="956157"/>
                  </a:lnTo>
                  <a:lnTo>
                    <a:pt x="3478231" y="954249"/>
                  </a:lnTo>
                  <a:lnTo>
                    <a:pt x="3478857" y="952225"/>
                  </a:lnTo>
                  <a:lnTo>
                    <a:pt x="3479484" y="950122"/>
                  </a:lnTo>
                  <a:lnTo>
                    <a:pt x="3480110" y="947924"/>
                  </a:lnTo>
                  <a:lnTo>
                    <a:pt x="3480737" y="945632"/>
                  </a:lnTo>
                  <a:lnTo>
                    <a:pt x="3481364" y="943235"/>
                  </a:lnTo>
                  <a:lnTo>
                    <a:pt x="3481990" y="940747"/>
                  </a:lnTo>
                  <a:lnTo>
                    <a:pt x="3482617" y="938176"/>
                  </a:lnTo>
                  <a:lnTo>
                    <a:pt x="3483243" y="935530"/>
                  </a:lnTo>
                  <a:lnTo>
                    <a:pt x="3483870" y="932769"/>
                  </a:lnTo>
                  <a:lnTo>
                    <a:pt x="3484496" y="929897"/>
                  </a:lnTo>
                  <a:lnTo>
                    <a:pt x="3485123" y="926915"/>
                  </a:lnTo>
                  <a:lnTo>
                    <a:pt x="3485749" y="923804"/>
                  </a:lnTo>
                  <a:lnTo>
                    <a:pt x="3486376" y="920543"/>
                  </a:lnTo>
                  <a:lnTo>
                    <a:pt x="3487003" y="917133"/>
                  </a:lnTo>
                  <a:lnTo>
                    <a:pt x="3487629" y="913580"/>
                  </a:lnTo>
                  <a:lnTo>
                    <a:pt x="3488256" y="909917"/>
                  </a:lnTo>
                  <a:lnTo>
                    <a:pt x="3488882" y="906117"/>
                  </a:lnTo>
                  <a:lnTo>
                    <a:pt x="3489509" y="902210"/>
                  </a:lnTo>
                  <a:lnTo>
                    <a:pt x="3490135" y="898204"/>
                  </a:lnTo>
                  <a:lnTo>
                    <a:pt x="3490762" y="894097"/>
                  </a:lnTo>
                  <a:lnTo>
                    <a:pt x="3491388" y="889907"/>
                  </a:lnTo>
                  <a:lnTo>
                    <a:pt x="3492015" y="885655"/>
                  </a:lnTo>
                  <a:lnTo>
                    <a:pt x="3492642" y="881329"/>
                  </a:lnTo>
                  <a:lnTo>
                    <a:pt x="3493268" y="876986"/>
                  </a:lnTo>
                  <a:lnTo>
                    <a:pt x="3493895" y="872642"/>
                  </a:lnTo>
                  <a:lnTo>
                    <a:pt x="3494521" y="868315"/>
                  </a:lnTo>
                  <a:lnTo>
                    <a:pt x="3495148" y="864028"/>
                  </a:lnTo>
                  <a:lnTo>
                    <a:pt x="3495774" y="859809"/>
                  </a:lnTo>
                  <a:lnTo>
                    <a:pt x="3496401" y="855667"/>
                  </a:lnTo>
                  <a:lnTo>
                    <a:pt x="3497027" y="851627"/>
                  </a:lnTo>
                  <a:lnTo>
                    <a:pt x="3497654" y="847679"/>
                  </a:lnTo>
                  <a:lnTo>
                    <a:pt x="3498281" y="843845"/>
                  </a:lnTo>
                  <a:lnTo>
                    <a:pt x="3498907" y="840133"/>
                  </a:lnTo>
                  <a:lnTo>
                    <a:pt x="3499534" y="836551"/>
                  </a:lnTo>
                  <a:lnTo>
                    <a:pt x="3500160" y="833118"/>
                  </a:lnTo>
                  <a:lnTo>
                    <a:pt x="3500787" y="829834"/>
                  </a:lnTo>
                  <a:lnTo>
                    <a:pt x="3501413" y="826683"/>
                  </a:lnTo>
                  <a:lnTo>
                    <a:pt x="3502040" y="823686"/>
                  </a:lnTo>
                  <a:lnTo>
                    <a:pt x="3502666" y="820856"/>
                  </a:lnTo>
                  <a:lnTo>
                    <a:pt x="3503293" y="818185"/>
                  </a:lnTo>
                  <a:lnTo>
                    <a:pt x="3503920" y="815663"/>
                  </a:lnTo>
                  <a:lnTo>
                    <a:pt x="3504546" y="813317"/>
                  </a:lnTo>
                  <a:lnTo>
                    <a:pt x="3505173" y="811145"/>
                  </a:lnTo>
                  <a:lnTo>
                    <a:pt x="3505799" y="809127"/>
                  </a:lnTo>
                  <a:lnTo>
                    <a:pt x="3506426" y="807238"/>
                  </a:lnTo>
                  <a:lnTo>
                    <a:pt x="3507052" y="805481"/>
                  </a:lnTo>
                  <a:lnTo>
                    <a:pt x="3507679" y="803853"/>
                  </a:lnTo>
                  <a:lnTo>
                    <a:pt x="3508305" y="802336"/>
                  </a:lnTo>
                  <a:lnTo>
                    <a:pt x="3508932" y="800914"/>
                  </a:lnTo>
                  <a:lnTo>
                    <a:pt x="3509559" y="799607"/>
                  </a:lnTo>
                  <a:lnTo>
                    <a:pt x="3510185" y="798448"/>
                  </a:lnTo>
                  <a:lnTo>
                    <a:pt x="3510812" y="797458"/>
                  </a:lnTo>
                  <a:lnTo>
                    <a:pt x="3511438" y="796621"/>
                  </a:lnTo>
                  <a:lnTo>
                    <a:pt x="3512065" y="795957"/>
                  </a:lnTo>
                  <a:lnTo>
                    <a:pt x="3512691" y="795468"/>
                  </a:lnTo>
                  <a:lnTo>
                    <a:pt x="3513318" y="795170"/>
                  </a:lnTo>
                  <a:lnTo>
                    <a:pt x="3513944" y="795083"/>
                  </a:lnTo>
                  <a:lnTo>
                    <a:pt x="3514571" y="795200"/>
                  </a:lnTo>
                  <a:lnTo>
                    <a:pt x="3515198" y="795533"/>
                  </a:lnTo>
                  <a:lnTo>
                    <a:pt x="3515824" y="796127"/>
                  </a:lnTo>
                  <a:lnTo>
                    <a:pt x="3516451" y="796995"/>
                  </a:lnTo>
                  <a:lnTo>
                    <a:pt x="3517077" y="798142"/>
                  </a:lnTo>
                  <a:lnTo>
                    <a:pt x="3517704" y="799588"/>
                  </a:lnTo>
                  <a:lnTo>
                    <a:pt x="3518330" y="801336"/>
                  </a:lnTo>
                  <a:lnTo>
                    <a:pt x="3518957" y="803367"/>
                  </a:lnTo>
                  <a:lnTo>
                    <a:pt x="3519583" y="805676"/>
                  </a:lnTo>
                  <a:lnTo>
                    <a:pt x="3520210" y="808242"/>
                  </a:lnTo>
                  <a:lnTo>
                    <a:pt x="3520837" y="811093"/>
                  </a:lnTo>
                  <a:lnTo>
                    <a:pt x="3521463" y="814213"/>
                  </a:lnTo>
                  <a:lnTo>
                    <a:pt x="3522090" y="817614"/>
                  </a:lnTo>
                  <a:lnTo>
                    <a:pt x="3522716" y="821290"/>
                  </a:lnTo>
                  <a:lnTo>
                    <a:pt x="3523343" y="825237"/>
                  </a:lnTo>
                  <a:lnTo>
                    <a:pt x="3523969" y="829432"/>
                  </a:lnTo>
                  <a:lnTo>
                    <a:pt x="3524596" y="833899"/>
                  </a:lnTo>
                  <a:lnTo>
                    <a:pt x="3525222" y="838610"/>
                  </a:lnTo>
                  <a:lnTo>
                    <a:pt x="3525849" y="843540"/>
                  </a:lnTo>
                  <a:lnTo>
                    <a:pt x="3526476" y="848691"/>
                  </a:lnTo>
                  <a:lnTo>
                    <a:pt x="3527102" y="854053"/>
                  </a:lnTo>
                  <a:lnTo>
                    <a:pt x="3527729" y="859603"/>
                  </a:lnTo>
                  <a:lnTo>
                    <a:pt x="3528355" y="865325"/>
                  </a:lnTo>
                  <a:lnTo>
                    <a:pt x="3528982" y="871186"/>
                  </a:lnTo>
                  <a:lnTo>
                    <a:pt x="3529608" y="877211"/>
                  </a:lnTo>
                  <a:lnTo>
                    <a:pt x="3530235" y="883375"/>
                  </a:lnTo>
                  <a:lnTo>
                    <a:pt x="3530861" y="889649"/>
                  </a:lnTo>
                  <a:lnTo>
                    <a:pt x="3531488" y="896024"/>
                  </a:lnTo>
                  <a:lnTo>
                    <a:pt x="3532115" y="902461"/>
                  </a:lnTo>
                  <a:lnTo>
                    <a:pt x="3532741" y="908956"/>
                  </a:lnTo>
                  <a:lnTo>
                    <a:pt x="3533368" y="915524"/>
                  </a:lnTo>
                  <a:lnTo>
                    <a:pt x="3533994" y="922137"/>
                  </a:lnTo>
                  <a:lnTo>
                    <a:pt x="3534621" y="928761"/>
                  </a:lnTo>
                  <a:lnTo>
                    <a:pt x="3535247" y="935422"/>
                  </a:lnTo>
                  <a:lnTo>
                    <a:pt x="3535874" y="942117"/>
                  </a:lnTo>
                  <a:lnTo>
                    <a:pt x="3536500" y="948828"/>
                  </a:lnTo>
                  <a:lnTo>
                    <a:pt x="3537127" y="955545"/>
                  </a:lnTo>
                  <a:lnTo>
                    <a:pt x="3537754" y="962288"/>
                  </a:lnTo>
                  <a:lnTo>
                    <a:pt x="3538380" y="969046"/>
                  </a:lnTo>
                  <a:lnTo>
                    <a:pt x="3539007" y="975795"/>
                  </a:lnTo>
                  <a:lnTo>
                    <a:pt x="3539633" y="982527"/>
                  </a:lnTo>
                  <a:lnTo>
                    <a:pt x="3540260" y="989280"/>
                  </a:lnTo>
                  <a:lnTo>
                    <a:pt x="3540886" y="996092"/>
                  </a:lnTo>
                  <a:lnTo>
                    <a:pt x="3541513" y="1002945"/>
                  </a:lnTo>
                  <a:lnTo>
                    <a:pt x="3542139" y="1009794"/>
                  </a:lnTo>
                  <a:lnTo>
                    <a:pt x="3542766" y="1016636"/>
                  </a:lnTo>
                  <a:lnTo>
                    <a:pt x="3543393" y="1023459"/>
                  </a:lnTo>
                  <a:lnTo>
                    <a:pt x="3544019" y="1030264"/>
                  </a:lnTo>
                  <a:lnTo>
                    <a:pt x="3544646" y="1037039"/>
                  </a:lnTo>
                  <a:lnTo>
                    <a:pt x="3545272" y="1043762"/>
                  </a:lnTo>
                  <a:lnTo>
                    <a:pt x="3545899" y="1050406"/>
                  </a:lnTo>
                  <a:lnTo>
                    <a:pt x="3546525" y="1056985"/>
                  </a:lnTo>
                  <a:lnTo>
                    <a:pt x="3547152" y="1063480"/>
                  </a:lnTo>
                  <a:lnTo>
                    <a:pt x="3547778" y="1069888"/>
                  </a:lnTo>
                  <a:lnTo>
                    <a:pt x="3548405" y="1076225"/>
                  </a:lnTo>
                  <a:lnTo>
                    <a:pt x="3549032" y="1082516"/>
                  </a:lnTo>
                  <a:lnTo>
                    <a:pt x="3549658" y="1088766"/>
                  </a:lnTo>
                  <a:lnTo>
                    <a:pt x="3550285" y="1094989"/>
                  </a:lnTo>
                  <a:lnTo>
                    <a:pt x="3550911" y="1101201"/>
                  </a:lnTo>
                  <a:lnTo>
                    <a:pt x="3551538" y="1107434"/>
                  </a:lnTo>
                  <a:lnTo>
                    <a:pt x="3552164" y="1113673"/>
                  </a:lnTo>
                  <a:lnTo>
                    <a:pt x="3552791" y="1119913"/>
                  </a:lnTo>
                  <a:lnTo>
                    <a:pt x="3553417" y="1126165"/>
                  </a:lnTo>
                  <a:lnTo>
                    <a:pt x="3554044" y="1132446"/>
                  </a:lnTo>
                  <a:lnTo>
                    <a:pt x="3554671" y="1138763"/>
                  </a:lnTo>
                  <a:lnTo>
                    <a:pt x="3555297" y="1145095"/>
                  </a:lnTo>
                  <a:lnTo>
                    <a:pt x="3555924" y="1151454"/>
                  </a:lnTo>
                  <a:lnTo>
                    <a:pt x="3556550" y="1157798"/>
                  </a:lnTo>
                  <a:lnTo>
                    <a:pt x="3557177" y="1164107"/>
                  </a:lnTo>
                  <a:lnTo>
                    <a:pt x="3557803" y="1170372"/>
                  </a:lnTo>
                  <a:lnTo>
                    <a:pt x="3558430" y="1176550"/>
                  </a:lnTo>
                  <a:lnTo>
                    <a:pt x="3559056" y="1182623"/>
                  </a:lnTo>
                  <a:lnTo>
                    <a:pt x="3559683" y="1188574"/>
                  </a:lnTo>
                  <a:lnTo>
                    <a:pt x="3560309" y="1194410"/>
                  </a:lnTo>
                  <a:lnTo>
                    <a:pt x="3560936" y="1200127"/>
                  </a:lnTo>
                  <a:lnTo>
                    <a:pt x="3561563" y="1205717"/>
                  </a:lnTo>
                  <a:lnTo>
                    <a:pt x="3562189" y="1211198"/>
                  </a:lnTo>
                  <a:lnTo>
                    <a:pt x="3562816" y="1216590"/>
                  </a:lnTo>
                  <a:lnTo>
                    <a:pt x="3563442" y="1221848"/>
                  </a:lnTo>
                  <a:lnTo>
                    <a:pt x="3564069" y="1226983"/>
                  </a:lnTo>
                  <a:lnTo>
                    <a:pt x="3564695" y="1231969"/>
                  </a:lnTo>
                  <a:lnTo>
                    <a:pt x="3565322" y="1236768"/>
                  </a:lnTo>
                  <a:lnTo>
                    <a:pt x="3565948" y="1241408"/>
                  </a:lnTo>
                  <a:lnTo>
                    <a:pt x="3566575" y="1245921"/>
                  </a:lnTo>
                  <a:lnTo>
                    <a:pt x="3567202" y="1250293"/>
                  </a:lnTo>
                  <a:lnTo>
                    <a:pt x="3567828" y="1254552"/>
                  </a:lnTo>
                  <a:lnTo>
                    <a:pt x="3568455" y="1258730"/>
                  </a:lnTo>
                  <a:lnTo>
                    <a:pt x="3569081" y="1262839"/>
                  </a:lnTo>
                  <a:lnTo>
                    <a:pt x="3569708" y="1266867"/>
                  </a:lnTo>
                  <a:lnTo>
                    <a:pt x="3570334" y="1270837"/>
                  </a:lnTo>
                  <a:lnTo>
                    <a:pt x="3570961" y="1274758"/>
                  </a:lnTo>
                  <a:lnTo>
                    <a:pt x="3571587" y="1278631"/>
                  </a:lnTo>
                  <a:lnTo>
                    <a:pt x="3572214" y="1282406"/>
                  </a:lnTo>
                  <a:lnTo>
                    <a:pt x="3572841" y="1286057"/>
                  </a:lnTo>
                  <a:lnTo>
                    <a:pt x="3573467" y="1289592"/>
                  </a:lnTo>
                  <a:lnTo>
                    <a:pt x="3574094" y="1293027"/>
                  </a:lnTo>
                  <a:lnTo>
                    <a:pt x="3574358" y="1294419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5381937" y="5343229"/>
              <a:ext cx="1517199" cy="417173"/>
            </a:xfrm>
            <a:custGeom>
              <a:avLst/>
              <a:pathLst>
                <a:path w="1517199" h="417173">
                  <a:moveTo>
                    <a:pt x="0" y="417173"/>
                  </a:moveTo>
                  <a:lnTo>
                    <a:pt x="89" y="417048"/>
                  </a:lnTo>
                  <a:lnTo>
                    <a:pt x="715" y="416153"/>
                  </a:lnTo>
                  <a:lnTo>
                    <a:pt x="1342" y="415236"/>
                  </a:lnTo>
                  <a:lnTo>
                    <a:pt x="1968" y="414307"/>
                  </a:lnTo>
                  <a:lnTo>
                    <a:pt x="2595" y="413369"/>
                  </a:lnTo>
                  <a:lnTo>
                    <a:pt x="3222" y="412452"/>
                  </a:lnTo>
                  <a:lnTo>
                    <a:pt x="3848" y="411553"/>
                  </a:lnTo>
                  <a:lnTo>
                    <a:pt x="4475" y="410684"/>
                  </a:lnTo>
                  <a:lnTo>
                    <a:pt x="5101" y="409806"/>
                  </a:lnTo>
                  <a:lnTo>
                    <a:pt x="5728" y="408907"/>
                  </a:lnTo>
                  <a:lnTo>
                    <a:pt x="6354" y="408003"/>
                  </a:lnTo>
                  <a:lnTo>
                    <a:pt x="6981" y="407099"/>
                  </a:lnTo>
                  <a:lnTo>
                    <a:pt x="7607" y="406195"/>
                  </a:lnTo>
                  <a:lnTo>
                    <a:pt x="8234" y="405286"/>
                  </a:lnTo>
                  <a:lnTo>
                    <a:pt x="8861" y="404359"/>
                  </a:lnTo>
                  <a:lnTo>
                    <a:pt x="9487" y="403404"/>
                  </a:lnTo>
                  <a:lnTo>
                    <a:pt x="10114" y="402390"/>
                  </a:lnTo>
                  <a:lnTo>
                    <a:pt x="10740" y="401268"/>
                  </a:lnTo>
                  <a:lnTo>
                    <a:pt x="11367" y="400035"/>
                  </a:lnTo>
                  <a:lnTo>
                    <a:pt x="11993" y="398672"/>
                  </a:lnTo>
                  <a:lnTo>
                    <a:pt x="12620" y="397141"/>
                  </a:lnTo>
                  <a:lnTo>
                    <a:pt x="13246" y="395449"/>
                  </a:lnTo>
                  <a:lnTo>
                    <a:pt x="13873" y="393627"/>
                  </a:lnTo>
                  <a:lnTo>
                    <a:pt x="14500" y="391696"/>
                  </a:lnTo>
                  <a:lnTo>
                    <a:pt x="15126" y="389719"/>
                  </a:lnTo>
                  <a:lnTo>
                    <a:pt x="15753" y="387701"/>
                  </a:lnTo>
                  <a:lnTo>
                    <a:pt x="16379" y="385635"/>
                  </a:lnTo>
                  <a:lnTo>
                    <a:pt x="17006" y="383531"/>
                  </a:lnTo>
                  <a:lnTo>
                    <a:pt x="17632" y="381396"/>
                  </a:lnTo>
                  <a:lnTo>
                    <a:pt x="18259" y="379233"/>
                  </a:lnTo>
                  <a:lnTo>
                    <a:pt x="18885" y="377024"/>
                  </a:lnTo>
                  <a:lnTo>
                    <a:pt x="19512" y="374769"/>
                  </a:lnTo>
                  <a:lnTo>
                    <a:pt x="20139" y="372523"/>
                  </a:lnTo>
                  <a:lnTo>
                    <a:pt x="20765" y="370276"/>
                  </a:lnTo>
                  <a:lnTo>
                    <a:pt x="21392" y="368018"/>
                  </a:lnTo>
                  <a:lnTo>
                    <a:pt x="22018" y="365799"/>
                  </a:lnTo>
                  <a:lnTo>
                    <a:pt x="22645" y="363588"/>
                  </a:lnTo>
                  <a:lnTo>
                    <a:pt x="23271" y="361368"/>
                  </a:lnTo>
                  <a:lnTo>
                    <a:pt x="23898" y="359148"/>
                  </a:lnTo>
                  <a:lnTo>
                    <a:pt x="24524" y="356917"/>
                  </a:lnTo>
                  <a:lnTo>
                    <a:pt x="25151" y="354662"/>
                  </a:lnTo>
                  <a:lnTo>
                    <a:pt x="25778" y="352406"/>
                  </a:lnTo>
                  <a:lnTo>
                    <a:pt x="26404" y="350140"/>
                  </a:lnTo>
                  <a:lnTo>
                    <a:pt x="27031" y="347838"/>
                  </a:lnTo>
                  <a:lnTo>
                    <a:pt x="27657" y="345489"/>
                  </a:lnTo>
                  <a:lnTo>
                    <a:pt x="28284" y="343104"/>
                  </a:lnTo>
                  <a:lnTo>
                    <a:pt x="28910" y="340664"/>
                  </a:lnTo>
                  <a:lnTo>
                    <a:pt x="29537" y="338167"/>
                  </a:lnTo>
                  <a:lnTo>
                    <a:pt x="30163" y="335640"/>
                  </a:lnTo>
                  <a:lnTo>
                    <a:pt x="30790" y="333116"/>
                  </a:lnTo>
                  <a:lnTo>
                    <a:pt x="31417" y="330605"/>
                  </a:lnTo>
                  <a:lnTo>
                    <a:pt x="32043" y="328089"/>
                  </a:lnTo>
                  <a:lnTo>
                    <a:pt x="32670" y="325585"/>
                  </a:lnTo>
                  <a:lnTo>
                    <a:pt x="33296" y="323095"/>
                  </a:lnTo>
                  <a:lnTo>
                    <a:pt x="33923" y="320620"/>
                  </a:lnTo>
                  <a:lnTo>
                    <a:pt x="34549" y="318175"/>
                  </a:lnTo>
                  <a:lnTo>
                    <a:pt x="35176" y="315724"/>
                  </a:lnTo>
                  <a:lnTo>
                    <a:pt x="35802" y="313288"/>
                  </a:lnTo>
                  <a:lnTo>
                    <a:pt x="36429" y="310879"/>
                  </a:lnTo>
                  <a:lnTo>
                    <a:pt x="37056" y="308549"/>
                  </a:lnTo>
                  <a:lnTo>
                    <a:pt x="37682" y="306323"/>
                  </a:lnTo>
                  <a:lnTo>
                    <a:pt x="38309" y="304213"/>
                  </a:lnTo>
                  <a:lnTo>
                    <a:pt x="38935" y="302205"/>
                  </a:lnTo>
                  <a:lnTo>
                    <a:pt x="39562" y="300294"/>
                  </a:lnTo>
                  <a:lnTo>
                    <a:pt x="40188" y="298471"/>
                  </a:lnTo>
                  <a:lnTo>
                    <a:pt x="40815" y="296748"/>
                  </a:lnTo>
                  <a:lnTo>
                    <a:pt x="41441" y="295121"/>
                  </a:lnTo>
                  <a:lnTo>
                    <a:pt x="42068" y="293618"/>
                  </a:lnTo>
                  <a:lnTo>
                    <a:pt x="42695" y="292269"/>
                  </a:lnTo>
                  <a:lnTo>
                    <a:pt x="43321" y="291071"/>
                  </a:lnTo>
                  <a:lnTo>
                    <a:pt x="43948" y="290042"/>
                  </a:lnTo>
                  <a:lnTo>
                    <a:pt x="44574" y="289198"/>
                  </a:lnTo>
                  <a:lnTo>
                    <a:pt x="45201" y="288511"/>
                  </a:lnTo>
                  <a:lnTo>
                    <a:pt x="45827" y="287934"/>
                  </a:lnTo>
                  <a:lnTo>
                    <a:pt x="46454" y="287440"/>
                  </a:lnTo>
                  <a:lnTo>
                    <a:pt x="47080" y="286984"/>
                  </a:lnTo>
                  <a:lnTo>
                    <a:pt x="47707" y="286539"/>
                  </a:lnTo>
                  <a:lnTo>
                    <a:pt x="48334" y="286100"/>
                  </a:lnTo>
                  <a:lnTo>
                    <a:pt x="48960" y="285667"/>
                  </a:lnTo>
                  <a:lnTo>
                    <a:pt x="49587" y="285237"/>
                  </a:lnTo>
                  <a:lnTo>
                    <a:pt x="50213" y="284797"/>
                  </a:lnTo>
                  <a:lnTo>
                    <a:pt x="50840" y="284367"/>
                  </a:lnTo>
                  <a:lnTo>
                    <a:pt x="51466" y="283928"/>
                  </a:lnTo>
                  <a:lnTo>
                    <a:pt x="52093" y="283450"/>
                  </a:lnTo>
                  <a:lnTo>
                    <a:pt x="52719" y="282928"/>
                  </a:lnTo>
                  <a:lnTo>
                    <a:pt x="53346" y="282344"/>
                  </a:lnTo>
                  <a:lnTo>
                    <a:pt x="53973" y="281666"/>
                  </a:lnTo>
                  <a:lnTo>
                    <a:pt x="54599" y="280914"/>
                  </a:lnTo>
                  <a:lnTo>
                    <a:pt x="55226" y="280107"/>
                  </a:lnTo>
                  <a:lnTo>
                    <a:pt x="55852" y="279252"/>
                  </a:lnTo>
                  <a:lnTo>
                    <a:pt x="56479" y="278353"/>
                  </a:lnTo>
                  <a:lnTo>
                    <a:pt x="57105" y="277436"/>
                  </a:lnTo>
                  <a:lnTo>
                    <a:pt x="57732" y="276500"/>
                  </a:lnTo>
                  <a:lnTo>
                    <a:pt x="58358" y="275566"/>
                  </a:lnTo>
                  <a:lnTo>
                    <a:pt x="58985" y="274655"/>
                  </a:lnTo>
                  <a:lnTo>
                    <a:pt x="59612" y="273774"/>
                  </a:lnTo>
                  <a:lnTo>
                    <a:pt x="60238" y="272893"/>
                  </a:lnTo>
                  <a:lnTo>
                    <a:pt x="60865" y="272039"/>
                  </a:lnTo>
                  <a:lnTo>
                    <a:pt x="61491" y="271192"/>
                  </a:lnTo>
                  <a:lnTo>
                    <a:pt x="62118" y="270346"/>
                  </a:lnTo>
                  <a:lnTo>
                    <a:pt x="62744" y="269496"/>
                  </a:lnTo>
                  <a:lnTo>
                    <a:pt x="63371" y="268635"/>
                  </a:lnTo>
                  <a:lnTo>
                    <a:pt x="63997" y="267770"/>
                  </a:lnTo>
                  <a:lnTo>
                    <a:pt x="64624" y="266876"/>
                  </a:lnTo>
                  <a:lnTo>
                    <a:pt x="65251" y="265960"/>
                  </a:lnTo>
                  <a:lnTo>
                    <a:pt x="65877" y="265013"/>
                  </a:lnTo>
                  <a:lnTo>
                    <a:pt x="66504" y="264050"/>
                  </a:lnTo>
                  <a:lnTo>
                    <a:pt x="67130" y="263100"/>
                  </a:lnTo>
                  <a:lnTo>
                    <a:pt x="67757" y="262191"/>
                  </a:lnTo>
                  <a:lnTo>
                    <a:pt x="68383" y="261343"/>
                  </a:lnTo>
                  <a:lnTo>
                    <a:pt x="69010" y="260537"/>
                  </a:lnTo>
                  <a:lnTo>
                    <a:pt x="69636" y="259778"/>
                  </a:lnTo>
                  <a:lnTo>
                    <a:pt x="70263" y="259053"/>
                  </a:lnTo>
                  <a:lnTo>
                    <a:pt x="70890" y="258379"/>
                  </a:lnTo>
                  <a:lnTo>
                    <a:pt x="71516" y="257766"/>
                  </a:lnTo>
                  <a:lnTo>
                    <a:pt x="72143" y="257236"/>
                  </a:lnTo>
                  <a:lnTo>
                    <a:pt x="72769" y="256799"/>
                  </a:lnTo>
                  <a:lnTo>
                    <a:pt x="73396" y="256494"/>
                  </a:lnTo>
                  <a:lnTo>
                    <a:pt x="74022" y="256313"/>
                  </a:lnTo>
                  <a:lnTo>
                    <a:pt x="74649" y="256267"/>
                  </a:lnTo>
                  <a:lnTo>
                    <a:pt x="75275" y="256371"/>
                  </a:lnTo>
                  <a:lnTo>
                    <a:pt x="75902" y="256603"/>
                  </a:lnTo>
                  <a:lnTo>
                    <a:pt x="76529" y="256961"/>
                  </a:lnTo>
                  <a:lnTo>
                    <a:pt x="77155" y="257432"/>
                  </a:lnTo>
                  <a:lnTo>
                    <a:pt x="77782" y="257993"/>
                  </a:lnTo>
                  <a:lnTo>
                    <a:pt x="78408" y="258652"/>
                  </a:lnTo>
                  <a:lnTo>
                    <a:pt x="79035" y="259406"/>
                  </a:lnTo>
                  <a:lnTo>
                    <a:pt x="79661" y="260254"/>
                  </a:lnTo>
                  <a:lnTo>
                    <a:pt x="80288" y="261206"/>
                  </a:lnTo>
                  <a:lnTo>
                    <a:pt x="80914" y="262251"/>
                  </a:lnTo>
                  <a:lnTo>
                    <a:pt x="81541" y="263393"/>
                  </a:lnTo>
                  <a:lnTo>
                    <a:pt x="82168" y="264629"/>
                  </a:lnTo>
                  <a:lnTo>
                    <a:pt x="82794" y="265916"/>
                  </a:lnTo>
                  <a:lnTo>
                    <a:pt x="83421" y="267255"/>
                  </a:lnTo>
                  <a:lnTo>
                    <a:pt x="84047" y="268625"/>
                  </a:lnTo>
                  <a:lnTo>
                    <a:pt x="84674" y="270018"/>
                  </a:lnTo>
                  <a:lnTo>
                    <a:pt x="85300" y="271444"/>
                  </a:lnTo>
                  <a:lnTo>
                    <a:pt x="85927" y="272913"/>
                  </a:lnTo>
                  <a:lnTo>
                    <a:pt x="86553" y="274429"/>
                  </a:lnTo>
                  <a:lnTo>
                    <a:pt x="87180" y="275987"/>
                  </a:lnTo>
                  <a:lnTo>
                    <a:pt x="87807" y="277576"/>
                  </a:lnTo>
                  <a:lnTo>
                    <a:pt x="88433" y="279175"/>
                  </a:lnTo>
                  <a:lnTo>
                    <a:pt x="89060" y="280767"/>
                  </a:lnTo>
                  <a:lnTo>
                    <a:pt x="89686" y="282333"/>
                  </a:lnTo>
                  <a:lnTo>
                    <a:pt x="90313" y="283877"/>
                  </a:lnTo>
                  <a:lnTo>
                    <a:pt x="90939" y="285382"/>
                  </a:lnTo>
                  <a:lnTo>
                    <a:pt x="91566" y="286843"/>
                  </a:lnTo>
                  <a:lnTo>
                    <a:pt x="92192" y="288300"/>
                  </a:lnTo>
                  <a:lnTo>
                    <a:pt x="92819" y="289734"/>
                  </a:lnTo>
                  <a:lnTo>
                    <a:pt x="93446" y="291158"/>
                  </a:lnTo>
                  <a:lnTo>
                    <a:pt x="94072" y="292575"/>
                  </a:lnTo>
                  <a:lnTo>
                    <a:pt x="94699" y="293963"/>
                  </a:lnTo>
                  <a:lnTo>
                    <a:pt x="95325" y="295308"/>
                  </a:lnTo>
                  <a:lnTo>
                    <a:pt x="95952" y="296608"/>
                  </a:lnTo>
                  <a:lnTo>
                    <a:pt x="96578" y="297864"/>
                  </a:lnTo>
                  <a:lnTo>
                    <a:pt x="97205" y="299069"/>
                  </a:lnTo>
                  <a:lnTo>
                    <a:pt x="97831" y="300249"/>
                  </a:lnTo>
                  <a:lnTo>
                    <a:pt x="98458" y="301392"/>
                  </a:lnTo>
                  <a:lnTo>
                    <a:pt x="99085" y="302497"/>
                  </a:lnTo>
                  <a:lnTo>
                    <a:pt x="99711" y="303522"/>
                  </a:lnTo>
                  <a:lnTo>
                    <a:pt x="100338" y="304453"/>
                  </a:lnTo>
                  <a:lnTo>
                    <a:pt x="100964" y="305279"/>
                  </a:lnTo>
                  <a:lnTo>
                    <a:pt x="101591" y="305979"/>
                  </a:lnTo>
                  <a:lnTo>
                    <a:pt x="102217" y="306548"/>
                  </a:lnTo>
                  <a:lnTo>
                    <a:pt x="102844" y="306991"/>
                  </a:lnTo>
                  <a:lnTo>
                    <a:pt x="103470" y="307283"/>
                  </a:lnTo>
                  <a:lnTo>
                    <a:pt x="104097" y="307445"/>
                  </a:lnTo>
                  <a:lnTo>
                    <a:pt x="104724" y="307461"/>
                  </a:lnTo>
                  <a:lnTo>
                    <a:pt x="105350" y="307303"/>
                  </a:lnTo>
                  <a:lnTo>
                    <a:pt x="105977" y="306981"/>
                  </a:lnTo>
                  <a:lnTo>
                    <a:pt x="106603" y="306481"/>
                  </a:lnTo>
                  <a:lnTo>
                    <a:pt x="107230" y="305785"/>
                  </a:lnTo>
                  <a:lnTo>
                    <a:pt x="107856" y="304929"/>
                  </a:lnTo>
                  <a:lnTo>
                    <a:pt x="108483" y="303923"/>
                  </a:lnTo>
                  <a:lnTo>
                    <a:pt x="109109" y="302809"/>
                  </a:lnTo>
                  <a:lnTo>
                    <a:pt x="109736" y="301610"/>
                  </a:lnTo>
                  <a:lnTo>
                    <a:pt x="110363" y="300338"/>
                  </a:lnTo>
                  <a:lnTo>
                    <a:pt x="110989" y="298988"/>
                  </a:lnTo>
                  <a:lnTo>
                    <a:pt x="111616" y="297567"/>
                  </a:lnTo>
                  <a:lnTo>
                    <a:pt x="112242" y="296069"/>
                  </a:lnTo>
                  <a:lnTo>
                    <a:pt x="112869" y="294499"/>
                  </a:lnTo>
                  <a:lnTo>
                    <a:pt x="113495" y="292857"/>
                  </a:lnTo>
                  <a:lnTo>
                    <a:pt x="114122" y="291156"/>
                  </a:lnTo>
                  <a:lnTo>
                    <a:pt x="114748" y="289426"/>
                  </a:lnTo>
                  <a:lnTo>
                    <a:pt x="115375" y="287669"/>
                  </a:lnTo>
                  <a:lnTo>
                    <a:pt x="116002" y="285909"/>
                  </a:lnTo>
                  <a:lnTo>
                    <a:pt x="116628" y="284160"/>
                  </a:lnTo>
                  <a:lnTo>
                    <a:pt x="117255" y="282410"/>
                  </a:lnTo>
                  <a:lnTo>
                    <a:pt x="117881" y="280650"/>
                  </a:lnTo>
                  <a:lnTo>
                    <a:pt x="118508" y="278868"/>
                  </a:lnTo>
                  <a:lnTo>
                    <a:pt x="119134" y="277071"/>
                  </a:lnTo>
                  <a:lnTo>
                    <a:pt x="119761" y="275264"/>
                  </a:lnTo>
                  <a:lnTo>
                    <a:pt x="120387" y="273455"/>
                  </a:lnTo>
                  <a:lnTo>
                    <a:pt x="121014" y="271651"/>
                  </a:lnTo>
                  <a:lnTo>
                    <a:pt x="121641" y="269868"/>
                  </a:lnTo>
                  <a:lnTo>
                    <a:pt x="122267" y="268104"/>
                  </a:lnTo>
                  <a:lnTo>
                    <a:pt x="122894" y="266398"/>
                  </a:lnTo>
                  <a:lnTo>
                    <a:pt x="123520" y="264761"/>
                  </a:lnTo>
                  <a:lnTo>
                    <a:pt x="124147" y="263202"/>
                  </a:lnTo>
                  <a:lnTo>
                    <a:pt x="124773" y="261725"/>
                  </a:lnTo>
                  <a:lnTo>
                    <a:pt x="125400" y="260330"/>
                  </a:lnTo>
                  <a:lnTo>
                    <a:pt x="126026" y="259015"/>
                  </a:lnTo>
                  <a:lnTo>
                    <a:pt x="126653" y="257815"/>
                  </a:lnTo>
                  <a:lnTo>
                    <a:pt x="127279" y="256753"/>
                  </a:lnTo>
                  <a:lnTo>
                    <a:pt x="127906" y="255830"/>
                  </a:lnTo>
                  <a:lnTo>
                    <a:pt x="128533" y="255037"/>
                  </a:lnTo>
                  <a:lnTo>
                    <a:pt x="129159" y="254377"/>
                  </a:lnTo>
                  <a:lnTo>
                    <a:pt x="129786" y="253843"/>
                  </a:lnTo>
                  <a:lnTo>
                    <a:pt x="130412" y="253430"/>
                  </a:lnTo>
                  <a:lnTo>
                    <a:pt x="131039" y="253125"/>
                  </a:lnTo>
                  <a:lnTo>
                    <a:pt x="131665" y="252924"/>
                  </a:lnTo>
                  <a:lnTo>
                    <a:pt x="132292" y="252790"/>
                  </a:lnTo>
                  <a:lnTo>
                    <a:pt x="132918" y="252724"/>
                  </a:lnTo>
                  <a:lnTo>
                    <a:pt x="133545" y="252720"/>
                  </a:lnTo>
                  <a:lnTo>
                    <a:pt x="134172" y="252773"/>
                  </a:lnTo>
                  <a:lnTo>
                    <a:pt x="134798" y="252870"/>
                  </a:lnTo>
                  <a:lnTo>
                    <a:pt x="135425" y="253024"/>
                  </a:lnTo>
                  <a:lnTo>
                    <a:pt x="136051" y="253186"/>
                  </a:lnTo>
                  <a:lnTo>
                    <a:pt x="136678" y="253343"/>
                  </a:lnTo>
                  <a:lnTo>
                    <a:pt x="137304" y="253489"/>
                  </a:lnTo>
                  <a:lnTo>
                    <a:pt x="137931" y="253621"/>
                  </a:lnTo>
                  <a:lnTo>
                    <a:pt x="138557" y="253739"/>
                  </a:lnTo>
                  <a:lnTo>
                    <a:pt x="139184" y="253848"/>
                  </a:lnTo>
                  <a:lnTo>
                    <a:pt x="139811" y="253934"/>
                  </a:lnTo>
                  <a:lnTo>
                    <a:pt x="140437" y="253994"/>
                  </a:lnTo>
                  <a:lnTo>
                    <a:pt x="141064" y="254007"/>
                  </a:lnTo>
                  <a:lnTo>
                    <a:pt x="141690" y="253980"/>
                  </a:lnTo>
                  <a:lnTo>
                    <a:pt x="142317" y="253895"/>
                  </a:lnTo>
                  <a:lnTo>
                    <a:pt x="142943" y="253746"/>
                  </a:lnTo>
                  <a:lnTo>
                    <a:pt x="143570" y="253509"/>
                  </a:lnTo>
                  <a:lnTo>
                    <a:pt x="144196" y="253179"/>
                  </a:lnTo>
                  <a:lnTo>
                    <a:pt x="144823" y="252738"/>
                  </a:lnTo>
                  <a:lnTo>
                    <a:pt x="145450" y="252194"/>
                  </a:lnTo>
                  <a:lnTo>
                    <a:pt x="146076" y="251552"/>
                  </a:lnTo>
                  <a:lnTo>
                    <a:pt x="146703" y="250814"/>
                  </a:lnTo>
                  <a:lnTo>
                    <a:pt x="147329" y="249977"/>
                  </a:lnTo>
                  <a:lnTo>
                    <a:pt x="147956" y="249040"/>
                  </a:lnTo>
                  <a:lnTo>
                    <a:pt x="148582" y="248013"/>
                  </a:lnTo>
                  <a:lnTo>
                    <a:pt x="149209" y="246896"/>
                  </a:lnTo>
                  <a:lnTo>
                    <a:pt x="149835" y="245690"/>
                  </a:lnTo>
                  <a:lnTo>
                    <a:pt x="150462" y="244413"/>
                  </a:lnTo>
                  <a:lnTo>
                    <a:pt x="151089" y="243066"/>
                  </a:lnTo>
                  <a:lnTo>
                    <a:pt x="151715" y="241674"/>
                  </a:lnTo>
                  <a:lnTo>
                    <a:pt x="152342" y="240256"/>
                  </a:lnTo>
                  <a:lnTo>
                    <a:pt x="152968" y="238839"/>
                  </a:lnTo>
                  <a:lnTo>
                    <a:pt x="153595" y="237450"/>
                  </a:lnTo>
                  <a:lnTo>
                    <a:pt x="154221" y="236105"/>
                  </a:lnTo>
                  <a:lnTo>
                    <a:pt x="154848" y="234782"/>
                  </a:lnTo>
                  <a:lnTo>
                    <a:pt x="155474" y="233474"/>
                  </a:lnTo>
                  <a:lnTo>
                    <a:pt x="156101" y="232169"/>
                  </a:lnTo>
                  <a:lnTo>
                    <a:pt x="156728" y="230862"/>
                  </a:lnTo>
                  <a:lnTo>
                    <a:pt x="157354" y="229586"/>
                  </a:lnTo>
                  <a:lnTo>
                    <a:pt x="157981" y="228328"/>
                  </a:lnTo>
                  <a:lnTo>
                    <a:pt x="158607" y="227090"/>
                  </a:lnTo>
                  <a:lnTo>
                    <a:pt x="159234" y="225874"/>
                  </a:lnTo>
                  <a:lnTo>
                    <a:pt x="159860" y="224681"/>
                  </a:lnTo>
                  <a:lnTo>
                    <a:pt x="160487" y="223502"/>
                  </a:lnTo>
                  <a:lnTo>
                    <a:pt x="161113" y="222302"/>
                  </a:lnTo>
                  <a:lnTo>
                    <a:pt x="161740" y="221067"/>
                  </a:lnTo>
                  <a:lnTo>
                    <a:pt x="162367" y="219796"/>
                  </a:lnTo>
                  <a:lnTo>
                    <a:pt x="162993" y="218458"/>
                  </a:lnTo>
                  <a:lnTo>
                    <a:pt x="163620" y="217059"/>
                  </a:lnTo>
                  <a:lnTo>
                    <a:pt x="164246" y="215641"/>
                  </a:lnTo>
                  <a:lnTo>
                    <a:pt x="164873" y="214221"/>
                  </a:lnTo>
                  <a:lnTo>
                    <a:pt x="165499" y="212819"/>
                  </a:lnTo>
                  <a:lnTo>
                    <a:pt x="166126" y="211458"/>
                  </a:lnTo>
                  <a:lnTo>
                    <a:pt x="166752" y="210113"/>
                  </a:lnTo>
                  <a:lnTo>
                    <a:pt x="167379" y="208776"/>
                  </a:lnTo>
                  <a:lnTo>
                    <a:pt x="168006" y="207449"/>
                  </a:lnTo>
                  <a:lnTo>
                    <a:pt x="168632" y="206142"/>
                  </a:lnTo>
                  <a:lnTo>
                    <a:pt x="169259" y="204860"/>
                  </a:lnTo>
                  <a:lnTo>
                    <a:pt x="169885" y="203604"/>
                  </a:lnTo>
                  <a:lnTo>
                    <a:pt x="170512" y="202381"/>
                  </a:lnTo>
                  <a:lnTo>
                    <a:pt x="171138" y="201195"/>
                  </a:lnTo>
                  <a:lnTo>
                    <a:pt x="171765" y="200043"/>
                  </a:lnTo>
                  <a:lnTo>
                    <a:pt x="172391" y="198943"/>
                  </a:lnTo>
                  <a:lnTo>
                    <a:pt x="173018" y="197895"/>
                  </a:lnTo>
                  <a:lnTo>
                    <a:pt x="173645" y="196886"/>
                  </a:lnTo>
                  <a:lnTo>
                    <a:pt x="174271" y="195906"/>
                  </a:lnTo>
                  <a:lnTo>
                    <a:pt x="174898" y="194938"/>
                  </a:lnTo>
                  <a:lnTo>
                    <a:pt x="175524" y="193984"/>
                  </a:lnTo>
                  <a:lnTo>
                    <a:pt x="176151" y="193046"/>
                  </a:lnTo>
                  <a:lnTo>
                    <a:pt x="176777" y="192147"/>
                  </a:lnTo>
                  <a:lnTo>
                    <a:pt x="177404" y="191283"/>
                  </a:lnTo>
                  <a:lnTo>
                    <a:pt x="178030" y="190446"/>
                  </a:lnTo>
                  <a:lnTo>
                    <a:pt x="178657" y="189633"/>
                  </a:lnTo>
                  <a:lnTo>
                    <a:pt x="179284" y="188861"/>
                  </a:lnTo>
                  <a:lnTo>
                    <a:pt x="179910" y="188137"/>
                  </a:lnTo>
                  <a:lnTo>
                    <a:pt x="180537" y="187439"/>
                  </a:lnTo>
                  <a:lnTo>
                    <a:pt x="181163" y="186766"/>
                  </a:lnTo>
                  <a:lnTo>
                    <a:pt x="181790" y="186118"/>
                  </a:lnTo>
                  <a:lnTo>
                    <a:pt x="182416" y="185489"/>
                  </a:lnTo>
                  <a:lnTo>
                    <a:pt x="183043" y="184875"/>
                  </a:lnTo>
                  <a:lnTo>
                    <a:pt x="183669" y="184268"/>
                  </a:lnTo>
                  <a:lnTo>
                    <a:pt x="184296" y="183677"/>
                  </a:lnTo>
                  <a:lnTo>
                    <a:pt x="184923" y="183093"/>
                  </a:lnTo>
                  <a:lnTo>
                    <a:pt x="185549" y="182495"/>
                  </a:lnTo>
                  <a:lnTo>
                    <a:pt x="186176" y="181862"/>
                  </a:lnTo>
                  <a:lnTo>
                    <a:pt x="186802" y="181194"/>
                  </a:lnTo>
                  <a:lnTo>
                    <a:pt x="187429" y="180499"/>
                  </a:lnTo>
                  <a:lnTo>
                    <a:pt x="188055" y="179775"/>
                  </a:lnTo>
                  <a:lnTo>
                    <a:pt x="188682" y="179018"/>
                  </a:lnTo>
                  <a:lnTo>
                    <a:pt x="189308" y="178192"/>
                  </a:lnTo>
                  <a:lnTo>
                    <a:pt x="189935" y="177309"/>
                  </a:lnTo>
                  <a:lnTo>
                    <a:pt x="190562" y="176364"/>
                  </a:lnTo>
                  <a:lnTo>
                    <a:pt x="191188" y="175356"/>
                  </a:lnTo>
                  <a:lnTo>
                    <a:pt x="191815" y="174280"/>
                  </a:lnTo>
                  <a:lnTo>
                    <a:pt x="192441" y="173146"/>
                  </a:lnTo>
                  <a:lnTo>
                    <a:pt x="193068" y="171987"/>
                  </a:lnTo>
                  <a:lnTo>
                    <a:pt x="193694" y="170812"/>
                  </a:lnTo>
                  <a:lnTo>
                    <a:pt x="194321" y="169640"/>
                  </a:lnTo>
                  <a:lnTo>
                    <a:pt x="194947" y="168510"/>
                  </a:lnTo>
                  <a:lnTo>
                    <a:pt x="195574" y="167429"/>
                  </a:lnTo>
                  <a:lnTo>
                    <a:pt x="196201" y="166383"/>
                  </a:lnTo>
                  <a:lnTo>
                    <a:pt x="196827" y="165358"/>
                  </a:lnTo>
                  <a:lnTo>
                    <a:pt x="197454" y="164347"/>
                  </a:lnTo>
                  <a:lnTo>
                    <a:pt x="198080" y="163339"/>
                  </a:lnTo>
                  <a:lnTo>
                    <a:pt x="198707" y="162360"/>
                  </a:lnTo>
                  <a:lnTo>
                    <a:pt x="199333" y="161423"/>
                  </a:lnTo>
                  <a:lnTo>
                    <a:pt x="199960" y="160539"/>
                  </a:lnTo>
                  <a:lnTo>
                    <a:pt x="200586" y="159710"/>
                  </a:lnTo>
                  <a:lnTo>
                    <a:pt x="201213" y="158934"/>
                  </a:lnTo>
                  <a:lnTo>
                    <a:pt x="201840" y="158214"/>
                  </a:lnTo>
                  <a:lnTo>
                    <a:pt x="202466" y="157539"/>
                  </a:lnTo>
                  <a:lnTo>
                    <a:pt x="203093" y="156872"/>
                  </a:lnTo>
                  <a:lnTo>
                    <a:pt x="203719" y="156224"/>
                  </a:lnTo>
                  <a:lnTo>
                    <a:pt x="204346" y="155573"/>
                  </a:lnTo>
                  <a:lnTo>
                    <a:pt x="204972" y="154947"/>
                  </a:lnTo>
                  <a:lnTo>
                    <a:pt x="205599" y="154354"/>
                  </a:lnTo>
                  <a:lnTo>
                    <a:pt x="206225" y="153842"/>
                  </a:lnTo>
                  <a:lnTo>
                    <a:pt x="206852" y="153434"/>
                  </a:lnTo>
                  <a:lnTo>
                    <a:pt x="207479" y="153162"/>
                  </a:lnTo>
                  <a:lnTo>
                    <a:pt x="208105" y="153017"/>
                  </a:lnTo>
                  <a:lnTo>
                    <a:pt x="208732" y="152962"/>
                  </a:lnTo>
                  <a:lnTo>
                    <a:pt x="209358" y="152994"/>
                  </a:lnTo>
                  <a:lnTo>
                    <a:pt x="209985" y="153116"/>
                  </a:lnTo>
                  <a:lnTo>
                    <a:pt x="210611" y="153340"/>
                  </a:lnTo>
                  <a:lnTo>
                    <a:pt x="211238" y="153650"/>
                  </a:lnTo>
                  <a:lnTo>
                    <a:pt x="211864" y="154040"/>
                  </a:lnTo>
                  <a:lnTo>
                    <a:pt x="212491" y="154551"/>
                  </a:lnTo>
                  <a:lnTo>
                    <a:pt x="213118" y="155168"/>
                  </a:lnTo>
                  <a:lnTo>
                    <a:pt x="213744" y="155889"/>
                  </a:lnTo>
                  <a:lnTo>
                    <a:pt x="214371" y="156688"/>
                  </a:lnTo>
                  <a:lnTo>
                    <a:pt x="214997" y="157565"/>
                  </a:lnTo>
                  <a:lnTo>
                    <a:pt x="215624" y="158477"/>
                  </a:lnTo>
                  <a:lnTo>
                    <a:pt x="216250" y="159385"/>
                  </a:lnTo>
                  <a:lnTo>
                    <a:pt x="216877" y="160260"/>
                  </a:lnTo>
                  <a:lnTo>
                    <a:pt x="217503" y="161113"/>
                  </a:lnTo>
                  <a:lnTo>
                    <a:pt x="218130" y="161978"/>
                  </a:lnTo>
                  <a:lnTo>
                    <a:pt x="218757" y="162854"/>
                  </a:lnTo>
                  <a:lnTo>
                    <a:pt x="219383" y="163734"/>
                  </a:lnTo>
                  <a:lnTo>
                    <a:pt x="220010" y="164597"/>
                  </a:lnTo>
                  <a:lnTo>
                    <a:pt x="220636" y="165446"/>
                  </a:lnTo>
                  <a:lnTo>
                    <a:pt x="221263" y="166281"/>
                  </a:lnTo>
                  <a:lnTo>
                    <a:pt x="221889" y="167100"/>
                  </a:lnTo>
                  <a:lnTo>
                    <a:pt x="222516" y="167898"/>
                  </a:lnTo>
                  <a:lnTo>
                    <a:pt x="223142" y="168677"/>
                  </a:lnTo>
                  <a:lnTo>
                    <a:pt x="223769" y="169465"/>
                  </a:lnTo>
                  <a:lnTo>
                    <a:pt x="224396" y="170262"/>
                  </a:lnTo>
                  <a:lnTo>
                    <a:pt x="225022" y="171067"/>
                  </a:lnTo>
                  <a:lnTo>
                    <a:pt x="225649" y="171895"/>
                  </a:lnTo>
                  <a:lnTo>
                    <a:pt x="226275" y="172738"/>
                  </a:lnTo>
                  <a:lnTo>
                    <a:pt x="226902" y="173580"/>
                  </a:lnTo>
                  <a:lnTo>
                    <a:pt x="227528" y="174416"/>
                  </a:lnTo>
                  <a:lnTo>
                    <a:pt x="228155" y="175246"/>
                  </a:lnTo>
                  <a:lnTo>
                    <a:pt x="228781" y="176061"/>
                  </a:lnTo>
                  <a:lnTo>
                    <a:pt x="229408" y="176865"/>
                  </a:lnTo>
                  <a:lnTo>
                    <a:pt x="230035" y="177665"/>
                  </a:lnTo>
                  <a:lnTo>
                    <a:pt x="230661" y="178471"/>
                  </a:lnTo>
                  <a:lnTo>
                    <a:pt x="231288" y="179280"/>
                  </a:lnTo>
                  <a:lnTo>
                    <a:pt x="231914" y="180094"/>
                  </a:lnTo>
                  <a:lnTo>
                    <a:pt x="232541" y="180921"/>
                  </a:lnTo>
                  <a:lnTo>
                    <a:pt x="233167" y="181754"/>
                  </a:lnTo>
                  <a:lnTo>
                    <a:pt x="233794" y="182590"/>
                  </a:lnTo>
                  <a:lnTo>
                    <a:pt x="234420" y="183431"/>
                  </a:lnTo>
                  <a:lnTo>
                    <a:pt x="235047" y="184295"/>
                  </a:lnTo>
                  <a:lnTo>
                    <a:pt x="235674" y="185182"/>
                  </a:lnTo>
                  <a:lnTo>
                    <a:pt x="236300" y="186101"/>
                  </a:lnTo>
                  <a:lnTo>
                    <a:pt x="236927" y="187057"/>
                  </a:lnTo>
                  <a:lnTo>
                    <a:pt x="237553" y="188063"/>
                  </a:lnTo>
                  <a:lnTo>
                    <a:pt x="238180" y="189119"/>
                  </a:lnTo>
                  <a:lnTo>
                    <a:pt x="238806" y="190222"/>
                  </a:lnTo>
                  <a:lnTo>
                    <a:pt x="239433" y="191353"/>
                  </a:lnTo>
                  <a:lnTo>
                    <a:pt x="240059" y="192522"/>
                  </a:lnTo>
                  <a:lnTo>
                    <a:pt x="240686" y="193755"/>
                  </a:lnTo>
                  <a:lnTo>
                    <a:pt x="241313" y="195047"/>
                  </a:lnTo>
                  <a:lnTo>
                    <a:pt x="241939" y="196383"/>
                  </a:lnTo>
                  <a:lnTo>
                    <a:pt x="242566" y="197745"/>
                  </a:lnTo>
                  <a:lnTo>
                    <a:pt x="243192" y="199138"/>
                  </a:lnTo>
                  <a:lnTo>
                    <a:pt x="243819" y="200562"/>
                  </a:lnTo>
                  <a:lnTo>
                    <a:pt x="244445" y="201983"/>
                  </a:lnTo>
                  <a:lnTo>
                    <a:pt x="245072" y="203408"/>
                  </a:lnTo>
                  <a:lnTo>
                    <a:pt x="245698" y="204841"/>
                  </a:lnTo>
                  <a:lnTo>
                    <a:pt x="246325" y="206284"/>
                  </a:lnTo>
                  <a:lnTo>
                    <a:pt x="246952" y="207712"/>
                  </a:lnTo>
                  <a:lnTo>
                    <a:pt x="247578" y="209136"/>
                  </a:lnTo>
                  <a:lnTo>
                    <a:pt x="248205" y="210560"/>
                  </a:lnTo>
                  <a:lnTo>
                    <a:pt x="248831" y="212001"/>
                  </a:lnTo>
                  <a:lnTo>
                    <a:pt x="249458" y="213441"/>
                  </a:lnTo>
                  <a:lnTo>
                    <a:pt x="250084" y="214848"/>
                  </a:lnTo>
                  <a:lnTo>
                    <a:pt x="250711" y="216224"/>
                  </a:lnTo>
                  <a:lnTo>
                    <a:pt x="251337" y="217576"/>
                  </a:lnTo>
                  <a:lnTo>
                    <a:pt x="251964" y="218925"/>
                  </a:lnTo>
                  <a:lnTo>
                    <a:pt x="252591" y="220269"/>
                  </a:lnTo>
                  <a:lnTo>
                    <a:pt x="253217" y="221614"/>
                  </a:lnTo>
                  <a:lnTo>
                    <a:pt x="253844" y="222961"/>
                  </a:lnTo>
                  <a:lnTo>
                    <a:pt x="254470" y="224314"/>
                  </a:lnTo>
                  <a:lnTo>
                    <a:pt x="255097" y="225672"/>
                  </a:lnTo>
                  <a:lnTo>
                    <a:pt x="255723" y="227007"/>
                  </a:lnTo>
                  <a:lnTo>
                    <a:pt x="256350" y="228320"/>
                  </a:lnTo>
                  <a:lnTo>
                    <a:pt x="256976" y="229610"/>
                  </a:lnTo>
                  <a:lnTo>
                    <a:pt x="257603" y="230864"/>
                  </a:lnTo>
                  <a:lnTo>
                    <a:pt x="258230" y="232075"/>
                  </a:lnTo>
                  <a:lnTo>
                    <a:pt x="258856" y="233250"/>
                  </a:lnTo>
                  <a:lnTo>
                    <a:pt x="259483" y="234395"/>
                  </a:lnTo>
                  <a:lnTo>
                    <a:pt x="260109" y="235513"/>
                  </a:lnTo>
                  <a:lnTo>
                    <a:pt x="260736" y="236614"/>
                  </a:lnTo>
                  <a:lnTo>
                    <a:pt x="261362" y="237710"/>
                  </a:lnTo>
                  <a:lnTo>
                    <a:pt x="261989" y="238802"/>
                  </a:lnTo>
                  <a:lnTo>
                    <a:pt x="262615" y="239880"/>
                  </a:lnTo>
                  <a:lnTo>
                    <a:pt x="263242" y="240944"/>
                  </a:lnTo>
                  <a:lnTo>
                    <a:pt x="263869" y="241992"/>
                  </a:lnTo>
                  <a:lnTo>
                    <a:pt x="264495" y="243015"/>
                  </a:lnTo>
                  <a:lnTo>
                    <a:pt x="265122" y="244024"/>
                  </a:lnTo>
                  <a:lnTo>
                    <a:pt x="265748" y="245060"/>
                  </a:lnTo>
                  <a:lnTo>
                    <a:pt x="266375" y="246122"/>
                  </a:lnTo>
                  <a:lnTo>
                    <a:pt x="267001" y="247225"/>
                  </a:lnTo>
                  <a:lnTo>
                    <a:pt x="267628" y="248362"/>
                  </a:lnTo>
                  <a:lnTo>
                    <a:pt x="268254" y="249531"/>
                  </a:lnTo>
                  <a:lnTo>
                    <a:pt x="268881" y="250709"/>
                  </a:lnTo>
                  <a:lnTo>
                    <a:pt x="269508" y="251880"/>
                  </a:lnTo>
                  <a:lnTo>
                    <a:pt x="270134" y="253023"/>
                  </a:lnTo>
                  <a:lnTo>
                    <a:pt x="270761" y="254138"/>
                  </a:lnTo>
                  <a:lnTo>
                    <a:pt x="271387" y="255256"/>
                  </a:lnTo>
                  <a:lnTo>
                    <a:pt x="272014" y="256375"/>
                  </a:lnTo>
                  <a:lnTo>
                    <a:pt x="272640" y="257497"/>
                  </a:lnTo>
                  <a:lnTo>
                    <a:pt x="273267" y="258623"/>
                  </a:lnTo>
                  <a:lnTo>
                    <a:pt x="273893" y="259771"/>
                  </a:lnTo>
                  <a:lnTo>
                    <a:pt x="274520" y="260945"/>
                  </a:lnTo>
                  <a:lnTo>
                    <a:pt x="275147" y="262106"/>
                  </a:lnTo>
                  <a:lnTo>
                    <a:pt x="275773" y="263254"/>
                  </a:lnTo>
                  <a:lnTo>
                    <a:pt x="276400" y="264388"/>
                  </a:lnTo>
                  <a:lnTo>
                    <a:pt x="277026" y="265516"/>
                  </a:lnTo>
                  <a:lnTo>
                    <a:pt x="277653" y="266639"/>
                  </a:lnTo>
                  <a:lnTo>
                    <a:pt x="278279" y="267772"/>
                  </a:lnTo>
                  <a:lnTo>
                    <a:pt x="278906" y="268942"/>
                  </a:lnTo>
                  <a:lnTo>
                    <a:pt x="279532" y="270167"/>
                  </a:lnTo>
                  <a:lnTo>
                    <a:pt x="280159" y="271433"/>
                  </a:lnTo>
                  <a:lnTo>
                    <a:pt x="280786" y="272704"/>
                  </a:lnTo>
                  <a:lnTo>
                    <a:pt x="281412" y="273982"/>
                  </a:lnTo>
                  <a:lnTo>
                    <a:pt x="282039" y="275268"/>
                  </a:lnTo>
                  <a:lnTo>
                    <a:pt x="282665" y="276562"/>
                  </a:lnTo>
                  <a:lnTo>
                    <a:pt x="283292" y="277861"/>
                  </a:lnTo>
                  <a:lnTo>
                    <a:pt x="283918" y="279166"/>
                  </a:lnTo>
                  <a:lnTo>
                    <a:pt x="284545" y="280476"/>
                  </a:lnTo>
                  <a:lnTo>
                    <a:pt x="285171" y="281791"/>
                  </a:lnTo>
                  <a:lnTo>
                    <a:pt x="285798" y="283111"/>
                  </a:lnTo>
                  <a:lnTo>
                    <a:pt x="286425" y="284437"/>
                  </a:lnTo>
                  <a:lnTo>
                    <a:pt x="287051" y="285766"/>
                  </a:lnTo>
                  <a:lnTo>
                    <a:pt x="287678" y="287098"/>
                  </a:lnTo>
                  <a:lnTo>
                    <a:pt x="288304" y="288430"/>
                  </a:lnTo>
                  <a:lnTo>
                    <a:pt x="288931" y="289763"/>
                  </a:lnTo>
                  <a:lnTo>
                    <a:pt x="289557" y="291095"/>
                  </a:lnTo>
                  <a:lnTo>
                    <a:pt x="290184" y="292427"/>
                  </a:lnTo>
                  <a:lnTo>
                    <a:pt x="290810" y="293756"/>
                  </a:lnTo>
                  <a:lnTo>
                    <a:pt x="291437" y="295086"/>
                  </a:lnTo>
                  <a:lnTo>
                    <a:pt x="292064" y="296419"/>
                  </a:lnTo>
                  <a:lnTo>
                    <a:pt x="292690" y="297755"/>
                  </a:lnTo>
                  <a:lnTo>
                    <a:pt x="293317" y="299076"/>
                  </a:lnTo>
                  <a:lnTo>
                    <a:pt x="293943" y="300377"/>
                  </a:lnTo>
                  <a:lnTo>
                    <a:pt x="294570" y="301654"/>
                  </a:lnTo>
                  <a:lnTo>
                    <a:pt x="295196" y="302907"/>
                  </a:lnTo>
                  <a:lnTo>
                    <a:pt x="295823" y="304135"/>
                  </a:lnTo>
                  <a:lnTo>
                    <a:pt x="296449" y="305346"/>
                  </a:lnTo>
                  <a:lnTo>
                    <a:pt x="297076" y="306540"/>
                  </a:lnTo>
                  <a:lnTo>
                    <a:pt x="297703" y="307682"/>
                  </a:lnTo>
                  <a:lnTo>
                    <a:pt x="298329" y="308772"/>
                  </a:lnTo>
                  <a:lnTo>
                    <a:pt x="298956" y="309818"/>
                  </a:lnTo>
                  <a:lnTo>
                    <a:pt x="299582" y="310819"/>
                  </a:lnTo>
                  <a:lnTo>
                    <a:pt x="300209" y="311777"/>
                  </a:lnTo>
                  <a:lnTo>
                    <a:pt x="300835" y="312689"/>
                  </a:lnTo>
                  <a:lnTo>
                    <a:pt x="301462" y="313549"/>
                  </a:lnTo>
                  <a:lnTo>
                    <a:pt x="302088" y="314359"/>
                  </a:lnTo>
                  <a:lnTo>
                    <a:pt x="302715" y="315116"/>
                  </a:lnTo>
                  <a:lnTo>
                    <a:pt x="303342" y="315803"/>
                  </a:lnTo>
                  <a:lnTo>
                    <a:pt x="303968" y="316422"/>
                  </a:lnTo>
                  <a:lnTo>
                    <a:pt x="304595" y="316975"/>
                  </a:lnTo>
                  <a:lnTo>
                    <a:pt x="305221" y="317464"/>
                  </a:lnTo>
                  <a:lnTo>
                    <a:pt x="305848" y="317887"/>
                  </a:lnTo>
                  <a:lnTo>
                    <a:pt x="306474" y="318241"/>
                  </a:lnTo>
                  <a:lnTo>
                    <a:pt x="307101" y="318561"/>
                  </a:lnTo>
                  <a:lnTo>
                    <a:pt x="307727" y="318845"/>
                  </a:lnTo>
                  <a:lnTo>
                    <a:pt x="308354" y="319092"/>
                  </a:lnTo>
                  <a:lnTo>
                    <a:pt x="308981" y="319301"/>
                  </a:lnTo>
                  <a:lnTo>
                    <a:pt x="309607" y="319469"/>
                  </a:lnTo>
                  <a:lnTo>
                    <a:pt x="310234" y="319598"/>
                  </a:lnTo>
                  <a:lnTo>
                    <a:pt x="310860" y="319686"/>
                  </a:lnTo>
                  <a:lnTo>
                    <a:pt x="311487" y="319732"/>
                  </a:lnTo>
                  <a:lnTo>
                    <a:pt x="312113" y="319757"/>
                  </a:lnTo>
                  <a:lnTo>
                    <a:pt x="312740" y="319790"/>
                  </a:lnTo>
                  <a:lnTo>
                    <a:pt x="313366" y="319832"/>
                  </a:lnTo>
                  <a:lnTo>
                    <a:pt x="313993" y="319884"/>
                  </a:lnTo>
                  <a:lnTo>
                    <a:pt x="314620" y="319945"/>
                  </a:lnTo>
                  <a:lnTo>
                    <a:pt x="315246" y="320015"/>
                  </a:lnTo>
                  <a:lnTo>
                    <a:pt x="315873" y="320094"/>
                  </a:lnTo>
                  <a:lnTo>
                    <a:pt x="316499" y="320185"/>
                  </a:lnTo>
                  <a:lnTo>
                    <a:pt x="317126" y="320292"/>
                  </a:lnTo>
                  <a:lnTo>
                    <a:pt x="317752" y="320407"/>
                  </a:lnTo>
                  <a:lnTo>
                    <a:pt x="318379" y="320511"/>
                  </a:lnTo>
                  <a:lnTo>
                    <a:pt x="319005" y="320606"/>
                  </a:lnTo>
                  <a:lnTo>
                    <a:pt x="319632" y="320678"/>
                  </a:lnTo>
                  <a:lnTo>
                    <a:pt x="320259" y="320721"/>
                  </a:lnTo>
                  <a:lnTo>
                    <a:pt x="320885" y="320742"/>
                  </a:lnTo>
                  <a:lnTo>
                    <a:pt x="321512" y="320746"/>
                  </a:lnTo>
                  <a:lnTo>
                    <a:pt x="322138" y="320733"/>
                  </a:lnTo>
                  <a:lnTo>
                    <a:pt x="322765" y="320714"/>
                  </a:lnTo>
                  <a:lnTo>
                    <a:pt x="323391" y="320676"/>
                  </a:lnTo>
                  <a:lnTo>
                    <a:pt x="324018" y="320619"/>
                  </a:lnTo>
                  <a:lnTo>
                    <a:pt x="324644" y="320543"/>
                  </a:lnTo>
                  <a:lnTo>
                    <a:pt x="325271" y="320447"/>
                  </a:lnTo>
                  <a:lnTo>
                    <a:pt x="325898" y="320331"/>
                  </a:lnTo>
                  <a:lnTo>
                    <a:pt x="326524" y="320200"/>
                  </a:lnTo>
                  <a:lnTo>
                    <a:pt x="327151" y="320057"/>
                  </a:lnTo>
                  <a:lnTo>
                    <a:pt x="327777" y="319928"/>
                  </a:lnTo>
                  <a:lnTo>
                    <a:pt x="328404" y="319807"/>
                  </a:lnTo>
                  <a:lnTo>
                    <a:pt x="329030" y="319704"/>
                  </a:lnTo>
                  <a:lnTo>
                    <a:pt x="329657" y="319629"/>
                  </a:lnTo>
                  <a:lnTo>
                    <a:pt x="330283" y="319582"/>
                  </a:lnTo>
                  <a:lnTo>
                    <a:pt x="330910" y="319549"/>
                  </a:lnTo>
                  <a:lnTo>
                    <a:pt x="331537" y="319530"/>
                  </a:lnTo>
                  <a:lnTo>
                    <a:pt x="332163" y="319517"/>
                  </a:lnTo>
                  <a:lnTo>
                    <a:pt x="332790" y="319515"/>
                  </a:lnTo>
                  <a:lnTo>
                    <a:pt x="333416" y="319523"/>
                  </a:lnTo>
                  <a:lnTo>
                    <a:pt x="334043" y="319538"/>
                  </a:lnTo>
                  <a:lnTo>
                    <a:pt x="334669" y="319563"/>
                  </a:lnTo>
                  <a:lnTo>
                    <a:pt x="335296" y="319598"/>
                  </a:lnTo>
                  <a:lnTo>
                    <a:pt x="335922" y="319633"/>
                  </a:lnTo>
                  <a:lnTo>
                    <a:pt x="336549" y="319672"/>
                  </a:lnTo>
                  <a:lnTo>
                    <a:pt x="337176" y="319714"/>
                  </a:lnTo>
                  <a:lnTo>
                    <a:pt x="337802" y="319767"/>
                  </a:lnTo>
                  <a:lnTo>
                    <a:pt x="338429" y="319836"/>
                  </a:lnTo>
                  <a:lnTo>
                    <a:pt x="339055" y="319919"/>
                  </a:lnTo>
                  <a:lnTo>
                    <a:pt x="339682" y="320017"/>
                  </a:lnTo>
                  <a:lnTo>
                    <a:pt x="340308" y="320133"/>
                  </a:lnTo>
                  <a:lnTo>
                    <a:pt x="340935" y="320274"/>
                  </a:lnTo>
                  <a:lnTo>
                    <a:pt x="341561" y="320439"/>
                  </a:lnTo>
                  <a:lnTo>
                    <a:pt x="342188" y="320630"/>
                  </a:lnTo>
                  <a:lnTo>
                    <a:pt x="342815" y="320845"/>
                  </a:lnTo>
                  <a:lnTo>
                    <a:pt x="343441" y="321087"/>
                  </a:lnTo>
                  <a:lnTo>
                    <a:pt x="344068" y="321357"/>
                  </a:lnTo>
                  <a:lnTo>
                    <a:pt x="344694" y="321653"/>
                  </a:lnTo>
                  <a:lnTo>
                    <a:pt x="345321" y="321976"/>
                  </a:lnTo>
                  <a:lnTo>
                    <a:pt x="345947" y="322317"/>
                  </a:lnTo>
                  <a:lnTo>
                    <a:pt x="346574" y="322671"/>
                  </a:lnTo>
                  <a:lnTo>
                    <a:pt x="347200" y="323034"/>
                  </a:lnTo>
                  <a:lnTo>
                    <a:pt x="347827" y="323407"/>
                  </a:lnTo>
                  <a:lnTo>
                    <a:pt x="348454" y="323783"/>
                  </a:lnTo>
                  <a:lnTo>
                    <a:pt x="349080" y="324156"/>
                  </a:lnTo>
                  <a:lnTo>
                    <a:pt x="349707" y="324533"/>
                  </a:lnTo>
                  <a:lnTo>
                    <a:pt x="350333" y="324928"/>
                  </a:lnTo>
                  <a:lnTo>
                    <a:pt x="350960" y="325341"/>
                  </a:lnTo>
                  <a:lnTo>
                    <a:pt x="351586" y="325784"/>
                  </a:lnTo>
                  <a:lnTo>
                    <a:pt x="352213" y="326263"/>
                  </a:lnTo>
                  <a:lnTo>
                    <a:pt x="352839" y="326774"/>
                  </a:lnTo>
                  <a:lnTo>
                    <a:pt x="353466" y="327314"/>
                  </a:lnTo>
                  <a:lnTo>
                    <a:pt x="354093" y="327879"/>
                  </a:lnTo>
                  <a:lnTo>
                    <a:pt x="354719" y="328461"/>
                  </a:lnTo>
                  <a:lnTo>
                    <a:pt x="355346" y="329067"/>
                  </a:lnTo>
                  <a:lnTo>
                    <a:pt x="355972" y="329702"/>
                  </a:lnTo>
                  <a:lnTo>
                    <a:pt x="356599" y="330366"/>
                  </a:lnTo>
                  <a:lnTo>
                    <a:pt x="357225" y="331061"/>
                  </a:lnTo>
                  <a:lnTo>
                    <a:pt x="357852" y="331789"/>
                  </a:lnTo>
                  <a:lnTo>
                    <a:pt x="358478" y="332551"/>
                  </a:lnTo>
                  <a:lnTo>
                    <a:pt x="359105" y="333340"/>
                  </a:lnTo>
                  <a:lnTo>
                    <a:pt x="359732" y="334132"/>
                  </a:lnTo>
                  <a:lnTo>
                    <a:pt x="360358" y="334932"/>
                  </a:lnTo>
                  <a:lnTo>
                    <a:pt x="360985" y="335723"/>
                  </a:lnTo>
                  <a:lnTo>
                    <a:pt x="361611" y="336500"/>
                  </a:lnTo>
                  <a:lnTo>
                    <a:pt x="362238" y="337262"/>
                  </a:lnTo>
                  <a:lnTo>
                    <a:pt x="362864" y="338015"/>
                  </a:lnTo>
                  <a:lnTo>
                    <a:pt x="363491" y="338764"/>
                  </a:lnTo>
                  <a:lnTo>
                    <a:pt x="364117" y="339516"/>
                  </a:lnTo>
                  <a:lnTo>
                    <a:pt x="364744" y="340268"/>
                  </a:lnTo>
                  <a:lnTo>
                    <a:pt x="365370" y="341017"/>
                  </a:lnTo>
                  <a:lnTo>
                    <a:pt x="365997" y="341763"/>
                  </a:lnTo>
                  <a:lnTo>
                    <a:pt x="366624" y="342508"/>
                  </a:lnTo>
                  <a:lnTo>
                    <a:pt x="367250" y="343261"/>
                  </a:lnTo>
                  <a:lnTo>
                    <a:pt x="367877" y="344031"/>
                  </a:lnTo>
                  <a:lnTo>
                    <a:pt x="368503" y="344791"/>
                  </a:lnTo>
                  <a:lnTo>
                    <a:pt x="369130" y="345535"/>
                  </a:lnTo>
                  <a:lnTo>
                    <a:pt x="369756" y="346229"/>
                  </a:lnTo>
                  <a:lnTo>
                    <a:pt x="370383" y="346878"/>
                  </a:lnTo>
                  <a:lnTo>
                    <a:pt x="371009" y="347479"/>
                  </a:lnTo>
                  <a:lnTo>
                    <a:pt x="371636" y="348033"/>
                  </a:lnTo>
                  <a:lnTo>
                    <a:pt x="372263" y="348545"/>
                  </a:lnTo>
                  <a:lnTo>
                    <a:pt x="372889" y="349008"/>
                  </a:lnTo>
                  <a:lnTo>
                    <a:pt x="373516" y="349423"/>
                  </a:lnTo>
                  <a:lnTo>
                    <a:pt x="374142" y="349792"/>
                  </a:lnTo>
                  <a:lnTo>
                    <a:pt x="374769" y="350115"/>
                  </a:lnTo>
                  <a:lnTo>
                    <a:pt x="375395" y="350402"/>
                  </a:lnTo>
                  <a:lnTo>
                    <a:pt x="376022" y="350622"/>
                  </a:lnTo>
                  <a:lnTo>
                    <a:pt x="376648" y="350781"/>
                  </a:lnTo>
                  <a:lnTo>
                    <a:pt x="377275" y="350864"/>
                  </a:lnTo>
                  <a:lnTo>
                    <a:pt x="377902" y="350899"/>
                  </a:lnTo>
                  <a:lnTo>
                    <a:pt x="378528" y="350890"/>
                  </a:lnTo>
                  <a:lnTo>
                    <a:pt x="379155" y="350861"/>
                  </a:lnTo>
                  <a:lnTo>
                    <a:pt x="379781" y="350809"/>
                  </a:lnTo>
                  <a:lnTo>
                    <a:pt x="380408" y="350744"/>
                  </a:lnTo>
                  <a:lnTo>
                    <a:pt x="381034" y="350668"/>
                  </a:lnTo>
                  <a:lnTo>
                    <a:pt x="381661" y="350572"/>
                  </a:lnTo>
                  <a:lnTo>
                    <a:pt x="382287" y="350475"/>
                  </a:lnTo>
                  <a:lnTo>
                    <a:pt x="382914" y="350386"/>
                  </a:lnTo>
                  <a:lnTo>
                    <a:pt x="383541" y="350310"/>
                  </a:lnTo>
                  <a:lnTo>
                    <a:pt x="384167" y="350240"/>
                  </a:lnTo>
                  <a:lnTo>
                    <a:pt x="384794" y="350171"/>
                  </a:lnTo>
                  <a:lnTo>
                    <a:pt x="385420" y="350109"/>
                  </a:lnTo>
                  <a:lnTo>
                    <a:pt x="386047" y="350062"/>
                  </a:lnTo>
                  <a:lnTo>
                    <a:pt x="386673" y="350031"/>
                  </a:lnTo>
                  <a:lnTo>
                    <a:pt x="387300" y="350016"/>
                  </a:lnTo>
                  <a:lnTo>
                    <a:pt x="387926" y="350013"/>
                  </a:lnTo>
                  <a:lnTo>
                    <a:pt x="388553" y="350021"/>
                  </a:lnTo>
                  <a:lnTo>
                    <a:pt x="389180" y="350037"/>
                  </a:lnTo>
                  <a:lnTo>
                    <a:pt x="389806" y="350056"/>
                  </a:lnTo>
                  <a:lnTo>
                    <a:pt x="390433" y="350075"/>
                  </a:lnTo>
                  <a:lnTo>
                    <a:pt x="391059" y="350095"/>
                  </a:lnTo>
                  <a:lnTo>
                    <a:pt x="391686" y="350105"/>
                  </a:lnTo>
                  <a:lnTo>
                    <a:pt x="392312" y="350087"/>
                  </a:lnTo>
                  <a:lnTo>
                    <a:pt x="392939" y="350036"/>
                  </a:lnTo>
                  <a:lnTo>
                    <a:pt x="393565" y="349958"/>
                  </a:lnTo>
                  <a:lnTo>
                    <a:pt x="394192" y="349852"/>
                  </a:lnTo>
                  <a:lnTo>
                    <a:pt x="394819" y="349725"/>
                  </a:lnTo>
                  <a:lnTo>
                    <a:pt x="395445" y="349569"/>
                  </a:lnTo>
                  <a:lnTo>
                    <a:pt x="396072" y="349385"/>
                  </a:lnTo>
                  <a:lnTo>
                    <a:pt x="396698" y="349176"/>
                  </a:lnTo>
                  <a:lnTo>
                    <a:pt x="397325" y="348946"/>
                  </a:lnTo>
                  <a:lnTo>
                    <a:pt x="397951" y="348694"/>
                  </a:lnTo>
                  <a:lnTo>
                    <a:pt x="398578" y="348420"/>
                  </a:lnTo>
                  <a:lnTo>
                    <a:pt x="399204" y="348118"/>
                  </a:lnTo>
                  <a:lnTo>
                    <a:pt x="399831" y="347781"/>
                  </a:lnTo>
                  <a:lnTo>
                    <a:pt x="400458" y="347430"/>
                  </a:lnTo>
                  <a:lnTo>
                    <a:pt x="401084" y="347064"/>
                  </a:lnTo>
                  <a:lnTo>
                    <a:pt x="401711" y="346717"/>
                  </a:lnTo>
                  <a:lnTo>
                    <a:pt x="402337" y="346382"/>
                  </a:lnTo>
                  <a:lnTo>
                    <a:pt x="402964" y="346060"/>
                  </a:lnTo>
                  <a:lnTo>
                    <a:pt x="403590" y="345744"/>
                  </a:lnTo>
                  <a:lnTo>
                    <a:pt x="404217" y="345426"/>
                  </a:lnTo>
                  <a:lnTo>
                    <a:pt x="404843" y="345108"/>
                  </a:lnTo>
                  <a:lnTo>
                    <a:pt x="405470" y="344789"/>
                  </a:lnTo>
                  <a:lnTo>
                    <a:pt x="406097" y="344467"/>
                  </a:lnTo>
                  <a:lnTo>
                    <a:pt x="406723" y="344142"/>
                  </a:lnTo>
                  <a:lnTo>
                    <a:pt x="407350" y="343803"/>
                  </a:lnTo>
                  <a:lnTo>
                    <a:pt x="407976" y="343482"/>
                  </a:lnTo>
                  <a:lnTo>
                    <a:pt x="408603" y="343178"/>
                  </a:lnTo>
                  <a:lnTo>
                    <a:pt x="409229" y="342905"/>
                  </a:lnTo>
                  <a:lnTo>
                    <a:pt x="409856" y="342646"/>
                  </a:lnTo>
                  <a:lnTo>
                    <a:pt x="410482" y="342400"/>
                  </a:lnTo>
                  <a:lnTo>
                    <a:pt x="411109" y="342148"/>
                  </a:lnTo>
                  <a:lnTo>
                    <a:pt x="411736" y="341895"/>
                  </a:lnTo>
                  <a:lnTo>
                    <a:pt x="412362" y="341634"/>
                  </a:lnTo>
                  <a:lnTo>
                    <a:pt x="412989" y="341375"/>
                  </a:lnTo>
                  <a:lnTo>
                    <a:pt x="413615" y="341128"/>
                  </a:lnTo>
                  <a:lnTo>
                    <a:pt x="414242" y="340881"/>
                  </a:lnTo>
                  <a:lnTo>
                    <a:pt x="414868" y="340626"/>
                  </a:lnTo>
                  <a:lnTo>
                    <a:pt x="415495" y="340363"/>
                  </a:lnTo>
                  <a:lnTo>
                    <a:pt x="416121" y="340087"/>
                  </a:lnTo>
                  <a:lnTo>
                    <a:pt x="416748" y="339786"/>
                  </a:lnTo>
                  <a:lnTo>
                    <a:pt x="417375" y="339444"/>
                  </a:lnTo>
                  <a:lnTo>
                    <a:pt x="418001" y="339045"/>
                  </a:lnTo>
                  <a:lnTo>
                    <a:pt x="418628" y="338590"/>
                  </a:lnTo>
                  <a:lnTo>
                    <a:pt x="419254" y="338077"/>
                  </a:lnTo>
                  <a:lnTo>
                    <a:pt x="419881" y="337504"/>
                  </a:lnTo>
                  <a:lnTo>
                    <a:pt x="420507" y="336870"/>
                  </a:lnTo>
                  <a:lnTo>
                    <a:pt x="421134" y="336173"/>
                  </a:lnTo>
                  <a:lnTo>
                    <a:pt x="421760" y="335421"/>
                  </a:lnTo>
                  <a:lnTo>
                    <a:pt x="422387" y="334607"/>
                  </a:lnTo>
                  <a:lnTo>
                    <a:pt x="423014" y="333727"/>
                  </a:lnTo>
                  <a:lnTo>
                    <a:pt x="423640" y="332794"/>
                  </a:lnTo>
                  <a:lnTo>
                    <a:pt x="424267" y="331812"/>
                  </a:lnTo>
                  <a:lnTo>
                    <a:pt x="424893" y="330790"/>
                  </a:lnTo>
                  <a:lnTo>
                    <a:pt x="425520" y="329724"/>
                  </a:lnTo>
                  <a:lnTo>
                    <a:pt x="426146" y="328627"/>
                  </a:lnTo>
                  <a:lnTo>
                    <a:pt x="426773" y="327503"/>
                  </a:lnTo>
                  <a:lnTo>
                    <a:pt x="427399" y="326366"/>
                  </a:lnTo>
                  <a:lnTo>
                    <a:pt x="428026" y="325222"/>
                  </a:lnTo>
                  <a:lnTo>
                    <a:pt x="428653" y="324047"/>
                  </a:lnTo>
                  <a:lnTo>
                    <a:pt x="429279" y="322834"/>
                  </a:lnTo>
                  <a:lnTo>
                    <a:pt x="429906" y="321577"/>
                  </a:lnTo>
                  <a:lnTo>
                    <a:pt x="430532" y="320261"/>
                  </a:lnTo>
                  <a:lnTo>
                    <a:pt x="431159" y="318910"/>
                  </a:lnTo>
                  <a:lnTo>
                    <a:pt x="431785" y="317533"/>
                  </a:lnTo>
                  <a:lnTo>
                    <a:pt x="432412" y="316166"/>
                  </a:lnTo>
                  <a:lnTo>
                    <a:pt x="433038" y="314797"/>
                  </a:lnTo>
                  <a:lnTo>
                    <a:pt x="433665" y="313418"/>
                  </a:lnTo>
                  <a:lnTo>
                    <a:pt x="434292" y="312026"/>
                  </a:lnTo>
                  <a:lnTo>
                    <a:pt x="434918" y="310618"/>
                  </a:lnTo>
                  <a:lnTo>
                    <a:pt x="435545" y="309200"/>
                  </a:lnTo>
                  <a:lnTo>
                    <a:pt x="436171" y="307772"/>
                  </a:lnTo>
                  <a:lnTo>
                    <a:pt x="436798" y="306336"/>
                  </a:lnTo>
                  <a:lnTo>
                    <a:pt x="437424" y="304890"/>
                  </a:lnTo>
                  <a:lnTo>
                    <a:pt x="438051" y="303442"/>
                  </a:lnTo>
                  <a:lnTo>
                    <a:pt x="438677" y="302027"/>
                  </a:lnTo>
                  <a:lnTo>
                    <a:pt x="439304" y="300640"/>
                  </a:lnTo>
                  <a:lnTo>
                    <a:pt x="439931" y="299293"/>
                  </a:lnTo>
                  <a:lnTo>
                    <a:pt x="440557" y="297966"/>
                  </a:lnTo>
                  <a:lnTo>
                    <a:pt x="441184" y="296659"/>
                  </a:lnTo>
                  <a:lnTo>
                    <a:pt x="441810" y="295350"/>
                  </a:lnTo>
                  <a:lnTo>
                    <a:pt x="442437" y="294045"/>
                  </a:lnTo>
                  <a:lnTo>
                    <a:pt x="443063" y="292762"/>
                  </a:lnTo>
                  <a:lnTo>
                    <a:pt x="443690" y="291521"/>
                  </a:lnTo>
                  <a:lnTo>
                    <a:pt x="444316" y="290330"/>
                  </a:lnTo>
                  <a:lnTo>
                    <a:pt x="444943" y="289180"/>
                  </a:lnTo>
                  <a:lnTo>
                    <a:pt x="445570" y="288071"/>
                  </a:lnTo>
                  <a:lnTo>
                    <a:pt x="446196" y="286982"/>
                  </a:lnTo>
                  <a:lnTo>
                    <a:pt x="446823" y="285887"/>
                  </a:lnTo>
                  <a:lnTo>
                    <a:pt x="447449" y="284784"/>
                  </a:lnTo>
                  <a:lnTo>
                    <a:pt x="448076" y="283669"/>
                  </a:lnTo>
                  <a:lnTo>
                    <a:pt x="448702" y="282563"/>
                  </a:lnTo>
                  <a:lnTo>
                    <a:pt x="449329" y="281475"/>
                  </a:lnTo>
                  <a:lnTo>
                    <a:pt x="449955" y="280413"/>
                  </a:lnTo>
                  <a:lnTo>
                    <a:pt x="450582" y="279374"/>
                  </a:lnTo>
                  <a:lnTo>
                    <a:pt x="451209" y="278355"/>
                  </a:lnTo>
                  <a:lnTo>
                    <a:pt x="451835" y="277360"/>
                  </a:lnTo>
                  <a:lnTo>
                    <a:pt x="452462" y="276383"/>
                  </a:lnTo>
                  <a:lnTo>
                    <a:pt x="453088" y="275409"/>
                  </a:lnTo>
                  <a:lnTo>
                    <a:pt x="453715" y="274443"/>
                  </a:lnTo>
                  <a:lnTo>
                    <a:pt x="454341" y="273495"/>
                  </a:lnTo>
                  <a:lnTo>
                    <a:pt x="454968" y="272571"/>
                  </a:lnTo>
                  <a:lnTo>
                    <a:pt x="455594" y="271692"/>
                  </a:lnTo>
                  <a:lnTo>
                    <a:pt x="456221" y="270882"/>
                  </a:lnTo>
                  <a:lnTo>
                    <a:pt x="456848" y="270152"/>
                  </a:lnTo>
                  <a:lnTo>
                    <a:pt x="457474" y="269491"/>
                  </a:lnTo>
                  <a:lnTo>
                    <a:pt x="458101" y="268886"/>
                  </a:lnTo>
                  <a:lnTo>
                    <a:pt x="458727" y="268331"/>
                  </a:lnTo>
                  <a:lnTo>
                    <a:pt x="459354" y="267818"/>
                  </a:lnTo>
                  <a:lnTo>
                    <a:pt x="459980" y="267342"/>
                  </a:lnTo>
                  <a:lnTo>
                    <a:pt x="460607" y="266923"/>
                  </a:lnTo>
                  <a:lnTo>
                    <a:pt x="461233" y="266574"/>
                  </a:lnTo>
                  <a:lnTo>
                    <a:pt x="461860" y="266299"/>
                  </a:lnTo>
                  <a:lnTo>
                    <a:pt x="462487" y="266103"/>
                  </a:lnTo>
                  <a:lnTo>
                    <a:pt x="463113" y="265955"/>
                  </a:lnTo>
                  <a:lnTo>
                    <a:pt x="463740" y="265844"/>
                  </a:lnTo>
                  <a:lnTo>
                    <a:pt x="464366" y="265742"/>
                  </a:lnTo>
                  <a:lnTo>
                    <a:pt x="464993" y="265653"/>
                  </a:lnTo>
                  <a:lnTo>
                    <a:pt x="465619" y="265586"/>
                  </a:lnTo>
                  <a:lnTo>
                    <a:pt x="466246" y="265541"/>
                  </a:lnTo>
                  <a:lnTo>
                    <a:pt x="466872" y="265527"/>
                  </a:lnTo>
                  <a:lnTo>
                    <a:pt x="467499" y="265545"/>
                  </a:lnTo>
                  <a:lnTo>
                    <a:pt x="468126" y="265594"/>
                  </a:lnTo>
                  <a:lnTo>
                    <a:pt x="468752" y="265671"/>
                  </a:lnTo>
                  <a:lnTo>
                    <a:pt x="469379" y="265777"/>
                  </a:lnTo>
                  <a:lnTo>
                    <a:pt x="470005" y="265903"/>
                  </a:lnTo>
                  <a:lnTo>
                    <a:pt x="470632" y="266015"/>
                  </a:lnTo>
                  <a:lnTo>
                    <a:pt x="471258" y="266121"/>
                  </a:lnTo>
                  <a:lnTo>
                    <a:pt x="471885" y="266205"/>
                  </a:lnTo>
                  <a:lnTo>
                    <a:pt x="472511" y="266287"/>
                  </a:lnTo>
                  <a:lnTo>
                    <a:pt x="473138" y="266363"/>
                  </a:lnTo>
                  <a:lnTo>
                    <a:pt x="473765" y="266456"/>
                  </a:lnTo>
                  <a:lnTo>
                    <a:pt x="474391" y="266561"/>
                  </a:lnTo>
                  <a:lnTo>
                    <a:pt x="475018" y="266663"/>
                  </a:lnTo>
                  <a:lnTo>
                    <a:pt x="475644" y="266741"/>
                  </a:lnTo>
                  <a:lnTo>
                    <a:pt x="476271" y="266773"/>
                  </a:lnTo>
                  <a:lnTo>
                    <a:pt x="476897" y="266748"/>
                  </a:lnTo>
                  <a:lnTo>
                    <a:pt x="477524" y="266645"/>
                  </a:lnTo>
                  <a:lnTo>
                    <a:pt x="478150" y="266483"/>
                  </a:lnTo>
                  <a:lnTo>
                    <a:pt x="478777" y="266295"/>
                  </a:lnTo>
                  <a:lnTo>
                    <a:pt x="479404" y="266102"/>
                  </a:lnTo>
                  <a:lnTo>
                    <a:pt x="480030" y="265923"/>
                  </a:lnTo>
                  <a:lnTo>
                    <a:pt x="480657" y="265770"/>
                  </a:lnTo>
                  <a:lnTo>
                    <a:pt x="481283" y="265641"/>
                  </a:lnTo>
                  <a:lnTo>
                    <a:pt x="481910" y="265534"/>
                  </a:lnTo>
                  <a:lnTo>
                    <a:pt x="482536" y="265462"/>
                  </a:lnTo>
                  <a:lnTo>
                    <a:pt x="483163" y="265429"/>
                  </a:lnTo>
                  <a:lnTo>
                    <a:pt x="483789" y="265433"/>
                  </a:lnTo>
                  <a:lnTo>
                    <a:pt x="484416" y="265469"/>
                  </a:lnTo>
                  <a:lnTo>
                    <a:pt x="485043" y="265561"/>
                  </a:lnTo>
                  <a:lnTo>
                    <a:pt x="485669" y="265704"/>
                  </a:lnTo>
                  <a:lnTo>
                    <a:pt x="486296" y="265905"/>
                  </a:lnTo>
                  <a:lnTo>
                    <a:pt x="486922" y="266189"/>
                  </a:lnTo>
                  <a:lnTo>
                    <a:pt x="487549" y="266529"/>
                  </a:lnTo>
                  <a:lnTo>
                    <a:pt x="488175" y="266906"/>
                  </a:lnTo>
                  <a:lnTo>
                    <a:pt x="488802" y="267290"/>
                  </a:lnTo>
                  <a:lnTo>
                    <a:pt x="489428" y="267681"/>
                  </a:lnTo>
                  <a:lnTo>
                    <a:pt x="490055" y="268061"/>
                  </a:lnTo>
                  <a:lnTo>
                    <a:pt x="490682" y="268425"/>
                  </a:lnTo>
                  <a:lnTo>
                    <a:pt x="491308" y="268791"/>
                  </a:lnTo>
                  <a:lnTo>
                    <a:pt x="491935" y="269135"/>
                  </a:lnTo>
                  <a:lnTo>
                    <a:pt x="492561" y="269461"/>
                  </a:lnTo>
                  <a:lnTo>
                    <a:pt x="493188" y="269771"/>
                  </a:lnTo>
                  <a:lnTo>
                    <a:pt x="493814" y="270068"/>
                  </a:lnTo>
                  <a:lnTo>
                    <a:pt x="494441" y="270353"/>
                  </a:lnTo>
                  <a:lnTo>
                    <a:pt x="495067" y="270632"/>
                  </a:lnTo>
                  <a:lnTo>
                    <a:pt x="495694" y="270915"/>
                  </a:lnTo>
                  <a:lnTo>
                    <a:pt x="496321" y="271213"/>
                  </a:lnTo>
                  <a:lnTo>
                    <a:pt x="496947" y="271536"/>
                  </a:lnTo>
                  <a:lnTo>
                    <a:pt x="497574" y="271859"/>
                  </a:lnTo>
                  <a:lnTo>
                    <a:pt x="498200" y="272183"/>
                  </a:lnTo>
                  <a:lnTo>
                    <a:pt x="498827" y="272502"/>
                  </a:lnTo>
                  <a:lnTo>
                    <a:pt x="499453" y="272819"/>
                  </a:lnTo>
                  <a:lnTo>
                    <a:pt x="500080" y="273132"/>
                  </a:lnTo>
                  <a:lnTo>
                    <a:pt x="500706" y="273425"/>
                  </a:lnTo>
                  <a:lnTo>
                    <a:pt x="501333" y="273714"/>
                  </a:lnTo>
                  <a:lnTo>
                    <a:pt x="501960" y="273998"/>
                  </a:lnTo>
                  <a:lnTo>
                    <a:pt x="502586" y="274274"/>
                  </a:lnTo>
                  <a:lnTo>
                    <a:pt x="503213" y="274534"/>
                  </a:lnTo>
                  <a:lnTo>
                    <a:pt x="503839" y="274780"/>
                  </a:lnTo>
                  <a:lnTo>
                    <a:pt x="504466" y="275012"/>
                  </a:lnTo>
                  <a:lnTo>
                    <a:pt x="505092" y="275223"/>
                  </a:lnTo>
                  <a:lnTo>
                    <a:pt x="505719" y="275394"/>
                  </a:lnTo>
                  <a:lnTo>
                    <a:pt x="506345" y="275525"/>
                  </a:lnTo>
                  <a:lnTo>
                    <a:pt x="506972" y="275637"/>
                  </a:lnTo>
                  <a:lnTo>
                    <a:pt x="507599" y="275735"/>
                  </a:lnTo>
                  <a:lnTo>
                    <a:pt x="508225" y="275831"/>
                  </a:lnTo>
                  <a:lnTo>
                    <a:pt x="508852" y="275947"/>
                  </a:lnTo>
                  <a:lnTo>
                    <a:pt x="509478" y="276130"/>
                  </a:lnTo>
                  <a:lnTo>
                    <a:pt x="510105" y="276386"/>
                  </a:lnTo>
                  <a:lnTo>
                    <a:pt x="510731" y="276713"/>
                  </a:lnTo>
                  <a:lnTo>
                    <a:pt x="511358" y="277090"/>
                  </a:lnTo>
                  <a:lnTo>
                    <a:pt x="511984" y="277511"/>
                  </a:lnTo>
                  <a:lnTo>
                    <a:pt x="512611" y="277962"/>
                  </a:lnTo>
                  <a:lnTo>
                    <a:pt x="513238" y="278449"/>
                  </a:lnTo>
                  <a:lnTo>
                    <a:pt x="513864" y="278975"/>
                  </a:lnTo>
                  <a:lnTo>
                    <a:pt x="514491" y="279530"/>
                  </a:lnTo>
                  <a:lnTo>
                    <a:pt x="515117" y="280101"/>
                  </a:lnTo>
                  <a:lnTo>
                    <a:pt x="515744" y="280672"/>
                  </a:lnTo>
                  <a:lnTo>
                    <a:pt x="516370" y="281244"/>
                  </a:lnTo>
                  <a:lnTo>
                    <a:pt x="516997" y="281804"/>
                  </a:lnTo>
                  <a:lnTo>
                    <a:pt x="517623" y="282350"/>
                  </a:lnTo>
                  <a:lnTo>
                    <a:pt x="518250" y="282855"/>
                  </a:lnTo>
                  <a:lnTo>
                    <a:pt x="518877" y="283277"/>
                  </a:lnTo>
                  <a:lnTo>
                    <a:pt x="519503" y="283608"/>
                  </a:lnTo>
                  <a:lnTo>
                    <a:pt x="520130" y="283851"/>
                  </a:lnTo>
                  <a:lnTo>
                    <a:pt x="520756" y="284022"/>
                  </a:lnTo>
                  <a:lnTo>
                    <a:pt x="521383" y="284115"/>
                  </a:lnTo>
                  <a:lnTo>
                    <a:pt x="522009" y="284130"/>
                  </a:lnTo>
                  <a:lnTo>
                    <a:pt x="522636" y="284068"/>
                  </a:lnTo>
                  <a:lnTo>
                    <a:pt x="523262" y="283908"/>
                  </a:lnTo>
                  <a:lnTo>
                    <a:pt x="523889" y="283671"/>
                  </a:lnTo>
                  <a:lnTo>
                    <a:pt x="524516" y="283368"/>
                  </a:lnTo>
                  <a:lnTo>
                    <a:pt x="525142" y="283006"/>
                  </a:lnTo>
                  <a:lnTo>
                    <a:pt x="525769" y="282591"/>
                  </a:lnTo>
                  <a:lnTo>
                    <a:pt x="526395" y="282129"/>
                  </a:lnTo>
                  <a:lnTo>
                    <a:pt x="527022" y="281618"/>
                  </a:lnTo>
                  <a:lnTo>
                    <a:pt x="527648" y="281060"/>
                  </a:lnTo>
                  <a:lnTo>
                    <a:pt x="528275" y="280442"/>
                  </a:lnTo>
                  <a:lnTo>
                    <a:pt x="528901" y="279745"/>
                  </a:lnTo>
                  <a:lnTo>
                    <a:pt x="529528" y="278985"/>
                  </a:lnTo>
                  <a:lnTo>
                    <a:pt x="530155" y="278163"/>
                  </a:lnTo>
                  <a:lnTo>
                    <a:pt x="530781" y="277292"/>
                  </a:lnTo>
                  <a:lnTo>
                    <a:pt x="531408" y="276387"/>
                  </a:lnTo>
                  <a:lnTo>
                    <a:pt x="532034" y="275447"/>
                  </a:lnTo>
                  <a:lnTo>
                    <a:pt x="532661" y="274492"/>
                  </a:lnTo>
                  <a:lnTo>
                    <a:pt x="533287" y="273506"/>
                  </a:lnTo>
                  <a:lnTo>
                    <a:pt x="533914" y="272484"/>
                  </a:lnTo>
                  <a:lnTo>
                    <a:pt x="534540" y="271422"/>
                  </a:lnTo>
                  <a:lnTo>
                    <a:pt x="535167" y="270321"/>
                  </a:lnTo>
                  <a:lnTo>
                    <a:pt x="535794" y="269193"/>
                  </a:lnTo>
                  <a:lnTo>
                    <a:pt x="536420" y="268015"/>
                  </a:lnTo>
                  <a:lnTo>
                    <a:pt x="537047" y="266793"/>
                  </a:lnTo>
                  <a:lnTo>
                    <a:pt x="537673" y="265540"/>
                  </a:lnTo>
                  <a:lnTo>
                    <a:pt x="538300" y="264253"/>
                  </a:lnTo>
                  <a:lnTo>
                    <a:pt x="538926" y="262921"/>
                  </a:lnTo>
                  <a:lnTo>
                    <a:pt x="539553" y="261534"/>
                  </a:lnTo>
                  <a:lnTo>
                    <a:pt x="540179" y="260124"/>
                  </a:lnTo>
                  <a:lnTo>
                    <a:pt x="540806" y="258685"/>
                  </a:lnTo>
                  <a:lnTo>
                    <a:pt x="541433" y="257190"/>
                  </a:lnTo>
                  <a:lnTo>
                    <a:pt x="542059" y="255636"/>
                  </a:lnTo>
                  <a:lnTo>
                    <a:pt x="542686" y="254021"/>
                  </a:lnTo>
                  <a:lnTo>
                    <a:pt x="543312" y="252345"/>
                  </a:lnTo>
                  <a:lnTo>
                    <a:pt x="543939" y="250623"/>
                  </a:lnTo>
                  <a:lnTo>
                    <a:pt x="544565" y="248852"/>
                  </a:lnTo>
                  <a:lnTo>
                    <a:pt x="545192" y="247022"/>
                  </a:lnTo>
                  <a:lnTo>
                    <a:pt x="545818" y="245153"/>
                  </a:lnTo>
                  <a:lnTo>
                    <a:pt x="546445" y="243251"/>
                  </a:lnTo>
                  <a:lnTo>
                    <a:pt x="547072" y="241332"/>
                  </a:lnTo>
                  <a:lnTo>
                    <a:pt x="547698" y="239433"/>
                  </a:lnTo>
                  <a:lnTo>
                    <a:pt x="548325" y="237565"/>
                  </a:lnTo>
                  <a:lnTo>
                    <a:pt x="548951" y="235753"/>
                  </a:lnTo>
                  <a:lnTo>
                    <a:pt x="549578" y="233958"/>
                  </a:lnTo>
                  <a:lnTo>
                    <a:pt x="550204" y="232199"/>
                  </a:lnTo>
                  <a:lnTo>
                    <a:pt x="550831" y="230482"/>
                  </a:lnTo>
                  <a:lnTo>
                    <a:pt x="551457" y="228821"/>
                  </a:lnTo>
                  <a:lnTo>
                    <a:pt x="552084" y="227215"/>
                  </a:lnTo>
                  <a:lnTo>
                    <a:pt x="552711" y="225663"/>
                  </a:lnTo>
                  <a:lnTo>
                    <a:pt x="553337" y="224174"/>
                  </a:lnTo>
                  <a:lnTo>
                    <a:pt x="553964" y="222770"/>
                  </a:lnTo>
                  <a:lnTo>
                    <a:pt x="554590" y="221475"/>
                  </a:lnTo>
                  <a:lnTo>
                    <a:pt x="555217" y="220289"/>
                  </a:lnTo>
                  <a:lnTo>
                    <a:pt x="555843" y="219206"/>
                  </a:lnTo>
                  <a:lnTo>
                    <a:pt x="556470" y="218216"/>
                  </a:lnTo>
                  <a:lnTo>
                    <a:pt x="557096" y="217308"/>
                  </a:lnTo>
                  <a:lnTo>
                    <a:pt x="557723" y="216477"/>
                  </a:lnTo>
                  <a:lnTo>
                    <a:pt x="558350" y="215713"/>
                  </a:lnTo>
                  <a:lnTo>
                    <a:pt x="558976" y="215022"/>
                  </a:lnTo>
                  <a:lnTo>
                    <a:pt x="559603" y="214397"/>
                  </a:lnTo>
                  <a:lnTo>
                    <a:pt x="560229" y="213862"/>
                  </a:lnTo>
                  <a:lnTo>
                    <a:pt x="560856" y="213434"/>
                  </a:lnTo>
                  <a:lnTo>
                    <a:pt x="561482" y="213123"/>
                  </a:lnTo>
                  <a:lnTo>
                    <a:pt x="562109" y="212928"/>
                  </a:lnTo>
                  <a:lnTo>
                    <a:pt x="562735" y="212839"/>
                  </a:lnTo>
                  <a:lnTo>
                    <a:pt x="563362" y="212842"/>
                  </a:lnTo>
                  <a:lnTo>
                    <a:pt x="563989" y="212915"/>
                  </a:lnTo>
                  <a:lnTo>
                    <a:pt x="564615" y="213061"/>
                  </a:lnTo>
                  <a:lnTo>
                    <a:pt x="565242" y="213279"/>
                  </a:lnTo>
                  <a:lnTo>
                    <a:pt x="565868" y="213577"/>
                  </a:lnTo>
                  <a:lnTo>
                    <a:pt x="566495" y="213960"/>
                  </a:lnTo>
                  <a:lnTo>
                    <a:pt x="567121" y="214423"/>
                  </a:lnTo>
                  <a:lnTo>
                    <a:pt x="567748" y="214968"/>
                  </a:lnTo>
                  <a:lnTo>
                    <a:pt x="568374" y="215610"/>
                  </a:lnTo>
                  <a:lnTo>
                    <a:pt x="569001" y="216348"/>
                  </a:lnTo>
                  <a:lnTo>
                    <a:pt x="569628" y="217164"/>
                  </a:lnTo>
                  <a:lnTo>
                    <a:pt x="570254" y="218055"/>
                  </a:lnTo>
                  <a:lnTo>
                    <a:pt x="570881" y="219010"/>
                  </a:lnTo>
                  <a:lnTo>
                    <a:pt x="571507" y="220030"/>
                  </a:lnTo>
                  <a:lnTo>
                    <a:pt x="572134" y="221087"/>
                  </a:lnTo>
                  <a:lnTo>
                    <a:pt x="572760" y="222172"/>
                  </a:lnTo>
                  <a:lnTo>
                    <a:pt x="573387" y="223284"/>
                  </a:lnTo>
                  <a:lnTo>
                    <a:pt x="574013" y="224412"/>
                  </a:lnTo>
                  <a:lnTo>
                    <a:pt x="574640" y="225556"/>
                  </a:lnTo>
                  <a:lnTo>
                    <a:pt x="575267" y="226717"/>
                  </a:lnTo>
                  <a:lnTo>
                    <a:pt x="575893" y="227858"/>
                  </a:lnTo>
                  <a:lnTo>
                    <a:pt x="576520" y="228983"/>
                  </a:lnTo>
                  <a:lnTo>
                    <a:pt x="577146" y="230092"/>
                  </a:lnTo>
                  <a:lnTo>
                    <a:pt x="577773" y="231184"/>
                  </a:lnTo>
                  <a:lnTo>
                    <a:pt x="578399" y="232267"/>
                  </a:lnTo>
                  <a:lnTo>
                    <a:pt x="579026" y="233340"/>
                  </a:lnTo>
                  <a:lnTo>
                    <a:pt x="579652" y="234379"/>
                  </a:lnTo>
                  <a:lnTo>
                    <a:pt x="580279" y="235385"/>
                  </a:lnTo>
                  <a:lnTo>
                    <a:pt x="580906" y="236344"/>
                  </a:lnTo>
                  <a:lnTo>
                    <a:pt x="581532" y="237267"/>
                  </a:lnTo>
                  <a:lnTo>
                    <a:pt x="582159" y="238152"/>
                  </a:lnTo>
                  <a:lnTo>
                    <a:pt x="582785" y="239011"/>
                  </a:lnTo>
                  <a:lnTo>
                    <a:pt x="583412" y="239843"/>
                  </a:lnTo>
                  <a:lnTo>
                    <a:pt x="584038" y="240665"/>
                  </a:lnTo>
                  <a:lnTo>
                    <a:pt x="584665" y="241491"/>
                  </a:lnTo>
                  <a:lnTo>
                    <a:pt x="585291" y="242342"/>
                  </a:lnTo>
                  <a:lnTo>
                    <a:pt x="585918" y="243222"/>
                  </a:lnTo>
                  <a:lnTo>
                    <a:pt x="586545" y="244108"/>
                  </a:lnTo>
                  <a:lnTo>
                    <a:pt x="587171" y="244984"/>
                  </a:lnTo>
                  <a:lnTo>
                    <a:pt x="587798" y="245846"/>
                  </a:lnTo>
                  <a:lnTo>
                    <a:pt x="588424" y="246690"/>
                  </a:lnTo>
                  <a:lnTo>
                    <a:pt x="589051" y="247515"/>
                  </a:lnTo>
                  <a:lnTo>
                    <a:pt x="589677" y="248331"/>
                  </a:lnTo>
                  <a:lnTo>
                    <a:pt x="590304" y="249133"/>
                  </a:lnTo>
                  <a:lnTo>
                    <a:pt x="590930" y="249950"/>
                  </a:lnTo>
                  <a:lnTo>
                    <a:pt x="591557" y="250796"/>
                  </a:lnTo>
                  <a:lnTo>
                    <a:pt x="592184" y="251654"/>
                  </a:lnTo>
                  <a:lnTo>
                    <a:pt x="592810" y="252525"/>
                  </a:lnTo>
                  <a:lnTo>
                    <a:pt x="593437" y="253394"/>
                  </a:lnTo>
                  <a:lnTo>
                    <a:pt x="594063" y="254245"/>
                  </a:lnTo>
                  <a:lnTo>
                    <a:pt x="594690" y="255079"/>
                  </a:lnTo>
                  <a:lnTo>
                    <a:pt x="595316" y="255887"/>
                  </a:lnTo>
                  <a:lnTo>
                    <a:pt x="595943" y="256690"/>
                  </a:lnTo>
                  <a:lnTo>
                    <a:pt x="596569" y="257501"/>
                  </a:lnTo>
                  <a:lnTo>
                    <a:pt x="597196" y="258332"/>
                  </a:lnTo>
                  <a:lnTo>
                    <a:pt x="597823" y="259193"/>
                  </a:lnTo>
                  <a:lnTo>
                    <a:pt x="598449" y="260079"/>
                  </a:lnTo>
                  <a:lnTo>
                    <a:pt x="599076" y="261006"/>
                  </a:lnTo>
                  <a:lnTo>
                    <a:pt x="599702" y="261971"/>
                  </a:lnTo>
                  <a:lnTo>
                    <a:pt x="600329" y="262973"/>
                  </a:lnTo>
                  <a:lnTo>
                    <a:pt x="600955" y="264016"/>
                  </a:lnTo>
                  <a:lnTo>
                    <a:pt x="601582" y="265121"/>
                  </a:lnTo>
                  <a:lnTo>
                    <a:pt x="602208" y="266307"/>
                  </a:lnTo>
                  <a:lnTo>
                    <a:pt x="602835" y="267566"/>
                  </a:lnTo>
                  <a:lnTo>
                    <a:pt x="603461" y="268890"/>
                  </a:lnTo>
                  <a:lnTo>
                    <a:pt x="604088" y="270281"/>
                  </a:lnTo>
                  <a:lnTo>
                    <a:pt x="604715" y="271734"/>
                  </a:lnTo>
                  <a:lnTo>
                    <a:pt x="605341" y="273253"/>
                  </a:lnTo>
                  <a:lnTo>
                    <a:pt x="605968" y="274829"/>
                  </a:lnTo>
                  <a:lnTo>
                    <a:pt x="606594" y="276450"/>
                  </a:lnTo>
                  <a:lnTo>
                    <a:pt x="607221" y="278111"/>
                  </a:lnTo>
                  <a:lnTo>
                    <a:pt x="607847" y="279835"/>
                  </a:lnTo>
                  <a:lnTo>
                    <a:pt x="608474" y="281601"/>
                  </a:lnTo>
                  <a:lnTo>
                    <a:pt x="609100" y="283407"/>
                  </a:lnTo>
                  <a:lnTo>
                    <a:pt x="609727" y="285241"/>
                  </a:lnTo>
                  <a:lnTo>
                    <a:pt x="610354" y="287067"/>
                  </a:lnTo>
                  <a:lnTo>
                    <a:pt x="610980" y="288883"/>
                  </a:lnTo>
                  <a:lnTo>
                    <a:pt x="611607" y="290642"/>
                  </a:lnTo>
                  <a:lnTo>
                    <a:pt x="612233" y="292346"/>
                  </a:lnTo>
                  <a:lnTo>
                    <a:pt x="612860" y="293996"/>
                  </a:lnTo>
                  <a:lnTo>
                    <a:pt x="613486" y="295627"/>
                  </a:lnTo>
                  <a:lnTo>
                    <a:pt x="614113" y="297241"/>
                  </a:lnTo>
                  <a:lnTo>
                    <a:pt x="614739" y="298834"/>
                  </a:lnTo>
                  <a:lnTo>
                    <a:pt x="615366" y="300411"/>
                  </a:lnTo>
                  <a:lnTo>
                    <a:pt x="615993" y="301962"/>
                  </a:lnTo>
                  <a:lnTo>
                    <a:pt x="616619" y="303471"/>
                  </a:lnTo>
                  <a:lnTo>
                    <a:pt x="617246" y="304919"/>
                  </a:lnTo>
                  <a:lnTo>
                    <a:pt x="617872" y="306301"/>
                  </a:lnTo>
                  <a:lnTo>
                    <a:pt x="618499" y="307621"/>
                  </a:lnTo>
                  <a:lnTo>
                    <a:pt x="619125" y="308868"/>
                  </a:lnTo>
                  <a:lnTo>
                    <a:pt x="619752" y="310042"/>
                  </a:lnTo>
                  <a:lnTo>
                    <a:pt x="620378" y="311138"/>
                  </a:lnTo>
                  <a:lnTo>
                    <a:pt x="621005" y="312173"/>
                  </a:lnTo>
                  <a:lnTo>
                    <a:pt x="621632" y="313144"/>
                  </a:lnTo>
                  <a:lnTo>
                    <a:pt x="622258" y="314057"/>
                  </a:lnTo>
                  <a:lnTo>
                    <a:pt x="622885" y="314879"/>
                  </a:lnTo>
                  <a:lnTo>
                    <a:pt x="623511" y="315584"/>
                  </a:lnTo>
                  <a:lnTo>
                    <a:pt x="624138" y="316155"/>
                  </a:lnTo>
                  <a:lnTo>
                    <a:pt x="624764" y="316549"/>
                  </a:lnTo>
                  <a:lnTo>
                    <a:pt x="625391" y="316775"/>
                  </a:lnTo>
                  <a:lnTo>
                    <a:pt x="626017" y="316834"/>
                  </a:lnTo>
                  <a:lnTo>
                    <a:pt x="626644" y="316725"/>
                  </a:lnTo>
                  <a:lnTo>
                    <a:pt x="627271" y="316453"/>
                  </a:lnTo>
                  <a:lnTo>
                    <a:pt x="627897" y="316016"/>
                  </a:lnTo>
                  <a:lnTo>
                    <a:pt x="628524" y="315417"/>
                  </a:lnTo>
                  <a:lnTo>
                    <a:pt x="629150" y="314640"/>
                  </a:lnTo>
                  <a:lnTo>
                    <a:pt x="629777" y="313673"/>
                  </a:lnTo>
                  <a:lnTo>
                    <a:pt x="630403" y="312497"/>
                  </a:lnTo>
                  <a:lnTo>
                    <a:pt x="631030" y="311100"/>
                  </a:lnTo>
                  <a:lnTo>
                    <a:pt x="631656" y="309480"/>
                  </a:lnTo>
                  <a:lnTo>
                    <a:pt x="632283" y="307635"/>
                  </a:lnTo>
                  <a:lnTo>
                    <a:pt x="632910" y="305574"/>
                  </a:lnTo>
                  <a:lnTo>
                    <a:pt x="633536" y="303306"/>
                  </a:lnTo>
                  <a:lnTo>
                    <a:pt x="634163" y="300846"/>
                  </a:lnTo>
                  <a:lnTo>
                    <a:pt x="634789" y="298204"/>
                  </a:lnTo>
                  <a:lnTo>
                    <a:pt x="635416" y="295402"/>
                  </a:lnTo>
                  <a:lnTo>
                    <a:pt x="636042" y="292441"/>
                  </a:lnTo>
                  <a:lnTo>
                    <a:pt x="636669" y="289333"/>
                  </a:lnTo>
                  <a:lnTo>
                    <a:pt x="637295" y="286079"/>
                  </a:lnTo>
                  <a:lnTo>
                    <a:pt x="637922" y="282693"/>
                  </a:lnTo>
                  <a:lnTo>
                    <a:pt x="638549" y="279231"/>
                  </a:lnTo>
                  <a:lnTo>
                    <a:pt x="639175" y="275708"/>
                  </a:lnTo>
                  <a:lnTo>
                    <a:pt x="639802" y="272160"/>
                  </a:lnTo>
                  <a:lnTo>
                    <a:pt x="640428" y="268609"/>
                  </a:lnTo>
                  <a:lnTo>
                    <a:pt x="641055" y="265059"/>
                  </a:lnTo>
                  <a:lnTo>
                    <a:pt x="641681" y="261505"/>
                  </a:lnTo>
                  <a:lnTo>
                    <a:pt x="642308" y="257972"/>
                  </a:lnTo>
                  <a:lnTo>
                    <a:pt x="642934" y="254460"/>
                  </a:lnTo>
                  <a:lnTo>
                    <a:pt x="643561" y="251013"/>
                  </a:lnTo>
                  <a:lnTo>
                    <a:pt x="644188" y="247674"/>
                  </a:lnTo>
                  <a:lnTo>
                    <a:pt x="644814" y="244438"/>
                  </a:lnTo>
                  <a:lnTo>
                    <a:pt x="645441" y="241300"/>
                  </a:lnTo>
                  <a:lnTo>
                    <a:pt x="646067" y="238255"/>
                  </a:lnTo>
                  <a:lnTo>
                    <a:pt x="646694" y="235304"/>
                  </a:lnTo>
                  <a:lnTo>
                    <a:pt x="647320" y="232440"/>
                  </a:lnTo>
                  <a:lnTo>
                    <a:pt x="647947" y="229634"/>
                  </a:lnTo>
                  <a:lnTo>
                    <a:pt x="648573" y="226882"/>
                  </a:lnTo>
                  <a:lnTo>
                    <a:pt x="649200" y="224183"/>
                  </a:lnTo>
                  <a:lnTo>
                    <a:pt x="649827" y="221539"/>
                  </a:lnTo>
                  <a:lnTo>
                    <a:pt x="650453" y="218954"/>
                  </a:lnTo>
                  <a:lnTo>
                    <a:pt x="651080" y="216447"/>
                  </a:lnTo>
                  <a:lnTo>
                    <a:pt x="651706" y="214036"/>
                  </a:lnTo>
                  <a:lnTo>
                    <a:pt x="652333" y="211708"/>
                  </a:lnTo>
                  <a:lnTo>
                    <a:pt x="652959" y="209436"/>
                  </a:lnTo>
                  <a:lnTo>
                    <a:pt x="653586" y="207192"/>
                  </a:lnTo>
                  <a:lnTo>
                    <a:pt x="654212" y="204980"/>
                  </a:lnTo>
                  <a:lnTo>
                    <a:pt x="654839" y="202803"/>
                  </a:lnTo>
                  <a:lnTo>
                    <a:pt x="655466" y="200665"/>
                  </a:lnTo>
                  <a:lnTo>
                    <a:pt x="656092" y="198589"/>
                  </a:lnTo>
                  <a:lnTo>
                    <a:pt x="656719" y="196622"/>
                  </a:lnTo>
                  <a:lnTo>
                    <a:pt x="657345" y="194772"/>
                  </a:lnTo>
                  <a:lnTo>
                    <a:pt x="657972" y="193060"/>
                  </a:lnTo>
                  <a:lnTo>
                    <a:pt x="658598" y="191485"/>
                  </a:lnTo>
                  <a:lnTo>
                    <a:pt x="659225" y="190044"/>
                  </a:lnTo>
                  <a:lnTo>
                    <a:pt x="659851" y="188721"/>
                  </a:lnTo>
                  <a:lnTo>
                    <a:pt x="660478" y="187479"/>
                  </a:lnTo>
                  <a:lnTo>
                    <a:pt x="661105" y="186320"/>
                  </a:lnTo>
                  <a:lnTo>
                    <a:pt x="661731" y="185264"/>
                  </a:lnTo>
                  <a:lnTo>
                    <a:pt x="662358" y="184352"/>
                  </a:lnTo>
                  <a:lnTo>
                    <a:pt x="662984" y="183583"/>
                  </a:lnTo>
                  <a:lnTo>
                    <a:pt x="663611" y="182947"/>
                  </a:lnTo>
                  <a:lnTo>
                    <a:pt x="664237" y="182434"/>
                  </a:lnTo>
                  <a:lnTo>
                    <a:pt x="664864" y="182033"/>
                  </a:lnTo>
                  <a:lnTo>
                    <a:pt x="665490" y="181734"/>
                  </a:lnTo>
                  <a:lnTo>
                    <a:pt x="666117" y="181508"/>
                  </a:lnTo>
                  <a:lnTo>
                    <a:pt x="666744" y="181354"/>
                  </a:lnTo>
                  <a:lnTo>
                    <a:pt x="667370" y="181246"/>
                  </a:lnTo>
                  <a:lnTo>
                    <a:pt x="667997" y="181194"/>
                  </a:lnTo>
                  <a:lnTo>
                    <a:pt x="668623" y="181196"/>
                  </a:lnTo>
                  <a:lnTo>
                    <a:pt x="669250" y="181243"/>
                  </a:lnTo>
                  <a:lnTo>
                    <a:pt x="669876" y="181348"/>
                  </a:lnTo>
                  <a:lnTo>
                    <a:pt x="670503" y="181466"/>
                  </a:lnTo>
                  <a:lnTo>
                    <a:pt x="671129" y="181586"/>
                  </a:lnTo>
                  <a:lnTo>
                    <a:pt x="671756" y="181672"/>
                  </a:lnTo>
                  <a:lnTo>
                    <a:pt x="672383" y="181710"/>
                  </a:lnTo>
                  <a:lnTo>
                    <a:pt x="673009" y="181708"/>
                  </a:lnTo>
                  <a:lnTo>
                    <a:pt x="673636" y="181649"/>
                  </a:lnTo>
                  <a:lnTo>
                    <a:pt x="674262" y="181561"/>
                  </a:lnTo>
                  <a:lnTo>
                    <a:pt x="674889" y="181454"/>
                  </a:lnTo>
                  <a:lnTo>
                    <a:pt x="675515" y="181326"/>
                  </a:lnTo>
                  <a:lnTo>
                    <a:pt x="676142" y="181132"/>
                  </a:lnTo>
                  <a:lnTo>
                    <a:pt x="676768" y="180871"/>
                  </a:lnTo>
                  <a:lnTo>
                    <a:pt x="677395" y="180540"/>
                  </a:lnTo>
                  <a:lnTo>
                    <a:pt x="678022" y="180132"/>
                  </a:lnTo>
                  <a:lnTo>
                    <a:pt x="678648" y="179657"/>
                  </a:lnTo>
                  <a:lnTo>
                    <a:pt x="679275" y="179115"/>
                  </a:lnTo>
                  <a:lnTo>
                    <a:pt x="679901" y="178532"/>
                  </a:lnTo>
                  <a:lnTo>
                    <a:pt x="680528" y="177912"/>
                  </a:lnTo>
                  <a:lnTo>
                    <a:pt x="681154" y="177226"/>
                  </a:lnTo>
                  <a:lnTo>
                    <a:pt x="681781" y="176501"/>
                  </a:lnTo>
                  <a:lnTo>
                    <a:pt x="682407" y="175748"/>
                  </a:lnTo>
                  <a:lnTo>
                    <a:pt x="683034" y="174993"/>
                  </a:lnTo>
                  <a:lnTo>
                    <a:pt x="683661" y="174203"/>
                  </a:lnTo>
                  <a:lnTo>
                    <a:pt x="684287" y="173381"/>
                  </a:lnTo>
                  <a:lnTo>
                    <a:pt x="684914" y="172540"/>
                  </a:lnTo>
                  <a:lnTo>
                    <a:pt x="685540" y="171691"/>
                  </a:lnTo>
                  <a:lnTo>
                    <a:pt x="686167" y="170843"/>
                  </a:lnTo>
                  <a:lnTo>
                    <a:pt x="686793" y="170007"/>
                  </a:lnTo>
                  <a:lnTo>
                    <a:pt x="687420" y="169236"/>
                  </a:lnTo>
                  <a:lnTo>
                    <a:pt x="688046" y="168527"/>
                  </a:lnTo>
                  <a:lnTo>
                    <a:pt x="688673" y="167879"/>
                  </a:lnTo>
                  <a:lnTo>
                    <a:pt x="689300" y="167283"/>
                  </a:lnTo>
                  <a:lnTo>
                    <a:pt x="689926" y="166730"/>
                  </a:lnTo>
                  <a:lnTo>
                    <a:pt x="690553" y="166238"/>
                  </a:lnTo>
                  <a:lnTo>
                    <a:pt x="691179" y="165793"/>
                  </a:lnTo>
                  <a:lnTo>
                    <a:pt x="691806" y="165413"/>
                  </a:lnTo>
                  <a:lnTo>
                    <a:pt x="692432" y="165120"/>
                  </a:lnTo>
                  <a:lnTo>
                    <a:pt x="693059" y="164944"/>
                  </a:lnTo>
                  <a:lnTo>
                    <a:pt x="693685" y="164866"/>
                  </a:lnTo>
                  <a:lnTo>
                    <a:pt x="694312" y="164863"/>
                  </a:lnTo>
                  <a:lnTo>
                    <a:pt x="694939" y="164912"/>
                  </a:lnTo>
                  <a:lnTo>
                    <a:pt x="695565" y="164997"/>
                  </a:lnTo>
                  <a:lnTo>
                    <a:pt x="696192" y="165123"/>
                  </a:lnTo>
                  <a:lnTo>
                    <a:pt x="696818" y="165259"/>
                  </a:lnTo>
                  <a:lnTo>
                    <a:pt x="697445" y="165407"/>
                  </a:lnTo>
                  <a:lnTo>
                    <a:pt x="698071" y="165561"/>
                  </a:lnTo>
                  <a:lnTo>
                    <a:pt x="698698" y="165717"/>
                  </a:lnTo>
                  <a:lnTo>
                    <a:pt x="699324" y="165888"/>
                  </a:lnTo>
                  <a:lnTo>
                    <a:pt x="699951" y="166071"/>
                  </a:lnTo>
                  <a:lnTo>
                    <a:pt x="700578" y="166264"/>
                  </a:lnTo>
                  <a:lnTo>
                    <a:pt x="701204" y="166453"/>
                  </a:lnTo>
                  <a:lnTo>
                    <a:pt x="701831" y="166604"/>
                  </a:lnTo>
                  <a:lnTo>
                    <a:pt x="702457" y="166685"/>
                  </a:lnTo>
                  <a:lnTo>
                    <a:pt x="703084" y="166700"/>
                  </a:lnTo>
                  <a:lnTo>
                    <a:pt x="703710" y="166655"/>
                  </a:lnTo>
                  <a:lnTo>
                    <a:pt x="704337" y="166595"/>
                  </a:lnTo>
                  <a:lnTo>
                    <a:pt x="704963" y="166548"/>
                  </a:lnTo>
                  <a:lnTo>
                    <a:pt x="705590" y="166513"/>
                  </a:lnTo>
                  <a:lnTo>
                    <a:pt x="706217" y="166450"/>
                  </a:lnTo>
                  <a:lnTo>
                    <a:pt x="706843" y="166343"/>
                  </a:lnTo>
                  <a:lnTo>
                    <a:pt x="707470" y="166193"/>
                  </a:lnTo>
                  <a:lnTo>
                    <a:pt x="708096" y="166000"/>
                  </a:lnTo>
                  <a:lnTo>
                    <a:pt x="708723" y="165766"/>
                  </a:lnTo>
                  <a:lnTo>
                    <a:pt x="709349" y="165477"/>
                  </a:lnTo>
                  <a:lnTo>
                    <a:pt x="709976" y="165130"/>
                  </a:lnTo>
                  <a:lnTo>
                    <a:pt x="710602" y="164721"/>
                  </a:lnTo>
                  <a:lnTo>
                    <a:pt x="711229" y="164271"/>
                  </a:lnTo>
                  <a:lnTo>
                    <a:pt x="711856" y="163777"/>
                  </a:lnTo>
                  <a:lnTo>
                    <a:pt x="712482" y="163235"/>
                  </a:lnTo>
                  <a:lnTo>
                    <a:pt x="713109" y="162655"/>
                  </a:lnTo>
                  <a:lnTo>
                    <a:pt x="713735" y="162011"/>
                  </a:lnTo>
                  <a:lnTo>
                    <a:pt x="714362" y="161282"/>
                  </a:lnTo>
                  <a:lnTo>
                    <a:pt x="714988" y="160462"/>
                  </a:lnTo>
                  <a:lnTo>
                    <a:pt x="715615" y="159591"/>
                  </a:lnTo>
                  <a:lnTo>
                    <a:pt x="716241" y="158677"/>
                  </a:lnTo>
                  <a:lnTo>
                    <a:pt x="716868" y="157711"/>
                  </a:lnTo>
                  <a:lnTo>
                    <a:pt x="717495" y="156695"/>
                  </a:lnTo>
                  <a:lnTo>
                    <a:pt x="718121" y="155620"/>
                  </a:lnTo>
                  <a:lnTo>
                    <a:pt x="718748" y="154480"/>
                  </a:lnTo>
                  <a:lnTo>
                    <a:pt x="719374" y="153215"/>
                  </a:lnTo>
                  <a:lnTo>
                    <a:pt x="720001" y="151815"/>
                  </a:lnTo>
                  <a:lnTo>
                    <a:pt x="720627" y="150277"/>
                  </a:lnTo>
                  <a:lnTo>
                    <a:pt x="721254" y="148618"/>
                  </a:lnTo>
                  <a:lnTo>
                    <a:pt x="721880" y="146827"/>
                  </a:lnTo>
                  <a:lnTo>
                    <a:pt x="722507" y="144909"/>
                  </a:lnTo>
                  <a:lnTo>
                    <a:pt x="723134" y="142899"/>
                  </a:lnTo>
                  <a:lnTo>
                    <a:pt x="723760" y="140787"/>
                  </a:lnTo>
                  <a:lnTo>
                    <a:pt x="724387" y="138572"/>
                  </a:lnTo>
                  <a:lnTo>
                    <a:pt x="725013" y="136218"/>
                  </a:lnTo>
                  <a:lnTo>
                    <a:pt x="725640" y="133730"/>
                  </a:lnTo>
                  <a:lnTo>
                    <a:pt x="726266" y="131138"/>
                  </a:lnTo>
                  <a:lnTo>
                    <a:pt x="726893" y="128491"/>
                  </a:lnTo>
                  <a:lnTo>
                    <a:pt x="727519" y="125802"/>
                  </a:lnTo>
                  <a:lnTo>
                    <a:pt x="728146" y="123061"/>
                  </a:lnTo>
                  <a:lnTo>
                    <a:pt x="728773" y="120324"/>
                  </a:lnTo>
                  <a:lnTo>
                    <a:pt x="729399" y="117591"/>
                  </a:lnTo>
                  <a:lnTo>
                    <a:pt x="730026" y="114871"/>
                  </a:lnTo>
                  <a:lnTo>
                    <a:pt x="730652" y="112144"/>
                  </a:lnTo>
                  <a:lnTo>
                    <a:pt x="731279" y="109380"/>
                  </a:lnTo>
                  <a:lnTo>
                    <a:pt x="731905" y="106589"/>
                  </a:lnTo>
                  <a:lnTo>
                    <a:pt x="732532" y="103759"/>
                  </a:lnTo>
                  <a:lnTo>
                    <a:pt x="733158" y="100902"/>
                  </a:lnTo>
                  <a:lnTo>
                    <a:pt x="733785" y="98042"/>
                  </a:lnTo>
                  <a:lnTo>
                    <a:pt x="734412" y="95209"/>
                  </a:lnTo>
                  <a:lnTo>
                    <a:pt x="735038" y="92423"/>
                  </a:lnTo>
                  <a:lnTo>
                    <a:pt x="735665" y="89683"/>
                  </a:lnTo>
                  <a:lnTo>
                    <a:pt x="736291" y="86946"/>
                  </a:lnTo>
                  <a:lnTo>
                    <a:pt x="736918" y="84157"/>
                  </a:lnTo>
                  <a:lnTo>
                    <a:pt x="737544" y="81341"/>
                  </a:lnTo>
                  <a:lnTo>
                    <a:pt x="738171" y="78511"/>
                  </a:lnTo>
                  <a:lnTo>
                    <a:pt x="738797" y="75680"/>
                  </a:lnTo>
                  <a:lnTo>
                    <a:pt x="739424" y="72861"/>
                  </a:lnTo>
                  <a:lnTo>
                    <a:pt x="740051" y="70048"/>
                  </a:lnTo>
                  <a:lnTo>
                    <a:pt x="740677" y="67285"/>
                  </a:lnTo>
                  <a:lnTo>
                    <a:pt x="741304" y="64579"/>
                  </a:lnTo>
                  <a:lnTo>
                    <a:pt x="741930" y="61935"/>
                  </a:lnTo>
                  <a:lnTo>
                    <a:pt x="742557" y="59326"/>
                  </a:lnTo>
                  <a:lnTo>
                    <a:pt x="743183" y="56733"/>
                  </a:lnTo>
                  <a:lnTo>
                    <a:pt x="743810" y="54180"/>
                  </a:lnTo>
                  <a:lnTo>
                    <a:pt x="744436" y="51654"/>
                  </a:lnTo>
                  <a:lnTo>
                    <a:pt x="745063" y="49166"/>
                  </a:lnTo>
                  <a:lnTo>
                    <a:pt x="745690" y="46705"/>
                  </a:lnTo>
                  <a:lnTo>
                    <a:pt x="746316" y="44325"/>
                  </a:lnTo>
                  <a:lnTo>
                    <a:pt x="746943" y="42016"/>
                  </a:lnTo>
                  <a:lnTo>
                    <a:pt x="747569" y="39744"/>
                  </a:lnTo>
                  <a:lnTo>
                    <a:pt x="748196" y="37524"/>
                  </a:lnTo>
                  <a:lnTo>
                    <a:pt x="748822" y="35363"/>
                  </a:lnTo>
                  <a:lnTo>
                    <a:pt x="749449" y="33274"/>
                  </a:lnTo>
                  <a:lnTo>
                    <a:pt x="750075" y="31250"/>
                  </a:lnTo>
                  <a:lnTo>
                    <a:pt x="750702" y="29268"/>
                  </a:lnTo>
                  <a:lnTo>
                    <a:pt x="751329" y="27342"/>
                  </a:lnTo>
                  <a:lnTo>
                    <a:pt x="751955" y="25495"/>
                  </a:lnTo>
                  <a:lnTo>
                    <a:pt x="752582" y="23711"/>
                  </a:lnTo>
                  <a:lnTo>
                    <a:pt x="753208" y="21971"/>
                  </a:lnTo>
                  <a:lnTo>
                    <a:pt x="753835" y="20298"/>
                  </a:lnTo>
                  <a:lnTo>
                    <a:pt x="754461" y="18668"/>
                  </a:lnTo>
                  <a:lnTo>
                    <a:pt x="755088" y="17073"/>
                  </a:lnTo>
                  <a:lnTo>
                    <a:pt x="755714" y="15507"/>
                  </a:lnTo>
                  <a:lnTo>
                    <a:pt x="756341" y="13968"/>
                  </a:lnTo>
                  <a:lnTo>
                    <a:pt x="756968" y="12483"/>
                  </a:lnTo>
                  <a:lnTo>
                    <a:pt x="757594" y="11074"/>
                  </a:lnTo>
                  <a:lnTo>
                    <a:pt x="758221" y="9728"/>
                  </a:lnTo>
                  <a:lnTo>
                    <a:pt x="758847" y="8415"/>
                  </a:lnTo>
                  <a:lnTo>
                    <a:pt x="759474" y="7159"/>
                  </a:lnTo>
                  <a:lnTo>
                    <a:pt x="760100" y="5984"/>
                  </a:lnTo>
                  <a:lnTo>
                    <a:pt x="760727" y="4865"/>
                  </a:lnTo>
                  <a:lnTo>
                    <a:pt x="761353" y="3829"/>
                  </a:lnTo>
                  <a:lnTo>
                    <a:pt x="761980" y="2891"/>
                  </a:lnTo>
                  <a:lnTo>
                    <a:pt x="762607" y="2067"/>
                  </a:lnTo>
                  <a:lnTo>
                    <a:pt x="763233" y="1377"/>
                  </a:lnTo>
                  <a:lnTo>
                    <a:pt x="763860" y="812"/>
                  </a:lnTo>
                  <a:lnTo>
                    <a:pt x="764486" y="394"/>
                  </a:lnTo>
                  <a:lnTo>
                    <a:pt x="765113" y="122"/>
                  </a:lnTo>
                  <a:lnTo>
                    <a:pt x="765739" y="0"/>
                  </a:lnTo>
                  <a:lnTo>
                    <a:pt x="766366" y="19"/>
                  </a:lnTo>
                  <a:lnTo>
                    <a:pt x="766992" y="127"/>
                  </a:lnTo>
                  <a:lnTo>
                    <a:pt x="767619" y="303"/>
                  </a:lnTo>
                  <a:lnTo>
                    <a:pt x="768246" y="560"/>
                  </a:lnTo>
                  <a:lnTo>
                    <a:pt x="768872" y="920"/>
                  </a:lnTo>
                  <a:lnTo>
                    <a:pt x="769499" y="1369"/>
                  </a:lnTo>
                  <a:lnTo>
                    <a:pt x="770125" y="1912"/>
                  </a:lnTo>
                  <a:lnTo>
                    <a:pt x="770752" y="2536"/>
                  </a:lnTo>
                  <a:lnTo>
                    <a:pt x="771378" y="3230"/>
                  </a:lnTo>
                  <a:lnTo>
                    <a:pt x="772005" y="4007"/>
                  </a:lnTo>
                  <a:lnTo>
                    <a:pt x="772631" y="4840"/>
                  </a:lnTo>
                  <a:lnTo>
                    <a:pt x="773258" y="5726"/>
                  </a:lnTo>
                  <a:lnTo>
                    <a:pt x="773885" y="6653"/>
                  </a:lnTo>
                  <a:lnTo>
                    <a:pt x="774511" y="7644"/>
                  </a:lnTo>
                  <a:lnTo>
                    <a:pt x="775138" y="8698"/>
                  </a:lnTo>
                  <a:lnTo>
                    <a:pt x="775764" y="9804"/>
                  </a:lnTo>
                  <a:lnTo>
                    <a:pt x="776391" y="10982"/>
                  </a:lnTo>
                  <a:lnTo>
                    <a:pt x="777017" y="12240"/>
                  </a:lnTo>
                  <a:lnTo>
                    <a:pt x="777644" y="13583"/>
                  </a:lnTo>
                  <a:lnTo>
                    <a:pt x="778270" y="14982"/>
                  </a:lnTo>
                  <a:lnTo>
                    <a:pt x="778897" y="16434"/>
                  </a:lnTo>
                  <a:lnTo>
                    <a:pt x="779524" y="17969"/>
                  </a:lnTo>
                  <a:lnTo>
                    <a:pt x="780150" y="19589"/>
                  </a:lnTo>
                  <a:lnTo>
                    <a:pt x="780777" y="21294"/>
                  </a:lnTo>
                  <a:lnTo>
                    <a:pt x="781403" y="23057"/>
                  </a:lnTo>
                  <a:lnTo>
                    <a:pt x="782030" y="24875"/>
                  </a:lnTo>
                  <a:lnTo>
                    <a:pt x="782656" y="26764"/>
                  </a:lnTo>
                  <a:lnTo>
                    <a:pt x="783283" y="28699"/>
                  </a:lnTo>
                  <a:lnTo>
                    <a:pt x="783909" y="30661"/>
                  </a:lnTo>
                  <a:lnTo>
                    <a:pt x="784536" y="32660"/>
                  </a:lnTo>
                  <a:lnTo>
                    <a:pt x="785163" y="34706"/>
                  </a:lnTo>
                  <a:lnTo>
                    <a:pt x="785789" y="36799"/>
                  </a:lnTo>
                  <a:lnTo>
                    <a:pt x="786416" y="38929"/>
                  </a:lnTo>
                  <a:lnTo>
                    <a:pt x="787042" y="41072"/>
                  </a:lnTo>
                  <a:lnTo>
                    <a:pt x="787669" y="43236"/>
                  </a:lnTo>
                  <a:lnTo>
                    <a:pt x="788295" y="45410"/>
                  </a:lnTo>
                  <a:lnTo>
                    <a:pt x="788922" y="47574"/>
                  </a:lnTo>
                  <a:lnTo>
                    <a:pt x="789548" y="49677"/>
                  </a:lnTo>
                  <a:lnTo>
                    <a:pt x="790175" y="51743"/>
                  </a:lnTo>
                  <a:lnTo>
                    <a:pt x="790802" y="53775"/>
                  </a:lnTo>
                  <a:lnTo>
                    <a:pt x="791428" y="55759"/>
                  </a:lnTo>
                  <a:lnTo>
                    <a:pt x="792055" y="57679"/>
                  </a:lnTo>
                  <a:lnTo>
                    <a:pt x="792681" y="59545"/>
                  </a:lnTo>
                  <a:lnTo>
                    <a:pt x="793308" y="61338"/>
                  </a:lnTo>
                  <a:lnTo>
                    <a:pt x="793934" y="63057"/>
                  </a:lnTo>
                  <a:lnTo>
                    <a:pt x="794561" y="64688"/>
                  </a:lnTo>
                  <a:lnTo>
                    <a:pt x="795187" y="66230"/>
                  </a:lnTo>
                  <a:lnTo>
                    <a:pt x="795814" y="67690"/>
                  </a:lnTo>
                  <a:lnTo>
                    <a:pt x="796441" y="69071"/>
                  </a:lnTo>
                  <a:lnTo>
                    <a:pt x="797067" y="70363"/>
                  </a:lnTo>
                  <a:lnTo>
                    <a:pt x="797694" y="71569"/>
                  </a:lnTo>
                  <a:lnTo>
                    <a:pt x="798320" y="72676"/>
                  </a:lnTo>
                  <a:lnTo>
                    <a:pt x="798947" y="73723"/>
                  </a:lnTo>
                  <a:lnTo>
                    <a:pt x="799573" y="74743"/>
                  </a:lnTo>
                  <a:lnTo>
                    <a:pt x="800200" y="75729"/>
                  </a:lnTo>
                  <a:lnTo>
                    <a:pt x="800826" y="76665"/>
                  </a:lnTo>
                  <a:lnTo>
                    <a:pt x="801453" y="77527"/>
                  </a:lnTo>
                  <a:lnTo>
                    <a:pt x="802080" y="78291"/>
                  </a:lnTo>
                  <a:lnTo>
                    <a:pt x="802706" y="78982"/>
                  </a:lnTo>
                  <a:lnTo>
                    <a:pt x="803333" y="79568"/>
                  </a:lnTo>
                  <a:lnTo>
                    <a:pt x="803959" y="80061"/>
                  </a:lnTo>
                  <a:lnTo>
                    <a:pt x="804586" y="80445"/>
                  </a:lnTo>
                  <a:lnTo>
                    <a:pt x="805212" y="80758"/>
                  </a:lnTo>
                  <a:lnTo>
                    <a:pt x="805839" y="81023"/>
                  </a:lnTo>
                  <a:lnTo>
                    <a:pt x="806465" y="81247"/>
                  </a:lnTo>
                  <a:lnTo>
                    <a:pt x="807092" y="81450"/>
                  </a:lnTo>
                  <a:lnTo>
                    <a:pt x="807719" y="81617"/>
                  </a:lnTo>
                  <a:lnTo>
                    <a:pt x="808345" y="81733"/>
                  </a:lnTo>
                  <a:lnTo>
                    <a:pt x="808972" y="81758"/>
                  </a:lnTo>
                  <a:lnTo>
                    <a:pt x="809598" y="81699"/>
                  </a:lnTo>
                  <a:lnTo>
                    <a:pt x="810225" y="81587"/>
                  </a:lnTo>
                  <a:lnTo>
                    <a:pt x="810851" y="81468"/>
                  </a:lnTo>
                  <a:lnTo>
                    <a:pt x="811478" y="81361"/>
                  </a:lnTo>
                  <a:lnTo>
                    <a:pt x="812104" y="81240"/>
                  </a:lnTo>
                  <a:lnTo>
                    <a:pt x="812731" y="81080"/>
                  </a:lnTo>
                  <a:lnTo>
                    <a:pt x="813358" y="80917"/>
                  </a:lnTo>
                  <a:lnTo>
                    <a:pt x="813984" y="80766"/>
                  </a:lnTo>
                  <a:lnTo>
                    <a:pt x="814611" y="80598"/>
                  </a:lnTo>
                  <a:lnTo>
                    <a:pt x="815237" y="80434"/>
                  </a:lnTo>
                  <a:lnTo>
                    <a:pt x="815864" y="80235"/>
                  </a:lnTo>
                  <a:lnTo>
                    <a:pt x="816490" y="80003"/>
                  </a:lnTo>
                  <a:lnTo>
                    <a:pt x="817117" y="79733"/>
                  </a:lnTo>
                  <a:lnTo>
                    <a:pt x="817743" y="79411"/>
                  </a:lnTo>
                  <a:lnTo>
                    <a:pt x="818370" y="79042"/>
                  </a:lnTo>
                  <a:lnTo>
                    <a:pt x="818997" y="78661"/>
                  </a:lnTo>
                  <a:lnTo>
                    <a:pt x="819623" y="78256"/>
                  </a:lnTo>
                  <a:lnTo>
                    <a:pt x="820250" y="77818"/>
                  </a:lnTo>
                  <a:lnTo>
                    <a:pt x="820876" y="77359"/>
                  </a:lnTo>
                  <a:lnTo>
                    <a:pt x="821503" y="76906"/>
                  </a:lnTo>
                  <a:lnTo>
                    <a:pt x="822129" y="76442"/>
                  </a:lnTo>
                  <a:lnTo>
                    <a:pt x="822756" y="75962"/>
                  </a:lnTo>
                  <a:lnTo>
                    <a:pt x="823382" y="75485"/>
                  </a:lnTo>
                  <a:lnTo>
                    <a:pt x="824009" y="75002"/>
                  </a:lnTo>
                  <a:lnTo>
                    <a:pt x="824636" y="74500"/>
                  </a:lnTo>
                  <a:lnTo>
                    <a:pt x="825262" y="73985"/>
                  </a:lnTo>
                  <a:lnTo>
                    <a:pt x="825889" y="73414"/>
                  </a:lnTo>
                  <a:lnTo>
                    <a:pt x="826515" y="72801"/>
                  </a:lnTo>
                  <a:lnTo>
                    <a:pt x="827142" y="72150"/>
                  </a:lnTo>
                  <a:lnTo>
                    <a:pt x="827768" y="71442"/>
                  </a:lnTo>
                  <a:lnTo>
                    <a:pt x="828395" y="70667"/>
                  </a:lnTo>
                  <a:lnTo>
                    <a:pt x="829021" y="69846"/>
                  </a:lnTo>
                  <a:lnTo>
                    <a:pt x="829648" y="68993"/>
                  </a:lnTo>
                  <a:lnTo>
                    <a:pt x="830275" y="68115"/>
                  </a:lnTo>
                  <a:lnTo>
                    <a:pt x="830901" y="67232"/>
                  </a:lnTo>
                  <a:lnTo>
                    <a:pt x="831528" y="66346"/>
                  </a:lnTo>
                  <a:lnTo>
                    <a:pt x="832154" y="65432"/>
                  </a:lnTo>
                  <a:lnTo>
                    <a:pt x="832781" y="64496"/>
                  </a:lnTo>
                  <a:lnTo>
                    <a:pt x="833407" y="63563"/>
                  </a:lnTo>
                  <a:lnTo>
                    <a:pt x="834034" y="62653"/>
                  </a:lnTo>
                  <a:lnTo>
                    <a:pt x="834660" y="61775"/>
                  </a:lnTo>
                  <a:lnTo>
                    <a:pt x="835287" y="60991"/>
                  </a:lnTo>
                  <a:lnTo>
                    <a:pt x="835914" y="60292"/>
                  </a:lnTo>
                  <a:lnTo>
                    <a:pt x="836540" y="59686"/>
                  </a:lnTo>
                  <a:lnTo>
                    <a:pt x="837167" y="59152"/>
                  </a:lnTo>
                  <a:lnTo>
                    <a:pt x="837793" y="58692"/>
                  </a:lnTo>
                  <a:lnTo>
                    <a:pt x="838420" y="58298"/>
                  </a:lnTo>
                  <a:lnTo>
                    <a:pt x="839046" y="57940"/>
                  </a:lnTo>
                  <a:lnTo>
                    <a:pt x="839673" y="57616"/>
                  </a:lnTo>
                  <a:lnTo>
                    <a:pt x="840299" y="57338"/>
                  </a:lnTo>
                  <a:lnTo>
                    <a:pt x="840926" y="57104"/>
                  </a:lnTo>
                  <a:lnTo>
                    <a:pt x="841552" y="56931"/>
                  </a:lnTo>
                  <a:lnTo>
                    <a:pt x="842179" y="56748"/>
                  </a:lnTo>
                  <a:lnTo>
                    <a:pt x="842806" y="56491"/>
                  </a:lnTo>
                  <a:lnTo>
                    <a:pt x="843432" y="56131"/>
                  </a:lnTo>
                  <a:lnTo>
                    <a:pt x="844059" y="55683"/>
                  </a:lnTo>
                  <a:lnTo>
                    <a:pt x="844685" y="55179"/>
                  </a:lnTo>
                  <a:lnTo>
                    <a:pt x="845312" y="54607"/>
                  </a:lnTo>
                  <a:lnTo>
                    <a:pt x="845938" y="53972"/>
                  </a:lnTo>
                  <a:lnTo>
                    <a:pt x="846565" y="53297"/>
                  </a:lnTo>
                  <a:lnTo>
                    <a:pt x="847191" y="52606"/>
                  </a:lnTo>
                  <a:lnTo>
                    <a:pt x="847818" y="51927"/>
                  </a:lnTo>
                  <a:lnTo>
                    <a:pt x="848445" y="51261"/>
                  </a:lnTo>
                  <a:lnTo>
                    <a:pt x="849071" y="50617"/>
                  </a:lnTo>
                  <a:lnTo>
                    <a:pt x="849698" y="50014"/>
                  </a:lnTo>
                  <a:lnTo>
                    <a:pt x="850324" y="49455"/>
                  </a:lnTo>
                  <a:lnTo>
                    <a:pt x="850951" y="48942"/>
                  </a:lnTo>
                  <a:lnTo>
                    <a:pt x="851577" y="48488"/>
                  </a:lnTo>
                  <a:lnTo>
                    <a:pt x="852204" y="48148"/>
                  </a:lnTo>
                  <a:lnTo>
                    <a:pt x="852830" y="47914"/>
                  </a:lnTo>
                  <a:lnTo>
                    <a:pt x="853457" y="47806"/>
                  </a:lnTo>
                  <a:lnTo>
                    <a:pt x="854084" y="47818"/>
                  </a:lnTo>
                  <a:lnTo>
                    <a:pt x="854710" y="47977"/>
                  </a:lnTo>
                  <a:lnTo>
                    <a:pt x="855337" y="48287"/>
                  </a:lnTo>
                  <a:lnTo>
                    <a:pt x="855963" y="48784"/>
                  </a:lnTo>
                  <a:lnTo>
                    <a:pt x="856590" y="49479"/>
                  </a:lnTo>
                  <a:lnTo>
                    <a:pt x="857216" y="50340"/>
                  </a:lnTo>
                  <a:lnTo>
                    <a:pt x="857843" y="51388"/>
                  </a:lnTo>
                  <a:lnTo>
                    <a:pt x="858469" y="52620"/>
                  </a:lnTo>
                  <a:lnTo>
                    <a:pt x="859096" y="54003"/>
                  </a:lnTo>
                  <a:lnTo>
                    <a:pt x="859723" y="55548"/>
                  </a:lnTo>
                  <a:lnTo>
                    <a:pt x="860349" y="57233"/>
                  </a:lnTo>
                  <a:lnTo>
                    <a:pt x="860976" y="59051"/>
                  </a:lnTo>
                  <a:lnTo>
                    <a:pt x="861602" y="60973"/>
                  </a:lnTo>
                  <a:lnTo>
                    <a:pt x="862229" y="63017"/>
                  </a:lnTo>
                  <a:lnTo>
                    <a:pt x="862855" y="65138"/>
                  </a:lnTo>
                  <a:lnTo>
                    <a:pt x="863482" y="67325"/>
                  </a:lnTo>
                  <a:lnTo>
                    <a:pt x="864108" y="69620"/>
                  </a:lnTo>
                  <a:lnTo>
                    <a:pt x="864735" y="72032"/>
                  </a:lnTo>
                  <a:lnTo>
                    <a:pt x="865362" y="74538"/>
                  </a:lnTo>
                  <a:lnTo>
                    <a:pt x="865988" y="77129"/>
                  </a:lnTo>
                  <a:lnTo>
                    <a:pt x="866615" y="79753"/>
                  </a:lnTo>
                  <a:lnTo>
                    <a:pt x="867241" y="82384"/>
                  </a:lnTo>
                  <a:lnTo>
                    <a:pt x="867868" y="85028"/>
                  </a:lnTo>
                  <a:lnTo>
                    <a:pt x="868494" y="87686"/>
                  </a:lnTo>
                  <a:lnTo>
                    <a:pt x="869121" y="90347"/>
                  </a:lnTo>
                  <a:lnTo>
                    <a:pt x="869747" y="93004"/>
                  </a:lnTo>
                  <a:lnTo>
                    <a:pt x="870374" y="95673"/>
                  </a:lnTo>
                  <a:lnTo>
                    <a:pt x="871001" y="98373"/>
                  </a:lnTo>
                  <a:lnTo>
                    <a:pt x="871627" y="101100"/>
                  </a:lnTo>
                  <a:lnTo>
                    <a:pt x="872254" y="103859"/>
                  </a:lnTo>
                  <a:lnTo>
                    <a:pt x="872880" y="106628"/>
                  </a:lnTo>
                  <a:lnTo>
                    <a:pt x="873507" y="109339"/>
                  </a:lnTo>
                  <a:lnTo>
                    <a:pt x="874133" y="111993"/>
                  </a:lnTo>
                  <a:lnTo>
                    <a:pt x="874760" y="114630"/>
                  </a:lnTo>
                  <a:lnTo>
                    <a:pt x="875386" y="117276"/>
                  </a:lnTo>
                  <a:lnTo>
                    <a:pt x="876013" y="119923"/>
                  </a:lnTo>
                  <a:lnTo>
                    <a:pt x="876640" y="122565"/>
                  </a:lnTo>
                  <a:lnTo>
                    <a:pt x="877266" y="125200"/>
                  </a:lnTo>
                  <a:lnTo>
                    <a:pt x="877893" y="127838"/>
                  </a:lnTo>
                  <a:lnTo>
                    <a:pt x="878519" y="130505"/>
                  </a:lnTo>
                  <a:lnTo>
                    <a:pt x="879146" y="133171"/>
                  </a:lnTo>
                  <a:lnTo>
                    <a:pt x="879772" y="135856"/>
                  </a:lnTo>
                  <a:lnTo>
                    <a:pt x="880399" y="138576"/>
                  </a:lnTo>
                  <a:lnTo>
                    <a:pt x="881025" y="141315"/>
                  </a:lnTo>
                  <a:lnTo>
                    <a:pt x="881652" y="144046"/>
                  </a:lnTo>
                  <a:lnTo>
                    <a:pt x="882279" y="146794"/>
                  </a:lnTo>
                  <a:lnTo>
                    <a:pt x="882905" y="149569"/>
                  </a:lnTo>
                  <a:lnTo>
                    <a:pt x="883532" y="152375"/>
                  </a:lnTo>
                  <a:lnTo>
                    <a:pt x="884158" y="155178"/>
                  </a:lnTo>
                  <a:lnTo>
                    <a:pt x="884785" y="157952"/>
                  </a:lnTo>
                  <a:lnTo>
                    <a:pt x="885411" y="160667"/>
                  </a:lnTo>
                  <a:lnTo>
                    <a:pt x="886038" y="163310"/>
                  </a:lnTo>
                  <a:lnTo>
                    <a:pt x="886664" y="165850"/>
                  </a:lnTo>
                  <a:lnTo>
                    <a:pt x="887291" y="168252"/>
                  </a:lnTo>
                  <a:lnTo>
                    <a:pt x="887918" y="170510"/>
                  </a:lnTo>
                  <a:lnTo>
                    <a:pt x="888544" y="172640"/>
                  </a:lnTo>
                  <a:lnTo>
                    <a:pt x="889171" y="174694"/>
                  </a:lnTo>
                  <a:lnTo>
                    <a:pt x="889797" y="176658"/>
                  </a:lnTo>
                  <a:lnTo>
                    <a:pt x="890424" y="178549"/>
                  </a:lnTo>
                  <a:lnTo>
                    <a:pt x="891050" y="180415"/>
                  </a:lnTo>
                  <a:lnTo>
                    <a:pt x="891677" y="182246"/>
                  </a:lnTo>
                  <a:lnTo>
                    <a:pt x="892303" y="184053"/>
                  </a:lnTo>
                  <a:lnTo>
                    <a:pt x="892930" y="185836"/>
                  </a:lnTo>
                  <a:lnTo>
                    <a:pt x="893557" y="187599"/>
                  </a:lnTo>
                  <a:lnTo>
                    <a:pt x="894183" y="189339"/>
                  </a:lnTo>
                  <a:lnTo>
                    <a:pt x="894810" y="191077"/>
                  </a:lnTo>
                  <a:lnTo>
                    <a:pt x="895436" y="192809"/>
                  </a:lnTo>
                  <a:lnTo>
                    <a:pt x="896063" y="194522"/>
                  </a:lnTo>
                  <a:lnTo>
                    <a:pt x="896689" y="196224"/>
                  </a:lnTo>
                  <a:lnTo>
                    <a:pt x="897316" y="197904"/>
                  </a:lnTo>
                  <a:lnTo>
                    <a:pt x="897942" y="199533"/>
                  </a:lnTo>
                  <a:lnTo>
                    <a:pt x="898569" y="201118"/>
                  </a:lnTo>
                  <a:lnTo>
                    <a:pt x="899196" y="202639"/>
                  </a:lnTo>
                  <a:lnTo>
                    <a:pt x="899822" y="204074"/>
                  </a:lnTo>
                  <a:lnTo>
                    <a:pt x="900449" y="205403"/>
                  </a:lnTo>
                  <a:lnTo>
                    <a:pt x="901075" y="206631"/>
                  </a:lnTo>
                  <a:lnTo>
                    <a:pt x="901702" y="207759"/>
                  </a:lnTo>
                  <a:lnTo>
                    <a:pt x="902328" y="208763"/>
                  </a:lnTo>
                  <a:lnTo>
                    <a:pt x="902955" y="209630"/>
                  </a:lnTo>
                  <a:lnTo>
                    <a:pt x="903581" y="210383"/>
                  </a:lnTo>
                  <a:lnTo>
                    <a:pt x="904208" y="211017"/>
                  </a:lnTo>
                  <a:lnTo>
                    <a:pt x="904835" y="211605"/>
                  </a:lnTo>
                  <a:lnTo>
                    <a:pt x="905461" y="212211"/>
                  </a:lnTo>
                  <a:lnTo>
                    <a:pt x="906088" y="212847"/>
                  </a:lnTo>
                  <a:lnTo>
                    <a:pt x="906714" y="213500"/>
                  </a:lnTo>
                  <a:lnTo>
                    <a:pt x="907341" y="214162"/>
                  </a:lnTo>
                  <a:lnTo>
                    <a:pt x="907967" y="214839"/>
                  </a:lnTo>
                  <a:lnTo>
                    <a:pt x="908594" y="215546"/>
                  </a:lnTo>
                  <a:lnTo>
                    <a:pt x="909220" y="216284"/>
                  </a:lnTo>
                  <a:lnTo>
                    <a:pt x="909847" y="217043"/>
                  </a:lnTo>
                  <a:lnTo>
                    <a:pt x="910474" y="217799"/>
                  </a:lnTo>
                  <a:lnTo>
                    <a:pt x="911100" y="218549"/>
                  </a:lnTo>
                  <a:lnTo>
                    <a:pt x="911727" y="219286"/>
                  </a:lnTo>
                  <a:lnTo>
                    <a:pt x="912353" y="220002"/>
                  </a:lnTo>
                  <a:lnTo>
                    <a:pt x="912980" y="220697"/>
                  </a:lnTo>
                  <a:lnTo>
                    <a:pt x="913606" y="221386"/>
                  </a:lnTo>
                  <a:lnTo>
                    <a:pt x="914233" y="222035"/>
                  </a:lnTo>
                  <a:lnTo>
                    <a:pt x="914859" y="222593"/>
                  </a:lnTo>
                  <a:lnTo>
                    <a:pt x="915486" y="223053"/>
                  </a:lnTo>
                  <a:lnTo>
                    <a:pt x="916113" y="223426"/>
                  </a:lnTo>
                  <a:lnTo>
                    <a:pt x="916739" y="223706"/>
                  </a:lnTo>
                  <a:lnTo>
                    <a:pt x="917366" y="223889"/>
                  </a:lnTo>
                  <a:lnTo>
                    <a:pt x="917992" y="223959"/>
                  </a:lnTo>
                  <a:lnTo>
                    <a:pt x="918619" y="223915"/>
                  </a:lnTo>
                  <a:lnTo>
                    <a:pt x="919245" y="223770"/>
                  </a:lnTo>
                  <a:lnTo>
                    <a:pt x="919872" y="223558"/>
                  </a:lnTo>
                  <a:lnTo>
                    <a:pt x="920498" y="223258"/>
                  </a:lnTo>
                  <a:lnTo>
                    <a:pt x="921125" y="222845"/>
                  </a:lnTo>
                  <a:lnTo>
                    <a:pt x="921752" y="222354"/>
                  </a:lnTo>
                  <a:lnTo>
                    <a:pt x="922378" y="221788"/>
                  </a:lnTo>
                  <a:lnTo>
                    <a:pt x="923005" y="221138"/>
                  </a:lnTo>
                  <a:lnTo>
                    <a:pt x="923631" y="220421"/>
                  </a:lnTo>
                  <a:lnTo>
                    <a:pt x="924258" y="219661"/>
                  </a:lnTo>
                  <a:lnTo>
                    <a:pt x="924884" y="218857"/>
                  </a:lnTo>
                  <a:lnTo>
                    <a:pt x="925511" y="218022"/>
                  </a:lnTo>
                  <a:lnTo>
                    <a:pt x="926137" y="217164"/>
                  </a:lnTo>
                  <a:lnTo>
                    <a:pt x="926764" y="216281"/>
                  </a:lnTo>
                  <a:lnTo>
                    <a:pt x="927391" y="215384"/>
                  </a:lnTo>
                  <a:lnTo>
                    <a:pt x="928017" y="214480"/>
                  </a:lnTo>
                  <a:lnTo>
                    <a:pt x="928644" y="213575"/>
                  </a:lnTo>
                  <a:lnTo>
                    <a:pt x="929270" y="212704"/>
                  </a:lnTo>
                  <a:lnTo>
                    <a:pt x="929897" y="211908"/>
                  </a:lnTo>
                  <a:lnTo>
                    <a:pt x="930523" y="211186"/>
                  </a:lnTo>
                  <a:lnTo>
                    <a:pt x="931150" y="210546"/>
                  </a:lnTo>
                  <a:lnTo>
                    <a:pt x="931776" y="209986"/>
                  </a:lnTo>
                  <a:lnTo>
                    <a:pt x="932403" y="209522"/>
                  </a:lnTo>
                  <a:lnTo>
                    <a:pt x="933030" y="209136"/>
                  </a:lnTo>
                  <a:lnTo>
                    <a:pt x="933656" y="208827"/>
                  </a:lnTo>
                  <a:lnTo>
                    <a:pt x="934283" y="208617"/>
                  </a:lnTo>
                  <a:lnTo>
                    <a:pt x="934909" y="208511"/>
                  </a:lnTo>
                  <a:lnTo>
                    <a:pt x="935536" y="208520"/>
                  </a:lnTo>
                  <a:lnTo>
                    <a:pt x="936162" y="208653"/>
                  </a:lnTo>
                  <a:lnTo>
                    <a:pt x="936789" y="208889"/>
                  </a:lnTo>
                  <a:lnTo>
                    <a:pt x="937415" y="209196"/>
                  </a:lnTo>
                  <a:lnTo>
                    <a:pt x="938042" y="209580"/>
                  </a:lnTo>
                  <a:lnTo>
                    <a:pt x="938669" y="210037"/>
                  </a:lnTo>
                  <a:lnTo>
                    <a:pt x="939295" y="210541"/>
                  </a:lnTo>
                  <a:lnTo>
                    <a:pt x="939922" y="211074"/>
                  </a:lnTo>
                  <a:lnTo>
                    <a:pt x="940548" y="211620"/>
                  </a:lnTo>
                  <a:lnTo>
                    <a:pt x="941175" y="212179"/>
                  </a:lnTo>
                  <a:lnTo>
                    <a:pt x="941801" y="212735"/>
                  </a:lnTo>
                  <a:lnTo>
                    <a:pt x="942428" y="213282"/>
                  </a:lnTo>
                  <a:lnTo>
                    <a:pt x="943054" y="213825"/>
                  </a:lnTo>
                  <a:lnTo>
                    <a:pt x="943681" y="214359"/>
                  </a:lnTo>
                  <a:lnTo>
                    <a:pt x="944308" y="214895"/>
                  </a:lnTo>
                  <a:lnTo>
                    <a:pt x="944934" y="215419"/>
                  </a:lnTo>
                  <a:lnTo>
                    <a:pt x="945561" y="215930"/>
                  </a:lnTo>
                  <a:lnTo>
                    <a:pt x="946187" y="216434"/>
                  </a:lnTo>
                  <a:lnTo>
                    <a:pt x="946814" y="216948"/>
                  </a:lnTo>
                  <a:lnTo>
                    <a:pt x="947440" y="217470"/>
                  </a:lnTo>
                  <a:lnTo>
                    <a:pt x="948067" y="217993"/>
                  </a:lnTo>
                  <a:lnTo>
                    <a:pt x="948693" y="218537"/>
                  </a:lnTo>
                  <a:lnTo>
                    <a:pt x="949320" y="219144"/>
                  </a:lnTo>
                  <a:lnTo>
                    <a:pt x="949947" y="219828"/>
                  </a:lnTo>
                  <a:lnTo>
                    <a:pt x="950573" y="220590"/>
                  </a:lnTo>
                  <a:lnTo>
                    <a:pt x="951200" y="221447"/>
                  </a:lnTo>
                  <a:lnTo>
                    <a:pt x="951826" y="222337"/>
                  </a:lnTo>
                  <a:lnTo>
                    <a:pt x="952453" y="223272"/>
                  </a:lnTo>
                  <a:lnTo>
                    <a:pt x="953079" y="224239"/>
                  </a:lnTo>
                  <a:lnTo>
                    <a:pt x="953706" y="225186"/>
                  </a:lnTo>
                  <a:lnTo>
                    <a:pt x="954332" y="226101"/>
                  </a:lnTo>
                  <a:lnTo>
                    <a:pt x="954959" y="226968"/>
                  </a:lnTo>
                  <a:lnTo>
                    <a:pt x="955586" y="227771"/>
                  </a:lnTo>
                  <a:lnTo>
                    <a:pt x="956212" y="228486"/>
                  </a:lnTo>
                  <a:lnTo>
                    <a:pt x="956839" y="229126"/>
                  </a:lnTo>
                  <a:lnTo>
                    <a:pt x="957465" y="229692"/>
                  </a:lnTo>
                  <a:lnTo>
                    <a:pt x="958092" y="230169"/>
                  </a:lnTo>
                  <a:lnTo>
                    <a:pt x="958718" y="230552"/>
                  </a:lnTo>
                  <a:lnTo>
                    <a:pt x="959345" y="230828"/>
                  </a:lnTo>
                  <a:lnTo>
                    <a:pt x="959971" y="230989"/>
                  </a:lnTo>
                  <a:lnTo>
                    <a:pt x="960598" y="231031"/>
                  </a:lnTo>
                  <a:lnTo>
                    <a:pt x="961225" y="230969"/>
                  </a:lnTo>
                  <a:lnTo>
                    <a:pt x="961851" y="230806"/>
                  </a:lnTo>
                  <a:lnTo>
                    <a:pt x="962478" y="230573"/>
                  </a:lnTo>
                  <a:lnTo>
                    <a:pt x="963104" y="230300"/>
                  </a:lnTo>
                  <a:lnTo>
                    <a:pt x="963731" y="229991"/>
                  </a:lnTo>
                  <a:lnTo>
                    <a:pt x="964357" y="229655"/>
                  </a:lnTo>
                  <a:lnTo>
                    <a:pt x="964984" y="229316"/>
                  </a:lnTo>
                  <a:lnTo>
                    <a:pt x="965610" y="228980"/>
                  </a:lnTo>
                  <a:lnTo>
                    <a:pt x="966237" y="228640"/>
                  </a:lnTo>
                  <a:lnTo>
                    <a:pt x="966864" y="228278"/>
                  </a:lnTo>
                  <a:lnTo>
                    <a:pt x="967490" y="227887"/>
                  </a:lnTo>
                  <a:lnTo>
                    <a:pt x="968117" y="227470"/>
                  </a:lnTo>
                  <a:lnTo>
                    <a:pt x="968743" y="227044"/>
                  </a:lnTo>
                  <a:lnTo>
                    <a:pt x="969370" y="226617"/>
                  </a:lnTo>
                  <a:lnTo>
                    <a:pt x="969996" y="226189"/>
                  </a:lnTo>
                  <a:lnTo>
                    <a:pt x="970623" y="225755"/>
                  </a:lnTo>
                  <a:lnTo>
                    <a:pt x="971249" y="225321"/>
                  </a:lnTo>
                  <a:lnTo>
                    <a:pt x="971876" y="224901"/>
                  </a:lnTo>
                  <a:lnTo>
                    <a:pt x="972503" y="224484"/>
                  </a:lnTo>
                  <a:lnTo>
                    <a:pt x="973129" y="224070"/>
                  </a:lnTo>
                  <a:lnTo>
                    <a:pt x="973756" y="223682"/>
                  </a:lnTo>
                  <a:lnTo>
                    <a:pt x="974382" y="223333"/>
                  </a:lnTo>
                  <a:lnTo>
                    <a:pt x="975009" y="223025"/>
                  </a:lnTo>
                  <a:lnTo>
                    <a:pt x="975635" y="222758"/>
                  </a:lnTo>
                  <a:lnTo>
                    <a:pt x="976262" y="222520"/>
                  </a:lnTo>
                  <a:lnTo>
                    <a:pt x="976888" y="222333"/>
                  </a:lnTo>
                  <a:lnTo>
                    <a:pt x="977515" y="222198"/>
                  </a:lnTo>
                  <a:lnTo>
                    <a:pt x="978142" y="222113"/>
                  </a:lnTo>
                  <a:lnTo>
                    <a:pt x="978768" y="222069"/>
                  </a:lnTo>
                  <a:lnTo>
                    <a:pt x="979395" y="222078"/>
                  </a:lnTo>
                  <a:lnTo>
                    <a:pt x="980021" y="222128"/>
                  </a:lnTo>
                  <a:lnTo>
                    <a:pt x="980648" y="222227"/>
                  </a:lnTo>
                  <a:lnTo>
                    <a:pt x="981274" y="222350"/>
                  </a:lnTo>
                  <a:lnTo>
                    <a:pt x="981901" y="222502"/>
                  </a:lnTo>
                  <a:lnTo>
                    <a:pt x="982527" y="222683"/>
                  </a:lnTo>
                  <a:lnTo>
                    <a:pt x="983154" y="222871"/>
                  </a:lnTo>
                  <a:lnTo>
                    <a:pt x="983781" y="223091"/>
                  </a:lnTo>
                  <a:lnTo>
                    <a:pt x="984407" y="223327"/>
                  </a:lnTo>
                  <a:lnTo>
                    <a:pt x="985034" y="223588"/>
                  </a:lnTo>
                  <a:lnTo>
                    <a:pt x="985660" y="223901"/>
                  </a:lnTo>
                  <a:lnTo>
                    <a:pt x="986287" y="224273"/>
                  </a:lnTo>
                  <a:lnTo>
                    <a:pt x="986913" y="224720"/>
                  </a:lnTo>
                  <a:lnTo>
                    <a:pt x="987540" y="225242"/>
                  </a:lnTo>
                  <a:lnTo>
                    <a:pt x="988166" y="225849"/>
                  </a:lnTo>
                  <a:lnTo>
                    <a:pt x="988793" y="226501"/>
                  </a:lnTo>
                  <a:lnTo>
                    <a:pt x="989420" y="227194"/>
                  </a:lnTo>
                  <a:lnTo>
                    <a:pt x="990046" y="227933"/>
                  </a:lnTo>
                  <a:lnTo>
                    <a:pt x="990673" y="228723"/>
                  </a:lnTo>
                  <a:lnTo>
                    <a:pt x="991299" y="229562"/>
                  </a:lnTo>
                  <a:lnTo>
                    <a:pt x="991926" y="230446"/>
                  </a:lnTo>
                  <a:lnTo>
                    <a:pt x="992552" y="231371"/>
                  </a:lnTo>
                  <a:lnTo>
                    <a:pt x="993179" y="232321"/>
                  </a:lnTo>
                  <a:lnTo>
                    <a:pt x="993805" y="233267"/>
                  </a:lnTo>
                  <a:lnTo>
                    <a:pt x="994432" y="234194"/>
                  </a:lnTo>
                  <a:lnTo>
                    <a:pt x="995059" y="235082"/>
                  </a:lnTo>
                  <a:lnTo>
                    <a:pt x="995685" y="235927"/>
                  </a:lnTo>
                  <a:lnTo>
                    <a:pt x="996312" y="236722"/>
                  </a:lnTo>
                  <a:lnTo>
                    <a:pt x="996938" y="237452"/>
                  </a:lnTo>
                  <a:lnTo>
                    <a:pt x="997565" y="238107"/>
                  </a:lnTo>
                  <a:lnTo>
                    <a:pt x="998191" y="238703"/>
                  </a:lnTo>
                  <a:lnTo>
                    <a:pt x="998818" y="239256"/>
                  </a:lnTo>
                  <a:lnTo>
                    <a:pt x="999444" y="239744"/>
                  </a:lnTo>
                  <a:lnTo>
                    <a:pt x="1000071" y="240157"/>
                  </a:lnTo>
                  <a:lnTo>
                    <a:pt x="1000698" y="240488"/>
                  </a:lnTo>
                  <a:lnTo>
                    <a:pt x="1001324" y="240744"/>
                  </a:lnTo>
                  <a:lnTo>
                    <a:pt x="1001951" y="240937"/>
                  </a:lnTo>
                  <a:lnTo>
                    <a:pt x="1002577" y="241095"/>
                  </a:lnTo>
                  <a:lnTo>
                    <a:pt x="1003204" y="241224"/>
                  </a:lnTo>
                  <a:lnTo>
                    <a:pt x="1003830" y="241335"/>
                  </a:lnTo>
                  <a:lnTo>
                    <a:pt x="1004457" y="241460"/>
                  </a:lnTo>
                  <a:lnTo>
                    <a:pt x="1005083" y="241582"/>
                  </a:lnTo>
                  <a:lnTo>
                    <a:pt x="1005710" y="241676"/>
                  </a:lnTo>
                  <a:lnTo>
                    <a:pt x="1006337" y="241740"/>
                  </a:lnTo>
                  <a:lnTo>
                    <a:pt x="1006963" y="241763"/>
                  </a:lnTo>
                  <a:lnTo>
                    <a:pt x="1007590" y="241738"/>
                  </a:lnTo>
                  <a:lnTo>
                    <a:pt x="1008216" y="241647"/>
                  </a:lnTo>
                  <a:lnTo>
                    <a:pt x="1008843" y="241505"/>
                  </a:lnTo>
                  <a:lnTo>
                    <a:pt x="1009469" y="241322"/>
                  </a:lnTo>
                  <a:lnTo>
                    <a:pt x="1010096" y="241120"/>
                  </a:lnTo>
                  <a:lnTo>
                    <a:pt x="1010722" y="240915"/>
                  </a:lnTo>
                  <a:lnTo>
                    <a:pt x="1011349" y="240692"/>
                  </a:lnTo>
                  <a:lnTo>
                    <a:pt x="1011976" y="240427"/>
                  </a:lnTo>
                  <a:lnTo>
                    <a:pt x="1012602" y="240117"/>
                  </a:lnTo>
                  <a:lnTo>
                    <a:pt x="1013229" y="239734"/>
                  </a:lnTo>
                  <a:lnTo>
                    <a:pt x="1013855" y="239251"/>
                  </a:lnTo>
                  <a:lnTo>
                    <a:pt x="1014482" y="238684"/>
                  </a:lnTo>
                  <a:lnTo>
                    <a:pt x="1015108" y="238055"/>
                  </a:lnTo>
                  <a:lnTo>
                    <a:pt x="1015735" y="237375"/>
                  </a:lnTo>
                  <a:lnTo>
                    <a:pt x="1016361" y="236660"/>
                  </a:lnTo>
                  <a:lnTo>
                    <a:pt x="1016988" y="235902"/>
                  </a:lnTo>
                  <a:lnTo>
                    <a:pt x="1017615" y="235116"/>
                  </a:lnTo>
                  <a:lnTo>
                    <a:pt x="1018241" y="234285"/>
                  </a:lnTo>
                  <a:lnTo>
                    <a:pt x="1018868" y="233402"/>
                  </a:lnTo>
                  <a:lnTo>
                    <a:pt x="1019494" y="232448"/>
                  </a:lnTo>
                  <a:lnTo>
                    <a:pt x="1020121" y="231417"/>
                  </a:lnTo>
                  <a:lnTo>
                    <a:pt x="1020747" y="230353"/>
                  </a:lnTo>
                  <a:lnTo>
                    <a:pt x="1021374" y="229274"/>
                  </a:lnTo>
                  <a:lnTo>
                    <a:pt x="1022000" y="228184"/>
                  </a:lnTo>
                  <a:lnTo>
                    <a:pt x="1022627" y="227126"/>
                  </a:lnTo>
                  <a:lnTo>
                    <a:pt x="1023254" y="226112"/>
                  </a:lnTo>
                  <a:lnTo>
                    <a:pt x="1023880" y="225138"/>
                  </a:lnTo>
                  <a:lnTo>
                    <a:pt x="1024507" y="224200"/>
                  </a:lnTo>
                  <a:lnTo>
                    <a:pt x="1025133" y="223283"/>
                  </a:lnTo>
                  <a:lnTo>
                    <a:pt x="1025760" y="222401"/>
                  </a:lnTo>
                  <a:lnTo>
                    <a:pt x="1026386" y="221577"/>
                  </a:lnTo>
                  <a:lnTo>
                    <a:pt x="1027013" y="220818"/>
                  </a:lnTo>
                  <a:lnTo>
                    <a:pt x="1027639" y="220127"/>
                  </a:lnTo>
                  <a:lnTo>
                    <a:pt x="1028266" y="219504"/>
                  </a:lnTo>
                  <a:lnTo>
                    <a:pt x="1028893" y="218952"/>
                  </a:lnTo>
                  <a:lnTo>
                    <a:pt x="1029519" y="218476"/>
                  </a:lnTo>
                  <a:lnTo>
                    <a:pt x="1030146" y="218039"/>
                  </a:lnTo>
                  <a:lnTo>
                    <a:pt x="1030772" y="217630"/>
                  </a:lnTo>
                  <a:lnTo>
                    <a:pt x="1031399" y="217256"/>
                  </a:lnTo>
                  <a:lnTo>
                    <a:pt x="1032025" y="216915"/>
                  </a:lnTo>
                  <a:lnTo>
                    <a:pt x="1032652" y="216581"/>
                  </a:lnTo>
                  <a:lnTo>
                    <a:pt x="1033278" y="216249"/>
                  </a:lnTo>
                  <a:lnTo>
                    <a:pt x="1033905" y="215900"/>
                  </a:lnTo>
                  <a:lnTo>
                    <a:pt x="1034532" y="215504"/>
                  </a:lnTo>
                  <a:lnTo>
                    <a:pt x="1035158" y="215062"/>
                  </a:lnTo>
                  <a:lnTo>
                    <a:pt x="1035785" y="214567"/>
                  </a:lnTo>
                  <a:lnTo>
                    <a:pt x="1036411" y="213971"/>
                  </a:lnTo>
                  <a:lnTo>
                    <a:pt x="1037038" y="213284"/>
                  </a:lnTo>
                  <a:lnTo>
                    <a:pt x="1037664" y="212520"/>
                  </a:lnTo>
                  <a:lnTo>
                    <a:pt x="1038291" y="211678"/>
                  </a:lnTo>
                  <a:lnTo>
                    <a:pt x="1038917" y="210765"/>
                  </a:lnTo>
                  <a:lnTo>
                    <a:pt x="1039544" y="209787"/>
                  </a:lnTo>
                  <a:lnTo>
                    <a:pt x="1040171" y="208767"/>
                  </a:lnTo>
                  <a:lnTo>
                    <a:pt x="1040797" y="207685"/>
                  </a:lnTo>
                  <a:lnTo>
                    <a:pt x="1041424" y="206535"/>
                  </a:lnTo>
                  <a:lnTo>
                    <a:pt x="1042050" y="205322"/>
                  </a:lnTo>
                  <a:lnTo>
                    <a:pt x="1042677" y="204056"/>
                  </a:lnTo>
                  <a:lnTo>
                    <a:pt x="1043303" y="202750"/>
                  </a:lnTo>
                  <a:lnTo>
                    <a:pt x="1043930" y="201433"/>
                  </a:lnTo>
                  <a:lnTo>
                    <a:pt x="1044556" y="200107"/>
                  </a:lnTo>
                  <a:lnTo>
                    <a:pt x="1045183" y="198804"/>
                  </a:lnTo>
                  <a:lnTo>
                    <a:pt x="1045810" y="197580"/>
                  </a:lnTo>
                  <a:lnTo>
                    <a:pt x="1046436" y="196423"/>
                  </a:lnTo>
                  <a:lnTo>
                    <a:pt x="1047063" y="195321"/>
                  </a:lnTo>
                  <a:lnTo>
                    <a:pt x="1047689" y="194262"/>
                  </a:lnTo>
                  <a:lnTo>
                    <a:pt x="1048316" y="193229"/>
                  </a:lnTo>
                  <a:lnTo>
                    <a:pt x="1048942" y="192226"/>
                  </a:lnTo>
                  <a:lnTo>
                    <a:pt x="1049569" y="191244"/>
                  </a:lnTo>
                  <a:lnTo>
                    <a:pt x="1050195" y="190297"/>
                  </a:lnTo>
                  <a:lnTo>
                    <a:pt x="1050822" y="189388"/>
                  </a:lnTo>
                  <a:lnTo>
                    <a:pt x="1051449" y="188569"/>
                  </a:lnTo>
                  <a:lnTo>
                    <a:pt x="1052075" y="187839"/>
                  </a:lnTo>
                  <a:lnTo>
                    <a:pt x="1052702" y="187179"/>
                  </a:lnTo>
                  <a:lnTo>
                    <a:pt x="1053328" y="186573"/>
                  </a:lnTo>
                  <a:lnTo>
                    <a:pt x="1053955" y="186011"/>
                  </a:lnTo>
                  <a:lnTo>
                    <a:pt x="1054581" y="185452"/>
                  </a:lnTo>
                  <a:lnTo>
                    <a:pt x="1055208" y="184883"/>
                  </a:lnTo>
                  <a:lnTo>
                    <a:pt x="1055834" y="184301"/>
                  </a:lnTo>
                  <a:lnTo>
                    <a:pt x="1056461" y="183733"/>
                  </a:lnTo>
                  <a:lnTo>
                    <a:pt x="1057088" y="183194"/>
                  </a:lnTo>
                  <a:lnTo>
                    <a:pt x="1057714" y="182694"/>
                  </a:lnTo>
                  <a:lnTo>
                    <a:pt x="1058341" y="182214"/>
                  </a:lnTo>
                  <a:lnTo>
                    <a:pt x="1058967" y="181745"/>
                  </a:lnTo>
                  <a:lnTo>
                    <a:pt x="1059594" y="181282"/>
                  </a:lnTo>
                  <a:lnTo>
                    <a:pt x="1060220" y="180831"/>
                  </a:lnTo>
                  <a:lnTo>
                    <a:pt x="1060847" y="180367"/>
                  </a:lnTo>
                  <a:lnTo>
                    <a:pt x="1061473" y="179888"/>
                  </a:lnTo>
                  <a:lnTo>
                    <a:pt x="1062100" y="179415"/>
                  </a:lnTo>
                  <a:lnTo>
                    <a:pt x="1062727" y="178962"/>
                  </a:lnTo>
                  <a:lnTo>
                    <a:pt x="1063353" y="178527"/>
                  </a:lnTo>
                  <a:lnTo>
                    <a:pt x="1063980" y="178113"/>
                  </a:lnTo>
                  <a:lnTo>
                    <a:pt x="1064606" y="177721"/>
                  </a:lnTo>
                  <a:lnTo>
                    <a:pt x="1065233" y="177356"/>
                  </a:lnTo>
                  <a:lnTo>
                    <a:pt x="1065859" y="177022"/>
                  </a:lnTo>
                  <a:lnTo>
                    <a:pt x="1066486" y="176720"/>
                  </a:lnTo>
                  <a:lnTo>
                    <a:pt x="1067112" y="176449"/>
                  </a:lnTo>
                  <a:lnTo>
                    <a:pt x="1067739" y="176223"/>
                  </a:lnTo>
                  <a:lnTo>
                    <a:pt x="1068366" y="176085"/>
                  </a:lnTo>
                  <a:lnTo>
                    <a:pt x="1068992" y="176023"/>
                  </a:lnTo>
                  <a:lnTo>
                    <a:pt x="1069619" y="176054"/>
                  </a:lnTo>
                  <a:lnTo>
                    <a:pt x="1070245" y="176191"/>
                  </a:lnTo>
                  <a:lnTo>
                    <a:pt x="1070872" y="176449"/>
                  </a:lnTo>
                  <a:lnTo>
                    <a:pt x="1071498" y="176816"/>
                  </a:lnTo>
                  <a:lnTo>
                    <a:pt x="1072125" y="177283"/>
                  </a:lnTo>
                  <a:lnTo>
                    <a:pt x="1072751" y="177845"/>
                  </a:lnTo>
                  <a:lnTo>
                    <a:pt x="1073378" y="178503"/>
                  </a:lnTo>
                  <a:lnTo>
                    <a:pt x="1074004" y="179266"/>
                  </a:lnTo>
                  <a:lnTo>
                    <a:pt x="1074631" y="180134"/>
                  </a:lnTo>
                  <a:lnTo>
                    <a:pt x="1075258" y="181119"/>
                  </a:lnTo>
                  <a:lnTo>
                    <a:pt x="1075884" y="182243"/>
                  </a:lnTo>
                  <a:lnTo>
                    <a:pt x="1076511" y="183524"/>
                  </a:lnTo>
                  <a:lnTo>
                    <a:pt x="1077137" y="184944"/>
                  </a:lnTo>
                  <a:lnTo>
                    <a:pt x="1077764" y="186451"/>
                  </a:lnTo>
                  <a:lnTo>
                    <a:pt x="1078390" y="188073"/>
                  </a:lnTo>
                  <a:lnTo>
                    <a:pt x="1079017" y="189793"/>
                  </a:lnTo>
                  <a:lnTo>
                    <a:pt x="1079643" y="191617"/>
                  </a:lnTo>
                  <a:lnTo>
                    <a:pt x="1080270" y="193536"/>
                  </a:lnTo>
                  <a:lnTo>
                    <a:pt x="1080897" y="195565"/>
                  </a:lnTo>
                  <a:lnTo>
                    <a:pt x="1081523" y="197704"/>
                  </a:lnTo>
                  <a:lnTo>
                    <a:pt x="1082150" y="199957"/>
                  </a:lnTo>
                  <a:lnTo>
                    <a:pt x="1082776" y="202330"/>
                  </a:lnTo>
                  <a:lnTo>
                    <a:pt x="1083403" y="204780"/>
                  </a:lnTo>
                  <a:lnTo>
                    <a:pt x="1084029" y="207302"/>
                  </a:lnTo>
                  <a:lnTo>
                    <a:pt x="1084656" y="209884"/>
                  </a:lnTo>
                  <a:lnTo>
                    <a:pt x="1085282" y="212490"/>
                  </a:lnTo>
                  <a:lnTo>
                    <a:pt x="1085909" y="215101"/>
                  </a:lnTo>
                  <a:lnTo>
                    <a:pt x="1086536" y="217723"/>
                  </a:lnTo>
                  <a:lnTo>
                    <a:pt x="1087162" y="220362"/>
                  </a:lnTo>
                  <a:lnTo>
                    <a:pt x="1087789" y="223022"/>
                  </a:lnTo>
                  <a:lnTo>
                    <a:pt x="1088415" y="225685"/>
                  </a:lnTo>
                  <a:lnTo>
                    <a:pt x="1089042" y="228327"/>
                  </a:lnTo>
                  <a:lnTo>
                    <a:pt x="1089668" y="230938"/>
                  </a:lnTo>
                  <a:lnTo>
                    <a:pt x="1090295" y="233516"/>
                  </a:lnTo>
                  <a:lnTo>
                    <a:pt x="1090921" y="236065"/>
                  </a:lnTo>
                  <a:lnTo>
                    <a:pt x="1091548" y="238588"/>
                  </a:lnTo>
                  <a:lnTo>
                    <a:pt x="1092175" y="241081"/>
                  </a:lnTo>
                  <a:lnTo>
                    <a:pt x="1092801" y="243568"/>
                  </a:lnTo>
                  <a:lnTo>
                    <a:pt x="1093428" y="246044"/>
                  </a:lnTo>
                  <a:lnTo>
                    <a:pt x="1094054" y="248506"/>
                  </a:lnTo>
                  <a:lnTo>
                    <a:pt x="1094681" y="250949"/>
                  </a:lnTo>
                  <a:lnTo>
                    <a:pt x="1095307" y="253396"/>
                  </a:lnTo>
                  <a:lnTo>
                    <a:pt x="1095934" y="255849"/>
                  </a:lnTo>
                  <a:lnTo>
                    <a:pt x="1096560" y="258333"/>
                  </a:lnTo>
                  <a:lnTo>
                    <a:pt x="1097187" y="260848"/>
                  </a:lnTo>
                  <a:lnTo>
                    <a:pt x="1097814" y="263386"/>
                  </a:lnTo>
                  <a:lnTo>
                    <a:pt x="1098440" y="265948"/>
                  </a:lnTo>
                  <a:lnTo>
                    <a:pt x="1099067" y="268556"/>
                  </a:lnTo>
                  <a:lnTo>
                    <a:pt x="1099693" y="271199"/>
                  </a:lnTo>
                  <a:lnTo>
                    <a:pt x="1100320" y="273863"/>
                  </a:lnTo>
                  <a:lnTo>
                    <a:pt x="1100946" y="276558"/>
                  </a:lnTo>
                  <a:lnTo>
                    <a:pt x="1101573" y="279267"/>
                  </a:lnTo>
                  <a:lnTo>
                    <a:pt x="1102199" y="281979"/>
                  </a:lnTo>
                  <a:lnTo>
                    <a:pt x="1102826" y="284682"/>
                  </a:lnTo>
                  <a:lnTo>
                    <a:pt x="1103453" y="287386"/>
                  </a:lnTo>
                  <a:lnTo>
                    <a:pt x="1104079" y="290092"/>
                  </a:lnTo>
                  <a:lnTo>
                    <a:pt x="1104706" y="292784"/>
                  </a:lnTo>
                  <a:lnTo>
                    <a:pt x="1105332" y="295458"/>
                  </a:lnTo>
                  <a:lnTo>
                    <a:pt x="1105959" y="298083"/>
                  </a:lnTo>
                  <a:lnTo>
                    <a:pt x="1106585" y="300647"/>
                  </a:lnTo>
                  <a:lnTo>
                    <a:pt x="1107212" y="303143"/>
                  </a:lnTo>
                  <a:lnTo>
                    <a:pt x="1107838" y="305549"/>
                  </a:lnTo>
                  <a:lnTo>
                    <a:pt x="1108465" y="307826"/>
                  </a:lnTo>
                  <a:lnTo>
                    <a:pt x="1109092" y="309987"/>
                  </a:lnTo>
                  <a:lnTo>
                    <a:pt x="1109718" y="312056"/>
                  </a:lnTo>
                  <a:lnTo>
                    <a:pt x="1110345" y="314011"/>
                  </a:lnTo>
                  <a:lnTo>
                    <a:pt x="1110971" y="315871"/>
                  </a:lnTo>
                  <a:lnTo>
                    <a:pt x="1111598" y="317634"/>
                  </a:lnTo>
                  <a:lnTo>
                    <a:pt x="1112224" y="319306"/>
                  </a:lnTo>
                  <a:lnTo>
                    <a:pt x="1112851" y="320871"/>
                  </a:lnTo>
                  <a:lnTo>
                    <a:pt x="1113477" y="322329"/>
                  </a:lnTo>
                  <a:lnTo>
                    <a:pt x="1114104" y="323647"/>
                  </a:lnTo>
                  <a:lnTo>
                    <a:pt x="1114731" y="324829"/>
                  </a:lnTo>
                  <a:lnTo>
                    <a:pt x="1115357" y="325853"/>
                  </a:lnTo>
                  <a:lnTo>
                    <a:pt x="1115984" y="326722"/>
                  </a:lnTo>
                  <a:lnTo>
                    <a:pt x="1116610" y="327450"/>
                  </a:lnTo>
                  <a:lnTo>
                    <a:pt x="1117237" y="328075"/>
                  </a:lnTo>
                  <a:lnTo>
                    <a:pt x="1117863" y="328612"/>
                  </a:lnTo>
                  <a:lnTo>
                    <a:pt x="1118490" y="329062"/>
                  </a:lnTo>
                  <a:lnTo>
                    <a:pt x="1119116" y="329413"/>
                  </a:lnTo>
                  <a:lnTo>
                    <a:pt x="1119743" y="329651"/>
                  </a:lnTo>
                  <a:lnTo>
                    <a:pt x="1120370" y="329763"/>
                  </a:lnTo>
                  <a:lnTo>
                    <a:pt x="1120996" y="329765"/>
                  </a:lnTo>
                  <a:lnTo>
                    <a:pt x="1121623" y="329673"/>
                  </a:lnTo>
                  <a:lnTo>
                    <a:pt x="1122249" y="329489"/>
                  </a:lnTo>
                  <a:lnTo>
                    <a:pt x="1122876" y="329201"/>
                  </a:lnTo>
                  <a:lnTo>
                    <a:pt x="1123502" y="328809"/>
                  </a:lnTo>
                  <a:lnTo>
                    <a:pt x="1124129" y="328290"/>
                  </a:lnTo>
                  <a:lnTo>
                    <a:pt x="1124755" y="327660"/>
                  </a:lnTo>
                  <a:lnTo>
                    <a:pt x="1125382" y="326924"/>
                  </a:lnTo>
                  <a:lnTo>
                    <a:pt x="1126009" y="326084"/>
                  </a:lnTo>
                  <a:lnTo>
                    <a:pt x="1126635" y="325140"/>
                  </a:lnTo>
                  <a:lnTo>
                    <a:pt x="1127262" y="324091"/>
                  </a:lnTo>
                  <a:lnTo>
                    <a:pt x="1127888" y="322938"/>
                  </a:lnTo>
                  <a:lnTo>
                    <a:pt x="1128515" y="321690"/>
                  </a:lnTo>
                  <a:lnTo>
                    <a:pt x="1129141" y="320355"/>
                  </a:lnTo>
                  <a:lnTo>
                    <a:pt x="1129768" y="318950"/>
                  </a:lnTo>
                  <a:lnTo>
                    <a:pt x="1130394" y="317477"/>
                  </a:lnTo>
                  <a:lnTo>
                    <a:pt x="1131021" y="315908"/>
                  </a:lnTo>
                  <a:lnTo>
                    <a:pt x="1131648" y="314264"/>
                  </a:lnTo>
                  <a:lnTo>
                    <a:pt x="1132274" y="312551"/>
                  </a:lnTo>
                  <a:lnTo>
                    <a:pt x="1132901" y="310791"/>
                  </a:lnTo>
                  <a:lnTo>
                    <a:pt x="1133527" y="309013"/>
                  </a:lnTo>
                  <a:lnTo>
                    <a:pt x="1134154" y="307232"/>
                  </a:lnTo>
                  <a:lnTo>
                    <a:pt x="1134780" y="305451"/>
                  </a:lnTo>
                  <a:lnTo>
                    <a:pt x="1135407" y="303671"/>
                  </a:lnTo>
                  <a:lnTo>
                    <a:pt x="1136033" y="301901"/>
                  </a:lnTo>
                  <a:lnTo>
                    <a:pt x="1136660" y="300138"/>
                  </a:lnTo>
                  <a:lnTo>
                    <a:pt x="1137287" y="298380"/>
                  </a:lnTo>
                  <a:lnTo>
                    <a:pt x="1137913" y="296623"/>
                  </a:lnTo>
                  <a:lnTo>
                    <a:pt x="1138540" y="294859"/>
                  </a:lnTo>
                  <a:lnTo>
                    <a:pt x="1139166" y="293081"/>
                  </a:lnTo>
                  <a:lnTo>
                    <a:pt x="1139793" y="291291"/>
                  </a:lnTo>
                  <a:lnTo>
                    <a:pt x="1140419" y="289524"/>
                  </a:lnTo>
                  <a:lnTo>
                    <a:pt x="1141046" y="287759"/>
                  </a:lnTo>
                  <a:lnTo>
                    <a:pt x="1141672" y="286015"/>
                  </a:lnTo>
                  <a:lnTo>
                    <a:pt x="1142299" y="284288"/>
                  </a:lnTo>
                  <a:lnTo>
                    <a:pt x="1142926" y="282573"/>
                  </a:lnTo>
                  <a:lnTo>
                    <a:pt x="1143552" y="280877"/>
                  </a:lnTo>
                  <a:lnTo>
                    <a:pt x="1144179" y="279208"/>
                  </a:lnTo>
                  <a:lnTo>
                    <a:pt x="1144805" y="277570"/>
                  </a:lnTo>
                  <a:lnTo>
                    <a:pt x="1145432" y="275954"/>
                  </a:lnTo>
                  <a:lnTo>
                    <a:pt x="1146058" y="274393"/>
                  </a:lnTo>
                  <a:lnTo>
                    <a:pt x="1146685" y="272865"/>
                  </a:lnTo>
                  <a:lnTo>
                    <a:pt x="1147311" y="271388"/>
                  </a:lnTo>
                  <a:lnTo>
                    <a:pt x="1147938" y="269966"/>
                  </a:lnTo>
                  <a:lnTo>
                    <a:pt x="1148565" y="268605"/>
                  </a:lnTo>
                  <a:lnTo>
                    <a:pt x="1149191" y="267297"/>
                  </a:lnTo>
                  <a:lnTo>
                    <a:pt x="1149818" y="266040"/>
                  </a:lnTo>
                  <a:lnTo>
                    <a:pt x="1150444" y="264815"/>
                  </a:lnTo>
                  <a:lnTo>
                    <a:pt x="1151071" y="263626"/>
                  </a:lnTo>
                  <a:lnTo>
                    <a:pt x="1151697" y="262485"/>
                  </a:lnTo>
                  <a:lnTo>
                    <a:pt x="1152324" y="261408"/>
                  </a:lnTo>
                  <a:lnTo>
                    <a:pt x="1152950" y="260358"/>
                  </a:lnTo>
                  <a:lnTo>
                    <a:pt x="1153577" y="259330"/>
                  </a:lnTo>
                  <a:lnTo>
                    <a:pt x="1154204" y="258320"/>
                  </a:lnTo>
                  <a:lnTo>
                    <a:pt x="1154830" y="257359"/>
                  </a:lnTo>
                  <a:lnTo>
                    <a:pt x="1155457" y="256455"/>
                  </a:lnTo>
                  <a:lnTo>
                    <a:pt x="1156083" y="255646"/>
                  </a:lnTo>
                  <a:lnTo>
                    <a:pt x="1156710" y="254924"/>
                  </a:lnTo>
                  <a:lnTo>
                    <a:pt x="1157336" y="254293"/>
                  </a:lnTo>
                  <a:lnTo>
                    <a:pt x="1157963" y="253752"/>
                  </a:lnTo>
                  <a:lnTo>
                    <a:pt x="1158589" y="253302"/>
                  </a:lnTo>
                  <a:lnTo>
                    <a:pt x="1159216" y="252923"/>
                  </a:lnTo>
                  <a:lnTo>
                    <a:pt x="1159843" y="252616"/>
                  </a:lnTo>
                  <a:lnTo>
                    <a:pt x="1160469" y="252391"/>
                  </a:lnTo>
                  <a:lnTo>
                    <a:pt x="1161096" y="252239"/>
                  </a:lnTo>
                  <a:lnTo>
                    <a:pt x="1161722" y="252151"/>
                  </a:lnTo>
                  <a:lnTo>
                    <a:pt x="1162349" y="252177"/>
                  </a:lnTo>
                  <a:lnTo>
                    <a:pt x="1162975" y="252312"/>
                  </a:lnTo>
                  <a:lnTo>
                    <a:pt x="1163602" y="252519"/>
                  </a:lnTo>
                  <a:lnTo>
                    <a:pt x="1164228" y="252766"/>
                  </a:lnTo>
                  <a:lnTo>
                    <a:pt x="1164855" y="253007"/>
                  </a:lnTo>
                  <a:lnTo>
                    <a:pt x="1165482" y="253210"/>
                  </a:lnTo>
                  <a:lnTo>
                    <a:pt x="1166108" y="253368"/>
                  </a:lnTo>
                  <a:lnTo>
                    <a:pt x="1166735" y="253481"/>
                  </a:lnTo>
                  <a:lnTo>
                    <a:pt x="1167361" y="253541"/>
                  </a:lnTo>
                  <a:lnTo>
                    <a:pt x="1167988" y="253541"/>
                  </a:lnTo>
                  <a:lnTo>
                    <a:pt x="1168614" y="253505"/>
                  </a:lnTo>
                  <a:lnTo>
                    <a:pt x="1169241" y="253454"/>
                  </a:lnTo>
                  <a:lnTo>
                    <a:pt x="1169867" y="253378"/>
                  </a:lnTo>
                  <a:lnTo>
                    <a:pt x="1170494" y="253284"/>
                  </a:lnTo>
                  <a:lnTo>
                    <a:pt x="1171121" y="253160"/>
                  </a:lnTo>
                  <a:lnTo>
                    <a:pt x="1171747" y="253007"/>
                  </a:lnTo>
                  <a:lnTo>
                    <a:pt x="1172374" y="252805"/>
                  </a:lnTo>
                  <a:lnTo>
                    <a:pt x="1173000" y="252581"/>
                  </a:lnTo>
                  <a:lnTo>
                    <a:pt x="1173627" y="252313"/>
                  </a:lnTo>
                  <a:lnTo>
                    <a:pt x="1174253" y="252013"/>
                  </a:lnTo>
                  <a:lnTo>
                    <a:pt x="1174880" y="251680"/>
                  </a:lnTo>
                  <a:lnTo>
                    <a:pt x="1175506" y="251308"/>
                  </a:lnTo>
                  <a:lnTo>
                    <a:pt x="1176133" y="250888"/>
                  </a:lnTo>
                  <a:lnTo>
                    <a:pt x="1176760" y="250456"/>
                  </a:lnTo>
                  <a:lnTo>
                    <a:pt x="1177386" y="250010"/>
                  </a:lnTo>
                  <a:lnTo>
                    <a:pt x="1178013" y="249577"/>
                  </a:lnTo>
                  <a:lnTo>
                    <a:pt x="1178639" y="249180"/>
                  </a:lnTo>
                  <a:lnTo>
                    <a:pt x="1179266" y="248835"/>
                  </a:lnTo>
                  <a:lnTo>
                    <a:pt x="1179892" y="248532"/>
                  </a:lnTo>
                  <a:lnTo>
                    <a:pt x="1180519" y="248283"/>
                  </a:lnTo>
                  <a:lnTo>
                    <a:pt x="1181145" y="248089"/>
                  </a:lnTo>
                  <a:lnTo>
                    <a:pt x="1181772" y="247962"/>
                  </a:lnTo>
                  <a:lnTo>
                    <a:pt x="1182399" y="247934"/>
                  </a:lnTo>
                  <a:lnTo>
                    <a:pt x="1183025" y="248027"/>
                  </a:lnTo>
                  <a:lnTo>
                    <a:pt x="1183652" y="248256"/>
                  </a:lnTo>
                  <a:lnTo>
                    <a:pt x="1184278" y="248612"/>
                  </a:lnTo>
                  <a:lnTo>
                    <a:pt x="1184905" y="249116"/>
                  </a:lnTo>
                  <a:lnTo>
                    <a:pt x="1185531" y="249763"/>
                  </a:lnTo>
                  <a:lnTo>
                    <a:pt x="1186158" y="250565"/>
                  </a:lnTo>
                  <a:lnTo>
                    <a:pt x="1186784" y="251535"/>
                  </a:lnTo>
                  <a:lnTo>
                    <a:pt x="1187411" y="252626"/>
                  </a:lnTo>
                  <a:lnTo>
                    <a:pt x="1188038" y="253818"/>
                  </a:lnTo>
                  <a:lnTo>
                    <a:pt x="1188664" y="255104"/>
                  </a:lnTo>
                  <a:lnTo>
                    <a:pt x="1189291" y="256487"/>
                  </a:lnTo>
                  <a:lnTo>
                    <a:pt x="1189917" y="257967"/>
                  </a:lnTo>
                  <a:lnTo>
                    <a:pt x="1190544" y="259544"/>
                  </a:lnTo>
                  <a:lnTo>
                    <a:pt x="1191170" y="261210"/>
                  </a:lnTo>
                  <a:lnTo>
                    <a:pt x="1191797" y="262951"/>
                  </a:lnTo>
                  <a:lnTo>
                    <a:pt x="1192423" y="264738"/>
                  </a:lnTo>
                  <a:lnTo>
                    <a:pt x="1193050" y="266576"/>
                  </a:lnTo>
                  <a:lnTo>
                    <a:pt x="1193677" y="268475"/>
                  </a:lnTo>
                  <a:lnTo>
                    <a:pt x="1194303" y="270389"/>
                  </a:lnTo>
                  <a:lnTo>
                    <a:pt x="1194930" y="272329"/>
                  </a:lnTo>
                  <a:lnTo>
                    <a:pt x="1195556" y="274275"/>
                  </a:lnTo>
                  <a:lnTo>
                    <a:pt x="1196183" y="276220"/>
                  </a:lnTo>
                  <a:lnTo>
                    <a:pt x="1196809" y="278204"/>
                  </a:lnTo>
                  <a:lnTo>
                    <a:pt x="1197436" y="280227"/>
                  </a:lnTo>
                  <a:lnTo>
                    <a:pt x="1198062" y="282282"/>
                  </a:lnTo>
                  <a:lnTo>
                    <a:pt x="1198689" y="284355"/>
                  </a:lnTo>
                  <a:lnTo>
                    <a:pt x="1199316" y="286454"/>
                  </a:lnTo>
                  <a:lnTo>
                    <a:pt x="1199942" y="288577"/>
                  </a:lnTo>
                  <a:lnTo>
                    <a:pt x="1200569" y="290711"/>
                  </a:lnTo>
                  <a:lnTo>
                    <a:pt x="1201195" y="292841"/>
                  </a:lnTo>
                  <a:lnTo>
                    <a:pt x="1201822" y="294973"/>
                  </a:lnTo>
                  <a:lnTo>
                    <a:pt x="1202448" y="297083"/>
                  </a:lnTo>
                  <a:lnTo>
                    <a:pt x="1203075" y="299170"/>
                  </a:lnTo>
                  <a:lnTo>
                    <a:pt x="1203701" y="301229"/>
                  </a:lnTo>
                  <a:lnTo>
                    <a:pt x="1204328" y="303248"/>
                  </a:lnTo>
                  <a:lnTo>
                    <a:pt x="1204955" y="305226"/>
                  </a:lnTo>
                  <a:lnTo>
                    <a:pt x="1205581" y="307154"/>
                  </a:lnTo>
                  <a:lnTo>
                    <a:pt x="1206208" y="309015"/>
                  </a:lnTo>
                  <a:lnTo>
                    <a:pt x="1206834" y="310776"/>
                  </a:lnTo>
                  <a:lnTo>
                    <a:pt x="1207461" y="312431"/>
                  </a:lnTo>
                  <a:lnTo>
                    <a:pt x="1208087" y="313988"/>
                  </a:lnTo>
                  <a:lnTo>
                    <a:pt x="1208714" y="315418"/>
                  </a:lnTo>
                  <a:lnTo>
                    <a:pt x="1209340" y="316744"/>
                  </a:lnTo>
                  <a:lnTo>
                    <a:pt x="1209967" y="317954"/>
                  </a:lnTo>
                  <a:lnTo>
                    <a:pt x="1210594" y="319043"/>
                  </a:lnTo>
                  <a:lnTo>
                    <a:pt x="1211220" y="320014"/>
                  </a:lnTo>
                  <a:lnTo>
                    <a:pt x="1211847" y="320905"/>
                  </a:lnTo>
                  <a:lnTo>
                    <a:pt x="1212473" y="321703"/>
                  </a:lnTo>
                  <a:lnTo>
                    <a:pt x="1213100" y="322434"/>
                  </a:lnTo>
                  <a:lnTo>
                    <a:pt x="1213726" y="323085"/>
                  </a:lnTo>
                  <a:lnTo>
                    <a:pt x="1214353" y="323645"/>
                  </a:lnTo>
                  <a:lnTo>
                    <a:pt x="1214979" y="324096"/>
                  </a:lnTo>
                  <a:lnTo>
                    <a:pt x="1215606" y="324461"/>
                  </a:lnTo>
                  <a:lnTo>
                    <a:pt x="1216233" y="324771"/>
                  </a:lnTo>
                  <a:lnTo>
                    <a:pt x="1216859" y="325051"/>
                  </a:lnTo>
                  <a:lnTo>
                    <a:pt x="1217486" y="325276"/>
                  </a:lnTo>
                  <a:lnTo>
                    <a:pt x="1218112" y="325414"/>
                  </a:lnTo>
                  <a:lnTo>
                    <a:pt x="1218739" y="325427"/>
                  </a:lnTo>
                  <a:lnTo>
                    <a:pt x="1219365" y="325351"/>
                  </a:lnTo>
                  <a:lnTo>
                    <a:pt x="1219992" y="325190"/>
                  </a:lnTo>
                  <a:lnTo>
                    <a:pt x="1220618" y="324947"/>
                  </a:lnTo>
                  <a:lnTo>
                    <a:pt x="1221245" y="324620"/>
                  </a:lnTo>
                  <a:lnTo>
                    <a:pt x="1221872" y="324206"/>
                  </a:lnTo>
                  <a:lnTo>
                    <a:pt x="1222498" y="323681"/>
                  </a:lnTo>
                  <a:lnTo>
                    <a:pt x="1223125" y="323037"/>
                  </a:lnTo>
                  <a:lnTo>
                    <a:pt x="1223751" y="322283"/>
                  </a:lnTo>
                  <a:lnTo>
                    <a:pt x="1224378" y="321406"/>
                  </a:lnTo>
                  <a:lnTo>
                    <a:pt x="1225004" y="320348"/>
                  </a:lnTo>
                  <a:lnTo>
                    <a:pt x="1225631" y="319116"/>
                  </a:lnTo>
                  <a:lnTo>
                    <a:pt x="1226257" y="317724"/>
                  </a:lnTo>
                  <a:lnTo>
                    <a:pt x="1226884" y="316202"/>
                  </a:lnTo>
                  <a:lnTo>
                    <a:pt x="1227511" y="314622"/>
                  </a:lnTo>
                  <a:lnTo>
                    <a:pt x="1228137" y="313022"/>
                  </a:lnTo>
                  <a:lnTo>
                    <a:pt x="1228764" y="311373"/>
                  </a:lnTo>
                  <a:lnTo>
                    <a:pt x="1229390" y="309673"/>
                  </a:lnTo>
                  <a:lnTo>
                    <a:pt x="1230017" y="307907"/>
                  </a:lnTo>
                  <a:lnTo>
                    <a:pt x="1230643" y="306070"/>
                  </a:lnTo>
                  <a:lnTo>
                    <a:pt x="1231270" y="304164"/>
                  </a:lnTo>
                  <a:lnTo>
                    <a:pt x="1231896" y="302190"/>
                  </a:lnTo>
                  <a:lnTo>
                    <a:pt x="1232523" y="300181"/>
                  </a:lnTo>
                  <a:lnTo>
                    <a:pt x="1233150" y="298141"/>
                  </a:lnTo>
                  <a:lnTo>
                    <a:pt x="1233776" y="296119"/>
                  </a:lnTo>
                  <a:lnTo>
                    <a:pt x="1234403" y="294141"/>
                  </a:lnTo>
                  <a:lnTo>
                    <a:pt x="1235029" y="292218"/>
                  </a:lnTo>
                  <a:lnTo>
                    <a:pt x="1235656" y="290348"/>
                  </a:lnTo>
                  <a:lnTo>
                    <a:pt x="1236282" y="288548"/>
                  </a:lnTo>
                  <a:lnTo>
                    <a:pt x="1236909" y="286804"/>
                  </a:lnTo>
                  <a:lnTo>
                    <a:pt x="1237535" y="285101"/>
                  </a:lnTo>
                  <a:lnTo>
                    <a:pt x="1238162" y="283449"/>
                  </a:lnTo>
                  <a:lnTo>
                    <a:pt x="1238789" y="281874"/>
                  </a:lnTo>
                  <a:lnTo>
                    <a:pt x="1239415" y="280396"/>
                  </a:lnTo>
                  <a:lnTo>
                    <a:pt x="1240042" y="279031"/>
                  </a:lnTo>
                  <a:lnTo>
                    <a:pt x="1240668" y="277772"/>
                  </a:lnTo>
                  <a:lnTo>
                    <a:pt x="1241295" y="276582"/>
                  </a:lnTo>
                  <a:lnTo>
                    <a:pt x="1241921" y="275434"/>
                  </a:lnTo>
                  <a:lnTo>
                    <a:pt x="1242548" y="274343"/>
                  </a:lnTo>
                  <a:lnTo>
                    <a:pt x="1243174" y="273266"/>
                  </a:lnTo>
                  <a:lnTo>
                    <a:pt x="1243801" y="272175"/>
                  </a:lnTo>
                  <a:lnTo>
                    <a:pt x="1244428" y="271057"/>
                  </a:lnTo>
                  <a:lnTo>
                    <a:pt x="1245054" y="269896"/>
                  </a:lnTo>
                  <a:lnTo>
                    <a:pt x="1245681" y="268683"/>
                  </a:lnTo>
                  <a:lnTo>
                    <a:pt x="1246307" y="267414"/>
                  </a:lnTo>
                  <a:lnTo>
                    <a:pt x="1246934" y="266104"/>
                  </a:lnTo>
                  <a:lnTo>
                    <a:pt x="1247560" y="264730"/>
                  </a:lnTo>
                  <a:lnTo>
                    <a:pt x="1248187" y="263277"/>
                  </a:lnTo>
                  <a:lnTo>
                    <a:pt x="1248813" y="261729"/>
                  </a:lnTo>
                  <a:lnTo>
                    <a:pt x="1249440" y="260093"/>
                  </a:lnTo>
                  <a:lnTo>
                    <a:pt x="1250067" y="258419"/>
                  </a:lnTo>
                  <a:lnTo>
                    <a:pt x="1250693" y="256736"/>
                  </a:lnTo>
                  <a:lnTo>
                    <a:pt x="1251320" y="255044"/>
                  </a:lnTo>
                  <a:lnTo>
                    <a:pt x="1251946" y="253337"/>
                  </a:lnTo>
                  <a:lnTo>
                    <a:pt x="1252573" y="251639"/>
                  </a:lnTo>
                  <a:lnTo>
                    <a:pt x="1253199" y="249954"/>
                  </a:lnTo>
                  <a:lnTo>
                    <a:pt x="1253826" y="248288"/>
                  </a:lnTo>
                  <a:lnTo>
                    <a:pt x="1254452" y="246663"/>
                  </a:lnTo>
                  <a:lnTo>
                    <a:pt x="1255079" y="245083"/>
                  </a:lnTo>
                  <a:lnTo>
                    <a:pt x="1255706" y="243535"/>
                  </a:lnTo>
                  <a:lnTo>
                    <a:pt x="1256332" y="242042"/>
                  </a:lnTo>
                  <a:lnTo>
                    <a:pt x="1256959" y="240654"/>
                  </a:lnTo>
                  <a:lnTo>
                    <a:pt x="1257585" y="239355"/>
                  </a:lnTo>
                  <a:lnTo>
                    <a:pt x="1258212" y="238123"/>
                  </a:lnTo>
                  <a:lnTo>
                    <a:pt x="1258838" y="236934"/>
                  </a:lnTo>
                  <a:lnTo>
                    <a:pt x="1259465" y="235700"/>
                  </a:lnTo>
                  <a:lnTo>
                    <a:pt x="1260091" y="234415"/>
                  </a:lnTo>
                  <a:lnTo>
                    <a:pt x="1260718" y="233095"/>
                  </a:lnTo>
                  <a:lnTo>
                    <a:pt x="1261345" y="231749"/>
                  </a:lnTo>
                  <a:lnTo>
                    <a:pt x="1261971" y="230384"/>
                  </a:lnTo>
                  <a:lnTo>
                    <a:pt x="1262598" y="229022"/>
                  </a:lnTo>
                  <a:lnTo>
                    <a:pt x="1263224" y="227659"/>
                  </a:lnTo>
                  <a:lnTo>
                    <a:pt x="1263851" y="226297"/>
                  </a:lnTo>
                  <a:lnTo>
                    <a:pt x="1264477" y="224901"/>
                  </a:lnTo>
                  <a:lnTo>
                    <a:pt x="1265104" y="223495"/>
                  </a:lnTo>
                  <a:lnTo>
                    <a:pt x="1265730" y="222045"/>
                  </a:lnTo>
                  <a:lnTo>
                    <a:pt x="1266357" y="220557"/>
                  </a:lnTo>
                  <a:lnTo>
                    <a:pt x="1266984" y="219029"/>
                  </a:lnTo>
                  <a:lnTo>
                    <a:pt x="1267610" y="217482"/>
                  </a:lnTo>
                  <a:lnTo>
                    <a:pt x="1268237" y="215931"/>
                  </a:lnTo>
                  <a:lnTo>
                    <a:pt x="1268863" y="214404"/>
                  </a:lnTo>
                  <a:lnTo>
                    <a:pt x="1269490" y="212944"/>
                  </a:lnTo>
                  <a:lnTo>
                    <a:pt x="1270116" y="211552"/>
                  </a:lnTo>
                  <a:lnTo>
                    <a:pt x="1270743" y="210233"/>
                  </a:lnTo>
                  <a:lnTo>
                    <a:pt x="1271369" y="208972"/>
                  </a:lnTo>
                  <a:lnTo>
                    <a:pt x="1271996" y="207744"/>
                  </a:lnTo>
                  <a:lnTo>
                    <a:pt x="1272623" y="206551"/>
                  </a:lnTo>
                  <a:lnTo>
                    <a:pt x="1273249" y="205414"/>
                  </a:lnTo>
                  <a:lnTo>
                    <a:pt x="1273876" y="204351"/>
                  </a:lnTo>
                  <a:lnTo>
                    <a:pt x="1274502" y="203333"/>
                  </a:lnTo>
                  <a:lnTo>
                    <a:pt x="1275129" y="202394"/>
                  </a:lnTo>
                  <a:lnTo>
                    <a:pt x="1275755" y="201536"/>
                  </a:lnTo>
                  <a:lnTo>
                    <a:pt x="1276382" y="200756"/>
                  </a:lnTo>
                  <a:lnTo>
                    <a:pt x="1277008" y="200049"/>
                  </a:lnTo>
                  <a:lnTo>
                    <a:pt x="1277635" y="199417"/>
                  </a:lnTo>
                  <a:lnTo>
                    <a:pt x="1278262" y="198870"/>
                  </a:lnTo>
                  <a:lnTo>
                    <a:pt x="1278888" y="198377"/>
                  </a:lnTo>
                  <a:lnTo>
                    <a:pt x="1279515" y="197912"/>
                  </a:lnTo>
                  <a:lnTo>
                    <a:pt x="1280141" y="197478"/>
                  </a:lnTo>
                  <a:lnTo>
                    <a:pt x="1280768" y="197082"/>
                  </a:lnTo>
                  <a:lnTo>
                    <a:pt x="1281394" y="196744"/>
                  </a:lnTo>
                  <a:lnTo>
                    <a:pt x="1282021" y="196429"/>
                  </a:lnTo>
                  <a:lnTo>
                    <a:pt x="1282647" y="196124"/>
                  </a:lnTo>
                  <a:lnTo>
                    <a:pt x="1283274" y="195836"/>
                  </a:lnTo>
                  <a:lnTo>
                    <a:pt x="1283901" y="195564"/>
                  </a:lnTo>
                  <a:lnTo>
                    <a:pt x="1284527" y="195293"/>
                  </a:lnTo>
                  <a:lnTo>
                    <a:pt x="1285154" y="195039"/>
                  </a:lnTo>
                  <a:lnTo>
                    <a:pt x="1285780" y="194788"/>
                  </a:lnTo>
                  <a:lnTo>
                    <a:pt x="1286407" y="194537"/>
                  </a:lnTo>
                  <a:lnTo>
                    <a:pt x="1287033" y="194327"/>
                  </a:lnTo>
                  <a:lnTo>
                    <a:pt x="1287660" y="194162"/>
                  </a:lnTo>
                  <a:lnTo>
                    <a:pt x="1288286" y="194020"/>
                  </a:lnTo>
                  <a:lnTo>
                    <a:pt x="1288913" y="193914"/>
                  </a:lnTo>
                  <a:lnTo>
                    <a:pt x="1289540" y="193854"/>
                  </a:lnTo>
                  <a:lnTo>
                    <a:pt x="1290166" y="193837"/>
                  </a:lnTo>
                  <a:lnTo>
                    <a:pt x="1290793" y="193846"/>
                  </a:lnTo>
                  <a:lnTo>
                    <a:pt x="1291419" y="193939"/>
                  </a:lnTo>
                  <a:lnTo>
                    <a:pt x="1292046" y="194117"/>
                  </a:lnTo>
                  <a:lnTo>
                    <a:pt x="1292672" y="194396"/>
                  </a:lnTo>
                  <a:lnTo>
                    <a:pt x="1293299" y="194798"/>
                  </a:lnTo>
                  <a:lnTo>
                    <a:pt x="1293925" y="195310"/>
                  </a:lnTo>
                  <a:lnTo>
                    <a:pt x="1294552" y="195918"/>
                  </a:lnTo>
                  <a:lnTo>
                    <a:pt x="1295179" y="196630"/>
                  </a:lnTo>
                  <a:lnTo>
                    <a:pt x="1295805" y="197460"/>
                  </a:lnTo>
                  <a:lnTo>
                    <a:pt x="1296432" y="198386"/>
                  </a:lnTo>
                  <a:lnTo>
                    <a:pt x="1297058" y="199395"/>
                  </a:lnTo>
                  <a:lnTo>
                    <a:pt x="1297685" y="200492"/>
                  </a:lnTo>
                  <a:lnTo>
                    <a:pt x="1298311" y="201684"/>
                  </a:lnTo>
                  <a:lnTo>
                    <a:pt x="1298938" y="202940"/>
                  </a:lnTo>
                  <a:lnTo>
                    <a:pt x="1299564" y="204241"/>
                  </a:lnTo>
                  <a:lnTo>
                    <a:pt x="1300191" y="205603"/>
                  </a:lnTo>
                  <a:lnTo>
                    <a:pt x="1300818" y="207000"/>
                  </a:lnTo>
                  <a:lnTo>
                    <a:pt x="1301444" y="208416"/>
                  </a:lnTo>
                  <a:lnTo>
                    <a:pt x="1302071" y="209833"/>
                  </a:lnTo>
                  <a:lnTo>
                    <a:pt x="1302697" y="211237"/>
                  </a:lnTo>
                  <a:lnTo>
                    <a:pt x="1303324" y="212639"/>
                  </a:lnTo>
                  <a:lnTo>
                    <a:pt x="1303950" y="214051"/>
                  </a:lnTo>
                  <a:lnTo>
                    <a:pt x="1304577" y="215482"/>
                  </a:lnTo>
                  <a:lnTo>
                    <a:pt x="1305203" y="216915"/>
                  </a:lnTo>
                  <a:lnTo>
                    <a:pt x="1305830" y="218352"/>
                  </a:lnTo>
                  <a:lnTo>
                    <a:pt x="1306457" y="219802"/>
                  </a:lnTo>
                  <a:lnTo>
                    <a:pt x="1307083" y="221267"/>
                  </a:lnTo>
                  <a:lnTo>
                    <a:pt x="1307710" y="222743"/>
                  </a:lnTo>
                  <a:lnTo>
                    <a:pt x="1308336" y="224256"/>
                  </a:lnTo>
                  <a:lnTo>
                    <a:pt x="1308963" y="225816"/>
                  </a:lnTo>
                  <a:lnTo>
                    <a:pt x="1309589" y="227419"/>
                  </a:lnTo>
                  <a:lnTo>
                    <a:pt x="1310216" y="229056"/>
                  </a:lnTo>
                  <a:lnTo>
                    <a:pt x="1310842" y="230720"/>
                  </a:lnTo>
                  <a:lnTo>
                    <a:pt x="1311469" y="232421"/>
                  </a:lnTo>
                  <a:lnTo>
                    <a:pt x="1312095" y="234159"/>
                  </a:lnTo>
                  <a:lnTo>
                    <a:pt x="1312722" y="235928"/>
                  </a:lnTo>
                  <a:lnTo>
                    <a:pt x="1313349" y="237706"/>
                  </a:lnTo>
                  <a:lnTo>
                    <a:pt x="1313975" y="239504"/>
                  </a:lnTo>
                  <a:lnTo>
                    <a:pt x="1314602" y="241319"/>
                  </a:lnTo>
                  <a:lnTo>
                    <a:pt x="1315228" y="243136"/>
                  </a:lnTo>
                  <a:lnTo>
                    <a:pt x="1315855" y="244944"/>
                  </a:lnTo>
                  <a:lnTo>
                    <a:pt x="1316481" y="246735"/>
                  </a:lnTo>
                  <a:lnTo>
                    <a:pt x="1317108" y="248470"/>
                  </a:lnTo>
                  <a:lnTo>
                    <a:pt x="1317734" y="250154"/>
                  </a:lnTo>
                  <a:lnTo>
                    <a:pt x="1318361" y="251795"/>
                  </a:lnTo>
                  <a:lnTo>
                    <a:pt x="1318988" y="253358"/>
                  </a:lnTo>
                  <a:lnTo>
                    <a:pt x="1319614" y="254841"/>
                  </a:lnTo>
                  <a:lnTo>
                    <a:pt x="1320241" y="256277"/>
                  </a:lnTo>
                  <a:lnTo>
                    <a:pt x="1320867" y="257670"/>
                  </a:lnTo>
                  <a:lnTo>
                    <a:pt x="1321494" y="259005"/>
                  </a:lnTo>
                  <a:lnTo>
                    <a:pt x="1322120" y="260308"/>
                  </a:lnTo>
                  <a:lnTo>
                    <a:pt x="1322747" y="261591"/>
                  </a:lnTo>
                  <a:lnTo>
                    <a:pt x="1323373" y="262847"/>
                  </a:lnTo>
                  <a:lnTo>
                    <a:pt x="1324000" y="264075"/>
                  </a:lnTo>
                  <a:lnTo>
                    <a:pt x="1324627" y="265261"/>
                  </a:lnTo>
                  <a:lnTo>
                    <a:pt x="1325253" y="266381"/>
                  </a:lnTo>
                  <a:lnTo>
                    <a:pt x="1325880" y="267465"/>
                  </a:lnTo>
                  <a:lnTo>
                    <a:pt x="1326506" y="268538"/>
                  </a:lnTo>
                  <a:lnTo>
                    <a:pt x="1327133" y="269620"/>
                  </a:lnTo>
                  <a:lnTo>
                    <a:pt x="1327759" y="270673"/>
                  </a:lnTo>
                  <a:lnTo>
                    <a:pt x="1328386" y="271725"/>
                  </a:lnTo>
                  <a:lnTo>
                    <a:pt x="1329012" y="272765"/>
                  </a:lnTo>
                  <a:lnTo>
                    <a:pt x="1329639" y="273783"/>
                  </a:lnTo>
                  <a:lnTo>
                    <a:pt x="1330266" y="274753"/>
                  </a:lnTo>
                  <a:lnTo>
                    <a:pt x="1330892" y="275688"/>
                  </a:lnTo>
                  <a:lnTo>
                    <a:pt x="1331519" y="276567"/>
                  </a:lnTo>
                  <a:lnTo>
                    <a:pt x="1332145" y="277366"/>
                  </a:lnTo>
                  <a:lnTo>
                    <a:pt x="1332772" y="278093"/>
                  </a:lnTo>
                  <a:lnTo>
                    <a:pt x="1333398" y="278744"/>
                  </a:lnTo>
                  <a:lnTo>
                    <a:pt x="1334025" y="279314"/>
                  </a:lnTo>
                  <a:lnTo>
                    <a:pt x="1334651" y="279813"/>
                  </a:lnTo>
                  <a:lnTo>
                    <a:pt x="1335278" y="280229"/>
                  </a:lnTo>
                  <a:lnTo>
                    <a:pt x="1335905" y="280549"/>
                  </a:lnTo>
                  <a:lnTo>
                    <a:pt x="1336531" y="280760"/>
                  </a:lnTo>
                  <a:lnTo>
                    <a:pt x="1337158" y="280886"/>
                  </a:lnTo>
                  <a:lnTo>
                    <a:pt x="1337784" y="280923"/>
                  </a:lnTo>
                  <a:lnTo>
                    <a:pt x="1338411" y="280855"/>
                  </a:lnTo>
                  <a:lnTo>
                    <a:pt x="1339037" y="280694"/>
                  </a:lnTo>
                  <a:lnTo>
                    <a:pt x="1339664" y="280443"/>
                  </a:lnTo>
                  <a:lnTo>
                    <a:pt x="1340290" y="280103"/>
                  </a:lnTo>
                  <a:lnTo>
                    <a:pt x="1340917" y="279669"/>
                  </a:lnTo>
                  <a:lnTo>
                    <a:pt x="1341544" y="279143"/>
                  </a:lnTo>
                  <a:lnTo>
                    <a:pt x="1342170" y="278530"/>
                  </a:lnTo>
                  <a:lnTo>
                    <a:pt x="1342797" y="277851"/>
                  </a:lnTo>
                  <a:lnTo>
                    <a:pt x="1343423" y="277145"/>
                  </a:lnTo>
                  <a:lnTo>
                    <a:pt x="1344050" y="276402"/>
                  </a:lnTo>
                  <a:lnTo>
                    <a:pt x="1344676" y="275632"/>
                  </a:lnTo>
                  <a:lnTo>
                    <a:pt x="1345303" y="274851"/>
                  </a:lnTo>
                  <a:lnTo>
                    <a:pt x="1345929" y="274044"/>
                  </a:lnTo>
                  <a:lnTo>
                    <a:pt x="1346556" y="273207"/>
                  </a:lnTo>
                  <a:lnTo>
                    <a:pt x="1347183" y="272342"/>
                  </a:lnTo>
                  <a:lnTo>
                    <a:pt x="1347809" y="271472"/>
                  </a:lnTo>
                  <a:lnTo>
                    <a:pt x="1348436" y="270595"/>
                  </a:lnTo>
                  <a:lnTo>
                    <a:pt x="1349062" y="269723"/>
                  </a:lnTo>
                  <a:lnTo>
                    <a:pt x="1349689" y="268850"/>
                  </a:lnTo>
                  <a:lnTo>
                    <a:pt x="1350315" y="267962"/>
                  </a:lnTo>
                  <a:lnTo>
                    <a:pt x="1350942" y="267083"/>
                  </a:lnTo>
                  <a:lnTo>
                    <a:pt x="1351568" y="266201"/>
                  </a:lnTo>
                  <a:lnTo>
                    <a:pt x="1352195" y="265297"/>
                  </a:lnTo>
                  <a:lnTo>
                    <a:pt x="1352822" y="264348"/>
                  </a:lnTo>
                  <a:lnTo>
                    <a:pt x="1353448" y="263367"/>
                  </a:lnTo>
                  <a:lnTo>
                    <a:pt x="1354075" y="262330"/>
                  </a:lnTo>
                  <a:lnTo>
                    <a:pt x="1354701" y="261238"/>
                  </a:lnTo>
                  <a:lnTo>
                    <a:pt x="1355328" y="260098"/>
                  </a:lnTo>
                  <a:lnTo>
                    <a:pt x="1355954" y="258901"/>
                  </a:lnTo>
                  <a:lnTo>
                    <a:pt x="1356581" y="257644"/>
                  </a:lnTo>
                  <a:lnTo>
                    <a:pt x="1357207" y="256319"/>
                  </a:lnTo>
                  <a:lnTo>
                    <a:pt x="1357834" y="254922"/>
                  </a:lnTo>
                  <a:lnTo>
                    <a:pt x="1358461" y="253427"/>
                  </a:lnTo>
                  <a:lnTo>
                    <a:pt x="1359087" y="251818"/>
                  </a:lnTo>
                  <a:lnTo>
                    <a:pt x="1359714" y="250125"/>
                  </a:lnTo>
                  <a:lnTo>
                    <a:pt x="1360340" y="248326"/>
                  </a:lnTo>
                  <a:lnTo>
                    <a:pt x="1360967" y="246407"/>
                  </a:lnTo>
                  <a:lnTo>
                    <a:pt x="1361593" y="244396"/>
                  </a:lnTo>
                  <a:lnTo>
                    <a:pt x="1362220" y="242308"/>
                  </a:lnTo>
                  <a:lnTo>
                    <a:pt x="1362846" y="240158"/>
                  </a:lnTo>
                  <a:lnTo>
                    <a:pt x="1363473" y="237979"/>
                  </a:lnTo>
                  <a:lnTo>
                    <a:pt x="1364100" y="235767"/>
                  </a:lnTo>
                  <a:lnTo>
                    <a:pt x="1364726" y="233511"/>
                  </a:lnTo>
                  <a:lnTo>
                    <a:pt x="1365353" y="231210"/>
                  </a:lnTo>
                  <a:lnTo>
                    <a:pt x="1365979" y="228892"/>
                  </a:lnTo>
                  <a:lnTo>
                    <a:pt x="1366606" y="226573"/>
                  </a:lnTo>
                  <a:lnTo>
                    <a:pt x="1367232" y="224256"/>
                  </a:lnTo>
                  <a:lnTo>
                    <a:pt x="1367859" y="221946"/>
                  </a:lnTo>
                  <a:lnTo>
                    <a:pt x="1368485" y="219665"/>
                  </a:lnTo>
                  <a:lnTo>
                    <a:pt x="1369112" y="217415"/>
                  </a:lnTo>
                  <a:lnTo>
                    <a:pt x="1369739" y="215225"/>
                  </a:lnTo>
                  <a:lnTo>
                    <a:pt x="1370365" y="213110"/>
                  </a:lnTo>
                  <a:lnTo>
                    <a:pt x="1370992" y="211049"/>
                  </a:lnTo>
                  <a:lnTo>
                    <a:pt x="1371618" y="209029"/>
                  </a:lnTo>
                  <a:lnTo>
                    <a:pt x="1372245" y="207032"/>
                  </a:lnTo>
                  <a:lnTo>
                    <a:pt x="1372871" y="205060"/>
                  </a:lnTo>
                  <a:lnTo>
                    <a:pt x="1373498" y="203155"/>
                  </a:lnTo>
                  <a:lnTo>
                    <a:pt x="1374124" y="201316"/>
                  </a:lnTo>
                  <a:lnTo>
                    <a:pt x="1374751" y="199544"/>
                  </a:lnTo>
                  <a:lnTo>
                    <a:pt x="1375378" y="197805"/>
                  </a:lnTo>
                  <a:lnTo>
                    <a:pt x="1376004" y="196100"/>
                  </a:lnTo>
                  <a:lnTo>
                    <a:pt x="1376631" y="194432"/>
                  </a:lnTo>
                  <a:lnTo>
                    <a:pt x="1377257" y="192800"/>
                  </a:lnTo>
                  <a:lnTo>
                    <a:pt x="1377884" y="191197"/>
                  </a:lnTo>
                  <a:lnTo>
                    <a:pt x="1378510" y="189626"/>
                  </a:lnTo>
                  <a:lnTo>
                    <a:pt x="1379137" y="188100"/>
                  </a:lnTo>
                  <a:lnTo>
                    <a:pt x="1379763" y="186618"/>
                  </a:lnTo>
                  <a:lnTo>
                    <a:pt x="1380390" y="185209"/>
                  </a:lnTo>
                  <a:lnTo>
                    <a:pt x="1381017" y="183868"/>
                  </a:lnTo>
                  <a:lnTo>
                    <a:pt x="1381643" y="182612"/>
                  </a:lnTo>
                  <a:lnTo>
                    <a:pt x="1382270" y="181456"/>
                  </a:lnTo>
                  <a:lnTo>
                    <a:pt x="1382896" y="180354"/>
                  </a:lnTo>
                  <a:lnTo>
                    <a:pt x="1383523" y="179321"/>
                  </a:lnTo>
                  <a:lnTo>
                    <a:pt x="1384149" y="178373"/>
                  </a:lnTo>
                  <a:lnTo>
                    <a:pt x="1384776" y="177520"/>
                  </a:lnTo>
                  <a:lnTo>
                    <a:pt x="1385402" y="176750"/>
                  </a:lnTo>
                  <a:lnTo>
                    <a:pt x="1386029" y="176065"/>
                  </a:lnTo>
                  <a:lnTo>
                    <a:pt x="1386656" y="175463"/>
                  </a:lnTo>
                  <a:lnTo>
                    <a:pt x="1387282" y="174942"/>
                  </a:lnTo>
                  <a:lnTo>
                    <a:pt x="1387909" y="174506"/>
                  </a:lnTo>
                  <a:lnTo>
                    <a:pt x="1388535" y="174152"/>
                  </a:lnTo>
                  <a:lnTo>
                    <a:pt x="1389162" y="173880"/>
                  </a:lnTo>
                  <a:lnTo>
                    <a:pt x="1389788" y="173665"/>
                  </a:lnTo>
                  <a:lnTo>
                    <a:pt x="1390415" y="173545"/>
                  </a:lnTo>
                  <a:lnTo>
                    <a:pt x="1391041" y="173510"/>
                  </a:lnTo>
                  <a:lnTo>
                    <a:pt x="1391668" y="173552"/>
                  </a:lnTo>
                  <a:lnTo>
                    <a:pt x="1392295" y="173702"/>
                  </a:lnTo>
                  <a:lnTo>
                    <a:pt x="1392921" y="173969"/>
                  </a:lnTo>
                  <a:lnTo>
                    <a:pt x="1393548" y="174338"/>
                  </a:lnTo>
                  <a:lnTo>
                    <a:pt x="1394174" y="174810"/>
                  </a:lnTo>
                  <a:lnTo>
                    <a:pt x="1394801" y="175371"/>
                  </a:lnTo>
                  <a:lnTo>
                    <a:pt x="1395427" y="176009"/>
                  </a:lnTo>
                  <a:lnTo>
                    <a:pt x="1396054" y="176723"/>
                  </a:lnTo>
                  <a:lnTo>
                    <a:pt x="1396680" y="177545"/>
                  </a:lnTo>
                  <a:lnTo>
                    <a:pt x="1397307" y="178485"/>
                  </a:lnTo>
                  <a:lnTo>
                    <a:pt x="1397934" y="179533"/>
                  </a:lnTo>
                  <a:lnTo>
                    <a:pt x="1398560" y="180676"/>
                  </a:lnTo>
                  <a:lnTo>
                    <a:pt x="1399187" y="181906"/>
                  </a:lnTo>
                  <a:lnTo>
                    <a:pt x="1399813" y="183182"/>
                  </a:lnTo>
                  <a:lnTo>
                    <a:pt x="1400440" y="184484"/>
                  </a:lnTo>
                  <a:lnTo>
                    <a:pt x="1401066" y="185818"/>
                  </a:lnTo>
                  <a:lnTo>
                    <a:pt x="1401693" y="187155"/>
                  </a:lnTo>
                  <a:lnTo>
                    <a:pt x="1402319" y="188501"/>
                  </a:lnTo>
                  <a:lnTo>
                    <a:pt x="1402946" y="189856"/>
                  </a:lnTo>
                  <a:lnTo>
                    <a:pt x="1403573" y="191225"/>
                  </a:lnTo>
                  <a:lnTo>
                    <a:pt x="1404199" y="192629"/>
                  </a:lnTo>
                  <a:lnTo>
                    <a:pt x="1404826" y="194071"/>
                  </a:lnTo>
                  <a:lnTo>
                    <a:pt x="1405452" y="195520"/>
                  </a:lnTo>
                  <a:lnTo>
                    <a:pt x="1406079" y="196944"/>
                  </a:lnTo>
                  <a:lnTo>
                    <a:pt x="1406705" y="198341"/>
                  </a:lnTo>
                  <a:lnTo>
                    <a:pt x="1407332" y="199706"/>
                  </a:lnTo>
                  <a:lnTo>
                    <a:pt x="1407958" y="201040"/>
                  </a:lnTo>
                  <a:lnTo>
                    <a:pt x="1408585" y="202342"/>
                  </a:lnTo>
                  <a:lnTo>
                    <a:pt x="1409212" y="203645"/>
                  </a:lnTo>
                  <a:lnTo>
                    <a:pt x="1409838" y="204968"/>
                  </a:lnTo>
                  <a:lnTo>
                    <a:pt x="1410465" y="206286"/>
                  </a:lnTo>
                  <a:lnTo>
                    <a:pt x="1411091" y="207617"/>
                  </a:lnTo>
                  <a:lnTo>
                    <a:pt x="1411718" y="208951"/>
                  </a:lnTo>
                  <a:lnTo>
                    <a:pt x="1412344" y="210269"/>
                  </a:lnTo>
                  <a:lnTo>
                    <a:pt x="1412971" y="211590"/>
                  </a:lnTo>
                  <a:lnTo>
                    <a:pt x="1413597" y="212913"/>
                  </a:lnTo>
                  <a:lnTo>
                    <a:pt x="1414224" y="214235"/>
                  </a:lnTo>
                  <a:lnTo>
                    <a:pt x="1414851" y="215577"/>
                  </a:lnTo>
                  <a:lnTo>
                    <a:pt x="1415477" y="216948"/>
                  </a:lnTo>
                  <a:lnTo>
                    <a:pt x="1416104" y="218340"/>
                  </a:lnTo>
                  <a:lnTo>
                    <a:pt x="1416730" y="219754"/>
                  </a:lnTo>
                  <a:lnTo>
                    <a:pt x="1417357" y="221193"/>
                  </a:lnTo>
                  <a:lnTo>
                    <a:pt x="1417983" y="222659"/>
                  </a:lnTo>
                  <a:lnTo>
                    <a:pt x="1418610" y="224153"/>
                  </a:lnTo>
                  <a:lnTo>
                    <a:pt x="1419236" y="225689"/>
                  </a:lnTo>
                  <a:lnTo>
                    <a:pt x="1419863" y="227279"/>
                  </a:lnTo>
                  <a:lnTo>
                    <a:pt x="1420490" y="228913"/>
                  </a:lnTo>
                  <a:lnTo>
                    <a:pt x="1421116" y="230593"/>
                  </a:lnTo>
                  <a:lnTo>
                    <a:pt x="1421743" y="232327"/>
                  </a:lnTo>
                  <a:lnTo>
                    <a:pt x="1422369" y="234067"/>
                  </a:lnTo>
                  <a:lnTo>
                    <a:pt x="1422996" y="235839"/>
                  </a:lnTo>
                  <a:lnTo>
                    <a:pt x="1423622" y="237654"/>
                  </a:lnTo>
                  <a:lnTo>
                    <a:pt x="1424249" y="239519"/>
                  </a:lnTo>
                  <a:lnTo>
                    <a:pt x="1424875" y="241446"/>
                  </a:lnTo>
                  <a:lnTo>
                    <a:pt x="1425502" y="243411"/>
                  </a:lnTo>
                  <a:lnTo>
                    <a:pt x="1426129" y="245381"/>
                  </a:lnTo>
                  <a:lnTo>
                    <a:pt x="1426755" y="247369"/>
                  </a:lnTo>
                  <a:lnTo>
                    <a:pt x="1427382" y="249372"/>
                  </a:lnTo>
                  <a:lnTo>
                    <a:pt x="1428008" y="251375"/>
                  </a:lnTo>
                  <a:lnTo>
                    <a:pt x="1428635" y="253329"/>
                  </a:lnTo>
                  <a:lnTo>
                    <a:pt x="1429261" y="255223"/>
                  </a:lnTo>
                  <a:lnTo>
                    <a:pt x="1429888" y="257058"/>
                  </a:lnTo>
                  <a:lnTo>
                    <a:pt x="1430514" y="258837"/>
                  </a:lnTo>
                  <a:lnTo>
                    <a:pt x="1431141" y="260571"/>
                  </a:lnTo>
                  <a:lnTo>
                    <a:pt x="1431768" y="262293"/>
                  </a:lnTo>
                  <a:lnTo>
                    <a:pt x="1432394" y="263978"/>
                  </a:lnTo>
                  <a:lnTo>
                    <a:pt x="1433021" y="265603"/>
                  </a:lnTo>
                  <a:lnTo>
                    <a:pt x="1433647" y="267153"/>
                  </a:lnTo>
                  <a:lnTo>
                    <a:pt x="1434274" y="268624"/>
                  </a:lnTo>
                  <a:lnTo>
                    <a:pt x="1434900" y="270029"/>
                  </a:lnTo>
                  <a:lnTo>
                    <a:pt x="1435527" y="271395"/>
                  </a:lnTo>
                  <a:lnTo>
                    <a:pt x="1436153" y="272703"/>
                  </a:lnTo>
                  <a:lnTo>
                    <a:pt x="1436780" y="273960"/>
                  </a:lnTo>
                  <a:lnTo>
                    <a:pt x="1437407" y="275180"/>
                  </a:lnTo>
                  <a:lnTo>
                    <a:pt x="1438033" y="276406"/>
                  </a:lnTo>
                  <a:lnTo>
                    <a:pt x="1438660" y="277642"/>
                  </a:lnTo>
                  <a:lnTo>
                    <a:pt x="1439286" y="278875"/>
                  </a:lnTo>
                  <a:lnTo>
                    <a:pt x="1439913" y="280104"/>
                  </a:lnTo>
                  <a:lnTo>
                    <a:pt x="1440539" y="281331"/>
                  </a:lnTo>
                  <a:lnTo>
                    <a:pt x="1441166" y="282528"/>
                  </a:lnTo>
                  <a:lnTo>
                    <a:pt x="1441792" y="283665"/>
                  </a:lnTo>
                  <a:lnTo>
                    <a:pt x="1442419" y="284756"/>
                  </a:lnTo>
                  <a:lnTo>
                    <a:pt x="1443046" y="285780"/>
                  </a:lnTo>
                  <a:lnTo>
                    <a:pt x="1443672" y="286737"/>
                  </a:lnTo>
                  <a:lnTo>
                    <a:pt x="1444299" y="287620"/>
                  </a:lnTo>
                  <a:lnTo>
                    <a:pt x="1444925" y="288408"/>
                  </a:lnTo>
                  <a:lnTo>
                    <a:pt x="1445552" y="289106"/>
                  </a:lnTo>
                  <a:lnTo>
                    <a:pt x="1446178" y="289713"/>
                  </a:lnTo>
                  <a:lnTo>
                    <a:pt x="1446805" y="290207"/>
                  </a:lnTo>
                  <a:lnTo>
                    <a:pt x="1447431" y="290584"/>
                  </a:lnTo>
                  <a:lnTo>
                    <a:pt x="1448058" y="290848"/>
                  </a:lnTo>
                  <a:lnTo>
                    <a:pt x="1448685" y="291008"/>
                  </a:lnTo>
                  <a:lnTo>
                    <a:pt x="1449311" y="291065"/>
                  </a:lnTo>
                  <a:lnTo>
                    <a:pt x="1449938" y="291026"/>
                  </a:lnTo>
                  <a:lnTo>
                    <a:pt x="1450564" y="290893"/>
                  </a:lnTo>
                  <a:lnTo>
                    <a:pt x="1451191" y="290670"/>
                  </a:lnTo>
                  <a:lnTo>
                    <a:pt x="1451817" y="290349"/>
                  </a:lnTo>
                  <a:lnTo>
                    <a:pt x="1452444" y="289953"/>
                  </a:lnTo>
                  <a:lnTo>
                    <a:pt x="1453070" y="289486"/>
                  </a:lnTo>
                  <a:lnTo>
                    <a:pt x="1453697" y="288967"/>
                  </a:lnTo>
                  <a:lnTo>
                    <a:pt x="1454324" y="288423"/>
                  </a:lnTo>
                  <a:lnTo>
                    <a:pt x="1454950" y="287826"/>
                  </a:lnTo>
                  <a:lnTo>
                    <a:pt x="1455577" y="287168"/>
                  </a:lnTo>
                  <a:lnTo>
                    <a:pt x="1456203" y="286465"/>
                  </a:lnTo>
                  <a:lnTo>
                    <a:pt x="1456830" y="285712"/>
                  </a:lnTo>
                  <a:lnTo>
                    <a:pt x="1457456" y="284943"/>
                  </a:lnTo>
                  <a:lnTo>
                    <a:pt x="1458083" y="284182"/>
                  </a:lnTo>
                  <a:lnTo>
                    <a:pt x="1458709" y="283442"/>
                  </a:lnTo>
                  <a:lnTo>
                    <a:pt x="1459336" y="282720"/>
                  </a:lnTo>
                  <a:lnTo>
                    <a:pt x="1459963" y="282028"/>
                  </a:lnTo>
                  <a:lnTo>
                    <a:pt x="1460589" y="281397"/>
                  </a:lnTo>
                  <a:lnTo>
                    <a:pt x="1461216" y="280831"/>
                  </a:lnTo>
                  <a:lnTo>
                    <a:pt x="1461842" y="280324"/>
                  </a:lnTo>
                  <a:lnTo>
                    <a:pt x="1462469" y="279892"/>
                  </a:lnTo>
                  <a:lnTo>
                    <a:pt x="1463095" y="279528"/>
                  </a:lnTo>
                  <a:lnTo>
                    <a:pt x="1463722" y="279233"/>
                  </a:lnTo>
                  <a:lnTo>
                    <a:pt x="1464348" y="279033"/>
                  </a:lnTo>
                  <a:lnTo>
                    <a:pt x="1464975" y="278942"/>
                  </a:lnTo>
                  <a:lnTo>
                    <a:pt x="1465602" y="278957"/>
                  </a:lnTo>
                  <a:lnTo>
                    <a:pt x="1466228" y="279072"/>
                  </a:lnTo>
                  <a:lnTo>
                    <a:pt x="1466855" y="279250"/>
                  </a:lnTo>
                  <a:lnTo>
                    <a:pt x="1467481" y="279470"/>
                  </a:lnTo>
                  <a:lnTo>
                    <a:pt x="1468108" y="279727"/>
                  </a:lnTo>
                  <a:lnTo>
                    <a:pt x="1468734" y="280020"/>
                  </a:lnTo>
                  <a:lnTo>
                    <a:pt x="1469361" y="280346"/>
                  </a:lnTo>
                  <a:lnTo>
                    <a:pt x="1469987" y="280684"/>
                  </a:lnTo>
                  <a:lnTo>
                    <a:pt x="1470614" y="281033"/>
                  </a:lnTo>
                  <a:lnTo>
                    <a:pt x="1471241" y="281404"/>
                  </a:lnTo>
                  <a:lnTo>
                    <a:pt x="1471867" y="281771"/>
                  </a:lnTo>
                  <a:lnTo>
                    <a:pt x="1472494" y="282133"/>
                  </a:lnTo>
                  <a:lnTo>
                    <a:pt x="1473120" y="282493"/>
                  </a:lnTo>
                  <a:lnTo>
                    <a:pt x="1473747" y="282880"/>
                  </a:lnTo>
                  <a:lnTo>
                    <a:pt x="1474373" y="283288"/>
                  </a:lnTo>
                  <a:lnTo>
                    <a:pt x="1475000" y="283737"/>
                  </a:lnTo>
                  <a:lnTo>
                    <a:pt x="1475626" y="284231"/>
                  </a:lnTo>
                  <a:lnTo>
                    <a:pt x="1476253" y="284802"/>
                  </a:lnTo>
                  <a:lnTo>
                    <a:pt x="1476880" y="285450"/>
                  </a:lnTo>
                  <a:lnTo>
                    <a:pt x="1477506" y="286173"/>
                  </a:lnTo>
                  <a:lnTo>
                    <a:pt x="1478133" y="286963"/>
                  </a:lnTo>
                  <a:lnTo>
                    <a:pt x="1478759" y="287845"/>
                  </a:lnTo>
                  <a:lnTo>
                    <a:pt x="1479386" y="288814"/>
                  </a:lnTo>
                  <a:lnTo>
                    <a:pt x="1480012" y="289866"/>
                  </a:lnTo>
                  <a:lnTo>
                    <a:pt x="1480639" y="291003"/>
                  </a:lnTo>
                  <a:lnTo>
                    <a:pt x="1481265" y="292220"/>
                  </a:lnTo>
                  <a:lnTo>
                    <a:pt x="1481892" y="293507"/>
                  </a:lnTo>
                  <a:lnTo>
                    <a:pt x="1482519" y="294865"/>
                  </a:lnTo>
                  <a:lnTo>
                    <a:pt x="1483145" y="296268"/>
                  </a:lnTo>
                  <a:lnTo>
                    <a:pt x="1483772" y="297715"/>
                  </a:lnTo>
                  <a:lnTo>
                    <a:pt x="1484398" y="299201"/>
                  </a:lnTo>
                  <a:lnTo>
                    <a:pt x="1485025" y="300725"/>
                  </a:lnTo>
                  <a:lnTo>
                    <a:pt x="1485651" y="302263"/>
                  </a:lnTo>
                  <a:lnTo>
                    <a:pt x="1486278" y="303810"/>
                  </a:lnTo>
                  <a:lnTo>
                    <a:pt x="1486904" y="305357"/>
                  </a:lnTo>
                  <a:lnTo>
                    <a:pt x="1487531" y="306903"/>
                  </a:lnTo>
                  <a:lnTo>
                    <a:pt x="1488158" y="308437"/>
                  </a:lnTo>
                  <a:lnTo>
                    <a:pt x="1488784" y="309980"/>
                  </a:lnTo>
                  <a:lnTo>
                    <a:pt x="1489411" y="311520"/>
                  </a:lnTo>
                  <a:lnTo>
                    <a:pt x="1490037" y="313066"/>
                  </a:lnTo>
                  <a:lnTo>
                    <a:pt x="1490664" y="314624"/>
                  </a:lnTo>
                  <a:lnTo>
                    <a:pt x="1491290" y="316209"/>
                  </a:lnTo>
                  <a:lnTo>
                    <a:pt x="1491917" y="317827"/>
                  </a:lnTo>
                  <a:lnTo>
                    <a:pt x="1492543" y="319474"/>
                  </a:lnTo>
                  <a:lnTo>
                    <a:pt x="1493170" y="321159"/>
                  </a:lnTo>
                  <a:lnTo>
                    <a:pt x="1493797" y="322883"/>
                  </a:lnTo>
                  <a:lnTo>
                    <a:pt x="1494423" y="324636"/>
                  </a:lnTo>
                  <a:lnTo>
                    <a:pt x="1495050" y="326420"/>
                  </a:lnTo>
                  <a:lnTo>
                    <a:pt x="1495676" y="328200"/>
                  </a:lnTo>
                  <a:lnTo>
                    <a:pt x="1496303" y="329985"/>
                  </a:lnTo>
                  <a:lnTo>
                    <a:pt x="1496929" y="331760"/>
                  </a:lnTo>
                  <a:lnTo>
                    <a:pt x="1497556" y="333547"/>
                  </a:lnTo>
                  <a:lnTo>
                    <a:pt x="1498182" y="335334"/>
                  </a:lnTo>
                  <a:lnTo>
                    <a:pt x="1498809" y="337151"/>
                  </a:lnTo>
                  <a:lnTo>
                    <a:pt x="1499436" y="339012"/>
                  </a:lnTo>
                  <a:lnTo>
                    <a:pt x="1500062" y="340892"/>
                  </a:lnTo>
                  <a:lnTo>
                    <a:pt x="1500689" y="342770"/>
                  </a:lnTo>
                  <a:lnTo>
                    <a:pt x="1501315" y="344632"/>
                  </a:lnTo>
                  <a:lnTo>
                    <a:pt x="1501942" y="346492"/>
                  </a:lnTo>
                  <a:lnTo>
                    <a:pt x="1502568" y="348344"/>
                  </a:lnTo>
                  <a:lnTo>
                    <a:pt x="1503195" y="350204"/>
                  </a:lnTo>
                  <a:lnTo>
                    <a:pt x="1503821" y="352099"/>
                  </a:lnTo>
                  <a:lnTo>
                    <a:pt x="1504448" y="354063"/>
                  </a:lnTo>
                  <a:lnTo>
                    <a:pt x="1505075" y="356127"/>
                  </a:lnTo>
                  <a:lnTo>
                    <a:pt x="1505701" y="358294"/>
                  </a:lnTo>
                  <a:lnTo>
                    <a:pt x="1506328" y="360587"/>
                  </a:lnTo>
                  <a:lnTo>
                    <a:pt x="1506954" y="362992"/>
                  </a:lnTo>
                  <a:lnTo>
                    <a:pt x="1507581" y="365499"/>
                  </a:lnTo>
                  <a:lnTo>
                    <a:pt x="1508207" y="368083"/>
                  </a:lnTo>
                  <a:lnTo>
                    <a:pt x="1508834" y="370742"/>
                  </a:lnTo>
                  <a:lnTo>
                    <a:pt x="1509460" y="373508"/>
                  </a:lnTo>
                  <a:lnTo>
                    <a:pt x="1510087" y="376402"/>
                  </a:lnTo>
                  <a:lnTo>
                    <a:pt x="1510714" y="379424"/>
                  </a:lnTo>
                  <a:lnTo>
                    <a:pt x="1511340" y="382574"/>
                  </a:lnTo>
                  <a:lnTo>
                    <a:pt x="1511967" y="385862"/>
                  </a:lnTo>
                  <a:lnTo>
                    <a:pt x="1512593" y="389265"/>
                  </a:lnTo>
                  <a:lnTo>
                    <a:pt x="1513220" y="392783"/>
                  </a:lnTo>
                  <a:lnTo>
                    <a:pt x="1513846" y="396395"/>
                  </a:lnTo>
                  <a:lnTo>
                    <a:pt x="1514473" y="400097"/>
                  </a:lnTo>
                  <a:lnTo>
                    <a:pt x="1515099" y="403887"/>
                  </a:lnTo>
                  <a:lnTo>
                    <a:pt x="1515726" y="407765"/>
                  </a:lnTo>
                  <a:lnTo>
                    <a:pt x="1516353" y="411719"/>
                  </a:lnTo>
                  <a:lnTo>
                    <a:pt x="1516979" y="415736"/>
                  </a:lnTo>
                  <a:lnTo>
                    <a:pt x="1517199" y="417173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6982830" y="5598654"/>
              <a:ext cx="690515" cy="161748"/>
            </a:xfrm>
            <a:custGeom>
              <a:avLst/>
              <a:pathLst>
                <a:path w="690515" h="161748">
                  <a:moveTo>
                    <a:pt x="0" y="161748"/>
                  </a:moveTo>
                  <a:lnTo>
                    <a:pt x="44" y="161336"/>
                  </a:lnTo>
                  <a:lnTo>
                    <a:pt x="670" y="155583"/>
                  </a:lnTo>
                  <a:lnTo>
                    <a:pt x="1297" y="149910"/>
                  </a:lnTo>
                  <a:lnTo>
                    <a:pt x="1924" y="144309"/>
                  </a:lnTo>
                  <a:lnTo>
                    <a:pt x="2550" y="138787"/>
                  </a:lnTo>
                  <a:lnTo>
                    <a:pt x="3177" y="133369"/>
                  </a:lnTo>
                  <a:lnTo>
                    <a:pt x="3803" y="128065"/>
                  </a:lnTo>
                  <a:lnTo>
                    <a:pt x="4430" y="122868"/>
                  </a:lnTo>
                  <a:lnTo>
                    <a:pt x="5056" y="117807"/>
                  </a:lnTo>
                  <a:lnTo>
                    <a:pt x="5683" y="112898"/>
                  </a:lnTo>
                  <a:lnTo>
                    <a:pt x="6309" y="108136"/>
                  </a:lnTo>
                  <a:lnTo>
                    <a:pt x="6936" y="103527"/>
                  </a:lnTo>
                  <a:lnTo>
                    <a:pt x="7563" y="99072"/>
                  </a:lnTo>
                  <a:lnTo>
                    <a:pt x="8189" y="94779"/>
                  </a:lnTo>
                  <a:lnTo>
                    <a:pt x="8816" y="90643"/>
                  </a:lnTo>
                  <a:lnTo>
                    <a:pt x="9442" y="86654"/>
                  </a:lnTo>
                  <a:lnTo>
                    <a:pt x="10069" y="82807"/>
                  </a:lnTo>
                  <a:lnTo>
                    <a:pt x="10695" y="79081"/>
                  </a:lnTo>
                  <a:lnTo>
                    <a:pt x="11322" y="75461"/>
                  </a:lnTo>
                  <a:lnTo>
                    <a:pt x="11948" y="71947"/>
                  </a:lnTo>
                  <a:lnTo>
                    <a:pt x="12575" y="68527"/>
                  </a:lnTo>
                  <a:lnTo>
                    <a:pt x="13202" y="65215"/>
                  </a:lnTo>
                  <a:lnTo>
                    <a:pt x="13828" y="62018"/>
                  </a:lnTo>
                  <a:lnTo>
                    <a:pt x="14455" y="58932"/>
                  </a:lnTo>
                  <a:lnTo>
                    <a:pt x="15081" y="55946"/>
                  </a:lnTo>
                  <a:lnTo>
                    <a:pt x="15708" y="53049"/>
                  </a:lnTo>
                  <a:lnTo>
                    <a:pt x="16334" y="50233"/>
                  </a:lnTo>
                  <a:lnTo>
                    <a:pt x="16961" y="47499"/>
                  </a:lnTo>
                  <a:lnTo>
                    <a:pt x="17587" y="44834"/>
                  </a:lnTo>
                  <a:lnTo>
                    <a:pt x="18214" y="42228"/>
                  </a:lnTo>
                  <a:lnTo>
                    <a:pt x="18841" y="39681"/>
                  </a:lnTo>
                  <a:lnTo>
                    <a:pt x="19467" y="37194"/>
                  </a:lnTo>
                  <a:lnTo>
                    <a:pt x="20094" y="34763"/>
                  </a:lnTo>
                  <a:lnTo>
                    <a:pt x="20720" y="32432"/>
                  </a:lnTo>
                  <a:lnTo>
                    <a:pt x="21347" y="30205"/>
                  </a:lnTo>
                  <a:lnTo>
                    <a:pt x="21973" y="28074"/>
                  </a:lnTo>
                  <a:lnTo>
                    <a:pt x="22600" y="26045"/>
                  </a:lnTo>
                  <a:lnTo>
                    <a:pt x="23226" y="24110"/>
                  </a:lnTo>
                  <a:lnTo>
                    <a:pt x="23853" y="22265"/>
                  </a:lnTo>
                  <a:lnTo>
                    <a:pt x="24480" y="20493"/>
                  </a:lnTo>
                  <a:lnTo>
                    <a:pt x="25106" y="18790"/>
                  </a:lnTo>
                  <a:lnTo>
                    <a:pt x="25733" y="17154"/>
                  </a:lnTo>
                  <a:lnTo>
                    <a:pt x="26359" y="15576"/>
                  </a:lnTo>
                  <a:lnTo>
                    <a:pt x="26986" y="14063"/>
                  </a:lnTo>
                  <a:lnTo>
                    <a:pt x="27612" y="12614"/>
                  </a:lnTo>
                  <a:lnTo>
                    <a:pt x="28239" y="11239"/>
                  </a:lnTo>
                  <a:lnTo>
                    <a:pt x="28865" y="9961"/>
                  </a:lnTo>
                  <a:lnTo>
                    <a:pt x="29492" y="8781"/>
                  </a:lnTo>
                  <a:lnTo>
                    <a:pt x="30119" y="7704"/>
                  </a:lnTo>
                  <a:lnTo>
                    <a:pt x="30745" y="6732"/>
                  </a:lnTo>
                  <a:lnTo>
                    <a:pt x="31372" y="5864"/>
                  </a:lnTo>
                  <a:lnTo>
                    <a:pt x="31998" y="5079"/>
                  </a:lnTo>
                  <a:lnTo>
                    <a:pt x="32625" y="4355"/>
                  </a:lnTo>
                  <a:lnTo>
                    <a:pt x="33251" y="3677"/>
                  </a:lnTo>
                  <a:lnTo>
                    <a:pt x="33878" y="3053"/>
                  </a:lnTo>
                  <a:lnTo>
                    <a:pt x="34504" y="2478"/>
                  </a:lnTo>
                  <a:lnTo>
                    <a:pt x="35131" y="1940"/>
                  </a:lnTo>
                  <a:lnTo>
                    <a:pt x="35758" y="1469"/>
                  </a:lnTo>
                  <a:lnTo>
                    <a:pt x="36384" y="1073"/>
                  </a:lnTo>
                  <a:lnTo>
                    <a:pt x="37011" y="763"/>
                  </a:lnTo>
                  <a:lnTo>
                    <a:pt x="37637" y="534"/>
                  </a:lnTo>
                  <a:lnTo>
                    <a:pt x="38264" y="374"/>
                  </a:lnTo>
                  <a:lnTo>
                    <a:pt x="38890" y="276"/>
                  </a:lnTo>
                  <a:lnTo>
                    <a:pt x="39517" y="207"/>
                  </a:lnTo>
                  <a:lnTo>
                    <a:pt x="40143" y="158"/>
                  </a:lnTo>
                  <a:lnTo>
                    <a:pt x="40770" y="110"/>
                  </a:lnTo>
                  <a:lnTo>
                    <a:pt x="41397" y="60"/>
                  </a:lnTo>
                  <a:lnTo>
                    <a:pt x="42023" y="21"/>
                  </a:lnTo>
                  <a:lnTo>
                    <a:pt x="42650" y="0"/>
                  </a:lnTo>
                  <a:lnTo>
                    <a:pt x="43276" y="29"/>
                  </a:lnTo>
                  <a:lnTo>
                    <a:pt x="43903" y="119"/>
                  </a:lnTo>
                  <a:lnTo>
                    <a:pt x="44529" y="282"/>
                  </a:lnTo>
                  <a:lnTo>
                    <a:pt x="45156" y="489"/>
                  </a:lnTo>
                  <a:lnTo>
                    <a:pt x="45782" y="730"/>
                  </a:lnTo>
                  <a:lnTo>
                    <a:pt x="46409" y="975"/>
                  </a:lnTo>
                  <a:lnTo>
                    <a:pt x="47036" y="1208"/>
                  </a:lnTo>
                  <a:lnTo>
                    <a:pt x="47662" y="1455"/>
                  </a:lnTo>
                  <a:lnTo>
                    <a:pt x="48289" y="1694"/>
                  </a:lnTo>
                  <a:lnTo>
                    <a:pt x="48915" y="1942"/>
                  </a:lnTo>
                  <a:lnTo>
                    <a:pt x="49542" y="2200"/>
                  </a:lnTo>
                  <a:lnTo>
                    <a:pt x="50168" y="2484"/>
                  </a:lnTo>
                  <a:lnTo>
                    <a:pt x="50795" y="2779"/>
                  </a:lnTo>
                  <a:lnTo>
                    <a:pt x="51421" y="3106"/>
                  </a:lnTo>
                  <a:lnTo>
                    <a:pt x="52048" y="3469"/>
                  </a:lnTo>
                  <a:lnTo>
                    <a:pt x="52675" y="3835"/>
                  </a:lnTo>
                  <a:lnTo>
                    <a:pt x="53301" y="4215"/>
                  </a:lnTo>
                  <a:lnTo>
                    <a:pt x="53928" y="4625"/>
                  </a:lnTo>
                  <a:lnTo>
                    <a:pt x="54554" y="5067"/>
                  </a:lnTo>
                  <a:lnTo>
                    <a:pt x="55181" y="5553"/>
                  </a:lnTo>
                  <a:lnTo>
                    <a:pt x="55807" y="6111"/>
                  </a:lnTo>
                  <a:lnTo>
                    <a:pt x="56434" y="6751"/>
                  </a:lnTo>
                  <a:lnTo>
                    <a:pt x="57060" y="7456"/>
                  </a:lnTo>
                  <a:lnTo>
                    <a:pt x="57687" y="8249"/>
                  </a:lnTo>
                  <a:lnTo>
                    <a:pt x="58314" y="9116"/>
                  </a:lnTo>
                  <a:lnTo>
                    <a:pt x="58940" y="10058"/>
                  </a:lnTo>
                  <a:lnTo>
                    <a:pt x="59567" y="11068"/>
                  </a:lnTo>
                  <a:lnTo>
                    <a:pt x="60193" y="12149"/>
                  </a:lnTo>
                  <a:lnTo>
                    <a:pt x="60820" y="13279"/>
                  </a:lnTo>
                  <a:lnTo>
                    <a:pt x="61446" y="14456"/>
                  </a:lnTo>
                  <a:lnTo>
                    <a:pt x="62073" y="15676"/>
                  </a:lnTo>
                  <a:lnTo>
                    <a:pt x="62699" y="16912"/>
                  </a:lnTo>
                  <a:lnTo>
                    <a:pt x="63326" y="18143"/>
                  </a:lnTo>
                  <a:lnTo>
                    <a:pt x="63953" y="19371"/>
                  </a:lnTo>
                  <a:lnTo>
                    <a:pt x="64579" y="20600"/>
                  </a:lnTo>
                  <a:lnTo>
                    <a:pt x="65206" y="21828"/>
                  </a:lnTo>
                  <a:lnTo>
                    <a:pt x="65832" y="23044"/>
                  </a:lnTo>
                  <a:lnTo>
                    <a:pt x="66459" y="24257"/>
                  </a:lnTo>
                  <a:lnTo>
                    <a:pt x="67085" y="25470"/>
                  </a:lnTo>
                  <a:lnTo>
                    <a:pt x="67712" y="26655"/>
                  </a:lnTo>
                  <a:lnTo>
                    <a:pt x="68338" y="27804"/>
                  </a:lnTo>
                  <a:lnTo>
                    <a:pt x="68965" y="28920"/>
                  </a:lnTo>
                  <a:lnTo>
                    <a:pt x="69592" y="30000"/>
                  </a:lnTo>
                  <a:lnTo>
                    <a:pt x="70218" y="31047"/>
                  </a:lnTo>
                  <a:lnTo>
                    <a:pt x="70845" y="32061"/>
                  </a:lnTo>
                  <a:lnTo>
                    <a:pt x="71471" y="33039"/>
                  </a:lnTo>
                  <a:lnTo>
                    <a:pt x="72098" y="33991"/>
                  </a:lnTo>
                  <a:lnTo>
                    <a:pt x="72724" y="34911"/>
                  </a:lnTo>
                  <a:lnTo>
                    <a:pt x="73351" y="35785"/>
                  </a:lnTo>
                  <a:lnTo>
                    <a:pt x="73977" y="36625"/>
                  </a:lnTo>
                  <a:lnTo>
                    <a:pt x="74604" y="37429"/>
                  </a:lnTo>
                  <a:lnTo>
                    <a:pt x="75230" y="38195"/>
                  </a:lnTo>
                  <a:lnTo>
                    <a:pt x="75857" y="38917"/>
                  </a:lnTo>
                  <a:lnTo>
                    <a:pt x="76484" y="39591"/>
                  </a:lnTo>
                  <a:lnTo>
                    <a:pt x="77110" y="40248"/>
                  </a:lnTo>
                  <a:lnTo>
                    <a:pt x="77737" y="40898"/>
                  </a:lnTo>
                  <a:lnTo>
                    <a:pt x="78363" y="41560"/>
                  </a:lnTo>
                  <a:lnTo>
                    <a:pt x="78990" y="42228"/>
                  </a:lnTo>
                  <a:lnTo>
                    <a:pt x="79616" y="42892"/>
                  </a:lnTo>
                  <a:lnTo>
                    <a:pt x="80243" y="43561"/>
                  </a:lnTo>
                  <a:lnTo>
                    <a:pt x="80869" y="44248"/>
                  </a:lnTo>
                  <a:lnTo>
                    <a:pt x="81496" y="44945"/>
                  </a:lnTo>
                  <a:lnTo>
                    <a:pt x="82123" y="45639"/>
                  </a:lnTo>
                  <a:lnTo>
                    <a:pt x="82749" y="46366"/>
                  </a:lnTo>
                  <a:lnTo>
                    <a:pt x="83376" y="47092"/>
                  </a:lnTo>
                  <a:lnTo>
                    <a:pt x="84002" y="47810"/>
                  </a:lnTo>
                  <a:lnTo>
                    <a:pt x="84629" y="48532"/>
                  </a:lnTo>
                  <a:lnTo>
                    <a:pt x="85255" y="49257"/>
                  </a:lnTo>
                  <a:lnTo>
                    <a:pt x="85882" y="49969"/>
                  </a:lnTo>
                  <a:lnTo>
                    <a:pt x="86508" y="50664"/>
                  </a:lnTo>
                  <a:lnTo>
                    <a:pt x="87135" y="51336"/>
                  </a:lnTo>
                  <a:lnTo>
                    <a:pt x="87762" y="51973"/>
                  </a:lnTo>
                  <a:lnTo>
                    <a:pt x="88388" y="52587"/>
                  </a:lnTo>
                  <a:lnTo>
                    <a:pt x="89015" y="53183"/>
                  </a:lnTo>
                  <a:lnTo>
                    <a:pt x="89641" y="53735"/>
                  </a:lnTo>
                  <a:lnTo>
                    <a:pt x="90268" y="54258"/>
                  </a:lnTo>
                  <a:lnTo>
                    <a:pt x="90894" y="54755"/>
                  </a:lnTo>
                  <a:lnTo>
                    <a:pt x="91521" y="55244"/>
                  </a:lnTo>
                  <a:lnTo>
                    <a:pt x="92147" y="55703"/>
                  </a:lnTo>
                  <a:lnTo>
                    <a:pt x="92774" y="56130"/>
                  </a:lnTo>
                  <a:lnTo>
                    <a:pt x="93401" y="56537"/>
                  </a:lnTo>
                  <a:lnTo>
                    <a:pt x="94027" y="56918"/>
                  </a:lnTo>
                  <a:lnTo>
                    <a:pt x="94654" y="57295"/>
                  </a:lnTo>
                  <a:lnTo>
                    <a:pt x="95280" y="57695"/>
                  </a:lnTo>
                  <a:lnTo>
                    <a:pt x="95907" y="58117"/>
                  </a:lnTo>
                  <a:lnTo>
                    <a:pt x="96533" y="58558"/>
                  </a:lnTo>
                  <a:lnTo>
                    <a:pt x="97160" y="59015"/>
                  </a:lnTo>
                  <a:lnTo>
                    <a:pt x="97786" y="59494"/>
                  </a:lnTo>
                  <a:lnTo>
                    <a:pt x="98413" y="59989"/>
                  </a:lnTo>
                  <a:lnTo>
                    <a:pt x="99040" y="60499"/>
                  </a:lnTo>
                  <a:lnTo>
                    <a:pt x="99666" y="61026"/>
                  </a:lnTo>
                  <a:lnTo>
                    <a:pt x="100293" y="61567"/>
                  </a:lnTo>
                  <a:lnTo>
                    <a:pt x="100919" y="62112"/>
                  </a:lnTo>
                  <a:lnTo>
                    <a:pt x="101546" y="62672"/>
                  </a:lnTo>
                  <a:lnTo>
                    <a:pt x="102172" y="63262"/>
                  </a:lnTo>
                  <a:lnTo>
                    <a:pt x="102799" y="63868"/>
                  </a:lnTo>
                  <a:lnTo>
                    <a:pt x="103425" y="64511"/>
                  </a:lnTo>
                  <a:lnTo>
                    <a:pt x="104052" y="65191"/>
                  </a:lnTo>
                  <a:lnTo>
                    <a:pt x="104679" y="65901"/>
                  </a:lnTo>
                  <a:lnTo>
                    <a:pt x="105305" y="66658"/>
                  </a:lnTo>
                  <a:lnTo>
                    <a:pt x="105932" y="67439"/>
                  </a:lnTo>
                  <a:lnTo>
                    <a:pt x="106558" y="68247"/>
                  </a:lnTo>
                  <a:lnTo>
                    <a:pt x="107185" y="69069"/>
                  </a:lnTo>
                  <a:lnTo>
                    <a:pt x="107811" y="69891"/>
                  </a:lnTo>
                  <a:lnTo>
                    <a:pt x="108438" y="70713"/>
                  </a:lnTo>
                  <a:lnTo>
                    <a:pt x="109064" y="71547"/>
                  </a:lnTo>
                  <a:lnTo>
                    <a:pt x="109691" y="72399"/>
                  </a:lnTo>
                  <a:lnTo>
                    <a:pt x="110318" y="73277"/>
                  </a:lnTo>
                  <a:lnTo>
                    <a:pt x="110944" y="74221"/>
                  </a:lnTo>
                  <a:lnTo>
                    <a:pt x="111571" y="75219"/>
                  </a:lnTo>
                  <a:lnTo>
                    <a:pt x="112197" y="76276"/>
                  </a:lnTo>
                  <a:lnTo>
                    <a:pt x="112824" y="77377"/>
                  </a:lnTo>
                  <a:lnTo>
                    <a:pt x="113450" y="78525"/>
                  </a:lnTo>
                  <a:lnTo>
                    <a:pt x="114077" y="79739"/>
                  </a:lnTo>
                  <a:lnTo>
                    <a:pt x="114703" y="80992"/>
                  </a:lnTo>
                  <a:lnTo>
                    <a:pt x="115330" y="82304"/>
                  </a:lnTo>
                  <a:lnTo>
                    <a:pt x="115957" y="83676"/>
                  </a:lnTo>
                  <a:lnTo>
                    <a:pt x="116583" y="85103"/>
                  </a:lnTo>
                  <a:lnTo>
                    <a:pt x="117210" y="86579"/>
                  </a:lnTo>
                  <a:lnTo>
                    <a:pt x="117836" y="88096"/>
                  </a:lnTo>
                  <a:lnTo>
                    <a:pt x="118463" y="89637"/>
                  </a:lnTo>
                  <a:lnTo>
                    <a:pt x="119089" y="91199"/>
                  </a:lnTo>
                  <a:lnTo>
                    <a:pt x="119716" y="92749"/>
                  </a:lnTo>
                  <a:lnTo>
                    <a:pt x="120342" y="94249"/>
                  </a:lnTo>
                  <a:lnTo>
                    <a:pt x="120969" y="95717"/>
                  </a:lnTo>
                  <a:lnTo>
                    <a:pt x="121596" y="97151"/>
                  </a:lnTo>
                  <a:lnTo>
                    <a:pt x="122222" y="98538"/>
                  </a:lnTo>
                  <a:lnTo>
                    <a:pt x="122849" y="99864"/>
                  </a:lnTo>
                  <a:lnTo>
                    <a:pt x="123475" y="101116"/>
                  </a:lnTo>
                  <a:lnTo>
                    <a:pt x="124102" y="102302"/>
                  </a:lnTo>
                  <a:lnTo>
                    <a:pt x="124728" y="103415"/>
                  </a:lnTo>
                  <a:lnTo>
                    <a:pt x="125355" y="104430"/>
                  </a:lnTo>
                  <a:lnTo>
                    <a:pt x="125981" y="105353"/>
                  </a:lnTo>
                  <a:lnTo>
                    <a:pt x="126608" y="106183"/>
                  </a:lnTo>
                  <a:lnTo>
                    <a:pt x="127235" y="106914"/>
                  </a:lnTo>
                  <a:lnTo>
                    <a:pt x="127861" y="107550"/>
                  </a:lnTo>
                  <a:lnTo>
                    <a:pt x="128488" y="108094"/>
                  </a:lnTo>
                  <a:lnTo>
                    <a:pt x="129114" y="108574"/>
                  </a:lnTo>
                  <a:lnTo>
                    <a:pt x="129741" y="108979"/>
                  </a:lnTo>
                  <a:lnTo>
                    <a:pt x="130367" y="109308"/>
                  </a:lnTo>
                  <a:lnTo>
                    <a:pt x="130994" y="109563"/>
                  </a:lnTo>
                  <a:lnTo>
                    <a:pt x="131620" y="109739"/>
                  </a:lnTo>
                  <a:lnTo>
                    <a:pt x="132247" y="109833"/>
                  </a:lnTo>
                  <a:lnTo>
                    <a:pt x="132874" y="109849"/>
                  </a:lnTo>
                  <a:lnTo>
                    <a:pt x="133500" y="109780"/>
                  </a:lnTo>
                  <a:lnTo>
                    <a:pt x="134127" y="109639"/>
                  </a:lnTo>
                  <a:lnTo>
                    <a:pt x="134753" y="109450"/>
                  </a:lnTo>
                  <a:lnTo>
                    <a:pt x="135380" y="109218"/>
                  </a:lnTo>
                  <a:lnTo>
                    <a:pt x="136006" y="108965"/>
                  </a:lnTo>
                  <a:lnTo>
                    <a:pt x="136633" y="108707"/>
                  </a:lnTo>
                  <a:lnTo>
                    <a:pt x="137259" y="108451"/>
                  </a:lnTo>
                  <a:lnTo>
                    <a:pt x="137886" y="108196"/>
                  </a:lnTo>
                  <a:lnTo>
                    <a:pt x="138513" y="107929"/>
                  </a:lnTo>
                  <a:lnTo>
                    <a:pt x="139139" y="107661"/>
                  </a:lnTo>
                  <a:lnTo>
                    <a:pt x="139766" y="107393"/>
                  </a:lnTo>
                  <a:lnTo>
                    <a:pt x="140392" y="107125"/>
                  </a:lnTo>
                  <a:lnTo>
                    <a:pt x="141019" y="106846"/>
                  </a:lnTo>
                  <a:lnTo>
                    <a:pt x="141645" y="106565"/>
                  </a:lnTo>
                  <a:lnTo>
                    <a:pt x="142272" y="106282"/>
                  </a:lnTo>
                  <a:lnTo>
                    <a:pt x="142898" y="105993"/>
                  </a:lnTo>
                  <a:lnTo>
                    <a:pt x="143525" y="105693"/>
                  </a:lnTo>
                  <a:lnTo>
                    <a:pt x="144152" y="105404"/>
                  </a:lnTo>
                  <a:lnTo>
                    <a:pt x="144778" y="105142"/>
                  </a:lnTo>
                  <a:lnTo>
                    <a:pt x="145405" y="104893"/>
                  </a:lnTo>
                  <a:lnTo>
                    <a:pt x="146031" y="104648"/>
                  </a:lnTo>
                  <a:lnTo>
                    <a:pt x="146658" y="104400"/>
                  </a:lnTo>
                  <a:lnTo>
                    <a:pt x="147284" y="104151"/>
                  </a:lnTo>
                  <a:lnTo>
                    <a:pt x="147911" y="103895"/>
                  </a:lnTo>
                  <a:lnTo>
                    <a:pt x="148537" y="103634"/>
                  </a:lnTo>
                  <a:lnTo>
                    <a:pt x="149164" y="103375"/>
                  </a:lnTo>
                  <a:lnTo>
                    <a:pt x="149791" y="103123"/>
                  </a:lnTo>
                  <a:lnTo>
                    <a:pt x="150417" y="102899"/>
                  </a:lnTo>
                  <a:lnTo>
                    <a:pt x="151044" y="102692"/>
                  </a:lnTo>
                  <a:lnTo>
                    <a:pt x="151670" y="102536"/>
                  </a:lnTo>
                  <a:lnTo>
                    <a:pt x="152297" y="102438"/>
                  </a:lnTo>
                  <a:lnTo>
                    <a:pt x="152923" y="102383"/>
                  </a:lnTo>
                  <a:lnTo>
                    <a:pt x="153550" y="102360"/>
                  </a:lnTo>
                  <a:lnTo>
                    <a:pt x="154176" y="102353"/>
                  </a:lnTo>
                  <a:lnTo>
                    <a:pt x="154803" y="102367"/>
                  </a:lnTo>
                  <a:lnTo>
                    <a:pt x="155430" y="102409"/>
                  </a:lnTo>
                  <a:lnTo>
                    <a:pt x="156056" y="102475"/>
                  </a:lnTo>
                  <a:lnTo>
                    <a:pt x="156683" y="102578"/>
                  </a:lnTo>
                  <a:lnTo>
                    <a:pt x="157309" y="102741"/>
                  </a:lnTo>
                  <a:lnTo>
                    <a:pt x="157936" y="102953"/>
                  </a:lnTo>
                  <a:lnTo>
                    <a:pt x="158562" y="103214"/>
                  </a:lnTo>
                  <a:lnTo>
                    <a:pt x="159189" y="103523"/>
                  </a:lnTo>
                  <a:lnTo>
                    <a:pt x="159815" y="103879"/>
                  </a:lnTo>
                  <a:lnTo>
                    <a:pt x="160442" y="104271"/>
                  </a:lnTo>
                  <a:lnTo>
                    <a:pt x="161069" y="104675"/>
                  </a:lnTo>
                  <a:lnTo>
                    <a:pt x="161695" y="105096"/>
                  </a:lnTo>
                  <a:lnTo>
                    <a:pt x="162322" y="105527"/>
                  </a:lnTo>
                  <a:lnTo>
                    <a:pt x="162948" y="105967"/>
                  </a:lnTo>
                  <a:lnTo>
                    <a:pt x="163575" y="106421"/>
                  </a:lnTo>
                  <a:lnTo>
                    <a:pt x="164201" y="106893"/>
                  </a:lnTo>
                  <a:lnTo>
                    <a:pt x="164828" y="107370"/>
                  </a:lnTo>
                  <a:lnTo>
                    <a:pt x="165454" y="107856"/>
                  </a:lnTo>
                  <a:lnTo>
                    <a:pt x="166081" y="108336"/>
                  </a:lnTo>
                  <a:lnTo>
                    <a:pt x="166708" y="108786"/>
                  </a:lnTo>
                  <a:lnTo>
                    <a:pt x="167334" y="109212"/>
                  </a:lnTo>
                  <a:lnTo>
                    <a:pt x="167961" y="109592"/>
                  </a:lnTo>
                  <a:lnTo>
                    <a:pt x="168587" y="109918"/>
                  </a:lnTo>
                  <a:lnTo>
                    <a:pt x="169214" y="110185"/>
                  </a:lnTo>
                  <a:lnTo>
                    <a:pt x="169840" y="110405"/>
                  </a:lnTo>
                  <a:lnTo>
                    <a:pt x="170467" y="110598"/>
                  </a:lnTo>
                  <a:lnTo>
                    <a:pt x="171093" y="110760"/>
                  </a:lnTo>
                  <a:lnTo>
                    <a:pt x="171720" y="110903"/>
                  </a:lnTo>
                  <a:lnTo>
                    <a:pt x="172347" y="111028"/>
                  </a:lnTo>
                  <a:lnTo>
                    <a:pt x="172973" y="111128"/>
                  </a:lnTo>
                  <a:lnTo>
                    <a:pt x="173600" y="111186"/>
                  </a:lnTo>
                  <a:lnTo>
                    <a:pt x="174226" y="111203"/>
                  </a:lnTo>
                  <a:lnTo>
                    <a:pt x="174853" y="111167"/>
                  </a:lnTo>
                  <a:lnTo>
                    <a:pt x="175479" y="111082"/>
                  </a:lnTo>
                  <a:lnTo>
                    <a:pt x="176106" y="110934"/>
                  </a:lnTo>
                  <a:lnTo>
                    <a:pt x="176732" y="110715"/>
                  </a:lnTo>
                  <a:lnTo>
                    <a:pt x="177359" y="110445"/>
                  </a:lnTo>
                  <a:lnTo>
                    <a:pt x="177986" y="110135"/>
                  </a:lnTo>
                  <a:lnTo>
                    <a:pt x="178612" y="109784"/>
                  </a:lnTo>
                  <a:lnTo>
                    <a:pt x="179239" y="109387"/>
                  </a:lnTo>
                  <a:lnTo>
                    <a:pt x="179865" y="108942"/>
                  </a:lnTo>
                  <a:lnTo>
                    <a:pt x="180492" y="108458"/>
                  </a:lnTo>
                  <a:lnTo>
                    <a:pt x="181118" y="107924"/>
                  </a:lnTo>
                  <a:lnTo>
                    <a:pt x="181745" y="107338"/>
                  </a:lnTo>
                  <a:lnTo>
                    <a:pt x="182371" y="106726"/>
                  </a:lnTo>
                  <a:lnTo>
                    <a:pt x="182998" y="106099"/>
                  </a:lnTo>
                  <a:lnTo>
                    <a:pt x="183625" y="105449"/>
                  </a:lnTo>
                  <a:lnTo>
                    <a:pt x="184251" y="104793"/>
                  </a:lnTo>
                  <a:lnTo>
                    <a:pt x="184878" y="104151"/>
                  </a:lnTo>
                  <a:lnTo>
                    <a:pt x="185504" y="103537"/>
                  </a:lnTo>
                  <a:lnTo>
                    <a:pt x="186131" y="102968"/>
                  </a:lnTo>
                  <a:lnTo>
                    <a:pt x="186757" y="102441"/>
                  </a:lnTo>
                  <a:lnTo>
                    <a:pt x="187384" y="101957"/>
                  </a:lnTo>
                  <a:lnTo>
                    <a:pt x="188010" y="101544"/>
                  </a:lnTo>
                  <a:lnTo>
                    <a:pt x="188637" y="101202"/>
                  </a:lnTo>
                  <a:lnTo>
                    <a:pt x="189264" y="100926"/>
                  </a:lnTo>
                  <a:lnTo>
                    <a:pt x="189890" y="100722"/>
                  </a:lnTo>
                  <a:lnTo>
                    <a:pt x="190517" y="100589"/>
                  </a:lnTo>
                  <a:lnTo>
                    <a:pt x="191143" y="100528"/>
                  </a:lnTo>
                  <a:lnTo>
                    <a:pt x="191770" y="100517"/>
                  </a:lnTo>
                  <a:lnTo>
                    <a:pt x="192396" y="100573"/>
                  </a:lnTo>
                  <a:lnTo>
                    <a:pt x="193023" y="100698"/>
                  </a:lnTo>
                  <a:lnTo>
                    <a:pt x="193649" y="100891"/>
                  </a:lnTo>
                  <a:lnTo>
                    <a:pt x="194276" y="101156"/>
                  </a:lnTo>
                  <a:lnTo>
                    <a:pt x="194903" y="101495"/>
                  </a:lnTo>
                  <a:lnTo>
                    <a:pt x="195529" y="101900"/>
                  </a:lnTo>
                  <a:lnTo>
                    <a:pt x="196156" y="102371"/>
                  </a:lnTo>
                  <a:lnTo>
                    <a:pt x="196782" y="102909"/>
                  </a:lnTo>
                  <a:lnTo>
                    <a:pt x="197409" y="103491"/>
                  </a:lnTo>
                  <a:lnTo>
                    <a:pt x="198035" y="104117"/>
                  </a:lnTo>
                  <a:lnTo>
                    <a:pt x="198662" y="104791"/>
                  </a:lnTo>
                  <a:lnTo>
                    <a:pt x="199288" y="105497"/>
                  </a:lnTo>
                  <a:lnTo>
                    <a:pt x="199915" y="106227"/>
                  </a:lnTo>
                  <a:lnTo>
                    <a:pt x="200542" y="106984"/>
                  </a:lnTo>
                  <a:lnTo>
                    <a:pt x="201168" y="107766"/>
                  </a:lnTo>
                  <a:lnTo>
                    <a:pt x="201795" y="108554"/>
                  </a:lnTo>
                  <a:lnTo>
                    <a:pt x="202421" y="109340"/>
                  </a:lnTo>
                  <a:lnTo>
                    <a:pt x="203048" y="110127"/>
                  </a:lnTo>
                  <a:lnTo>
                    <a:pt x="203674" y="110914"/>
                  </a:lnTo>
                  <a:lnTo>
                    <a:pt x="204301" y="111708"/>
                  </a:lnTo>
                  <a:lnTo>
                    <a:pt x="204927" y="112509"/>
                  </a:lnTo>
                  <a:lnTo>
                    <a:pt x="205554" y="113306"/>
                  </a:lnTo>
                  <a:lnTo>
                    <a:pt x="206181" y="114099"/>
                  </a:lnTo>
                  <a:lnTo>
                    <a:pt x="206807" y="114874"/>
                  </a:lnTo>
                  <a:lnTo>
                    <a:pt x="207434" y="115631"/>
                  </a:lnTo>
                  <a:lnTo>
                    <a:pt x="208060" y="116356"/>
                  </a:lnTo>
                  <a:lnTo>
                    <a:pt x="208687" y="117054"/>
                  </a:lnTo>
                  <a:lnTo>
                    <a:pt x="209313" y="117726"/>
                  </a:lnTo>
                  <a:lnTo>
                    <a:pt x="209940" y="118371"/>
                  </a:lnTo>
                  <a:lnTo>
                    <a:pt x="210566" y="118993"/>
                  </a:lnTo>
                  <a:lnTo>
                    <a:pt x="211193" y="119608"/>
                  </a:lnTo>
                  <a:lnTo>
                    <a:pt x="211820" y="120213"/>
                  </a:lnTo>
                  <a:lnTo>
                    <a:pt x="212446" y="120807"/>
                  </a:lnTo>
                  <a:lnTo>
                    <a:pt x="213073" y="121377"/>
                  </a:lnTo>
                  <a:lnTo>
                    <a:pt x="213699" y="121917"/>
                  </a:lnTo>
                  <a:lnTo>
                    <a:pt x="214326" y="122400"/>
                  </a:lnTo>
                  <a:lnTo>
                    <a:pt x="214952" y="122836"/>
                  </a:lnTo>
                  <a:lnTo>
                    <a:pt x="215579" y="123232"/>
                  </a:lnTo>
                  <a:lnTo>
                    <a:pt x="216205" y="123587"/>
                  </a:lnTo>
                  <a:lnTo>
                    <a:pt x="216832" y="123902"/>
                  </a:lnTo>
                  <a:lnTo>
                    <a:pt x="217459" y="124184"/>
                  </a:lnTo>
                  <a:lnTo>
                    <a:pt x="218085" y="124437"/>
                  </a:lnTo>
                  <a:lnTo>
                    <a:pt x="218712" y="124660"/>
                  </a:lnTo>
                  <a:lnTo>
                    <a:pt x="219338" y="124844"/>
                  </a:lnTo>
                  <a:lnTo>
                    <a:pt x="219965" y="124962"/>
                  </a:lnTo>
                  <a:lnTo>
                    <a:pt x="220591" y="125013"/>
                  </a:lnTo>
                  <a:lnTo>
                    <a:pt x="221218" y="125004"/>
                  </a:lnTo>
                  <a:lnTo>
                    <a:pt x="221844" y="124944"/>
                  </a:lnTo>
                  <a:lnTo>
                    <a:pt x="222471" y="124844"/>
                  </a:lnTo>
                  <a:lnTo>
                    <a:pt x="223098" y="124708"/>
                  </a:lnTo>
                  <a:lnTo>
                    <a:pt x="223724" y="124559"/>
                  </a:lnTo>
                  <a:lnTo>
                    <a:pt x="224351" y="124391"/>
                  </a:lnTo>
                  <a:lnTo>
                    <a:pt x="224977" y="124203"/>
                  </a:lnTo>
                  <a:lnTo>
                    <a:pt x="225604" y="123998"/>
                  </a:lnTo>
                  <a:lnTo>
                    <a:pt x="226230" y="123778"/>
                  </a:lnTo>
                  <a:lnTo>
                    <a:pt x="226857" y="123541"/>
                  </a:lnTo>
                  <a:lnTo>
                    <a:pt x="227483" y="123288"/>
                  </a:lnTo>
                  <a:lnTo>
                    <a:pt x="228110" y="123023"/>
                  </a:lnTo>
                  <a:lnTo>
                    <a:pt x="228737" y="122760"/>
                  </a:lnTo>
                  <a:lnTo>
                    <a:pt x="229363" y="122528"/>
                  </a:lnTo>
                  <a:lnTo>
                    <a:pt x="229990" y="122328"/>
                  </a:lnTo>
                  <a:lnTo>
                    <a:pt x="230616" y="122152"/>
                  </a:lnTo>
                  <a:lnTo>
                    <a:pt x="231243" y="121998"/>
                  </a:lnTo>
                  <a:lnTo>
                    <a:pt x="231869" y="121862"/>
                  </a:lnTo>
                  <a:lnTo>
                    <a:pt x="232496" y="121739"/>
                  </a:lnTo>
                  <a:lnTo>
                    <a:pt x="233122" y="121633"/>
                  </a:lnTo>
                  <a:lnTo>
                    <a:pt x="233749" y="121549"/>
                  </a:lnTo>
                  <a:lnTo>
                    <a:pt x="234376" y="121486"/>
                  </a:lnTo>
                  <a:lnTo>
                    <a:pt x="235002" y="121441"/>
                  </a:lnTo>
                  <a:lnTo>
                    <a:pt x="235629" y="121405"/>
                  </a:lnTo>
                  <a:lnTo>
                    <a:pt x="236255" y="121371"/>
                  </a:lnTo>
                  <a:lnTo>
                    <a:pt x="236882" y="121339"/>
                  </a:lnTo>
                  <a:lnTo>
                    <a:pt x="237508" y="121317"/>
                  </a:lnTo>
                  <a:lnTo>
                    <a:pt x="238135" y="121303"/>
                  </a:lnTo>
                  <a:lnTo>
                    <a:pt x="238761" y="121306"/>
                  </a:lnTo>
                  <a:lnTo>
                    <a:pt x="239388" y="121320"/>
                  </a:lnTo>
                  <a:lnTo>
                    <a:pt x="240015" y="121354"/>
                  </a:lnTo>
                  <a:lnTo>
                    <a:pt x="240641" y="121402"/>
                  </a:lnTo>
                  <a:lnTo>
                    <a:pt x="241268" y="121465"/>
                  </a:lnTo>
                  <a:lnTo>
                    <a:pt x="241894" y="121531"/>
                  </a:lnTo>
                  <a:lnTo>
                    <a:pt x="242521" y="121596"/>
                  </a:lnTo>
                  <a:lnTo>
                    <a:pt x="243147" y="121657"/>
                  </a:lnTo>
                  <a:lnTo>
                    <a:pt x="243774" y="121715"/>
                  </a:lnTo>
                  <a:lnTo>
                    <a:pt x="244400" y="121777"/>
                  </a:lnTo>
                  <a:lnTo>
                    <a:pt x="245027" y="121862"/>
                  </a:lnTo>
                  <a:lnTo>
                    <a:pt x="245654" y="121972"/>
                  </a:lnTo>
                  <a:lnTo>
                    <a:pt x="246280" y="122107"/>
                  </a:lnTo>
                  <a:lnTo>
                    <a:pt x="246907" y="122258"/>
                  </a:lnTo>
                  <a:lnTo>
                    <a:pt x="247533" y="122408"/>
                  </a:lnTo>
                  <a:lnTo>
                    <a:pt x="248160" y="122561"/>
                  </a:lnTo>
                  <a:lnTo>
                    <a:pt x="248786" y="122712"/>
                  </a:lnTo>
                  <a:lnTo>
                    <a:pt x="249413" y="122855"/>
                  </a:lnTo>
                  <a:lnTo>
                    <a:pt x="250039" y="122986"/>
                  </a:lnTo>
                  <a:lnTo>
                    <a:pt x="250666" y="123101"/>
                  </a:lnTo>
                  <a:lnTo>
                    <a:pt x="251293" y="123215"/>
                  </a:lnTo>
                  <a:lnTo>
                    <a:pt x="251919" y="123339"/>
                  </a:lnTo>
                  <a:lnTo>
                    <a:pt x="252546" y="123473"/>
                  </a:lnTo>
                  <a:lnTo>
                    <a:pt x="253172" y="123609"/>
                  </a:lnTo>
                  <a:lnTo>
                    <a:pt x="253799" y="123734"/>
                  </a:lnTo>
                  <a:lnTo>
                    <a:pt x="254425" y="123835"/>
                  </a:lnTo>
                  <a:lnTo>
                    <a:pt x="255052" y="123918"/>
                  </a:lnTo>
                  <a:lnTo>
                    <a:pt x="255678" y="123988"/>
                  </a:lnTo>
                  <a:lnTo>
                    <a:pt x="256305" y="124048"/>
                  </a:lnTo>
                  <a:lnTo>
                    <a:pt x="256932" y="124098"/>
                  </a:lnTo>
                  <a:lnTo>
                    <a:pt x="257558" y="124139"/>
                  </a:lnTo>
                  <a:lnTo>
                    <a:pt x="258185" y="124166"/>
                  </a:lnTo>
                  <a:lnTo>
                    <a:pt x="258811" y="124179"/>
                  </a:lnTo>
                  <a:lnTo>
                    <a:pt x="259438" y="124186"/>
                  </a:lnTo>
                  <a:lnTo>
                    <a:pt x="260064" y="124189"/>
                  </a:lnTo>
                  <a:lnTo>
                    <a:pt x="260691" y="124176"/>
                  </a:lnTo>
                  <a:lnTo>
                    <a:pt x="261317" y="124142"/>
                  </a:lnTo>
                  <a:lnTo>
                    <a:pt x="261944" y="124082"/>
                  </a:lnTo>
                  <a:lnTo>
                    <a:pt x="262571" y="124008"/>
                  </a:lnTo>
                  <a:lnTo>
                    <a:pt x="263197" y="123931"/>
                  </a:lnTo>
                  <a:lnTo>
                    <a:pt x="263824" y="123861"/>
                  </a:lnTo>
                  <a:lnTo>
                    <a:pt x="264450" y="123805"/>
                  </a:lnTo>
                  <a:lnTo>
                    <a:pt x="265077" y="123767"/>
                  </a:lnTo>
                  <a:lnTo>
                    <a:pt x="265703" y="123749"/>
                  </a:lnTo>
                  <a:lnTo>
                    <a:pt x="266330" y="123751"/>
                  </a:lnTo>
                  <a:lnTo>
                    <a:pt x="266956" y="123764"/>
                  </a:lnTo>
                  <a:lnTo>
                    <a:pt x="267583" y="123799"/>
                  </a:lnTo>
                  <a:lnTo>
                    <a:pt x="268210" y="123859"/>
                  </a:lnTo>
                  <a:lnTo>
                    <a:pt x="268836" y="123943"/>
                  </a:lnTo>
                  <a:lnTo>
                    <a:pt x="269463" y="124056"/>
                  </a:lnTo>
                  <a:lnTo>
                    <a:pt x="270089" y="124202"/>
                  </a:lnTo>
                  <a:lnTo>
                    <a:pt x="270716" y="124383"/>
                  </a:lnTo>
                  <a:lnTo>
                    <a:pt x="271342" y="124609"/>
                  </a:lnTo>
                  <a:lnTo>
                    <a:pt x="271969" y="124873"/>
                  </a:lnTo>
                  <a:lnTo>
                    <a:pt x="272595" y="125185"/>
                  </a:lnTo>
                  <a:lnTo>
                    <a:pt x="273222" y="125536"/>
                  </a:lnTo>
                  <a:lnTo>
                    <a:pt x="273849" y="125932"/>
                  </a:lnTo>
                  <a:lnTo>
                    <a:pt x="274475" y="126401"/>
                  </a:lnTo>
                  <a:lnTo>
                    <a:pt x="275102" y="126906"/>
                  </a:lnTo>
                  <a:lnTo>
                    <a:pt x="275728" y="127460"/>
                  </a:lnTo>
                  <a:lnTo>
                    <a:pt x="276355" y="128076"/>
                  </a:lnTo>
                  <a:lnTo>
                    <a:pt x="276981" y="128719"/>
                  </a:lnTo>
                  <a:lnTo>
                    <a:pt x="277608" y="129397"/>
                  </a:lnTo>
                  <a:lnTo>
                    <a:pt x="278234" y="130120"/>
                  </a:lnTo>
                  <a:lnTo>
                    <a:pt x="278861" y="130888"/>
                  </a:lnTo>
                  <a:lnTo>
                    <a:pt x="279488" y="131699"/>
                  </a:lnTo>
                  <a:lnTo>
                    <a:pt x="280114" y="132541"/>
                  </a:lnTo>
                  <a:lnTo>
                    <a:pt x="280741" y="133406"/>
                  </a:lnTo>
                  <a:lnTo>
                    <a:pt x="281367" y="134297"/>
                  </a:lnTo>
                  <a:lnTo>
                    <a:pt x="281994" y="135216"/>
                  </a:lnTo>
                  <a:lnTo>
                    <a:pt x="282620" y="136163"/>
                  </a:lnTo>
                  <a:lnTo>
                    <a:pt x="283247" y="137126"/>
                  </a:lnTo>
                  <a:lnTo>
                    <a:pt x="283873" y="138076"/>
                  </a:lnTo>
                  <a:lnTo>
                    <a:pt x="284500" y="139014"/>
                  </a:lnTo>
                  <a:lnTo>
                    <a:pt x="285127" y="139942"/>
                  </a:lnTo>
                  <a:lnTo>
                    <a:pt x="285753" y="140818"/>
                  </a:lnTo>
                  <a:lnTo>
                    <a:pt x="286380" y="141654"/>
                  </a:lnTo>
                  <a:lnTo>
                    <a:pt x="287006" y="142439"/>
                  </a:lnTo>
                  <a:lnTo>
                    <a:pt x="287633" y="143139"/>
                  </a:lnTo>
                  <a:lnTo>
                    <a:pt x="288259" y="143742"/>
                  </a:lnTo>
                  <a:lnTo>
                    <a:pt x="288886" y="144251"/>
                  </a:lnTo>
                  <a:lnTo>
                    <a:pt x="289512" y="144659"/>
                  </a:lnTo>
                  <a:lnTo>
                    <a:pt x="290139" y="144974"/>
                  </a:lnTo>
                  <a:lnTo>
                    <a:pt x="290766" y="145190"/>
                  </a:lnTo>
                  <a:lnTo>
                    <a:pt x="291392" y="145300"/>
                  </a:lnTo>
                  <a:lnTo>
                    <a:pt x="292019" y="145298"/>
                  </a:lnTo>
                  <a:lnTo>
                    <a:pt x="292645" y="145190"/>
                  </a:lnTo>
                  <a:lnTo>
                    <a:pt x="293272" y="144988"/>
                  </a:lnTo>
                  <a:lnTo>
                    <a:pt x="293898" y="144715"/>
                  </a:lnTo>
                  <a:lnTo>
                    <a:pt x="294525" y="144379"/>
                  </a:lnTo>
                  <a:lnTo>
                    <a:pt x="295151" y="144036"/>
                  </a:lnTo>
                  <a:lnTo>
                    <a:pt x="295778" y="143683"/>
                  </a:lnTo>
                  <a:lnTo>
                    <a:pt x="296405" y="143313"/>
                  </a:lnTo>
                  <a:lnTo>
                    <a:pt x="297031" y="142926"/>
                  </a:lnTo>
                  <a:lnTo>
                    <a:pt x="297658" y="142513"/>
                  </a:lnTo>
                  <a:lnTo>
                    <a:pt x="298284" y="142086"/>
                  </a:lnTo>
                  <a:lnTo>
                    <a:pt x="298911" y="141648"/>
                  </a:lnTo>
                  <a:lnTo>
                    <a:pt x="299537" y="141196"/>
                  </a:lnTo>
                  <a:lnTo>
                    <a:pt x="300164" y="140727"/>
                  </a:lnTo>
                  <a:lnTo>
                    <a:pt x="300790" y="140243"/>
                  </a:lnTo>
                  <a:lnTo>
                    <a:pt x="301417" y="139740"/>
                  </a:lnTo>
                  <a:lnTo>
                    <a:pt x="302044" y="139219"/>
                  </a:lnTo>
                  <a:lnTo>
                    <a:pt x="302670" y="138675"/>
                  </a:lnTo>
                  <a:lnTo>
                    <a:pt x="303297" y="138097"/>
                  </a:lnTo>
                  <a:lnTo>
                    <a:pt x="303923" y="137490"/>
                  </a:lnTo>
                  <a:lnTo>
                    <a:pt x="304550" y="136861"/>
                  </a:lnTo>
                  <a:lnTo>
                    <a:pt x="305176" y="136214"/>
                  </a:lnTo>
                  <a:lnTo>
                    <a:pt x="305803" y="135548"/>
                  </a:lnTo>
                  <a:lnTo>
                    <a:pt x="306429" y="134837"/>
                  </a:lnTo>
                  <a:lnTo>
                    <a:pt x="307056" y="134114"/>
                  </a:lnTo>
                  <a:lnTo>
                    <a:pt x="307683" y="133358"/>
                  </a:lnTo>
                  <a:lnTo>
                    <a:pt x="308309" y="132558"/>
                  </a:lnTo>
                  <a:lnTo>
                    <a:pt x="308936" y="131746"/>
                  </a:lnTo>
                  <a:lnTo>
                    <a:pt x="309562" y="130921"/>
                  </a:lnTo>
                  <a:lnTo>
                    <a:pt x="310189" y="130082"/>
                  </a:lnTo>
                  <a:lnTo>
                    <a:pt x="310815" y="129228"/>
                  </a:lnTo>
                  <a:lnTo>
                    <a:pt x="311442" y="128362"/>
                  </a:lnTo>
                  <a:lnTo>
                    <a:pt x="312068" y="127488"/>
                  </a:lnTo>
                  <a:lnTo>
                    <a:pt x="312695" y="126592"/>
                  </a:lnTo>
                  <a:lnTo>
                    <a:pt x="313321" y="125661"/>
                  </a:lnTo>
                  <a:lnTo>
                    <a:pt x="313948" y="124669"/>
                  </a:lnTo>
                  <a:lnTo>
                    <a:pt x="314575" y="123594"/>
                  </a:lnTo>
                  <a:lnTo>
                    <a:pt x="315201" y="122425"/>
                  </a:lnTo>
                  <a:lnTo>
                    <a:pt x="315828" y="121185"/>
                  </a:lnTo>
                  <a:lnTo>
                    <a:pt x="316454" y="119863"/>
                  </a:lnTo>
                  <a:lnTo>
                    <a:pt x="317081" y="118452"/>
                  </a:lnTo>
                  <a:lnTo>
                    <a:pt x="317707" y="116980"/>
                  </a:lnTo>
                  <a:lnTo>
                    <a:pt x="318334" y="115428"/>
                  </a:lnTo>
                  <a:lnTo>
                    <a:pt x="318960" y="113799"/>
                  </a:lnTo>
                  <a:lnTo>
                    <a:pt x="319587" y="112134"/>
                  </a:lnTo>
                  <a:lnTo>
                    <a:pt x="320214" y="110447"/>
                  </a:lnTo>
                  <a:lnTo>
                    <a:pt x="320840" y="108740"/>
                  </a:lnTo>
                  <a:lnTo>
                    <a:pt x="321467" y="107024"/>
                  </a:lnTo>
                  <a:lnTo>
                    <a:pt x="322093" y="105306"/>
                  </a:lnTo>
                  <a:lnTo>
                    <a:pt x="322720" y="103596"/>
                  </a:lnTo>
                  <a:lnTo>
                    <a:pt x="323346" y="101917"/>
                  </a:lnTo>
                  <a:lnTo>
                    <a:pt x="323973" y="100276"/>
                  </a:lnTo>
                  <a:lnTo>
                    <a:pt x="324599" y="98685"/>
                  </a:lnTo>
                  <a:lnTo>
                    <a:pt x="325226" y="97131"/>
                  </a:lnTo>
                  <a:lnTo>
                    <a:pt x="325853" y="95606"/>
                  </a:lnTo>
                  <a:lnTo>
                    <a:pt x="326479" y="94117"/>
                  </a:lnTo>
                  <a:lnTo>
                    <a:pt x="327106" y="92613"/>
                  </a:lnTo>
                  <a:lnTo>
                    <a:pt x="327732" y="91093"/>
                  </a:lnTo>
                  <a:lnTo>
                    <a:pt x="328359" y="89557"/>
                  </a:lnTo>
                  <a:lnTo>
                    <a:pt x="328985" y="87984"/>
                  </a:lnTo>
                  <a:lnTo>
                    <a:pt x="329612" y="86377"/>
                  </a:lnTo>
                  <a:lnTo>
                    <a:pt x="330238" y="84742"/>
                  </a:lnTo>
                  <a:lnTo>
                    <a:pt x="330865" y="83076"/>
                  </a:lnTo>
                  <a:lnTo>
                    <a:pt x="331492" y="81382"/>
                  </a:lnTo>
                  <a:lnTo>
                    <a:pt x="332118" y="79655"/>
                  </a:lnTo>
                  <a:lnTo>
                    <a:pt x="332745" y="77890"/>
                  </a:lnTo>
                  <a:lnTo>
                    <a:pt x="333371" y="76102"/>
                  </a:lnTo>
                  <a:lnTo>
                    <a:pt x="333998" y="74285"/>
                  </a:lnTo>
                  <a:lnTo>
                    <a:pt x="334624" y="72448"/>
                  </a:lnTo>
                  <a:lnTo>
                    <a:pt x="335251" y="70585"/>
                  </a:lnTo>
                  <a:lnTo>
                    <a:pt x="335877" y="68692"/>
                  </a:lnTo>
                  <a:lnTo>
                    <a:pt x="336504" y="66757"/>
                  </a:lnTo>
                  <a:lnTo>
                    <a:pt x="337131" y="64752"/>
                  </a:lnTo>
                  <a:lnTo>
                    <a:pt x="337757" y="62722"/>
                  </a:lnTo>
                  <a:lnTo>
                    <a:pt x="338384" y="60660"/>
                  </a:lnTo>
                  <a:lnTo>
                    <a:pt x="339010" y="58552"/>
                  </a:lnTo>
                  <a:lnTo>
                    <a:pt x="339637" y="56422"/>
                  </a:lnTo>
                  <a:lnTo>
                    <a:pt x="340263" y="54260"/>
                  </a:lnTo>
                  <a:lnTo>
                    <a:pt x="340890" y="52050"/>
                  </a:lnTo>
                  <a:lnTo>
                    <a:pt x="341516" y="49797"/>
                  </a:lnTo>
                  <a:lnTo>
                    <a:pt x="342143" y="47500"/>
                  </a:lnTo>
                  <a:lnTo>
                    <a:pt x="342770" y="45166"/>
                  </a:lnTo>
                  <a:lnTo>
                    <a:pt x="343396" y="42810"/>
                  </a:lnTo>
                  <a:lnTo>
                    <a:pt x="344023" y="40422"/>
                  </a:lnTo>
                  <a:lnTo>
                    <a:pt x="344649" y="38029"/>
                  </a:lnTo>
                  <a:lnTo>
                    <a:pt x="345276" y="35638"/>
                  </a:lnTo>
                  <a:lnTo>
                    <a:pt x="345902" y="33277"/>
                  </a:lnTo>
                  <a:lnTo>
                    <a:pt x="346529" y="30979"/>
                  </a:lnTo>
                  <a:lnTo>
                    <a:pt x="347155" y="28750"/>
                  </a:lnTo>
                  <a:lnTo>
                    <a:pt x="347782" y="26580"/>
                  </a:lnTo>
                  <a:lnTo>
                    <a:pt x="348409" y="24527"/>
                  </a:lnTo>
                  <a:lnTo>
                    <a:pt x="349035" y="22586"/>
                  </a:lnTo>
                  <a:lnTo>
                    <a:pt x="349662" y="20780"/>
                  </a:lnTo>
                  <a:lnTo>
                    <a:pt x="350288" y="19146"/>
                  </a:lnTo>
                  <a:lnTo>
                    <a:pt x="350915" y="17686"/>
                  </a:lnTo>
                  <a:lnTo>
                    <a:pt x="351541" y="16388"/>
                  </a:lnTo>
                  <a:lnTo>
                    <a:pt x="352168" y="15255"/>
                  </a:lnTo>
                  <a:lnTo>
                    <a:pt x="352794" y="14280"/>
                  </a:lnTo>
                  <a:lnTo>
                    <a:pt x="353421" y="13475"/>
                  </a:lnTo>
                  <a:lnTo>
                    <a:pt x="354048" y="12823"/>
                  </a:lnTo>
                  <a:lnTo>
                    <a:pt x="354674" y="12323"/>
                  </a:lnTo>
                  <a:lnTo>
                    <a:pt x="355301" y="11959"/>
                  </a:lnTo>
                  <a:lnTo>
                    <a:pt x="355927" y="11718"/>
                  </a:lnTo>
                  <a:lnTo>
                    <a:pt x="356554" y="11579"/>
                  </a:lnTo>
                  <a:lnTo>
                    <a:pt x="357180" y="11542"/>
                  </a:lnTo>
                  <a:lnTo>
                    <a:pt x="357807" y="11533"/>
                  </a:lnTo>
                  <a:lnTo>
                    <a:pt x="358433" y="11537"/>
                  </a:lnTo>
                  <a:lnTo>
                    <a:pt x="359060" y="11546"/>
                  </a:lnTo>
                  <a:lnTo>
                    <a:pt x="359687" y="11561"/>
                  </a:lnTo>
                  <a:lnTo>
                    <a:pt x="360313" y="11593"/>
                  </a:lnTo>
                  <a:lnTo>
                    <a:pt x="360940" y="11656"/>
                  </a:lnTo>
                  <a:lnTo>
                    <a:pt x="361566" y="11746"/>
                  </a:lnTo>
                  <a:lnTo>
                    <a:pt x="362193" y="11854"/>
                  </a:lnTo>
                  <a:lnTo>
                    <a:pt x="362819" y="11977"/>
                  </a:lnTo>
                  <a:lnTo>
                    <a:pt x="363446" y="12114"/>
                  </a:lnTo>
                  <a:lnTo>
                    <a:pt x="364072" y="12269"/>
                  </a:lnTo>
                  <a:lnTo>
                    <a:pt x="364699" y="12442"/>
                  </a:lnTo>
                  <a:lnTo>
                    <a:pt x="365326" y="12618"/>
                  </a:lnTo>
                  <a:lnTo>
                    <a:pt x="365952" y="12803"/>
                  </a:lnTo>
                  <a:lnTo>
                    <a:pt x="366579" y="12986"/>
                  </a:lnTo>
                  <a:lnTo>
                    <a:pt x="367205" y="13179"/>
                  </a:lnTo>
                  <a:lnTo>
                    <a:pt x="367832" y="13390"/>
                  </a:lnTo>
                  <a:lnTo>
                    <a:pt x="368458" y="13614"/>
                  </a:lnTo>
                  <a:lnTo>
                    <a:pt x="369085" y="13878"/>
                  </a:lnTo>
                  <a:lnTo>
                    <a:pt x="369711" y="14144"/>
                  </a:lnTo>
                  <a:lnTo>
                    <a:pt x="370338" y="14422"/>
                  </a:lnTo>
                  <a:lnTo>
                    <a:pt x="370965" y="14726"/>
                  </a:lnTo>
                  <a:lnTo>
                    <a:pt x="371591" y="15037"/>
                  </a:lnTo>
                  <a:lnTo>
                    <a:pt x="372218" y="15363"/>
                  </a:lnTo>
                  <a:lnTo>
                    <a:pt x="372844" y="15713"/>
                  </a:lnTo>
                  <a:lnTo>
                    <a:pt x="373471" y="16083"/>
                  </a:lnTo>
                  <a:lnTo>
                    <a:pt x="374097" y="16472"/>
                  </a:lnTo>
                  <a:lnTo>
                    <a:pt x="374724" y="16879"/>
                  </a:lnTo>
                  <a:lnTo>
                    <a:pt x="375350" y="17322"/>
                  </a:lnTo>
                  <a:lnTo>
                    <a:pt x="375977" y="17812"/>
                  </a:lnTo>
                  <a:lnTo>
                    <a:pt x="376604" y="18364"/>
                  </a:lnTo>
                  <a:lnTo>
                    <a:pt x="377230" y="18990"/>
                  </a:lnTo>
                  <a:lnTo>
                    <a:pt x="377857" y="19702"/>
                  </a:lnTo>
                  <a:lnTo>
                    <a:pt x="378483" y="20490"/>
                  </a:lnTo>
                  <a:lnTo>
                    <a:pt x="379110" y="21373"/>
                  </a:lnTo>
                  <a:lnTo>
                    <a:pt x="379736" y="22366"/>
                  </a:lnTo>
                  <a:lnTo>
                    <a:pt x="380363" y="23433"/>
                  </a:lnTo>
                  <a:lnTo>
                    <a:pt x="380989" y="24587"/>
                  </a:lnTo>
                  <a:lnTo>
                    <a:pt x="381616" y="25820"/>
                  </a:lnTo>
                  <a:lnTo>
                    <a:pt x="382243" y="27093"/>
                  </a:lnTo>
                  <a:lnTo>
                    <a:pt x="382869" y="28392"/>
                  </a:lnTo>
                  <a:lnTo>
                    <a:pt x="383496" y="29720"/>
                  </a:lnTo>
                  <a:lnTo>
                    <a:pt x="384122" y="31069"/>
                  </a:lnTo>
                  <a:lnTo>
                    <a:pt x="384749" y="32422"/>
                  </a:lnTo>
                  <a:lnTo>
                    <a:pt x="385375" y="33769"/>
                  </a:lnTo>
                  <a:lnTo>
                    <a:pt x="386002" y="35097"/>
                  </a:lnTo>
                  <a:lnTo>
                    <a:pt x="386628" y="36402"/>
                  </a:lnTo>
                  <a:lnTo>
                    <a:pt x="387255" y="37676"/>
                  </a:lnTo>
                  <a:lnTo>
                    <a:pt x="387882" y="38923"/>
                  </a:lnTo>
                  <a:lnTo>
                    <a:pt x="388508" y="40138"/>
                  </a:lnTo>
                  <a:lnTo>
                    <a:pt x="389135" y="41307"/>
                  </a:lnTo>
                  <a:lnTo>
                    <a:pt x="389761" y="42478"/>
                  </a:lnTo>
                  <a:lnTo>
                    <a:pt x="390388" y="43648"/>
                  </a:lnTo>
                  <a:lnTo>
                    <a:pt x="391014" y="44814"/>
                  </a:lnTo>
                  <a:lnTo>
                    <a:pt x="391641" y="45996"/>
                  </a:lnTo>
                  <a:lnTo>
                    <a:pt x="392267" y="47188"/>
                  </a:lnTo>
                  <a:lnTo>
                    <a:pt x="392894" y="48378"/>
                  </a:lnTo>
                  <a:lnTo>
                    <a:pt x="393521" y="49568"/>
                  </a:lnTo>
                  <a:lnTo>
                    <a:pt x="394147" y="50758"/>
                  </a:lnTo>
                  <a:lnTo>
                    <a:pt x="394774" y="51954"/>
                  </a:lnTo>
                  <a:lnTo>
                    <a:pt x="395400" y="53159"/>
                  </a:lnTo>
                  <a:lnTo>
                    <a:pt x="396027" y="54357"/>
                  </a:lnTo>
                  <a:lnTo>
                    <a:pt x="396653" y="55552"/>
                  </a:lnTo>
                  <a:lnTo>
                    <a:pt x="397280" y="56743"/>
                  </a:lnTo>
                  <a:lnTo>
                    <a:pt x="397906" y="57927"/>
                  </a:lnTo>
                  <a:lnTo>
                    <a:pt x="398533" y="59118"/>
                  </a:lnTo>
                  <a:lnTo>
                    <a:pt x="399160" y="60315"/>
                  </a:lnTo>
                  <a:lnTo>
                    <a:pt x="399786" y="61516"/>
                  </a:lnTo>
                  <a:lnTo>
                    <a:pt x="400413" y="62720"/>
                  </a:lnTo>
                  <a:lnTo>
                    <a:pt x="401039" y="63921"/>
                  </a:lnTo>
                  <a:lnTo>
                    <a:pt x="401666" y="65125"/>
                  </a:lnTo>
                  <a:lnTo>
                    <a:pt x="402292" y="66339"/>
                  </a:lnTo>
                  <a:lnTo>
                    <a:pt x="402919" y="67569"/>
                  </a:lnTo>
                  <a:lnTo>
                    <a:pt x="403545" y="68814"/>
                  </a:lnTo>
                  <a:lnTo>
                    <a:pt x="404172" y="70074"/>
                  </a:lnTo>
                  <a:lnTo>
                    <a:pt x="404799" y="71343"/>
                  </a:lnTo>
                  <a:lnTo>
                    <a:pt x="405425" y="72622"/>
                  </a:lnTo>
                  <a:lnTo>
                    <a:pt x="406052" y="73903"/>
                  </a:lnTo>
                  <a:lnTo>
                    <a:pt x="406678" y="75186"/>
                  </a:lnTo>
                  <a:lnTo>
                    <a:pt x="407305" y="76444"/>
                  </a:lnTo>
                  <a:lnTo>
                    <a:pt x="407931" y="77671"/>
                  </a:lnTo>
                  <a:lnTo>
                    <a:pt x="408558" y="78853"/>
                  </a:lnTo>
                  <a:lnTo>
                    <a:pt x="409184" y="79976"/>
                  </a:lnTo>
                  <a:lnTo>
                    <a:pt x="409811" y="81027"/>
                  </a:lnTo>
                  <a:lnTo>
                    <a:pt x="410438" y="82007"/>
                  </a:lnTo>
                  <a:lnTo>
                    <a:pt x="411064" y="82900"/>
                  </a:lnTo>
                  <a:lnTo>
                    <a:pt x="411691" y="83700"/>
                  </a:lnTo>
                  <a:lnTo>
                    <a:pt x="412317" y="84396"/>
                  </a:lnTo>
                  <a:lnTo>
                    <a:pt x="412944" y="84987"/>
                  </a:lnTo>
                  <a:lnTo>
                    <a:pt x="413570" y="85476"/>
                  </a:lnTo>
                  <a:lnTo>
                    <a:pt x="414197" y="85877"/>
                  </a:lnTo>
                  <a:lnTo>
                    <a:pt x="414823" y="86195"/>
                  </a:lnTo>
                  <a:lnTo>
                    <a:pt x="415450" y="86435"/>
                  </a:lnTo>
                  <a:lnTo>
                    <a:pt x="416077" y="86590"/>
                  </a:lnTo>
                  <a:lnTo>
                    <a:pt x="416703" y="86674"/>
                  </a:lnTo>
                  <a:lnTo>
                    <a:pt x="417330" y="86689"/>
                  </a:lnTo>
                  <a:lnTo>
                    <a:pt x="417956" y="86647"/>
                  </a:lnTo>
                  <a:lnTo>
                    <a:pt x="418583" y="86553"/>
                  </a:lnTo>
                  <a:lnTo>
                    <a:pt x="419209" y="86418"/>
                  </a:lnTo>
                  <a:lnTo>
                    <a:pt x="419836" y="86242"/>
                  </a:lnTo>
                  <a:lnTo>
                    <a:pt x="420462" y="86040"/>
                  </a:lnTo>
                  <a:lnTo>
                    <a:pt x="421089" y="85829"/>
                  </a:lnTo>
                  <a:lnTo>
                    <a:pt x="421716" y="85622"/>
                  </a:lnTo>
                  <a:lnTo>
                    <a:pt x="422342" y="85423"/>
                  </a:lnTo>
                  <a:lnTo>
                    <a:pt x="422969" y="85228"/>
                  </a:lnTo>
                  <a:lnTo>
                    <a:pt x="423595" y="85021"/>
                  </a:lnTo>
                  <a:lnTo>
                    <a:pt x="424222" y="84804"/>
                  </a:lnTo>
                  <a:lnTo>
                    <a:pt x="424848" y="84587"/>
                  </a:lnTo>
                  <a:lnTo>
                    <a:pt x="425475" y="84382"/>
                  </a:lnTo>
                  <a:lnTo>
                    <a:pt x="426101" y="84187"/>
                  </a:lnTo>
                  <a:lnTo>
                    <a:pt x="426728" y="84003"/>
                  </a:lnTo>
                  <a:lnTo>
                    <a:pt x="427355" y="83824"/>
                  </a:lnTo>
                  <a:lnTo>
                    <a:pt x="427981" y="83664"/>
                  </a:lnTo>
                  <a:lnTo>
                    <a:pt x="428608" y="83526"/>
                  </a:lnTo>
                  <a:lnTo>
                    <a:pt x="429234" y="83411"/>
                  </a:lnTo>
                  <a:lnTo>
                    <a:pt x="429861" y="83318"/>
                  </a:lnTo>
                  <a:lnTo>
                    <a:pt x="430487" y="83237"/>
                  </a:lnTo>
                  <a:lnTo>
                    <a:pt x="431114" y="83169"/>
                  </a:lnTo>
                  <a:lnTo>
                    <a:pt x="431740" y="83112"/>
                  </a:lnTo>
                  <a:lnTo>
                    <a:pt x="432367" y="83069"/>
                  </a:lnTo>
                  <a:lnTo>
                    <a:pt x="432994" y="83043"/>
                  </a:lnTo>
                  <a:lnTo>
                    <a:pt x="433620" y="83030"/>
                  </a:lnTo>
                  <a:lnTo>
                    <a:pt x="434247" y="83020"/>
                  </a:lnTo>
                  <a:lnTo>
                    <a:pt x="434873" y="83007"/>
                  </a:lnTo>
                  <a:lnTo>
                    <a:pt x="435500" y="82991"/>
                  </a:lnTo>
                  <a:lnTo>
                    <a:pt x="436126" y="82973"/>
                  </a:lnTo>
                  <a:lnTo>
                    <a:pt x="436753" y="82958"/>
                  </a:lnTo>
                  <a:lnTo>
                    <a:pt x="437379" y="82945"/>
                  </a:lnTo>
                  <a:lnTo>
                    <a:pt x="438006" y="82938"/>
                  </a:lnTo>
                  <a:lnTo>
                    <a:pt x="438633" y="82916"/>
                  </a:lnTo>
                  <a:lnTo>
                    <a:pt x="439259" y="82873"/>
                  </a:lnTo>
                  <a:lnTo>
                    <a:pt x="439886" y="82813"/>
                  </a:lnTo>
                  <a:lnTo>
                    <a:pt x="440512" y="82737"/>
                  </a:lnTo>
                  <a:lnTo>
                    <a:pt x="441139" y="82648"/>
                  </a:lnTo>
                  <a:lnTo>
                    <a:pt x="441765" y="82544"/>
                  </a:lnTo>
                  <a:lnTo>
                    <a:pt x="442392" y="82427"/>
                  </a:lnTo>
                  <a:lnTo>
                    <a:pt x="443018" y="82298"/>
                  </a:lnTo>
                  <a:lnTo>
                    <a:pt x="443645" y="82158"/>
                  </a:lnTo>
                  <a:lnTo>
                    <a:pt x="444272" y="82006"/>
                  </a:lnTo>
                  <a:lnTo>
                    <a:pt x="444898" y="81846"/>
                  </a:lnTo>
                  <a:lnTo>
                    <a:pt x="445525" y="81675"/>
                  </a:lnTo>
                  <a:lnTo>
                    <a:pt x="446151" y="81495"/>
                  </a:lnTo>
                  <a:lnTo>
                    <a:pt x="446778" y="81300"/>
                  </a:lnTo>
                  <a:lnTo>
                    <a:pt x="447404" y="81071"/>
                  </a:lnTo>
                  <a:lnTo>
                    <a:pt x="448031" y="80823"/>
                  </a:lnTo>
                  <a:lnTo>
                    <a:pt x="448657" y="80561"/>
                  </a:lnTo>
                  <a:lnTo>
                    <a:pt x="449284" y="80286"/>
                  </a:lnTo>
                  <a:lnTo>
                    <a:pt x="449911" y="79994"/>
                  </a:lnTo>
                  <a:lnTo>
                    <a:pt x="450537" y="79682"/>
                  </a:lnTo>
                  <a:lnTo>
                    <a:pt x="451164" y="79347"/>
                  </a:lnTo>
                  <a:lnTo>
                    <a:pt x="451790" y="78985"/>
                  </a:lnTo>
                  <a:lnTo>
                    <a:pt x="452417" y="78597"/>
                  </a:lnTo>
                  <a:lnTo>
                    <a:pt x="453043" y="78185"/>
                  </a:lnTo>
                  <a:lnTo>
                    <a:pt x="453670" y="77748"/>
                  </a:lnTo>
                  <a:lnTo>
                    <a:pt x="454296" y="77283"/>
                  </a:lnTo>
                  <a:lnTo>
                    <a:pt x="454923" y="76794"/>
                  </a:lnTo>
                  <a:lnTo>
                    <a:pt x="455550" y="76283"/>
                  </a:lnTo>
                  <a:lnTo>
                    <a:pt x="456176" y="75749"/>
                  </a:lnTo>
                  <a:lnTo>
                    <a:pt x="456803" y="75214"/>
                  </a:lnTo>
                  <a:lnTo>
                    <a:pt x="457429" y="74677"/>
                  </a:lnTo>
                  <a:lnTo>
                    <a:pt x="458056" y="74134"/>
                  </a:lnTo>
                  <a:lnTo>
                    <a:pt x="458682" y="73584"/>
                  </a:lnTo>
                  <a:lnTo>
                    <a:pt x="459309" y="73024"/>
                  </a:lnTo>
                  <a:lnTo>
                    <a:pt x="459935" y="72454"/>
                  </a:lnTo>
                  <a:lnTo>
                    <a:pt x="460562" y="71878"/>
                  </a:lnTo>
                  <a:lnTo>
                    <a:pt x="461189" y="71298"/>
                  </a:lnTo>
                  <a:lnTo>
                    <a:pt x="461815" y="70715"/>
                  </a:lnTo>
                  <a:lnTo>
                    <a:pt x="462442" y="70128"/>
                  </a:lnTo>
                  <a:lnTo>
                    <a:pt x="463068" y="69541"/>
                  </a:lnTo>
                  <a:lnTo>
                    <a:pt x="463695" y="68957"/>
                  </a:lnTo>
                  <a:lnTo>
                    <a:pt x="464321" y="68375"/>
                  </a:lnTo>
                  <a:lnTo>
                    <a:pt x="464948" y="67793"/>
                  </a:lnTo>
                  <a:lnTo>
                    <a:pt x="465574" y="67212"/>
                  </a:lnTo>
                  <a:lnTo>
                    <a:pt x="466201" y="66633"/>
                  </a:lnTo>
                  <a:lnTo>
                    <a:pt x="466828" y="66057"/>
                  </a:lnTo>
                  <a:lnTo>
                    <a:pt x="467454" y="65495"/>
                  </a:lnTo>
                  <a:lnTo>
                    <a:pt x="468081" y="64947"/>
                  </a:lnTo>
                  <a:lnTo>
                    <a:pt x="468707" y="64423"/>
                  </a:lnTo>
                  <a:lnTo>
                    <a:pt x="469334" y="63923"/>
                  </a:lnTo>
                  <a:lnTo>
                    <a:pt x="469960" y="63445"/>
                  </a:lnTo>
                  <a:lnTo>
                    <a:pt x="470587" y="63008"/>
                  </a:lnTo>
                  <a:lnTo>
                    <a:pt x="471213" y="62617"/>
                  </a:lnTo>
                  <a:lnTo>
                    <a:pt x="471840" y="62268"/>
                  </a:lnTo>
                  <a:lnTo>
                    <a:pt x="472467" y="61954"/>
                  </a:lnTo>
                  <a:lnTo>
                    <a:pt x="473093" y="61676"/>
                  </a:lnTo>
                  <a:lnTo>
                    <a:pt x="473720" y="61434"/>
                  </a:lnTo>
                  <a:lnTo>
                    <a:pt x="474346" y="61216"/>
                  </a:lnTo>
                  <a:lnTo>
                    <a:pt x="474973" y="60995"/>
                  </a:lnTo>
                  <a:lnTo>
                    <a:pt x="475599" y="60758"/>
                  </a:lnTo>
                  <a:lnTo>
                    <a:pt x="476226" y="60500"/>
                  </a:lnTo>
                  <a:lnTo>
                    <a:pt x="476852" y="60220"/>
                  </a:lnTo>
                  <a:lnTo>
                    <a:pt x="477479" y="59914"/>
                  </a:lnTo>
                  <a:lnTo>
                    <a:pt x="478106" y="59572"/>
                  </a:lnTo>
                  <a:lnTo>
                    <a:pt x="478732" y="59198"/>
                  </a:lnTo>
                  <a:lnTo>
                    <a:pt x="479359" y="58805"/>
                  </a:lnTo>
                  <a:lnTo>
                    <a:pt x="479985" y="58384"/>
                  </a:lnTo>
                  <a:lnTo>
                    <a:pt x="480612" y="57930"/>
                  </a:lnTo>
                  <a:lnTo>
                    <a:pt x="481238" y="57443"/>
                  </a:lnTo>
                  <a:lnTo>
                    <a:pt x="481865" y="56931"/>
                  </a:lnTo>
                  <a:lnTo>
                    <a:pt x="482491" y="56393"/>
                  </a:lnTo>
                  <a:lnTo>
                    <a:pt x="483118" y="55829"/>
                  </a:lnTo>
                  <a:lnTo>
                    <a:pt x="483745" y="55250"/>
                  </a:lnTo>
                  <a:lnTo>
                    <a:pt x="484371" y="54679"/>
                  </a:lnTo>
                  <a:lnTo>
                    <a:pt x="484998" y="54133"/>
                  </a:lnTo>
                  <a:lnTo>
                    <a:pt x="485624" y="53614"/>
                  </a:lnTo>
                  <a:lnTo>
                    <a:pt x="486251" y="53126"/>
                  </a:lnTo>
                  <a:lnTo>
                    <a:pt x="486877" y="52670"/>
                  </a:lnTo>
                  <a:lnTo>
                    <a:pt x="487504" y="52250"/>
                  </a:lnTo>
                  <a:lnTo>
                    <a:pt x="488130" y="51859"/>
                  </a:lnTo>
                  <a:lnTo>
                    <a:pt x="488757" y="51478"/>
                  </a:lnTo>
                  <a:lnTo>
                    <a:pt x="489384" y="51104"/>
                  </a:lnTo>
                  <a:lnTo>
                    <a:pt x="490010" y="50737"/>
                  </a:lnTo>
                  <a:lnTo>
                    <a:pt x="490637" y="50383"/>
                  </a:lnTo>
                  <a:lnTo>
                    <a:pt x="491263" y="50039"/>
                  </a:lnTo>
                  <a:lnTo>
                    <a:pt x="491890" y="49708"/>
                  </a:lnTo>
                  <a:lnTo>
                    <a:pt x="492516" y="49384"/>
                  </a:lnTo>
                  <a:lnTo>
                    <a:pt x="493143" y="49068"/>
                  </a:lnTo>
                  <a:lnTo>
                    <a:pt x="493769" y="48761"/>
                  </a:lnTo>
                  <a:lnTo>
                    <a:pt x="494396" y="48462"/>
                  </a:lnTo>
                  <a:lnTo>
                    <a:pt x="495023" y="48165"/>
                  </a:lnTo>
                  <a:lnTo>
                    <a:pt x="495649" y="47865"/>
                  </a:lnTo>
                  <a:lnTo>
                    <a:pt x="496276" y="47562"/>
                  </a:lnTo>
                  <a:lnTo>
                    <a:pt x="496902" y="47255"/>
                  </a:lnTo>
                  <a:lnTo>
                    <a:pt x="497529" y="46947"/>
                  </a:lnTo>
                  <a:lnTo>
                    <a:pt x="498155" y="46637"/>
                  </a:lnTo>
                  <a:lnTo>
                    <a:pt x="498782" y="46323"/>
                  </a:lnTo>
                  <a:lnTo>
                    <a:pt x="499408" y="45993"/>
                  </a:lnTo>
                  <a:lnTo>
                    <a:pt x="500035" y="45645"/>
                  </a:lnTo>
                  <a:lnTo>
                    <a:pt x="500662" y="45275"/>
                  </a:lnTo>
                  <a:lnTo>
                    <a:pt x="501288" y="44903"/>
                  </a:lnTo>
                  <a:lnTo>
                    <a:pt x="501915" y="44540"/>
                  </a:lnTo>
                  <a:lnTo>
                    <a:pt x="502541" y="44187"/>
                  </a:lnTo>
                  <a:lnTo>
                    <a:pt x="503168" y="43843"/>
                  </a:lnTo>
                  <a:lnTo>
                    <a:pt x="503794" y="43514"/>
                  </a:lnTo>
                  <a:lnTo>
                    <a:pt x="504421" y="43209"/>
                  </a:lnTo>
                  <a:lnTo>
                    <a:pt x="505047" y="42921"/>
                  </a:lnTo>
                  <a:lnTo>
                    <a:pt x="505674" y="42651"/>
                  </a:lnTo>
                  <a:lnTo>
                    <a:pt x="506301" y="42410"/>
                  </a:lnTo>
                  <a:lnTo>
                    <a:pt x="506927" y="42224"/>
                  </a:lnTo>
                  <a:lnTo>
                    <a:pt x="507554" y="42104"/>
                  </a:lnTo>
                  <a:lnTo>
                    <a:pt x="508180" y="42059"/>
                  </a:lnTo>
                  <a:lnTo>
                    <a:pt x="508807" y="42088"/>
                  </a:lnTo>
                  <a:lnTo>
                    <a:pt x="509433" y="42196"/>
                  </a:lnTo>
                  <a:lnTo>
                    <a:pt x="510060" y="42402"/>
                  </a:lnTo>
                  <a:lnTo>
                    <a:pt x="510686" y="42694"/>
                  </a:lnTo>
                  <a:lnTo>
                    <a:pt x="511313" y="43070"/>
                  </a:lnTo>
                  <a:lnTo>
                    <a:pt x="511940" y="43530"/>
                  </a:lnTo>
                  <a:lnTo>
                    <a:pt x="512566" y="44074"/>
                  </a:lnTo>
                  <a:lnTo>
                    <a:pt x="513193" y="44705"/>
                  </a:lnTo>
                  <a:lnTo>
                    <a:pt x="513819" y="45421"/>
                  </a:lnTo>
                  <a:lnTo>
                    <a:pt x="514446" y="46226"/>
                  </a:lnTo>
                  <a:lnTo>
                    <a:pt x="515072" y="47126"/>
                  </a:lnTo>
                  <a:lnTo>
                    <a:pt x="515699" y="48111"/>
                  </a:lnTo>
                  <a:lnTo>
                    <a:pt x="516325" y="49159"/>
                  </a:lnTo>
                  <a:lnTo>
                    <a:pt x="516952" y="50253"/>
                  </a:lnTo>
                  <a:lnTo>
                    <a:pt x="517579" y="51384"/>
                  </a:lnTo>
                  <a:lnTo>
                    <a:pt x="518205" y="52555"/>
                  </a:lnTo>
                  <a:lnTo>
                    <a:pt x="518832" y="53766"/>
                  </a:lnTo>
                  <a:lnTo>
                    <a:pt x="519458" y="54993"/>
                  </a:lnTo>
                  <a:lnTo>
                    <a:pt x="520085" y="56227"/>
                  </a:lnTo>
                  <a:lnTo>
                    <a:pt x="520711" y="57465"/>
                  </a:lnTo>
                  <a:lnTo>
                    <a:pt x="521338" y="58709"/>
                  </a:lnTo>
                  <a:lnTo>
                    <a:pt x="521964" y="59956"/>
                  </a:lnTo>
                  <a:lnTo>
                    <a:pt x="522591" y="61205"/>
                  </a:lnTo>
                  <a:lnTo>
                    <a:pt x="523218" y="62451"/>
                  </a:lnTo>
                  <a:lnTo>
                    <a:pt x="523844" y="63689"/>
                  </a:lnTo>
                  <a:lnTo>
                    <a:pt x="524471" y="64918"/>
                  </a:lnTo>
                  <a:lnTo>
                    <a:pt x="525097" y="66133"/>
                  </a:lnTo>
                  <a:lnTo>
                    <a:pt x="525724" y="67329"/>
                  </a:lnTo>
                  <a:lnTo>
                    <a:pt x="526350" y="68511"/>
                  </a:lnTo>
                  <a:lnTo>
                    <a:pt x="526977" y="69680"/>
                  </a:lnTo>
                  <a:lnTo>
                    <a:pt x="527603" y="70837"/>
                  </a:lnTo>
                  <a:lnTo>
                    <a:pt x="528230" y="71980"/>
                  </a:lnTo>
                  <a:lnTo>
                    <a:pt x="528857" y="73111"/>
                  </a:lnTo>
                  <a:lnTo>
                    <a:pt x="529483" y="74227"/>
                  </a:lnTo>
                  <a:lnTo>
                    <a:pt x="530110" y="75322"/>
                  </a:lnTo>
                  <a:lnTo>
                    <a:pt x="530736" y="76398"/>
                  </a:lnTo>
                  <a:lnTo>
                    <a:pt x="531363" y="77447"/>
                  </a:lnTo>
                  <a:lnTo>
                    <a:pt x="531989" y="78471"/>
                  </a:lnTo>
                  <a:lnTo>
                    <a:pt x="532616" y="79465"/>
                  </a:lnTo>
                  <a:lnTo>
                    <a:pt x="533242" y="80415"/>
                  </a:lnTo>
                  <a:lnTo>
                    <a:pt x="533869" y="81313"/>
                  </a:lnTo>
                  <a:lnTo>
                    <a:pt x="534496" y="82162"/>
                  </a:lnTo>
                  <a:lnTo>
                    <a:pt x="535122" y="82966"/>
                  </a:lnTo>
                  <a:lnTo>
                    <a:pt x="535749" y="83723"/>
                  </a:lnTo>
                  <a:lnTo>
                    <a:pt x="536375" y="84429"/>
                  </a:lnTo>
                  <a:lnTo>
                    <a:pt x="537002" y="85098"/>
                  </a:lnTo>
                  <a:lnTo>
                    <a:pt x="537628" y="85752"/>
                  </a:lnTo>
                  <a:lnTo>
                    <a:pt x="538255" y="86407"/>
                  </a:lnTo>
                  <a:lnTo>
                    <a:pt x="538881" y="87061"/>
                  </a:lnTo>
                  <a:lnTo>
                    <a:pt x="539508" y="87718"/>
                  </a:lnTo>
                  <a:lnTo>
                    <a:pt x="540135" y="88370"/>
                  </a:lnTo>
                  <a:lnTo>
                    <a:pt x="540761" y="89028"/>
                  </a:lnTo>
                  <a:lnTo>
                    <a:pt x="541388" y="89690"/>
                  </a:lnTo>
                  <a:lnTo>
                    <a:pt x="542014" y="90349"/>
                  </a:lnTo>
                  <a:lnTo>
                    <a:pt x="542641" y="91017"/>
                  </a:lnTo>
                  <a:lnTo>
                    <a:pt x="543267" y="91696"/>
                  </a:lnTo>
                  <a:lnTo>
                    <a:pt x="543894" y="92387"/>
                  </a:lnTo>
                  <a:lnTo>
                    <a:pt x="544520" y="93083"/>
                  </a:lnTo>
                  <a:lnTo>
                    <a:pt x="545147" y="93781"/>
                  </a:lnTo>
                  <a:lnTo>
                    <a:pt x="545774" y="94485"/>
                  </a:lnTo>
                  <a:lnTo>
                    <a:pt x="546400" y="95183"/>
                  </a:lnTo>
                  <a:lnTo>
                    <a:pt x="547027" y="95855"/>
                  </a:lnTo>
                  <a:lnTo>
                    <a:pt x="547653" y="96483"/>
                  </a:lnTo>
                  <a:lnTo>
                    <a:pt x="548280" y="97066"/>
                  </a:lnTo>
                  <a:lnTo>
                    <a:pt x="548906" y="97603"/>
                  </a:lnTo>
                  <a:lnTo>
                    <a:pt x="549533" y="98101"/>
                  </a:lnTo>
                  <a:lnTo>
                    <a:pt x="550159" y="98551"/>
                  </a:lnTo>
                  <a:lnTo>
                    <a:pt x="550786" y="98957"/>
                  </a:lnTo>
                  <a:lnTo>
                    <a:pt x="551412" y="99338"/>
                  </a:lnTo>
                  <a:lnTo>
                    <a:pt x="552039" y="99704"/>
                  </a:lnTo>
                  <a:lnTo>
                    <a:pt x="552666" y="100059"/>
                  </a:lnTo>
                  <a:lnTo>
                    <a:pt x="553292" y="100399"/>
                  </a:lnTo>
                  <a:lnTo>
                    <a:pt x="553919" y="100730"/>
                  </a:lnTo>
                  <a:lnTo>
                    <a:pt x="554545" y="101051"/>
                  </a:lnTo>
                  <a:lnTo>
                    <a:pt x="555172" y="101366"/>
                  </a:lnTo>
                  <a:lnTo>
                    <a:pt x="555798" y="101678"/>
                  </a:lnTo>
                  <a:lnTo>
                    <a:pt x="556425" y="101985"/>
                  </a:lnTo>
                  <a:lnTo>
                    <a:pt x="557051" y="102291"/>
                  </a:lnTo>
                  <a:lnTo>
                    <a:pt x="557678" y="102598"/>
                  </a:lnTo>
                  <a:lnTo>
                    <a:pt x="558305" y="102906"/>
                  </a:lnTo>
                  <a:lnTo>
                    <a:pt x="558931" y="103216"/>
                  </a:lnTo>
                  <a:lnTo>
                    <a:pt x="559558" y="103530"/>
                  </a:lnTo>
                  <a:lnTo>
                    <a:pt x="560184" y="103845"/>
                  </a:lnTo>
                  <a:lnTo>
                    <a:pt x="560811" y="104161"/>
                  </a:lnTo>
                  <a:lnTo>
                    <a:pt x="561437" y="104484"/>
                  </a:lnTo>
                  <a:lnTo>
                    <a:pt x="562064" y="104820"/>
                  </a:lnTo>
                  <a:lnTo>
                    <a:pt x="562690" y="105174"/>
                  </a:lnTo>
                  <a:lnTo>
                    <a:pt x="563317" y="105547"/>
                  </a:lnTo>
                  <a:lnTo>
                    <a:pt x="563944" y="105942"/>
                  </a:lnTo>
                  <a:lnTo>
                    <a:pt x="564570" y="106359"/>
                  </a:lnTo>
                  <a:lnTo>
                    <a:pt x="565197" y="106791"/>
                  </a:lnTo>
                  <a:lnTo>
                    <a:pt x="565823" y="107239"/>
                  </a:lnTo>
                  <a:lnTo>
                    <a:pt x="566450" y="107694"/>
                  </a:lnTo>
                  <a:lnTo>
                    <a:pt x="567076" y="108152"/>
                  </a:lnTo>
                  <a:lnTo>
                    <a:pt x="567703" y="108615"/>
                  </a:lnTo>
                  <a:lnTo>
                    <a:pt x="568329" y="109080"/>
                  </a:lnTo>
                  <a:lnTo>
                    <a:pt x="568956" y="109532"/>
                  </a:lnTo>
                  <a:lnTo>
                    <a:pt x="569583" y="109930"/>
                  </a:lnTo>
                  <a:lnTo>
                    <a:pt x="570209" y="110259"/>
                  </a:lnTo>
                  <a:lnTo>
                    <a:pt x="570836" y="110497"/>
                  </a:lnTo>
                  <a:lnTo>
                    <a:pt x="571462" y="110640"/>
                  </a:lnTo>
                  <a:lnTo>
                    <a:pt x="572089" y="110687"/>
                  </a:lnTo>
                  <a:lnTo>
                    <a:pt x="572715" y="110636"/>
                  </a:lnTo>
                  <a:lnTo>
                    <a:pt x="573342" y="110485"/>
                  </a:lnTo>
                  <a:lnTo>
                    <a:pt x="573968" y="110226"/>
                  </a:lnTo>
                  <a:lnTo>
                    <a:pt x="574595" y="109861"/>
                  </a:lnTo>
                  <a:lnTo>
                    <a:pt x="575222" y="109391"/>
                  </a:lnTo>
                  <a:lnTo>
                    <a:pt x="575848" y="108818"/>
                  </a:lnTo>
                  <a:lnTo>
                    <a:pt x="576475" y="108146"/>
                  </a:lnTo>
                  <a:lnTo>
                    <a:pt x="577101" y="107376"/>
                  </a:lnTo>
                  <a:lnTo>
                    <a:pt x="577728" y="106506"/>
                  </a:lnTo>
                  <a:lnTo>
                    <a:pt x="578354" y="105542"/>
                  </a:lnTo>
                  <a:lnTo>
                    <a:pt x="578981" y="104519"/>
                  </a:lnTo>
                  <a:lnTo>
                    <a:pt x="579607" y="103457"/>
                  </a:lnTo>
                  <a:lnTo>
                    <a:pt x="580234" y="102374"/>
                  </a:lnTo>
                  <a:lnTo>
                    <a:pt x="580861" y="101257"/>
                  </a:lnTo>
                  <a:lnTo>
                    <a:pt x="581487" y="100095"/>
                  </a:lnTo>
                  <a:lnTo>
                    <a:pt x="582114" y="98892"/>
                  </a:lnTo>
                  <a:lnTo>
                    <a:pt x="582740" y="97650"/>
                  </a:lnTo>
                  <a:lnTo>
                    <a:pt x="583367" y="96372"/>
                  </a:lnTo>
                  <a:lnTo>
                    <a:pt x="583993" y="95058"/>
                  </a:lnTo>
                  <a:lnTo>
                    <a:pt x="584620" y="93713"/>
                  </a:lnTo>
                  <a:lnTo>
                    <a:pt x="585246" y="92342"/>
                  </a:lnTo>
                  <a:lnTo>
                    <a:pt x="585873" y="90948"/>
                  </a:lnTo>
                  <a:lnTo>
                    <a:pt x="586500" y="89535"/>
                  </a:lnTo>
                  <a:lnTo>
                    <a:pt x="587126" y="88105"/>
                  </a:lnTo>
                  <a:lnTo>
                    <a:pt x="587753" y="86660"/>
                  </a:lnTo>
                  <a:lnTo>
                    <a:pt x="588379" y="85184"/>
                  </a:lnTo>
                  <a:lnTo>
                    <a:pt x="589006" y="83674"/>
                  </a:lnTo>
                  <a:lnTo>
                    <a:pt x="589632" y="82129"/>
                  </a:lnTo>
                  <a:lnTo>
                    <a:pt x="590259" y="80563"/>
                  </a:lnTo>
                  <a:lnTo>
                    <a:pt x="590885" y="78991"/>
                  </a:lnTo>
                  <a:lnTo>
                    <a:pt x="591512" y="77420"/>
                  </a:lnTo>
                  <a:lnTo>
                    <a:pt x="592139" y="75852"/>
                  </a:lnTo>
                  <a:lnTo>
                    <a:pt x="592765" y="74289"/>
                  </a:lnTo>
                  <a:lnTo>
                    <a:pt x="593392" y="72726"/>
                  </a:lnTo>
                  <a:lnTo>
                    <a:pt x="594018" y="71157"/>
                  </a:lnTo>
                  <a:lnTo>
                    <a:pt x="594645" y="69586"/>
                  </a:lnTo>
                  <a:lnTo>
                    <a:pt x="595271" y="68012"/>
                  </a:lnTo>
                  <a:lnTo>
                    <a:pt x="595898" y="66433"/>
                  </a:lnTo>
                  <a:lnTo>
                    <a:pt x="596524" y="64848"/>
                  </a:lnTo>
                  <a:lnTo>
                    <a:pt x="597151" y="63264"/>
                  </a:lnTo>
                  <a:lnTo>
                    <a:pt x="597778" y="61702"/>
                  </a:lnTo>
                  <a:lnTo>
                    <a:pt x="598404" y="60167"/>
                  </a:lnTo>
                  <a:lnTo>
                    <a:pt x="599031" y="58661"/>
                  </a:lnTo>
                  <a:lnTo>
                    <a:pt x="599657" y="57185"/>
                  </a:lnTo>
                  <a:lnTo>
                    <a:pt x="600284" y="55733"/>
                  </a:lnTo>
                  <a:lnTo>
                    <a:pt x="600910" y="54308"/>
                  </a:lnTo>
                  <a:lnTo>
                    <a:pt x="601537" y="52929"/>
                  </a:lnTo>
                  <a:lnTo>
                    <a:pt x="602163" y="51593"/>
                  </a:lnTo>
                  <a:lnTo>
                    <a:pt x="602790" y="50321"/>
                  </a:lnTo>
                  <a:lnTo>
                    <a:pt x="603417" y="49120"/>
                  </a:lnTo>
                  <a:lnTo>
                    <a:pt x="604043" y="47986"/>
                  </a:lnTo>
                  <a:lnTo>
                    <a:pt x="604670" y="46913"/>
                  </a:lnTo>
                  <a:lnTo>
                    <a:pt x="605296" y="45900"/>
                  </a:lnTo>
                  <a:lnTo>
                    <a:pt x="605923" y="44952"/>
                  </a:lnTo>
                  <a:lnTo>
                    <a:pt x="606549" y="44065"/>
                  </a:lnTo>
                  <a:lnTo>
                    <a:pt x="607176" y="43239"/>
                  </a:lnTo>
                  <a:lnTo>
                    <a:pt x="607802" y="42477"/>
                  </a:lnTo>
                  <a:lnTo>
                    <a:pt x="608429" y="41771"/>
                  </a:lnTo>
                  <a:lnTo>
                    <a:pt x="609056" y="41122"/>
                  </a:lnTo>
                  <a:lnTo>
                    <a:pt x="609682" y="40525"/>
                  </a:lnTo>
                  <a:lnTo>
                    <a:pt x="610309" y="39980"/>
                  </a:lnTo>
                  <a:lnTo>
                    <a:pt x="610935" y="39473"/>
                  </a:lnTo>
                  <a:lnTo>
                    <a:pt x="611562" y="39001"/>
                  </a:lnTo>
                  <a:lnTo>
                    <a:pt x="612188" y="38547"/>
                  </a:lnTo>
                  <a:lnTo>
                    <a:pt x="612815" y="38125"/>
                  </a:lnTo>
                  <a:lnTo>
                    <a:pt x="613441" y="37743"/>
                  </a:lnTo>
                  <a:lnTo>
                    <a:pt x="614068" y="37400"/>
                  </a:lnTo>
                  <a:lnTo>
                    <a:pt x="614695" y="37090"/>
                  </a:lnTo>
                  <a:lnTo>
                    <a:pt x="615321" y="36811"/>
                  </a:lnTo>
                  <a:lnTo>
                    <a:pt x="615948" y="36566"/>
                  </a:lnTo>
                  <a:lnTo>
                    <a:pt x="616574" y="36346"/>
                  </a:lnTo>
                  <a:lnTo>
                    <a:pt x="617201" y="36150"/>
                  </a:lnTo>
                  <a:lnTo>
                    <a:pt x="617827" y="35975"/>
                  </a:lnTo>
                  <a:lnTo>
                    <a:pt x="618454" y="35818"/>
                  </a:lnTo>
                  <a:lnTo>
                    <a:pt x="619080" y="35680"/>
                  </a:lnTo>
                  <a:lnTo>
                    <a:pt x="619707" y="35563"/>
                  </a:lnTo>
                  <a:lnTo>
                    <a:pt x="620334" y="35482"/>
                  </a:lnTo>
                  <a:lnTo>
                    <a:pt x="620960" y="35444"/>
                  </a:lnTo>
                  <a:lnTo>
                    <a:pt x="621587" y="35448"/>
                  </a:lnTo>
                  <a:lnTo>
                    <a:pt x="622213" y="35478"/>
                  </a:lnTo>
                  <a:lnTo>
                    <a:pt x="622840" y="35523"/>
                  </a:lnTo>
                  <a:lnTo>
                    <a:pt x="623466" y="35577"/>
                  </a:lnTo>
                  <a:lnTo>
                    <a:pt x="624093" y="35636"/>
                  </a:lnTo>
                  <a:lnTo>
                    <a:pt x="624719" y="35701"/>
                  </a:lnTo>
                  <a:lnTo>
                    <a:pt x="625346" y="35770"/>
                  </a:lnTo>
                  <a:lnTo>
                    <a:pt x="625973" y="35850"/>
                  </a:lnTo>
                  <a:lnTo>
                    <a:pt x="626599" y="35930"/>
                  </a:lnTo>
                  <a:lnTo>
                    <a:pt x="627226" y="36017"/>
                  </a:lnTo>
                  <a:lnTo>
                    <a:pt x="627852" y="36111"/>
                  </a:lnTo>
                  <a:lnTo>
                    <a:pt x="628479" y="36214"/>
                  </a:lnTo>
                  <a:lnTo>
                    <a:pt x="629105" y="36320"/>
                  </a:lnTo>
                  <a:lnTo>
                    <a:pt x="629732" y="36405"/>
                  </a:lnTo>
                  <a:lnTo>
                    <a:pt x="630358" y="36471"/>
                  </a:lnTo>
                  <a:lnTo>
                    <a:pt x="630985" y="36517"/>
                  </a:lnTo>
                  <a:lnTo>
                    <a:pt x="631612" y="36542"/>
                  </a:lnTo>
                  <a:lnTo>
                    <a:pt x="632238" y="36573"/>
                  </a:lnTo>
                  <a:lnTo>
                    <a:pt x="632865" y="36613"/>
                  </a:lnTo>
                  <a:lnTo>
                    <a:pt x="633491" y="36675"/>
                  </a:lnTo>
                  <a:lnTo>
                    <a:pt x="634118" y="36765"/>
                  </a:lnTo>
                  <a:lnTo>
                    <a:pt x="634744" y="36887"/>
                  </a:lnTo>
                  <a:lnTo>
                    <a:pt x="635371" y="37042"/>
                  </a:lnTo>
                  <a:lnTo>
                    <a:pt x="635997" y="37240"/>
                  </a:lnTo>
                  <a:lnTo>
                    <a:pt x="636624" y="37487"/>
                  </a:lnTo>
                  <a:lnTo>
                    <a:pt x="637251" y="37785"/>
                  </a:lnTo>
                  <a:lnTo>
                    <a:pt x="637877" y="38131"/>
                  </a:lnTo>
                  <a:lnTo>
                    <a:pt x="638504" y="38531"/>
                  </a:lnTo>
                  <a:lnTo>
                    <a:pt x="639130" y="38979"/>
                  </a:lnTo>
                  <a:lnTo>
                    <a:pt x="639757" y="39483"/>
                  </a:lnTo>
                  <a:lnTo>
                    <a:pt x="640383" y="40045"/>
                  </a:lnTo>
                  <a:lnTo>
                    <a:pt x="641010" y="40673"/>
                  </a:lnTo>
                  <a:lnTo>
                    <a:pt x="641636" y="41355"/>
                  </a:lnTo>
                  <a:lnTo>
                    <a:pt x="642263" y="42093"/>
                  </a:lnTo>
                  <a:lnTo>
                    <a:pt x="642890" y="42875"/>
                  </a:lnTo>
                  <a:lnTo>
                    <a:pt x="643516" y="43708"/>
                  </a:lnTo>
                  <a:lnTo>
                    <a:pt x="644143" y="44601"/>
                  </a:lnTo>
                  <a:lnTo>
                    <a:pt x="644769" y="45548"/>
                  </a:lnTo>
                  <a:lnTo>
                    <a:pt x="645396" y="46552"/>
                  </a:lnTo>
                  <a:lnTo>
                    <a:pt x="646022" y="47605"/>
                  </a:lnTo>
                  <a:lnTo>
                    <a:pt x="646649" y="48708"/>
                  </a:lnTo>
                  <a:lnTo>
                    <a:pt x="647275" y="49854"/>
                  </a:lnTo>
                  <a:lnTo>
                    <a:pt x="647902" y="51044"/>
                  </a:lnTo>
                  <a:lnTo>
                    <a:pt x="648529" y="52281"/>
                  </a:lnTo>
                  <a:lnTo>
                    <a:pt x="649155" y="53549"/>
                  </a:lnTo>
                  <a:lnTo>
                    <a:pt x="649782" y="54851"/>
                  </a:lnTo>
                  <a:lnTo>
                    <a:pt x="650408" y="56191"/>
                  </a:lnTo>
                  <a:lnTo>
                    <a:pt x="651035" y="57584"/>
                  </a:lnTo>
                  <a:lnTo>
                    <a:pt x="651661" y="59024"/>
                  </a:lnTo>
                  <a:lnTo>
                    <a:pt x="652288" y="60509"/>
                  </a:lnTo>
                  <a:lnTo>
                    <a:pt x="652914" y="62024"/>
                  </a:lnTo>
                  <a:lnTo>
                    <a:pt x="653541" y="63557"/>
                  </a:lnTo>
                  <a:lnTo>
                    <a:pt x="654168" y="65101"/>
                  </a:lnTo>
                  <a:lnTo>
                    <a:pt x="654794" y="66652"/>
                  </a:lnTo>
                  <a:lnTo>
                    <a:pt x="655421" y="68211"/>
                  </a:lnTo>
                  <a:lnTo>
                    <a:pt x="656047" y="69781"/>
                  </a:lnTo>
                  <a:lnTo>
                    <a:pt x="656674" y="71375"/>
                  </a:lnTo>
                  <a:lnTo>
                    <a:pt x="657300" y="72987"/>
                  </a:lnTo>
                  <a:lnTo>
                    <a:pt x="657927" y="74617"/>
                  </a:lnTo>
                  <a:lnTo>
                    <a:pt x="658553" y="76269"/>
                  </a:lnTo>
                  <a:lnTo>
                    <a:pt x="659180" y="77943"/>
                  </a:lnTo>
                  <a:lnTo>
                    <a:pt x="659807" y="79627"/>
                  </a:lnTo>
                  <a:lnTo>
                    <a:pt x="660433" y="81299"/>
                  </a:lnTo>
                  <a:lnTo>
                    <a:pt x="661060" y="82963"/>
                  </a:lnTo>
                  <a:lnTo>
                    <a:pt x="661686" y="84618"/>
                  </a:lnTo>
                  <a:lnTo>
                    <a:pt x="662313" y="86265"/>
                  </a:lnTo>
                  <a:lnTo>
                    <a:pt x="662939" y="87906"/>
                  </a:lnTo>
                  <a:lnTo>
                    <a:pt x="663566" y="89543"/>
                  </a:lnTo>
                  <a:lnTo>
                    <a:pt x="664192" y="91156"/>
                  </a:lnTo>
                  <a:lnTo>
                    <a:pt x="664819" y="92749"/>
                  </a:lnTo>
                  <a:lnTo>
                    <a:pt x="665446" y="94308"/>
                  </a:lnTo>
                  <a:lnTo>
                    <a:pt x="666072" y="95822"/>
                  </a:lnTo>
                  <a:lnTo>
                    <a:pt x="666699" y="97292"/>
                  </a:lnTo>
                  <a:lnTo>
                    <a:pt x="667325" y="98717"/>
                  </a:lnTo>
                  <a:lnTo>
                    <a:pt x="667952" y="100093"/>
                  </a:lnTo>
                  <a:lnTo>
                    <a:pt x="668578" y="101410"/>
                  </a:lnTo>
                  <a:lnTo>
                    <a:pt x="669205" y="102674"/>
                  </a:lnTo>
                  <a:lnTo>
                    <a:pt x="669831" y="103889"/>
                  </a:lnTo>
                  <a:lnTo>
                    <a:pt x="670458" y="105051"/>
                  </a:lnTo>
                  <a:lnTo>
                    <a:pt x="671085" y="106167"/>
                  </a:lnTo>
                  <a:lnTo>
                    <a:pt x="671711" y="107237"/>
                  </a:lnTo>
                  <a:lnTo>
                    <a:pt x="672338" y="108269"/>
                  </a:lnTo>
                  <a:lnTo>
                    <a:pt x="672964" y="109257"/>
                  </a:lnTo>
                  <a:lnTo>
                    <a:pt x="673591" y="110215"/>
                  </a:lnTo>
                  <a:lnTo>
                    <a:pt x="674217" y="111139"/>
                  </a:lnTo>
                  <a:lnTo>
                    <a:pt x="674844" y="112041"/>
                  </a:lnTo>
                  <a:lnTo>
                    <a:pt x="675470" y="112915"/>
                  </a:lnTo>
                  <a:lnTo>
                    <a:pt x="676097" y="113752"/>
                  </a:lnTo>
                  <a:lnTo>
                    <a:pt x="676724" y="114557"/>
                  </a:lnTo>
                  <a:lnTo>
                    <a:pt x="677350" y="115331"/>
                  </a:lnTo>
                  <a:lnTo>
                    <a:pt x="677977" y="116087"/>
                  </a:lnTo>
                  <a:lnTo>
                    <a:pt x="678603" y="116826"/>
                  </a:lnTo>
                  <a:lnTo>
                    <a:pt x="679230" y="117554"/>
                  </a:lnTo>
                  <a:lnTo>
                    <a:pt x="679856" y="118271"/>
                  </a:lnTo>
                  <a:lnTo>
                    <a:pt x="680483" y="118966"/>
                  </a:lnTo>
                  <a:lnTo>
                    <a:pt x="681109" y="119654"/>
                  </a:lnTo>
                  <a:lnTo>
                    <a:pt x="681736" y="120322"/>
                  </a:lnTo>
                  <a:lnTo>
                    <a:pt x="682363" y="120971"/>
                  </a:lnTo>
                  <a:lnTo>
                    <a:pt x="682989" y="121583"/>
                  </a:lnTo>
                  <a:lnTo>
                    <a:pt x="683616" y="122169"/>
                  </a:lnTo>
                  <a:lnTo>
                    <a:pt x="684242" y="122733"/>
                  </a:lnTo>
                  <a:lnTo>
                    <a:pt x="684869" y="123282"/>
                  </a:lnTo>
                  <a:lnTo>
                    <a:pt x="685495" y="123829"/>
                  </a:lnTo>
                  <a:lnTo>
                    <a:pt x="686122" y="124384"/>
                  </a:lnTo>
                  <a:lnTo>
                    <a:pt x="686748" y="124955"/>
                  </a:lnTo>
                  <a:lnTo>
                    <a:pt x="687375" y="125540"/>
                  </a:lnTo>
                  <a:lnTo>
                    <a:pt x="688002" y="126139"/>
                  </a:lnTo>
                  <a:lnTo>
                    <a:pt x="688628" y="126736"/>
                  </a:lnTo>
                  <a:lnTo>
                    <a:pt x="689255" y="127345"/>
                  </a:lnTo>
                  <a:lnTo>
                    <a:pt x="689881" y="127965"/>
                  </a:lnTo>
                  <a:lnTo>
                    <a:pt x="690508" y="128597"/>
                  </a:lnTo>
                  <a:lnTo>
                    <a:pt x="690515" y="161748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1633972" y="5760402"/>
              <a:ext cx="6265552" cy="0"/>
            </a:xfrm>
            <a:custGeom>
              <a:avLst/>
              <a:pathLst>
                <a:path w="6265552" h="0">
                  <a:moveTo>
                    <a:pt x="0" y="0"/>
                  </a:moveTo>
                  <a:lnTo>
                    <a:pt x="626555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1633972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3200360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4766749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6333137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7899525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tx36"/>
            <p:cNvSpPr/>
            <p:nvPr/>
          </p:nvSpPr>
          <p:spPr>
            <a:xfrm>
              <a:off x="1246126" y="597431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79700000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812514" y="597431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79750000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4378902" y="597431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79800000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5945291" y="597431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79850000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7511679" y="597431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79900000</a:t>
              </a:r>
            </a:p>
          </p:txBody>
        </p:sp>
        <p:sp>
          <p:nvSpPr>
            <p:cNvPr id="42" name="pl41"/>
            <p:cNvSpPr/>
            <p:nvPr/>
          </p:nvSpPr>
          <p:spPr>
            <a:xfrm>
              <a:off x="1188720" y="4122336"/>
              <a:ext cx="0" cy="1512709"/>
            </a:xfrm>
            <a:custGeom>
              <a:avLst/>
              <a:pathLst>
                <a:path w="0" h="1512709">
                  <a:moveTo>
                    <a:pt x="0" y="151270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2"/>
            <p:cNvSpPr/>
            <p:nvPr/>
          </p:nvSpPr>
          <p:spPr>
            <a:xfrm>
              <a:off x="1097280" y="5635045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3"/>
            <p:cNvSpPr/>
            <p:nvPr/>
          </p:nvSpPr>
          <p:spPr>
            <a:xfrm>
              <a:off x="1097280" y="5332503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4"/>
            <p:cNvSpPr/>
            <p:nvPr/>
          </p:nvSpPr>
          <p:spPr>
            <a:xfrm>
              <a:off x="1097280" y="502996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5"/>
            <p:cNvSpPr/>
            <p:nvPr/>
          </p:nvSpPr>
          <p:spPr>
            <a:xfrm>
              <a:off x="1097280" y="4727420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6"/>
            <p:cNvSpPr/>
            <p:nvPr/>
          </p:nvSpPr>
          <p:spPr>
            <a:xfrm>
              <a:off x="1097280" y="4424878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7"/>
            <p:cNvSpPr/>
            <p:nvPr/>
          </p:nvSpPr>
          <p:spPr>
            <a:xfrm>
              <a:off x="1097280" y="4122336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tx48"/>
            <p:cNvSpPr/>
            <p:nvPr/>
          </p:nvSpPr>
          <p:spPr>
            <a:xfrm rot="-5400000">
              <a:off x="790447" y="5577412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5.0</a:t>
              </a:r>
            </a:p>
          </p:txBody>
        </p:sp>
        <p:sp>
          <p:nvSpPr>
            <p:cNvPr id="50" name="tx49"/>
            <p:cNvSpPr/>
            <p:nvPr/>
          </p:nvSpPr>
          <p:spPr>
            <a:xfrm rot="-5400000">
              <a:off x="790447" y="4972328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6.0</a:t>
              </a:r>
            </a:p>
          </p:txBody>
        </p:sp>
        <p:sp>
          <p:nvSpPr>
            <p:cNvPr id="51" name="tx50"/>
            <p:cNvSpPr/>
            <p:nvPr/>
          </p:nvSpPr>
          <p:spPr>
            <a:xfrm rot="-5400000">
              <a:off x="790447" y="4367244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7.0</a:t>
              </a:r>
            </a:p>
          </p:txBody>
        </p:sp>
        <p:sp>
          <p:nvSpPr>
            <p:cNvPr id="52" name="pg51"/>
            <p:cNvSpPr/>
            <p:nvPr/>
          </p:nvSpPr>
          <p:spPr>
            <a:xfrm>
              <a:off x="1188720" y="4009485"/>
              <a:ext cx="6766559" cy="1750917"/>
            </a:xfrm>
            <a:custGeom>
              <a:avLst/>
              <a:pathLst>
                <a:path w="6766559" h="1750917">
                  <a:moveTo>
                    <a:pt x="0" y="1750917"/>
                  </a:moveTo>
                  <a:lnTo>
                    <a:pt x="6766559" y="1750917"/>
                  </a:lnTo>
                  <a:lnTo>
                    <a:pt x="676655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tx52"/>
            <p:cNvSpPr/>
            <p:nvPr/>
          </p:nvSpPr>
          <p:spPr>
            <a:xfrm>
              <a:off x="3805207" y="3826542"/>
              <a:ext cx="1533584" cy="1764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EB5_meso_cnt_n</a:t>
              </a:r>
            </a:p>
          </p:txBody>
        </p:sp>
        <p:sp>
          <p:nvSpPr>
            <p:cNvPr id="54" name="tx53"/>
            <p:cNvSpPr/>
            <p:nvPr/>
          </p:nvSpPr>
          <p:spPr>
            <a:xfrm>
              <a:off x="4192897" y="6307858"/>
              <a:ext cx="758204" cy="1474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prof$start</a:t>
              </a:r>
            </a:p>
          </p:txBody>
        </p:sp>
        <p:sp>
          <p:nvSpPr>
            <p:cNvPr id="55" name="pg54"/>
            <p:cNvSpPr/>
            <p:nvPr/>
          </p:nvSpPr>
          <p:spPr>
            <a:xfrm>
              <a:off x="1502039" y="4465983"/>
              <a:ext cx="6171306" cy="1294419"/>
            </a:xfrm>
            <a:custGeom>
              <a:avLst/>
              <a:pathLst>
                <a:path w="6171306" h="1294419">
                  <a:moveTo>
                    <a:pt x="0" y="1294419"/>
                  </a:moveTo>
                  <a:lnTo>
                    <a:pt x="356" y="1293822"/>
                  </a:lnTo>
                  <a:lnTo>
                    <a:pt x="983" y="1292703"/>
                  </a:lnTo>
                  <a:lnTo>
                    <a:pt x="1609" y="1291524"/>
                  </a:lnTo>
                  <a:lnTo>
                    <a:pt x="2236" y="1290306"/>
                  </a:lnTo>
                  <a:lnTo>
                    <a:pt x="2862" y="1289048"/>
                  </a:lnTo>
                  <a:lnTo>
                    <a:pt x="3489" y="1287781"/>
                  </a:lnTo>
                  <a:lnTo>
                    <a:pt x="4116" y="1286480"/>
                  </a:lnTo>
                  <a:lnTo>
                    <a:pt x="4742" y="1285152"/>
                  </a:lnTo>
                  <a:lnTo>
                    <a:pt x="5369" y="1283822"/>
                  </a:lnTo>
                  <a:lnTo>
                    <a:pt x="5995" y="1282488"/>
                  </a:lnTo>
                  <a:lnTo>
                    <a:pt x="6622" y="1281151"/>
                  </a:lnTo>
                  <a:lnTo>
                    <a:pt x="7248" y="1279823"/>
                  </a:lnTo>
                  <a:lnTo>
                    <a:pt x="7875" y="1278511"/>
                  </a:lnTo>
                  <a:lnTo>
                    <a:pt x="8501" y="1277206"/>
                  </a:lnTo>
                  <a:lnTo>
                    <a:pt x="9128" y="1275896"/>
                  </a:lnTo>
                  <a:lnTo>
                    <a:pt x="9755" y="1274569"/>
                  </a:lnTo>
                  <a:lnTo>
                    <a:pt x="10381" y="1273233"/>
                  </a:lnTo>
                  <a:lnTo>
                    <a:pt x="11008" y="1271874"/>
                  </a:lnTo>
                  <a:lnTo>
                    <a:pt x="11634" y="1270465"/>
                  </a:lnTo>
                  <a:lnTo>
                    <a:pt x="12261" y="1269011"/>
                  </a:lnTo>
                  <a:lnTo>
                    <a:pt x="12887" y="1267509"/>
                  </a:lnTo>
                  <a:lnTo>
                    <a:pt x="13514" y="1265978"/>
                  </a:lnTo>
                  <a:lnTo>
                    <a:pt x="14140" y="1264428"/>
                  </a:lnTo>
                  <a:lnTo>
                    <a:pt x="14767" y="1262857"/>
                  </a:lnTo>
                  <a:lnTo>
                    <a:pt x="15394" y="1261271"/>
                  </a:lnTo>
                  <a:lnTo>
                    <a:pt x="16020" y="1259672"/>
                  </a:lnTo>
                  <a:lnTo>
                    <a:pt x="16647" y="1258056"/>
                  </a:lnTo>
                  <a:lnTo>
                    <a:pt x="17273" y="1256402"/>
                  </a:lnTo>
                  <a:lnTo>
                    <a:pt x="17900" y="1254710"/>
                  </a:lnTo>
                  <a:lnTo>
                    <a:pt x="18526" y="1252995"/>
                  </a:lnTo>
                  <a:lnTo>
                    <a:pt x="19153" y="1251302"/>
                  </a:lnTo>
                  <a:lnTo>
                    <a:pt x="19779" y="1249646"/>
                  </a:lnTo>
                  <a:lnTo>
                    <a:pt x="20406" y="1248037"/>
                  </a:lnTo>
                  <a:lnTo>
                    <a:pt x="21033" y="1246474"/>
                  </a:lnTo>
                  <a:lnTo>
                    <a:pt x="21659" y="1244970"/>
                  </a:lnTo>
                  <a:lnTo>
                    <a:pt x="22286" y="1243531"/>
                  </a:lnTo>
                  <a:lnTo>
                    <a:pt x="22912" y="1242163"/>
                  </a:lnTo>
                  <a:lnTo>
                    <a:pt x="23539" y="1240859"/>
                  </a:lnTo>
                  <a:lnTo>
                    <a:pt x="24165" y="1239603"/>
                  </a:lnTo>
                  <a:lnTo>
                    <a:pt x="24792" y="1238396"/>
                  </a:lnTo>
                  <a:lnTo>
                    <a:pt x="25418" y="1237232"/>
                  </a:lnTo>
                  <a:lnTo>
                    <a:pt x="26045" y="1236141"/>
                  </a:lnTo>
                  <a:lnTo>
                    <a:pt x="26672" y="1235132"/>
                  </a:lnTo>
                  <a:lnTo>
                    <a:pt x="27298" y="1234204"/>
                  </a:lnTo>
                  <a:lnTo>
                    <a:pt x="27925" y="1233356"/>
                  </a:lnTo>
                  <a:lnTo>
                    <a:pt x="28551" y="1232554"/>
                  </a:lnTo>
                  <a:lnTo>
                    <a:pt x="29178" y="1231797"/>
                  </a:lnTo>
                  <a:lnTo>
                    <a:pt x="29804" y="1231079"/>
                  </a:lnTo>
                  <a:lnTo>
                    <a:pt x="30431" y="1230400"/>
                  </a:lnTo>
                  <a:lnTo>
                    <a:pt x="31057" y="1229748"/>
                  </a:lnTo>
                  <a:lnTo>
                    <a:pt x="31684" y="1229125"/>
                  </a:lnTo>
                  <a:lnTo>
                    <a:pt x="32311" y="1228516"/>
                  </a:lnTo>
                  <a:lnTo>
                    <a:pt x="32937" y="1227930"/>
                  </a:lnTo>
                  <a:lnTo>
                    <a:pt x="33564" y="1227351"/>
                  </a:lnTo>
                  <a:lnTo>
                    <a:pt x="34190" y="1226758"/>
                  </a:lnTo>
                  <a:lnTo>
                    <a:pt x="34817" y="1226151"/>
                  </a:lnTo>
                  <a:lnTo>
                    <a:pt x="35443" y="1225518"/>
                  </a:lnTo>
                  <a:lnTo>
                    <a:pt x="36070" y="1224881"/>
                  </a:lnTo>
                  <a:lnTo>
                    <a:pt x="36696" y="1224248"/>
                  </a:lnTo>
                  <a:lnTo>
                    <a:pt x="37323" y="1223599"/>
                  </a:lnTo>
                  <a:lnTo>
                    <a:pt x="37950" y="1222954"/>
                  </a:lnTo>
                  <a:lnTo>
                    <a:pt x="38576" y="1222312"/>
                  </a:lnTo>
                  <a:lnTo>
                    <a:pt x="39203" y="1221674"/>
                  </a:lnTo>
                  <a:lnTo>
                    <a:pt x="39829" y="1221038"/>
                  </a:lnTo>
                  <a:lnTo>
                    <a:pt x="40456" y="1220422"/>
                  </a:lnTo>
                  <a:lnTo>
                    <a:pt x="41082" y="1219839"/>
                  </a:lnTo>
                  <a:lnTo>
                    <a:pt x="41709" y="1219314"/>
                  </a:lnTo>
                  <a:lnTo>
                    <a:pt x="42335" y="1218841"/>
                  </a:lnTo>
                  <a:lnTo>
                    <a:pt x="42962" y="1218439"/>
                  </a:lnTo>
                  <a:lnTo>
                    <a:pt x="43589" y="1218124"/>
                  </a:lnTo>
                  <a:lnTo>
                    <a:pt x="44215" y="1217900"/>
                  </a:lnTo>
                  <a:lnTo>
                    <a:pt x="44842" y="1217751"/>
                  </a:lnTo>
                  <a:lnTo>
                    <a:pt x="45468" y="1217668"/>
                  </a:lnTo>
                  <a:lnTo>
                    <a:pt x="46095" y="1217646"/>
                  </a:lnTo>
                  <a:lnTo>
                    <a:pt x="46721" y="1217687"/>
                  </a:lnTo>
                  <a:lnTo>
                    <a:pt x="47348" y="1217778"/>
                  </a:lnTo>
                  <a:lnTo>
                    <a:pt x="47974" y="1217922"/>
                  </a:lnTo>
                  <a:lnTo>
                    <a:pt x="48601" y="1218117"/>
                  </a:lnTo>
                  <a:lnTo>
                    <a:pt x="49228" y="1218380"/>
                  </a:lnTo>
                  <a:lnTo>
                    <a:pt x="49854" y="1218737"/>
                  </a:lnTo>
                  <a:lnTo>
                    <a:pt x="50481" y="1219190"/>
                  </a:lnTo>
                  <a:lnTo>
                    <a:pt x="51107" y="1219721"/>
                  </a:lnTo>
                  <a:lnTo>
                    <a:pt x="51734" y="1220314"/>
                  </a:lnTo>
                  <a:lnTo>
                    <a:pt x="52360" y="1220961"/>
                  </a:lnTo>
                  <a:lnTo>
                    <a:pt x="52987" y="1221667"/>
                  </a:lnTo>
                  <a:lnTo>
                    <a:pt x="53613" y="1222444"/>
                  </a:lnTo>
                  <a:lnTo>
                    <a:pt x="54240" y="1223290"/>
                  </a:lnTo>
                  <a:lnTo>
                    <a:pt x="54867" y="1224207"/>
                  </a:lnTo>
                  <a:lnTo>
                    <a:pt x="55493" y="1225183"/>
                  </a:lnTo>
                  <a:lnTo>
                    <a:pt x="56120" y="1226247"/>
                  </a:lnTo>
                  <a:lnTo>
                    <a:pt x="56746" y="1227386"/>
                  </a:lnTo>
                  <a:lnTo>
                    <a:pt x="57373" y="1228593"/>
                  </a:lnTo>
                  <a:lnTo>
                    <a:pt x="57999" y="1229859"/>
                  </a:lnTo>
                  <a:lnTo>
                    <a:pt x="58626" y="1231165"/>
                  </a:lnTo>
                  <a:lnTo>
                    <a:pt x="59252" y="1232492"/>
                  </a:lnTo>
                  <a:lnTo>
                    <a:pt x="59879" y="1233840"/>
                  </a:lnTo>
                  <a:lnTo>
                    <a:pt x="60506" y="1235211"/>
                  </a:lnTo>
                  <a:lnTo>
                    <a:pt x="61132" y="1236620"/>
                  </a:lnTo>
                  <a:lnTo>
                    <a:pt x="61759" y="1238051"/>
                  </a:lnTo>
                  <a:lnTo>
                    <a:pt x="62385" y="1239495"/>
                  </a:lnTo>
                  <a:lnTo>
                    <a:pt x="63012" y="1240959"/>
                  </a:lnTo>
                  <a:lnTo>
                    <a:pt x="63638" y="1242441"/>
                  </a:lnTo>
                  <a:lnTo>
                    <a:pt x="64265" y="1243948"/>
                  </a:lnTo>
                  <a:lnTo>
                    <a:pt x="64891" y="1245471"/>
                  </a:lnTo>
                  <a:lnTo>
                    <a:pt x="65518" y="1247015"/>
                  </a:lnTo>
                  <a:lnTo>
                    <a:pt x="66145" y="1248563"/>
                  </a:lnTo>
                  <a:lnTo>
                    <a:pt x="66771" y="1250144"/>
                  </a:lnTo>
                  <a:lnTo>
                    <a:pt x="67398" y="1251762"/>
                  </a:lnTo>
                  <a:lnTo>
                    <a:pt x="68024" y="1253416"/>
                  </a:lnTo>
                  <a:lnTo>
                    <a:pt x="68651" y="1255097"/>
                  </a:lnTo>
                  <a:lnTo>
                    <a:pt x="69277" y="1256798"/>
                  </a:lnTo>
                  <a:lnTo>
                    <a:pt x="69904" y="1258492"/>
                  </a:lnTo>
                  <a:lnTo>
                    <a:pt x="70530" y="1260156"/>
                  </a:lnTo>
                  <a:lnTo>
                    <a:pt x="71157" y="1261805"/>
                  </a:lnTo>
                  <a:lnTo>
                    <a:pt x="71784" y="1263447"/>
                  </a:lnTo>
                  <a:lnTo>
                    <a:pt x="72410" y="1265092"/>
                  </a:lnTo>
                  <a:lnTo>
                    <a:pt x="73037" y="1266733"/>
                  </a:lnTo>
                  <a:lnTo>
                    <a:pt x="73663" y="1268360"/>
                  </a:lnTo>
                  <a:lnTo>
                    <a:pt x="74290" y="1269981"/>
                  </a:lnTo>
                  <a:lnTo>
                    <a:pt x="74916" y="1271584"/>
                  </a:lnTo>
                  <a:lnTo>
                    <a:pt x="75543" y="1273174"/>
                  </a:lnTo>
                  <a:lnTo>
                    <a:pt x="76169" y="1274715"/>
                  </a:lnTo>
                  <a:lnTo>
                    <a:pt x="76796" y="1276215"/>
                  </a:lnTo>
                  <a:lnTo>
                    <a:pt x="77423" y="1277670"/>
                  </a:lnTo>
                  <a:lnTo>
                    <a:pt x="78049" y="1279070"/>
                  </a:lnTo>
                  <a:lnTo>
                    <a:pt x="78676" y="1280405"/>
                  </a:lnTo>
                  <a:lnTo>
                    <a:pt x="79302" y="1281684"/>
                  </a:lnTo>
                  <a:lnTo>
                    <a:pt x="79929" y="1282916"/>
                  </a:lnTo>
                  <a:lnTo>
                    <a:pt x="80555" y="1284097"/>
                  </a:lnTo>
                  <a:lnTo>
                    <a:pt x="81182" y="1285222"/>
                  </a:lnTo>
                  <a:lnTo>
                    <a:pt x="81808" y="1286242"/>
                  </a:lnTo>
                  <a:lnTo>
                    <a:pt x="82435" y="1287123"/>
                  </a:lnTo>
                  <a:lnTo>
                    <a:pt x="83062" y="1287869"/>
                  </a:lnTo>
                  <a:lnTo>
                    <a:pt x="83688" y="1288486"/>
                  </a:lnTo>
                  <a:lnTo>
                    <a:pt x="84315" y="1288981"/>
                  </a:lnTo>
                  <a:lnTo>
                    <a:pt x="84941" y="1289354"/>
                  </a:lnTo>
                  <a:lnTo>
                    <a:pt x="85568" y="1289609"/>
                  </a:lnTo>
                  <a:lnTo>
                    <a:pt x="86194" y="1289749"/>
                  </a:lnTo>
                  <a:lnTo>
                    <a:pt x="86821" y="1289772"/>
                  </a:lnTo>
                  <a:lnTo>
                    <a:pt x="87447" y="1289690"/>
                  </a:lnTo>
                  <a:lnTo>
                    <a:pt x="88074" y="1289507"/>
                  </a:lnTo>
                  <a:lnTo>
                    <a:pt x="88701" y="1289240"/>
                  </a:lnTo>
                  <a:lnTo>
                    <a:pt x="89327" y="1288915"/>
                  </a:lnTo>
                  <a:lnTo>
                    <a:pt x="89954" y="1288541"/>
                  </a:lnTo>
                  <a:lnTo>
                    <a:pt x="90580" y="1288132"/>
                  </a:lnTo>
                  <a:lnTo>
                    <a:pt x="91207" y="1287708"/>
                  </a:lnTo>
                  <a:lnTo>
                    <a:pt x="91833" y="1287289"/>
                  </a:lnTo>
                  <a:lnTo>
                    <a:pt x="92460" y="1286869"/>
                  </a:lnTo>
                  <a:lnTo>
                    <a:pt x="93086" y="1286434"/>
                  </a:lnTo>
                  <a:lnTo>
                    <a:pt x="93713" y="1286004"/>
                  </a:lnTo>
                  <a:lnTo>
                    <a:pt x="94340" y="1285592"/>
                  </a:lnTo>
                  <a:lnTo>
                    <a:pt x="94966" y="1285199"/>
                  </a:lnTo>
                  <a:lnTo>
                    <a:pt x="95593" y="1284823"/>
                  </a:lnTo>
                  <a:lnTo>
                    <a:pt x="96219" y="1284458"/>
                  </a:lnTo>
                  <a:lnTo>
                    <a:pt x="96846" y="1284117"/>
                  </a:lnTo>
                  <a:lnTo>
                    <a:pt x="97472" y="1283784"/>
                  </a:lnTo>
                  <a:lnTo>
                    <a:pt x="98099" y="1283463"/>
                  </a:lnTo>
                  <a:lnTo>
                    <a:pt x="98725" y="1283113"/>
                  </a:lnTo>
                  <a:lnTo>
                    <a:pt x="99352" y="1282689"/>
                  </a:lnTo>
                  <a:lnTo>
                    <a:pt x="99979" y="1282164"/>
                  </a:lnTo>
                  <a:lnTo>
                    <a:pt x="100605" y="1281536"/>
                  </a:lnTo>
                  <a:lnTo>
                    <a:pt x="101232" y="1280815"/>
                  </a:lnTo>
                  <a:lnTo>
                    <a:pt x="101858" y="1280013"/>
                  </a:lnTo>
                  <a:lnTo>
                    <a:pt x="102485" y="1279147"/>
                  </a:lnTo>
                  <a:lnTo>
                    <a:pt x="103111" y="1278201"/>
                  </a:lnTo>
                  <a:lnTo>
                    <a:pt x="103738" y="1277161"/>
                  </a:lnTo>
                  <a:lnTo>
                    <a:pt x="104364" y="1275999"/>
                  </a:lnTo>
                  <a:lnTo>
                    <a:pt x="104991" y="1274722"/>
                  </a:lnTo>
                  <a:lnTo>
                    <a:pt x="105618" y="1273336"/>
                  </a:lnTo>
                  <a:lnTo>
                    <a:pt x="106244" y="1271833"/>
                  </a:lnTo>
                  <a:lnTo>
                    <a:pt x="106871" y="1270224"/>
                  </a:lnTo>
                  <a:lnTo>
                    <a:pt x="107497" y="1268524"/>
                  </a:lnTo>
                  <a:lnTo>
                    <a:pt x="108124" y="1266765"/>
                  </a:lnTo>
                  <a:lnTo>
                    <a:pt x="108750" y="1264972"/>
                  </a:lnTo>
                  <a:lnTo>
                    <a:pt x="109377" y="1263163"/>
                  </a:lnTo>
                  <a:lnTo>
                    <a:pt x="110003" y="1261352"/>
                  </a:lnTo>
                  <a:lnTo>
                    <a:pt x="110630" y="1259530"/>
                  </a:lnTo>
                  <a:lnTo>
                    <a:pt x="111257" y="1257691"/>
                  </a:lnTo>
                  <a:lnTo>
                    <a:pt x="111883" y="1255821"/>
                  </a:lnTo>
                  <a:lnTo>
                    <a:pt x="112510" y="1253932"/>
                  </a:lnTo>
                  <a:lnTo>
                    <a:pt x="113136" y="1252020"/>
                  </a:lnTo>
                  <a:lnTo>
                    <a:pt x="113763" y="1250109"/>
                  </a:lnTo>
                  <a:lnTo>
                    <a:pt x="114389" y="1248217"/>
                  </a:lnTo>
                  <a:lnTo>
                    <a:pt x="115016" y="1246312"/>
                  </a:lnTo>
                  <a:lnTo>
                    <a:pt x="115642" y="1244387"/>
                  </a:lnTo>
                  <a:lnTo>
                    <a:pt x="116269" y="1242428"/>
                  </a:lnTo>
                  <a:lnTo>
                    <a:pt x="116896" y="1240418"/>
                  </a:lnTo>
                  <a:lnTo>
                    <a:pt x="117522" y="1238351"/>
                  </a:lnTo>
                  <a:lnTo>
                    <a:pt x="118149" y="1236236"/>
                  </a:lnTo>
                  <a:lnTo>
                    <a:pt x="118775" y="1234068"/>
                  </a:lnTo>
                  <a:lnTo>
                    <a:pt x="119402" y="1231874"/>
                  </a:lnTo>
                  <a:lnTo>
                    <a:pt x="120028" y="1229663"/>
                  </a:lnTo>
                  <a:lnTo>
                    <a:pt x="120655" y="1227443"/>
                  </a:lnTo>
                  <a:lnTo>
                    <a:pt x="121281" y="1225212"/>
                  </a:lnTo>
                  <a:lnTo>
                    <a:pt x="121908" y="1222967"/>
                  </a:lnTo>
                  <a:lnTo>
                    <a:pt x="122535" y="1220705"/>
                  </a:lnTo>
                  <a:lnTo>
                    <a:pt x="123161" y="1218422"/>
                  </a:lnTo>
                  <a:lnTo>
                    <a:pt x="123788" y="1216102"/>
                  </a:lnTo>
                  <a:lnTo>
                    <a:pt x="124414" y="1213790"/>
                  </a:lnTo>
                  <a:lnTo>
                    <a:pt x="125041" y="1211487"/>
                  </a:lnTo>
                  <a:lnTo>
                    <a:pt x="125667" y="1209163"/>
                  </a:lnTo>
                  <a:lnTo>
                    <a:pt x="126294" y="1206817"/>
                  </a:lnTo>
                  <a:lnTo>
                    <a:pt x="126920" y="1204427"/>
                  </a:lnTo>
                  <a:lnTo>
                    <a:pt x="127547" y="1201984"/>
                  </a:lnTo>
                  <a:lnTo>
                    <a:pt x="128174" y="1199484"/>
                  </a:lnTo>
                  <a:lnTo>
                    <a:pt x="128800" y="1196921"/>
                  </a:lnTo>
                  <a:lnTo>
                    <a:pt x="129427" y="1194289"/>
                  </a:lnTo>
                  <a:lnTo>
                    <a:pt x="130053" y="1191590"/>
                  </a:lnTo>
                  <a:lnTo>
                    <a:pt x="130680" y="1188830"/>
                  </a:lnTo>
                  <a:lnTo>
                    <a:pt x="131306" y="1186043"/>
                  </a:lnTo>
                  <a:lnTo>
                    <a:pt x="131933" y="1183252"/>
                  </a:lnTo>
                  <a:lnTo>
                    <a:pt x="132559" y="1180459"/>
                  </a:lnTo>
                  <a:lnTo>
                    <a:pt x="133186" y="1177673"/>
                  </a:lnTo>
                  <a:lnTo>
                    <a:pt x="133813" y="1174881"/>
                  </a:lnTo>
                  <a:lnTo>
                    <a:pt x="134439" y="1172095"/>
                  </a:lnTo>
                  <a:lnTo>
                    <a:pt x="135066" y="1169340"/>
                  </a:lnTo>
                  <a:lnTo>
                    <a:pt x="135692" y="1166617"/>
                  </a:lnTo>
                  <a:lnTo>
                    <a:pt x="136319" y="1163953"/>
                  </a:lnTo>
                  <a:lnTo>
                    <a:pt x="136945" y="1161358"/>
                  </a:lnTo>
                  <a:lnTo>
                    <a:pt x="137572" y="1158838"/>
                  </a:lnTo>
                  <a:lnTo>
                    <a:pt x="138198" y="1156397"/>
                  </a:lnTo>
                  <a:lnTo>
                    <a:pt x="138825" y="1154047"/>
                  </a:lnTo>
                  <a:lnTo>
                    <a:pt x="139452" y="1151771"/>
                  </a:lnTo>
                  <a:lnTo>
                    <a:pt x="140078" y="1149568"/>
                  </a:lnTo>
                  <a:lnTo>
                    <a:pt x="140705" y="1147418"/>
                  </a:lnTo>
                  <a:lnTo>
                    <a:pt x="141331" y="1145315"/>
                  </a:lnTo>
                  <a:lnTo>
                    <a:pt x="141958" y="1143277"/>
                  </a:lnTo>
                  <a:lnTo>
                    <a:pt x="142584" y="1141307"/>
                  </a:lnTo>
                  <a:lnTo>
                    <a:pt x="143211" y="1139409"/>
                  </a:lnTo>
                  <a:lnTo>
                    <a:pt x="143837" y="1137580"/>
                  </a:lnTo>
                  <a:lnTo>
                    <a:pt x="144464" y="1135815"/>
                  </a:lnTo>
                  <a:lnTo>
                    <a:pt x="145091" y="1134151"/>
                  </a:lnTo>
                  <a:lnTo>
                    <a:pt x="145717" y="1132583"/>
                  </a:lnTo>
                  <a:lnTo>
                    <a:pt x="146344" y="1131110"/>
                  </a:lnTo>
                  <a:lnTo>
                    <a:pt x="146970" y="1129755"/>
                  </a:lnTo>
                  <a:lnTo>
                    <a:pt x="147597" y="1128518"/>
                  </a:lnTo>
                  <a:lnTo>
                    <a:pt x="148223" y="1127392"/>
                  </a:lnTo>
                  <a:lnTo>
                    <a:pt x="148850" y="1126385"/>
                  </a:lnTo>
                  <a:lnTo>
                    <a:pt x="149476" y="1125490"/>
                  </a:lnTo>
                  <a:lnTo>
                    <a:pt x="150103" y="1124694"/>
                  </a:lnTo>
                  <a:lnTo>
                    <a:pt x="150730" y="1124004"/>
                  </a:lnTo>
                  <a:lnTo>
                    <a:pt x="151356" y="1123394"/>
                  </a:lnTo>
                  <a:lnTo>
                    <a:pt x="151983" y="1122838"/>
                  </a:lnTo>
                  <a:lnTo>
                    <a:pt x="152609" y="1122322"/>
                  </a:lnTo>
                  <a:lnTo>
                    <a:pt x="153236" y="1121838"/>
                  </a:lnTo>
                  <a:lnTo>
                    <a:pt x="153862" y="1121383"/>
                  </a:lnTo>
                  <a:lnTo>
                    <a:pt x="154489" y="1120935"/>
                  </a:lnTo>
                  <a:lnTo>
                    <a:pt x="155115" y="1120493"/>
                  </a:lnTo>
                  <a:lnTo>
                    <a:pt x="155742" y="1120071"/>
                  </a:lnTo>
                  <a:lnTo>
                    <a:pt x="156369" y="1119625"/>
                  </a:lnTo>
                  <a:lnTo>
                    <a:pt x="156995" y="1119152"/>
                  </a:lnTo>
                  <a:lnTo>
                    <a:pt x="157622" y="1118684"/>
                  </a:lnTo>
                  <a:lnTo>
                    <a:pt x="158248" y="1118217"/>
                  </a:lnTo>
                  <a:lnTo>
                    <a:pt x="158875" y="1117777"/>
                  </a:lnTo>
                  <a:lnTo>
                    <a:pt x="159501" y="1117372"/>
                  </a:lnTo>
                  <a:lnTo>
                    <a:pt x="160128" y="1117007"/>
                  </a:lnTo>
                  <a:lnTo>
                    <a:pt x="160754" y="1116693"/>
                  </a:lnTo>
                  <a:lnTo>
                    <a:pt x="161381" y="1116446"/>
                  </a:lnTo>
                  <a:lnTo>
                    <a:pt x="162008" y="1116307"/>
                  </a:lnTo>
                  <a:lnTo>
                    <a:pt x="162634" y="1116295"/>
                  </a:lnTo>
                  <a:lnTo>
                    <a:pt x="163261" y="1116406"/>
                  </a:lnTo>
                  <a:lnTo>
                    <a:pt x="163887" y="1116641"/>
                  </a:lnTo>
                  <a:lnTo>
                    <a:pt x="164514" y="1117012"/>
                  </a:lnTo>
                  <a:lnTo>
                    <a:pt x="165140" y="1117502"/>
                  </a:lnTo>
                  <a:lnTo>
                    <a:pt x="165767" y="1118128"/>
                  </a:lnTo>
                  <a:lnTo>
                    <a:pt x="166393" y="1118887"/>
                  </a:lnTo>
                  <a:lnTo>
                    <a:pt x="167020" y="1119755"/>
                  </a:lnTo>
                  <a:lnTo>
                    <a:pt x="167647" y="1120732"/>
                  </a:lnTo>
                  <a:lnTo>
                    <a:pt x="168273" y="1121794"/>
                  </a:lnTo>
                  <a:lnTo>
                    <a:pt x="168900" y="1122935"/>
                  </a:lnTo>
                  <a:lnTo>
                    <a:pt x="169526" y="1124141"/>
                  </a:lnTo>
                  <a:lnTo>
                    <a:pt x="170153" y="1125407"/>
                  </a:lnTo>
                  <a:lnTo>
                    <a:pt x="170779" y="1126718"/>
                  </a:lnTo>
                  <a:lnTo>
                    <a:pt x="171406" y="1128046"/>
                  </a:lnTo>
                  <a:lnTo>
                    <a:pt x="172032" y="1129381"/>
                  </a:lnTo>
                  <a:lnTo>
                    <a:pt x="172659" y="1130711"/>
                  </a:lnTo>
                  <a:lnTo>
                    <a:pt x="173286" y="1132030"/>
                  </a:lnTo>
                  <a:lnTo>
                    <a:pt x="173912" y="1133305"/>
                  </a:lnTo>
                  <a:lnTo>
                    <a:pt x="174539" y="1134565"/>
                  </a:lnTo>
                  <a:lnTo>
                    <a:pt x="175165" y="1135798"/>
                  </a:lnTo>
                  <a:lnTo>
                    <a:pt x="175792" y="1137001"/>
                  </a:lnTo>
                  <a:lnTo>
                    <a:pt x="176418" y="1138178"/>
                  </a:lnTo>
                  <a:lnTo>
                    <a:pt x="177045" y="1139307"/>
                  </a:lnTo>
                  <a:lnTo>
                    <a:pt x="177671" y="1140420"/>
                  </a:lnTo>
                  <a:lnTo>
                    <a:pt x="178298" y="1141517"/>
                  </a:lnTo>
                  <a:lnTo>
                    <a:pt x="178925" y="1142609"/>
                  </a:lnTo>
                  <a:lnTo>
                    <a:pt x="179551" y="1143700"/>
                  </a:lnTo>
                  <a:lnTo>
                    <a:pt x="180178" y="1144797"/>
                  </a:lnTo>
                  <a:lnTo>
                    <a:pt x="180804" y="1145902"/>
                  </a:lnTo>
                  <a:lnTo>
                    <a:pt x="181431" y="1147011"/>
                  </a:lnTo>
                  <a:lnTo>
                    <a:pt x="182057" y="1148129"/>
                  </a:lnTo>
                  <a:lnTo>
                    <a:pt x="182684" y="1149256"/>
                  </a:lnTo>
                  <a:lnTo>
                    <a:pt x="183310" y="1150394"/>
                  </a:lnTo>
                  <a:lnTo>
                    <a:pt x="183937" y="1151536"/>
                  </a:lnTo>
                  <a:lnTo>
                    <a:pt x="184564" y="1152687"/>
                  </a:lnTo>
                  <a:lnTo>
                    <a:pt x="185190" y="1153852"/>
                  </a:lnTo>
                  <a:lnTo>
                    <a:pt x="185817" y="1155033"/>
                  </a:lnTo>
                  <a:lnTo>
                    <a:pt x="186443" y="1156247"/>
                  </a:lnTo>
                  <a:lnTo>
                    <a:pt x="187070" y="1157472"/>
                  </a:lnTo>
                  <a:lnTo>
                    <a:pt x="187696" y="1158708"/>
                  </a:lnTo>
                  <a:lnTo>
                    <a:pt x="188323" y="1159981"/>
                  </a:lnTo>
                  <a:lnTo>
                    <a:pt x="188949" y="1161294"/>
                  </a:lnTo>
                  <a:lnTo>
                    <a:pt x="189576" y="1162668"/>
                  </a:lnTo>
                  <a:lnTo>
                    <a:pt x="190203" y="1164114"/>
                  </a:lnTo>
                  <a:lnTo>
                    <a:pt x="190829" y="1165626"/>
                  </a:lnTo>
                  <a:lnTo>
                    <a:pt x="191456" y="1167204"/>
                  </a:lnTo>
                  <a:lnTo>
                    <a:pt x="192082" y="1168845"/>
                  </a:lnTo>
                  <a:lnTo>
                    <a:pt x="192709" y="1170548"/>
                  </a:lnTo>
                  <a:lnTo>
                    <a:pt x="193335" y="1172306"/>
                  </a:lnTo>
                  <a:lnTo>
                    <a:pt x="193962" y="1174093"/>
                  </a:lnTo>
                  <a:lnTo>
                    <a:pt x="194588" y="1175897"/>
                  </a:lnTo>
                  <a:lnTo>
                    <a:pt x="195215" y="1177738"/>
                  </a:lnTo>
                  <a:lnTo>
                    <a:pt x="195842" y="1179622"/>
                  </a:lnTo>
                  <a:lnTo>
                    <a:pt x="196468" y="1181549"/>
                  </a:lnTo>
                  <a:lnTo>
                    <a:pt x="197095" y="1183513"/>
                  </a:lnTo>
                  <a:lnTo>
                    <a:pt x="197721" y="1185489"/>
                  </a:lnTo>
                  <a:lnTo>
                    <a:pt x="198348" y="1187473"/>
                  </a:lnTo>
                  <a:lnTo>
                    <a:pt x="198974" y="1189448"/>
                  </a:lnTo>
                  <a:lnTo>
                    <a:pt x="199601" y="1191413"/>
                  </a:lnTo>
                  <a:lnTo>
                    <a:pt x="200227" y="1193374"/>
                  </a:lnTo>
                  <a:lnTo>
                    <a:pt x="200854" y="1195330"/>
                  </a:lnTo>
                  <a:lnTo>
                    <a:pt x="201481" y="1197285"/>
                  </a:lnTo>
                  <a:lnTo>
                    <a:pt x="202107" y="1199256"/>
                  </a:lnTo>
                  <a:lnTo>
                    <a:pt x="202734" y="1201246"/>
                  </a:lnTo>
                  <a:lnTo>
                    <a:pt x="203360" y="1203283"/>
                  </a:lnTo>
                  <a:lnTo>
                    <a:pt x="203987" y="1205369"/>
                  </a:lnTo>
                  <a:lnTo>
                    <a:pt x="204613" y="1207498"/>
                  </a:lnTo>
                  <a:lnTo>
                    <a:pt x="205240" y="1209670"/>
                  </a:lnTo>
                  <a:lnTo>
                    <a:pt x="205866" y="1211886"/>
                  </a:lnTo>
                  <a:lnTo>
                    <a:pt x="206493" y="1214135"/>
                  </a:lnTo>
                  <a:lnTo>
                    <a:pt x="207120" y="1216425"/>
                  </a:lnTo>
                  <a:lnTo>
                    <a:pt x="207746" y="1218739"/>
                  </a:lnTo>
                  <a:lnTo>
                    <a:pt x="208373" y="1221073"/>
                  </a:lnTo>
                  <a:lnTo>
                    <a:pt x="208999" y="1223420"/>
                  </a:lnTo>
                  <a:lnTo>
                    <a:pt x="209626" y="1225754"/>
                  </a:lnTo>
                  <a:lnTo>
                    <a:pt x="210252" y="1228075"/>
                  </a:lnTo>
                  <a:lnTo>
                    <a:pt x="210879" y="1230378"/>
                  </a:lnTo>
                  <a:lnTo>
                    <a:pt x="211505" y="1232642"/>
                  </a:lnTo>
                  <a:lnTo>
                    <a:pt x="212132" y="1234876"/>
                  </a:lnTo>
                  <a:lnTo>
                    <a:pt x="212759" y="1237089"/>
                  </a:lnTo>
                  <a:lnTo>
                    <a:pt x="213385" y="1239263"/>
                  </a:lnTo>
                  <a:lnTo>
                    <a:pt x="214012" y="1241367"/>
                  </a:lnTo>
                  <a:lnTo>
                    <a:pt x="214638" y="1243387"/>
                  </a:lnTo>
                  <a:lnTo>
                    <a:pt x="215265" y="1245318"/>
                  </a:lnTo>
                  <a:lnTo>
                    <a:pt x="215891" y="1247178"/>
                  </a:lnTo>
                  <a:lnTo>
                    <a:pt x="216518" y="1248966"/>
                  </a:lnTo>
                  <a:lnTo>
                    <a:pt x="217144" y="1250688"/>
                  </a:lnTo>
                  <a:lnTo>
                    <a:pt x="217771" y="1252354"/>
                  </a:lnTo>
                  <a:lnTo>
                    <a:pt x="218397" y="1253972"/>
                  </a:lnTo>
                  <a:lnTo>
                    <a:pt x="219024" y="1255555"/>
                  </a:lnTo>
                  <a:lnTo>
                    <a:pt x="219651" y="1257098"/>
                  </a:lnTo>
                  <a:lnTo>
                    <a:pt x="220277" y="1258574"/>
                  </a:lnTo>
                  <a:lnTo>
                    <a:pt x="220904" y="1259993"/>
                  </a:lnTo>
                  <a:lnTo>
                    <a:pt x="221530" y="1261329"/>
                  </a:lnTo>
                  <a:lnTo>
                    <a:pt x="222157" y="1262579"/>
                  </a:lnTo>
                  <a:lnTo>
                    <a:pt x="222783" y="1263759"/>
                  </a:lnTo>
                  <a:lnTo>
                    <a:pt x="223410" y="1264889"/>
                  </a:lnTo>
                  <a:lnTo>
                    <a:pt x="224036" y="1265980"/>
                  </a:lnTo>
                  <a:lnTo>
                    <a:pt x="224663" y="1267031"/>
                  </a:lnTo>
                  <a:lnTo>
                    <a:pt x="225290" y="1268056"/>
                  </a:lnTo>
                  <a:lnTo>
                    <a:pt x="225916" y="1269058"/>
                  </a:lnTo>
                  <a:lnTo>
                    <a:pt x="226543" y="1270027"/>
                  </a:lnTo>
                  <a:lnTo>
                    <a:pt x="227169" y="1270945"/>
                  </a:lnTo>
                  <a:lnTo>
                    <a:pt x="227796" y="1271820"/>
                  </a:lnTo>
                  <a:lnTo>
                    <a:pt x="228422" y="1272662"/>
                  </a:lnTo>
                  <a:lnTo>
                    <a:pt x="229049" y="1273486"/>
                  </a:lnTo>
                  <a:lnTo>
                    <a:pt x="229675" y="1274314"/>
                  </a:lnTo>
                  <a:lnTo>
                    <a:pt x="230302" y="1275138"/>
                  </a:lnTo>
                  <a:lnTo>
                    <a:pt x="230929" y="1275985"/>
                  </a:lnTo>
                  <a:lnTo>
                    <a:pt x="231555" y="1276845"/>
                  </a:lnTo>
                  <a:lnTo>
                    <a:pt x="232182" y="1277716"/>
                  </a:lnTo>
                  <a:lnTo>
                    <a:pt x="232808" y="1278590"/>
                  </a:lnTo>
                  <a:lnTo>
                    <a:pt x="233435" y="1279475"/>
                  </a:lnTo>
                  <a:lnTo>
                    <a:pt x="234061" y="1280353"/>
                  </a:lnTo>
                  <a:lnTo>
                    <a:pt x="234688" y="1281206"/>
                  </a:lnTo>
                  <a:lnTo>
                    <a:pt x="235314" y="1282042"/>
                  </a:lnTo>
                  <a:lnTo>
                    <a:pt x="235941" y="1282860"/>
                  </a:lnTo>
                  <a:lnTo>
                    <a:pt x="236568" y="1283674"/>
                  </a:lnTo>
                  <a:lnTo>
                    <a:pt x="237194" y="1284460"/>
                  </a:lnTo>
                  <a:lnTo>
                    <a:pt x="237821" y="1285208"/>
                  </a:lnTo>
                  <a:lnTo>
                    <a:pt x="238447" y="1285916"/>
                  </a:lnTo>
                  <a:lnTo>
                    <a:pt x="239074" y="1286577"/>
                  </a:lnTo>
                  <a:lnTo>
                    <a:pt x="239700" y="1287230"/>
                  </a:lnTo>
                  <a:lnTo>
                    <a:pt x="240327" y="1287863"/>
                  </a:lnTo>
                  <a:lnTo>
                    <a:pt x="240953" y="1288483"/>
                  </a:lnTo>
                  <a:lnTo>
                    <a:pt x="241580" y="1289084"/>
                  </a:lnTo>
                  <a:lnTo>
                    <a:pt x="242207" y="1289676"/>
                  </a:lnTo>
                  <a:lnTo>
                    <a:pt x="242833" y="1290247"/>
                  </a:lnTo>
                  <a:lnTo>
                    <a:pt x="243460" y="1290816"/>
                  </a:lnTo>
                  <a:lnTo>
                    <a:pt x="244086" y="1291388"/>
                  </a:lnTo>
                  <a:lnTo>
                    <a:pt x="244713" y="1291948"/>
                  </a:lnTo>
                  <a:lnTo>
                    <a:pt x="245339" y="1292514"/>
                  </a:lnTo>
                  <a:lnTo>
                    <a:pt x="245966" y="1293117"/>
                  </a:lnTo>
                  <a:lnTo>
                    <a:pt x="246592" y="1293777"/>
                  </a:lnTo>
                  <a:lnTo>
                    <a:pt x="247155" y="1294419"/>
                  </a:lnTo>
                  <a:lnTo>
                    <a:pt x="275818" y="1294419"/>
                  </a:lnTo>
                  <a:lnTo>
                    <a:pt x="276041" y="1293713"/>
                  </a:lnTo>
                  <a:lnTo>
                    <a:pt x="276667" y="1291675"/>
                  </a:lnTo>
                  <a:lnTo>
                    <a:pt x="277294" y="1289612"/>
                  </a:lnTo>
                  <a:lnTo>
                    <a:pt x="277920" y="1287531"/>
                  </a:lnTo>
                  <a:lnTo>
                    <a:pt x="278547" y="1285445"/>
                  </a:lnTo>
                  <a:lnTo>
                    <a:pt x="279173" y="1283358"/>
                  </a:lnTo>
                  <a:lnTo>
                    <a:pt x="279800" y="1281261"/>
                  </a:lnTo>
                  <a:lnTo>
                    <a:pt x="280426" y="1279153"/>
                  </a:lnTo>
                  <a:lnTo>
                    <a:pt x="281053" y="1277040"/>
                  </a:lnTo>
                  <a:lnTo>
                    <a:pt x="281680" y="1274928"/>
                  </a:lnTo>
                  <a:lnTo>
                    <a:pt x="282306" y="1272810"/>
                  </a:lnTo>
                  <a:lnTo>
                    <a:pt x="282933" y="1270684"/>
                  </a:lnTo>
                  <a:lnTo>
                    <a:pt x="283559" y="1268543"/>
                  </a:lnTo>
                  <a:lnTo>
                    <a:pt x="284186" y="1266390"/>
                  </a:lnTo>
                  <a:lnTo>
                    <a:pt x="284812" y="1264240"/>
                  </a:lnTo>
                  <a:lnTo>
                    <a:pt x="285439" y="1262091"/>
                  </a:lnTo>
                  <a:lnTo>
                    <a:pt x="286065" y="1259937"/>
                  </a:lnTo>
                  <a:lnTo>
                    <a:pt x="286692" y="1257791"/>
                  </a:lnTo>
                  <a:lnTo>
                    <a:pt x="287319" y="1255661"/>
                  </a:lnTo>
                  <a:lnTo>
                    <a:pt x="287945" y="1253535"/>
                  </a:lnTo>
                  <a:lnTo>
                    <a:pt x="288572" y="1251427"/>
                  </a:lnTo>
                  <a:lnTo>
                    <a:pt x="289198" y="1249332"/>
                  </a:lnTo>
                  <a:lnTo>
                    <a:pt x="289825" y="1247249"/>
                  </a:lnTo>
                  <a:lnTo>
                    <a:pt x="290451" y="1245162"/>
                  </a:lnTo>
                  <a:lnTo>
                    <a:pt x="291078" y="1243063"/>
                  </a:lnTo>
                  <a:lnTo>
                    <a:pt x="291704" y="1240956"/>
                  </a:lnTo>
                  <a:lnTo>
                    <a:pt x="292331" y="1238828"/>
                  </a:lnTo>
                  <a:lnTo>
                    <a:pt x="292958" y="1236684"/>
                  </a:lnTo>
                  <a:lnTo>
                    <a:pt x="293584" y="1234516"/>
                  </a:lnTo>
                  <a:lnTo>
                    <a:pt x="294211" y="1232335"/>
                  </a:lnTo>
                  <a:lnTo>
                    <a:pt x="294837" y="1230152"/>
                  </a:lnTo>
                  <a:lnTo>
                    <a:pt x="295464" y="1227958"/>
                  </a:lnTo>
                  <a:lnTo>
                    <a:pt x="296090" y="1225729"/>
                  </a:lnTo>
                  <a:lnTo>
                    <a:pt x="296717" y="1223476"/>
                  </a:lnTo>
                  <a:lnTo>
                    <a:pt x="297343" y="1221206"/>
                  </a:lnTo>
                  <a:lnTo>
                    <a:pt x="297970" y="1218876"/>
                  </a:lnTo>
                  <a:lnTo>
                    <a:pt x="298597" y="1216485"/>
                  </a:lnTo>
                  <a:lnTo>
                    <a:pt x="299223" y="1214050"/>
                  </a:lnTo>
                  <a:lnTo>
                    <a:pt x="299850" y="1211609"/>
                  </a:lnTo>
                  <a:lnTo>
                    <a:pt x="300476" y="1209175"/>
                  </a:lnTo>
                  <a:lnTo>
                    <a:pt x="301103" y="1206760"/>
                  </a:lnTo>
                  <a:lnTo>
                    <a:pt x="301729" y="1204375"/>
                  </a:lnTo>
                  <a:lnTo>
                    <a:pt x="302356" y="1201990"/>
                  </a:lnTo>
                  <a:lnTo>
                    <a:pt x="302982" y="1199600"/>
                  </a:lnTo>
                  <a:lnTo>
                    <a:pt x="303609" y="1197188"/>
                  </a:lnTo>
                  <a:lnTo>
                    <a:pt x="304236" y="1194737"/>
                  </a:lnTo>
                  <a:lnTo>
                    <a:pt x="304862" y="1192243"/>
                  </a:lnTo>
                  <a:lnTo>
                    <a:pt x="305489" y="1189714"/>
                  </a:lnTo>
                  <a:lnTo>
                    <a:pt x="306115" y="1187134"/>
                  </a:lnTo>
                  <a:lnTo>
                    <a:pt x="306742" y="1184511"/>
                  </a:lnTo>
                  <a:lnTo>
                    <a:pt x="307368" y="1181881"/>
                  </a:lnTo>
                  <a:lnTo>
                    <a:pt x="307995" y="1179247"/>
                  </a:lnTo>
                  <a:lnTo>
                    <a:pt x="308621" y="1176584"/>
                  </a:lnTo>
                  <a:lnTo>
                    <a:pt x="309248" y="1173867"/>
                  </a:lnTo>
                  <a:lnTo>
                    <a:pt x="309875" y="1171095"/>
                  </a:lnTo>
                  <a:lnTo>
                    <a:pt x="310501" y="1168231"/>
                  </a:lnTo>
                  <a:lnTo>
                    <a:pt x="311128" y="1165280"/>
                  </a:lnTo>
                  <a:lnTo>
                    <a:pt x="311754" y="1162260"/>
                  </a:lnTo>
                  <a:lnTo>
                    <a:pt x="312381" y="1159177"/>
                  </a:lnTo>
                  <a:lnTo>
                    <a:pt x="313007" y="1156054"/>
                  </a:lnTo>
                  <a:lnTo>
                    <a:pt x="313634" y="1152892"/>
                  </a:lnTo>
                  <a:lnTo>
                    <a:pt x="314260" y="1149701"/>
                  </a:lnTo>
                  <a:lnTo>
                    <a:pt x="314887" y="1146481"/>
                  </a:lnTo>
                  <a:lnTo>
                    <a:pt x="315514" y="1143233"/>
                  </a:lnTo>
                  <a:lnTo>
                    <a:pt x="316140" y="1139952"/>
                  </a:lnTo>
                  <a:lnTo>
                    <a:pt x="316767" y="1136631"/>
                  </a:lnTo>
                  <a:lnTo>
                    <a:pt x="317393" y="1133294"/>
                  </a:lnTo>
                  <a:lnTo>
                    <a:pt x="318020" y="1129973"/>
                  </a:lnTo>
                  <a:lnTo>
                    <a:pt x="318646" y="1126677"/>
                  </a:lnTo>
                  <a:lnTo>
                    <a:pt x="319273" y="1123416"/>
                  </a:lnTo>
                  <a:lnTo>
                    <a:pt x="319899" y="1120175"/>
                  </a:lnTo>
                  <a:lnTo>
                    <a:pt x="320526" y="1116954"/>
                  </a:lnTo>
                  <a:lnTo>
                    <a:pt x="321153" y="1113754"/>
                  </a:lnTo>
                  <a:lnTo>
                    <a:pt x="321779" y="1110567"/>
                  </a:lnTo>
                  <a:lnTo>
                    <a:pt x="322406" y="1107428"/>
                  </a:lnTo>
                  <a:lnTo>
                    <a:pt x="323032" y="1104357"/>
                  </a:lnTo>
                  <a:lnTo>
                    <a:pt x="323659" y="1101367"/>
                  </a:lnTo>
                  <a:lnTo>
                    <a:pt x="324285" y="1098480"/>
                  </a:lnTo>
                  <a:lnTo>
                    <a:pt x="324912" y="1095693"/>
                  </a:lnTo>
                  <a:lnTo>
                    <a:pt x="325538" y="1093013"/>
                  </a:lnTo>
                  <a:lnTo>
                    <a:pt x="326165" y="1090410"/>
                  </a:lnTo>
                  <a:lnTo>
                    <a:pt x="326792" y="1087848"/>
                  </a:lnTo>
                  <a:lnTo>
                    <a:pt x="327418" y="1085310"/>
                  </a:lnTo>
                  <a:lnTo>
                    <a:pt x="328045" y="1082791"/>
                  </a:lnTo>
                  <a:lnTo>
                    <a:pt x="328671" y="1080283"/>
                  </a:lnTo>
                  <a:lnTo>
                    <a:pt x="329298" y="1077807"/>
                  </a:lnTo>
                  <a:lnTo>
                    <a:pt x="329924" y="1075379"/>
                  </a:lnTo>
                  <a:lnTo>
                    <a:pt x="330551" y="1073038"/>
                  </a:lnTo>
                  <a:lnTo>
                    <a:pt x="331177" y="1070787"/>
                  </a:lnTo>
                  <a:lnTo>
                    <a:pt x="331804" y="1068625"/>
                  </a:lnTo>
                  <a:lnTo>
                    <a:pt x="332431" y="1066519"/>
                  </a:lnTo>
                  <a:lnTo>
                    <a:pt x="333057" y="1064463"/>
                  </a:lnTo>
                  <a:lnTo>
                    <a:pt x="333684" y="1062436"/>
                  </a:lnTo>
                  <a:lnTo>
                    <a:pt x="334310" y="1060452"/>
                  </a:lnTo>
                  <a:lnTo>
                    <a:pt x="334937" y="1058516"/>
                  </a:lnTo>
                  <a:lnTo>
                    <a:pt x="335563" y="1056655"/>
                  </a:lnTo>
                  <a:lnTo>
                    <a:pt x="336190" y="1054897"/>
                  </a:lnTo>
                  <a:lnTo>
                    <a:pt x="336816" y="1053265"/>
                  </a:lnTo>
                  <a:lnTo>
                    <a:pt x="337443" y="1051752"/>
                  </a:lnTo>
                  <a:lnTo>
                    <a:pt x="338070" y="1050372"/>
                  </a:lnTo>
                  <a:lnTo>
                    <a:pt x="338696" y="1049131"/>
                  </a:lnTo>
                  <a:lnTo>
                    <a:pt x="339323" y="1048022"/>
                  </a:lnTo>
                  <a:lnTo>
                    <a:pt x="339949" y="1046995"/>
                  </a:lnTo>
                  <a:lnTo>
                    <a:pt x="340576" y="1046046"/>
                  </a:lnTo>
                  <a:lnTo>
                    <a:pt x="341202" y="1045132"/>
                  </a:lnTo>
                  <a:lnTo>
                    <a:pt x="341829" y="1044266"/>
                  </a:lnTo>
                  <a:lnTo>
                    <a:pt x="342455" y="1043454"/>
                  </a:lnTo>
                  <a:lnTo>
                    <a:pt x="343082" y="1042685"/>
                  </a:lnTo>
                  <a:lnTo>
                    <a:pt x="343709" y="1041948"/>
                  </a:lnTo>
                  <a:lnTo>
                    <a:pt x="344335" y="1041233"/>
                  </a:lnTo>
                  <a:lnTo>
                    <a:pt x="344962" y="1040522"/>
                  </a:lnTo>
                  <a:lnTo>
                    <a:pt x="345588" y="1039791"/>
                  </a:lnTo>
                  <a:lnTo>
                    <a:pt x="346215" y="1039018"/>
                  </a:lnTo>
                  <a:lnTo>
                    <a:pt x="346841" y="1038204"/>
                  </a:lnTo>
                  <a:lnTo>
                    <a:pt x="347468" y="1037325"/>
                  </a:lnTo>
                  <a:lnTo>
                    <a:pt x="348094" y="1036367"/>
                  </a:lnTo>
                  <a:lnTo>
                    <a:pt x="348721" y="1035322"/>
                  </a:lnTo>
                  <a:lnTo>
                    <a:pt x="349348" y="1034174"/>
                  </a:lnTo>
                  <a:lnTo>
                    <a:pt x="349974" y="1032893"/>
                  </a:lnTo>
                  <a:lnTo>
                    <a:pt x="350601" y="1031489"/>
                  </a:lnTo>
                  <a:lnTo>
                    <a:pt x="351227" y="1029955"/>
                  </a:lnTo>
                  <a:lnTo>
                    <a:pt x="351854" y="1028328"/>
                  </a:lnTo>
                  <a:lnTo>
                    <a:pt x="352480" y="1026613"/>
                  </a:lnTo>
                  <a:lnTo>
                    <a:pt x="353107" y="1024822"/>
                  </a:lnTo>
                  <a:lnTo>
                    <a:pt x="353733" y="1022961"/>
                  </a:lnTo>
                  <a:lnTo>
                    <a:pt x="354360" y="1021017"/>
                  </a:lnTo>
                  <a:lnTo>
                    <a:pt x="354987" y="1018998"/>
                  </a:lnTo>
                  <a:lnTo>
                    <a:pt x="355613" y="1016920"/>
                  </a:lnTo>
                  <a:lnTo>
                    <a:pt x="356240" y="1014783"/>
                  </a:lnTo>
                  <a:lnTo>
                    <a:pt x="356866" y="1012601"/>
                  </a:lnTo>
                  <a:lnTo>
                    <a:pt x="357493" y="1010381"/>
                  </a:lnTo>
                  <a:lnTo>
                    <a:pt x="358119" y="1008145"/>
                  </a:lnTo>
                  <a:lnTo>
                    <a:pt x="358746" y="1005924"/>
                  </a:lnTo>
                  <a:lnTo>
                    <a:pt x="359372" y="1003763"/>
                  </a:lnTo>
                  <a:lnTo>
                    <a:pt x="359999" y="1001673"/>
                  </a:lnTo>
                  <a:lnTo>
                    <a:pt x="360626" y="999684"/>
                  </a:lnTo>
                  <a:lnTo>
                    <a:pt x="361252" y="997766"/>
                  </a:lnTo>
                  <a:lnTo>
                    <a:pt x="361879" y="995930"/>
                  </a:lnTo>
                  <a:lnTo>
                    <a:pt x="362505" y="994140"/>
                  </a:lnTo>
                  <a:lnTo>
                    <a:pt x="363132" y="992390"/>
                  </a:lnTo>
                  <a:lnTo>
                    <a:pt x="363758" y="990658"/>
                  </a:lnTo>
                  <a:lnTo>
                    <a:pt x="364385" y="988933"/>
                  </a:lnTo>
                  <a:lnTo>
                    <a:pt x="365011" y="987204"/>
                  </a:lnTo>
                  <a:lnTo>
                    <a:pt x="365638" y="985488"/>
                  </a:lnTo>
                  <a:lnTo>
                    <a:pt x="366265" y="983795"/>
                  </a:lnTo>
                  <a:lnTo>
                    <a:pt x="366891" y="982141"/>
                  </a:lnTo>
                  <a:lnTo>
                    <a:pt x="367518" y="980523"/>
                  </a:lnTo>
                  <a:lnTo>
                    <a:pt x="368144" y="978934"/>
                  </a:lnTo>
                  <a:lnTo>
                    <a:pt x="368771" y="977359"/>
                  </a:lnTo>
                  <a:lnTo>
                    <a:pt x="369397" y="975767"/>
                  </a:lnTo>
                  <a:lnTo>
                    <a:pt x="370024" y="974114"/>
                  </a:lnTo>
                  <a:lnTo>
                    <a:pt x="370650" y="972362"/>
                  </a:lnTo>
                  <a:lnTo>
                    <a:pt x="371277" y="970501"/>
                  </a:lnTo>
                  <a:lnTo>
                    <a:pt x="371904" y="968568"/>
                  </a:lnTo>
                  <a:lnTo>
                    <a:pt x="372530" y="966565"/>
                  </a:lnTo>
                  <a:lnTo>
                    <a:pt x="373157" y="964542"/>
                  </a:lnTo>
                  <a:lnTo>
                    <a:pt x="373783" y="962475"/>
                  </a:lnTo>
                  <a:lnTo>
                    <a:pt x="374410" y="960383"/>
                  </a:lnTo>
                  <a:lnTo>
                    <a:pt x="375036" y="958260"/>
                  </a:lnTo>
                  <a:lnTo>
                    <a:pt x="375663" y="956081"/>
                  </a:lnTo>
                  <a:lnTo>
                    <a:pt x="376289" y="953826"/>
                  </a:lnTo>
                  <a:lnTo>
                    <a:pt x="376916" y="951488"/>
                  </a:lnTo>
                  <a:lnTo>
                    <a:pt x="377543" y="949070"/>
                  </a:lnTo>
                  <a:lnTo>
                    <a:pt x="378169" y="946586"/>
                  </a:lnTo>
                  <a:lnTo>
                    <a:pt x="378796" y="944041"/>
                  </a:lnTo>
                  <a:lnTo>
                    <a:pt x="379422" y="941480"/>
                  </a:lnTo>
                  <a:lnTo>
                    <a:pt x="380049" y="938934"/>
                  </a:lnTo>
                  <a:lnTo>
                    <a:pt x="380675" y="936394"/>
                  </a:lnTo>
                  <a:lnTo>
                    <a:pt x="381302" y="933846"/>
                  </a:lnTo>
                  <a:lnTo>
                    <a:pt x="381928" y="931300"/>
                  </a:lnTo>
                  <a:lnTo>
                    <a:pt x="382555" y="928776"/>
                  </a:lnTo>
                  <a:lnTo>
                    <a:pt x="383182" y="926301"/>
                  </a:lnTo>
                  <a:lnTo>
                    <a:pt x="383808" y="923864"/>
                  </a:lnTo>
                  <a:lnTo>
                    <a:pt x="384435" y="921464"/>
                  </a:lnTo>
                  <a:lnTo>
                    <a:pt x="385061" y="919100"/>
                  </a:lnTo>
                  <a:lnTo>
                    <a:pt x="385688" y="916791"/>
                  </a:lnTo>
                  <a:lnTo>
                    <a:pt x="386314" y="914537"/>
                  </a:lnTo>
                  <a:lnTo>
                    <a:pt x="386941" y="912329"/>
                  </a:lnTo>
                  <a:lnTo>
                    <a:pt x="387567" y="910151"/>
                  </a:lnTo>
                  <a:lnTo>
                    <a:pt x="388194" y="908028"/>
                  </a:lnTo>
                  <a:lnTo>
                    <a:pt x="388821" y="905954"/>
                  </a:lnTo>
                  <a:lnTo>
                    <a:pt x="389447" y="903941"/>
                  </a:lnTo>
                  <a:lnTo>
                    <a:pt x="390074" y="902008"/>
                  </a:lnTo>
                  <a:lnTo>
                    <a:pt x="390700" y="900164"/>
                  </a:lnTo>
                  <a:lnTo>
                    <a:pt x="391327" y="898367"/>
                  </a:lnTo>
                  <a:lnTo>
                    <a:pt x="391953" y="896585"/>
                  </a:lnTo>
                  <a:lnTo>
                    <a:pt x="392580" y="894801"/>
                  </a:lnTo>
                  <a:lnTo>
                    <a:pt x="393206" y="892995"/>
                  </a:lnTo>
                  <a:lnTo>
                    <a:pt x="393833" y="891156"/>
                  </a:lnTo>
                  <a:lnTo>
                    <a:pt x="394460" y="889296"/>
                  </a:lnTo>
                  <a:lnTo>
                    <a:pt x="395086" y="887416"/>
                  </a:lnTo>
                  <a:lnTo>
                    <a:pt x="395713" y="885545"/>
                  </a:lnTo>
                  <a:lnTo>
                    <a:pt x="396339" y="883717"/>
                  </a:lnTo>
                  <a:lnTo>
                    <a:pt x="396966" y="881962"/>
                  </a:lnTo>
                  <a:lnTo>
                    <a:pt x="397592" y="880275"/>
                  </a:lnTo>
                  <a:lnTo>
                    <a:pt x="398219" y="878624"/>
                  </a:lnTo>
                  <a:lnTo>
                    <a:pt x="398845" y="876988"/>
                  </a:lnTo>
                  <a:lnTo>
                    <a:pt x="399472" y="875338"/>
                  </a:lnTo>
                  <a:lnTo>
                    <a:pt x="400099" y="873657"/>
                  </a:lnTo>
                  <a:lnTo>
                    <a:pt x="400725" y="871936"/>
                  </a:lnTo>
                  <a:lnTo>
                    <a:pt x="401352" y="870174"/>
                  </a:lnTo>
                  <a:lnTo>
                    <a:pt x="401978" y="868388"/>
                  </a:lnTo>
                  <a:lnTo>
                    <a:pt x="402605" y="866605"/>
                  </a:lnTo>
                  <a:lnTo>
                    <a:pt x="403231" y="864826"/>
                  </a:lnTo>
                  <a:lnTo>
                    <a:pt x="403858" y="863065"/>
                  </a:lnTo>
                  <a:lnTo>
                    <a:pt x="404484" y="861320"/>
                  </a:lnTo>
                  <a:lnTo>
                    <a:pt x="405111" y="859583"/>
                  </a:lnTo>
                  <a:lnTo>
                    <a:pt x="405738" y="857860"/>
                  </a:lnTo>
                  <a:lnTo>
                    <a:pt x="406364" y="856132"/>
                  </a:lnTo>
                  <a:lnTo>
                    <a:pt x="406991" y="854411"/>
                  </a:lnTo>
                  <a:lnTo>
                    <a:pt x="407617" y="852714"/>
                  </a:lnTo>
                  <a:lnTo>
                    <a:pt x="408244" y="851078"/>
                  </a:lnTo>
                  <a:lnTo>
                    <a:pt x="408870" y="849536"/>
                  </a:lnTo>
                  <a:lnTo>
                    <a:pt x="409497" y="848087"/>
                  </a:lnTo>
                  <a:lnTo>
                    <a:pt x="410123" y="846750"/>
                  </a:lnTo>
                  <a:lnTo>
                    <a:pt x="410750" y="845538"/>
                  </a:lnTo>
                  <a:lnTo>
                    <a:pt x="411377" y="844439"/>
                  </a:lnTo>
                  <a:lnTo>
                    <a:pt x="412003" y="843448"/>
                  </a:lnTo>
                  <a:lnTo>
                    <a:pt x="412630" y="842598"/>
                  </a:lnTo>
                  <a:lnTo>
                    <a:pt x="413256" y="841866"/>
                  </a:lnTo>
                  <a:lnTo>
                    <a:pt x="413883" y="841240"/>
                  </a:lnTo>
                  <a:lnTo>
                    <a:pt x="414509" y="840672"/>
                  </a:lnTo>
                  <a:lnTo>
                    <a:pt x="415136" y="840128"/>
                  </a:lnTo>
                  <a:lnTo>
                    <a:pt x="415762" y="839604"/>
                  </a:lnTo>
                  <a:lnTo>
                    <a:pt x="416389" y="839105"/>
                  </a:lnTo>
                  <a:lnTo>
                    <a:pt x="417016" y="838635"/>
                  </a:lnTo>
                  <a:lnTo>
                    <a:pt x="417642" y="838186"/>
                  </a:lnTo>
                  <a:lnTo>
                    <a:pt x="418269" y="837739"/>
                  </a:lnTo>
                  <a:lnTo>
                    <a:pt x="418895" y="837295"/>
                  </a:lnTo>
                  <a:lnTo>
                    <a:pt x="419522" y="836846"/>
                  </a:lnTo>
                  <a:lnTo>
                    <a:pt x="420148" y="836352"/>
                  </a:lnTo>
                  <a:lnTo>
                    <a:pt x="420775" y="835808"/>
                  </a:lnTo>
                  <a:lnTo>
                    <a:pt x="421401" y="835205"/>
                  </a:lnTo>
                  <a:lnTo>
                    <a:pt x="422028" y="834504"/>
                  </a:lnTo>
                  <a:lnTo>
                    <a:pt x="422655" y="833722"/>
                  </a:lnTo>
                  <a:lnTo>
                    <a:pt x="423281" y="832862"/>
                  </a:lnTo>
                  <a:lnTo>
                    <a:pt x="423908" y="831993"/>
                  </a:lnTo>
                  <a:lnTo>
                    <a:pt x="424534" y="831108"/>
                  </a:lnTo>
                  <a:lnTo>
                    <a:pt x="425161" y="830229"/>
                  </a:lnTo>
                  <a:lnTo>
                    <a:pt x="425787" y="829376"/>
                  </a:lnTo>
                  <a:lnTo>
                    <a:pt x="426414" y="828548"/>
                  </a:lnTo>
                  <a:lnTo>
                    <a:pt x="427040" y="827767"/>
                  </a:lnTo>
                  <a:lnTo>
                    <a:pt x="427667" y="827032"/>
                  </a:lnTo>
                  <a:lnTo>
                    <a:pt x="428294" y="826338"/>
                  </a:lnTo>
                  <a:lnTo>
                    <a:pt x="428920" y="825668"/>
                  </a:lnTo>
                  <a:lnTo>
                    <a:pt x="429547" y="825005"/>
                  </a:lnTo>
                  <a:lnTo>
                    <a:pt x="430173" y="824355"/>
                  </a:lnTo>
                  <a:lnTo>
                    <a:pt x="430800" y="823721"/>
                  </a:lnTo>
                  <a:lnTo>
                    <a:pt x="431426" y="823117"/>
                  </a:lnTo>
                  <a:lnTo>
                    <a:pt x="432053" y="822548"/>
                  </a:lnTo>
                  <a:lnTo>
                    <a:pt x="432679" y="822029"/>
                  </a:lnTo>
                  <a:lnTo>
                    <a:pt x="433306" y="821578"/>
                  </a:lnTo>
                  <a:lnTo>
                    <a:pt x="433933" y="821228"/>
                  </a:lnTo>
                  <a:lnTo>
                    <a:pt x="434559" y="820973"/>
                  </a:lnTo>
                  <a:lnTo>
                    <a:pt x="435186" y="820801"/>
                  </a:lnTo>
                  <a:lnTo>
                    <a:pt x="435812" y="820722"/>
                  </a:lnTo>
                  <a:lnTo>
                    <a:pt x="436439" y="820742"/>
                  </a:lnTo>
                  <a:lnTo>
                    <a:pt x="437065" y="820854"/>
                  </a:lnTo>
                  <a:lnTo>
                    <a:pt x="437692" y="821066"/>
                  </a:lnTo>
                  <a:lnTo>
                    <a:pt x="438318" y="821372"/>
                  </a:lnTo>
                  <a:lnTo>
                    <a:pt x="438945" y="821783"/>
                  </a:lnTo>
                  <a:lnTo>
                    <a:pt x="439572" y="822309"/>
                  </a:lnTo>
                  <a:lnTo>
                    <a:pt x="440198" y="822942"/>
                  </a:lnTo>
                  <a:lnTo>
                    <a:pt x="440825" y="823654"/>
                  </a:lnTo>
                  <a:lnTo>
                    <a:pt x="441451" y="824476"/>
                  </a:lnTo>
                  <a:lnTo>
                    <a:pt x="442078" y="825410"/>
                  </a:lnTo>
                  <a:lnTo>
                    <a:pt x="442704" y="826408"/>
                  </a:lnTo>
                  <a:lnTo>
                    <a:pt x="443331" y="827447"/>
                  </a:lnTo>
                  <a:lnTo>
                    <a:pt x="443957" y="828540"/>
                  </a:lnTo>
                  <a:lnTo>
                    <a:pt x="444584" y="829673"/>
                  </a:lnTo>
                  <a:lnTo>
                    <a:pt x="445211" y="830847"/>
                  </a:lnTo>
                  <a:lnTo>
                    <a:pt x="445837" y="832052"/>
                  </a:lnTo>
                  <a:lnTo>
                    <a:pt x="446464" y="833293"/>
                  </a:lnTo>
                  <a:lnTo>
                    <a:pt x="447090" y="834586"/>
                  </a:lnTo>
                  <a:lnTo>
                    <a:pt x="447717" y="835941"/>
                  </a:lnTo>
                  <a:lnTo>
                    <a:pt x="448343" y="837320"/>
                  </a:lnTo>
                  <a:lnTo>
                    <a:pt x="448970" y="838687"/>
                  </a:lnTo>
                  <a:lnTo>
                    <a:pt x="449596" y="840024"/>
                  </a:lnTo>
                  <a:lnTo>
                    <a:pt x="450223" y="841341"/>
                  </a:lnTo>
                  <a:lnTo>
                    <a:pt x="450850" y="842599"/>
                  </a:lnTo>
                  <a:lnTo>
                    <a:pt x="451476" y="843808"/>
                  </a:lnTo>
                  <a:lnTo>
                    <a:pt x="452103" y="844999"/>
                  </a:lnTo>
                  <a:lnTo>
                    <a:pt x="452729" y="846168"/>
                  </a:lnTo>
                  <a:lnTo>
                    <a:pt x="453356" y="847306"/>
                  </a:lnTo>
                  <a:lnTo>
                    <a:pt x="453982" y="848450"/>
                  </a:lnTo>
                  <a:lnTo>
                    <a:pt x="454609" y="849598"/>
                  </a:lnTo>
                  <a:lnTo>
                    <a:pt x="455235" y="850770"/>
                  </a:lnTo>
                  <a:lnTo>
                    <a:pt x="455862" y="851953"/>
                  </a:lnTo>
                  <a:lnTo>
                    <a:pt x="456488" y="853167"/>
                  </a:lnTo>
                  <a:lnTo>
                    <a:pt x="457115" y="854412"/>
                  </a:lnTo>
                  <a:lnTo>
                    <a:pt x="457742" y="855710"/>
                  </a:lnTo>
                  <a:lnTo>
                    <a:pt x="458368" y="857060"/>
                  </a:lnTo>
                  <a:lnTo>
                    <a:pt x="458995" y="858445"/>
                  </a:lnTo>
                  <a:lnTo>
                    <a:pt x="459621" y="859834"/>
                  </a:lnTo>
                  <a:lnTo>
                    <a:pt x="460248" y="861223"/>
                  </a:lnTo>
                  <a:lnTo>
                    <a:pt x="460874" y="862618"/>
                  </a:lnTo>
                  <a:lnTo>
                    <a:pt x="461501" y="864021"/>
                  </a:lnTo>
                  <a:lnTo>
                    <a:pt x="462127" y="865453"/>
                  </a:lnTo>
                  <a:lnTo>
                    <a:pt x="462754" y="866923"/>
                  </a:lnTo>
                  <a:lnTo>
                    <a:pt x="463381" y="868448"/>
                  </a:lnTo>
                  <a:lnTo>
                    <a:pt x="464007" y="870051"/>
                  </a:lnTo>
                  <a:lnTo>
                    <a:pt x="464634" y="871734"/>
                  </a:lnTo>
                  <a:lnTo>
                    <a:pt x="465260" y="873519"/>
                  </a:lnTo>
                  <a:lnTo>
                    <a:pt x="465887" y="875391"/>
                  </a:lnTo>
                  <a:lnTo>
                    <a:pt x="466513" y="877346"/>
                  </a:lnTo>
                  <a:lnTo>
                    <a:pt x="467140" y="879387"/>
                  </a:lnTo>
                  <a:lnTo>
                    <a:pt x="467766" y="881493"/>
                  </a:lnTo>
                  <a:lnTo>
                    <a:pt x="468393" y="883672"/>
                  </a:lnTo>
                  <a:lnTo>
                    <a:pt x="469020" y="885932"/>
                  </a:lnTo>
                  <a:lnTo>
                    <a:pt x="469646" y="888269"/>
                  </a:lnTo>
                  <a:lnTo>
                    <a:pt x="470273" y="890711"/>
                  </a:lnTo>
                  <a:lnTo>
                    <a:pt x="470899" y="893242"/>
                  </a:lnTo>
                  <a:lnTo>
                    <a:pt x="471526" y="895851"/>
                  </a:lnTo>
                  <a:lnTo>
                    <a:pt x="472152" y="898541"/>
                  </a:lnTo>
                  <a:lnTo>
                    <a:pt x="472779" y="901271"/>
                  </a:lnTo>
                  <a:lnTo>
                    <a:pt x="473405" y="903988"/>
                  </a:lnTo>
                  <a:lnTo>
                    <a:pt x="474032" y="906659"/>
                  </a:lnTo>
                  <a:lnTo>
                    <a:pt x="474659" y="909297"/>
                  </a:lnTo>
                  <a:lnTo>
                    <a:pt x="475285" y="911898"/>
                  </a:lnTo>
                  <a:lnTo>
                    <a:pt x="475912" y="914446"/>
                  </a:lnTo>
                  <a:lnTo>
                    <a:pt x="476538" y="916941"/>
                  </a:lnTo>
                  <a:lnTo>
                    <a:pt x="477165" y="919413"/>
                  </a:lnTo>
                  <a:lnTo>
                    <a:pt x="477791" y="921887"/>
                  </a:lnTo>
                  <a:lnTo>
                    <a:pt x="478418" y="924349"/>
                  </a:lnTo>
                  <a:lnTo>
                    <a:pt x="479044" y="926779"/>
                  </a:lnTo>
                  <a:lnTo>
                    <a:pt x="479671" y="929153"/>
                  </a:lnTo>
                  <a:lnTo>
                    <a:pt x="480298" y="931493"/>
                  </a:lnTo>
                  <a:lnTo>
                    <a:pt x="480924" y="933819"/>
                  </a:lnTo>
                  <a:lnTo>
                    <a:pt x="481551" y="936113"/>
                  </a:lnTo>
                  <a:lnTo>
                    <a:pt x="482177" y="938372"/>
                  </a:lnTo>
                  <a:lnTo>
                    <a:pt x="482804" y="940644"/>
                  </a:lnTo>
                  <a:lnTo>
                    <a:pt x="483430" y="942924"/>
                  </a:lnTo>
                  <a:lnTo>
                    <a:pt x="484057" y="945187"/>
                  </a:lnTo>
                  <a:lnTo>
                    <a:pt x="484683" y="947437"/>
                  </a:lnTo>
                  <a:lnTo>
                    <a:pt x="485310" y="949661"/>
                  </a:lnTo>
                  <a:lnTo>
                    <a:pt x="485937" y="951856"/>
                  </a:lnTo>
                  <a:lnTo>
                    <a:pt x="486563" y="953984"/>
                  </a:lnTo>
                  <a:lnTo>
                    <a:pt x="487190" y="956033"/>
                  </a:lnTo>
                  <a:lnTo>
                    <a:pt x="487816" y="958000"/>
                  </a:lnTo>
                  <a:lnTo>
                    <a:pt x="488443" y="959868"/>
                  </a:lnTo>
                  <a:lnTo>
                    <a:pt x="489069" y="961652"/>
                  </a:lnTo>
                  <a:lnTo>
                    <a:pt x="489696" y="963317"/>
                  </a:lnTo>
                  <a:lnTo>
                    <a:pt x="490322" y="964855"/>
                  </a:lnTo>
                  <a:lnTo>
                    <a:pt x="490949" y="966291"/>
                  </a:lnTo>
                  <a:lnTo>
                    <a:pt x="491576" y="967675"/>
                  </a:lnTo>
                  <a:lnTo>
                    <a:pt x="492202" y="969024"/>
                  </a:lnTo>
                  <a:lnTo>
                    <a:pt x="492829" y="970340"/>
                  </a:lnTo>
                  <a:lnTo>
                    <a:pt x="493455" y="971608"/>
                  </a:lnTo>
                  <a:lnTo>
                    <a:pt x="494082" y="972826"/>
                  </a:lnTo>
                  <a:lnTo>
                    <a:pt x="494708" y="974010"/>
                  </a:lnTo>
                  <a:lnTo>
                    <a:pt x="495335" y="975171"/>
                  </a:lnTo>
                  <a:lnTo>
                    <a:pt x="495961" y="976308"/>
                  </a:lnTo>
                  <a:lnTo>
                    <a:pt x="496588" y="977416"/>
                  </a:lnTo>
                  <a:lnTo>
                    <a:pt x="497215" y="978483"/>
                  </a:lnTo>
                  <a:lnTo>
                    <a:pt x="497841" y="979501"/>
                  </a:lnTo>
                  <a:lnTo>
                    <a:pt x="498468" y="980450"/>
                  </a:lnTo>
                  <a:lnTo>
                    <a:pt x="499094" y="981347"/>
                  </a:lnTo>
                  <a:lnTo>
                    <a:pt x="499721" y="982181"/>
                  </a:lnTo>
                  <a:lnTo>
                    <a:pt x="500347" y="982936"/>
                  </a:lnTo>
                  <a:lnTo>
                    <a:pt x="500974" y="983621"/>
                  </a:lnTo>
                  <a:lnTo>
                    <a:pt x="501600" y="984233"/>
                  </a:lnTo>
                  <a:lnTo>
                    <a:pt x="502227" y="984760"/>
                  </a:lnTo>
                  <a:lnTo>
                    <a:pt x="502854" y="985228"/>
                  </a:lnTo>
                  <a:lnTo>
                    <a:pt x="503480" y="985650"/>
                  </a:lnTo>
                  <a:lnTo>
                    <a:pt x="504107" y="985998"/>
                  </a:lnTo>
                  <a:lnTo>
                    <a:pt x="504733" y="986270"/>
                  </a:lnTo>
                  <a:lnTo>
                    <a:pt x="505360" y="986508"/>
                  </a:lnTo>
                  <a:lnTo>
                    <a:pt x="505986" y="986735"/>
                  </a:lnTo>
                  <a:lnTo>
                    <a:pt x="506613" y="986953"/>
                  </a:lnTo>
                  <a:lnTo>
                    <a:pt x="507239" y="987195"/>
                  </a:lnTo>
                  <a:lnTo>
                    <a:pt x="507866" y="987453"/>
                  </a:lnTo>
                  <a:lnTo>
                    <a:pt x="508493" y="987712"/>
                  </a:lnTo>
                  <a:lnTo>
                    <a:pt x="509119" y="987975"/>
                  </a:lnTo>
                  <a:lnTo>
                    <a:pt x="509746" y="988240"/>
                  </a:lnTo>
                  <a:lnTo>
                    <a:pt x="510372" y="988504"/>
                  </a:lnTo>
                  <a:lnTo>
                    <a:pt x="510999" y="988789"/>
                  </a:lnTo>
                  <a:lnTo>
                    <a:pt x="511625" y="989130"/>
                  </a:lnTo>
                  <a:lnTo>
                    <a:pt x="512252" y="989535"/>
                  </a:lnTo>
                  <a:lnTo>
                    <a:pt x="512878" y="990005"/>
                  </a:lnTo>
                  <a:lnTo>
                    <a:pt x="513505" y="990572"/>
                  </a:lnTo>
                  <a:lnTo>
                    <a:pt x="514132" y="991229"/>
                  </a:lnTo>
                  <a:lnTo>
                    <a:pt x="514758" y="991902"/>
                  </a:lnTo>
                  <a:lnTo>
                    <a:pt x="515385" y="992585"/>
                  </a:lnTo>
                  <a:lnTo>
                    <a:pt x="516011" y="993287"/>
                  </a:lnTo>
                  <a:lnTo>
                    <a:pt x="516638" y="993983"/>
                  </a:lnTo>
                  <a:lnTo>
                    <a:pt x="517264" y="994688"/>
                  </a:lnTo>
                  <a:lnTo>
                    <a:pt x="517891" y="995389"/>
                  </a:lnTo>
                  <a:lnTo>
                    <a:pt x="518517" y="996106"/>
                  </a:lnTo>
                  <a:lnTo>
                    <a:pt x="519144" y="996841"/>
                  </a:lnTo>
                  <a:lnTo>
                    <a:pt x="519771" y="997578"/>
                  </a:lnTo>
                  <a:lnTo>
                    <a:pt x="520397" y="998304"/>
                  </a:lnTo>
                  <a:lnTo>
                    <a:pt x="521024" y="998976"/>
                  </a:lnTo>
                  <a:lnTo>
                    <a:pt x="521650" y="999579"/>
                  </a:lnTo>
                  <a:lnTo>
                    <a:pt x="522277" y="1000095"/>
                  </a:lnTo>
                  <a:lnTo>
                    <a:pt x="522903" y="1000497"/>
                  </a:lnTo>
                  <a:lnTo>
                    <a:pt x="523530" y="1000774"/>
                  </a:lnTo>
                  <a:lnTo>
                    <a:pt x="524156" y="1000940"/>
                  </a:lnTo>
                  <a:lnTo>
                    <a:pt x="524783" y="1000991"/>
                  </a:lnTo>
                  <a:lnTo>
                    <a:pt x="525410" y="1000939"/>
                  </a:lnTo>
                  <a:lnTo>
                    <a:pt x="526036" y="1000758"/>
                  </a:lnTo>
                  <a:lnTo>
                    <a:pt x="526663" y="1000407"/>
                  </a:lnTo>
                  <a:lnTo>
                    <a:pt x="527289" y="999864"/>
                  </a:lnTo>
                  <a:lnTo>
                    <a:pt x="527916" y="999104"/>
                  </a:lnTo>
                  <a:lnTo>
                    <a:pt x="528542" y="998125"/>
                  </a:lnTo>
                  <a:lnTo>
                    <a:pt x="529169" y="996925"/>
                  </a:lnTo>
                  <a:lnTo>
                    <a:pt x="529795" y="995515"/>
                  </a:lnTo>
                  <a:lnTo>
                    <a:pt x="530422" y="993923"/>
                  </a:lnTo>
                  <a:lnTo>
                    <a:pt x="531049" y="992162"/>
                  </a:lnTo>
                  <a:lnTo>
                    <a:pt x="531675" y="990260"/>
                  </a:lnTo>
                  <a:lnTo>
                    <a:pt x="532302" y="988214"/>
                  </a:lnTo>
                  <a:lnTo>
                    <a:pt x="532928" y="985999"/>
                  </a:lnTo>
                  <a:lnTo>
                    <a:pt x="533555" y="983614"/>
                  </a:lnTo>
                  <a:lnTo>
                    <a:pt x="534181" y="981058"/>
                  </a:lnTo>
                  <a:lnTo>
                    <a:pt x="534808" y="978319"/>
                  </a:lnTo>
                  <a:lnTo>
                    <a:pt x="535434" y="975469"/>
                  </a:lnTo>
                  <a:lnTo>
                    <a:pt x="536061" y="972578"/>
                  </a:lnTo>
                  <a:lnTo>
                    <a:pt x="536688" y="969697"/>
                  </a:lnTo>
                  <a:lnTo>
                    <a:pt x="537314" y="966812"/>
                  </a:lnTo>
                  <a:lnTo>
                    <a:pt x="537941" y="963917"/>
                  </a:lnTo>
                  <a:lnTo>
                    <a:pt x="538567" y="961035"/>
                  </a:lnTo>
                  <a:lnTo>
                    <a:pt x="539194" y="958151"/>
                  </a:lnTo>
                  <a:lnTo>
                    <a:pt x="539820" y="955270"/>
                  </a:lnTo>
                  <a:lnTo>
                    <a:pt x="540447" y="952399"/>
                  </a:lnTo>
                  <a:lnTo>
                    <a:pt x="541073" y="949549"/>
                  </a:lnTo>
                  <a:lnTo>
                    <a:pt x="541700" y="946739"/>
                  </a:lnTo>
                  <a:lnTo>
                    <a:pt x="542327" y="943978"/>
                  </a:lnTo>
                  <a:lnTo>
                    <a:pt x="542953" y="941261"/>
                  </a:lnTo>
                  <a:lnTo>
                    <a:pt x="543580" y="938579"/>
                  </a:lnTo>
                  <a:lnTo>
                    <a:pt x="544206" y="935944"/>
                  </a:lnTo>
                  <a:lnTo>
                    <a:pt x="544833" y="933358"/>
                  </a:lnTo>
                  <a:lnTo>
                    <a:pt x="545459" y="930805"/>
                  </a:lnTo>
                  <a:lnTo>
                    <a:pt x="546086" y="928296"/>
                  </a:lnTo>
                  <a:lnTo>
                    <a:pt x="546712" y="925884"/>
                  </a:lnTo>
                  <a:lnTo>
                    <a:pt x="547339" y="923581"/>
                  </a:lnTo>
                  <a:lnTo>
                    <a:pt x="547966" y="921365"/>
                  </a:lnTo>
                  <a:lnTo>
                    <a:pt x="548592" y="919265"/>
                  </a:lnTo>
                  <a:lnTo>
                    <a:pt x="549219" y="917264"/>
                  </a:lnTo>
                  <a:lnTo>
                    <a:pt x="549845" y="915375"/>
                  </a:lnTo>
                  <a:lnTo>
                    <a:pt x="550472" y="913550"/>
                  </a:lnTo>
                  <a:lnTo>
                    <a:pt x="551098" y="911776"/>
                  </a:lnTo>
                  <a:lnTo>
                    <a:pt x="551725" y="910043"/>
                  </a:lnTo>
                  <a:lnTo>
                    <a:pt x="552351" y="908372"/>
                  </a:lnTo>
                  <a:lnTo>
                    <a:pt x="552978" y="906789"/>
                  </a:lnTo>
                  <a:lnTo>
                    <a:pt x="553605" y="905297"/>
                  </a:lnTo>
                  <a:lnTo>
                    <a:pt x="554231" y="903879"/>
                  </a:lnTo>
                  <a:lnTo>
                    <a:pt x="554858" y="902511"/>
                  </a:lnTo>
                  <a:lnTo>
                    <a:pt x="555484" y="901167"/>
                  </a:lnTo>
                  <a:lnTo>
                    <a:pt x="556111" y="899849"/>
                  </a:lnTo>
                  <a:lnTo>
                    <a:pt x="556737" y="898551"/>
                  </a:lnTo>
                  <a:lnTo>
                    <a:pt x="557364" y="897305"/>
                  </a:lnTo>
                  <a:lnTo>
                    <a:pt x="557990" y="896123"/>
                  </a:lnTo>
                  <a:lnTo>
                    <a:pt x="558617" y="895029"/>
                  </a:lnTo>
                  <a:lnTo>
                    <a:pt x="559244" y="894017"/>
                  </a:lnTo>
                  <a:lnTo>
                    <a:pt x="559870" y="893087"/>
                  </a:lnTo>
                  <a:lnTo>
                    <a:pt x="560497" y="892278"/>
                  </a:lnTo>
                  <a:lnTo>
                    <a:pt x="561123" y="891575"/>
                  </a:lnTo>
                  <a:lnTo>
                    <a:pt x="561750" y="890967"/>
                  </a:lnTo>
                  <a:lnTo>
                    <a:pt x="562376" y="890431"/>
                  </a:lnTo>
                  <a:lnTo>
                    <a:pt x="563003" y="889934"/>
                  </a:lnTo>
                  <a:lnTo>
                    <a:pt x="563629" y="889488"/>
                  </a:lnTo>
                  <a:lnTo>
                    <a:pt x="564256" y="889114"/>
                  </a:lnTo>
                  <a:lnTo>
                    <a:pt x="564883" y="888841"/>
                  </a:lnTo>
                  <a:lnTo>
                    <a:pt x="565509" y="888635"/>
                  </a:lnTo>
                  <a:lnTo>
                    <a:pt x="566136" y="888496"/>
                  </a:lnTo>
                  <a:lnTo>
                    <a:pt x="566762" y="888410"/>
                  </a:lnTo>
                  <a:lnTo>
                    <a:pt x="567389" y="888316"/>
                  </a:lnTo>
                  <a:lnTo>
                    <a:pt x="568015" y="888163"/>
                  </a:lnTo>
                  <a:lnTo>
                    <a:pt x="568642" y="887942"/>
                  </a:lnTo>
                  <a:lnTo>
                    <a:pt x="569268" y="887667"/>
                  </a:lnTo>
                  <a:lnTo>
                    <a:pt x="569895" y="887312"/>
                  </a:lnTo>
                  <a:lnTo>
                    <a:pt x="570522" y="886898"/>
                  </a:lnTo>
                  <a:lnTo>
                    <a:pt x="571148" y="886435"/>
                  </a:lnTo>
                  <a:lnTo>
                    <a:pt x="571775" y="885935"/>
                  </a:lnTo>
                  <a:lnTo>
                    <a:pt x="572401" y="885386"/>
                  </a:lnTo>
                  <a:lnTo>
                    <a:pt x="573028" y="884779"/>
                  </a:lnTo>
                  <a:lnTo>
                    <a:pt x="573654" y="884101"/>
                  </a:lnTo>
                  <a:lnTo>
                    <a:pt x="574281" y="883348"/>
                  </a:lnTo>
                  <a:lnTo>
                    <a:pt x="574907" y="882514"/>
                  </a:lnTo>
                  <a:lnTo>
                    <a:pt x="575534" y="881596"/>
                  </a:lnTo>
                  <a:lnTo>
                    <a:pt x="576161" y="880561"/>
                  </a:lnTo>
                  <a:lnTo>
                    <a:pt x="576787" y="879439"/>
                  </a:lnTo>
                  <a:lnTo>
                    <a:pt x="577414" y="878274"/>
                  </a:lnTo>
                  <a:lnTo>
                    <a:pt x="578040" y="877063"/>
                  </a:lnTo>
                  <a:lnTo>
                    <a:pt x="578667" y="875793"/>
                  </a:lnTo>
                  <a:lnTo>
                    <a:pt x="579293" y="874480"/>
                  </a:lnTo>
                  <a:lnTo>
                    <a:pt x="579920" y="873135"/>
                  </a:lnTo>
                  <a:lnTo>
                    <a:pt x="580546" y="871757"/>
                  </a:lnTo>
                  <a:lnTo>
                    <a:pt x="581173" y="870335"/>
                  </a:lnTo>
                  <a:lnTo>
                    <a:pt x="581800" y="868868"/>
                  </a:lnTo>
                  <a:lnTo>
                    <a:pt x="582426" y="867398"/>
                  </a:lnTo>
                  <a:lnTo>
                    <a:pt x="583053" y="865920"/>
                  </a:lnTo>
                  <a:lnTo>
                    <a:pt x="583679" y="864473"/>
                  </a:lnTo>
                  <a:lnTo>
                    <a:pt x="584306" y="863076"/>
                  </a:lnTo>
                  <a:lnTo>
                    <a:pt x="584932" y="861739"/>
                  </a:lnTo>
                  <a:lnTo>
                    <a:pt x="585559" y="860488"/>
                  </a:lnTo>
                  <a:lnTo>
                    <a:pt x="586185" y="859358"/>
                  </a:lnTo>
                  <a:lnTo>
                    <a:pt x="586812" y="858379"/>
                  </a:lnTo>
                  <a:lnTo>
                    <a:pt x="587439" y="857577"/>
                  </a:lnTo>
                  <a:lnTo>
                    <a:pt x="588065" y="856957"/>
                  </a:lnTo>
                  <a:lnTo>
                    <a:pt x="588692" y="856554"/>
                  </a:lnTo>
                  <a:lnTo>
                    <a:pt x="589318" y="856368"/>
                  </a:lnTo>
                  <a:lnTo>
                    <a:pt x="589945" y="856392"/>
                  </a:lnTo>
                  <a:lnTo>
                    <a:pt x="590571" y="856635"/>
                  </a:lnTo>
                  <a:lnTo>
                    <a:pt x="591198" y="857117"/>
                  </a:lnTo>
                  <a:lnTo>
                    <a:pt x="591824" y="857852"/>
                  </a:lnTo>
                  <a:lnTo>
                    <a:pt x="592451" y="858793"/>
                  </a:lnTo>
                  <a:lnTo>
                    <a:pt x="593078" y="859960"/>
                  </a:lnTo>
                  <a:lnTo>
                    <a:pt x="593704" y="861341"/>
                  </a:lnTo>
                  <a:lnTo>
                    <a:pt x="594331" y="862947"/>
                  </a:lnTo>
                  <a:lnTo>
                    <a:pt x="594957" y="864802"/>
                  </a:lnTo>
                  <a:lnTo>
                    <a:pt x="595584" y="866878"/>
                  </a:lnTo>
                  <a:lnTo>
                    <a:pt x="596210" y="869160"/>
                  </a:lnTo>
                  <a:lnTo>
                    <a:pt x="596837" y="871631"/>
                  </a:lnTo>
                  <a:lnTo>
                    <a:pt x="597463" y="874310"/>
                  </a:lnTo>
                  <a:lnTo>
                    <a:pt x="598090" y="877157"/>
                  </a:lnTo>
                  <a:lnTo>
                    <a:pt x="598717" y="880145"/>
                  </a:lnTo>
                  <a:lnTo>
                    <a:pt x="599343" y="883244"/>
                  </a:lnTo>
                  <a:lnTo>
                    <a:pt x="599970" y="886451"/>
                  </a:lnTo>
                  <a:lnTo>
                    <a:pt x="600596" y="889730"/>
                  </a:lnTo>
                  <a:lnTo>
                    <a:pt x="601223" y="893060"/>
                  </a:lnTo>
                  <a:lnTo>
                    <a:pt x="601849" y="896468"/>
                  </a:lnTo>
                  <a:lnTo>
                    <a:pt x="602476" y="899922"/>
                  </a:lnTo>
                  <a:lnTo>
                    <a:pt x="603102" y="903414"/>
                  </a:lnTo>
                  <a:lnTo>
                    <a:pt x="603729" y="906928"/>
                  </a:lnTo>
                  <a:lnTo>
                    <a:pt x="604356" y="910433"/>
                  </a:lnTo>
                  <a:lnTo>
                    <a:pt x="604982" y="913923"/>
                  </a:lnTo>
                  <a:lnTo>
                    <a:pt x="605609" y="917380"/>
                  </a:lnTo>
                  <a:lnTo>
                    <a:pt x="606235" y="920803"/>
                  </a:lnTo>
                  <a:lnTo>
                    <a:pt x="606862" y="924183"/>
                  </a:lnTo>
                  <a:lnTo>
                    <a:pt x="607488" y="927493"/>
                  </a:lnTo>
                  <a:lnTo>
                    <a:pt x="608115" y="930735"/>
                  </a:lnTo>
                  <a:lnTo>
                    <a:pt x="608741" y="933873"/>
                  </a:lnTo>
                  <a:lnTo>
                    <a:pt x="609368" y="936864"/>
                  </a:lnTo>
                  <a:lnTo>
                    <a:pt x="609995" y="939717"/>
                  </a:lnTo>
                  <a:lnTo>
                    <a:pt x="610621" y="942457"/>
                  </a:lnTo>
                  <a:lnTo>
                    <a:pt x="611248" y="945051"/>
                  </a:lnTo>
                  <a:lnTo>
                    <a:pt x="611874" y="947518"/>
                  </a:lnTo>
                  <a:lnTo>
                    <a:pt x="612501" y="949855"/>
                  </a:lnTo>
                  <a:lnTo>
                    <a:pt x="613127" y="952121"/>
                  </a:lnTo>
                  <a:lnTo>
                    <a:pt x="613754" y="954335"/>
                  </a:lnTo>
                  <a:lnTo>
                    <a:pt x="614380" y="956517"/>
                  </a:lnTo>
                  <a:lnTo>
                    <a:pt x="615007" y="958684"/>
                  </a:lnTo>
                  <a:lnTo>
                    <a:pt x="615634" y="960802"/>
                  </a:lnTo>
                  <a:lnTo>
                    <a:pt x="616260" y="962858"/>
                  </a:lnTo>
                  <a:lnTo>
                    <a:pt x="616887" y="964865"/>
                  </a:lnTo>
                  <a:lnTo>
                    <a:pt x="617513" y="966852"/>
                  </a:lnTo>
                  <a:lnTo>
                    <a:pt x="618140" y="968844"/>
                  </a:lnTo>
                  <a:lnTo>
                    <a:pt x="618766" y="970824"/>
                  </a:lnTo>
                  <a:lnTo>
                    <a:pt x="619393" y="972786"/>
                  </a:lnTo>
                  <a:lnTo>
                    <a:pt x="620019" y="974692"/>
                  </a:lnTo>
                  <a:lnTo>
                    <a:pt x="620646" y="976514"/>
                  </a:lnTo>
                  <a:lnTo>
                    <a:pt x="621273" y="978200"/>
                  </a:lnTo>
                  <a:lnTo>
                    <a:pt x="621899" y="979752"/>
                  </a:lnTo>
                  <a:lnTo>
                    <a:pt x="622526" y="981132"/>
                  </a:lnTo>
                  <a:lnTo>
                    <a:pt x="623152" y="982301"/>
                  </a:lnTo>
                  <a:lnTo>
                    <a:pt x="623779" y="983265"/>
                  </a:lnTo>
                  <a:lnTo>
                    <a:pt x="624405" y="984041"/>
                  </a:lnTo>
                  <a:lnTo>
                    <a:pt x="625032" y="984644"/>
                  </a:lnTo>
                  <a:lnTo>
                    <a:pt x="625658" y="985112"/>
                  </a:lnTo>
                  <a:lnTo>
                    <a:pt x="626285" y="985416"/>
                  </a:lnTo>
                  <a:lnTo>
                    <a:pt x="626912" y="985528"/>
                  </a:lnTo>
                  <a:lnTo>
                    <a:pt x="627538" y="985432"/>
                  </a:lnTo>
                  <a:lnTo>
                    <a:pt x="628165" y="985140"/>
                  </a:lnTo>
                  <a:lnTo>
                    <a:pt x="628791" y="984640"/>
                  </a:lnTo>
                  <a:lnTo>
                    <a:pt x="629418" y="983948"/>
                  </a:lnTo>
                  <a:lnTo>
                    <a:pt x="630044" y="983095"/>
                  </a:lnTo>
                  <a:lnTo>
                    <a:pt x="630671" y="982124"/>
                  </a:lnTo>
                  <a:lnTo>
                    <a:pt x="631297" y="981046"/>
                  </a:lnTo>
                  <a:lnTo>
                    <a:pt x="631924" y="979863"/>
                  </a:lnTo>
                  <a:lnTo>
                    <a:pt x="632551" y="978619"/>
                  </a:lnTo>
                  <a:lnTo>
                    <a:pt x="633177" y="977299"/>
                  </a:lnTo>
                  <a:lnTo>
                    <a:pt x="633804" y="975886"/>
                  </a:lnTo>
                  <a:lnTo>
                    <a:pt x="634430" y="974376"/>
                  </a:lnTo>
                  <a:lnTo>
                    <a:pt x="635057" y="972774"/>
                  </a:lnTo>
                  <a:lnTo>
                    <a:pt x="635683" y="971079"/>
                  </a:lnTo>
                  <a:lnTo>
                    <a:pt x="636310" y="969316"/>
                  </a:lnTo>
                  <a:lnTo>
                    <a:pt x="636936" y="967500"/>
                  </a:lnTo>
                  <a:lnTo>
                    <a:pt x="637563" y="965658"/>
                  </a:lnTo>
                  <a:lnTo>
                    <a:pt x="638190" y="963802"/>
                  </a:lnTo>
                  <a:lnTo>
                    <a:pt x="638816" y="961960"/>
                  </a:lnTo>
                  <a:lnTo>
                    <a:pt x="639443" y="960146"/>
                  </a:lnTo>
                  <a:lnTo>
                    <a:pt x="640069" y="958363"/>
                  </a:lnTo>
                  <a:lnTo>
                    <a:pt x="640696" y="956647"/>
                  </a:lnTo>
                  <a:lnTo>
                    <a:pt x="641322" y="955024"/>
                  </a:lnTo>
                  <a:lnTo>
                    <a:pt x="641949" y="953483"/>
                  </a:lnTo>
                  <a:lnTo>
                    <a:pt x="642575" y="952005"/>
                  </a:lnTo>
                  <a:lnTo>
                    <a:pt x="643202" y="950604"/>
                  </a:lnTo>
                  <a:lnTo>
                    <a:pt x="643829" y="949292"/>
                  </a:lnTo>
                  <a:lnTo>
                    <a:pt x="644455" y="948056"/>
                  </a:lnTo>
                  <a:lnTo>
                    <a:pt x="645082" y="946840"/>
                  </a:lnTo>
                  <a:lnTo>
                    <a:pt x="645708" y="945651"/>
                  </a:lnTo>
                  <a:lnTo>
                    <a:pt x="646335" y="944432"/>
                  </a:lnTo>
                  <a:lnTo>
                    <a:pt x="646961" y="943179"/>
                  </a:lnTo>
                  <a:lnTo>
                    <a:pt x="647588" y="941912"/>
                  </a:lnTo>
                  <a:lnTo>
                    <a:pt x="648214" y="940623"/>
                  </a:lnTo>
                  <a:lnTo>
                    <a:pt x="648841" y="939280"/>
                  </a:lnTo>
                  <a:lnTo>
                    <a:pt x="649468" y="937827"/>
                  </a:lnTo>
                  <a:lnTo>
                    <a:pt x="650094" y="936219"/>
                  </a:lnTo>
                  <a:lnTo>
                    <a:pt x="650721" y="934452"/>
                  </a:lnTo>
                  <a:lnTo>
                    <a:pt x="651347" y="932503"/>
                  </a:lnTo>
                  <a:lnTo>
                    <a:pt x="651974" y="930395"/>
                  </a:lnTo>
                  <a:lnTo>
                    <a:pt x="652600" y="928110"/>
                  </a:lnTo>
                  <a:lnTo>
                    <a:pt x="653227" y="925652"/>
                  </a:lnTo>
                  <a:lnTo>
                    <a:pt x="653853" y="923016"/>
                  </a:lnTo>
                  <a:lnTo>
                    <a:pt x="654480" y="920243"/>
                  </a:lnTo>
                  <a:lnTo>
                    <a:pt x="655107" y="917368"/>
                  </a:lnTo>
                  <a:lnTo>
                    <a:pt x="655733" y="914390"/>
                  </a:lnTo>
                  <a:lnTo>
                    <a:pt x="656360" y="911299"/>
                  </a:lnTo>
                  <a:lnTo>
                    <a:pt x="656986" y="908046"/>
                  </a:lnTo>
                  <a:lnTo>
                    <a:pt x="657613" y="904601"/>
                  </a:lnTo>
                  <a:lnTo>
                    <a:pt x="658239" y="900990"/>
                  </a:lnTo>
                  <a:lnTo>
                    <a:pt x="658866" y="897231"/>
                  </a:lnTo>
                  <a:lnTo>
                    <a:pt x="659492" y="893344"/>
                  </a:lnTo>
                  <a:lnTo>
                    <a:pt x="660119" y="889320"/>
                  </a:lnTo>
                  <a:lnTo>
                    <a:pt x="660746" y="885169"/>
                  </a:lnTo>
                  <a:lnTo>
                    <a:pt x="661372" y="880894"/>
                  </a:lnTo>
                  <a:lnTo>
                    <a:pt x="661999" y="876544"/>
                  </a:lnTo>
                  <a:lnTo>
                    <a:pt x="662625" y="872111"/>
                  </a:lnTo>
                  <a:lnTo>
                    <a:pt x="663252" y="867639"/>
                  </a:lnTo>
                  <a:lnTo>
                    <a:pt x="663878" y="863142"/>
                  </a:lnTo>
                  <a:lnTo>
                    <a:pt x="664505" y="858607"/>
                  </a:lnTo>
                  <a:lnTo>
                    <a:pt x="665131" y="854063"/>
                  </a:lnTo>
                  <a:lnTo>
                    <a:pt x="665758" y="849512"/>
                  </a:lnTo>
                  <a:lnTo>
                    <a:pt x="666385" y="844979"/>
                  </a:lnTo>
                  <a:lnTo>
                    <a:pt x="667011" y="840489"/>
                  </a:lnTo>
                  <a:lnTo>
                    <a:pt x="667638" y="836075"/>
                  </a:lnTo>
                  <a:lnTo>
                    <a:pt x="668264" y="831761"/>
                  </a:lnTo>
                  <a:lnTo>
                    <a:pt x="668891" y="827536"/>
                  </a:lnTo>
                  <a:lnTo>
                    <a:pt x="669517" y="823385"/>
                  </a:lnTo>
                  <a:lnTo>
                    <a:pt x="670144" y="819329"/>
                  </a:lnTo>
                  <a:lnTo>
                    <a:pt x="670770" y="815361"/>
                  </a:lnTo>
                  <a:lnTo>
                    <a:pt x="671397" y="811500"/>
                  </a:lnTo>
                  <a:lnTo>
                    <a:pt x="672024" y="807788"/>
                  </a:lnTo>
                  <a:lnTo>
                    <a:pt x="672650" y="804206"/>
                  </a:lnTo>
                  <a:lnTo>
                    <a:pt x="673277" y="800738"/>
                  </a:lnTo>
                  <a:lnTo>
                    <a:pt x="673903" y="797389"/>
                  </a:lnTo>
                  <a:lnTo>
                    <a:pt x="674530" y="794154"/>
                  </a:lnTo>
                  <a:lnTo>
                    <a:pt x="675156" y="791016"/>
                  </a:lnTo>
                  <a:lnTo>
                    <a:pt x="675783" y="787928"/>
                  </a:lnTo>
                  <a:lnTo>
                    <a:pt x="676409" y="784872"/>
                  </a:lnTo>
                  <a:lnTo>
                    <a:pt x="677036" y="781848"/>
                  </a:lnTo>
                  <a:lnTo>
                    <a:pt x="677663" y="778813"/>
                  </a:lnTo>
                  <a:lnTo>
                    <a:pt x="678289" y="775815"/>
                  </a:lnTo>
                  <a:lnTo>
                    <a:pt x="678916" y="772836"/>
                  </a:lnTo>
                  <a:lnTo>
                    <a:pt x="679542" y="769849"/>
                  </a:lnTo>
                  <a:lnTo>
                    <a:pt x="680169" y="766842"/>
                  </a:lnTo>
                  <a:lnTo>
                    <a:pt x="680795" y="763813"/>
                  </a:lnTo>
                  <a:lnTo>
                    <a:pt x="681422" y="760775"/>
                  </a:lnTo>
                  <a:lnTo>
                    <a:pt x="682048" y="757736"/>
                  </a:lnTo>
                  <a:lnTo>
                    <a:pt x="682675" y="754700"/>
                  </a:lnTo>
                  <a:lnTo>
                    <a:pt x="683302" y="751671"/>
                  </a:lnTo>
                  <a:lnTo>
                    <a:pt x="683928" y="748666"/>
                  </a:lnTo>
                  <a:lnTo>
                    <a:pt x="684555" y="745694"/>
                  </a:lnTo>
                  <a:lnTo>
                    <a:pt x="685181" y="742812"/>
                  </a:lnTo>
                  <a:lnTo>
                    <a:pt x="685808" y="740046"/>
                  </a:lnTo>
                  <a:lnTo>
                    <a:pt x="686434" y="737370"/>
                  </a:lnTo>
                  <a:lnTo>
                    <a:pt x="687061" y="734780"/>
                  </a:lnTo>
                  <a:lnTo>
                    <a:pt x="687687" y="732261"/>
                  </a:lnTo>
                  <a:lnTo>
                    <a:pt x="688314" y="729820"/>
                  </a:lnTo>
                  <a:lnTo>
                    <a:pt x="688941" y="727486"/>
                  </a:lnTo>
                  <a:lnTo>
                    <a:pt x="689567" y="725272"/>
                  </a:lnTo>
                  <a:lnTo>
                    <a:pt x="690194" y="723185"/>
                  </a:lnTo>
                  <a:lnTo>
                    <a:pt x="690820" y="721237"/>
                  </a:lnTo>
                  <a:lnTo>
                    <a:pt x="691447" y="719443"/>
                  </a:lnTo>
                  <a:lnTo>
                    <a:pt x="692073" y="717802"/>
                  </a:lnTo>
                  <a:lnTo>
                    <a:pt x="692700" y="716318"/>
                  </a:lnTo>
                  <a:lnTo>
                    <a:pt x="693326" y="714970"/>
                  </a:lnTo>
                  <a:lnTo>
                    <a:pt x="693953" y="713759"/>
                  </a:lnTo>
                  <a:lnTo>
                    <a:pt x="694579" y="712679"/>
                  </a:lnTo>
                  <a:lnTo>
                    <a:pt x="695206" y="711711"/>
                  </a:lnTo>
                  <a:lnTo>
                    <a:pt x="695833" y="710877"/>
                  </a:lnTo>
                  <a:lnTo>
                    <a:pt x="696459" y="710182"/>
                  </a:lnTo>
                  <a:lnTo>
                    <a:pt x="697086" y="709617"/>
                  </a:lnTo>
                  <a:lnTo>
                    <a:pt x="697712" y="709190"/>
                  </a:lnTo>
                  <a:lnTo>
                    <a:pt x="698339" y="708902"/>
                  </a:lnTo>
                  <a:lnTo>
                    <a:pt x="698965" y="708738"/>
                  </a:lnTo>
                  <a:lnTo>
                    <a:pt x="699592" y="708659"/>
                  </a:lnTo>
                  <a:lnTo>
                    <a:pt x="700218" y="708623"/>
                  </a:lnTo>
                  <a:lnTo>
                    <a:pt x="700845" y="708606"/>
                  </a:lnTo>
                  <a:lnTo>
                    <a:pt x="701472" y="708603"/>
                  </a:lnTo>
                  <a:lnTo>
                    <a:pt x="702098" y="708580"/>
                  </a:lnTo>
                  <a:lnTo>
                    <a:pt x="702725" y="708554"/>
                  </a:lnTo>
                  <a:lnTo>
                    <a:pt x="703351" y="708499"/>
                  </a:lnTo>
                  <a:lnTo>
                    <a:pt x="703978" y="708364"/>
                  </a:lnTo>
                  <a:lnTo>
                    <a:pt x="704604" y="708142"/>
                  </a:lnTo>
                  <a:lnTo>
                    <a:pt x="705231" y="707829"/>
                  </a:lnTo>
                  <a:lnTo>
                    <a:pt x="705857" y="707413"/>
                  </a:lnTo>
                  <a:lnTo>
                    <a:pt x="706484" y="706904"/>
                  </a:lnTo>
                  <a:lnTo>
                    <a:pt x="707111" y="706324"/>
                  </a:lnTo>
                  <a:lnTo>
                    <a:pt x="707737" y="705709"/>
                  </a:lnTo>
                  <a:lnTo>
                    <a:pt x="708364" y="705085"/>
                  </a:lnTo>
                  <a:lnTo>
                    <a:pt x="708990" y="704490"/>
                  </a:lnTo>
                  <a:lnTo>
                    <a:pt x="709617" y="703959"/>
                  </a:lnTo>
                  <a:lnTo>
                    <a:pt x="710243" y="703490"/>
                  </a:lnTo>
                  <a:lnTo>
                    <a:pt x="710870" y="703105"/>
                  </a:lnTo>
                  <a:lnTo>
                    <a:pt x="711496" y="702821"/>
                  </a:lnTo>
                  <a:lnTo>
                    <a:pt x="712123" y="702632"/>
                  </a:lnTo>
                  <a:lnTo>
                    <a:pt x="712750" y="702553"/>
                  </a:lnTo>
                  <a:lnTo>
                    <a:pt x="713376" y="702606"/>
                  </a:lnTo>
                  <a:lnTo>
                    <a:pt x="714003" y="702798"/>
                  </a:lnTo>
                  <a:lnTo>
                    <a:pt x="714629" y="703137"/>
                  </a:lnTo>
                  <a:lnTo>
                    <a:pt x="715256" y="703646"/>
                  </a:lnTo>
                  <a:lnTo>
                    <a:pt x="715882" y="704316"/>
                  </a:lnTo>
                  <a:lnTo>
                    <a:pt x="716509" y="705141"/>
                  </a:lnTo>
                  <a:lnTo>
                    <a:pt x="717135" y="706070"/>
                  </a:lnTo>
                  <a:lnTo>
                    <a:pt x="717762" y="707073"/>
                  </a:lnTo>
                  <a:lnTo>
                    <a:pt x="718389" y="708139"/>
                  </a:lnTo>
                  <a:lnTo>
                    <a:pt x="719015" y="709261"/>
                  </a:lnTo>
                  <a:lnTo>
                    <a:pt x="719642" y="710456"/>
                  </a:lnTo>
                  <a:lnTo>
                    <a:pt x="720268" y="711726"/>
                  </a:lnTo>
                  <a:lnTo>
                    <a:pt x="720895" y="713085"/>
                  </a:lnTo>
                  <a:lnTo>
                    <a:pt x="721521" y="714516"/>
                  </a:lnTo>
                  <a:lnTo>
                    <a:pt x="722148" y="716017"/>
                  </a:lnTo>
                  <a:lnTo>
                    <a:pt x="722774" y="717562"/>
                  </a:lnTo>
                  <a:lnTo>
                    <a:pt x="723401" y="719111"/>
                  </a:lnTo>
                  <a:lnTo>
                    <a:pt x="724028" y="720640"/>
                  </a:lnTo>
                  <a:lnTo>
                    <a:pt x="724654" y="722125"/>
                  </a:lnTo>
                  <a:lnTo>
                    <a:pt x="725281" y="723565"/>
                  </a:lnTo>
                  <a:lnTo>
                    <a:pt x="725907" y="724939"/>
                  </a:lnTo>
                  <a:lnTo>
                    <a:pt x="726534" y="726216"/>
                  </a:lnTo>
                  <a:lnTo>
                    <a:pt x="727160" y="727371"/>
                  </a:lnTo>
                  <a:lnTo>
                    <a:pt x="727787" y="728364"/>
                  </a:lnTo>
                  <a:lnTo>
                    <a:pt x="728413" y="729199"/>
                  </a:lnTo>
                  <a:lnTo>
                    <a:pt x="729040" y="729859"/>
                  </a:lnTo>
                  <a:lnTo>
                    <a:pt x="729667" y="730327"/>
                  </a:lnTo>
                  <a:lnTo>
                    <a:pt x="730293" y="730569"/>
                  </a:lnTo>
                  <a:lnTo>
                    <a:pt x="730920" y="730583"/>
                  </a:lnTo>
                  <a:lnTo>
                    <a:pt x="731546" y="730371"/>
                  </a:lnTo>
                  <a:lnTo>
                    <a:pt x="732173" y="729987"/>
                  </a:lnTo>
                  <a:lnTo>
                    <a:pt x="732799" y="729469"/>
                  </a:lnTo>
                  <a:lnTo>
                    <a:pt x="733426" y="728826"/>
                  </a:lnTo>
                  <a:lnTo>
                    <a:pt x="734052" y="728061"/>
                  </a:lnTo>
                  <a:lnTo>
                    <a:pt x="734679" y="727107"/>
                  </a:lnTo>
                  <a:lnTo>
                    <a:pt x="735306" y="725965"/>
                  </a:lnTo>
                  <a:lnTo>
                    <a:pt x="735932" y="724674"/>
                  </a:lnTo>
                  <a:lnTo>
                    <a:pt x="736559" y="723251"/>
                  </a:lnTo>
                  <a:lnTo>
                    <a:pt x="737185" y="721723"/>
                  </a:lnTo>
                  <a:lnTo>
                    <a:pt x="737812" y="720116"/>
                  </a:lnTo>
                  <a:lnTo>
                    <a:pt x="738438" y="718459"/>
                  </a:lnTo>
                  <a:lnTo>
                    <a:pt x="739065" y="716777"/>
                  </a:lnTo>
                  <a:lnTo>
                    <a:pt x="739691" y="715067"/>
                  </a:lnTo>
                  <a:lnTo>
                    <a:pt x="740318" y="713327"/>
                  </a:lnTo>
                  <a:lnTo>
                    <a:pt x="740945" y="711530"/>
                  </a:lnTo>
                  <a:lnTo>
                    <a:pt x="741571" y="709669"/>
                  </a:lnTo>
                  <a:lnTo>
                    <a:pt x="742198" y="707722"/>
                  </a:lnTo>
                  <a:lnTo>
                    <a:pt x="742824" y="705711"/>
                  </a:lnTo>
                  <a:lnTo>
                    <a:pt x="743451" y="703649"/>
                  </a:lnTo>
                  <a:lnTo>
                    <a:pt x="744077" y="701611"/>
                  </a:lnTo>
                  <a:lnTo>
                    <a:pt x="744704" y="699599"/>
                  </a:lnTo>
                  <a:lnTo>
                    <a:pt x="745330" y="697585"/>
                  </a:lnTo>
                  <a:lnTo>
                    <a:pt x="745957" y="695553"/>
                  </a:lnTo>
                  <a:lnTo>
                    <a:pt x="746584" y="693478"/>
                  </a:lnTo>
                  <a:lnTo>
                    <a:pt x="747210" y="691348"/>
                  </a:lnTo>
                  <a:lnTo>
                    <a:pt x="747837" y="689133"/>
                  </a:lnTo>
                  <a:lnTo>
                    <a:pt x="748463" y="686816"/>
                  </a:lnTo>
                  <a:lnTo>
                    <a:pt x="749090" y="684432"/>
                  </a:lnTo>
                  <a:lnTo>
                    <a:pt x="749716" y="682000"/>
                  </a:lnTo>
                  <a:lnTo>
                    <a:pt x="750343" y="679564"/>
                  </a:lnTo>
                  <a:lnTo>
                    <a:pt x="750969" y="677111"/>
                  </a:lnTo>
                  <a:lnTo>
                    <a:pt x="751596" y="674619"/>
                  </a:lnTo>
                  <a:lnTo>
                    <a:pt x="752223" y="672089"/>
                  </a:lnTo>
                  <a:lnTo>
                    <a:pt x="752849" y="669532"/>
                  </a:lnTo>
                  <a:lnTo>
                    <a:pt x="753476" y="666953"/>
                  </a:lnTo>
                  <a:lnTo>
                    <a:pt x="754102" y="664326"/>
                  </a:lnTo>
                  <a:lnTo>
                    <a:pt x="754729" y="661664"/>
                  </a:lnTo>
                  <a:lnTo>
                    <a:pt x="755355" y="658986"/>
                  </a:lnTo>
                  <a:lnTo>
                    <a:pt x="755982" y="656318"/>
                  </a:lnTo>
                  <a:lnTo>
                    <a:pt x="756608" y="653656"/>
                  </a:lnTo>
                  <a:lnTo>
                    <a:pt x="757235" y="651002"/>
                  </a:lnTo>
                  <a:lnTo>
                    <a:pt x="757862" y="648328"/>
                  </a:lnTo>
                  <a:lnTo>
                    <a:pt x="758488" y="645618"/>
                  </a:lnTo>
                  <a:lnTo>
                    <a:pt x="759115" y="642880"/>
                  </a:lnTo>
                  <a:lnTo>
                    <a:pt x="759741" y="640115"/>
                  </a:lnTo>
                  <a:lnTo>
                    <a:pt x="760368" y="637312"/>
                  </a:lnTo>
                  <a:lnTo>
                    <a:pt x="760994" y="634484"/>
                  </a:lnTo>
                  <a:lnTo>
                    <a:pt x="761621" y="631636"/>
                  </a:lnTo>
                  <a:lnTo>
                    <a:pt x="762247" y="628773"/>
                  </a:lnTo>
                  <a:lnTo>
                    <a:pt x="762874" y="625908"/>
                  </a:lnTo>
                  <a:lnTo>
                    <a:pt x="763501" y="623070"/>
                  </a:lnTo>
                  <a:lnTo>
                    <a:pt x="764127" y="620260"/>
                  </a:lnTo>
                  <a:lnTo>
                    <a:pt x="764754" y="617461"/>
                  </a:lnTo>
                  <a:lnTo>
                    <a:pt x="765380" y="614647"/>
                  </a:lnTo>
                  <a:lnTo>
                    <a:pt x="766007" y="611827"/>
                  </a:lnTo>
                  <a:lnTo>
                    <a:pt x="766633" y="609035"/>
                  </a:lnTo>
                  <a:lnTo>
                    <a:pt x="767260" y="606287"/>
                  </a:lnTo>
                  <a:lnTo>
                    <a:pt x="767886" y="603568"/>
                  </a:lnTo>
                  <a:lnTo>
                    <a:pt x="768513" y="600851"/>
                  </a:lnTo>
                  <a:lnTo>
                    <a:pt x="769140" y="598109"/>
                  </a:lnTo>
                  <a:lnTo>
                    <a:pt x="769766" y="595323"/>
                  </a:lnTo>
                  <a:lnTo>
                    <a:pt x="770393" y="592474"/>
                  </a:lnTo>
                  <a:lnTo>
                    <a:pt x="771019" y="589537"/>
                  </a:lnTo>
                  <a:lnTo>
                    <a:pt x="771646" y="586494"/>
                  </a:lnTo>
                  <a:lnTo>
                    <a:pt x="772272" y="583328"/>
                  </a:lnTo>
                  <a:lnTo>
                    <a:pt x="772899" y="580007"/>
                  </a:lnTo>
                  <a:lnTo>
                    <a:pt x="773525" y="576506"/>
                  </a:lnTo>
                  <a:lnTo>
                    <a:pt x="774152" y="572829"/>
                  </a:lnTo>
                  <a:lnTo>
                    <a:pt x="774779" y="568981"/>
                  </a:lnTo>
                  <a:lnTo>
                    <a:pt x="775405" y="564930"/>
                  </a:lnTo>
                  <a:lnTo>
                    <a:pt x="776032" y="560617"/>
                  </a:lnTo>
                  <a:lnTo>
                    <a:pt x="776658" y="556032"/>
                  </a:lnTo>
                  <a:lnTo>
                    <a:pt x="777285" y="551195"/>
                  </a:lnTo>
                  <a:lnTo>
                    <a:pt x="777911" y="546146"/>
                  </a:lnTo>
                  <a:lnTo>
                    <a:pt x="778538" y="540924"/>
                  </a:lnTo>
                  <a:lnTo>
                    <a:pt x="779164" y="535533"/>
                  </a:lnTo>
                  <a:lnTo>
                    <a:pt x="779791" y="529978"/>
                  </a:lnTo>
                  <a:lnTo>
                    <a:pt x="780418" y="524302"/>
                  </a:lnTo>
                  <a:lnTo>
                    <a:pt x="781044" y="518496"/>
                  </a:lnTo>
                  <a:lnTo>
                    <a:pt x="781671" y="512583"/>
                  </a:lnTo>
                  <a:lnTo>
                    <a:pt x="782297" y="506556"/>
                  </a:lnTo>
                  <a:lnTo>
                    <a:pt x="782924" y="500431"/>
                  </a:lnTo>
                  <a:lnTo>
                    <a:pt x="783550" y="494205"/>
                  </a:lnTo>
                  <a:lnTo>
                    <a:pt x="784177" y="487853"/>
                  </a:lnTo>
                  <a:lnTo>
                    <a:pt x="784803" y="481356"/>
                  </a:lnTo>
                  <a:lnTo>
                    <a:pt x="785430" y="474732"/>
                  </a:lnTo>
                  <a:lnTo>
                    <a:pt x="786057" y="468007"/>
                  </a:lnTo>
                  <a:lnTo>
                    <a:pt x="786683" y="461203"/>
                  </a:lnTo>
                  <a:lnTo>
                    <a:pt x="787310" y="454323"/>
                  </a:lnTo>
                  <a:lnTo>
                    <a:pt x="787936" y="447388"/>
                  </a:lnTo>
                  <a:lnTo>
                    <a:pt x="788563" y="440396"/>
                  </a:lnTo>
                  <a:lnTo>
                    <a:pt x="789189" y="433373"/>
                  </a:lnTo>
                  <a:lnTo>
                    <a:pt x="789816" y="426319"/>
                  </a:lnTo>
                  <a:lnTo>
                    <a:pt x="790442" y="419280"/>
                  </a:lnTo>
                  <a:lnTo>
                    <a:pt x="791069" y="412242"/>
                  </a:lnTo>
                  <a:lnTo>
                    <a:pt x="791696" y="405214"/>
                  </a:lnTo>
                  <a:lnTo>
                    <a:pt x="792322" y="398203"/>
                  </a:lnTo>
                  <a:lnTo>
                    <a:pt x="792949" y="391228"/>
                  </a:lnTo>
                  <a:lnTo>
                    <a:pt x="793575" y="384294"/>
                  </a:lnTo>
                  <a:lnTo>
                    <a:pt x="794202" y="377415"/>
                  </a:lnTo>
                  <a:lnTo>
                    <a:pt x="794828" y="370544"/>
                  </a:lnTo>
                  <a:lnTo>
                    <a:pt x="795455" y="363638"/>
                  </a:lnTo>
                  <a:lnTo>
                    <a:pt x="796081" y="356673"/>
                  </a:lnTo>
                  <a:lnTo>
                    <a:pt x="796708" y="349646"/>
                  </a:lnTo>
                  <a:lnTo>
                    <a:pt x="797335" y="342586"/>
                  </a:lnTo>
                  <a:lnTo>
                    <a:pt x="797961" y="335503"/>
                  </a:lnTo>
                  <a:lnTo>
                    <a:pt x="798588" y="328395"/>
                  </a:lnTo>
                  <a:lnTo>
                    <a:pt x="799214" y="321264"/>
                  </a:lnTo>
                  <a:lnTo>
                    <a:pt x="799841" y="314103"/>
                  </a:lnTo>
                  <a:lnTo>
                    <a:pt x="800467" y="306923"/>
                  </a:lnTo>
                  <a:lnTo>
                    <a:pt x="801094" y="299702"/>
                  </a:lnTo>
                  <a:lnTo>
                    <a:pt x="801720" y="292442"/>
                  </a:lnTo>
                  <a:lnTo>
                    <a:pt x="802347" y="285118"/>
                  </a:lnTo>
                  <a:lnTo>
                    <a:pt x="802974" y="277748"/>
                  </a:lnTo>
                  <a:lnTo>
                    <a:pt x="803600" y="270345"/>
                  </a:lnTo>
                  <a:lnTo>
                    <a:pt x="804227" y="262957"/>
                  </a:lnTo>
                  <a:lnTo>
                    <a:pt x="804853" y="255641"/>
                  </a:lnTo>
                  <a:lnTo>
                    <a:pt x="805480" y="248400"/>
                  </a:lnTo>
                  <a:lnTo>
                    <a:pt x="806106" y="241232"/>
                  </a:lnTo>
                  <a:lnTo>
                    <a:pt x="806733" y="234089"/>
                  </a:lnTo>
                  <a:lnTo>
                    <a:pt x="807359" y="226966"/>
                  </a:lnTo>
                  <a:lnTo>
                    <a:pt x="807986" y="219871"/>
                  </a:lnTo>
                  <a:lnTo>
                    <a:pt x="808613" y="212832"/>
                  </a:lnTo>
                  <a:lnTo>
                    <a:pt x="809239" y="205850"/>
                  </a:lnTo>
                  <a:lnTo>
                    <a:pt x="809866" y="198911"/>
                  </a:lnTo>
                  <a:lnTo>
                    <a:pt x="810492" y="192051"/>
                  </a:lnTo>
                  <a:lnTo>
                    <a:pt x="811119" y="185293"/>
                  </a:lnTo>
                  <a:lnTo>
                    <a:pt x="811745" y="178668"/>
                  </a:lnTo>
                  <a:lnTo>
                    <a:pt x="812372" y="172143"/>
                  </a:lnTo>
                  <a:lnTo>
                    <a:pt x="812998" y="165692"/>
                  </a:lnTo>
                  <a:lnTo>
                    <a:pt x="813625" y="159297"/>
                  </a:lnTo>
                  <a:lnTo>
                    <a:pt x="814252" y="152956"/>
                  </a:lnTo>
                  <a:lnTo>
                    <a:pt x="814878" y="146663"/>
                  </a:lnTo>
                  <a:lnTo>
                    <a:pt x="815505" y="140404"/>
                  </a:lnTo>
                  <a:lnTo>
                    <a:pt x="816131" y="134184"/>
                  </a:lnTo>
                  <a:lnTo>
                    <a:pt x="816758" y="128036"/>
                  </a:lnTo>
                  <a:lnTo>
                    <a:pt x="817384" y="121958"/>
                  </a:lnTo>
                  <a:lnTo>
                    <a:pt x="818011" y="115954"/>
                  </a:lnTo>
                  <a:lnTo>
                    <a:pt x="818637" y="110022"/>
                  </a:lnTo>
                  <a:lnTo>
                    <a:pt x="819264" y="104179"/>
                  </a:lnTo>
                  <a:lnTo>
                    <a:pt x="819891" y="98387"/>
                  </a:lnTo>
                  <a:lnTo>
                    <a:pt x="820517" y="92656"/>
                  </a:lnTo>
                  <a:lnTo>
                    <a:pt x="821144" y="86987"/>
                  </a:lnTo>
                  <a:lnTo>
                    <a:pt x="821770" y="81381"/>
                  </a:lnTo>
                  <a:lnTo>
                    <a:pt x="822397" y="75852"/>
                  </a:lnTo>
                  <a:lnTo>
                    <a:pt x="823023" y="70418"/>
                  </a:lnTo>
                  <a:lnTo>
                    <a:pt x="823650" y="65088"/>
                  </a:lnTo>
                  <a:lnTo>
                    <a:pt x="824276" y="59871"/>
                  </a:lnTo>
                  <a:lnTo>
                    <a:pt x="824903" y="54794"/>
                  </a:lnTo>
                  <a:lnTo>
                    <a:pt x="825530" y="49854"/>
                  </a:lnTo>
                  <a:lnTo>
                    <a:pt x="826156" y="45045"/>
                  </a:lnTo>
                  <a:lnTo>
                    <a:pt x="826783" y="40394"/>
                  </a:lnTo>
                  <a:lnTo>
                    <a:pt x="827409" y="35922"/>
                  </a:lnTo>
                  <a:lnTo>
                    <a:pt x="828036" y="31635"/>
                  </a:lnTo>
                  <a:lnTo>
                    <a:pt x="828662" y="27545"/>
                  </a:lnTo>
                  <a:lnTo>
                    <a:pt x="829289" y="23681"/>
                  </a:lnTo>
                  <a:lnTo>
                    <a:pt x="829915" y="20052"/>
                  </a:lnTo>
                  <a:lnTo>
                    <a:pt x="830542" y="16668"/>
                  </a:lnTo>
                  <a:lnTo>
                    <a:pt x="831169" y="13570"/>
                  </a:lnTo>
                  <a:lnTo>
                    <a:pt x="831795" y="10772"/>
                  </a:lnTo>
                  <a:lnTo>
                    <a:pt x="832422" y="8287"/>
                  </a:lnTo>
                  <a:lnTo>
                    <a:pt x="833048" y="6126"/>
                  </a:lnTo>
                  <a:lnTo>
                    <a:pt x="833675" y="4280"/>
                  </a:lnTo>
                  <a:lnTo>
                    <a:pt x="834301" y="2774"/>
                  </a:lnTo>
                  <a:lnTo>
                    <a:pt x="834928" y="1589"/>
                  </a:lnTo>
                  <a:lnTo>
                    <a:pt x="835554" y="745"/>
                  </a:lnTo>
                  <a:lnTo>
                    <a:pt x="836181" y="225"/>
                  </a:lnTo>
                  <a:lnTo>
                    <a:pt x="836808" y="0"/>
                  </a:lnTo>
                  <a:lnTo>
                    <a:pt x="837434" y="81"/>
                  </a:lnTo>
                  <a:lnTo>
                    <a:pt x="838061" y="495"/>
                  </a:lnTo>
                  <a:lnTo>
                    <a:pt x="838687" y="1251"/>
                  </a:lnTo>
                  <a:lnTo>
                    <a:pt x="839314" y="2377"/>
                  </a:lnTo>
                  <a:lnTo>
                    <a:pt x="839940" y="3866"/>
                  </a:lnTo>
                  <a:lnTo>
                    <a:pt x="840567" y="5651"/>
                  </a:lnTo>
                  <a:lnTo>
                    <a:pt x="841193" y="7703"/>
                  </a:lnTo>
                  <a:lnTo>
                    <a:pt x="841820" y="10025"/>
                  </a:lnTo>
                  <a:lnTo>
                    <a:pt x="842447" y="12582"/>
                  </a:lnTo>
                  <a:lnTo>
                    <a:pt x="843073" y="15347"/>
                  </a:lnTo>
                  <a:lnTo>
                    <a:pt x="843700" y="18291"/>
                  </a:lnTo>
                  <a:lnTo>
                    <a:pt x="844326" y="21398"/>
                  </a:lnTo>
                  <a:lnTo>
                    <a:pt x="844953" y="24683"/>
                  </a:lnTo>
                  <a:lnTo>
                    <a:pt x="845579" y="28137"/>
                  </a:lnTo>
                  <a:lnTo>
                    <a:pt x="846206" y="31750"/>
                  </a:lnTo>
                  <a:lnTo>
                    <a:pt x="846832" y="35556"/>
                  </a:lnTo>
                  <a:lnTo>
                    <a:pt x="847459" y="39581"/>
                  </a:lnTo>
                  <a:lnTo>
                    <a:pt x="848086" y="43833"/>
                  </a:lnTo>
                  <a:lnTo>
                    <a:pt x="848712" y="48288"/>
                  </a:lnTo>
                  <a:lnTo>
                    <a:pt x="849339" y="52930"/>
                  </a:lnTo>
                  <a:lnTo>
                    <a:pt x="849965" y="57766"/>
                  </a:lnTo>
                  <a:lnTo>
                    <a:pt x="850592" y="62772"/>
                  </a:lnTo>
                  <a:lnTo>
                    <a:pt x="851218" y="67953"/>
                  </a:lnTo>
                  <a:lnTo>
                    <a:pt x="851845" y="73326"/>
                  </a:lnTo>
                  <a:lnTo>
                    <a:pt x="852471" y="78939"/>
                  </a:lnTo>
                  <a:lnTo>
                    <a:pt x="853098" y="84780"/>
                  </a:lnTo>
                  <a:lnTo>
                    <a:pt x="853725" y="90883"/>
                  </a:lnTo>
                  <a:lnTo>
                    <a:pt x="854351" y="97244"/>
                  </a:lnTo>
                  <a:lnTo>
                    <a:pt x="854978" y="103869"/>
                  </a:lnTo>
                  <a:lnTo>
                    <a:pt x="855604" y="110757"/>
                  </a:lnTo>
                  <a:lnTo>
                    <a:pt x="856231" y="117887"/>
                  </a:lnTo>
                  <a:lnTo>
                    <a:pt x="856857" y="125231"/>
                  </a:lnTo>
                  <a:lnTo>
                    <a:pt x="857484" y="132814"/>
                  </a:lnTo>
                  <a:lnTo>
                    <a:pt x="858110" y="140658"/>
                  </a:lnTo>
                  <a:lnTo>
                    <a:pt x="858737" y="148787"/>
                  </a:lnTo>
                  <a:lnTo>
                    <a:pt x="859364" y="157216"/>
                  </a:lnTo>
                  <a:lnTo>
                    <a:pt x="859990" y="165958"/>
                  </a:lnTo>
                  <a:lnTo>
                    <a:pt x="860617" y="174994"/>
                  </a:lnTo>
                  <a:lnTo>
                    <a:pt x="861243" y="184281"/>
                  </a:lnTo>
                  <a:lnTo>
                    <a:pt x="861870" y="193787"/>
                  </a:lnTo>
                  <a:lnTo>
                    <a:pt x="862496" y="203496"/>
                  </a:lnTo>
                  <a:lnTo>
                    <a:pt x="863123" y="213354"/>
                  </a:lnTo>
                  <a:lnTo>
                    <a:pt x="863749" y="223369"/>
                  </a:lnTo>
                  <a:lnTo>
                    <a:pt x="864376" y="233520"/>
                  </a:lnTo>
                  <a:lnTo>
                    <a:pt x="865003" y="243827"/>
                  </a:lnTo>
                  <a:lnTo>
                    <a:pt x="865629" y="254303"/>
                  </a:lnTo>
                  <a:lnTo>
                    <a:pt x="866256" y="264935"/>
                  </a:lnTo>
                  <a:lnTo>
                    <a:pt x="866882" y="275697"/>
                  </a:lnTo>
                  <a:lnTo>
                    <a:pt x="867509" y="286552"/>
                  </a:lnTo>
                  <a:lnTo>
                    <a:pt x="868135" y="297483"/>
                  </a:lnTo>
                  <a:lnTo>
                    <a:pt x="868762" y="308462"/>
                  </a:lnTo>
                  <a:lnTo>
                    <a:pt x="869388" y="319469"/>
                  </a:lnTo>
                  <a:lnTo>
                    <a:pt x="870015" y="330500"/>
                  </a:lnTo>
                  <a:lnTo>
                    <a:pt x="870642" y="341578"/>
                  </a:lnTo>
                  <a:lnTo>
                    <a:pt x="871268" y="352697"/>
                  </a:lnTo>
                  <a:lnTo>
                    <a:pt x="871895" y="363879"/>
                  </a:lnTo>
                  <a:lnTo>
                    <a:pt x="872521" y="375176"/>
                  </a:lnTo>
                  <a:lnTo>
                    <a:pt x="873148" y="386578"/>
                  </a:lnTo>
                  <a:lnTo>
                    <a:pt x="873774" y="398068"/>
                  </a:lnTo>
                  <a:lnTo>
                    <a:pt x="874401" y="409608"/>
                  </a:lnTo>
                  <a:lnTo>
                    <a:pt x="875027" y="421174"/>
                  </a:lnTo>
                  <a:lnTo>
                    <a:pt x="875654" y="432781"/>
                  </a:lnTo>
                  <a:lnTo>
                    <a:pt x="876281" y="444452"/>
                  </a:lnTo>
                  <a:lnTo>
                    <a:pt x="876907" y="456209"/>
                  </a:lnTo>
                  <a:lnTo>
                    <a:pt x="877534" y="468049"/>
                  </a:lnTo>
                  <a:lnTo>
                    <a:pt x="878160" y="479980"/>
                  </a:lnTo>
                  <a:lnTo>
                    <a:pt x="878787" y="491970"/>
                  </a:lnTo>
                  <a:lnTo>
                    <a:pt x="879413" y="504005"/>
                  </a:lnTo>
                  <a:lnTo>
                    <a:pt x="880040" y="516079"/>
                  </a:lnTo>
                  <a:lnTo>
                    <a:pt x="880666" y="528174"/>
                  </a:lnTo>
                  <a:lnTo>
                    <a:pt x="881293" y="540271"/>
                  </a:lnTo>
                  <a:lnTo>
                    <a:pt x="881920" y="552324"/>
                  </a:lnTo>
                  <a:lnTo>
                    <a:pt x="882546" y="564347"/>
                  </a:lnTo>
                  <a:lnTo>
                    <a:pt x="883173" y="576324"/>
                  </a:lnTo>
                  <a:lnTo>
                    <a:pt x="883799" y="588244"/>
                  </a:lnTo>
                  <a:lnTo>
                    <a:pt x="884426" y="600095"/>
                  </a:lnTo>
                  <a:lnTo>
                    <a:pt x="885052" y="611877"/>
                  </a:lnTo>
                  <a:lnTo>
                    <a:pt x="885679" y="623561"/>
                  </a:lnTo>
                  <a:lnTo>
                    <a:pt x="886305" y="635111"/>
                  </a:lnTo>
                  <a:lnTo>
                    <a:pt x="886932" y="646498"/>
                  </a:lnTo>
                  <a:lnTo>
                    <a:pt x="887559" y="657694"/>
                  </a:lnTo>
                  <a:lnTo>
                    <a:pt x="888185" y="668710"/>
                  </a:lnTo>
                  <a:lnTo>
                    <a:pt x="888812" y="679541"/>
                  </a:lnTo>
                  <a:lnTo>
                    <a:pt x="889438" y="690153"/>
                  </a:lnTo>
                  <a:lnTo>
                    <a:pt x="890065" y="700514"/>
                  </a:lnTo>
                  <a:lnTo>
                    <a:pt x="890691" y="710610"/>
                  </a:lnTo>
                  <a:lnTo>
                    <a:pt x="891318" y="720427"/>
                  </a:lnTo>
                  <a:lnTo>
                    <a:pt x="891944" y="729938"/>
                  </a:lnTo>
                  <a:lnTo>
                    <a:pt x="892571" y="739152"/>
                  </a:lnTo>
                  <a:lnTo>
                    <a:pt x="893198" y="748090"/>
                  </a:lnTo>
                  <a:lnTo>
                    <a:pt x="893824" y="756744"/>
                  </a:lnTo>
                  <a:lnTo>
                    <a:pt x="894451" y="765111"/>
                  </a:lnTo>
                  <a:lnTo>
                    <a:pt x="895077" y="773190"/>
                  </a:lnTo>
                  <a:lnTo>
                    <a:pt x="895704" y="780967"/>
                  </a:lnTo>
                  <a:lnTo>
                    <a:pt x="896330" y="788485"/>
                  </a:lnTo>
                  <a:lnTo>
                    <a:pt x="896957" y="795733"/>
                  </a:lnTo>
                  <a:lnTo>
                    <a:pt x="897583" y="802728"/>
                  </a:lnTo>
                  <a:lnTo>
                    <a:pt x="898210" y="809469"/>
                  </a:lnTo>
                  <a:lnTo>
                    <a:pt x="898837" y="815993"/>
                  </a:lnTo>
                  <a:lnTo>
                    <a:pt x="899463" y="822353"/>
                  </a:lnTo>
                  <a:lnTo>
                    <a:pt x="900090" y="828540"/>
                  </a:lnTo>
                  <a:lnTo>
                    <a:pt x="900716" y="834575"/>
                  </a:lnTo>
                  <a:lnTo>
                    <a:pt x="901343" y="840474"/>
                  </a:lnTo>
                  <a:lnTo>
                    <a:pt x="901969" y="846213"/>
                  </a:lnTo>
                  <a:lnTo>
                    <a:pt x="902596" y="851773"/>
                  </a:lnTo>
                  <a:lnTo>
                    <a:pt x="903222" y="857183"/>
                  </a:lnTo>
                  <a:lnTo>
                    <a:pt x="903849" y="862439"/>
                  </a:lnTo>
                  <a:lnTo>
                    <a:pt x="904476" y="867540"/>
                  </a:lnTo>
                  <a:lnTo>
                    <a:pt x="905102" y="872490"/>
                  </a:lnTo>
                  <a:lnTo>
                    <a:pt x="905729" y="877269"/>
                  </a:lnTo>
                  <a:lnTo>
                    <a:pt x="906355" y="881901"/>
                  </a:lnTo>
                  <a:lnTo>
                    <a:pt x="906982" y="886384"/>
                  </a:lnTo>
                  <a:lnTo>
                    <a:pt x="907608" y="890699"/>
                  </a:lnTo>
                  <a:lnTo>
                    <a:pt x="908235" y="894856"/>
                  </a:lnTo>
                  <a:lnTo>
                    <a:pt x="908861" y="898849"/>
                  </a:lnTo>
                  <a:lnTo>
                    <a:pt x="909488" y="902697"/>
                  </a:lnTo>
                  <a:lnTo>
                    <a:pt x="910115" y="906392"/>
                  </a:lnTo>
                  <a:lnTo>
                    <a:pt x="910741" y="909928"/>
                  </a:lnTo>
                  <a:lnTo>
                    <a:pt x="911368" y="913333"/>
                  </a:lnTo>
                  <a:lnTo>
                    <a:pt x="911994" y="916605"/>
                  </a:lnTo>
                  <a:lnTo>
                    <a:pt x="912621" y="919725"/>
                  </a:lnTo>
                  <a:lnTo>
                    <a:pt x="913247" y="922713"/>
                  </a:lnTo>
                  <a:lnTo>
                    <a:pt x="913874" y="925593"/>
                  </a:lnTo>
                  <a:lnTo>
                    <a:pt x="914500" y="928368"/>
                  </a:lnTo>
                  <a:lnTo>
                    <a:pt x="915127" y="931034"/>
                  </a:lnTo>
                  <a:lnTo>
                    <a:pt x="915754" y="933573"/>
                  </a:lnTo>
                  <a:lnTo>
                    <a:pt x="916380" y="935970"/>
                  </a:lnTo>
                  <a:lnTo>
                    <a:pt x="917007" y="938186"/>
                  </a:lnTo>
                  <a:lnTo>
                    <a:pt x="917633" y="940217"/>
                  </a:lnTo>
                  <a:lnTo>
                    <a:pt x="918260" y="942075"/>
                  </a:lnTo>
                  <a:lnTo>
                    <a:pt x="918886" y="943772"/>
                  </a:lnTo>
                  <a:lnTo>
                    <a:pt x="919513" y="945323"/>
                  </a:lnTo>
                  <a:lnTo>
                    <a:pt x="920139" y="946737"/>
                  </a:lnTo>
                  <a:lnTo>
                    <a:pt x="920766" y="948009"/>
                  </a:lnTo>
                  <a:lnTo>
                    <a:pt x="921393" y="949102"/>
                  </a:lnTo>
                  <a:lnTo>
                    <a:pt x="922019" y="950030"/>
                  </a:lnTo>
                  <a:lnTo>
                    <a:pt x="922646" y="950781"/>
                  </a:lnTo>
                  <a:lnTo>
                    <a:pt x="923272" y="951347"/>
                  </a:lnTo>
                  <a:lnTo>
                    <a:pt x="923899" y="951742"/>
                  </a:lnTo>
                  <a:lnTo>
                    <a:pt x="924525" y="951980"/>
                  </a:lnTo>
                  <a:lnTo>
                    <a:pt x="925152" y="952073"/>
                  </a:lnTo>
                  <a:lnTo>
                    <a:pt x="925778" y="952033"/>
                  </a:lnTo>
                  <a:lnTo>
                    <a:pt x="926405" y="951903"/>
                  </a:lnTo>
                  <a:lnTo>
                    <a:pt x="927032" y="951691"/>
                  </a:lnTo>
                  <a:lnTo>
                    <a:pt x="927658" y="951394"/>
                  </a:lnTo>
                  <a:lnTo>
                    <a:pt x="928285" y="950972"/>
                  </a:lnTo>
                  <a:lnTo>
                    <a:pt x="928911" y="950414"/>
                  </a:lnTo>
                  <a:lnTo>
                    <a:pt x="929538" y="949711"/>
                  </a:lnTo>
                  <a:lnTo>
                    <a:pt x="930164" y="948853"/>
                  </a:lnTo>
                  <a:lnTo>
                    <a:pt x="930791" y="947854"/>
                  </a:lnTo>
                  <a:lnTo>
                    <a:pt x="931417" y="946689"/>
                  </a:lnTo>
                  <a:lnTo>
                    <a:pt x="932044" y="945375"/>
                  </a:lnTo>
                  <a:lnTo>
                    <a:pt x="932670" y="943940"/>
                  </a:lnTo>
                  <a:lnTo>
                    <a:pt x="933297" y="942409"/>
                  </a:lnTo>
                  <a:lnTo>
                    <a:pt x="933924" y="940779"/>
                  </a:lnTo>
                  <a:lnTo>
                    <a:pt x="934550" y="939055"/>
                  </a:lnTo>
                  <a:lnTo>
                    <a:pt x="935177" y="937188"/>
                  </a:lnTo>
                  <a:lnTo>
                    <a:pt x="935803" y="935138"/>
                  </a:lnTo>
                  <a:lnTo>
                    <a:pt x="936430" y="932908"/>
                  </a:lnTo>
                  <a:lnTo>
                    <a:pt x="937056" y="930529"/>
                  </a:lnTo>
                  <a:lnTo>
                    <a:pt x="937683" y="928054"/>
                  </a:lnTo>
                  <a:lnTo>
                    <a:pt x="938309" y="925486"/>
                  </a:lnTo>
                  <a:lnTo>
                    <a:pt x="938936" y="922843"/>
                  </a:lnTo>
                  <a:lnTo>
                    <a:pt x="939563" y="920128"/>
                  </a:lnTo>
                  <a:lnTo>
                    <a:pt x="940189" y="917343"/>
                  </a:lnTo>
                  <a:lnTo>
                    <a:pt x="940816" y="914469"/>
                  </a:lnTo>
                  <a:lnTo>
                    <a:pt x="941442" y="911501"/>
                  </a:lnTo>
                  <a:lnTo>
                    <a:pt x="942069" y="908432"/>
                  </a:lnTo>
                  <a:lnTo>
                    <a:pt x="942695" y="905272"/>
                  </a:lnTo>
                  <a:lnTo>
                    <a:pt x="943322" y="902004"/>
                  </a:lnTo>
                  <a:lnTo>
                    <a:pt x="943948" y="898632"/>
                  </a:lnTo>
                  <a:lnTo>
                    <a:pt x="944575" y="895228"/>
                  </a:lnTo>
                  <a:lnTo>
                    <a:pt x="945202" y="891805"/>
                  </a:lnTo>
                  <a:lnTo>
                    <a:pt x="945828" y="888377"/>
                  </a:lnTo>
                  <a:lnTo>
                    <a:pt x="946455" y="884952"/>
                  </a:lnTo>
                  <a:lnTo>
                    <a:pt x="947081" y="881536"/>
                  </a:lnTo>
                  <a:lnTo>
                    <a:pt x="947708" y="878139"/>
                  </a:lnTo>
                  <a:lnTo>
                    <a:pt x="948334" y="874782"/>
                  </a:lnTo>
                  <a:lnTo>
                    <a:pt x="948961" y="871515"/>
                  </a:lnTo>
                  <a:lnTo>
                    <a:pt x="949587" y="868357"/>
                  </a:lnTo>
                  <a:lnTo>
                    <a:pt x="950214" y="865329"/>
                  </a:lnTo>
                  <a:lnTo>
                    <a:pt x="950841" y="862426"/>
                  </a:lnTo>
                  <a:lnTo>
                    <a:pt x="951467" y="859659"/>
                  </a:lnTo>
                  <a:lnTo>
                    <a:pt x="952094" y="857017"/>
                  </a:lnTo>
                  <a:lnTo>
                    <a:pt x="952720" y="854538"/>
                  </a:lnTo>
                  <a:lnTo>
                    <a:pt x="953347" y="852270"/>
                  </a:lnTo>
                  <a:lnTo>
                    <a:pt x="953973" y="850210"/>
                  </a:lnTo>
                  <a:lnTo>
                    <a:pt x="954600" y="848382"/>
                  </a:lnTo>
                  <a:lnTo>
                    <a:pt x="955226" y="846776"/>
                  </a:lnTo>
                  <a:lnTo>
                    <a:pt x="955853" y="845380"/>
                  </a:lnTo>
                  <a:lnTo>
                    <a:pt x="956480" y="844172"/>
                  </a:lnTo>
                  <a:lnTo>
                    <a:pt x="957106" y="843143"/>
                  </a:lnTo>
                  <a:lnTo>
                    <a:pt x="957733" y="842292"/>
                  </a:lnTo>
                  <a:lnTo>
                    <a:pt x="958359" y="841571"/>
                  </a:lnTo>
                  <a:lnTo>
                    <a:pt x="958986" y="840946"/>
                  </a:lnTo>
                  <a:lnTo>
                    <a:pt x="959612" y="840380"/>
                  </a:lnTo>
                  <a:lnTo>
                    <a:pt x="960239" y="839870"/>
                  </a:lnTo>
                  <a:lnTo>
                    <a:pt x="960865" y="839433"/>
                  </a:lnTo>
                  <a:lnTo>
                    <a:pt x="961492" y="839039"/>
                  </a:lnTo>
                  <a:lnTo>
                    <a:pt x="962119" y="838660"/>
                  </a:lnTo>
                  <a:lnTo>
                    <a:pt x="962745" y="838272"/>
                  </a:lnTo>
                  <a:lnTo>
                    <a:pt x="963372" y="837855"/>
                  </a:lnTo>
                  <a:lnTo>
                    <a:pt x="963998" y="837409"/>
                  </a:lnTo>
                  <a:lnTo>
                    <a:pt x="964625" y="836913"/>
                  </a:lnTo>
                  <a:lnTo>
                    <a:pt x="965251" y="836346"/>
                  </a:lnTo>
                  <a:lnTo>
                    <a:pt x="965878" y="835704"/>
                  </a:lnTo>
                  <a:lnTo>
                    <a:pt x="966504" y="834986"/>
                  </a:lnTo>
                  <a:lnTo>
                    <a:pt x="967131" y="834188"/>
                  </a:lnTo>
                  <a:lnTo>
                    <a:pt x="967758" y="833351"/>
                  </a:lnTo>
                  <a:lnTo>
                    <a:pt x="968384" y="832518"/>
                  </a:lnTo>
                  <a:lnTo>
                    <a:pt x="969011" y="831681"/>
                  </a:lnTo>
                  <a:lnTo>
                    <a:pt x="969637" y="830847"/>
                  </a:lnTo>
                  <a:lnTo>
                    <a:pt x="970264" y="830028"/>
                  </a:lnTo>
                  <a:lnTo>
                    <a:pt x="970890" y="829213"/>
                  </a:lnTo>
                  <a:lnTo>
                    <a:pt x="971517" y="828391"/>
                  </a:lnTo>
                  <a:lnTo>
                    <a:pt x="972143" y="827542"/>
                  </a:lnTo>
                  <a:lnTo>
                    <a:pt x="972770" y="826661"/>
                  </a:lnTo>
                  <a:lnTo>
                    <a:pt x="973397" y="825755"/>
                  </a:lnTo>
                  <a:lnTo>
                    <a:pt x="974023" y="824826"/>
                  </a:lnTo>
                  <a:lnTo>
                    <a:pt x="974650" y="823890"/>
                  </a:lnTo>
                  <a:lnTo>
                    <a:pt x="975276" y="822969"/>
                  </a:lnTo>
                  <a:lnTo>
                    <a:pt x="975903" y="822073"/>
                  </a:lnTo>
                  <a:lnTo>
                    <a:pt x="976529" y="821168"/>
                  </a:lnTo>
                  <a:lnTo>
                    <a:pt x="977156" y="820255"/>
                  </a:lnTo>
                  <a:lnTo>
                    <a:pt x="977782" y="819325"/>
                  </a:lnTo>
                  <a:lnTo>
                    <a:pt x="978409" y="818384"/>
                  </a:lnTo>
                  <a:lnTo>
                    <a:pt x="979036" y="817416"/>
                  </a:lnTo>
                  <a:lnTo>
                    <a:pt x="979662" y="816445"/>
                  </a:lnTo>
                  <a:lnTo>
                    <a:pt x="980289" y="815467"/>
                  </a:lnTo>
                  <a:lnTo>
                    <a:pt x="980915" y="814493"/>
                  </a:lnTo>
                  <a:lnTo>
                    <a:pt x="981542" y="813511"/>
                  </a:lnTo>
                  <a:lnTo>
                    <a:pt x="982168" y="812533"/>
                  </a:lnTo>
                  <a:lnTo>
                    <a:pt x="982795" y="811576"/>
                  </a:lnTo>
                  <a:lnTo>
                    <a:pt x="983421" y="810624"/>
                  </a:lnTo>
                  <a:lnTo>
                    <a:pt x="984048" y="809703"/>
                  </a:lnTo>
                  <a:lnTo>
                    <a:pt x="984675" y="808769"/>
                  </a:lnTo>
                  <a:lnTo>
                    <a:pt x="985301" y="807853"/>
                  </a:lnTo>
                  <a:lnTo>
                    <a:pt x="985928" y="806954"/>
                  </a:lnTo>
                  <a:lnTo>
                    <a:pt x="986554" y="806043"/>
                  </a:lnTo>
                  <a:lnTo>
                    <a:pt x="987181" y="805115"/>
                  </a:lnTo>
                  <a:lnTo>
                    <a:pt x="987807" y="804176"/>
                  </a:lnTo>
                  <a:lnTo>
                    <a:pt x="988434" y="803280"/>
                  </a:lnTo>
                  <a:lnTo>
                    <a:pt x="989060" y="802388"/>
                  </a:lnTo>
                  <a:lnTo>
                    <a:pt x="989687" y="801516"/>
                  </a:lnTo>
                  <a:lnTo>
                    <a:pt x="990314" y="800684"/>
                  </a:lnTo>
                  <a:lnTo>
                    <a:pt x="990940" y="799936"/>
                  </a:lnTo>
                  <a:lnTo>
                    <a:pt x="991567" y="799333"/>
                  </a:lnTo>
                  <a:lnTo>
                    <a:pt x="992193" y="798876"/>
                  </a:lnTo>
                  <a:lnTo>
                    <a:pt x="992820" y="798553"/>
                  </a:lnTo>
                  <a:lnTo>
                    <a:pt x="993446" y="798316"/>
                  </a:lnTo>
                  <a:lnTo>
                    <a:pt x="994073" y="798194"/>
                  </a:lnTo>
                  <a:lnTo>
                    <a:pt x="994699" y="798184"/>
                  </a:lnTo>
                  <a:lnTo>
                    <a:pt x="995326" y="798288"/>
                  </a:lnTo>
                  <a:lnTo>
                    <a:pt x="995953" y="798480"/>
                  </a:lnTo>
                  <a:lnTo>
                    <a:pt x="996579" y="798779"/>
                  </a:lnTo>
                  <a:lnTo>
                    <a:pt x="997206" y="799177"/>
                  </a:lnTo>
                  <a:lnTo>
                    <a:pt x="997832" y="799706"/>
                  </a:lnTo>
                  <a:lnTo>
                    <a:pt x="998459" y="800374"/>
                  </a:lnTo>
                  <a:lnTo>
                    <a:pt x="999085" y="801171"/>
                  </a:lnTo>
                  <a:lnTo>
                    <a:pt x="999712" y="802125"/>
                  </a:lnTo>
                  <a:lnTo>
                    <a:pt x="1000338" y="803192"/>
                  </a:lnTo>
                  <a:lnTo>
                    <a:pt x="1000965" y="804367"/>
                  </a:lnTo>
                  <a:lnTo>
                    <a:pt x="1001592" y="805617"/>
                  </a:lnTo>
                  <a:lnTo>
                    <a:pt x="1002218" y="806936"/>
                  </a:lnTo>
                  <a:lnTo>
                    <a:pt x="1002845" y="808349"/>
                  </a:lnTo>
                  <a:lnTo>
                    <a:pt x="1003471" y="809860"/>
                  </a:lnTo>
                  <a:lnTo>
                    <a:pt x="1004098" y="811485"/>
                  </a:lnTo>
                  <a:lnTo>
                    <a:pt x="1004724" y="813245"/>
                  </a:lnTo>
                  <a:lnTo>
                    <a:pt x="1005351" y="815134"/>
                  </a:lnTo>
                  <a:lnTo>
                    <a:pt x="1005977" y="817156"/>
                  </a:lnTo>
                  <a:lnTo>
                    <a:pt x="1006604" y="819306"/>
                  </a:lnTo>
                  <a:lnTo>
                    <a:pt x="1007231" y="821535"/>
                  </a:lnTo>
                  <a:lnTo>
                    <a:pt x="1007857" y="823853"/>
                  </a:lnTo>
                  <a:lnTo>
                    <a:pt x="1008484" y="826273"/>
                  </a:lnTo>
                  <a:lnTo>
                    <a:pt x="1009110" y="828771"/>
                  </a:lnTo>
                  <a:lnTo>
                    <a:pt x="1009737" y="831327"/>
                  </a:lnTo>
                  <a:lnTo>
                    <a:pt x="1010363" y="833906"/>
                  </a:lnTo>
                  <a:lnTo>
                    <a:pt x="1010990" y="836518"/>
                  </a:lnTo>
                  <a:lnTo>
                    <a:pt x="1011616" y="839133"/>
                  </a:lnTo>
                  <a:lnTo>
                    <a:pt x="1012243" y="841710"/>
                  </a:lnTo>
                  <a:lnTo>
                    <a:pt x="1012870" y="844223"/>
                  </a:lnTo>
                  <a:lnTo>
                    <a:pt x="1013496" y="846683"/>
                  </a:lnTo>
                  <a:lnTo>
                    <a:pt x="1014123" y="849060"/>
                  </a:lnTo>
                  <a:lnTo>
                    <a:pt x="1014749" y="851334"/>
                  </a:lnTo>
                  <a:lnTo>
                    <a:pt x="1015376" y="853481"/>
                  </a:lnTo>
                  <a:lnTo>
                    <a:pt x="1016002" y="855469"/>
                  </a:lnTo>
                  <a:lnTo>
                    <a:pt x="1016629" y="857320"/>
                  </a:lnTo>
                  <a:lnTo>
                    <a:pt x="1017255" y="858945"/>
                  </a:lnTo>
                  <a:lnTo>
                    <a:pt x="1017882" y="860319"/>
                  </a:lnTo>
                  <a:lnTo>
                    <a:pt x="1018509" y="861452"/>
                  </a:lnTo>
                  <a:lnTo>
                    <a:pt x="1019135" y="862369"/>
                  </a:lnTo>
                  <a:lnTo>
                    <a:pt x="1019762" y="863040"/>
                  </a:lnTo>
                  <a:lnTo>
                    <a:pt x="1020388" y="863413"/>
                  </a:lnTo>
                  <a:lnTo>
                    <a:pt x="1021015" y="863531"/>
                  </a:lnTo>
                  <a:lnTo>
                    <a:pt x="1021641" y="863396"/>
                  </a:lnTo>
                  <a:lnTo>
                    <a:pt x="1022268" y="863038"/>
                  </a:lnTo>
                  <a:lnTo>
                    <a:pt x="1022894" y="862446"/>
                  </a:lnTo>
                  <a:lnTo>
                    <a:pt x="1023521" y="861599"/>
                  </a:lnTo>
                  <a:lnTo>
                    <a:pt x="1024148" y="860508"/>
                  </a:lnTo>
                  <a:lnTo>
                    <a:pt x="1024774" y="859191"/>
                  </a:lnTo>
                  <a:lnTo>
                    <a:pt x="1025401" y="857695"/>
                  </a:lnTo>
                  <a:lnTo>
                    <a:pt x="1026027" y="856025"/>
                  </a:lnTo>
                  <a:lnTo>
                    <a:pt x="1026654" y="854174"/>
                  </a:lnTo>
                  <a:lnTo>
                    <a:pt x="1027280" y="852163"/>
                  </a:lnTo>
                  <a:lnTo>
                    <a:pt x="1027907" y="850016"/>
                  </a:lnTo>
                  <a:lnTo>
                    <a:pt x="1028533" y="847735"/>
                  </a:lnTo>
                  <a:lnTo>
                    <a:pt x="1029160" y="845348"/>
                  </a:lnTo>
                  <a:lnTo>
                    <a:pt x="1029787" y="842861"/>
                  </a:lnTo>
                  <a:lnTo>
                    <a:pt x="1030413" y="840269"/>
                  </a:lnTo>
                  <a:lnTo>
                    <a:pt x="1031040" y="837571"/>
                  </a:lnTo>
                  <a:lnTo>
                    <a:pt x="1031666" y="834725"/>
                  </a:lnTo>
                  <a:lnTo>
                    <a:pt x="1032293" y="831720"/>
                  </a:lnTo>
                  <a:lnTo>
                    <a:pt x="1032919" y="828541"/>
                  </a:lnTo>
                  <a:lnTo>
                    <a:pt x="1033546" y="825205"/>
                  </a:lnTo>
                  <a:lnTo>
                    <a:pt x="1034172" y="821728"/>
                  </a:lnTo>
                  <a:lnTo>
                    <a:pt x="1034799" y="818146"/>
                  </a:lnTo>
                  <a:lnTo>
                    <a:pt x="1035426" y="814503"/>
                  </a:lnTo>
                  <a:lnTo>
                    <a:pt x="1036052" y="810829"/>
                  </a:lnTo>
                  <a:lnTo>
                    <a:pt x="1036679" y="807138"/>
                  </a:lnTo>
                  <a:lnTo>
                    <a:pt x="1037305" y="803425"/>
                  </a:lnTo>
                  <a:lnTo>
                    <a:pt x="1037932" y="799681"/>
                  </a:lnTo>
                  <a:lnTo>
                    <a:pt x="1038558" y="795895"/>
                  </a:lnTo>
                  <a:lnTo>
                    <a:pt x="1039185" y="792084"/>
                  </a:lnTo>
                  <a:lnTo>
                    <a:pt x="1039811" y="788229"/>
                  </a:lnTo>
                  <a:lnTo>
                    <a:pt x="1040438" y="784315"/>
                  </a:lnTo>
                  <a:lnTo>
                    <a:pt x="1041065" y="780370"/>
                  </a:lnTo>
                  <a:lnTo>
                    <a:pt x="1041691" y="776431"/>
                  </a:lnTo>
                  <a:lnTo>
                    <a:pt x="1042318" y="772555"/>
                  </a:lnTo>
                  <a:lnTo>
                    <a:pt x="1042944" y="768754"/>
                  </a:lnTo>
                  <a:lnTo>
                    <a:pt x="1043571" y="765019"/>
                  </a:lnTo>
                  <a:lnTo>
                    <a:pt x="1044197" y="761386"/>
                  </a:lnTo>
                  <a:lnTo>
                    <a:pt x="1044824" y="757844"/>
                  </a:lnTo>
                  <a:lnTo>
                    <a:pt x="1045450" y="754356"/>
                  </a:lnTo>
                  <a:lnTo>
                    <a:pt x="1046077" y="750903"/>
                  </a:lnTo>
                  <a:lnTo>
                    <a:pt x="1046704" y="747493"/>
                  </a:lnTo>
                  <a:lnTo>
                    <a:pt x="1047330" y="744162"/>
                  </a:lnTo>
                  <a:lnTo>
                    <a:pt x="1047957" y="740879"/>
                  </a:lnTo>
                  <a:lnTo>
                    <a:pt x="1048583" y="737657"/>
                  </a:lnTo>
                  <a:lnTo>
                    <a:pt x="1049210" y="734555"/>
                  </a:lnTo>
                  <a:lnTo>
                    <a:pt x="1049836" y="731609"/>
                  </a:lnTo>
                  <a:lnTo>
                    <a:pt x="1050463" y="728803"/>
                  </a:lnTo>
                  <a:lnTo>
                    <a:pt x="1051089" y="726088"/>
                  </a:lnTo>
                  <a:lnTo>
                    <a:pt x="1051716" y="723496"/>
                  </a:lnTo>
                  <a:lnTo>
                    <a:pt x="1052343" y="721030"/>
                  </a:lnTo>
                  <a:lnTo>
                    <a:pt x="1052969" y="718674"/>
                  </a:lnTo>
                  <a:lnTo>
                    <a:pt x="1053596" y="716404"/>
                  </a:lnTo>
                  <a:lnTo>
                    <a:pt x="1054222" y="714170"/>
                  </a:lnTo>
                  <a:lnTo>
                    <a:pt x="1054849" y="711978"/>
                  </a:lnTo>
                  <a:lnTo>
                    <a:pt x="1055475" y="709874"/>
                  </a:lnTo>
                  <a:lnTo>
                    <a:pt x="1056102" y="707894"/>
                  </a:lnTo>
                  <a:lnTo>
                    <a:pt x="1056728" y="706048"/>
                  </a:lnTo>
                  <a:lnTo>
                    <a:pt x="1057355" y="704362"/>
                  </a:lnTo>
                  <a:lnTo>
                    <a:pt x="1057982" y="702842"/>
                  </a:lnTo>
                  <a:lnTo>
                    <a:pt x="1058608" y="701490"/>
                  </a:lnTo>
                  <a:lnTo>
                    <a:pt x="1059235" y="700291"/>
                  </a:lnTo>
                  <a:lnTo>
                    <a:pt x="1059861" y="699248"/>
                  </a:lnTo>
                  <a:lnTo>
                    <a:pt x="1060488" y="698339"/>
                  </a:lnTo>
                  <a:lnTo>
                    <a:pt x="1061114" y="697560"/>
                  </a:lnTo>
                  <a:lnTo>
                    <a:pt x="1061741" y="696908"/>
                  </a:lnTo>
                  <a:lnTo>
                    <a:pt x="1062367" y="696343"/>
                  </a:lnTo>
                  <a:lnTo>
                    <a:pt x="1062994" y="695890"/>
                  </a:lnTo>
                  <a:lnTo>
                    <a:pt x="1063621" y="695522"/>
                  </a:lnTo>
                  <a:lnTo>
                    <a:pt x="1064247" y="695253"/>
                  </a:lnTo>
                  <a:lnTo>
                    <a:pt x="1064874" y="695102"/>
                  </a:lnTo>
                  <a:lnTo>
                    <a:pt x="1065500" y="695052"/>
                  </a:lnTo>
                  <a:lnTo>
                    <a:pt x="1066127" y="695079"/>
                  </a:lnTo>
                  <a:lnTo>
                    <a:pt x="1066753" y="695142"/>
                  </a:lnTo>
                  <a:lnTo>
                    <a:pt x="1067380" y="695183"/>
                  </a:lnTo>
                  <a:lnTo>
                    <a:pt x="1068006" y="695167"/>
                  </a:lnTo>
                  <a:lnTo>
                    <a:pt x="1068633" y="695071"/>
                  </a:lnTo>
                  <a:lnTo>
                    <a:pt x="1069260" y="694899"/>
                  </a:lnTo>
                  <a:lnTo>
                    <a:pt x="1069886" y="694664"/>
                  </a:lnTo>
                  <a:lnTo>
                    <a:pt x="1070513" y="694324"/>
                  </a:lnTo>
                  <a:lnTo>
                    <a:pt x="1071139" y="693861"/>
                  </a:lnTo>
                  <a:lnTo>
                    <a:pt x="1071766" y="693287"/>
                  </a:lnTo>
                  <a:lnTo>
                    <a:pt x="1072392" y="692620"/>
                  </a:lnTo>
                  <a:lnTo>
                    <a:pt x="1073019" y="691869"/>
                  </a:lnTo>
                  <a:lnTo>
                    <a:pt x="1073645" y="691011"/>
                  </a:lnTo>
                  <a:lnTo>
                    <a:pt x="1074272" y="690003"/>
                  </a:lnTo>
                  <a:lnTo>
                    <a:pt x="1074899" y="688863"/>
                  </a:lnTo>
                  <a:lnTo>
                    <a:pt x="1075525" y="687613"/>
                  </a:lnTo>
                  <a:lnTo>
                    <a:pt x="1076152" y="686216"/>
                  </a:lnTo>
                  <a:lnTo>
                    <a:pt x="1076778" y="684699"/>
                  </a:lnTo>
                  <a:lnTo>
                    <a:pt x="1077405" y="683090"/>
                  </a:lnTo>
                  <a:lnTo>
                    <a:pt x="1078031" y="681438"/>
                  </a:lnTo>
                  <a:lnTo>
                    <a:pt x="1078658" y="679765"/>
                  </a:lnTo>
                  <a:lnTo>
                    <a:pt x="1079284" y="678044"/>
                  </a:lnTo>
                  <a:lnTo>
                    <a:pt x="1079911" y="676355"/>
                  </a:lnTo>
                  <a:lnTo>
                    <a:pt x="1080538" y="674713"/>
                  </a:lnTo>
                  <a:lnTo>
                    <a:pt x="1081164" y="673112"/>
                  </a:lnTo>
                  <a:lnTo>
                    <a:pt x="1081791" y="671542"/>
                  </a:lnTo>
                  <a:lnTo>
                    <a:pt x="1082417" y="670046"/>
                  </a:lnTo>
                  <a:lnTo>
                    <a:pt x="1083044" y="668683"/>
                  </a:lnTo>
                  <a:lnTo>
                    <a:pt x="1083670" y="667461"/>
                  </a:lnTo>
                  <a:lnTo>
                    <a:pt x="1084297" y="666391"/>
                  </a:lnTo>
                  <a:lnTo>
                    <a:pt x="1084923" y="665488"/>
                  </a:lnTo>
                  <a:lnTo>
                    <a:pt x="1085550" y="664795"/>
                  </a:lnTo>
                  <a:lnTo>
                    <a:pt x="1086177" y="664336"/>
                  </a:lnTo>
                  <a:lnTo>
                    <a:pt x="1086803" y="664129"/>
                  </a:lnTo>
                  <a:lnTo>
                    <a:pt x="1087430" y="664129"/>
                  </a:lnTo>
                  <a:lnTo>
                    <a:pt x="1088056" y="664310"/>
                  </a:lnTo>
                  <a:lnTo>
                    <a:pt x="1088683" y="664678"/>
                  </a:lnTo>
                  <a:lnTo>
                    <a:pt x="1089309" y="665255"/>
                  </a:lnTo>
                  <a:lnTo>
                    <a:pt x="1089936" y="666049"/>
                  </a:lnTo>
                  <a:lnTo>
                    <a:pt x="1090562" y="667059"/>
                  </a:lnTo>
                  <a:lnTo>
                    <a:pt x="1091189" y="668292"/>
                  </a:lnTo>
                  <a:lnTo>
                    <a:pt x="1091816" y="669736"/>
                  </a:lnTo>
                  <a:lnTo>
                    <a:pt x="1092442" y="671387"/>
                  </a:lnTo>
                  <a:lnTo>
                    <a:pt x="1093069" y="673228"/>
                  </a:lnTo>
                  <a:lnTo>
                    <a:pt x="1093695" y="675238"/>
                  </a:lnTo>
                  <a:lnTo>
                    <a:pt x="1094322" y="677466"/>
                  </a:lnTo>
                  <a:lnTo>
                    <a:pt x="1094948" y="679920"/>
                  </a:lnTo>
                  <a:lnTo>
                    <a:pt x="1095575" y="682629"/>
                  </a:lnTo>
                  <a:lnTo>
                    <a:pt x="1096201" y="685586"/>
                  </a:lnTo>
                  <a:lnTo>
                    <a:pt x="1096828" y="688791"/>
                  </a:lnTo>
                  <a:lnTo>
                    <a:pt x="1097455" y="692205"/>
                  </a:lnTo>
                  <a:lnTo>
                    <a:pt x="1098081" y="695796"/>
                  </a:lnTo>
                  <a:lnTo>
                    <a:pt x="1098708" y="699511"/>
                  </a:lnTo>
                  <a:lnTo>
                    <a:pt x="1099334" y="703364"/>
                  </a:lnTo>
                  <a:lnTo>
                    <a:pt x="1099961" y="707351"/>
                  </a:lnTo>
                  <a:lnTo>
                    <a:pt x="1100587" y="711452"/>
                  </a:lnTo>
                  <a:lnTo>
                    <a:pt x="1101214" y="715658"/>
                  </a:lnTo>
                  <a:lnTo>
                    <a:pt x="1101840" y="719975"/>
                  </a:lnTo>
                  <a:lnTo>
                    <a:pt x="1102467" y="724418"/>
                  </a:lnTo>
                  <a:lnTo>
                    <a:pt x="1103094" y="729019"/>
                  </a:lnTo>
                  <a:lnTo>
                    <a:pt x="1103720" y="733745"/>
                  </a:lnTo>
                  <a:lnTo>
                    <a:pt x="1104347" y="738560"/>
                  </a:lnTo>
                  <a:lnTo>
                    <a:pt x="1104973" y="743430"/>
                  </a:lnTo>
                  <a:lnTo>
                    <a:pt x="1105600" y="748333"/>
                  </a:lnTo>
                  <a:lnTo>
                    <a:pt x="1106226" y="753260"/>
                  </a:lnTo>
                  <a:lnTo>
                    <a:pt x="1106853" y="758178"/>
                  </a:lnTo>
                  <a:lnTo>
                    <a:pt x="1107479" y="763086"/>
                  </a:lnTo>
                  <a:lnTo>
                    <a:pt x="1108106" y="768034"/>
                  </a:lnTo>
                  <a:lnTo>
                    <a:pt x="1108733" y="773037"/>
                  </a:lnTo>
                  <a:lnTo>
                    <a:pt x="1109359" y="778101"/>
                  </a:lnTo>
                  <a:lnTo>
                    <a:pt x="1109986" y="783222"/>
                  </a:lnTo>
                  <a:lnTo>
                    <a:pt x="1110612" y="788392"/>
                  </a:lnTo>
                  <a:lnTo>
                    <a:pt x="1111239" y="793601"/>
                  </a:lnTo>
                  <a:lnTo>
                    <a:pt x="1111865" y="798809"/>
                  </a:lnTo>
                  <a:lnTo>
                    <a:pt x="1112492" y="803985"/>
                  </a:lnTo>
                  <a:lnTo>
                    <a:pt x="1113118" y="809137"/>
                  </a:lnTo>
                  <a:lnTo>
                    <a:pt x="1113745" y="814275"/>
                  </a:lnTo>
                  <a:lnTo>
                    <a:pt x="1114372" y="819366"/>
                  </a:lnTo>
                  <a:lnTo>
                    <a:pt x="1114998" y="824400"/>
                  </a:lnTo>
                  <a:lnTo>
                    <a:pt x="1115625" y="829366"/>
                  </a:lnTo>
                  <a:lnTo>
                    <a:pt x="1116251" y="834268"/>
                  </a:lnTo>
                  <a:lnTo>
                    <a:pt x="1116878" y="839101"/>
                  </a:lnTo>
                  <a:lnTo>
                    <a:pt x="1117504" y="843832"/>
                  </a:lnTo>
                  <a:lnTo>
                    <a:pt x="1118131" y="848438"/>
                  </a:lnTo>
                  <a:lnTo>
                    <a:pt x="1118757" y="852896"/>
                  </a:lnTo>
                  <a:lnTo>
                    <a:pt x="1119384" y="857208"/>
                  </a:lnTo>
                  <a:lnTo>
                    <a:pt x="1120011" y="861362"/>
                  </a:lnTo>
                  <a:lnTo>
                    <a:pt x="1120637" y="865343"/>
                  </a:lnTo>
                  <a:lnTo>
                    <a:pt x="1121264" y="869142"/>
                  </a:lnTo>
                  <a:lnTo>
                    <a:pt x="1121890" y="872765"/>
                  </a:lnTo>
                  <a:lnTo>
                    <a:pt x="1122517" y="876221"/>
                  </a:lnTo>
                  <a:lnTo>
                    <a:pt x="1123143" y="879508"/>
                  </a:lnTo>
                  <a:lnTo>
                    <a:pt x="1123770" y="882630"/>
                  </a:lnTo>
                  <a:lnTo>
                    <a:pt x="1124396" y="885604"/>
                  </a:lnTo>
                  <a:lnTo>
                    <a:pt x="1125023" y="888450"/>
                  </a:lnTo>
                  <a:lnTo>
                    <a:pt x="1125650" y="891157"/>
                  </a:lnTo>
                  <a:lnTo>
                    <a:pt x="1126276" y="893752"/>
                  </a:lnTo>
                  <a:lnTo>
                    <a:pt x="1126903" y="896230"/>
                  </a:lnTo>
                  <a:lnTo>
                    <a:pt x="1127529" y="898582"/>
                  </a:lnTo>
                  <a:lnTo>
                    <a:pt x="1128156" y="900798"/>
                  </a:lnTo>
                  <a:lnTo>
                    <a:pt x="1128782" y="902894"/>
                  </a:lnTo>
                  <a:lnTo>
                    <a:pt x="1129409" y="904922"/>
                  </a:lnTo>
                  <a:lnTo>
                    <a:pt x="1130035" y="906935"/>
                  </a:lnTo>
                  <a:lnTo>
                    <a:pt x="1130662" y="908977"/>
                  </a:lnTo>
                  <a:lnTo>
                    <a:pt x="1131289" y="911048"/>
                  </a:lnTo>
                  <a:lnTo>
                    <a:pt x="1131915" y="913133"/>
                  </a:lnTo>
                  <a:lnTo>
                    <a:pt x="1132542" y="915237"/>
                  </a:lnTo>
                  <a:lnTo>
                    <a:pt x="1133168" y="917378"/>
                  </a:lnTo>
                  <a:lnTo>
                    <a:pt x="1133795" y="919562"/>
                  </a:lnTo>
                  <a:lnTo>
                    <a:pt x="1134421" y="921794"/>
                  </a:lnTo>
                  <a:lnTo>
                    <a:pt x="1135048" y="924088"/>
                  </a:lnTo>
                  <a:lnTo>
                    <a:pt x="1135674" y="926444"/>
                  </a:lnTo>
                  <a:lnTo>
                    <a:pt x="1136301" y="928870"/>
                  </a:lnTo>
                  <a:lnTo>
                    <a:pt x="1136928" y="931389"/>
                  </a:lnTo>
                  <a:lnTo>
                    <a:pt x="1137554" y="934022"/>
                  </a:lnTo>
                  <a:lnTo>
                    <a:pt x="1138181" y="936767"/>
                  </a:lnTo>
                  <a:lnTo>
                    <a:pt x="1138807" y="939650"/>
                  </a:lnTo>
                  <a:lnTo>
                    <a:pt x="1139434" y="942654"/>
                  </a:lnTo>
                  <a:lnTo>
                    <a:pt x="1140060" y="945772"/>
                  </a:lnTo>
                  <a:lnTo>
                    <a:pt x="1140687" y="948978"/>
                  </a:lnTo>
                  <a:lnTo>
                    <a:pt x="1141313" y="952269"/>
                  </a:lnTo>
                  <a:lnTo>
                    <a:pt x="1141940" y="955659"/>
                  </a:lnTo>
                  <a:lnTo>
                    <a:pt x="1142567" y="959146"/>
                  </a:lnTo>
                  <a:lnTo>
                    <a:pt x="1143193" y="962750"/>
                  </a:lnTo>
                  <a:lnTo>
                    <a:pt x="1143820" y="966466"/>
                  </a:lnTo>
                  <a:lnTo>
                    <a:pt x="1144446" y="970288"/>
                  </a:lnTo>
                  <a:lnTo>
                    <a:pt x="1145073" y="974209"/>
                  </a:lnTo>
                  <a:lnTo>
                    <a:pt x="1145699" y="978221"/>
                  </a:lnTo>
                  <a:lnTo>
                    <a:pt x="1146326" y="982323"/>
                  </a:lnTo>
                  <a:lnTo>
                    <a:pt x="1146952" y="986504"/>
                  </a:lnTo>
                  <a:lnTo>
                    <a:pt x="1147579" y="990758"/>
                  </a:lnTo>
                  <a:lnTo>
                    <a:pt x="1148206" y="995050"/>
                  </a:lnTo>
                  <a:lnTo>
                    <a:pt x="1148832" y="999365"/>
                  </a:lnTo>
                  <a:lnTo>
                    <a:pt x="1149459" y="1003690"/>
                  </a:lnTo>
                  <a:lnTo>
                    <a:pt x="1150085" y="1008043"/>
                  </a:lnTo>
                  <a:lnTo>
                    <a:pt x="1150712" y="1012427"/>
                  </a:lnTo>
                  <a:lnTo>
                    <a:pt x="1151338" y="1016827"/>
                  </a:lnTo>
                  <a:lnTo>
                    <a:pt x="1151965" y="1021224"/>
                  </a:lnTo>
                  <a:lnTo>
                    <a:pt x="1152591" y="1025596"/>
                  </a:lnTo>
                  <a:lnTo>
                    <a:pt x="1153218" y="1029930"/>
                  </a:lnTo>
                  <a:lnTo>
                    <a:pt x="1153845" y="1034214"/>
                  </a:lnTo>
                  <a:lnTo>
                    <a:pt x="1154471" y="1038428"/>
                  </a:lnTo>
                  <a:lnTo>
                    <a:pt x="1155098" y="1042572"/>
                  </a:lnTo>
                  <a:lnTo>
                    <a:pt x="1155724" y="1046659"/>
                  </a:lnTo>
                  <a:lnTo>
                    <a:pt x="1156351" y="1050686"/>
                  </a:lnTo>
                  <a:lnTo>
                    <a:pt x="1156977" y="1054622"/>
                  </a:lnTo>
                  <a:lnTo>
                    <a:pt x="1157604" y="1058482"/>
                  </a:lnTo>
                  <a:lnTo>
                    <a:pt x="1158230" y="1062237"/>
                  </a:lnTo>
                  <a:lnTo>
                    <a:pt x="1158857" y="1065889"/>
                  </a:lnTo>
                  <a:lnTo>
                    <a:pt x="1159484" y="1069437"/>
                  </a:lnTo>
                  <a:lnTo>
                    <a:pt x="1160110" y="1072891"/>
                  </a:lnTo>
                  <a:lnTo>
                    <a:pt x="1160737" y="1076246"/>
                  </a:lnTo>
                  <a:lnTo>
                    <a:pt x="1161363" y="1079509"/>
                  </a:lnTo>
                  <a:lnTo>
                    <a:pt x="1161990" y="1082655"/>
                  </a:lnTo>
                  <a:lnTo>
                    <a:pt x="1162616" y="1085688"/>
                  </a:lnTo>
                  <a:lnTo>
                    <a:pt x="1163243" y="1088648"/>
                  </a:lnTo>
                  <a:lnTo>
                    <a:pt x="1163869" y="1091549"/>
                  </a:lnTo>
                  <a:lnTo>
                    <a:pt x="1164496" y="1094411"/>
                  </a:lnTo>
                  <a:lnTo>
                    <a:pt x="1165123" y="1097233"/>
                  </a:lnTo>
                  <a:lnTo>
                    <a:pt x="1165749" y="1099994"/>
                  </a:lnTo>
                  <a:lnTo>
                    <a:pt x="1166376" y="1102718"/>
                  </a:lnTo>
                  <a:lnTo>
                    <a:pt x="1167002" y="1105382"/>
                  </a:lnTo>
                  <a:lnTo>
                    <a:pt x="1167629" y="1107980"/>
                  </a:lnTo>
                  <a:lnTo>
                    <a:pt x="1168255" y="1110529"/>
                  </a:lnTo>
                  <a:lnTo>
                    <a:pt x="1168882" y="1113025"/>
                  </a:lnTo>
                  <a:lnTo>
                    <a:pt x="1169508" y="1115492"/>
                  </a:lnTo>
                  <a:lnTo>
                    <a:pt x="1170135" y="1117930"/>
                  </a:lnTo>
                  <a:lnTo>
                    <a:pt x="1170761" y="1120317"/>
                  </a:lnTo>
                  <a:lnTo>
                    <a:pt x="1171388" y="1122668"/>
                  </a:lnTo>
                  <a:lnTo>
                    <a:pt x="1172015" y="1124966"/>
                  </a:lnTo>
                  <a:lnTo>
                    <a:pt x="1172641" y="1127191"/>
                  </a:lnTo>
                  <a:lnTo>
                    <a:pt x="1173268" y="1129343"/>
                  </a:lnTo>
                  <a:lnTo>
                    <a:pt x="1173894" y="1131377"/>
                  </a:lnTo>
                  <a:lnTo>
                    <a:pt x="1174521" y="1133252"/>
                  </a:lnTo>
                  <a:lnTo>
                    <a:pt x="1175147" y="1134976"/>
                  </a:lnTo>
                  <a:lnTo>
                    <a:pt x="1175774" y="1136548"/>
                  </a:lnTo>
                  <a:lnTo>
                    <a:pt x="1176400" y="1137984"/>
                  </a:lnTo>
                  <a:lnTo>
                    <a:pt x="1177027" y="1139304"/>
                  </a:lnTo>
                  <a:lnTo>
                    <a:pt x="1177654" y="1140497"/>
                  </a:lnTo>
                  <a:lnTo>
                    <a:pt x="1178280" y="1141573"/>
                  </a:lnTo>
                  <a:lnTo>
                    <a:pt x="1178907" y="1142534"/>
                  </a:lnTo>
                  <a:lnTo>
                    <a:pt x="1179533" y="1143379"/>
                  </a:lnTo>
                  <a:lnTo>
                    <a:pt x="1180160" y="1144129"/>
                  </a:lnTo>
                  <a:lnTo>
                    <a:pt x="1180786" y="1144785"/>
                  </a:lnTo>
                  <a:lnTo>
                    <a:pt x="1181413" y="1145367"/>
                  </a:lnTo>
                  <a:lnTo>
                    <a:pt x="1182039" y="1145878"/>
                  </a:lnTo>
                  <a:lnTo>
                    <a:pt x="1182666" y="1146309"/>
                  </a:lnTo>
                  <a:lnTo>
                    <a:pt x="1183293" y="1146676"/>
                  </a:lnTo>
                  <a:lnTo>
                    <a:pt x="1183919" y="1147024"/>
                  </a:lnTo>
                  <a:lnTo>
                    <a:pt x="1184546" y="1147354"/>
                  </a:lnTo>
                  <a:lnTo>
                    <a:pt x="1185172" y="1147663"/>
                  </a:lnTo>
                  <a:lnTo>
                    <a:pt x="1185799" y="1147925"/>
                  </a:lnTo>
                  <a:lnTo>
                    <a:pt x="1186425" y="1148155"/>
                  </a:lnTo>
                  <a:lnTo>
                    <a:pt x="1187052" y="1148340"/>
                  </a:lnTo>
                  <a:lnTo>
                    <a:pt x="1187678" y="1148452"/>
                  </a:lnTo>
                  <a:lnTo>
                    <a:pt x="1188305" y="1148492"/>
                  </a:lnTo>
                  <a:lnTo>
                    <a:pt x="1188932" y="1148467"/>
                  </a:lnTo>
                  <a:lnTo>
                    <a:pt x="1189558" y="1148387"/>
                  </a:lnTo>
                  <a:lnTo>
                    <a:pt x="1190185" y="1148245"/>
                  </a:lnTo>
                  <a:lnTo>
                    <a:pt x="1190811" y="1148039"/>
                  </a:lnTo>
                  <a:lnTo>
                    <a:pt x="1191438" y="1147766"/>
                  </a:lnTo>
                  <a:lnTo>
                    <a:pt x="1192064" y="1147418"/>
                  </a:lnTo>
                  <a:lnTo>
                    <a:pt x="1192691" y="1146986"/>
                  </a:lnTo>
                  <a:lnTo>
                    <a:pt x="1193317" y="1146455"/>
                  </a:lnTo>
                  <a:lnTo>
                    <a:pt x="1193944" y="1145851"/>
                  </a:lnTo>
                  <a:lnTo>
                    <a:pt x="1194571" y="1145183"/>
                  </a:lnTo>
                  <a:lnTo>
                    <a:pt x="1195197" y="1144476"/>
                  </a:lnTo>
                  <a:lnTo>
                    <a:pt x="1195824" y="1143736"/>
                  </a:lnTo>
                  <a:lnTo>
                    <a:pt x="1196450" y="1142971"/>
                  </a:lnTo>
                  <a:lnTo>
                    <a:pt x="1197077" y="1142184"/>
                  </a:lnTo>
                  <a:lnTo>
                    <a:pt x="1197703" y="1141336"/>
                  </a:lnTo>
                  <a:lnTo>
                    <a:pt x="1198330" y="1140434"/>
                  </a:lnTo>
                  <a:lnTo>
                    <a:pt x="1198956" y="1139493"/>
                  </a:lnTo>
                  <a:lnTo>
                    <a:pt x="1199583" y="1138536"/>
                  </a:lnTo>
                  <a:lnTo>
                    <a:pt x="1200210" y="1137574"/>
                  </a:lnTo>
                  <a:lnTo>
                    <a:pt x="1200836" y="1136609"/>
                  </a:lnTo>
                  <a:lnTo>
                    <a:pt x="1201463" y="1135636"/>
                  </a:lnTo>
                  <a:lnTo>
                    <a:pt x="1202089" y="1134650"/>
                  </a:lnTo>
                  <a:lnTo>
                    <a:pt x="1202716" y="1133657"/>
                  </a:lnTo>
                  <a:lnTo>
                    <a:pt x="1203342" y="1132648"/>
                  </a:lnTo>
                  <a:lnTo>
                    <a:pt x="1203969" y="1131616"/>
                  </a:lnTo>
                  <a:lnTo>
                    <a:pt x="1204595" y="1130541"/>
                  </a:lnTo>
                  <a:lnTo>
                    <a:pt x="1205222" y="1129418"/>
                  </a:lnTo>
                  <a:lnTo>
                    <a:pt x="1205849" y="1128256"/>
                  </a:lnTo>
                  <a:lnTo>
                    <a:pt x="1206475" y="1127095"/>
                  </a:lnTo>
                  <a:lnTo>
                    <a:pt x="1207102" y="1125963"/>
                  </a:lnTo>
                  <a:lnTo>
                    <a:pt x="1207728" y="1124860"/>
                  </a:lnTo>
                  <a:lnTo>
                    <a:pt x="1208355" y="1123765"/>
                  </a:lnTo>
                  <a:lnTo>
                    <a:pt x="1208981" y="1122663"/>
                  </a:lnTo>
                  <a:lnTo>
                    <a:pt x="1209608" y="1121559"/>
                  </a:lnTo>
                  <a:lnTo>
                    <a:pt x="1210234" y="1120441"/>
                  </a:lnTo>
                  <a:lnTo>
                    <a:pt x="1210861" y="1119310"/>
                  </a:lnTo>
                  <a:lnTo>
                    <a:pt x="1211488" y="1118195"/>
                  </a:lnTo>
                  <a:lnTo>
                    <a:pt x="1212114" y="1117106"/>
                  </a:lnTo>
                  <a:lnTo>
                    <a:pt x="1212741" y="1116045"/>
                  </a:lnTo>
                  <a:lnTo>
                    <a:pt x="1213367" y="1115010"/>
                  </a:lnTo>
                  <a:lnTo>
                    <a:pt x="1213994" y="1114004"/>
                  </a:lnTo>
                  <a:lnTo>
                    <a:pt x="1214620" y="1113034"/>
                  </a:lnTo>
                  <a:lnTo>
                    <a:pt x="1215247" y="1112094"/>
                  </a:lnTo>
                  <a:lnTo>
                    <a:pt x="1215873" y="1111154"/>
                  </a:lnTo>
                  <a:lnTo>
                    <a:pt x="1216500" y="1110225"/>
                  </a:lnTo>
                  <a:lnTo>
                    <a:pt x="1217127" y="1109310"/>
                  </a:lnTo>
                  <a:lnTo>
                    <a:pt x="1217753" y="1108436"/>
                  </a:lnTo>
                  <a:lnTo>
                    <a:pt x="1218380" y="1107606"/>
                  </a:lnTo>
                  <a:lnTo>
                    <a:pt x="1219006" y="1106828"/>
                  </a:lnTo>
                  <a:lnTo>
                    <a:pt x="1219633" y="1106129"/>
                  </a:lnTo>
                  <a:lnTo>
                    <a:pt x="1220259" y="1105503"/>
                  </a:lnTo>
                  <a:lnTo>
                    <a:pt x="1220886" y="1104953"/>
                  </a:lnTo>
                  <a:lnTo>
                    <a:pt x="1221512" y="1104463"/>
                  </a:lnTo>
                  <a:lnTo>
                    <a:pt x="1222139" y="1104041"/>
                  </a:lnTo>
                  <a:lnTo>
                    <a:pt x="1222766" y="1103690"/>
                  </a:lnTo>
                  <a:lnTo>
                    <a:pt x="1223392" y="1103412"/>
                  </a:lnTo>
                  <a:lnTo>
                    <a:pt x="1224019" y="1103215"/>
                  </a:lnTo>
                  <a:lnTo>
                    <a:pt x="1224645" y="1103105"/>
                  </a:lnTo>
                  <a:lnTo>
                    <a:pt x="1225272" y="1103079"/>
                  </a:lnTo>
                  <a:lnTo>
                    <a:pt x="1225898" y="1103114"/>
                  </a:lnTo>
                  <a:lnTo>
                    <a:pt x="1226525" y="1103194"/>
                  </a:lnTo>
                  <a:lnTo>
                    <a:pt x="1227151" y="1103274"/>
                  </a:lnTo>
                  <a:lnTo>
                    <a:pt x="1227778" y="1103346"/>
                  </a:lnTo>
                  <a:lnTo>
                    <a:pt x="1228405" y="1103404"/>
                  </a:lnTo>
                  <a:lnTo>
                    <a:pt x="1229031" y="1103431"/>
                  </a:lnTo>
                  <a:lnTo>
                    <a:pt x="1229658" y="1103478"/>
                  </a:lnTo>
                  <a:lnTo>
                    <a:pt x="1230284" y="1103547"/>
                  </a:lnTo>
                  <a:lnTo>
                    <a:pt x="1230911" y="1103633"/>
                  </a:lnTo>
                  <a:lnTo>
                    <a:pt x="1231537" y="1103735"/>
                  </a:lnTo>
                  <a:lnTo>
                    <a:pt x="1232164" y="1103824"/>
                  </a:lnTo>
                  <a:lnTo>
                    <a:pt x="1232790" y="1103890"/>
                  </a:lnTo>
                  <a:lnTo>
                    <a:pt x="1233417" y="1103908"/>
                  </a:lnTo>
                  <a:lnTo>
                    <a:pt x="1234044" y="1103884"/>
                  </a:lnTo>
                  <a:lnTo>
                    <a:pt x="1234670" y="1103826"/>
                  </a:lnTo>
                  <a:lnTo>
                    <a:pt x="1235297" y="1103742"/>
                  </a:lnTo>
                  <a:lnTo>
                    <a:pt x="1235923" y="1103644"/>
                  </a:lnTo>
                  <a:lnTo>
                    <a:pt x="1236550" y="1103593"/>
                  </a:lnTo>
                  <a:lnTo>
                    <a:pt x="1237176" y="1103628"/>
                  </a:lnTo>
                  <a:lnTo>
                    <a:pt x="1237803" y="1103752"/>
                  </a:lnTo>
                  <a:lnTo>
                    <a:pt x="1238429" y="1103952"/>
                  </a:lnTo>
                  <a:lnTo>
                    <a:pt x="1239056" y="1104192"/>
                  </a:lnTo>
                  <a:lnTo>
                    <a:pt x="1239683" y="1104464"/>
                  </a:lnTo>
                  <a:lnTo>
                    <a:pt x="1240309" y="1104776"/>
                  </a:lnTo>
                  <a:lnTo>
                    <a:pt x="1240936" y="1105129"/>
                  </a:lnTo>
                  <a:lnTo>
                    <a:pt x="1241562" y="1105527"/>
                  </a:lnTo>
                  <a:lnTo>
                    <a:pt x="1242189" y="1105992"/>
                  </a:lnTo>
                  <a:lnTo>
                    <a:pt x="1242815" y="1106539"/>
                  </a:lnTo>
                  <a:lnTo>
                    <a:pt x="1243442" y="1107150"/>
                  </a:lnTo>
                  <a:lnTo>
                    <a:pt x="1244068" y="1107823"/>
                  </a:lnTo>
                  <a:lnTo>
                    <a:pt x="1244695" y="1108554"/>
                  </a:lnTo>
                  <a:lnTo>
                    <a:pt x="1245322" y="1109344"/>
                  </a:lnTo>
                  <a:lnTo>
                    <a:pt x="1245948" y="1110169"/>
                  </a:lnTo>
                  <a:lnTo>
                    <a:pt x="1246575" y="1110994"/>
                  </a:lnTo>
                  <a:lnTo>
                    <a:pt x="1247201" y="1111821"/>
                  </a:lnTo>
                  <a:lnTo>
                    <a:pt x="1247828" y="1112662"/>
                  </a:lnTo>
                  <a:lnTo>
                    <a:pt x="1248454" y="1113550"/>
                  </a:lnTo>
                  <a:lnTo>
                    <a:pt x="1249081" y="1114482"/>
                  </a:lnTo>
                  <a:lnTo>
                    <a:pt x="1249707" y="1115463"/>
                  </a:lnTo>
                  <a:lnTo>
                    <a:pt x="1250334" y="1116494"/>
                  </a:lnTo>
                  <a:lnTo>
                    <a:pt x="1250961" y="1117579"/>
                  </a:lnTo>
                  <a:lnTo>
                    <a:pt x="1251587" y="1118708"/>
                  </a:lnTo>
                  <a:lnTo>
                    <a:pt x="1252214" y="1119869"/>
                  </a:lnTo>
                  <a:lnTo>
                    <a:pt x="1252840" y="1121057"/>
                  </a:lnTo>
                  <a:lnTo>
                    <a:pt x="1253467" y="1122281"/>
                  </a:lnTo>
                  <a:lnTo>
                    <a:pt x="1254093" y="1123541"/>
                  </a:lnTo>
                  <a:lnTo>
                    <a:pt x="1254720" y="1124840"/>
                  </a:lnTo>
                  <a:lnTo>
                    <a:pt x="1255346" y="1126176"/>
                  </a:lnTo>
                  <a:lnTo>
                    <a:pt x="1255973" y="1127551"/>
                  </a:lnTo>
                  <a:lnTo>
                    <a:pt x="1256600" y="1128960"/>
                  </a:lnTo>
                  <a:lnTo>
                    <a:pt x="1257226" y="1130401"/>
                  </a:lnTo>
                  <a:lnTo>
                    <a:pt x="1257853" y="1131855"/>
                  </a:lnTo>
                  <a:lnTo>
                    <a:pt x="1258479" y="1133324"/>
                  </a:lnTo>
                  <a:lnTo>
                    <a:pt x="1259106" y="1134802"/>
                  </a:lnTo>
                  <a:lnTo>
                    <a:pt x="1259732" y="1136290"/>
                  </a:lnTo>
                  <a:lnTo>
                    <a:pt x="1260359" y="1137814"/>
                  </a:lnTo>
                  <a:lnTo>
                    <a:pt x="1260985" y="1139373"/>
                  </a:lnTo>
                  <a:lnTo>
                    <a:pt x="1261612" y="1140949"/>
                  </a:lnTo>
                  <a:lnTo>
                    <a:pt x="1262239" y="1142532"/>
                  </a:lnTo>
                  <a:lnTo>
                    <a:pt x="1262865" y="1144105"/>
                  </a:lnTo>
                  <a:lnTo>
                    <a:pt x="1263492" y="1145677"/>
                  </a:lnTo>
                  <a:lnTo>
                    <a:pt x="1264118" y="1147248"/>
                  </a:lnTo>
                  <a:lnTo>
                    <a:pt x="1264745" y="1148857"/>
                  </a:lnTo>
                  <a:lnTo>
                    <a:pt x="1265371" y="1150512"/>
                  </a:lnTo>
                  <a:lnTo>
                    <a:pt x="1265998" y="1152194"/>
                  </a:lnTo>
                  <a:lnTo>
                    <a:pt x="1266624" y="1153904"/>
                  </a:lnTo>
                  <a:lnTo>
                    <a:pt x="1267251" y="1155641"/>
                  </a:lnTo>
                  <a:lnTo>
                    <a:pt x="1267878" y="1157404"/>
                  </a:lnTo>
                  <a:lnTo>
                    <a:pt x="1268504" y="1159173"/>
                  </a:lnTo>
                  <a:lnTo>
                    <a:pt x="1269131" y="1160917"/>
                  </a:lnTo>
                  <a:lnTo>
                    <a:pt x="1269757" y="1162610"/>
                  </a:lnTo>
                  <a:lnTo>
                    <a:pt x="1270384" y="1164262"/>
                  </a:lnTo>
                  <a:lnTo>
                    <a:pt x="1271010" y="1165888"/>
                  </a:lnTo>
                  <a:lnTo>
                    <a:pt x="1271637" y="1167483"/>
                  </a:lnTo>
                  <a:lnTo>
                    <a:pt x="1272263" y="1169053"/>
                  </a:lnTo>
                  <a:lnTo>
                    <a:pt x="1272890" y="1170598"/>
                  </a:lnTo>
                  <a:lnTo>
                    <a:pt x="1273517" y="1172120"/>
                  </a:lnTo>
                  <a:lnTo>
                    <a:pt x="1274143" y="1173564"/>
                  </a:lnTo>
                  <a:lnTo>
                    <a:pt x="1274770" y="1174912"/>
                  </a:lnTo>
                  <a:lnTo>
                    <a:pt x="1275396" y="1176182"/>
                  </a:lnTo>
                  <a:lnTo>
                    <a:pt x="1276023" y="1177373"/>
                  </a:lnTo>
                  <a:lnTo>
                    <a:pt x="1276649" y="1178486"/>
                  </a:lnTo>
                  <a:lnTo>
                    <a:pt x="1277276" y="1179521"/>
                  </a:lnTo>
                  <a:lnTo>
                    <a:pt x="1277902" y="1180496"/>
                  </a:lnTo>
                  <a:lnTo>
                    <a:pt x="1278529" y="1181450"/>
                  </a:lnTo>
                  <a:lnTo>
                    <a:pt x="1279156" y="1182381"/>
                  </a:lnTo>
                  <a:lnTo>
                    <a:pt x="1279782" y="1183270"/>
                  </a:lnTo>
                  <a:lnTo>
                    <a:pt x="1280409" y="1184098"/>
                  </a:lnTo>
                  <a:lnTo>
                    <a:pt x="1281035" y="1184876"/>
                  </a:lnTo>
                  <a:lnTo>
                    <a:pt x="1281662" y="1185603"/>
                  </a:lnTo>
                  <a:lnTo>
                    <a:pt x="1282288" y="1186274"/>
                  </a:lnTo>
                  <a:lnTo>
                    <a:pt x="1282915" y="1186887"/>
                  </a:lnTo>
                  <a:lnTo>
                    <a:pt x="1283541" y="1187452"/>
                  </a:lnTo>
                  <a:lnTo>
                    <a:pt x="1284168" y="1187978"/>
                  </a:lnTo>
                  <a:lnTo>
                    <a:pt x="1284795" y="1188465"/>
                  </a:lnTo>
                  <a:lnTo>
                    <a:pt x="1285421" y="1188904"/>
                  </a:lnTo>
                  <a:lnTo>
                    <a:pt x="1286048" y="1189294"/>
                  </a:lnTo>
                  <a:lnTo>
                    <a:pt x="1286674" y="1189633"/>
                  </a:lnTo>
                  <a:lnTo>
                    <a:pt x="1287301" y="1189919"/>
                  </a:lnTo>
                  <a:lnTo>
                    <a:pt x="1287927" y="1190150"/>
                  </a:lnTo>
                  <a:lnTo>
                    <a:pt x="1288554" y="1190331"/>
                  </a:lnTo>
                  <a:lnTo>
                    <a:pt x="1289180" y="1190467"/>
                  </a:lnTo>
                  <a:lnTo>
                    <a:pt x="1289807" y="1190578"/>
                  </a:lnTo>
                  <a:lnTo>
                    <a:pt x="1290434" y="1190666"/>
                  </a:lnTo>
                  <a:lnTo>
                    <a:pt x="1291060" y="1190735"/>
                  </a:lnTo>
                  <a:lnTo>
                    <a:pt x="1291687" y="1190784"/>
                  </a:lnTo>
                  <a:lnTo>
                    <a:pt x="1292313" y="1190790"/>
                  </a:lnTo>
                  <a:lnTo>
                    <a:pt x="1292940" y="1190754"/>
                  </a:lnTo>
                  <a:lnTo>
                    <a:pt x="1293566" y="1190685"/>
                  </a:lnTo>
                  <a:lnTo>
                    <a:pt x="1294193" y="1190583"/>
                  </a:lnTo>
                  <a:lnTo>
                    <a:pt x="1294819" y="1190466"/>
                  </a:lnTo>
                  <a:lnTo>
                    <a:pt x="1295446" y="1190343"/>
                  </a:lnTo>
                  <a:lnTo>
                    <a:pt x="1296073" y="1190221"/>
                  </a:lnTo>
                  <a:lnTo>
                    <a:pt x="1296699" y="1190078"/>
                  </a:lnTo>
                  <a:lnTo>
                    <a:pt x="1297326" y="1189908"/>
                  </a:lnTo>
                  <a:lnTo>
                    <a:pt x="1297952" y="1189734"/>
                  </a:lnTo>
                  <a:lnTo>
                    <a:pt x="1298579" y="1189548"/>
                  </a:lnTo>
                  <a:lnTo>
                    <a:pt x="1299205" y="1189354"/>
                  </a:lnTo>
                  <a:lnTo>
                    <a:pt x="1299832" y="1189156"/>
                  </a:lnTo>
                  <a:lnTo>
                    <a:pt x="1300458" y="1188945"/>
                  </a:lnTo>
                  <a:lnTo>
                    <a:pt x="1301085" y="1188736"/>
                  </a:lnTo>
                  <a:lnTo>
                    <a:pt x="1301712" y="1188560"/>
                  </a:lnTo>
                  <a:lnTo>
                    <a:pt x="1302338" y="1188415"/>
                  </a:lnTo>
                  <a:lnTo>
                    <a:pt x="1302965" y="1188306"/>
                  </a:lnTo>
                  <a:lnTo>
                    <a:pt x="1303591" y="1188244"/>
                  </a:lnTo>
                  <a:lnTo>
                    <a:pt x="1304218" y="1188227"/>
                  </a:lnTo>
                  <a:lnTo>
                    <a:pt x="1304844" y="1188242"/>
                  </a:lnTo>
                  <a:lnTo>
                    <a:pt x="1305471" y="1188283"/>
                  </a:lnTo>
                  <a:lnTo>
                    <a:pt x="1306097" y="1188385"/>
                  </a:lnTo>
                  <a:lnTo>
                    <a:pt x="1306724" y="1188551"/>
                  </a:lnTo>
                  <a:lnTo>
                    <a:pt x="1307351" y="1188764"/>
                  </a:lnTo>
                  <a:lnTo>
                    <a:pt x="1307977" y="1189027"/>
                  </a:lnTo>
                  <a:lnTo>
                    <a:pt x="1308604" y="1189339"/>
                  </a:lnTo>
                  <a:lnTo>
                    <a:pt x="1309230" y="1189698"/>
                  </a:lnTo>
                  <a:lnTo>
                    <a:pt x="1309857" y="1190104"/>
                  </a:lnTo>
                  <a:lnTo>
                    <a:pt x="1310483" y="1190541"/>
                  </a:lnTo>
                  <a:lnTo>
                    <a:pt x="1311110" y="1190997"/>
                  </a:lnTo>
                  <a:lnTo>
                    <a:pt x="1311736" y="1191483"/>
                  </a:lnTo>
                  <a:lnTo>
                    <a:pt x="1312363" y="1191980"/>
                  </a:lnTo>
                  <a:lnTo>
                    <a:pt x="1312990" y="1192473"/>
                  </a:lnTo>
                  <a:lnTo>
                    <a:pt x="1313616" y="1192961"/>
                  </a:lnTo>
                  <a:lnTo>
                    <a:pt x="1314243" y="1193444"/>
                  </a:lnTo>
                  <a:lnTo>
                    <a:pt x="1314869" y="1193918"/>
                  </a:lnTo>
                  <a:lnTo>
                    <a:pt x="1315496" y="1194386"/>
                  </a:lnTo>
                  <a:lnTo>
                    <a:pt x="1316122" y="1194843"/>
                  </a:lnTo>
                  <a:lnTo>
                    <a:pt x="1316749" y="1195291"/>
                  </a:lnTo>
                  <a:lnTo>
                    <a:pt x="1317375" y="1195729"/>
                  </a:lnTo>
                  <a:lnTo>
                    <a:pt x="1318002" y="1196156"/>
                  </a:lnTo>
                  <a:lnTo>
                    <a:pt x="1318629" y="1196569"/>
                  </a:lnTo>
                  <a:lnTo>
                    <a:pt x="1319255" y="1196972"/>
                  </a:lnTo>
                  <a:lnTo>
                    <a:pt x="1319882" y="1197370"/>
                  </a:lnTo>
                  <a:lnTo>
                    <a:pt x="1320508" y="1197750"/>
                  </a:lnTo>
                  <a:lnTo>
                    <a:pt x="1321135" y="1198110"/>
                  </a:lnTo>
                  <a:lnTo>
                    <a:pt x="1321761" y="1198453"/>
                  </a:lnTo>
                  <a:lnTo>
                    <a:pt x="1322388" y="1198778"/>
                  </a:lnTo>
                  <a:lnTo>
                    <a:pt x="1323014" y="1199085"/>
                  </a:lnTo>
                  <a:lnTo>
                    <a:pt x="1323641" y="1199375"/>
                  </a:lnTo>
                  <a:lnTo>
                    <a:pt x="1324268" y="1199653"/>
                  </a:lnTo>
                  <a:lnTo>
                    <a:pt x="1324894" y="1199915"/>
                  </a:lnTo>
                  <a:lnTo>
                    <a:pt x="1325521" y="1200170"/>
                  </a:lnTo>
                  <a:lnTo>
                    <a:pt x="1326147" y="1200412"/>
                  </a:lnTo>
                  <a:lnTo>
                    <a:pt x="1326774" y="1200642"/>
                  </a:lnTo>
                  <a:lnTo>
                    <a:pt x="1327400" y="1200838"/>
                  </a:lnTo>
                  <a:lnTo>
                    <a:pt x="1328027" y="1200994"/>
                  </a:lnTo>
                  <a:lnTo>
                    <a:pt x="1328653" y="1201131"/>
                  </a:lnTo>
                  <a:lnTo>
                    <a:pt x="1329280" y="1201250"/>
                  </a:lnTo>
                  <a:lnTo>
                    <a:pt x="1329907" y="1201360"/>
                  </a:lnTo>
                  <a:lnTo>
                    <a:pt x="1330533" y="1201461"/>
                  </a:lnTo>
                  <a:lnTo>
                    <a:pt x="1331160" y="1201544"/>
                  </a:lnTo>
                  <a:lnTo>
                    <a:pt x="1331786" y="1201605"/>
                  </a:lnTo>
                  <a:lnTo>
                    <a:pt x="1332413" y="1201643"/>
                  </a:lnTo>
                  <a:lnTo>
                    <a:pt x="1333039" y="1201648"/>
                  </a:lnTo>
                  <a:lnTo>
                    <a:pt x="1333666" y="1201620"/>
                  </a:lnTo>
                  <a:lnTo>
                    <a:pt x="1334292" y="1201573"/>
                  </a:lnTo>
                  <a:lnTo>
                    <a:pt x="1334919" y="1201505"/>
                  </a:lnTo>
                  <a:lnTo>
                    <a:pt x="1335546" y="1201416"/>
                  </a:lnTo>
                  <a:lnTo>
                    <a:pt x="1336172" y="1201303"/>
                  </a:lnTo>
                  <a:lnTo>
                    <a:pt x="1336799" y="1201186"/>
                  </a:lnTo>
                  <a:lnTo>
                    <a:pt x="1337425" y="1201076"/>
                  </a:lnTo>
                  <a:lnTo>
                    <a:pt x="1338052" y="1200954"/>
                  </a:lnTo>
                  <a:lnTo>
                    <a:pt x="1338678" y="1200821"/>
                  </a:lnTo>
                  <a:lnTo>
                    <a:pt x="1339305" y="1200675"/>
                  </a:lnTo>
                  <a:lnTo>
                    <a:pt x="1339931" y="1200517"/>
                  </a:lnTo>
                  <a:lnTo>
                    <a:pt x="1340558" y="1200353"/>
                  </a:lnTo>
                  <a:lnTo>
                    <a:pt x="1341185" y="1200184"/>
                  </a:lnTo>
                  <a:lnTo>
                    <a:pt x="1341811" y="1200010"/>
                  </a:lnTo>
                  <a:lnTo>
                    <a:pt x="1342438" y="1199847"/>
                  </a:lnTo>
                  <a:lnTo>
                    <a:pt x="1343064" y="1199692"/>
                  </a:lnTo>
                  <a:lnTo>
                    <a:pt x="1343691" y="1199528"/>
                  </a:lnTo>
                  <a:lnTo>
                    <a:pt x="1344317" y="1199358"/>
                  </a:lnTo>
                  <a:lnTo>
                    <a:pt x="1344944" y="1199186"/>
                  </a:lnTo>
                  <a:lnTo>
                    <a:pt x="1345570" y="1199013"/>
                  </a:lnTo>
                  <a:lnTo>
                    <a:pt x="1346197" y="1198840"/>
                  </a:lnTo>
                  <a:lnTo>
                    <a:pt x="1346824" y="1198669"/>
                  </a:lnTo>
                  <a:lnTo>
                    <a:pt x="1347450" y="1198504"/>
                  </a:lnTo>
                  <a:lnTo>
                    <a:pt x="1348077" y="1198354"/>
                  </a:lnTo>
                  <a:lnTo>
                    <a:pt x="1348703" y="1198222"/>
                  </a:lnTo>
                  <a:lnTo>
                    <a:pt x="1349330" y="1198111"/>
                  </a:lnTo>
                  <a:lnTo>
                    <a:pt x="1349956" y="1198025"/>
                  </a:lnTo>
                  <a:lnTo>
                    <a:pt x="1350583" y="1197966"/>
                  </a:lnTo>
                  <a:lnTo>
                    <a:pt x="1351209" y="1197942"/>
                  </a:lnTo>
                  <a:lnTo>
                    <a:pt x="1351836" y="1197947"/>
                  </a:lnTo>
                  <a:lnTo>
                    <a:pt x="1352463" y="1197993"/>
                  </a:lnTo>
                  <a:lnTo>
                    <a:pt x="1353089" y="1198081"/>
                  </a:lnTo>
                  <a:lnTo>
                    <a:pt x="1353716" y="1198211"/>
                  </a:lnTo>
                  <a:lnTo>
                    <a:pt x="1354342" y="1198382"/>
                  </a:lnTo>
                  <a:lnTo>
                    <a:pt x="1354969" y="1198595"/>
                  </a:lnTo>
                  <a:lnTo>
                    <a:pt x="1355595" y="1198849"/>
                  </a:lnTo>
                  <a:lnTo>
                    <a:pt x="1356222" y="1199140"/>
                  </a:lnTo>
                  <a:lnTo>
                    <a:pt x="1356848" y="1199466"/>
                  </a:lnTo>
                  <a:lnTo>
                    <a:pt x="1357475" y="1199818"/>
                  </a:lnTo>
                  <a:lnTo>
                    <a:pt x="1358102" y="1200194"/>
                  </a:lnTo>
                  <a:lnTo>
                    <a:pt x="1358728" y="1200593"/>
                  </a:lnTo>
                  <a:lnTo>
                    <a:pt x="1359355" y="1201022"/>
                  </a:lnTo>
                  <a:lnTo>
                    <a:pt x="1359981" y="1201481"/>
                  </a:lnTo>
                  <a:lnTo>
                    <a:pt x="1360608" y="1201941"/>
                  </a:lnTo>
                  <a:lnTo>
                    <a:pt x="1361234" y="1202408"/>
                  </a:lnTo>
                  <a:lnTo>
                    <a:pt x="1361861" y="1202869"/>
                  </a:lnTo>
                  <a:lnTo>
                    <a:pt x="1362487" y="1203324"/>
                  </a:lnTo>
                  <a:lnTo>
                    <a:pt x="1363114" y="1203779"/>
                  </a:lnTo>
                  <a:lnTo>
                    <a:pt x="1363741" y="1204235"/>
                  </a:lnTo>
                  <a:lnTo>
                    <a:pt x="1364367" y="1204692"/>
                  </a:lnTo>
                  <a:lnTo>
                    <a:pt x="1364994" y="1205149"/>
                  </a:lnTo>
                  <a:lnTo>
                    <a:pt x="1365620" y="1205592"/>
                  </a:lnTo>
                  <a:lnTo>
                    <a:pt x="1366247" y="1206011"/>
                  </a:lnTo>
                  <a:lnTo>
                    <a:pt x="1366873" y="1206403"/>
                  </a:lnTo>
                  <a:lnTo>
                    <a:pt x="1367500" y="1206767"/>
                  </a:lnTo>
                  <a:lnTo>
                    <a:pt x="1368126" y="1207107"/>
                  </a:lnTo>
                  <a:lnTo>
                    <a:pt x="1368753" y="1207411"/>
                  </a:lnTo>
                  <a:lnTo>
                    <a:pt x="1369380" y="1207676"/>
                  </a:lnTo>
                  <a:lnTo>
                    <a:pt x="1370006" y="1207925"/>
                  </a:lnTo>
                  <a:lnTo>
                    <a:pt x="1370633" y="1208154"/>
                  </a:lnTo>
                  <a:lnTo>
                    <a:pt x="1371259" y="1208366"/>
                  </a:lnTo>
                  <a:lnTo>
                    <a:pt x="1371886" y="1208563"/>
                  </a:lnTo>
                  <a:lnTo>
                    <a:pt x="1372512" y="1208743"/>
                  </a:lnTo>
                  <a:lnTo>
                    <a:pt x="1373139" y="1208914"/>
                  </a:lnTo>
                  <a:lnTo>
                    <a:pt x="1373765" y="1209075"/>
                  </a:lnTo>
                  <a:lnTo>
                    <a:pt x="1374392" y="1209221"/>
                  </a:lnTo>
                  <a:lnTo>
                    <a:pt x="1375019" y="1209371"/>
                  </a:lnTo>
                  <a:lnTo>
                    <a:pt x="1375645" y="1209540"/>
                  </a:lnTo>
                  <a:lnTo>
                    <a:pt x="1376272" y="1209729"/>
                  </a:lnTo>
                  <a:lnTo>
                    <a:pt x="1376898" y="1209939"/>
                  </a:lnTo>
                  <a:lnTo>
                    <a:pt x="1377525" y="1210172"/>
                  </a:lnTo>
                  <a:lnTo>
                    <a:pt x="1378151" y="1210430"/>
                  </a:lnTo>
                  <a:lnTo>
                    <a:pt x="1378778" y="1210710"/>
                  </a:lnTo>
                  <a:lnTo>
                    <a:pt x="1379404" y="1211008"/>
                  </a:lnTo>
                  <a:lnTo>
                    <a:pt x="1380031" y="1211321"/>
                  </a:lnTo>
                  <a:lnTo>
                    <a:pt x="1380658" y="1211642"/>
                  </a:lnTo>
                  <a:lnTo>
                    <a:pt x="1381284" y="1211971"/>
                  </a:lnTo>
                  <a:lnTo>
                    <a:pt x="1381911" y="1212309"/>
                  </a:lnTo>
                  <a:lnTo>
                    <a:pt x="1382537" y="1212648"/>
                  </a:lnTo>
                  <a:lnTo>
                    <a:pt x="1383164" y="1212985"/>
                  </a:lnTo>
                  <a:lnTo>
                    <a:pt x="1383790" y="1213318"/>
                  </a:lnTo>
                  <a:lnTo>
                    <a:pt x="1384417" y="1213646"/>
                  </a:lnTo>
                  <a:lnTo>
                    <a:pt x="1385043" y="1213967"/>
                  </a:lnTo>
                  <a:lnTo>
                    <a:pt x="1385670" y="1214281"/>
                  </a:lnTo>
                  <a:lnTo>
                    <a:pt x="1386297" y="1214590"/>
                  </a:lnTo>
                  <a:lnTo>
                    <a:pt x="1386923" y="1214886"/>
                  </a:lnTo>
                  <a:lnTo>
                    <a:pt x="1387550" y="1215170"/>
                  </a:lnTo>
                  <a:lnTo>
                    <a:pt x="1388176" y="1215445"/>
                  </a:lnTo>
                  <a:lnTo>
                    <a:pt x="1388803" y="1215711"/>
                  </a:lnTo>
                  <a:lnTo>
                    <a:pt x="1389429" y="1215972"/>
                  </a:lnTo>
                  <a:lnTo>
                    <a:pt x="1390056" y="1216233"/>
                  </a:lnTo>
                  <a:lnTo>
                    <a:pt x="1390682" y="1216491"/>
                  </a:lnTo>
                  <a:lnTo>
                    <a:pt x="1391309" y="1216748"/>
                  </a:lnTo>
                  <a:lnTo>
                    <a:pt x="1391936" y="1216999"/>
                  </a:lnTo>
                  <a:lnTo>
                    <a:pt x="1392562" y="1217250"/>
                  </a:lnTo>
                  <a:lnTo>
                    <a:pt x="1393189" y="1217501"/>
                  </a:lnTo>
                  <a:lnTo>
                    <a:pt x="1393815" y="1217760"/>
                  </a:lnTo>
                  <a:lnTo>
                    <a:pt x="1394442" y="1218025"/>
                  </a:lnTo>
                  <a:lnTo>
                    <a:pt x="1395068" y="1218303"/>
                  </a:lnTo>
                  <a:lnTo>
                    <a:pt x="1395695" y="1218596"/>
                  </a:lnTo>
                  <a:lnTo>
                    <a:pt x="1396321" y="1218893"/>
                  </a:lnTo>
                  <a:lnTo>
                    <a:pt x="1396948" y="1219185"/>
                  </a:lnTo>
                  <a:lnTo>
                    <a:pt x="1397575" y="1219475"/>
                  </a:lnTo>
                  <a:lnTo>
                    <a:pt x="1398201" y="1219763"/>
                  </a:lnTo>
                  <a:lnTo>
                    <a:pt x="1398828" y="1220051"/>
                  </a:lnTo>
                  <a:lnTo>
                    <a:pt x="1399454" y="1220341"/>
                  </a:lnTo>
                  <a:lnTo>
                    <a:pt x="1400081" y="1220627"/>
                  </a:lnTo>
                  <a:lnTo>
                    <a:pt x="1400707" y="1220911"/>
                  </a:lnTo>
                  <a:lnTo>
                    <a:pt x="1401334" y="1221180"/>
                  </a:lnTo>
                  <a:lnTo>
                    <a:pt x="1401960" y="1221429"/>
                  </a:lnTo>
                  <a:lnTo>
                    <a:pt x="1402587" y="1221657"/>
                  </a:lnTo>
                  <a:lnTo>
                    <a:pt x="1403214" y="1221859"/>
                  </a:lnTo>
                  <a:lnTo>
                    <a:pt x="1403840" y="1222033"/>
                  </a:lnTo>
                  <a:lnTo>
                    <a:pt x="1404467" y="1222173"/>
                  </a:lnTo>
                  <a:lnTo>
                    <a:pt x="1405093" y="1222268"/>
                  </a:lnTo>
                  <a:lnTo>
                    <a:pt x="1405720" y="1222336"/>
                  </a:lnTo>
                  <a:lnTo>
                    <a:pt x="1406346" y="1222383"/>
                  </a:lnTo>
                  <a:lnTo>
                    <a:pt x="1406973" y="1222402"/>
                  </a:lnTo>
                  <a:lnTo>
                    <a:pt x="1407599" y="1222395"/>
                  </a:lnTo>
                  <a:lnTo>
                    <a:pt x="1408226" y="1222358"/>
                  </a:lnTo>
                  <a:lnTo>
                    <a:pt x="1408852" y="1222292"/>
                  </a:lnTo>
                  <a:lnTo>
                    <a:pt x="1409479" y="1222194"/>
                  </a:lnTo>
                  <a:lnTo>
                    <a:pt x="1410106" y="1222063"/>
                  </a:lnTo>
                  <a:lnTo>
                    <a:pt x="1410732" y="1221899"/>
                  </a:lnTo>
                  <a:lnTo>
                    <a:pt x="1411359" y="1221697"/>
                  </a:lnTo>
                  <a:lnTo>
                    <a:pt x="1411985" y="1221460"/>
                  </a:lnTo>
                  <a:lnTo>
                    <a:pt x="1412612" y="1221185"/>
                  </a:lnTo>
                  <a:lnTo>
                    <a:pt x="1413238" y="1220879"/>
                  </a:lnTo>
                  <a:lnTo>
                    <a:pt x="1413865" y="1220525"/>
                  </a:lnTo>
                  <a:lnTo>
                    <a:pt x="1414491" y="1220121"/>
                  </a:lnTo>
                  <a:lnTo>
                    <a:pt x="1415118" y="1219663"/>
                  </a:lnTo>
                  <a:lnTo>
                    <a:pt x="1415745" y="1219158"/>
                  </a:lnTo>
                  <a:lnTo>
                    <a:pt x="1416371" y="1218620"/>
                  </a:lnTo>
                  <a:lnTo>
                    <a:pt x="1416998" y="1218043"/>
                  </a:lnTo>
                  <a:lnTo>
                    <a:pt x="1417624" y="1217433"/>
                  </a:lnTo>
                  <a:lnTo>
                    <a:pt x="1418251" y="1216778"/>
                  </a:lnTo>
                  <a:lnTo>
                    <a:pt x="1418877" y="1216088"/>
                  </a:lnTo>
                  <a:lnTo>
                    <a:pt x="1419504" y="1215372"/>
                  </a:lnTo>
                  <a:lnTo>
                    <a:pt x="1420130" y="1214630"/>
                  </a:lnTo>
                  <a:lnTo>
                    <a:pt x="1420757" y="1213848"/>
                  </a:lnTo>
                  <a:lnTo>
                    <a:pt x="1421384" y="1213040"/>
                  </a:lnTo>
                  <a:lnTo>
                    <a:pt x="1422010" y="1212212"/>
                  </a:lnTo>
                  <a:lnTo>
                    <a:pt x="1422637" y="1211363"/>
                  </a:lnTo>
                  <a:lnTo>
                    <a:pt x="1423263" y="1210501"/>
                  </a:lnTo>
                  <a:lnTo>
                    <a:pt x="1423890" y="1209627"/>
                  </a:lnTo>
                  <a:lnTo>
                    <a:pt x="1424516" y="1208743"/>
                  </a:lnTo>
                  <a:lnTo>
                    <a:pt x="1425143" y="1207839"/>
                  </a:lnTo>
                  <a:lnTo>
                    <a:pt x="1425769" y="1206909"/>
                  </a:lnTo>
                  <a:lnTo>
                    <a:pt x="1426396" y="1205959"/>
                  </a:lnTo>
                  <a:lnTo>
                    <a:pt x="1427023" y="1204979"/>
                  </a:lnTo>
                  <a:lnTo>
                    <a:pt x="1427649" y="1203990"/>
                  </a:lnTo>
                  <a:lnTo>
                    <a:pt x="1428276" y="1203013"/>
                  </a:lnTo>
                  <a:lnTo>
                    <a:pt x="1428902" y="1202077"/>
                  </a:lnTo>
                  <a:lnTo>
                    <a:pt x="1429529" y="1201190"/>
                  </a:lnTo>
                  <a:lnTo>
                    <a:pt x="1430155" y="1200359"/>
                  </a:lnTo>
                  <a:lnTo>
                    <a:pt x="1430782" y="1199572"/>
                  </a:lnTo>
                  <a:lnTo>
                    <a:pt x="1431408" y="1198830"/>
                  </a:lnTo>
                  <a:lnTo>
                    <a:pt x="1432035" y="1198137"/>
                  </a:lnTo>
                  <a:lnTo>
                    <a:pt x="1432662" y="1197488"/>
                  </a:lnTo>
                  <a:lnTo>
                    <a:pt x="1433288" y="1196890"/>
                  </a:lnTo>
                  <a:lnTo>
                    <a:pt x="1433915" y="1196344"/>
                  </a:lnTo>
                  <a:lnTo>
                    <a:pt x="1434541" y="1195855"/>
                  </a:lnTo>
                  <a:lnTo>
                    <a:pt x="1435168" y="1195428"/>
                  </a:lnTo>
                  <a:lnTo>
                    <a:pt x="1435794" y="1195059"/>
                  </a:lnTo>
                  <a:lnTo>
                    <a:pt x="1436421" y="1194761"/>
                  </a:lnTo>
                  <a:lnTo>
                    <a:pt x="1437047" y="1194547"/>
                  </a:lnTo>
                  <a:lnTo>
                    <a:pt x="1437674" y="1194407"/>
                  </a:lnTo>
                  <a:lnTo>
                    <a:pt x="1438301" y="1194339"/>
                  </a:lnTo>
                  <a:lnTo>
                    <a:pt x="1438927" y="1194346"/>
                  </a:lnTo>
                  <a:lnTo>
                    <a:pt x="1439554" y="1194439"/>
                  </a:lnTo>
                  <a:lnTo>
                    <a:pt x="1440180" y="1194610"/>
                  </a:lnTo>
                  <a:lnTo>
                    <a:pt x="1440807" y="1194862"/>
                  </a:lnTo>
                  <a:lnTo>
                    <a:pt x="1441433" y="1195176"/>
                  </a:lnTo>
                  <a:lnTo>
                    <a:pt x="1442060" y="1195542"/>
                  </a:lnTo>
                  <a:lnTo>
                    <a:pt x="1442686" y="1196004"/>
                  </a:lnTo>
                  <a:lnTo>
                    <a:pt x="1443313" y="1196529"/>
                  </a:lnTo>
                  <a:lnTo>
                    <a:pt x="1443940" y="1197118"/>
                  </a:lnTo>
                  <a:lnTo>
                    <a:pt x="1444566" y="1197771"/>
                  </a:lnTo>
                  <a:lnTo>
                    <a:pt x="1445193" y="1198491"/>
                  </a:lnTo>
                  <a:lnTo>
                    <a:pt x="1445819" y="1199287"/>
                  </a:lnTo>
                  <a:lnTo>
                    <a:pt x="1446446" y="1200169"/>
                  </a:lnTo>
                  <a:lnTo>
                    <a:pt x="1447072" y="1201126"/>
                  </a:lnTo>
                  <a:lnTo>
                    <a:pt x="1447699" y="1202135"/>
                  </a:lnTo>
                  <a:lnTo>
                    <a:pt x="1448325" y="1203164"/>
                  </a:lnTo>
                  <a:lnTo>
                    <a:pt x="1448952" y="1204234"/>
                  </a:lnTo>
                  <a:lnTo>
                    <a:pt x="1449579" y="1205333"/>
                  </a:lnTo>
                  <a:lnTo>
                    <a:pt x="1450205" y="1206479"/>
                  </a:lnTo>
                  <a:lnTo>
                    <a:pt x="1450832" y="1207661"/>
                  </a:lnTo>
                  <a:lnTo>
                    <a:pt x="1451458" y="1208846"/>
                  </a:lnTo>
                  <a:lnTo>
                    <a:pt x="1452085" y="1210027"/>
                  </a:lnTo>
                  <a:lnTo>
                    <a:pt x="1452711" y="1211200"/>
                  </a:lnTo>
                  <a:lnTo>
                    <a:pt x="1453338" y="1212344"/>
                  </a:lnTo>
                  <a:lnTo>
                    <a:pt x="1453964" y="1213459"/>
                  </a:lnTo>
                  <a:lnTo>
                    <a:pt x="1454591" y="1214543"/>
                  </a:lnTo>
                  <a:lnTo>
                    <a:pt x="1455218" y="1215600"/>
                  </a:lnTo>
                  <a:lnTo>
                    <a:pt x="1455844" y="1216628"/>
                  </a:lnTo>
                  <a:lnTo>
                    <a:pt x="1456471" y="1217625"/>
                  </a:lnTo>
                  <a:lnTo>
                    <a:pt x="1457097" y="1218600"/>
                  </a:lnTo>
                  <a:lnTo>
                    <a:pt x="1457724" y="1219555"/>
                  </a:lnTo>
                  <a:lnTo>
                    <a:pt x="1458350" y="1220480"/>
                  </a:lnTo>
                  <a:lnTo>
                    <a:pt x="1458977" y="1221389"/>
                  </a:lnTo>
                  <a:lnTo>
                    <a:pt x="1459603" y="1222262"/>
                  </a:lnTo>
                  <a:lnTo>
                    <a:pt x="1460230" y="1223091"/>
                  </a:lnTo>
                  <a:lnTo>
                    <a:pt x="1460857" y="1223876"/>
                  </a:lnTo>
                  <a:lnTo>
                    <a:pt x="1461483" y="1224609"/>
                  </a:lnTo>
                  <a:lnTo>
                    <a:pt x="1462110" y="1225307"/>
                  </a:lnTo>
                  <a:lnTo>
                    <a:pt x="1462736" y="1225982"/>
                  </a:lnTo>
                  <a:lnTo>
                    <a:pt x="1463363" y="1226635"/>
                  </a:lnTo>
                  <a:lnTo>
                    <a:pt x="1463989" y="1227271"/>
                  </a:lnTo>
                  <a:lnTo>
                    <a:pt x="1464616" y="1227901"/>
                  </a:lnTo>
                  <a:lnTo>
                    <a:pt x="1465242" y="1228530"/>
                  </a:lnTo>
                  <a:lnTo>
                    <a:pt x="1465869" y="1229161"/>
                  </a:lnTo>
                  <a:lnTo>
                    <a:pt x="1466496" y="1229791"/>
                  </a:lnTo>
                  <a:lnTo>
                    <a:pt x="1467122" y="1230418"/>
                  </a:lnTo>
                  <a:lnTo>
                    <a:pt x="1467749" y="1231051"/>
                  </a:lnTo>
                  <a:lnTo>
                    <a:pt x="1468375" y="1231669"/>
                  </a:lnTo>
                  <a:lnTo>
                    <a:pt x="1469002" y="1232258"/>
                  </a:lnTo>
                  <a:lnTo>
                    <a:pt x="1469628" y="1232817"/>
                  </a:lnTo>
                  <a:lnTo>
                    <a:pt x="1470255" y="1233343"/>
                  </a:lnTo>
                  <a:lnTo>
                    <a:pt x="1470881" y="1233834"/>
                  </a:lnTo>
                  <a:lnTo>
                    <a:pt x="1471508" y="1234280"/>
                  </a:lnTo>
                  <a:lnTo>
                    <a:pt x="1472135" y="1234688"/>
                  </a:lnTo>
                  <a:lnTo>
                    <a:pt x="1472761" y="1235054"/>
                  </a:lnTo>
                  <a:lnTo>
                    <a:pt x="1473388" y="1235390"/>
                  </a:lnTo>
                  <a:lnTo>
                    <a:pt x="1474014" y="1235711"/>
                  </a:lnTo>
                  <a:lnTo>
                    <a:pt x="1474641" y="1235968"/>
                  </a:lnTo>
                  <a:lnTo>
                    <a:pt x="1475267" y="1236201"/>
                  </a:lnTo>
                  <a:lnTo>
                    <a:pt x="1475894" y="1236403"/>
                  </a:lnTo>
                  <a:lnTo>
                    <a:pt x="1476520" y="1236576"/>
                  </a:lnTo>
                  <a:lnTo>
                    <a:pt x="1477147" y="1236704"/>
                  </a:lnTo>
                  <a:lnTo>
                    <a:pt x="1477774" y="1236786"/>
                  </a:lnTo>
                  <a:lnTo>
                    <a:pt x="1478400" y="1236814"/>
                  </a:lnTo>
                  <a:lnTo>
                    <a:pt x="1479027" y="1236782"/>
                  </a:lnTo>
                  <a:lnTo>
                    <a:pt x="1479653" y="1236718"/>
                  </a:lnTo>
                  <a:lnTo>
                    <a:pt x="1480280" y="1236626"/>
                  </a:lnTo>
                  <a:lnTo>
                    <a:pt x="1480906" y="1236511"/>
                  </a:lnTo>
                  <a:lnTo>
                    <a:pt x="1481533" y="1236371"/>
                  </a:lnTo>
                  <a:lnTo>
                    <a:pt x="1482159" y="1236175"/>
                  </a:lnTo>
                  <a:lnTo>
                    <a:pt x="1482786" y="1235930"/>
                  </a:lnTo>
                  <a:lnTo>
                    <a:pt x="1483413" y="1235681"/>
                  </a:lnTo>
                  <a:lnTo>
                    <a:pt x="1484039" y="1235417"/>
                  </a:lnTo>
                  <a:lnTo>
                    <a:pt x="1484666" y="1235158"/>
                  </a:lnTo>
                  <a:lnTo>
                    <a:pt x="1485292" y="1234908"/>
                  </a:lnTo>
                  <a:lnTo>
                    <a:pt x="1485919" y="1234669"/>
                  </a:lnTo>
                  <a:lnTo>
                    <a:pt x="1486545" y="1234460"/>
                  </a:lnTo>
                  <a:lnTo>
                    <a:pt x="1487172" y="1234283"/>
                  </a:lnTo>
                  <a:lnTo>
                    <a:pt x="1487798" y="1234150"/>
                  </a:lnTo>
                  <a:lnTo>
                    <a:pt x="1488425" y="1234070"/>
                  </a:lnTo>
                  <a:lnTo>
                    <a:pt x="1489052" y="1234036"/>
                  </a:lnTo>
                  <a:lnTo>
                    <a:pt x="1489678" y="1234058"/>
                  </a:lnTo>
                  <a:lnTo>
                    <a:pt x="1490305" y="1234112"/>
                  </a:lnTo>
                  <a:lnTo>
                    <a:pt x="1490931" y="1234182"/>
                  </a:lnTo>
                  <a:lnTo>
                    <a:pt x="1491558" y="1234263"/>
                  </a:lnTo>
                  <a:lnTo>
                    <a:pt x="1492184" y="1234346"/>
                  </a:lnTo>
                  <a:lnTo>
                    <a:pt x="1492811" y="1234406"/>
                  </a:lnTo>
                  <a:lnTo>
                    <a:pt x="1493437" y="1234447"/>
                  </a:lnTo>
                  <a:lnTo>
                    <a:pt x="1494064" y="1234448"/>
                  </a:lnTo>
                  <a:lnTo>
                    <a:pt x="1494691" y="1234401"/>
                  </a:lnTo>
                  <a:lnTo>
                    <a:pt x="1495317" y="1234313"/>
                  </a:lnTo>
                  <a:lnTo>
                    <a:pt x="1495944" y="1234175"/>
                  </a:lnTo>
                  <a:lnTo>
                    <a:pt x="1496570" y="1233982"/>
                  </a:lnTo>
                  <a:lnTo>
                    <a:pt x="1497197" y="1233725"/>
                  </a:lnTo>
                  <a:lnTo>
                    <a:pt x="1497823" y="1233397"/>
                  </a:lnTo>
                  <a:lnTo>
                    <a:pt x="1498450" y="1232996"/>
                  </a:lnTo>
                  <a:lnTo>
                    <a:pt x="1499076" y="1232508"/>
                  </a:lnTo>
                  <a:lnTo>
                    <a:pt x="1499703" y="1231922"/>
                  </a:lnTo>
                  <a:lnTo>
                    <a:pt x="1500330" y="1231246"/>
                  </a:lnTo>
                  <a:lnTo>
                    <a:pt x="1500956" y="1230483"/>
                  </a:lnTo>
                  <a:lnTo>
                    <a:pt x="1501583" y="1229630"/>
                  </a:lnTo>
                  <a:lnTo>
                    <a:pt x="1502209" y="1228676"/>
                  </a:lnTo>
                  <a:lnTo>
                    <a:pt x="1502836" y="1227626"/>
                  </a:lnTo>
                  <a:lnTo>
                    <a:pt x="1503462" y="1226479"/>
                  </a:lnTo>
                  <a:lnTo>
                    <a:pt x="1504089" y="1225255"/>
                  </a:lnTo>
                  <a:lnTo>
                    <a:pt x="1504715" y="1223967"/>
                  </a:lnTo>
                  <a:lnTo>
                    <a:pt x="1505342" y="1222577"/>
                  </a:lnTo>
                  <a:lnTo>
                    <a:pt x="1505969" y="1221121"/>
                  </a:lnTo>
                  <a:lnTo>
                    <a:pt x="1506595" y="1219604"/>
                  </a:lnTo>
                  <a:lnTo>
                    <a:pt x="1507222" y="1218026"/>
                  </a:lnTo>
                  <a:lnTo>
                    <a:pt x="1507848" y="1216387"/>
                  </a:lnTo>
                  <a:lnTo>
                    <a:pt x="1508475" y="1214692"/>
                  </a:lnTo>
                  <a:lnTo>
                    <a:pt x="1509101" y="1212953"/>
                  </a:lnTo>
                  <a:lnTo>
                    <a:pt x="1509728" y="1211183"/>
                  </a:lnTo>
                  <a:lnTo>
                    <a:pt x="1510354" y="1209406"/>
                  </a:lnTo>
                  <a:lnTo>
                    <a:pt x="1510981" y="1207655"/>
                  </a:lnTo>
                  <a:lnTo>
                    <a:pt x="1511608" y="1205908"/>
                  </a:lnTo>
                  <a:lnTo>
                    <a:pt x="1512234" y="1204185"/>
                  </a:lnTo>
                  <a:lnTo>
                    <a:pt x="1512861" y="1202469"/>
                  </a:lnTo>
                  <a:lnTo>
                    <a:pt x="1513487" y="1200769"/>
                  </a:lnTo>
                  <a:lnTo>
                    <a:pt x="1514114" y="1199137"/>
                  </a:lnTo>
                  <a:lnTo>
                    <a:pt x="1514740" y="1197573"/>
                  </a:lnTo>
                  <a:lnTo>
                    <a:pt x="1515367" y="1196077"/>
                  </a:lnTo>
                  <a:lnTo>
                    <a:pt x="1515993" y="1194669"/>
                  </a:lnTo>
                  <a:lnTo>
                    <a:pt x="1516620" y="1193348"/>
                  </a:lnTo>
                  <a:lnTo>
                    <a:pt x="1517247" y="1192133"/>
                  </a:lnTo>
                  <a:lnTo>
                    <a:pt x="1517873" y="1191012"/>
                  </a:lnTo>
                  <a:lnTo>
                    <a:pt x="1518500" y="1189966"/>
                  </a:lnTo>
                  <a:lnTo>
                    <a:pt x="1519126" y="1188966"/>
                  </a:lnTo>
                  <a:lnTo>
                    <a:pt x="1519753" y="1187990"/>
                  </a:lnTo>
                  <a:lnTo>
                    <a:pt x="1520379" y="1187030"/>
                  </a:lnTo>
                  <a:lnTo>
                    <a:pt x="1521006" y="1186093"/>
                  </a:lnTo>
                  <a:lnTo>
                    <a:pt x="1521632" y="1185178"/>
                  </a:lnTo>
                  <a:lnTo>
                    <a:pt x="1522259" y="1184309"/>
                  </a:lnTo>
                  <a:lnTo>
                    <a:pt x="1522886" y="1183499"/>
                  </a:lnTo>
                  <a:lnTo>
                    <a:pt x="1523512" y="1182728"/>
                  </a:lnTo>
                  <a:lnTo>
                    <a:pt x="1524139" y="1181980"/>
                  </a:lnTo>
                  <a:lnTo>
                    <a:pt x="1524765" y="1181239"/>
                  </a:lnTo>
                  <a:lnTo>
                    <a:pt x="1525392" y="1180494"/>
                  </a:lnTo>
                  <a:lnTo>
                    <a:pt x="1526018" y="1179745"/>
                  </a:lnTo>
                  <a:lnTo>
                    <a:pt x="1526645" y="1178988"/>
                  </a:lnTo>
                  <a:lnTo>
                    <a:pt x="1527271" y="1178217"/>
                  </a:lnTo>
                  <a:lnTo>
                    <a:pt x="1527898" y="1177430"/>
                  </a:lnTo>
                  <a:lnTo>
                    <a:pt x="1528525" y="1176641"/>
                  </a:lnTo>
                  <a:lnTo>
                    <a:pt x="1529151" y="1175871"/>
                  </a:lnTo>
                  <a:lnTo>
                    <a:pt x="1529778" y="1175123"/>
                  </a:lnTo>
                  <a:lnTo>
                    <a:pt x="1530404" y="1174399"/>
                  </a:lnTo>
                  <a:lnTo>
                    <a:pt x="1531031" y="1173708"/>
                  </a:lnTo>
                  <a:lnTo>
                    <a:pt x="1531657" y="1173055"/>
                  </a:lnTo>
                  <a:lnTo>
                    <a:pt x="1532284" y="1172443"/>
                  </a:lnTo>
                  <a:lnTo>
                    <a:pt x="1532910" y="1171871"/>
                  </a:lnTo>
                  <a:lnTo>
                    <a:pt x="1533537" y="1171364"/>
                  </a:lnTo>
                  <a:lnTo>
                    <a:pt x="1534164" y="1170934"/>
                  </a:lnTo>
                  <a:lnTo>
                    <a:pt x="1534790" y="1170551"/>
                  </a:lnTo>
                  <a:lnTo>
                    <a:pt x="1535417" y="1170218"/>
                  </a:lnTo>
                  <a:lnTo>
                    <a:pt x="1536043" y="1169919"/>
                  </a:lnTo>
                  <a:lnTo>
                    <a:pt x="1536670" y="1169637"/>
                  </a:lnTo>
                  <a:lnTo>
                    <a:pt x="1537296" y="1169398"/>
                  </a:lnTo>
                  <a:lnTo>
                    <a:pt x="1537923" y="1169162"/>
                  </a:lnTo>
                  <a:lnTo>
                    <a:pt x="1538549" y="1168926"/>
                  </a:lnTo>
                  <a:lnTo>
                    <a:pt x="1539176" y="1168697"/>
                  </a:lnTo>
                  <a:lnTo>
                    <a:pt x="1539803" y="1168495"/>
                  </a:lnTo>
                  <a:lnTo>
                    <a:pt x="1540429" y="1168317"/>
                  </a:lnTo>
                  <a:lnTo>
                    <a:pt x="1541056" y="1168165"/>
                  </a:lnTo>
                  <a:lnTo>
                    <a:pt x="1541682" y="1168024"/>
                  </a:lnTo>
                  <a:lnTo>
                    <a:pt x="1542309" y="1167881"/>
                  </a:lnTo>
                  <a:lnTo>
                    <a:pt x="1542935" y="1167718"/>
                  </a:lnTo>
                  <a:lnTo>
                    <a:pt x="1543562" y="1167545"/>
                  </a:lnTo>
                  <a:lnTo>
                    <a:pt x="1544188" y="1167376"/>
                  </a:lnTo>
                  <a:lnTo>
                    <a:pt x="1544815" y="1167228"/>
                  </a:lnTo>
                  <a:lnTo>
                    <a:pt x="1545442" y="1167098"/>
                  </a:lnTo>
                  <a:lnTo>
                    <a:pt x="1546068" y="1166963"/>
                  </a:lnTo>
                  <a:lnTo>
                    <a:pt x="1546695" y="1166843"/>
                  </a:lnTo>
                  <a:lnTo>
                    <a:pt x="1547321" y="1166718"/>
                  </a:lnTo>
                  <a:lnTo>
                    <a:pt x="1547948" y="1166585"/>
                  </a:lnTo>
                  <a:lnTo>
                    <a:pt x="1548574" y="1166438"/>
                  </a:lnTo>
                  <a:lnTo>
                    <a:pt x="1549201" y="1166242"/>
                  </a:lnTo>
                  <a:lnTo>
                    <a:pt x="1549827" y="1166001"/>
                  </a:lnTo>
                  <a:lnTo>
                    <a:pt x="1550454" y="1165709"/>
                  </a:lnTo>
                  <a:lnTo>
                    <a:pt x="1551081" y="1165391"/>
                  </a:lnTo>
                  <a:lnTo>
                    <a:pt x="1551707" y="1165052"/>
                  </a:lnTo>
                  <a:lnTo>
                    <a:pt x="1552334" y="1164693"/>
                  </a:lnTo>
                  <a:lnTo>
                    <a:pt x="1552960" y="1164319"/>
                  </a:lnTo>
                  <a:lnTo>
                    <a:pt x="1553587" y="1163899"/>
                  </a:lnTo>
                  <a:lnTo>
                    <a:pt x="1554213" y="1163408"/>
                  </a:lnTo>
                  <a:lnTo>
                    <a:pt x="1554840" y="1162824"/>
                  </a:lnTo>
                  <a:lnTo>
                    <a:pt x="1555466" y="1162168"/>
                  </a:lnTo>
                  <a:lnTo>
                    <a:pt x="1556093" y="1161462"/>
                  </a:lnTo>
                  <a:lnTo>
                    <a:pt x="1556720" y="1160731"/>
                  </a:lnTo>
                  <a:lnTo>
                    <a:pt x="1557346" y="1159976"/>
                  </a:lnTo>
                  <a:lnTo>
                    <a:pt x="1557973" y="1159196"/>
                  </a:lnTo>
                  <a:lnTo>
                    <a:pt x="1558599" y="1158408"/>
                  </a:lnTo>
                  <a:lnTo>
                    <a:pt x="1559226" y="1157606"/>
                  </a:lnTo>
                  <a:lnTo>
                    <a:pt x="1559852" y="1156796"/>
                  </a:lnTo>
                  <a:lnTo>
                    <a:pt x="1560479" y="1155962"/>
                  </a:lnTo>
                  <a:lnTo>
                    <a:pt x="1561105" y="1155097"/>
                  </a:lnTo>
                  <a:lnTo>
                    <a:pt x="1561732" y="1154201"/>
                  </a:lnTo>
                  <a:lnTo>
                    <a:pt x="1562359" y="1153277"/>
                  </a:lnTo>
                  <a:lnTo>
                    <a:pt x="1562985" y="1152343"/>
                  </a:lnTo>
                  <a:lnTo>
                    <a:pt x="1563612" y="1151411"/>
                  </a:lnTo>
                  <a:lnTo>
                    <a:pt x="1564238" y="1150501"/>
                  </a:lnTo>
                  <a:lnTo>
                    <a:pt x="1564865" y="1149616"/>
                  </a:lnTo>
                  <a:lnTo>
                    <a:pt x="1565491" y="1148735"/>
                  </a:lnTo>
                  <a:lnTo>
                    <a:pt x="1566118" y="1147851"/>
                  </a:lnTo>
                  <a:lnTo>
                    <a:pt x="1566744" y="1146989"/>
                  </a:lnTo>
                  <a:lnTo>
                    <a:pt x="1567371" y="1146151"/>
                  </a:lnTo>
                  <a:lnTo>
                    <a:pt x="1567998" y="1145334"/>
                  </a:lnTo>
                  <a:lnTo>
                    <a:pt x="1568624" y="1144542"/>
                  </a:lnTo>
                  <a:lnTo>
                    <a:pt x="1569251" y="1143795"/>
                  </a:lnTo>
                  <a:lnTo>
                    <a:pt x="1569877" y="1143098"/>
                  </a:lnTo>
                  <a:lnTo>
                    <a:pt x="1570504" y="1142453"/>
                  </a:lnTo>
                  <a:lnTo>
                    <a:pt x="1571130" y="1141859"/>
                  </a:lnTo>
                  <a:lnTo>
                    <a:pt x="1571757" y="1141293"/>
                  </a:lnTo>
                  <a:lnTo>
                    <a:pt x="1572383" y="1140757"/>
                  </a:lnTo>
                  <a:lnTo>
                    <a:pt x="1573010" y="1140252"/>
                  </a:lnTo>
                  <a:lnTo>
                    <a:pt x="1573637" y="1139774"/>
                  </a:lnTo>
                  <a:lnTo>
                    <a:pt x="1574263" y="1139320"/>
                  </a:lnTo>
                  <a:lnTo>
                    <a:pt x="1574890" y="1138890"/>
                  </a:lnTo>
                  <a:lnTo>
                    <a:pt x="1575516" y="1138483"/>
                  </a:lnTo>
                  <a:lnTo>
                    <a:pt x="1576143" y="1138075"/>
                  </a:lnTo>
                  <a:lnTo>
                    <a:pt x="1576769" y="1137646"/>
                  </a:lnTo>
                  <a:lnTo>
                    <a:pt x="1577396" y="1137199"/>
                  </a:lnTo>
                  <a:lnTo>
                    <a:pt x="1578022" y="1136736"/>
                  </a:lnTo>
                  <a:lnTo>
                    <a:pt x="1578649" y="1136222"/>
                  </a:lnTo>
                  <a:lnTo>
                    <a:pt x="1579276" y="1135641"/>
                  </a:lnTo>
                  <a:lnTo>
                    <a:pt x="1579902" y="1134969"/>
                  </a:lnTo>
                  <a:lnTo>
                    <a:pt x="1580529" y="1134195"/>
                  </a:lnTo>
                  <a:lnTo>
                    <a:pt x="1581155" y="1133342"/>
                  </a:lnTo>
                  <a:lnTo>
                    <a:pt x="1581782" y="1132429"/>
                  </a:lnTo>
                  <a:lnTo>
                    <a:pt x="1582408" y="1131472"/>
                  </a:lnTo>
                  <a:lnTo>
                    <a:pt x="1583035" y="1130472"/>
                  </a:lnTo>
                  <a:lnTo>
                    <a:pt x="1583661" y="1129430"/>
                  </a:lnTo>
                  <a:lnTo>
                    <a:pt x="1584288" y="1128344"/>
                  </a:lnTo>
                  <a:lnTo>
                    <a:pt x="1584915" y="1127218"/>
                  </a:lnTo>
                  <a:lnTo>
                    <a:pt x="1585541" y="1126069"/>
                  </a:lnTo>
                  <a:lnTo>
                    <a:pt x="1586168" y="1124929"/>
                  </a:lnTo>
                  <a:lnTo>
                    <a:pt x="1586794" y="1123811"/>
                  </a:lnTo>
                  <a:lnTo>
                    <a:pt x="1587421" y="1122699"/>
                  </a:lnTo>
                  <a:lnTo>
                    <a:pt x="1588047" y="1121599"/>
                  </a:lnTo>
                  <a:lnTo>
                    <a:pt x="1588674" y="1120520"/>
                  </a:lnTo>
                  <a:lnTo>
                    <a:pt x="1589300" y="1119478"/>
                  </a:lnTo>
                  <a:lnTo>
                    <a:pt x="1589927" y="1118485"/>
                  </a:lnTo>
                  <a:lnTo>
                    <a:pt x="1590554" y="1117538"/>
                  </a:lnTo>
                  <a:lnTo>
                    <a:pt x="1591180" y="1116624"/>
                  </a:lnTo>
                  <a:lnTo>
                    <a:pt x="1591807" y="1115731"/>
                  </a:lnTo>
                  <a:lnTo>
                    <a:pt x="1592433" y="1114857"/>
                  </a:lnTo>
                  <a:lnTo>
                    <a:pt x="1593060" y="1114007"/>
                  </a:lnTo>
                  <a:lnTo>
                    <a:pt x="1593686" y="1113181"/>
                  </a:lnTo>
                  <a:lnTo>
                    <a:pt x="1594313" y="1112380"/>
                  </a:lnTo>
                  <a:lnTo>
                    <a:pt x="1594939" y="1111591"/>
                  </a:lnTo>
                  <a:lnTo>
                    <a:pt x="1595566" y="1110810"/>
                  </a:lnTo>
                  <a:lnTo>
                    <a:pt x="1596193" y="1110017"/>
                  </a:lnTo>
                  <a:lnTo>
                    <a:pt x="1596819" y="1109230"/>
                  </a:lnTo>
                  <a:lnTo>
                    <a:pt x="1597446" y="1108478"/>
                  </a:lnTo>
                  <a:lnTo>
                    <a:pt x="1598072" y="1107738"/>
                  </a:lnTo>
                  <a:lnTo>
                    <a:pt x="1598699" y="1107012"/>
                  </a:lnTo>
                  <a:lnTo>
                    <a:pt x="1599325" y="1106296"/>
                  </a:lnTo>
                  <a:lnTo>
                    <a:pt x="1599952" y="1105610"/>
                  </a:lnTo>
                  <a:lnTo>
                    <a:pt x="1600578" y="1104952"/>
                  </a:lnTo>
                  <a:lnTo>
                    <a:pt x="1601205" y="1104324"/>
                  </a:lnTo>
                  <a:lnTo>
                    <a:pt x="1601832" y="1103719"/>
                  </a:lnTo>
                  <a:lnTo>
                    <a:pt x="1602458" y="1103137"/>
                  </a:lnTo>
                  <a:lnTo>
                    <a:pt x="1603085" y="1102561"/>
                  </a:lnTo>
                  <a:lnTo>
                    <a:pt x="1603711" y="1101972"/>
                  </a:lnTo>
                  <a:lnTo>
                    <a:pt x="1604338" y="1101359"/>
                  </a:lnTo>
                  <a:lnTo>
                    <a:pt x="1604964" y="1100723"/>
                  </a:lnTo>
                  <a:lnTo>
                    <a:pt x="1605591" y="1100066"/>
                  </a:lnTo>
                  <a:lnTo>
                    <a:pt x="1606217" y="1099392"/>
                  </a:lnTo>
                  <a:lnTo>
                    <a:pt x="1606844" y="1098676"/>
                  </a:lnTo>
                  <a:lnTo>
                    <a:pt x="1607471" y="1097938"/>
                  </a:lnTo>
                  <a:lnTo>
                    <a:pt x="1608097" y="1097180"/>
                  </a:lnTo>
                  <a:lnTo>
                    <a:pt x="1608724" y="1096394"/>
                  </a:lnTo>
                  <a:lnTo>
                    <a:pt x="1609350" y="1095537"/>
                  </a:lnTo>
                  <a:lnTo>
                    <a:pt x="1609977" y="1094593"/>
                  </a:lnTo>
                  <a:lnTo>
                    <a:pt x="1610603" y="1093577"/>
                  </a:lnTo>
                  <a:lnTo>
                    <a:pt x="1611230" y="1092505"/>
                  </a:lnTo>
                  <a:lnTo>
                    <a:pt x="1611856" y="1091399"/>
                  </a:lnTo>
                  <a:lnTo>
                    <a:pt x="1612483" y="1090282"/>
                  </a:lnTo>
                  <a:lnTo>
                    <a:pt x="1613110" y="1089172"/>
                  </a:lnTo>
                  <a:lnTo>
                    <a:pt x="1613736" y="1088056"/>
                  </a:lnTo>
                  <a:lnTo>
                    <a:pt x="1614363" y="1086906"/>
                  </a:lnTo>
                  <a:lnTo>
                    <a:pt x="1614989" y="1085724"/>
                  </a:lnTo>
                  <a:lnTo>
                    <a:pt x="1615616" y="1084509"/>
                  </a:lnTo>
                  <a:lnTo>
                    <a:pt x="1616242" y="1083284"/>
                  </a:lnTo>
                  <a:lnTo>
                    <a:pt x="1616869" y="1082053"/>
                  </a:lnTo>
                  <a:lnTo>
                    <a:pt x="1617495" y="1080836"/>
                  </a:lnTo>
                  <a:lnTo>
                    <a:pt x="1618122" y="1079637"/>
                  </a:lnTo>
                  <a:lnTo>
                    <a:pt x="1618749" y="1078488"/>
                  </a:lnTo>
                  <a:lnTo>
                    <a:pt x="1619375" y="1077418"/>
                  </a:lnTo>
                  <a:lnTo>
                    <a:pt x="1620002" y="1076418"/>
                  </a:lnTo>
                  <a:lnTo>
                    <a:pt x="1620628" y="1075483"/>
                  </a:lnTo>
                  <a:lnTo>
                    <a:pt x="1621255" y="1074559"/>
                  </a:lnTo>
                  <a:lnTo>
                    <a:pt x="1621881" y="1073627"/>
                  </a:lnTo>
                  <a:lnTo>
                    <a:pt x="1622508" y="1072686"/>
                  </a:lnTo>
                  <a:lnTo>
                    <a:pt x="1623134" y="1071753"/>
                  </a:lnTo>
                  <a:lnTo>
                    <a:pt x="1623761" y="1070851"/>
                  </a:lnTo>
                  <a:lnTo>
                    <a:pt x="1624388" y="1069980"/>
                  </a:lnTo>
                  <a:lnTo>
                    <a:pt x="1625014" y="1069137"/>
                  </a:lnTo>
                  <a:lnTo>
                    <a:pt x="1625641" y="1068300"/>
                  </a:lnTo>
                  <a:lnTo>
                    <a:pt x="1626267" y="1067458"/>
                  </a:lnTo>
                  <a:lnTo>
                    <a:pt x="1626894" y="1066585"/>
                  </a:lnTo>
                  <a:lnTo>
                    <a:pt x="1627520" y="1065677"/>
                  </a:lnTo>
                  <a:lnTo>
                    <a:pt x="1628147" y="1064714"/>
                  </a:lnTo>
                  <a:lnTo>
                    <a:pt x="1628773" y="1063671"/>
                  </a:lnTo>
                  <a:lnTo>
                    <a:pt x="1629400" y="1062518"/>
                  </a:lnTo>
                  <a:lnTo>
                    <a:pt x="1630027" y="1061278"/>
                  </a:lnTo>
                  <a:lnTo>
                    <a:pt x="1630653" y="1059983"/>
                  </a:lnTo>
                  <a:lnTo>
                    <a:pt x="1631280" y="1058642"/>
                  </a:lnTo>
                  <a:lnTo>
                    <a:pt x="1631906" y="1057236"/>
                  </a:lnTo>
                  <a:lnTo>
                    <a:pt x="1632533" y="1055760"/>
                  </a:lnTo>
                  <a:lnTo>
                    <a:pt x="1633159" y="1054213"/>
                  </a:lnTo>
                  <a:lnTo>
                    <a:pt x="1633786" y="1052596"/>
                  </a:lnTo>
                  <a:lnTo>
                    <a:pt x="1634412" y="1050908"/>
                  </a:lnTo>
                  <a:lnTo>
                    <a:pt x="1635039" y="1049163"/>
                  </a:lnTo>
                  <a:lnTo>
                    <a:pt x="1635666" y="1047380"/>
                  </a:lnTo>
                  <a:lnTo>
                    <a:pt x="1636292" y="1045573"/>
                  </a:lnTo>
                  <a:lnTo>
                    <a:pt x="1636919" y="1043741"/>
                  </a:lnTo>
                  <a:lnTo>
                    <a:pt x="1637545" y="1041901"/>
                  </a:lnTo>
                  <a:lnTo>
                    <a:pt x="1638172" y="1040064"/>
                  </a:lnTo>
                  <a:lnTo>
                    <a:pt x="1638798" y="1038254"/>
                  </a:lnTo>
                  <a:lnTo>
                    <a:pt x="1639425" y="1036462"/>
                  </a:lnTo>
                  <a:lnTo>
                    <a:pt x="1640051" y="1034687"/>
                  </a:lnTo>
                  <a:lnTo>
                    <a:pt x="1640678" y="1032940"/>
                  </a:lnTo>
                  <a:lnTo>
                    <a:pt x="1641305" y="1031274"/>
                  </a:lnTo>
                  <a:lnTo>
                    <a:pt x="1641931" y="1029720"/>
                  </a:lnTo>
                  <a:lnTo>
                    <a:pt x="1642558" y="1028284"/>
                  </a:lnTo>
                  <a:lnTo>
                    <a:pt x="1643184" y="1026976"/>
                  </a:lnTo>
                  <a:lnTo>
                    <a:pt x="1643811" y="1025799"/>
                  </a:lnTo>
                  <a:lnTo>
                    <a:pt x="1644437" y="1024747"/>
                  </a:lnTo>
                  <a:lnTo>
                    <a:pt x="1645064" y="1023807"/>
                  </a:lnTo>
                  <a:lnTo>
                    <a:pt x="1645690" y="1022969"/>
                  </a:lnTo>
                  <a:lnTo>
                    <a:pt x="1646317" y="1022254"/>
                  </a:lnTo>
                  <a:lnTo>
                    <a:pt x="1646943" y="1021660"/>
                  </a:lnTo>
                  <a:lnTo>
                    <a:pt x="1647570" y="1021188"/>
                  </a:lnTo>
                  <a:lnTo>
                    <a:pt x="1648197" y="1020816"/>
                  </a:lnTo>
                  <a:lnTo>
                    <a:pt x="1648823" y="1020525"/>
                  </a:lnTo>
                  <a:lnTo>
                    <a:pt x="1649450" y="1020319"/>
                  </a:lnTo>
                  <a:lnTo>
                    <a:pt x="1650076" y="1020211"/>
                  </a:lnTo>
                  <a:lnTo>
                    <a:pt x="1650703" y="1020164"/>
                  </a:lnTo>
                  <a:lnTo>
                    <a:pt x="1651329" y="1020154"/>
                  </a:lnTo>
                  <a:lnTo>
                    <a:pt x="1651956" y="1020177"/>
                  </a:lnTo>
                  <a:lnTo>
                    <a:pt x="1652582" y="1020221"/>
                  </a:lnTo>
                  <a:lnTo>
                    <a:pt x="1653209" y="1020317"/>
                  </a:lnTo>
                  <a:lnTo>
                    <a:pt x="1653836" y="1020476"/>
                  </a:lnTo>
                  <a:lnTo>
                    <a:pt x="1654462" y="1020694"/>
                  </a:lnTo>
                  <a:lnTo>
                    <a:pt x="1655089" y="1020969"/>
                  </a:lnTo>
                  <a:lnTo>
                    <a:pt x="1655715" y="1021289"/>
                  </a:lnTo>
                  <a:lnTo>
                    <a:pt x="1656342" y="1021652"/>
                  </a:lnTo>
                  <a:lnTo>
                    <a:pt x="1656968" y="1022056"/>
                  </a:lnTo>
                  <a:lnTo>
                    <a:pt x="1657595" y="1022519"/>
                  </a:lnTo>
                  <a:lnTo>
                    <a:pt x="1658221" y="1023053"/>
                  </a:lnTo>
                  <a:lnTo>
                    <a:pt x="1658848" y="1023655"/>
                  </a:lnTo>
                  <a:lnTo>
                    <a:pt x="1659475" y="1024303"/>
                  </a:lnTo>
                  <a:lnTo>
                    <a:pt x="1660101" y="1025013"/>
                  </a:lnTo>
                  <a:lnTo>
                    <a:pt x="1660728" y="1025815"/>
                  </a:lnTo>
                  <a:lnTo>
                    <a:pt x="1661354" y="1026708"/>
                  </a:lnTo>
                  <a:lnTo>
                    <a:pt x="1661981" y="1027701"/>
                  </a:lnTo>
                  <a:lnTo>
                    <a:pt x="1662607" y="1028760"/>
                  </a:lnTo>
                  <a:lnTo>
                    <a:pt x="1663234" y="1029878"/>
                  </a:lnTo>
                  <a:lnTo>
                    <a:pt x="1663860" y="1031058"/>
                  </a:lnTo>
                  <a:lnTo>
                    <a:pt x="1664487" y="1032305"/>
                  </a:lnTo>
                  <a:lnTo>
                    <a:pt x="1665114" y="1033617"/>
                  </a:lnTo>
                  <a:lnTo>
                    <a:pt x="1665740" y="1035016"/>
                  </a:lnTo>
                  <a:lnTo>
                    <a:pt x="1666367" y="1036522"/>
                  </a:lnTo>
                  <a:lnTo>
                    <a:pt x="1666993" y="1038145"/>
                  </a:lnTo>
                  <a:lnTo>
                    <a:pt x="1667620" y="1039878"/>
                  </a:lnTo>
                  <a:lnTo>
                    <a:pt x="1668246" y="1041729"/>
                  </a:lnTo>
                  <a:lnTo>
                    <a:pt x="1668873" y="1043699"/>
                  </a:lnTo>
                  <a:lnTo>
                    <a:pt x="1669499" y="1045775"/>
                  </a:lnTo>
                  <a:lnTo>
                    <a:pt x="1670126" y="1047936"/>
                  </a:lnTo>
                  <a:lnTo>
                    <a:pt x="1670753" y="1050184"/>
                  </a:lnTo>
                  <a:lnTo>
                    <a:pt x="1671379" y="1052520"/>
                  </a:lnTo>
                  <a:lnTo>
                    <a:pt x="1672006" y="1054964"/>
                  </a:lnTo>
                  <a:lnTo>
                    <a:pt x="1672632" y="1057528"/>
                  </a:lnTo>
                  <a:lnTo>
                    <a:pt x="1673259" y="1060198"/>
                  </a:lnTo>
                  <a:lnTo>
                    <a:pt x="1673885" y="1062954"/>
                  </a:lnTo>
                  <a:lnTo>
                    <a:pt x="1674512" y="1065790"/>
                  </a:lnTo>
                  <a:lnTo>
                    <a:pt x="1675138" y="1068676"/>
                  </a:lnTo>
                  <a:lnTo>
                    <a:pt x="1675765" y="1071592"/>
                  </a:lnTo>
                  <a:lnTo>
                    <a:pt x="1676392" y="1074528"/>
                  </a:lnTo>
                  <a:lnTo>
                    <a:pt x="1677018" y="1077497"/>
                  </a:lnTo>
                  <a:lnTo>
                    <a:pt x="1677645" y="1080493"/>
                  </a:lnTo>
                  <a:lnTo>
                    <a:pt x="1678271" y="1083510"/>
                  </a:lnTo>
                  <a:lnTo>
                    <a:pt x="1678898" y="1086549"/>
                  </a:lnTo>
                  <a:lnTo>
                    <a:pt x="1679524" y="1089602"/>
                  </a:lnTo>
                  <a:lnTo>
                    <a:pt x="1680151" y="1092667"/>
                  </a:lnTo>
                  <a:lnTo>
                    <a:pt x="1680777" y="1095742"/>
                  </a:lnTo>
                  <a:lnTo>
                    <a:pt x="1681404" y="1098780"/>
                  </a:lnTo>
                  <a:lnTo>
                    <a:pt x="1682031" y="1101749"/>
                  </a:lnTo>
                  <a:lnTo>
                    <a:pt x="1682657" y="1104655"/>
                  </a:lnTo>
                  <a:lnTo>
                    <a:pt x="1683284" y="1107510"/>
                  </a:lnTo>
                  <a:lnTo>
                    <a:pt x="1683910" y="1110353"/>
                  </a:lnTo>
                  <a:lnTo>
                    <a:pt x="1684537" y="1113202"/>
                  </a:lnTo>
                  <a:lnTo>
                    <a:pt x="1685163" y="1116038"/>
                  </a:lnTo>
                  <a:lnTo>
                    <a:pt x="1685790" y="1118860"/>
                  </a:lnTo>
                  <a:lnTo>
                    <a:pt x="1686416" y="1121656"/>
                  </a:lnTo>
                  <a:lnTo>
                    <a:pt x="1687043" y="1124426"/>
                  </a:lnTo>
                  <a:lnTo>
                    <a:pt x="1687670" y="1127166"/>
                  </a:lnTo>
                  <a:lnTo>
                    <a:pt x="1688296" y="1129878"/>
                  </a:lnTo>
                  <a:lnTo>
                    <a:pt x="1688923" y="1132565"/>
                  </a:lnTo>
                  <a:lnTo>
                    <a:pt x="1689549" y="1135207"/>
                  </a:lnTo>
                  <a:lnTo>
                    <a:pt x="1690176" y="1137800"/>
                  </a:lnTo>
                  <a:lnTo>
                    <a:pt x="1690802" y="1140386"/>
                  </a:lnTo>
                  <a:lnTo>
                    <a:pt x="1691429" y="1142995"/>
                  </a:lnTo>
                  <a:lnTo>
                    <a:pt x="1692055" y="1145633"/>
                  </a:lnTo>
                  <a:lnTo>
                    <a:pt x="1692682" y="1148277"/>
                  </a:lnTo>
                  <a:lnTo>
                    <a:pt x="1693309" y="1150895"/>
                  </a:lnTo>
                  <a:lnTo>
                    <a:pt x="1693935" y="1153478"/>
                  </a:lnTo>
                  <a:lnTo>
                    <a:pt x="1694562" y="1156044"/>
                  </a:lnTo>
                  <a:lnTo>
                    <a:pt x="1695188" y="1158595"/>
                  </a:lnTo>
                  <a:lnTo>
                    <a:pt x="1695815" y="1161129"/>
                  </a:lnTo>
                  <a:lnTo>
                    <a:pt x="1696441" y="1163642"/>
                  </a:lnTo>
                  <a:lnTo>
                    <a:pt x="1697068" y="1166137"/>
                  </a:lnTo>
                  <a:lnTo>
                    <a:pt x="1697694" y="1168594"/>
                  </a:lnTo>
                  <a:lnTo>
                    <a:pt x="1698321" y="1170994"/>
                  </a:lnTo>
                  <a:lnTo>
                    <a:pt x="1698948" y="1173351"/>
                  </a:lnTo>
                  <a:lnTo>
                    <a:pt x="1699574" y="1175674"/>
                  </a:lnTo>
                  <a:lnTo>
                    <a:pt x="1700201" y="1177940"/>
                  </a:lnTo>
                  <a:lnTo>
                    <a:pt x="1700827" y="1180136"/>
                  </a:lnTo>
                  <a:lnTo>
                    <a:pt x="1701454" y="1182260"/>
                  </a:lnTo>
                  <a:lnTo>
                    <a:pt x="1702080" y="1184317"/>
                  </a:lnTo>
                  <a:lnTo>
                    <a:pt x="1702707" y="1186303"/>
                  </a:lnTo>
                  <a:lnTo>
                    <a:pt x="1703333" y="1188203"/>
                  </a:lnTo>
                  <a:lnTo>
                    <a:pt x="1703960" y="1189994"/>
                  </a:lnTo>
                  <a:lnTo>
                    <a:pt x="1704587" y="1191660"/>
                  </a:lnTo>
                  <a:lnTo>
                    <a:pt x="1705213" y="1193201"/>
                  </a:lnTo>
                  <a:lnTo>
                    <a:pt x="1705840" y="1194620"/>
                  </a:lnTo>
                  <a:lnTo>
                    <a:pt x="1706466" y="1195914"/>
                  </a:lnTo>
                  <a:lnTo>
                    <a:pt x="1707093" y="1197099"/>
                  </a:lnTo>
                  <a:lnTo>
                    <a:pt x="1707719" y="1198186"/>
                  </a:lnTo>
                  <a:lnTo>
                    <a:pt x="1708346" y="1199183"/>
                  </a:lnTo>
                  <a:lnTo>
                    <a:pt x="1708972" y="1200077"/>
                  </a:lnTo>
                  <a:lnTo>
                    <a:pt x="1709599" y="1200875"/>
                  </a:lnTo>
                  <a:lnTo>
                    <a:pt x="1710226" y="1201580"/>
                  </a:lnTo>
                  <a:lnTo>
                    <a:pt x="1710852" y="1202191"/>
                  </a:lnTo>
                  <a:lnTo>
                    <a:pt x="1711479" y="1202726"/>
                  </a:lnTo>
                  <a:lnTo>
                    <a:pt x="1712105" y="1203191"/>
                  </a:lnTo>
                  <a:lnTo>
                    <a:pt x="1712732" y="1203601"/>
                  </a:lnTo>
                  <a:lnTo>
                    <a:pt x="1713358" y="1203956"/>
                  </a:lnTo>
                  <a:lnTo>
                    <a:pt x="1713985" y="1204275"/>
                  </a:lnTo>
                  <a:lnTo>
                    <a:pt x="1714611" y="1204564"/>
                  </a:lnTo>
                  <a:lnTo>
                    <a:pt x="1715238" y="1204823"/>
                  </a:lnTo>
                  <a:lnTo>
                    <a:pt x="1715865" y="1204997"/>
                  </a:lnTo>
                  <a:lnTo>
                    <a:pt x="1716491" y="1205083"/>
                  </a:lnTo>
                  <a:lnTo>
                    <a:pt x="1717118" y="1205103"/>
                  </a:lnTo>
                  <a:lnTo>
                    <a:pt x="1717744" y="1205059"/>
                  </a:lnTo>
                  <a:lnTo>
                    <a:pt x="1718371" y="1204956"/>
                  </a:lnTo>
                  <a:lnTo>
                    <a:pt x="1718997" y="1204795"/>
                  </a:lnTo>
                  <a:lnTo>
                    <a:pt x="1719624" y="1204576"/>
                  </a:lnTo>
                  <a:lnTo>
                    <a:pt x="1720250" y="1204284"/>
                  </a:lnTo>
                  <a:lnTo>
                    <a:pt x="1720877" y="1203898"/>
                  </a:lnTo>
                  <a:lnTo>
                    <a:pt x="1721504" y="1203430"/>
                  </a:lnTo>
                  <a:lnTo>
                    <a:pt x="1722130" y="1202878"/>
                  </a:lnTo>
                  <a:lnTo>
                    <a:pt x="1722757" y="1202247"/>
                  </a:lnTo>
                  <a:lnTo>
                    <a:pt x="1723383" y="1201530"/>
                  </a:lnTo>
                  <a:lnTo>
                    <a:pt x="1724010" y="1200716"/>
                  </a:lnTo>
                  <a:lnTo>
                    <a:pt x="1724636" y="1199800"/>
                  </a:lnTo>
                  <a:lnTo>
                    <a:pt x="1725263" y="1198817"/>
                  </a:lnTo>
                  <a:lnTo>
                    <a:pt x="1725889" y="1197774"/>
                  </a:lnTo>
                  <a:lnTo>
                    <a:pt x="1726516" y="1196647"/>
                  </a:lnTo>
                  <a:lnTo>
                    <a:pt x="1727143" y="1195427"/>
                  </a:lnTo>
                  <a:lnTo>
                    <a:pt x="1727769" y="1194113"/>
                  </a:lnTo>
                  <a:lnTo>
                    <a:pt x="1728396" y="1192698"/>
                  </a:lnTo>
                  <a:lnTo>
                    <a:pt x="1729022" y="1191171"/>
                  </a:lnTo>
                  <a:lnTo>
                    <a:pt x="1729649" y="1189525"/>
                  </a:lnTo>
                  <a:lnTo>
                    <a:pt x="1730275" y="1187757"/>
                  </a:lnTo>
                  <a:lnTo>
                    <a:pt x="1730902" y="1185841"/>
                  </a:lnTo>
                  <a:lnTo>
                    <a:pt x="1731528" y="1183767"/>
                  </a:lnTo>
                  <a:lnTo>
                    <a:pt x="1732155" y="1181546"/>
                  </a:lnTo>
                  <a:lnTo>
                    <a:pt x="1732782" y="1179180"/>
                  </a:lnTo>
                  <a:lnTo>
                    <a:pt x="1733408" y="1176676"/>
                  </a:lnTo>
                  <a:lnTo>
                    <a:pt x="1734035" y="1174041"/>
                  </a:lnTo>
                  <a:lnTo>
                    <a:pt x="1734661" y="1171285"/>
                  </a:lnTo>
                  <a:lnTo>
                    <a:pt x="1735288" y="1168412"/>
                  </a:lnTo>
                  <a:lnTo>
                    <a:pt x="1735914" y="1165420"/>
                  </a:lnTo>
                  <a:lnTo>
                    <a:pt x="1736541" y="1162304"/>
                  </a:lnTo>
                  <a:lnTo>
                    <a:pt x="1737167" y="1159069"/>
                  </a:lnTo>
                  <a:lnTo>
                    <a:pt x="1737794" y="1155711"/>
                  </a:lnTo>
                  <a:lnTo>
                    <a:pt x="1738421" y="1152243"/>
                  </a:lnTo>
                  <a:lnTo>
                    <a:pt x="1739047" y="1148679"/>
                  </a:lnTo>
                  <a:lnTo>
                    <a:pt x="1739674" y="1145046"/>
                  </a:lnTo>
                  <a:lnTo>
                    <a:pt x="1740300" y="1141366"/>
                  </a:lnTo>
                  <a:lnTo>
                    <a:pt x="1740927" y="1137643"/>
                  </a:lnTo>
                  <a:lnTo>
                    <a:pt x="1741553" y="1133879"/>
                  </a:lnTo>
                  <a:lnTo>
                    <a:pt x="1742180" y="1130084"/>
                  </a:lnTo>
                  <a:lnTo>
                    <a:pt x="1742806" y="1126255"/>
                  </a:lnTo>
                  <a:lnTo>
                    <a:pt x="1743433" y="1122385"/>
                  </a:lnTo>
                  <a:lnTo>
                    <a:pt x="1744060" y="1118471"/>
                  </a:lnTo>
                  <a:lnTo>
                    <a:pt x="1744686" y="1114513"/>
                  </a:lnTo>
                  <a:lnTo>
                    <a:pt x="1745313" y="1110545"/>
                  </a:lnTo>
                  <a:lnTo>
                    <a:pt x="1745939" y="1106583"/>
                  </a:lnTo>
                  <a:lnTo>
                    <a:pt x="1746566" y="1102628"/>
                  </a:lnTo>
                  <a:lnTo>
                    <a:pt x="1747192" y="1098705"/>
                  </a:lnTo>
                  <a:lnTo>
                    <a:pt x="1747819" y="1094854"/>
                  </a:lnTo>
                  <a:lnTo>
                    <a:pt x="1748445" y="1091076"/>
                  </a:lnTo>
                  <a:lnTo>
                    <a:pt x="1749072" y="1087367"/>
                  </a:lnTo>
                  <a:lnTo>
                    <a:pt x="1749699" y="1083724"/>
                  </a:lnTo>
                  <a:lnTo>
                    <a:pt x="1750325" y="1080154"/>
                  </a:lnTo>
                  <a:lnTo>
                    <a:pt x="1750952" y="1076655"/>
                  </a:lnTo>
                  <a:lnTo>
                    <a:pt x="1751578" y="1073233"/>
                  </a:lnTo>
                  <a:lnTo>
                    <a:pt x="1752205" y="1069926"/>
                  </a:lnTo>
                  <a:lnTo>
                    <a:pt x="1752831" y="1066759"/>
                  </a:lnTo>
                  <a:lnTo>
                    <a:pt x="1753458" y="1063745"/>
                  </a:lnTo>
                  <a:lnTo>
                    <a:pt x="1754084" y="1060883"/>
                  </a:lnTo>
                  <a:lnTo>
                    <a:pt x="1754711" y="1058150"/>
                  </a:lnTo>
                  <a:lnTo>
                    <a:pt x="1755338" y="1055539"/>
                  </a:lnTo>
                  <a:lnTo>
                    <a:pt x="1755964" y="1053059"/>
                  </a:lnTo>
                  <a:lnTo>
                    <a:pt x="1756591" y="1050711"/>
                  </a:lnTo>
                  <a:lnTo>
                    <a:pt x="1757217" y="1048471"/>
                  </a:lnTo>
                  <a:lnTo>
                    <a:pt x="1757844" y="1046336"/>
                  </a:lnTo>
                  <a:lnTo>
                    <a:pt x="1758470" y="1044321"/>
                  </a:lnTo>
                  <a:lnTo>
                    <a:pt x="1759097" y="1042431"/>
                  </a:lnTo>
                  <a:lnTo>
                    <a:pt x="1759723" y="1040666"/>
                  </a:lnTo>
                  <a:lnTo>
                    <a:pt x="1760350" y="1039036"/>
                  </a:lnTo>
                  <a:lnTo>
                    <a:pt x="1760977" y="1037543"/>
                  </a:lnTo>
                  <a:lnTo>
                    <a:pt x="1761603" y="1036162"/>
                  </a:lnTo>
                  <a:lnTo>
                    <a:pt x="1762230" y="1034891"/>
                  </a:lnTo>
                  <a:lnTo>
                    <a:pt x="1762856" y="1033733"/>
                  </a:lnTo>
                  <a:lnTo>
                    <a:pt x="1763483" y="1032693"/>
                  </a:lnTo>
                  <a:lnTo>
                    <a:pt x="1764109" y="1031773"/>
                  </a:lnTo>
                  <a:lnTo>
                    <a:pt x="1764736" y="1030983"/>
                  </a:lnTo>
                  <a:lnTo>
                    <a:pt x="1765362" y="1030316"/>
                  </a:lnTo>
                  <a:lnTo>
                    <a:pt x="1765989" y="1029771"/>
                  </a:lnTo>
                  <a:lnTo>
                    <a:pt x="1766616" y="1029343"/>
                  </a:lnTo>
                  <a:lnTo>
                    <a:pt x="1767242" y="1029035"/>
                  </a:lnTo>
                  <a:lnTo>
                    <a:pt x="1767869" y="1028847"/>
                  </a:lnTo>
                  <a:lnTo>
                    <a:pt x="1768495" y="1028775"/>
                  </a:lnTo>
                  <a:lnTo>
                    <a:pt x="1769122" y="1028806"/>
                  </a:lnTo>
                  <a:lnTo>
                    <a:pt x="1769748" y="1028944"/>
                  </a:lnTo>
                  <a:lnTo>
                    <a:pt x="1770375" y="1029183"/>
                  </a:lnTo>
                  <a:lnTo>
                    <a:pt x="1771001" y="1029515"/>
                  </a:lnTo>
                  <a:lnTo>
                    <a:pt x="1771628" y="1029911"/>
                  </a:lnTo>
                  <a:lnTo>
                    <a:pt x="1772255" y="1030347"/>
                  </a:lnTo>
                  <a:lnTo>
                    <a:pt x="1772881" y="1030820"/>
                  </a:lnTo>
                  <a:lnTo>
                    <a:pt x="1773508" y="1031322"/>
                  </a:lnTo>
                  <a:lnTo>
                    <a:pt x="1774134" y="1031825"/>
                  </a:lnTo>
                  <a:lnTo>
                    <a:pt x="1774761" y="1032331"/>
                  </a:lnTo>
                  <a:lnTo>
                    <a:pt x="1775387" y="1032839"/>
                  </a:lnTo>
                  <a:lnTo>
                    <a:pt x="1776014" y="1033373"/>
                  </a:lnTo>
                  <a:lnTo>
                    <a:pt x="1776640" y="1033931"/>
                  </a:lnTo>
                  <a:lnTo>
                    <a:pt x="1777267" y="1034499"/>
                  </a:lnTo>
                  <a:lnTo>
                    <a:pt x="1777894" y="1035067"/>
                  </a:lnTo>
                  <a:lnTo>
                    <a:pt x="1778520" y="1035661"/>
                  </a:lnTo>
                  <a:lnTo>
                    <a:pt x="1779147" y="1036253"/>
                  </a:lnTo>
                  <a:lnTo>
                    <a:pt x="1779773" y="1036818"/>
                  </a:lnTo>
                  <a:lnTo>
                    <a:pt x="1780400" y="1037354"/>
                  </a:lnTo>
                  <a:lnTo>
                    <a:pt x="1781026" y="1037869"/>
                  </a:lnTo>
                  <a:lnTo>
                    <a:pt x="1781653" y="1038366"/>
                  </a:lnTo>
                  <a:lnTo>
                    <a:pt x="1782279" y="1038847"/>
                  </a:lnTo>
                  <a:lnTo>
                    <a:pt x="1782906" y="1039334"/>
                  </a:lnTo>
                  <a:lnTo>
                    <a:pt x="1783533" y="1039858"/>
                  </a:lnTo>
                  <a:lnTo>
                    <a:pt x="1784159" y="1040410"/>
                  </a:lnTo>
                  <a:lnTo>
                    <a:pt x="1784786" y="1040971"/>
                  </a:lnTo>
                  <a:lnTo>
                    <a:pt x="1785412" y="1041504"/>
                  </a:lnTo>
                  <a:lnTo>
                    <a:pt x="1786039" y="1042009"/>
                  </a:lnTo>
                  <a:lnTo>
                    <a:pt x="1786665" y="1042497"/>
                  </a:lnTo>
                  <a:lnTo>
                    <a:pt x="1787292" y="1042977"/>
                  </a:lnTo>
                  <a:lnTo>
                    <a:pt x="1787918" y="1043443"/>
                  </a:lnTo>
                  <a:lnTo>
                    <a:pt x="1788545" y="1043898"/>
                  </a:lnTo>
                  <a:lnTo>
                    <a:pt x="1789172" y="1044368"/>
                  </a:lnTo>
                  <a:lnTo>
                    <a:pt x="1789798" y="1044859"/>
                  </a:lnTo>
                  <a:lnTo>
                    <a:pt x="1790425" y="1045364"/>
                  </a:lnTo>
                  <a:lnTo>
                    <a:pt x="1791051" y="1045889"/>
                  </a:lnTo>
                  <a:lnTo>
                    <a:pt x="1791678" y="1046443"/>
                  </a:lnTo>
                  <a:lnTo>
                    <a:pt x="1792304" y="1047034"/>
                  </a:lnTo>
                  <a:lnTo>
                    <a:pt x="1792931" y="1047677"/>
                  </a:lnTo>
                  <a:lnTo>
                    <a:pt x="1793557" y="1048391"/>
                  </a:lnTo>
                  <a:lnTo>
                    <a:pt x="1794184" y="1049198"/>
                  </a:lnTo>
                  <a:lnTo>
                    <a:pt x="1794811" y="1050094"/>
                  </a:lnTo>
                  <a:lnTo>
                    <a:pt x="1795437" y="1051077"/>
                  </a:lnTo>
                  <a:lnTo>
                    <a:pt x="1796064" y="1052139"/>
                  </a:lnTo>
                  <a:lnTo>
                    <a:pt x="1796690" y="1053270"/>
                  </a:lnTo>
                  <a:lnTo>
                    <a:pt x="1797317" y="1054461"/>
                  </a:lnTo>
                  <a:lnTo>
                    <a:pt x="1797943" y="1055716"/>
                  </a:lnTo>
                  <a:lnTo>
                    <a:pt x="1798570" y="1057033"/>
                  </a:lnTo>
                  <a:lnTo>
                    <a:pt x="1799196" y="1058421"/>
                  </a:lnTo>
                  <a:lnTo>
                    <a:pt x="1799823" y="1059881"/>
                  </a:lnTo>
                  <a:lnTo>
                    <a:pt x="1800450" y="1061434"/>
                  </a:lnTo>
                  <a:lnTo>
                    <a:pt x="1801076" y="1063079"/>
                  </a:lnTo>
                  <a:lnTo>
                    <a:pt x="1801703" y="1064803"/>
                  </a:lnTo>
                  <a:lnTo>
                    <a:pt x="1802329" y="1066554"/>
                  </a:lnTo>
                  <a:lnTo>
                    <a:pt x="1802956" y="1068303"/>
                  </a:lnTo>
                  <a:lnTo>
                    <a:pt x="1803582" y="1070049"/>
                  </a:lnTo>
                  <a:lnTo>
                    <a:pt x="1804209" y="1071806"/>
                  </a:lnTo>
                  <a:lnTo>
                    <a:pt x="1804835" y="1073576"/>
                  </a:lnTo>
                  <a:lnTo>
                    <a:pt x="1805462" y="1075370"/>
                  </a:lnTo>
                  <a:lnTo>
                    <a:pt x="1806089" y="1077209"/>
                  </a:lnTo>
                  <a:lnTo>
                    <a:pt x="1806715" y="1079093"/>
                  </a:lnTo>
                  <a:lnTo>
                    <a:pt x="1807342" y="1081018"/>
                  </a:lnTo>
                  <a:lnTo>
                    <a:pt x="1807968" y="1082948"/>
                  </a:lnTo>
                  <a:lnTo>
                    <a:pt x="1808595" y="1084866"/>
                  </a:lnTo>
                  <a:lnTo>
                    <a:pt x="1809221" y="1086776"/>
                  </a:lnTo>
                  <a:lnTo>
                    <a:pt x="1809848" y="1088649"/>
                  </a:lnTo>
                  <a:lnTo>
                    <a:pt x="1810474" y="1090456"/>
                  </a:lnTo>
                  <a:lnTo>
                    <a:pt x="1811101" y="1092199"/>
                  </a:lnTo>
                  <a:lnTo>
                    <a:pt x="1811728" y="1093908"/>
                  </a:lnTo>
                  <a:lnTo>
                    <a:pt x="1812354" y="1095604"/>
                  </a:lnTo>
                  <a:lnTo>
                    <a:pt x="1812981" y="1097290"/>
                  </a:lnTo>
                  <a:lnTo>
                    <a:pt x="1813607" y="1098964"/>
                  </a:lnTo>
                  <a:lnTo>
                    <a:pt x="1814234" y="1100621"/>
                  </a:lnTo>
                  <a:lnTo>
                    <a:pt x="1814860" y="1102241"/>
                  </a:lnTo>
                  <a:lnTo>
                    <a:pt x="1815487" y="1103781"/>
                  </a:lnTo>
                  <a:lnTo>
                    <a:pt x="1816113" y="1105234"/>
                  </a:lnTo>
                  <a:lnTo>
                    <a:pt x="1816740" y="1106617"/>
                  </a:lnTo>
                  <a:lnTo>
                    <a:pt x="1817367" y="1107965"/>
                  </a:lnTo>
                  <a:lnTo>
                    <a:pt x="1817993" y="1109285"/>
                  </a:lnTo>
                  <a:lnTo>
                    <a:pt x="1818620" y="1110565"/>
                  </a:lnTo>
                  <a:lnTo>
                    <a:pt x="1819246" y="1111798"/>
                  </a:lnTo>
                  <a:lnTo>
                    <a:pt x="1819873" y="1112992"/>
                  </a:lnTo>
                  <a:lnTo>
                    <a:pt x="1820499" y="1114146"/>
                  </a:lnTo>
                  <a:lnTo>
                    <a:pt x="1821126" y="1115242"/>
                  </a:lnTo>
                  <a:lnTo>
                    <a:pt x="1821752" y="1116275"/>
                  </a:lnTo>
                  <a:lnTo>
                    <a:pt x="1822379" y="1117226"/>
                  </a:lnTo>
                  <a:lnTo>
                    <a:pt x="1823006" y="1118082"/>
                  </a:lnTo>
                  <a:lnTo>
                    <a:pt x="1823632" y="1118841"/>
                  </a:lnTo>
                  <a:lnTo>
                    <a:pt x="1824259" y="1119502"/>
                  </a:lnTo>
                  <a:lnTo>
                    <a:pt x="1824885" y="1120061"/>
                  </a:lnTo>
                  <a:lnTo>
                    <a:pt x="1825512" y="1120520"/>
                  </a:lnTo>
                  <a:lnTo>
                    <a:pt x="1826138" y="1120865"/>
                  </a:lnTo>
                  <a:lnTo>
                    <a:pt x="1826765" y="1121098"/>
                  </a:lnTo>
                  <a:lnTo>
                    <a:pt x="1827391" y="1121225"/>
                  </a:lnTo>
                  <a:lnTo>
                    <a:pt x="1828018" y="1121253"/>
                  </a:lnTo>
                  <a:lnTo>
                    <a:pt x="1828645" y="1121189"/>
                  </a:lnTo>
                  <a:lnTo>
                    <a:pt x="1829271" y="1121033"/>
                  </a:lnTo>
                  <a:lnTo>
                    <a:pt x="1829898" y="1120751"/>
                  </a:lnTo>
                  <a:lnTo>
                    <a:pt x="1830524" y="1120351"/>
                  </a:lnTo>
                  <a:lnTo>
                    <a:pt x="1831151" y="1119832"/>
                  </a:lnTo>
                  <a:lnTo>
                    <a:pt x="1831777" y="1119228"/>
                  </a:lnTo>
                  <a:lnTo>
                    <a:pt x="1832404" y="1118539"/>
                  </a:lnTo>
                  <a:lnTo>
                    <a:pt x="1833030" y="1117770"/>
                  </a:lnTo>
                  <a:lnTo>
                    <a:pt x="1833657" y="1116930"/>
                  </a:lnTo>
                  <a:lnTo>
                    <a:pt x="1834284" y="1116066"/>
                  </a:lnTo>
                  <a:lnTo>
                    <a:pt x="1834910" y="1115213"/>
                  </a:lnTo>
                  <a:lnTo>
                    <a:pt x="1835537" y="1114380"/>
                  </a:lnTo>
                  <a:lnTo>
                    <a:pt x="1836163" y="1113545"/>
                  </a:lnTo>
                  <a:lnTo>
                    <a:pt x="1836790" y="1112726"/>
                  </a:lnTo>
                  <a:lnTo>
                    <a:pt x="1837416" y="1111915"/>
                  </a:lnTo>
                  <a:lnTo>
                    <a:pt x="1838043" y="1111109"/>
                  </a:lnTo>
                  <a:lnTo>
                    <a:pt x="1838669" y="1110308"/>
                  </a:lnTo>
                  <a:lnTo>
                    <a:pt x="1839296" y="1109539"/>
                  </a:lnTo>
                  <a:lnTo>
                    <a:pt x="1839923" y="1108813"/>
                  </a:lnTo>
                  <a:lnTo>
                    <a:pt x="1840549" y="1108143"/>
                  </a:lnTo>
                  <a:lnTo>
                    <a:pt x="1841176" y="1107516"/>
                  </a:lnTo>
                  <a:lnTo>
                    <a:pt x="1841802" y="1106953"/>
                  </a:lnTo>
                  <a:lnTo>
                    <a:pt x="1842429" y="1106457"/>
                  </a:lnTo>
                  <a:lnTo>
                    <a:pt x="1843055" y="1106028"/>
                  </a:lnTo>
                  <a:lnTo>
                    <a:pt x="1843682" y="1105647"/>
                  </a:lnTo>
                  <a:lnTo>
                    <a:pt x="1844308" y="1105267"/>
                  </a:lnTo>
                  <a:lnTo>
                    <a:pt x="1844935" y="1104876"/>
                  </a:lnTo>
                  <a:lnTo>
                    <a:pt x="1845562" y="1104461"/>
                  </a:lnTo>
                  <a:lnTo>
                    <a:pt x="1846188" y="1104009"/>
                  </a:lnTo>
                  <a:lnTo>
                    <a:pt x="1846815" y="1103524"/>
                  </a:lnTo>
                  <a:lnTo>
                    <a:pt x="1847441" y="1103027"/>
                  </a:lnTo>
                  <a:lnTo>
                    <a:pt x="1848068" y="1102531"/>
                  </a:lnTo>
                  <a:lnTo>
                    <a:pt x="1848694" y="1102032"/>
                  </a:lnTo>
                  <a:lnTo>
                    <a:pt x="1849321" y="1101519"/>
                  </a:lnTo>
                  <a:lnTo>
                    <a:pt x="1849947" y="1100994"/>
                  </a:lnTo>
                  <a:lnTo>
                    <a:pt x="1850574" y="1100469"/>
                  </a:lnTo>
                  <a:lnTo>
                    <a:pt x="1851201" y="1099955"/>
                  </a:lnTo>
                  <a:lnTo>
                    <a:pt x="1851827" y="1099448"/>
                  </a:lnTo>
                  <a:lnTo>
                    <a:pt x="1852454" y="1098967"/>
                  </a:lnTo>
                  <a:lnTo>
                    <a:pt x="1853080" y="1098544"/>
                  </a:lnTo>
                  <a:lnTo>
                    <a:pt x="1853707" y="1098175"/>
                  </a:lnTo>
                  <a:lnTo>
                    <a:pt x="1854333" y="1097876"/>
                  </a:lnTo>
                  <a:lnTo>
                    <a:pt x="1854960" y="1097666"/>
                  </a:lnTo>
                  <a:lnTo>
                    <a:pt x="1855586" y="1097550"/>
                  </a:lnTo>
                  <a:lnTo>
                    <a:pt x="1856213" y="1097529"/>
                  </a:lnTo>
                  <a:lnTo>
                    <a:pt x="1856840" y="1097586"/>
                  </a:lnTo>
                  <a:lnTo>
                    <a:pt x="1857466" y="1097734"/>
                  </a:lnTo>
                  <a:lnTo>
                    <a:pt x="1858093" y="1097983"/>
                  </a:lnTo>
                  <a:lnTo>
                    <a:pt x="1858719" y="1098320"/>
                  </a:lnTo>
                  <a:lnTo>
                    <a:pt x="1859346" y="1098732"/>
                  </a:lnTo>
                  <a:lnTo>
                    <a:pt x="1859972" y="1099203"/>
                  </a:lnTo>
                  <a:lnTo>
                    <a:pt x="1860599" y="1099730"/>
                  </a:lnTo>
                  <a:lnTo>
                    <a:pt x="1861225" y="1100324"/>
                  </a:lnTo>
                  <a:lnTo>
                    <a:pt x="1861852" y="1100991"/>
                  </a:lnTo>
                  <a:lnTo>
                    <a:pt x="1862479" y="1101712"/>
                  </a:lnTo>
                  <a:lnTo>
                    <a:pt x="1863105" y="1102483"/>
                  </a:lnTo>
                  <a:lnTo>
                    <a:pt x="1863732" y="1103278"/>
                  </a:lnTo>
                  <a:lnTo>
                    <a:pt x="1864358" y="1104080"/>
                  </a:lnTo>
                  <a:lnTo>
                    <a:pt x="1864985" y="1104909"/>
                  </a:lnTo>
                  <a:lnTo>
                    <a:pt x="1865611" y="1105777"/>
                  </a:lnTo>
                  <a:lnTo>
                    <a:pt x="1866238" y="1106690"/>
                  </a:lnTo>
                  <a:lnTo>
                    <a:pt x="1866864" y="1107612"/>
                  </a:lnTo>
                  <a:lnTo>
                    <a:pt x="1867491" y="1108526"/>
                  </a:lnTo>
                  <a:lnTo>
                    <a:pt x="1868118" y="1109446"/>
                  </a:lnTo>
                  <a:lnTo>
                    <a:pt x="1868744" y="1110372"/>
                  </a:lnTo>
                  <a:lnTo>
                    <a:pt x="1869371" y="1111304"/>
                  </a:lnTo>
                  <a:lnTo>
                    <a:pt x="1869997" y="1112250"/>
                  </a:lnTo>
                  <a:lnTo>
                    <a:pt x="1870624" y="1113207"/>
                  </a:lnTo>
                  <a:lnTo>
                    <a:pt x="1871250" y="1114147"/>
                  </a:lnTo>
                  <a:lnTo>
                    <a:pt x="1871877" y="1115046"/>
                  </a:lnTo>
                  <a:lnTo>
                    <a:pt x="1872503" y="1115892"/>
                  </a:lnTo>
                  <a:lnTo>
                    <a:pt x="1873130" y="1116696"/>
                  </a:lnTo>
                  <a:lnTo>
                    <a:pt x="1873757" y="1117462"/>
                  </a:lnTo>
                  <a:lnTo>
                    <a:pt x="1874383" y="1118163"/>
                  </a:lnTo>
                  <a:lnTo>
                    <a:pt x="1875010" y="1118783"/>
                  </a:lnTo>
                  <a:lnTo>
                    <a:pt x="1875636" y="1119303"/>
                  </a:lnTo>
                  <a:lnTo>
                    <a:pt x="1876263" y="1119761"/>
                  </a:lnTo>
                  <a:lnTo>
                    <a:pt x="1876889" y="1120173"/>
                  </a:lnTo>
                  <a:lnTo>
                    <a:pt x="1877516" y="1120548"/>
                  </a:lnTo>
                  <a:lnTo>
                    <a:pt x="1878142" y="1120902"/>
                  </a:lnTo>
                  <a:lnTo>
                    <a:pt x="1878769" y="1121227"/>
                  </a:lnTo>
                  <a:lnTo>
                    <a:pt x="1879395" y="1121504"/>
                  </a:lnTo>
                  <a:lnTo>
                    <a:pt x="1880022" y="1121712"/>
                  </a:lnTo>
                  <a:lnTo>
                    <a:pt x="1880649" y="1121858"/>
                  </a:lnTo>
                  <a:lnTo>
                    <a:pt x="1881275" y="1121975"/>
                  </a:lnTo>
                  <a:lnTo>
                    <a:pt x="1881902" y="1122074"/>
                  </a:lnTo>
                  <a:lnTo>
                    <a:pt x="1882528" y="1122153"/>
                  </a:lnTo>
                  <a:lnTo>
                    <a:pt x="1883155" y="1122203"/>
                  </a:lnTo>
                  <a:lnTo>
                    <a:pt x="1883781" y="1122231"/>
                  </a:lnTo>
                  <a:lnTo>
                    <a:pt x="1884408" y="1122218"/>
                  </a:lnTo>
                  <a:lnTo>
                    <a:pt x="1885034" y="1122162"/>
                  </a:lnTo>
                  <a:lnTo>
                    <a:pt x="1885661" y="1122076"/>
                  </a:lnTo>
                  <a:lnTo>
                    <a:pt x="1886288" y="1121939"/>
                  </a:lnTo>
                  <a:lnTo>
                    <a:pt x="1886914" y="1121734"/>
                  </a:lnTo>
                  <a:lnTo>
                    <a:pt x="1887541" y="1121445"/>
                  </a:lnTo>
                  <a:lnTo>
                    <a:pt x="1888167" y="1121080"/>
                  </a:lnTo>
                  <a:lnTo>
                    <a:pt x="1888794" y="1120650"/>
                  </a:lnTo>
                  <a:lnTo>
                    <a:pt x="1889420" y="1120136"/>
                  </a:lnTo>
                  <a:lnTo>
                    <a:pt x="1890047" y="1119513"/>
                  </a:lnTo>
                  <a:lnTo>
                    <a:pt x="1890673" y="1118761"/>
                  </a:lnTo>
                  <a:lnTo>
                    <a:pt x="1891300" y="1117881"/>
                  </a:lnTo>
                  <a:lnTo>
                    <a:pt x="1891927" y="1116893"/>
                  </a:lnTo>
                  <a:lnTo>
                    <a:pt x="1892553" y="1115831"/>
                  </a:lnTo>
                  <a:lnTo>
                    <a:pt x="1893180" y="1114689"/>
                  </a:lnTo>
                  <a:lnTo>
                    <a:pt x="1893806" y="1113497"/>
                  </a:lnTo>
                  <a:lnTo>
                    <a:pt x="1894433" y="1112247"/>
                  </a:lnTo>
                  <a:lnTo>
                    <a:pt x="1895059" y="1110922"/>
                  </a:lnTo>
                  <a:lnTo>
                    <a:pt x="1895686" y="1109516"/>
                  </a:lnTo>
                  <a:lnTo>
                    <a:pt x="1896312" y="1108041"/>
                  </a:lnTo>
                  <a:lnTo>
                    <a:pt x="1896939" y="1106483"/>
                  </a:lnTo>
                  <a:lnTo>
                    <a:pt x="1897566" y="1104809"/>
                  </a:lnTo>
                  <a:lnTo>
                    <a:pt x="1898192" y="1103018"/>
                  </a:lnTo>
                  <a:lnTo>
                    <a:pt x="1898819" y="1101151"/>
                  </a:lnTo>
                  <a:lnTo>
                    <a:pt x="1899445" y="1099242"/>
                  </a:lnTo>
                  <a:lnTo>
                    <a:pt x="1900072" y="1097315"/>
                  </a:lnTo>
                  <a:lnTo>
                    <a:pt x="1900698" y="1095369"/>
                  </a:lnTo>
                  <a:lnTo>
                    <a:pt x="1901325" y="1093408"/>
                  </a:lnTo>
                  <a:lnTo>
                    <a:pt x="1901951" y="1091407"/>
                  </a:lnTo>
                  <a:lnTo>
                    <a:pt x="1902578" y="1089364"/>
                  </a:lnTo>
                  <a:lnTo>
                    <a:pt x="1903205" y="1087281"/>
                  </a:lnTo>
                  <a:lnTo>
                    <a:pt x="1903831" y="1085186"/>
                  </a:lnTo>
                  <a:lnTo>
                    <a:pt x="1904458" y="1083098"/>
                  </a:lnTo>
                  <a:lnTo>
                    <a:pt x="1905084" y="1081049"/>
                  </a:lnTo>
                  <a:lnTo>
                    <a:pt x="1905711" y="1079032"/>
                  </a:lnTo>
                  <a:lnTo>
                    <a:pt x="1906337" y="1077069"/>
                  </a:lnTo>
                  <a:lnTo>
                    <a:pt x="1906964" y="1075203"/>
                  </a:lnTo>
                  <a:lnTo>
                    <a:pt x="1907590" y="1073444"/>
                  </a:lnTo>
                  <a:lnTo>
                    <a:pt x="1908217" y="1071785"/>
                  </a:lnTo>
                  <a:lnTo>
                    <a:pt x="1908844" y="1070214"/>
                  </a:lnTo>
                  <a:lnTo>
                    <a:pt x="1909470" y="1068721"/>
                  </a:lnTo>
                  <a:lnTo>
                    <a:pt x="1910097" y="1067310"/>
                  </a:lnTo>
                  <a:lnTo>
                    <a:pt x="1910723" y="1065986"/>
                  </a:lnTo>
                  <a:lnTo>
                    <a:pt x="1911350" y="1064754"/>
                  </a:lnTo>
                  <a:lnTo>
                    <a:pt x="1911976" y="1063632"/>
                  </a:lnTo>
                  <a:lnTo>
                    <a:pt x="1912603" y="1062608"/>
                  </a:lnTo>
                  <a:lnTo>
                    <a:pt x="1913229" y="1061651"/>
                  </a:lnTo>
                  <a:lnTo>
                    <a:pt x="1913856" y="1060730"/>
                  </a:lnTo>
                  <a:lnTo>
                    <a:pt x="1914483" y="1059841"/>
                  </a:lnTo>
                  <a:lnTo>
                    <a:pt x="1915109" y="1058965"/>
                  </a:lnTo>
                  <a:lnTo>
                    <a:pt x="1915736" y="1058084"/>
                  </a:lnTo>
                  <a:lnTo>
                    <a:pt x="1916362" y="1057219"/>
                  </a:lnTo>
                  <a:lnTo>
                    <a:pt x="1916989" y="1056361"/>
                  </a:lnTo>
                  <a:lnTo>
                    <a:pt x="1917615" y="1055496"/>
                  </a:lnTo>
                  <a:lnTo>
                    <a:pt x="1918242" y="1054620"/>
                  </a:lnTo>
                  <a:lnTo>
                    <a:pt x="1918868" y="1053742"/>
                  </a:lnTo>
                  <a:lnTo>
                    <a:pt x="1919495" y="1052868"/>
                  </a:lnTo>
                  <a:lnTo>
                    <a:pt x="1920122" y="1051982"/>
                  </a:lnTo>
                  <a:lnTo>
                    <a:pt x="1920748" y="1051088"/>
                  </a:lnTo>
                  <a:lnTo>
                    <a:pt x="1921375" y="1050201"/>
                  </a:lnTo>
                  <a:lnTo>
                    <a:pt x="1922001" y="1049355"/>
                  </a:lnTo>
                  <a:lnTo>
                    <a:pt x="1922628" y="1048593"/>
                  </a:lnTo>
                  <a:lnTo>
                    <a:pt x="1923254" y="1047933"/>
                  </a:lnTo>
                  <a:lnTo>
                    <a:pt x="1923881" y="1047362"/>
                  </a:lnTo>
                  <a:lnTo>
                    <a:pt x="1924507" y="1046875"/>
                  </a:lnTo>
                  <a:lnTo>
                    <a:pt x="1925134" y="1046483"/>
                  </a:lnTo>
                  <a:lnTo>
                    <a:pt x="1925761" y="1046176"/>
                  </a:lnTo>
                  <a:lnTo>
                    <a:pt x="1926387" y="1045969"/>
                  </a:lnTo>
                  <a:lnTo>
                    <a:pt x="1927014" y="1045872"/>
                  </a:lnTo>
                  <a:lnTo>
                    <a:pt x="1927640" y="1045908"/>
                  </a:lnTo>
                  <a:lnTo>
                    <a:pt x="1928267" y="1046071"/>
                  </a:lnTo>
                  <a:lnTo>
                    <a:pt x="1928893" y="1046342"/>
                  </a:lnTo>
                  <a:lnTo>
                    <a:pt x="1929520" y="1046739"/>
                  </a:lnTo>
                  <a:lnTo>
                    <a:pt x="1930146" y="1047243"/>
                  </a:lnTo>
                  <a:lnTo>
                    <a:pt x="1930773" y="1047825"/>
                  </a:lnTo>
                  <a:lnTo>
                    <a:pt x="1931400" y="1048450"/>
                  </a:lnTo>
                  <a:lnTo>
                    <a:pt x="1932026" y="1049083"/>
                  </a:lnTo>
                  <a:lnTo>
                    <a:pt x="1932653" y="1049700"/>
                  </a:lnTo>
                  <a:lnTo>
                    <a:pt x="1933279" y="1050301"/>
                  </a:lnTo>
                  <a:lnTo>
                    <a:pt x="1933906" y="1050913"/>
                  </a:lnTo>
                  <a:lnTo>
                    <a:pt x="1934532" y="1051556"/>
                  </a:lnTo>
                  <a:lnTo>
                    <a:pt x="1935159" y="1052249"/>
                  </a:lnTo>
                  <a:lnTo>
                    <a:pt x="1935785" y="1052989"/>
                  </a:lnTo>
                  <a:lnTo>
                    <a:pt x="1936412" y="1053766"/>
                  </a:lnTo>
                  <a:lnTo>
                    <a:pt x="1937039" y="1054547"/>
                  </a:lnTo>
                  <a:lnTo>
                    <a:pt x="1937665" y="1055316"/>
                  </a:lnTo>
                  <a:lnTo>
                    <a:pt x="1938292" y="1056084"/>
                  </a:lnTo>
                  <a:lnTo>
                    <a:pt x="1938918" y="1056823"/>
                  </a:lnTo>
                  <a:lnTo>
                    <a:pt x="1939545" y="1057546"/>
                  </a:lnTo>
                  <a:lnTo>
                    <a:pt x="1940171" y="1058252"/>
                  </a:lnTo>
                  <a:lnTo>
                    <a:pt x="1940798" y="1058944"/>
                  </a:lnTo>
                  <a:lnTo>
                    <a:pt x="1941424" y="1059635"/>
                  </a:lnTo>
                  <a:lnTo>
                    <a:pt x="1942051" y="1060327"/>
                  </a:lnTo>
                  <a:lnTo>
                    <a:pt x="1942678" y="1061017"/>
                  </a:lnTo>
                  <a:lnTo>
                    <a:pt x="1943304" y="1061678"/>
                  </a:lnTo>
                  <a:lnTo>
                    <a:pt x="1943931" y="1062276"/>
                  </a:lnTo>
                  <a:lnTo>
                    <a:pt x="1944557" y="1062802"/>
                  </a:lnTo>
                  <a:lnTo>
                    <a:pt x="1945184" y="1063246"/>
                  </a:lnTo>
                  <a:lnTo>
                    <a:pt x="1945810" y="1063625"/>
                  </a:lnTo>
                  <a:lnTo>
                    <a:pt x="1946437" y="1063932"/>
                  </a:lnTo>
                  <a:lnTo>
                    <a:pt x="1947063" y="1064204"/>
                  </a:lnTo>
                  <a:lnTo>
                    <a:pt x="1947690" y="1064459"/>
                  </a:lnTo>
                  <a:lnTo>
                    <a:pt x="1948317" y="1064675"/>
                  </a:lnTo>
                  <a:lnTo>
                    <a:pt x="1948943" y="1064853"/>
                  </a:lnTo>
                  <a:lnTo>
                    <a:pt x="1949570" y="1065000"/>
                  </a:lnTo>
                  <a:lnTo>
                    <a:pt x="1950196" y="1065126"/>
                  </a:lnTo>
                  <a:lnTo>
                    <a:pt x="1950823" y="1065218"/>
                  </a:lnTo>
                  <a:lnTo>
                    <a:pt x="1951449" y="1065270"/>
                  </a:lnTo>
                  <a:lnTo>
                    <a:pt x="1952076" y="1065302"/>
                  </a:lnTo>
                  <a:lnTo>
                    <a:pt x="1952702" y="1065339"/>
                  </a:lnTo>
                  <a:lnTo>
                    <a:pt x="1953329" y="1065410"/>
                  </a:lnTo>
                  <a:lnTo>
                    <a:pt x="1953956" y="1065507"/>
                  </a:lnTo>
                  <a:lnTo>
                    <a:pt x="1954582" y="1065627"/>
                  </a:lnTo>
                  <a:lnTo>
                    <a:pt x="1955209" y="1065770"/>
                  </a:lnTo>
                  <a:lnTo>
                    <a:pt x="1955835" y="1065946"/>
                  </a:lnTo>
                  <a:lnTo>
                    <a:pt x="1956462" y="1066126"/>
                  </a:lnTo>
                  <a:lnTo>
                    <a:pt x="1957088" y="1066284"/>
                  </a:lnTo>
                  <a:lnTo>
                    <a:pt x="1957715" y="1066433"/>
                  </a:lnTo>
                  <a:lnTo>
                    <a:pt x="1958341" y="1066572"/>
                  </a:lnTo>
                  <a:lnTo>
                    <a:pt x="1958968" y="1066684"/>
                  </a:lnTo>
                  <a:lnTo>
                    <a:pt x="1959595" y="1066766"/>
                  </a:lnTo>
                  <a:lnTo>
                    <a:pt x="1960221" y="1066837"/>
                  </a:lnTo>
                  <a:lnTo>
                    <a:pt x="1960848" y="1066921"/>
                  </a:lnTo>
                  <a:lnTo>
                    <a:pt x="1961474" y="1066994"/>
                  </a:lnTo>
                  <a:lnTo>
                    <a:pt x="1962101" y="1067059"/>
                  </a:lnTo>
                  <a:lnTo>
                    <a:pt x="1962727" y="1067097"/>
                  </a:lnTo>
                  <a:lnTo>
                    <a:pt x="1963354" y="1067106"/>
                  </a:lnTo>
                  <a:lnTo>
                    <a:pt x="1963980" y="1067090"/>
                  </a:lnTo>
                  <a:lnTo>
                    <a:pt x="1964607" y="1067048"/>
                  </a:lnTo>
                  <a:lnTo>
                    <a:pt x="1965234" y="1066978"/>
                  </a:lnTo>
                  <a:lnTo>
                    <a:pt x="1965860" y="1066871"/>
                  </a:lnTo>
                  <a:lnTo>
                    <a:pt x="1966487" y="1066728"/>
                  </a:lnTo>
                  <a:lnTo>
                    <a:pt x="1967113" y="1066523"/>
                  </a:lnTo>
                  <a:lnTo>
                    <a:pt x="1967740" y="1066247"/>
                  </a:lnTo>
                  <a:lnTo>
                    <a:pt x="1968366" y="1065930"/>
                  </a:lnTo>
                  <a:lnTo>
                    <a:pt x="1968993" y="1065572"/>
                  </a:lnTo>
                  <a:lnTo>
                    <a:pt x="1969619" y="1065190"/>
                  </a:lnTo>
                  <a:lnTo>
                    <a:pt x="1970246" y="1064780"/>
                  </a:lnTo>
                  <a:lnTo>
                    <a:pt x="1970873" y="1064365"/>
                  </a:lnTo>
                  <a:lnTo>
                    <a:pt x="1971499" y="1063934"/>
                  </a:lnTo>
                  <a:lnTo>
                    <a:pt x="1972126" y="1063491"/>
                  </a:lnTo>
                  <a:lnTo>
                    <a:pt x="1972752" y="1063033"/>
                  </a:lnTo>
                  <a:lnTo>
                    <a:pt x="1973379" y="1062528"/>
                  </a:lnTo>
                  <a:lnTo>
                    <a:pt x="1974005" y="1061974"/>
                  </a:lnTo>
                  <a:lnTo>
                    <a:pt x="1974632" y="1061365"/>
                  </a:lnTo>
                  <a:lnTo>
                    <a:pt x="1975258" y="1060731"/>
                  </a:lnTo>
                  <a:lnTo>
                    <a:pt x="1975885" y="1060091"/>
                  </a:lnTo>
                  <a:lnTo>
                    <a:pt x="1976512" y="1059462"/>
                  </a:lnTo>
                  <a:lnTo>
                    <a:pt x="1977138" y="1058846"/>
                  </a:lnTo>
                  <a:lnTo>
                    <a:pt x="1977765" y="1058243"/>
                  </a:lnTo>
                  <a:lnTo>
                    <a:pt x="1978391" y="1057652"/>
                  </a:lnTo>
                  <a:lnTo>
                    <a:pt x="1979018" y="1057040"/>
                  </a:lnTo>
                  <a:lnTo>
                    <a:pt x="1979644" y="1056360"/>
                  </a:lnTo>
                  <a:lnTo>
                    <a:pt x="1980271" y="1055608"/>
                  </a:lnTo>
                  <a:lnTo>
                    <a:pt x="1980897" y="1054784"/>
                  </a:lnTo>
                  <a:lnTo>
                    <a:pt x="1981524" y="1053889"/>
                  </a:lnTo>
                  <a:lnTo>
                    <a:pt x="1982151" y="1052914"/>
                  </a:lnTo>
                  <a:lnTo>
                    <a:pt x="1982777" y="1051888"/>
                  </a:lnTo>
                  <a:lnTo>
                    <a:pt x="1983404" y="1050812"/>
                  </a:lnTo>
                  <a:lnTo>
                    <a:pt x="1984030" y="1049681"/>
                  </a:lnTo>
                  <a:lnTo>
                    <a:pt x="1984657" y="1048462"/>
                  </a:lnTo>
                  <a:lnTo>
                    <a:pt x="1985283" y="1047121"/>
                  </a:lnTo>
                  <a:lnTo>
                    <a:pt x="1985910" y="1045648"/>
                  </a:lnTo>
                  <a:lnTo>
                    <a:pt x="1986536" y="1044050"/>
                  </a:lnTo>
                  <a:lnTo>
                    <a:pt x="1987163" y="1042327"/>
                  </a:lnTo>
                  <a:lnTo>
                    <a:pt x="1987790" y="1040475"/>
                  </a:lnTo>
                  <a:lnTo>
                    <a:pt x="1988416" y="1038502"/>
                  </a:lnTo>
                  <a:lnTo>
                    <a:pt x="1989043" y="1036461"/>
                  </a:lnTo>
                  <a:lnTo>
                    <a:pt x="1989669" y="1034363"/>
                  </a:lnTo>
                  <a:lnTo>
                    <a:pt x="1990296" y="1032204"/>
                  </a:lnTo>
                  <a:lnTo>
                    <a:pt x="1990922" y="1029998"/>
                  </a:lnTo>
                  <a:lnTo>
                    <a:pt x="1991549" y="1027769"/>
                  </a:lnTo>
                  <a:lnTo>
                    <a:pt x="1992175" y="1025515"/>
                  </a:lnTo>
                  <a:lnTo>
                    <a:pt x="1992802" y="1023261"/>
                  </a:lnTo>
                  <a:lnTo>
                    <a:pt x="1993429" y="1021036"/>
                  </a:lnTo>
                  <a:lnTo>
                    <a:pt x="1994055" y="1018852"/>
                  </a:lnTo>
                  <a:lnTo>
                    <a:pt x="1994682" y="1016745"/>
                  </a:lnTo>
                  <a:lnTo>
                    <a:pt x="1995308" y="1014737"/>
                  </a:lnTo>
                  <a:lnTo>
                    <a:pt x="1995935" y="1012824"/>
                  </a:lnTo>
                  <a:lnTo>
                    <a:pt x="1996561" y="1011008"/>
                  </a:lnTo>
                  <a:lnTo>
                    <a:pt x="1997188" y="1009293"/>
                  </a:lnTo>
                  <a:lnTo>
                    <a:pt x="1997814" y="1007677"/>
                  </a:lnTo>
                  <a:lnTo>
                    <a:pt x="1998441" y="1006144"/>
                  </a:lnTo>
                  <a:lnTo>
                    <a:pt x="1999068" y="1004701"/>
                  </a:lnTo>
                  <a:lnTo>
                    <a:pt x="1999694" y="1003356"/>
                  </a:lnTo>
                  <a:lnTo>
                    <a:pt x="2000321" y="1002100"/>
                  </a:lnTo>
                  <a:lnTo>
                    <a:pt x="2000947" y="1000936"/>
                  </a:lnTo>
                  <a:lnTo>
                    <a:pt x="2001574" y="999857"/>
                  </a:lnTo>
                  <a:lnTo>
                    <a:pt x="2002200" y="998831"/>
                  </a:lnTo>
                  <a:lnTo>
                    <a:pt x="2002827" y="997835"/>
                  </a:lnTo>
                  <a:lnTo>
                    <a:pt x="2003453" y="996870"/>
                  </a:lnTo>
                  <a:lnTo>
                    <a:pt x="2004080" y="995928"/>
                  </a:lnTo>
                  <a:lnTo>
                    <a:pt x="2004707" y="995010"/>
                  </a:lnTo>
                  <a:lnTo>
                    <a:pt x="2005333" y="994148"/>
                  </a:lnTo>
                  <a:lnTo>
                    <a:pt x="2005960" y="993370"/>
                  </a:lnTo>
                  <a:lnTo>
                    <a:pt x="2006586" y="992675"/>
                  </a:lnTo>
                  <a:lnTo>
                    <a:pt x="2007213" y="992060"/>
                  </a:lnTo>
                  <a:lnTo>
                    <a:pt x="2007839" y="991531"/>
                  </a:lnTo>
                  <a:lnTo>
                    <a:pt x="2008466" y="991086"/>
                  </a:lnTo>
                  <a:lnTo>
                    <a:pt x="2009092" y="990743"/>
                  </a:lnTo>
                  <a:lnTo>
                    <a:pt x="2009719" y="990487"/>
                  </a:lnTo>
                  <a:lnTo>
                    <a:pt x="2010346" y="990318"/>
                  </a:lnTo>
                  <a:lnTo>
                    <a:pt x="2010972" y="990255"/>
                  </a:lnTo>
                  <a:lnTo>
                    <a:pt x="2011599" y="990350"/>
                  </a:lnTo>
                  <a:lnTo>
                    <a:pt x="2012225" y="990621"/>
                  </a:lnTo>
                  <a:lnTo>
                    <a:pt x="2012852" y="991073"/>
                  </a:lnTo>
                  <a:lnTo>
                    <a:pt x="2013478" y="991723"/>
                  </a:lnTo>
                  <a:lnTo>
                    <a:pt x="2014105" y="992586"/>
                  </a:lnTo>
                  <a:lnTo>
                    <a:pt x="2014731" y="993648"/>
                  </a:lnTo>
                  <a:lnTo>
                    <a:pt x="2015358" y="994892"/>
                  </a:lnTo>
                  <a:lnTo>
                    <a:pt x="2015985" y="996311"/>
                  </a:lnTo>
                  <a:lnTo>
                    <a:pt x="2016611" y="997912"/>
                  </a:lnTo>
                  <a:lnTo>
                    <a:pt x="2017238" y="999693"/>
                  </a:lnTo>
                  <a:lnTo>
                    <a:pt x="2017864" y="1001651"/>
                  </a:lnTo>
                  <a:lnTo>
                    <a:pt x="2018491" y="1003765"/>
                  </a:lnTo>
                  <a:lnTo>
                    <a:pt x="2019117" y="1006035"/>
                  </a:lnTo>
                  <a:lnTo>
                    <a:pt x="2019744" y="1008472"/>
                  </a:lnTo>
                  <a:lnTo>
                    <a:pt x="2020370" y="1011075"/>
                  </a:lnTo>
                  <a:lnTo>
                    <a:pt x="2020997" y="1013813"/>
                  </a:lnTo>
                  <a:lnTo>
                    <a:pt x="2021624" y="1016687"/>
                  </a:lnTo>
                  <a:lnTo>
                    <a:pt x="2022250" y="1019686"/>
                  </a:lnTo>
                  <a:lnTo>
                    <a:pt x="2022877" y="1022802"/>
                  </a:lnTo>
                  <a:lnTo>
                    <a:pt x="2023503" y="1025980"/>
                  </a:lnTo>
                  <a:lnTo>
                    <a:pt x="2024130" y="1029197"/>
                  </a:lnTo>
                  <a:lnTo>
                    <a:pt x="2024756" y="1032403"/>
                  </a:lnTo>
                  <a:lnTo>
                    <a:pt x="2025383" y="1035594"/>
                  </a:lnTo>
                  <a:lnTo>
                    <a:pt x="2026009" y="1038749"/>
                  </a:lnTo>
                  <a:lnTo>
                    <a:pt x="2026636" y="1041831"/>
                  </a:lnTo>
                  <a:lnTo>
                    <a:pt x="2027263" y="1044835"/>
                  </a:lnTo>
                  <a:lnTo>
                    <a:pt x="2027889" y="1047764"/>
                  </a:lnTo>
                  <a:lnTo>
                    <a:pt x="2028516" y="1050613"/>
                  </a:lnTo>
                  <a:lnTo>
                    <a:pt x="2029142" y="1053366"/>
                  </a:lnTo>
                  <a:lnTo>
                    <a:pt x="2029769" y="1055994"/>
                  </a:lnTo>
                  <a:lnTo>
                    <a:pt x="2030395" y="1058478"/>
                  </a:lnTo>
                  <a:lnTo>
                    <a:pt x="2031022" y="1060780"/>
                  </a:lnTo>
                  <a:lnTo>
                    <a:pt x="2031648" y="1062899"/>
                  </a:lnTo>
                  <a:lnTo>
                    <a:pt x="2032275" y="1064811"/>
                  </a:lnTo>
                  <a:lnTo>
                    <a:pt x="2032902" y="1066522"/>
                  </a:lnTo>
                  <a:lnTo>
                    <a:pt x="2033528" y="1068016"/>
                  </a:lnTo>
                  <a:lnTo>
                    <a:pt x="2034155" y="1069317"/>
                  </a:lnTo>
                  <a:lnTo>
                    <a:pt x="2034781" y="1070425"/>
                  </a:lnTo>
                  <a:lnTo>
                    <a:pt x="2035408" y="1071338"/>
                  </a:lnTo>
                  <a:lnTo>
                    <a:pt x="2036034" y="1072107"/>
                  </a:lnTo>
                  <a:lnTo>
                    <a:pt x="2036661" y="1072725"/>
                  </a:lnTo>
                  <a:lnTo>
                    <a:pt x="2037287" y="1073193"/>
                  </a:lnTo>
                  <a:lnTo>
                    <a:pt x="2037914" y="1073487"/>
                  </a:lnTo>
                  <a:lnTo>
                    <a:pt x="2038541" y="1073599"/>
                  </a:lnTo>
                  <a:lnTo>
                    <a:pt x="2039167" y="1073542"/>
                  </a:lnTo>
                  <a:lnTo>
                    <a:pt x="2039794" y="1073308"/>
                  </a:lnTo>
                  <a:lnTo>
                    <a:pt x="2040420" y="1072905"/>
                  </a:lnTo>
                  <a:lnTo>
                    <a:pt x="2041047" y="1072334"/>
                  </a:lnTo>
                  <a:lnTo>
                    <a:pt x="2041673" y="1071614"/>
                  </a:lnTo>
                  <a:lnTo>
                    <a:pt x="2042300" y="1070779"/>
                  </a:lnTo>
                  <a:lnTo>
                    <a:pt x="2042926" y="1069845"/>
                  </a:lnTo>
                  <a:lnTo>
                    <a:pt x="2043553" y="1068812"/>
                  </a:lnTo>
                  <a:lnTo>
                    <a:pt x="2044180" y="1067672"/>
                  </a:lnTo>
                  <a:lnTo>
                    <a:pt x="2044806" y="1066438"/>
                  </a:lnTo>
                  <a:lnTo>
                    <a:pt x="2045433" y="1065080"/>
                  </a:lnTo>
                  <a:lnTo>
                    <a:pt x="2046059" y="1063611"/>
                  </a:lnTo>
                  <a:lnTo>
                    <a:pt x="2046686" y="1062030"/>
                  </a:lnTo>
                  <a:lnTo>
                    <a:pt x="2047312" y="1060353"/>
                  </a:lnTo>
                  <a:lnTo>
                    <a:pt x="2047939" y="1058595"/>
                  </a:lnTo>
                  <a:lnTo>
                    <a:pt x="2048565" y="1056787"/>
                  </a:lnTo>
                  <a:lnTo>
                    <a:pt x="2049192" y="1054942"/>
                  </a:lnTo>
                  <a:lnTo>
                    <a:pt x="2049819" y="1053062"/>
                  </a:lnTo>
                  <a:lnTo>
                    <a:pt x="2050445" y="1051150"/>
                  </a:lnTo>
                  <a:lnTo>
                    <a:pt x="2051072" y="1049217"/>
                  </a:lnTo>
                  <a:lnTo>
                    <a:pt x="2051698" y="1047224"/>
                  </a:lnTo>
                  <a:lnTo>
                    <a:pt x="2052325" y="1045160"/>
                  </a:lnTo>
                  <a:lnTo>
                    <a:pt x="2052951" y="1043019"/>
                  </a:lnTo>
                  <a:lnTo>
                    <a:pt x="2053578" y="1040784"/>
                  </a:lnTo>
                  <a:lnTo>
                    <a:pt x="2054204" y="1038459"/>
                  </a:lnTo>
                  <a:lnTo>
                    <a:pt x="2054831" y="1036041"/>
                  </a:lnTo>
                  <a:lnTo>
                    <a:pt x="2055458" y="1033555"/>
                  </a:lnTo>
                  <a:lnTo>
                    <a:pt x="2056084" y="1031003"/>
                  </a:lnTo>
                  <a:lnTo>
                    <a:pt x="2056711" y="1028411"/>
                  </a:lnTo>
                  <a:lnTo>
                    <a:pt x="2057337" y="1025777"/>
                  </a:lnTo>
                  <a:lnTo>
                    <a:pt x="2057964" y="1023125"/>
                  </a:lnTo>
                  <a:lnTo>
                    <a:pt x="2058590" y="1020490"/>
                  </a:lnTo>
                  <a:lnTo>
                    <a:pt x="2059217" y="1017875"/>
                  </a:lnTo>
                  <a:lnTo>
                    <a:pt x="2059843" y="1015276"/>
                  </a:lnTo>
                  <a:lnTo>
                    <a:pt x="2060470" y="1012700"/>
                  </a:lnTo>
                  <a:lnTo>
                    <a:pt x="2061097" y="1010159"/>
                  </a:lnTo>
                  <a:lnTo>
                    <a:pt x="2061723" y="1007688"/>
                  </a:lnTo>
                  <a:lnTo>
                    <a:pt x="2062350" y="1005307"/>
                  </a:lnTo>
                  <a:lnTo>
                    <a:pt x="2062976" y="1003056"/>
                  </a:lnTo>
                  <a:lnTo>
                    <a:pt x="2063603" y="1000935"/>
                  </a:lnTo>
                  <a:lnTo>
                    <a:pt x="2064229" y="998951"/>
                  </a:lnTo>
                  <a:lnTo>
                    <a:pt x="2064856" y="997101"/>
                  </a:lnTo>
                  <a:lnTo>
                    <a:pt x="2065482" y="995410"/>
                  </a:lnTo>
                  <a:lnTo>
                    <a:pt x="2066109" y="993876"/>
                  </a:lnTo>
                  <a:lnTo>
                    <a:pt x="2066736" y="992502"/>
                  </a:lnTo>
                  <a:lnTo>
                    <a:pt x="2067362" y="991286"/>
                  </a:lnTo>
                  <a:lnTo>
                    <a:pt x="2067989" y="990180"/>
                  </a:lnTo>
                  <a:lnTo>
                    <a:pt x="2068615" y="989184"/>
                  </a:lnTo>
                  <a:lnTo>
                    <a:pt x="2069242" y="988300"/>
                  </a:lnTo>
                  <a:lnTo>
                    <a:pt x="2069868" y="987527"/>
                  </a:lnTo>
                  <a:lnTo>
                    <a:pt x="2070495" y="986880"/>
                  </a:lnTo>
                  <a:lnTo>
                    <a:pt x="2071121" y="986347"/>
                  </a:lnTo>
                  <a:lnTo>
                    <a:pt x="2071748" y="985925"/>
                  </a:lnTo>
                  <a:lnTo>
                    <a:pt x="2072375" y="985603"/>
                  </a:lnTo>
                  <a:lnTo>
                    <a:pt x="2073001" y="985378"/>
                  </a:lnTo>
                  <a:lnTo>
                    <a:pt x="2073628" y="985244"/>
                  </a:lnTo>
                  <a:lnTo>
                    <a:pt x="2074254" y="985167"/>
                  </a:lnTo>
                  <a:lnTo>
                    <a:pt x="2074881" y="985128"/>
                  </a:lnTo>
                  <a:lnTo>
                    <a:pt x="2075507" y="985114"/>
                  </a:lnTo>
                  <a:lnTo>
                    <a:pt x="2076134" y="985113"/>
                  </a:lnTo>
                  <a:lnTo>
                    <a:pt x="2076760" y="985099"/>
                  </a:lnTo>
                  <a:lnTo>
                    <a:pt x="2077387" y="985089"/>
                  </a:lnTo>
                  <a:lnTo>
                    <a:pt x="2078014" y="985070"/>
                  </a:lnTo>
                  <a:lnTo>
                    <a:pt x="2078640" y="985042"/>
                  </a:lnTo>
                  <a:lnTo>
                    <a:pt x="2079267" y="985006"/>
                  </a:lnTo>
                  <a:lnTo>
                    <a:pt x="2079893" y="984947"/>
                  </a:lnTo>
                  <a:lnTo>
                    <a:pt x="2080520" y="984826"/>
                  </a:lnTo>
                  <a:lnTo>
                    <a:pt x="2081146" y="984641"/>
                  </a:lnTo>
                  <a:lnTo>
                    <a:pt x="2081773" y="984390"/>
                  </a:lnTo>
                  <a:lnTo>
                    <a:pt x="2082399" y="984078"/>
                  </a:lnTo>
                  <a:lnTo>
                    <a:pt x="2083026" y="983688"/>
                  </a:lnTo>
                  <a:lnTo>
                    <a:pt x="2083653" y="983249"/>
                  </a:lnTo>
                  <a:lnTo>
                    <a:pt x="2084279" y="982763"/>
                  </a:lnTo>
                  <a:lnTo>
                    <a:pt x="2084906" y="982236"/>
                  </a:lnTo>
                  <a:lnTo>
                    <a:pt x="2085532" y="981669"/>
                  </a:lnTo>
                  <a:lnTo>
                    <a:pt x="2086159" y="981091"/>
                  </a:lnTo>
                  <a:lnTo>
                    <a:pt x="2086785" y="980532"/>
                  </a:lnTo>
                  <a:lnTo>
                    <a:pt x="2087412" y="980010"/>
                  </a:lnTo>
                  <a:lnTo>
                    <a:pt x="2088038" y="979528"/>
                  </a:lnTo>
                  <a:lnTo>
                    <a:pt x="2088665" y="979110"/>
                  </a:lnTo>
                  <a:lnTo>
                    <a:pt x="2089292" y="978785"/>
                  </a:lnTo>
                  <a:lnTo>
                    <a:pt x="2089918" y="978557"/>
                  </a:lnTo>
                  <a:lnTo>
                    <a:pt x="2090545" y="978429"/>
                  </a:lnTo>
                  <a:lnTo>
                    <a:pt x="2091171" y="978407"/>
                  </a:lnTo>
                  <a:lnTo>
                    <a:pt x="2091798" y="978490"/>
                  </a:lnTo>
                  <a:lnTo>
                    <a:pt x="2092424" y="978715"/>
                  </a:lnTo>
                  <a:lnTo>
                    <a:pt x="2093051" y="979082"/>
                  </a:lnTo>
                  <a:lnTo>
                    <a:pt x="2093677" y="979605"/>
                  </a:lnTo>
                  <a:lnTo>
                    <a:pt x="2094304" y="980283"/>
                  </a:lnTo>
                  <a:lnTo>
                    <a:pt x="2094931" y="981124"/>
                  </a:lnTo>
                  <a:lnTo>
                    <a:pt x="2095557" y="982129"/>
                  </a:lnTo>
                  <a:lnTo>
                    <a:pt x="2096184" y="983300"/>
                  </a:lnTo>
                  <a:lnTo>
                    <a:pt x="2096810" y="984636"/>
                  </a:lnTo>
                  <a:lnTo>
                    <a:pt x="2097437" y="986140"/>
                  </a:lnTo>
                  <a:lnTo>
                    <a:pt x="2098063" y="987810"/>
                  </a:lnTo>
                  <a:lnTo>
                    <a:pt x="2098690" y="989622"/>
                  </a:lnTo>
                  <a:lnTo>
                    <a:pt x="2099316" y="991585"/>
                  </a:lnTo>
                  <a:lnTo>
                    <a:pt x="2099943" y="993695"/>
                  </a:lnTo>
                  <a:lnTo>
                    <a:pt x="2100570" y="995961"/>
                  </a:lnTo>
                  <a:lnTo>
                    <a:pt x="2101196" y="998376"/>
                  </a:lnTo>
                  <a:lnTo>
                    <a:pt x="2101823" y="1000922"/>
                  </a:lnTo>
                  <a:lnTo>
                    <a:pt x="2102449" y="1003607"/>
                  </a:lnTo>
                  <a:lnTo>
                    <a:pt x="2103076" y="1006422"/>
                  </a:lnTo>
                  <a:lnTo>
                    <a:pt x="2103702" y="1009371"/>
                  </a:lnTo>
                  <a:lnTo>
                    <a:pt x="2104329" y="1012452"/>
                  </a:lnTo>
                  <a:lnTo>
                    <a:pt x="2104955" y="1015674"/>
                  </a:lnTo>
                  <a:lnTo>
                    <a:pt x="2105582" y="1019025"/>
                  </a:lnTo>
                  <a:lnTo>
                    <a:pt x="2106209" y="1022460"/>
                  </a:lnTo>
                  <a:lnTo>
                    <a:pt x="2106835" y="1025960"/>
                  </a:lnTo>
                  <a:lnTo>
                    <a:pt x="2107462" y="1029509"/>
                  </a:lnTo>
                  <a:lnTo>
                    <a:pt x="2108088" y="1033091"/>
                  </a:lnTo>
                  <a:lnTo>
                    <a:pt x="2108715" y="1036684"/>
                  </a:lnTo>
                  <a:lnTo>
                    <a:pt x="2109341" y="1040284"/>
                  </a:lnTo>
                  <a:lnTo>
                    <a:pt x="2109968" y="1043891"/>
                  </a:lnTo>
                  <a:lnTo>
                    <a:pt x="2110594" y="1047504"/>
                  </a:lnTo>
                  <a:lnTo>
                    <a:pt x="2111221" y="1051090"/>
                  </a:lnTo>
                  <a:lnTo>
                    <a:pt x="2111848" y="1054642"/>
                  </a:lnTo>
                  <a:lnTo>
                    <a:pt x="2112474" y="1058157"/>
                  </a:lnTo>
                  <a:lnTo>
                    <a:pt x="2113101" y="1061634"/>
                  </a:lnTo>
                  <a:lnTo>
                    <a:pt x="2113727" y="1065038"/>
                  </a:lnTo>
                  <a:lnTo>
                    <a:pt x="2114354" y="1068330"/>
                  </a:lnTo>
                  <a:lnTo>
                    <a:pt x="2114980" y="1071506"/>
                  </a:lnTo>
                  <a:lnTo>
                    <a:pt x="2115607" y="1074583"/>
                  </a:lnTo>
                  <a:lnTo>
                    <a:pt x="2116233" y="1077587"/>
                  </a:lnTo>
                  <a:lnTo>
                    <a:pt x="2116860" y="1080513"/>
                  </a:lnTo>
                  <a:lnTo>
                    <a:pt x="2117486" y="1083381"/>
                  </a:lnTo>
                  <a:lnTo>
                    <a:pt x="2118113" y="1086186"/>
                  </a:lnTo>
                  <a:lnTo>
                    <a:pt x="2118740" y="1088906"/>
                  </a:lnTo>
                  <a:lnTo>
                    <a:pt x="2119366" y="1091519"/>
                  </a:lnTo>
                  <a:lnTo>
                    <a:pt x="2119993" y="1094021"/>
                  </a:lnTo>
                  <a:lnTo>
                    <a:pt x="2120619" y="1096384"/>
                  </a:lnTo>
                  <a:lnTo>
                    <a:pt x="2121246" y="1098568"/>
                  </a:lnTo>
                  <a:lnTo>
                    <a:pt x="2121872" y="1100571"/>
                  </a:lnTo>
                  <a:lnTo>
                    <a:pt x="2122499" y="1102390"/>
                  </a:lnTo>
                  <a:lnTo>
                    <a:pt x="2123125" y="1104041"/>
                  </a:lnTo>
                  <a:lnTo>
                    <a:pt x="2123752" y="1105564"/>
                  </a:lnTo>
                  <a:lnTo>
                    <a:pt x="2124379" y="1106938"/>
                  </a:lnTo>
                  <a:lnTo>
                    <a:pt x="2125005" y="1108170"/>
                  </a:lnTo>
                  <a:lnTo>
                    <a:pt x="2125632" y="1109241"/>
                  </a:lnTo>
                  <a:lnTo>
                    <a:pt x="2126258" y="1110153"/>
                  </a:lnTo>
                  <a:lnTo>
                    <a:pt x="2126885" y="1110897"/>
                  </a:lnTo>
                  <a:lnTo>
                    <a:pt x="2127511" y="1111497"/>
                  </a:lnTo>
                  <a:lnTo>
                    <a:pt x="2128138" y="1111959"/>
                  </a:lnTo>
                  <a:lnTo>
                    <a:pt x="2128764" y="1112304"/>
                  </a:lnTo>
                  <a:lnTo>
                    <a:pt x="2129391" y="1112540"/>
                  </a:lnTo>
                  <a:lnTo>
                    <a:pt x="2130018" y="1112680"/>
                  </a:lnTo>
                  <a:lnTo>
                    <a:pt x="2130644" y="1112737"/>
                  </a:lnTo>
                  <a:lnTo>
                    <a:pt x="2131271" y="1112719"/>
                  </a:lnTo>
                  <a:lnTo>
                    <a:pt x="2131897" y="1112630"/>
                  </a:lnTo>
                  <a:lnTo>
                    <a:pt x="2132524" y="1112452"/>
                  </a:lnTo>
                  <a:lnTo>
                    <a:pt x="2133150" y="1112178"/>
                  </a:lnTo>
                  <a:lnTo>
                    <a:pt x="2133777" y="1111826"/>
                  </a:lnTo>
                  <a:lnTo>
                    <a:pt x="2134403" y="1111404"/>
                  </a:lnTo>
                  <a:lnTo>
                    <a:pt x="2135030" y="1110917"/>
                  </a:lnTo>
                  <a:lnTo>
                    <a:pt x="2135657" y="1110345"/>
                  </a:lnTo>
                  <a:lnTo>
                    <a:pt x="2136283" y="1109681"/>
                  </a:lnTo>
                  <a:lnTo>
                    <a:pt x="2136910" y="1108880"/>
                  </a:lnTo>
                  <a:lnTo>
                    <a:pt x="2137536" y="1107956"/>
                  </a:lnTo>
                  <a:lnTo>
                    <a:pt x="2138163" y="1106914"/>
                  </a:lnTo>
                  <a:lnTo>
                    <a:pt x="2138789" y="1105761"/>
                  </a:lnTo>
                  <a:lnTo>
                    <a:pt x="2139416" y="1104504"/>
                  </a:lnTo>
                  <a:lnTo>
                    <a:pt x="2140042" y="1103171"/>
                  </a:lnTo>
                  <a:lnTo>
                    <a:pt x="2140669" y="1101776"/>
                  </a:lnTo>
                  <a:lnTo>
                    <a:pt x="2141296" y="1100315"/>
                  </a:lnTo>
                  <a:lnTo>
                    <a:pt x="2141922" y="1098792"/>
                  </a:lnTo>
                  <a:lnTo>
                    <a:pt x="2142549" y="1097204"/>
                  </a:lnTo>
                  <a:lnTo>
                    <a:pt x="2143175" y="1095588"/>
                  </a:lnTo>
                  <a:lnTo>
                    <a:pt x="2143802" y="1093949"/>
                  </a:lnTo>
                  <a:lnTo>
                    <a:pt x="2144428" y="1092293"/>
                  </a:lnTo>
                  <a:lnTo>
                    <a:pt x="2145055" y="1090627"/>
                  </a:lnTo>
                  <a:lnTo>
                    <a:pt x="2145681" y="1088996"/>
                  </a:lnTo>
                  <a:lnTo>
                    <a:pt x="2146308" y="1087463"/>
                  </a:lnTo>
                  <a:lnTo>
                    <a:pt x="2146935" y="1086044"/>
                  </a:lnTo>
                  <a:lnTo>
                    <a:pt x="2147561" y="1084753"/>
                  </a:lnTo>
                  <a:lnTo>
                    <a:pt x="2148188" y="1083578"/>
                  </a:lnTo>
                  <a:lnTo>
                    <a:pt x="2148814" y="1082514"/>
                  </a:lnTo>
                  <a:lnTo>
                    <a:pt x="2149441" y="1081542"/>
                  </a:lnTo>
                  <a:lnTo>
                    <a:pt x="2150067" y="1080653"/>
                  </a:lnTo>
                  <a:lnTo>
                    <a:pt x="2150694" y="1079844"/>
                  </a:lnTo>
                  <a:lnTo>
                    <a:pt x="2151320" y="1079121"/>
                  </a:lnTo>
                  <a:lnTo>
                    <a:pt x="2151947" y="1078493"/>
                  </a:lnTo>
                  <a:lnTo>
                    <a:pt x="2152574" y="1077968"/>
                  </a:lnTo>
                  <a:lnTo>
                    <a:pt x="2153200" y="1077554"/>
                  </a:lnTo>
                  <a:lnTo>
                    <a:pt x="2153827" y="1077259"/>
                  </a:lnTo>
                  <a:lnTo>
                    <a:pt x="2154453" y="1077093"/>
                  </a:lnTo>
                  <a:lnTo>
                    <a:pt x="2155080" y="1077059"/>
                  </a:lnTo>
                  <a:lnTo>
                    <a:pt x="2155706" y="1077104"/>
                  </a:lnTo>
                  <a:lnTo>
                    <a:pt x="2156333" y="1077209"/>
                  </a:lnTo>
                  <a:lnTo>
                    <a:pt x="2156959" y="1077371"/>
                  </a:lnTo>
                  <a:lnTo>
                    <a:pt x="2157586" y="1077586"/>
                  </a:lnTo>
                  <a:lnTo>
                    <a:pt x="2158213" y="1077855"/>
                  </a:lnTo>
                  <a:lnTo>
                    <a:pt x="2158839" y="1078178"/>
                  </a:lnTo>
                  <a:lnTo>
                    <a:pt x="2159466" y="1078531"/>
                  </a:lnTo>
                  <a:lnTo>
                    <a:pt x="2160092" y="1078907"/>
                  </a:lnTo>
                  <a:lnTo>
                    <a:pt x="2160719" y="1079288"/>
                  </a:lnTo>
                  <a:lnTo>
                    <a:pt x="2161345" y="1079663"/>
                  </a:lnTo>
                  <a:lnTo>
                    <a:pt x="2161972" y="1080021"/>
                  </a:lnTo>
                  <a:lnTo>
                    <a:pt x="2162598" y="1080374"/>
                  </a:lnTo>
                  <a:lnTo>
                    <a:pt x="2163225" y="1080690"/>
                  </a:lnTo>
                  <a:lnTo>
                    <a:pt x="2163852" y="1080975"/>
                  </a:lnTo>
                  <a:lnTo>
                    <a:pt x="2164478" y="1081241"/>
                  </a:lnTo>
                  <a:lnTo>
                    <a:pt x="2165105" y="1081497"/>
                  </a:lnTo>
                  <a:lnTo>
                    <a:pt x="2165731" y="1081743"/>
                  </a:lnTo>
                  <a:lnTo>
                    <a:pt x="2166358" y="1081956"/>
                  </a:lnTo>
                  <a:lnTo>
                    <a:pt x="2166984" y="1082139"/>
                  </a:lnTo>
                  <a:lnTo>
                    <a:pt x="2167611" y="1082301"/>
                  </a:lnTo>
                  <a:lnTo>
                    <a:pt x="2168237" y="1082456"/>
                  </a:lnTo>
                  <a:lnTo>
                    <a:pt x="2168864" y="1082674"/>
                  </a:lnTo>
                  <a:lnTo>
                    <a:pt x="2169491" y="1082975"/>
                  </a:lnTo>
                  <a:lnTo>
                    <a:pt x="2170117" y="1083378"/>
                  </a:lnTo>
                  <a:lnTo>
                    <a:pt x="2170744" y="1083919"/>
                  </a:lnTo>
                  <a:lnTo>
                    <a:pt x="2171370" y="1084605"/>
                  </a:lnTo>
                  <a:lnTo>
                    <a:pt x="2171997" y="1085430"/>
                  </a:lnTo>
                  <a:lnTo>
                    <a:pt x="2172623" y="1086406"/>
                  </a:lnTo>
                  <a:lnTo>
                    <a:pt x="2173250" y="1087530"/>
                  </a:lnTo>
                  <a:lnTo>
                    <a:pt x="2173876" y="1088793"/>
                  </a:lnTo>
                  <a:lnTo>
                    <a:pt x="2174503" y="1090191"/>
                  </a:lnTo>
                  <a:lnTo>
                    <a:pt x="2175130" y="1091724"/>
                  </a:lnTo>
                  <a:lnTo>
                    <a:pt x="2175756" y="1093391"/>
                  </a:lnTo>
                  <a:lnTo>
                    <a:pt x="2176383" y="1095200"/>
                  </a:lnTo>
                  <a:lnTo>
                    <a:pt x="2177009" y="1097164"/>
                  </a:lnTo>
                  <a:lnTo>
                    <a:pt x="2177636" y="1099291"/>
                  </a:lnTo>
                  <a:lnTo>
                    <a:pt x="2178262" y="1101531"/>
                  </a:lnTo>
                  <a:lnTo>
                    <a:pt x="2178889" y="1103868"/>
                  </a:lnTo>
                  <a:lnTo>
                    <a:pt x="2179515" y="1106279"/>
                  </a:lnTo>
                  <a:lnTo>
                    <a:pt x="2180142" y="1108745"/>
                  </a:lnTo>
                  <a:lnTo>
                    <a:pt x="2180769" y="1111255"/>
                  </a:lnTo>
                  <a:lnTo>
                    <a:pt x="2181395" y="1113811"/>
                  </a:lnTo>
                  <a:lnTo>
                    <a:pt x="2182022" y="1116412"/>
                  </a:lnTo>
                  <a:lnTo>
                    <a:pt x="2182648" y="1119062"/>
                  </a:lnTo>
                  <a:lnTo>
                    <a:pt x="2183275" y="1121760"/>
                  </a:lnTo>
                  <a:lnTo>
                    <a:pt x="2183901" y="1124508"/>
                  </a:lnTo>
                  <a:lnTo>
                    <a:pt x="2184528" y="1127305"/>
                  </a:lnTo>
                  <a:lnTo>
                    <a:pt x="2185154" y="1130140"/>
                  </a:lnTo>
                  <a:lnTo>
                    <a:pt x="2185781" y="1132986"/>
                  </a:lnTo>
                  <a:lnTo>
                    <a:pt x="2186408" y="1135799"/>
                  </a:lnTo>
                  <a:lnTo>
                    <a:pt x="2187034" y="1138531"/>
                  </a:lnTo>
                  <a:lnTo>
                    <a:pt x="2187661" y="1141196"/>
                  </a:lnTo>
                  <a:lnTo>
                    <a:pt x="2188287" y="1143794"/>
                  </a:lnTo>
                  <a:lnTo>
                    <a:pt x="2188914" y="1146324"/>
                  </a:lnTo>
                  <a:lnTo>
                    <a:pt x="2189540" y="1148789"/>
                  </a:lnTo>
                  <a:lnTo>
                    <a:pt x="2190167" y="1151169"/>
                  </a:lnTo>
                  <a:lnTo>
                    <a:pt x="2190793" y="1153454"/>
                  </a:lnTo>
                  <a:lnTo>
                    <a:pt x="2191420" y="1155626"/>
                  </a:lnTo>
                  <a:lnTo>
                    <a:pt x="2192047" y="1157672"/>
                  </a:lnTo>
                  <a:lnTo>
                    <a:pt x="2192673" y="1159583"/>
                  </a:lnTo>
                  <a:lnTo>
                    <a:pt x="2193300" y="1161366"/>
                  </a:lnTo>
                  <a:lnTo>
                    <a:pt x="2193926" y="1163006"/>
                  </a:lnTo>
                  <a:lnTo>
                    <a:pt x="2194553" y="1164516"/>
                  </a:lnTo>
                  <a:lnTo>
                    <a:pt x="2195179" y="1165917"/>
                  </a:lnTo>
                  <a:lnTo>
                    <a:pt x="2195806" y="1167210"/>
                  </a:lnTo>
                  <a:lnTo>
                    <a:pt x="2196432" y="1168397"/>
                  </a:lnTo>
                  <a:lnTo>
                    <a:pt x="2197059" y="1169462"/>
                  </a:lnTo>
                  <a:lnTo>
                    <a:pt x="2197686" y="1170405"/>
                  </a:lnTo>
                  <a:lnTo>
                    <a:pt x="2198312" y="1171256"/>
                  </a:lnTo>
                  <a:lnTo>
                    <a:pt x="2198939" y="1172024"/>
                  </a:lnTo>
                  <a:lnTo>
                    <a:pt x="2199565" y="1172758"/>
                  </a:lnTo>
                  <a:lnTo>
                    <a:pt x="2200192" y="1173453"/>
                  </a:lnTo>
                  <a:lnTo>
                    <a:pt x="2200818" y="1174115"/>
                  </a:lnTo>
                  <a:lnTo>
                    <a:pt x="2201445" y="1174743"/>
                  </a:lnTo>
                  <a:lnTo>
                    <a:pt x="2202071" y="1175366"/>
                  </a:lnTo>
                  <a:lnTo>
                    <a:pt x="2202698" y="1175957"/>
                  </a:lnTo>
                  <a:lnTo>
                    <a:pt x="2203325" y="1176533"/>
                  </a:lnTo>
                  <a:lnTo>
                    <a:pt x="2203951" y="1177094"/>
                  </a:lnTo>
                  <a:lnTo>
                    <a:pt x="2204578" y="1177659"/>
                  </a:lnTo>
                  <a:lnTo>
                    <a:pt x="2205204" y="1178240"/>
                  </a:lnTo>
                  <a:lnTo>
                    <a:pt x="2205831" y="1178847"/>
                  </a:lnTo>
                  <a:lnTo>
                    <a:pt x="2206457" y="1179483"/>
                  </a:lnTo>
                  <a:lnTo>
                    <a:pt x="2207084" y="1180145"/>
                  </a:lnTo>
                  <a:lnTo>
                    <a:pt x="2207710" y="1180823"/>
                  </a:lnTo>
                  <a:lnTo>
                    <a:pt x="2208337" y="1181501"/>
                  </a:lnTo>
                  <a:lnTo>
                    <a:pt x="2208964" y="1182126"/>
                  </a:lnTo>
                  <a:lnTo>
                    <a:pt x="2209590" y="1182678"/>
                  </a:lnTo>
                  <a:lnTo>
                    <a:pt x="2210217" y="1183140"/>
                  </a:lnTo>
                  <a:lnTo>
                    <a:pt x="2210843" y="1183522"/>
                  </a:lnTo>
                  <a:lnTo>
                    <a:pt x="2211470" y="1183811"/>
                  </a:lnTo>
                  <a:lnTo>
                    <a:pt x="2212096" y="1184024"/>
                  </a:lnTo>
                  <a:lnTo>
                    <a:pt x="2212723" y="1184172"/>
                  </a:lnTo>
                  <a:lnTo>
                    <a:pt x="2213349" y="1184253"/>
                  </a:lnTo>
                  <a:lnTo>
                    <a:pt x="2213976" y="1184265"/>
                  </a:lnTo>
                  <a:lnTo>
                    <a:pt x="2214603" y="1184198"/>
                  </a:lnTo>
                  <a:lnTo>
                    <a:pt x="2215229" y="1184046"/>
                  </a:lnTo>
                  <a:lnTo>
                    <a:pt x="2215856" y="1183799"/>
                  </a:lnTo>
                  <a:lnTo>
                    <a:pt x="2216482" y="1183447"/>
                  </a:lnTo>
                  <a:lnTo>
                    <a:pt x="2217109" y="1182989"/>
                  </a:lnTo>
                  <a:lnTo>
                    <a:pt x="2217735" y="1182423"/>
                  </a:lnTo>
                  <a:lnTo>
                    <a:pt x="2218362" y="1181795"/>
                  </a:lnTo>
                  <a:lnTo>
                    <a:pt x="2218988" y="1181131"/>
                  </a:lnTo>
                  <a:lnTo>
                    <a:pt x="2219615" y="1180435"/>
                  </a:lnTo>
                  <a:lnTo>
                    <a:pt x="2220242" y="1179708"/>
                  </a:lnTo>
                  <a:lnTo>
                    <a:pt x="2220868" y="1178949"/>
                  </a:lnTo>
                  <a:lnTo>
                    <a:pt x="2221495" y="1178159"/>
                  </a:lnTo>
                  <a:lnTo>
                    <a:pt x="2222121" y="1177357"/>
                  </a:lnTo>
                  <a:lnTo>
                    <a:pt x="2222748" y="1176554"/>
                  </a:lnTo>
                  <a:lnTo>
                    <a:pt x="2223374" y="1175762"/>
                  </a:lnTo>
                  <a:lnTo>
                    <a:pt x="2224001" y="1174994"/>
                  </a:lnTo>
                  <a:lnTo>
                    <a:pt x="2224627" y="1174258"/>
                  </a:lnTo>
                  <a:lnTo>
                    <a:pt x="2225254" y="1173524"/>
                  </a:lnTo>
                  <a:lnTo>
                    <a:pt x="2225881" y="1172820"/>
                  </a:lnTo>
                  <a:lnTo>
                    <a:pt x="2226507" y="1172138"/>
                  </a:lnTo>
                  <a:lnTo>
                    <a:pt x="2227134" y="1171486"/>
                  </a:lnTo>
                  <a:lnTo>
                    <a:pt x="2227760" y="1170859"/>
                  </a:lnTo>
                  <a:lnTo>
                    <a:pt x="2228387" y="1170255"/>
                  </a:lnTo>
                  <a:lnTo>
                    <a:pt x="2229013" y="1169697"/>
                  </a:lnTo>
                  <a:lnTo>
                    <a:pt x="2229640" y="1169182"/>
                  </a:lnTo>
                  <a:lnTo>
                    <a:pt x="2230266" y="1168694"/>
                  </a:lnTo>
                  <a:lnTo>
                    <a:pt x="2230893" y="1168223"/>
                  </a:lnTo>
                  <a:lnTo>
                    <a:pt x="2231520" y="1167729"/>
                  </a:lnTo>
                  <a:lnTo>
                    <a:pt x="2232146" y="1167194"/>
                  </a:lnTo>
                  <a:lnTo>
                    <a:pt x="2232773" y="1166604"/>
                  </a:lnTo>
                  <a:lnTo>
                    <a:pt x="2233399" y="1165953"/>
                  </a:lnTo>
                  <a:lnTo>
                    <a:pt x="2234026" y="1165241"/>
                  </a:lnTo>
                  <a:lnTo>
                    <a:pt x="2234652" y="1164493"/>
                  </a:lnTo>
                  <a:lnTo>
                    <a:pt x="2235279" y="1163697"/>
                  </a:lnTo>
                  <a:lnTo>
                    <a:pt x="2235905" y="1162854"/>
                  </a:lnTo>
                  <a:lnTo>
                    <a:pt x="2236532" y="1161942"/>
                  </a:lnTo>
                  <a:lnTo>
                    <a:pt x="2237159" y="1160957"/>
                  </a:lnTo>
                  <a:lnTo>
                    <a:pt x="2237785" y="1159897"/>
                  </a:lnTo>
                  <a:lnTo>
                    <a:pt x="2238412" y="1158763"/>
                  </a:lnTo>
                  <a:lnTo>
                    <a:pt x="2239038" y="1157571"/>
                  </a:lnTo>
                  <a:lnTo>
                    <a:pt x="2239665" y="1156331"/>
                  </a:lnTo>
                  <a:lnTo>
                    <a:pt x="2240291" y="1155045"/>
                  </a:lnTo>
                  <a:lnTo>
                    <a:pt x="2240918" y="1153742"/>
                  </a:lnTo>
                  <a:lnTo>
                    <a:pt x="2241544" y="1152448"/>
                  </a:lnTo>
                  <a:lnTo>
                    <a:pt x="2242171" y="1151177"/>
                  </a:lnTo>
                  <a:lnTo>
                    <a:pt x="2242798" y="1149928"/>
                  </a:lnTo>
                  <a:lnTo>
                    <a:pt x="2243424" y="1148701"/>
                  </a:lnTo>
                  <a:lnTo>
                    <a:pt x="2244051" y="1147497"/>
                  </a:lnTo>
                  <a:lnTo>
                    <a:pt x="2244677" y="1146314"/>
                  </a:lnTo>
                  <a:lnTo>
                    <a:pt x="2245304" y="1145153"/>
                  </a:lnTo>
                  <a:lnTo>
                    <a:pt x="2245930" y="1144017"/>
                  </a:lnTo>
                  <a:lnTo>
                    <a:pt x="2246557" y="1142916"/>
                  </a:lnTo>
                  <a:lnTo>
                    <a:pt x="2247183" y="1141850"/>
                  </a:lnTo>
                  <a:lnTo>
                    <a:pt x="2247810" y="1140828"/>
                  </a:lnTo>
                  <a:lnTo>
                    <a:pt x="2248437" y="1139842"/>
                  </a:lnTo>
                  <a:lnTo>
                    <a:pt x="2249063" y="1138892"/>
                  </a:lnTo>
                  <a:lnTo>
                    <a:pt x="2249690" y="1137990"/>
                  </a:lnTo>
                  <a:lnTo>
                    <a:pt x="2250316" y="1137091"/>
                  </a:lnTo>
                  <a:lnTo>
                    <a:pt x="2250943" y="1136198"/>
                  </a:lnTo>
                  <a:lnTo>
                    <a:pt x="2251569" y="1135308"/>
                  </a:lnTo>
                  <a:lnTo>
                    <a:pt x="2252196" y="1134423"/>
                  </a:lnTo>
                  <a:lnTo>
                    <a:pt x="2252822" y="1133543"/>
                  </a:lnTo>
                  <a:lnTo>
                    <a:pt x="2253449" y="1132667"/>
                  </a:lnTo>
                  <a:lnTo>
                    <a:pt x="2254076" y="1131788"/>
                  </a:lnTo>
                  <a:lnTo>
                    <a:pt x="2254702" y="1130897"/>
                  </a:lnTo>
                  <a:lnTo>
                    <a:pt x="2255329" y="1129995"/>
                  </a:lnTo>
                  <a:lnTo>
                    <a:pt x="2255955" y="1129071"/>
                  </a:lnTo>
                  <a:lnTo>
                    <a:pt x="2256582" y="1128125"/>
                  </a:lnTo>
                  <a:lnTo>
                    <a:pt x="2257208" y="1127167"/>
                  </a:lnTo>
                  <a:lnTo>
                    <a:pt x="2257835" y="1126203"/>
                  </a:lnTo>
                  <a:lnTo>
                    <a:pt x="2258461" y="1125236"/>
                  </a:lnTo>
                  <a:lnTo>
                    <a:pt x="2259088" y="1124266"/>
                  </a:lnTo>
                  <a:lnTo>
                    <a:pt x="2259715" y="1123317"/>
                  </a:lnTo>
                  <a:lnTo>
                    <a:pt x="2260341" y="1122391"/>
                  </a:lnTo>
                  <a:lnTo>
                    <a:pt x="2260968" y="1121482"/>
                  </a:lnTo>
                  <a:lnTo>
                    <a:pt x="2261594" y="1120589"/>
                  </a:lnTo>
                  <a:lnTo>
                    <a:pt x="2262221" y="1119710"/>
                  </a:lnTo>
                  <a:lnTo>
                    <a:pt x="2262847" y="1118843"/>
                  </a:lnTo>
                  <a:lnTo>
                    <a:pt x="2263474" y="1117998"/>
                  </a:lnTo>
                  <a:lnTo>
                    <a:pt x="2264100" y="1117208"/>
                  </a:lnTo>
                  <a:lnTo>
                    <a:pt x="2264727" y="1116451"/>
                  </a:lnTo>
                  <a:lnTo>
                    <a:pt x="2265354" y="1115743"/>
                  </a:lnTo>
                  <a:lnTo>
                    <a:pt x="2265980" y="1115073"/>
                  </a:lnTo>
                  <a:lnTo>
                    <a:pt x="2266607" y="1114424"/>
                  </a:lnTo>
                  <a:lnTo>
                    <a:pt x="2267233" y="1113759"/>
                  </a:lnTo>
                  <a:lnTo>
                    <a:pt x="2267860" y="1113059"/>
                  </a:lnTo>
                  <a:lnTo>
                    <a:pt x="2268486" y="1112294"/>
                  </a:lnTo>
                  <a:lnTo>
                    <a:pt x="2269113" y="1111471"/>
                  </a:lnTo>
                  <a:lnTo>
                    <a:pt x="2269739" y="1110589"/>
                  </a:lnTo>
                  <a:lnTo>
                    <a:pt x="2270366" y="1109651"/>
                  </a:lnTo>
                  <a:lnTo>
                    <a:pt x="2270993" y="1108638"/>
                  </a:lnTo>
                  <a:lnTo>
                    <a:pt x="2271619" y="1107538"/>
                  </a:lnTo>
                  <a:lnTo>
                    <a:pt x="2272246" y="1106359"/>
                  </a:lnTo>
                  <a:lnTo>
                    <a:pt x="2272872" y="1105112"/>
                  </a:lnTo>
                  <a:lnTo>
                    <a:pt x="2273499" y="1103781"/>
                  </a:lnTo>
                  <a:lnTo>
                    <a:pt x="2274125" y="1102383"/>
                  </a:lnTo>
                  <a:lnTo>
                    <a:pt x="2274752" y="1100924"/>
                  </a:lnTo>
                  <a:lnTo>
                    <a:pt x="2275378" y="1099394"/>
                  </a:lnTo>
                  <a:lnTo>
                    <a:pt x="2276005" y="1097769"/>
                  </a:lnTo>
                  <a:lnTo>
                    <a:pt x="2276632" y="1096034"/>
                  </a:lnTo>
                  <a:lnTo>
                    <a:pt x="2277258" y="1094193"/>
                  </a:lnTo>
                  <a:lnTo>
                    <a:pt x="2277885" y="1092269"/>
                  </a:lnTo>
                  <a:lnTo>
                    <a:pt x="2278511" y="1090257"/>
                  </a:lnTo>
                  <a:lnTo>
                    <a:pt x="2279138" y="1088156"/>
                  </a:lnTo>
                  <a:lnTo>
                    <a:pt x="2279764" y="1085956"/>
                  </a:lnTo>
                  <a:lnTo>
                    <a:pt x="2280391" y="1083682"/>
                  </a:lnTo>
                  <a:lnTo>
                    <a:pt x="2281017" y="1081355"/>
                  </a:lnTo>
                  <a:lnTo>
                    <a:pt x="2281644" y="1078988"/>
                  </a:lnTo>
                  <a:lnTo>
                    <a:pt x="2282271" y="1076598"/>
                  </a:lnTo>
                  <a:lnTo>
                    <a:pt x="2282897" y="1074180"/>
                  </a:lnTo>
                  <a:lnTo>
                    <a:pt x="2283524" y="1071735"/>
                  </a:lnTo>
                  <a:lnTo>
                    <a:pt x="2284150" y="1069256"/>
                  </a:lnTo>
                  <a:lnTo>
                    <a:pt x="2284777" y="1066751"/>
                  </a:lnTo>
                  <a:lnTo>
                    <a:pt x="2285403" y="1064253"/>
                  </a:lnTo>
                  <a:lnTo>
                    <a:pt x="2286030" y="1061813"/>
                  </a:lnTo>
                  <a:lnTo>
                    <a:pt x="2286656" y="1059443"/>
                  </a:lnTo>
                  <a:lnTo>
                    <a:pt x="2287283" y="1057147"/>
                  </a:lnTo>
                  <a:lnTo>
                    <a:pt x="2287910" y="1054958"/>
                  </a:lnTo>
                  <a:lnTo>
                    <a:pt x="2288536" y="1052875"/>
                  </a:lnTo>
                  <a:lnTo>
                    <a:pt x="2289163" y="1050909"/>
                  </a:lnTo>
                  <a:lnTo>
                    <a:pt x="2289789" y="1049046"/>
                  </a:lnTo>
                  <a:lnTo>
                    <a:pt x="2290416" y="1047277"/>
                  </a:lnTo>
                  <a:lnTo>
                    <a:pt x="2291042" y="1045585"/>
                  </a:lnTo>
                  <a:lnTo>
                    <a:pt x="2291669" y="1043945"/>
                  </a:lnTo>
                  <a:lnTo>
                    <a:pt x="2292295" y="1042356"/>
                  </a:lnTo>
                  <a:lnTo>
                    <a:pt x="2292922" y="1040812"/>
                  </a:lnTo>
                  <a:lnTo>
                    <a:pt x="2293549" y="1039315"/>
                  </a:lnTo>
                  <a:lnTo>
                    <a:pt x="2294175" y="1037867"/>
                  </a:lnTo>
                  <a:lnTo>
                    <a:pt x="2294802" y="1036488"/>
                  </a:lnTo>
                  <a:lnTo>
                    <a:pt x="2295428" y="1035169"/>
                  </a:lnTo>
                  <a:lnTo>
                    <a:pt x="2296055" y="1033892"/>
                  </a:lnTo>
                  <a:lnTo>
                    <a:pt x="2296681" y="1032650"/>
                  </a:lnTo>
                  <a:lnTo>
                    <a:pt x="2297308" y="1031399"/>
                  </a:lnTo>
                  <a:lnTo>
                    <a:pt x="2297934" y="1030142"/>
                  </a:lnTo>
                  <a:lnTo>
                    <a:pt x="2298561" y="1028874"/>
                  </a:lnTo>
                  <a:lnTo>
                    <a:pt x="2299188" y="1027637"/>
                  </a:lnTo>
                  <a:lnTo>
                    <a:pt x="2299814" y="1026443"/>
                  </a:lnTo>
                  <a:lnTo>
                    <a:pt x="2300441" y="1025322"/>
                  </a:lnTo>
                  <a:lnTo>
                    <a:pt x="2301067" y="1024271"/>
                  </a:lnTo>
                  <a:lnTo>
                    <a:pt x="2301694" y="1023289"/>
                  </a:lnTo>
                  <a:lnTo>
                    <a:pt x="2302320" y="1022376"/>
                  </a:lnTo>
                  <a:lnTo>
                    <a:pt x="2302947" y="1021540"/>
                  </a:lnTo>
                  <a:lnTo>
                    <a:pt x="2303573" y="1020787"/>
                  </a:lnTo>
                  <a:lnTo>
                    <a:pt x="2304200" y="1020098"/>
                  </a:lnTo>
                  <a:lnTo>
                    <a:pt x="2304827" y="1019460"/>
                  </a:lnTo>
                  <a:lnTo>
                    <a:pt x="2305453" y="1018874"/>
                  </a:lnTo>
                  <a:lnTo>
                    <a:pt x="2306080" y="1018341"/>
                  </a:lnTo>
                  <a:lnTo>
                    <a:pt x="2306706" y="1017861"/>
                  </a:lnTo>
                  <a:lnTo>
                    <a:pt x="2307333" y="1017444"/>
                  </a:lnTo>
                  <a:lnTo>
                    <a:pt x="2307959" y="1017116"/>
                  </a:lnTo>
                  <a:lnTo>
                    <a:pt x="2308586" y="1016892"/>
                  </a:lnTo>
                  <a:lnTo>
                    <a:pt x="2309212" y="1016766"/>
                  </a:lnTo>
                  <a:lnTo>
                    <a:pt x="2309839" y="1016698"/>
                  </a:lnTo>
                  <a:lnTo>
                    <a:pt x="2310466" y="1016691"/>
                  </a:lnTo>
                  <a:lnTo>
                    <a:pt x="2311092" y="1016765"/>
                  </a:lnTo>
                  <a:lnTo>
                    <a:pt x="2311719" y="1016931"/>
                  </a:lnTo>
                  <a:lnTo>
                    <a:pt x="2312345" y="1017201"/>
                  </a:lnTo>
                  <a:lnTo>
                    <a:pt x="2312972" y="1017589"/>
                  </a:lnTo>
                  <a:lnTo>
                    <a:pt x="2313598" y="1018092"/>
                  </a:lnTo>
                  <a:lnTo>
                    <a:pt x="2314225" y="1018717"/>
                  </a:lnTo>
                  <a:lnTo>
                    <a:pt x="2314851" y="1019469"/>
                  </a:lnTo>
                  <a:lnTo>
                    <a:pt x="2315478" y="1020329"/>
                  </a:lnTo>
                  <a:lnTo>
                    <a:pt x="2316105" y="1021300"/>
                  </a:lnTo>
                  <a:lnTo>
                    <a:pt x="2316731" y="1022377"/>
                  </a:lnTo>
                  <a:lnTo>
                    <a:pt x="2317358" y="1023537"/>
                  </a:lnTo>
                  <a:lnTo>
                    <a:pt x="2317984" y="1024736"/>
                  </a:lnTo>
                  <a:lnTo>
                    <a:pt x="2318611" y="1025987"/>
                  </a:lnTo>
                  <a:lnTo>
                    <a:pt x="2319237" y="1027287"/>
                  </a:lnTo>
                  <a:lnTo>
                    <a:pt x="2319864" y="1028609"/>
                  </a:lnTo>
                  <a:lnTo>
                    <a:pt x="2320490" y="1029945"/>
                  </a:lnTo>
                  <a:lnTo>
                    <a:pt x="2321117" y="1031288"/>
                  </a:lnTo>
                  <a:lnTo>
                    <a:pt x="2321744" y="1032621"/>
                  </a:lnTo>
                  <a:lnTo>
                    <a:pt x="2322370" y="1033919"/>
                  </a:lnTo>
                  <a:lnTo>
                    <a:pt x="2322997" y="1035186"/>
                  </a:lnTo>
                  <a:lnTo>
                    <a:pt x="2323623" y="1036423"/>
                  </a:lnTo>
                  <a:lnTo>
                    <a:pt x="2324250" y="1037634"/>
                  </a:lnTo>
                  <a:lnTo>
                    <a:pt x="2324876" y="1038847"/>
                  </a:lnTo>
                  <a:lnTo>
                    <a:pt x="2325503" y="1040074"/>
                  </a:lnTo>
                  <a:lnTo>
                    <a:pt x="2326129" y="1041284"/>
                  </a:lnTo>
                  <a:lnTo>
                    <a:pt x="2326756" y="1042444"/>
                  </a:lnTo>
                  <a:lnTo>
                    <a:pt x="2327383" y="1043558"/>
                  </a:lnTo>
                  <a:lnTo>
                    <a:pt x="2328009" y="1044579"/>
                  </a:lnTo>
                  <a:lnTo>
                    <a:pt x="2328636" y="1045530"/>
                  </a:lnTo>
                  <a:lnTo>
                    <a:pt x="2329262" y="1046434"/>
                  </a:lnTo>
                  <a:lnTo>
                    <a:pt x="2329889" y="1047296"/>
                  </a:lnTo>
                  <a:lnTo>
                    <a:pt x="2330515" y="1048096"/>
                  </a:lnTo>
                  <a:lnTo>
                    <a:pt x="2331142" y="1048852"/>
                  </a:lnTo>
                  <a:lnTo>
                    <a:pt x="2331768" y="1049570"/>
                  </a:lnTo>
                  <a:lnTo>
                    <a:pt x="2332395" y="1050245"/>
                  </a:lnTo>
                  <a:lnTo>
                    <a:pt x="2333022" y="1050860"/>
                  </a:lnTo>
                  <a:lnTo>
                    <a:pt x="2333648" y="1051422"/>
                  </a:lnTo>
                  <a:lnTo>
                    <a:pt x="2334275" y="1051938"/>
                  </a:lnTo>
                  <a:lnTo>
                    <a:pt x="2334901" y="1052406"/>
                  </a:lnTo>
                  <a:lnTo>
                    <a:pt x="2335528" y="1052813"/>
                  </a:lnTo>
                  <a:lnTo>
                    <a:pt x="2336154" y="1053185"/>
                  </a:lnTo>
                  <a:lnTo>
                    <a:pt x="2336781" y="1053530"/>
                  </a:lnTo>
                  <a:lnTo>
                    <a:pt x="2337407" y="1053858"/>
                  </a:lnTo>
                  <a:lnTo>
                    <a:pt x="2338034" y="1054177"/>
                  </a:lnTo>
                  <a:lnTo>
                    <a:pt x="2338661" y="1054519"/>
                  </a:lnTo>
                  <a:lnTo>
                    <a:pt x="2339287" y="1054901"/>
                  </a:lnTo>
                  <a:lnTo>
                    <a:pt x="2339914" y="1055337"/>
                  </a:lnTo>
                  <a:lnTo>
                    <a:pt x="2340540" y="1055792"/>
                  </a:lnTo>
                  <a:lnTo>
                    <a:pt x="2341167" y="1056268"/>
                  </a:lnTo>
                  <a:lnTo>
                    <a:pt x="2341793" y="1056779"/>
                  </a:lnTo>
                  <a:lnTo>
                    <a:pt x="2342420" y="1057351"/>
                  </a:lnTo>
                  <a:lnTo>
                    <a:pt x="2343046" y="1057950"/>
                  </a:lnTo>
                  <a:lnTo>
                    <a:pt x="2343673" y="1058571"/>
                  </a:lnTo>
                  <a:lnTo>
                    <a:pt x="2344300" y="1059183"/>
                  </a:lnTo>
                  <a:lnTo>
                    <a:pt x="2344926" y="1059790"/>
                  </a:lnTo>
                  <a:lnTo>
                    <a:pt x="2345553" y="1060411"/>
                  </a:lnTo>
                  <a:lnTo>
                    <a:pt x="2346179" y="1061045"/>
                  </a:lnTo>
                  <a:lnTo>
                    <a:pt x="2346806" y="1061689"/>
                  </a:lnTo>
                  <a:lnTo>
                    <a:pt x="2347432" y="1062342"/>
                  </a:lnTo>
                  <a:lnTo>
                    <a:pt x="2348059" y="1062977"/>
                  </a:lnTo>
                  <a:lnTo>
                    <a:pt x="2348685" y="1063535"/>
                  </a:lnTo>
                  <a:lnTo>
                    <a:pt x="2349312" y="1063991"/>
                  </a:lnTo>
                  <a:lnTo>
                    <a:pt x="2349939" y="1064352"/>
                  </a:lnTo>
                  <a:lnTo>
                    <a:pt x="2350565" y="1064600"/>
                  </a:lnTo>
                  <a:lnTo>
                    <a:pt x="2351192" y="1064742"/>
                  </a:lnTo>
                  <a:lnTo>
                    <a:pt x="2351818" y="1064787"/>
                  </a:lnTo>
                  <a:lnTo>
                    <a:pt x="2352445" y="1064728"/>
                  </a:lnTo>
                  <a:lnTo>
                    <a:pt x="2353071" y="1064566"/>
                  </a:lnTo>
                  <a:lnTo>
                    <a:pt x="2353698" y="1064308"/>
                  </a:lnTo>
                  <a:lnTo>
                    <a:pt x="2354324" y="1063973"/>
                  </a:lnTo>
                  <a:lnTo>
                    <a:pt x="2354951" y="1063535"/>
                  </a:lnTo>
                  <a:lnTo>
                    <a:pt x="2355577" y="1062993"/>
                  </a:lnTo>
                  <a:lnTo>
                    <a:pt x="2356204" y="1062326"/>
                  </a:lnTo>
                  <a:lnTo>
                    <a:pt x="2356831" y="1061502"/>
                  </a:lnTo>
                  <a:lnTo>
                    <a:pt x="2357457" y="1060514"/>
                  </a:lnTo>
                  <a:lnTo>
                    <a:pt x="2358084" y="1059398"/>
                  </a:lnTo>
                  <a:lnTo>
                    <a:pt x="2358710" y="1058153"/>
                  </a:lnTo>
                  <a:lnTo>
                    <a:pt x="2359337" y="1056775"/>
                  </a:lnTo>
                  <a:lnTo>
                    <a:pt x="2359963" y="1055297"/>
                  </a:lnTo>
                  <a:lnTo>
                    <a:pt x="2360590" y="1053690"/>
                  </a:lnTo>
                  <a:lnTo>
                    <a:pt x="2361216" y="1051943"/>
                  </a:lnTo>
                  <a:lnTo>
                    <a:pt x="2361843" y="1050051"/>
                  </a:lnTo>
                  <a:lnTo>
                    <a:pt x="2362470" y="1048038"/>
                  </a:lnTo>
                  <a:lnTo>
                    <a:pt x="2363096" y="1045880"/>
                  </a:lnTo>
                  <a:lnTo>
                    <a:pt x="2363723" y="1043571"/>
                  </a:lnTo>
                  <a:lnTo>
                    <a:pt x="2364349" y="1041117"/>
                  </a:lnTo>
                  <a:lnTo>
                    <a:pt x="2364976" y="1038552"/>
                  </a:lnTo>
                  <a:lnTo>
                    <a:pt x="2365602" y="1035855"/>
                  </a:lnTo>
                  <a:lnTo>
                    <a:pt x="2366229" y="1033033"/>
                  </a:lnTo>
                  <a:lnTo>
                    <a:pt x="2366855" y="1030092"/>
                  </a:lnTo>
                  <a:lnTo>
                    <a:pt x="2367482" y="1027045"/>
                  </a:lnTo>
                  <a:lnTo>
                    <a:pt x="2368109" y="1023904"/>
                  </a:lnTo>
                  <a:lnTo>
                    <a:pt x="2368735" y="1020654"/>
                  </a:lnTo>
                  <a:lnTo>
                    <a:pt x="2369362" y="1017302"/>
                  </a:lnTo>
                  <a:lnTo>
                    <a:pt x="2369988" y="1013844"/>
                  </a:lnTo>
                  <a:lnTo>
                    <a:pt x="2370615" y="1010249"/>
                  </a:lnTo>
                  <a:lnTo>
                    <a:pt x="2371241" y="1006508"/>
                  </a:lnTo>
                  <a:lnTo>
                    <a:pt x="2371868" y="1002598"/>
                  </a:lnTo>
                  <a:lnTo>
                    <a:pt x="2372494" y="998571"/>
                  </a:lnTo>
                  <a:lnTo>
                    <a:pt x="2373121" y="994424"/>
                  </a:lnTo>
                  <a:lnTo>
                    <a:pt x="2373748" y="990162"/>
                  </a:lnTo>
                  <a:lnTo>
                    <a:pt x="2374374" y="985762"/>
                  </a:lnTo>
                  <a:lnTo>
                    <a:pt x="2375001" y="981254"/>
                  </a:lnTo>
                  <a:lnTo>
                    <a:pt x="2375627" y="976637"/>
                  </a:lnTo>
                  <a:lnTo>
                    <a:pt x="2376254" y="971931"/>
                  </a:lnTo>
                  <a:lnTo>
                    <a:pt x="2376880" y="967096"/>
                  </a:lnTo>
                  <a:lnTo>
                    <a:pt x="2377507" y="962109"/>
                  </a:lnTo>
                  <a:lnTo>
                    <a:pt x="2378133" y="956984"/>
                  </a:lnTo>
                  <a:lnTo>
                    <a:pt x="2378760" y="951730"/>
                  </a:lnTo>
                  <a:lnTo>
                    <a:pt x="2379387" y="946388"/>
                  </a:lnTo>
                  <a:lnTo>
                    <a:pt x="2380013" y="940987"/>
                  </a:lnTo>
                  <a:lnTo>
                    <a:pt x="2380640" y="935590"/>
                  </a:lnTo>
                  <a:lnTo>
                    <a:pt x="2381266" y="930207"/>
                  </a:lnTo>
                  <a:lnTo>
                    <a:pt x="2381893" y="924835"/>
                  </a:lnTo>
                  <a:lnTo>
                    <a:pt x="2382519" y="919458"/>
                  </a:lnTo>
                  <a:lnTo>
                    <a:pt x="2383146" y="914061"/>
                  </a:lnTo>
                  <a:lnTo>
                    <a:pt x="2383772" y="908651"/>
                  </a:lnTo>
                  <a:lnTo>
                    <a:pt x="2384399" y="903248"/>
                  </a:lnTo>
                  <a:lnTo>
                    <a:pt x="2385026" y="897870"/>
                  </a:lnTo>
                  <a:lnTo>
                    <a:pt x="2385652" y="892522"/>
                  </a:lnTo>
                  <a:lnTo>
                    <a:pt x="2386279" y="887215"/>
                  </a:lnTo>
                  <a:lnTo>
                    <a:pt x="2386905" y="881987"/>
                  </a:lnTo>
                  <a:lnTo>
                    <a:pt x="2387532" y="876830"/>
                  </a:lnTo>
                  <a:lnTo>
                    <a:pt x="2388158" y="871733"/>
                  </a:lnTo>
                  <a:lnTo>
                    <a:pt x="2388785" y="866711"/>
                  </a:lnTo>
                  <a:lnTo>
                    <a:pt x="2389411" y="861756"/>
                  </a:lnTo>
                  <a:lnTo>
                    <a:pt x="2390038" y="856860"/>
                  </a:lnTo>
                  <a:lnTo>
                    <a:pt x="2390665" y="852071"/>
                  </a:lnTo>
                  <a:lnTo>
                    <a:pt x="2391291" y="847377"/>
                  </a:lnTo>
                  <a:lnTo>
                    <a:pt x="2391918" y="842820"/>
                  </a:lnTo>
                  <a:lnTo>
                    <a:pt x="2392544" y="838429"/>
                  </a:lnTo>
                  <a:lnTo>
                    <a:pt x="2393171" y="834234"/>
                  </a:lnTo>
                  <a:lnTo>
                    <a:pt x="2393797" y="830243"/>
                  </a:lnTo>
                  <a:lnTo>
                    <a:pt x="2394424" y="826432"/>
                  </a:lnTo>
                  <a:lnTo>
                    <a:pt x="2395050" y="822813"/>
                  </a:lnTo>
                  <a:lnTo>
                    <a:pt x="2395677" y="819399"/>
                  </a:lnTo>
                  <a:lnTo>
                    <a:pt x="2396304" y="816174"/>
                  </a:lnTo>
                  <a:lnTo>
                    <a:pt x="2396930" y="813122"/>
                  </a:lnTo>
                  <a:lnTo>
                    <a:pt x="2397557" y="810271"/>
                  </a:lnTo>
                  <a:lnTo>
                    <a:pt x="2398183" y="807612"/>
                  </a:lnTo>
                  <a:lnTo>
                    <a:pt x="2398810" y="805143"/>
                  </a:lnTo>
                  <a:lnTo>
                    <a:pt x="2399436" y="802858"/>
                  </a:lnTo>
                  <a:lnTo>
                    <a:pt x="2400063" y="800721"/>
                  </a:lnTo>
                  <a:lnTo>
                    <a:pt x="2400689" y="798746"/>
                  </a:lnTo>
                  <a:lnTo>
                    <a:pt x="2401316" y="796900"/>
                  </a:lnTo>
                  <a:lnTo>
                    <a:pt x="2401943" y="795156"/>
                  </a:lnTo>
                  <a:lnTo>
                    <a:pt x="2402569" y="793490"/>
                  </a:lnTo>
                  <a:lnTo>
                    <a:pt x="2403196" y="791904"/>
                  </a:lnTo>
                  <a:lnTo>
                    <a:pt x="2403822" y="790395"/>
                  </a:lnTo>
                  <a:lnTo>
                    <a:pt x="2404449" y="788947"/>
                  </a:lnTo>
                  <a:lnTo>
                    <a:pt x="2405075" y="787547"/>
                  </a:lnTo>
                  <a:lnTo>
                    <a:pt x="2405702" y="786212"/>
                  </a:lnTo>
                  <a:lnTo>
                    <a:pt x="2406328" y="784927"/>
                  </a:lnTo>
                  <a:lnTo>
                    <a:pt x="2406955" y="783699"/>
                  </a:lnTo>
                  <a:lnTo>
                    <a:pt x="2407582" y="782511"/>
                  </a:lnTo>
                  <a:lnTo>
                    <a:pt x="2408208" y="781354"/>
                  </a:lnTo>
                  <a:lnTo>
                    <a:pt x="2408835" y="780248"/>
                  </a:lnTo>
                  <a:lnTo>
                    <a:pt x="2409461" y="779196"/>
                  </a:lnTo>
                  <a:lnTo>
                    <a:pt x="2410088" y="778200"/>
                  </a:lnTo>
                  <a:lnTo>
                    <a:pt x="2410714" y="777255"/>
                  </a:lnTo>
                  <a:lnTo>
                    <a:pt x="2411341" y="776379"/>
                  </a:lnTo>
                  <a:lnTo>
                    <a:pt x="2411967" y="775589"/>
                  </a:lnTo>
                  <a:lnTo>
                    <a:pt x="2412594" y="774858"/>
                  </a:lnTo>
                  <a:lnTo>
                    <a:pt x="2413221" y="774197"/>
                  </a:lnTo>
                  <a:lnTo>
                    <a:pt x="2413847" y="773580"/>
                  </a:lnTo>
                  <a:lnTo>
                    <a:pt x="2414474" y="773009"/>
                  </a:lnTo>
                  <a:lnTo>
                    <a:pt x="2415100" y="772500"/>
                  </a:lnTo>
                  <a:lnTo>
                    <a:pt x="2415727" y="772040"/>
                  </a:lnTo>
                  <a:lnTo>
                    <a:pt x="2416353" y="771639"/>
                  </a:lnTo>
                  <a:lnTo>
                    <a:pt x="2416980" y="771291"/>
                  </a:lnTo>
                  <a:lnTo>
                    <a:pt x="2417606" y="771020"/>
                  </a:lnTo>
                  <a:lnTo>
                    <a:pt x="2418233" y="770812"/>
                  </a:lnTo>
                  <a:lnTo>
                    <a:pt x="2418860" y="770680"/>
                  </a:lnTo>
                  <a:lnTo>
                    <a:pt x="2419486" y="770636"/>
                  </a:lnTo>
                  <a:lnTo>
                    <a:pt x="2420113" y="770699"/>
                  </a:lnTo>
                  <a:lnTo>
                    <a:pt x="2420739" y="770855"/>
                  </a:lnTo>
                  <a:lnTo>
                    <a:pt x="2421366" y="771100"/>
                  </a:lnTo>
                  <a:lnTo>
                    <a:pt x="2421992" y="771462"/>
                  </a:lnTo>
                  <a:lnTo>
                    <a:pt x="2422619" y="771935"/>
                  </a:lnTo>
                  <a:lnTo>
                    <a:pt x="2423245" y="772559"/>
                  </a:lnTo>
                  <a:lnTo>
                    <a:pt x="2423872" y="773320"/>
                  </a:lnTo>
                  <a:lnTo>
                    <a:pt x="2424499" y="774213"/>
                  </a:lnTo>
                  <a:lnTo>
                    <a:pt x="2425125" y="775218"/>
                  </a:lnTo>
                  <a:lnTo>
                    <a:pt x="2425752" y="776323"/>
                  </a:lnTo>
                  <a:lnTo>
                    <a:pt x="2426378" y="777552"/>
                  </a:lnTo>
                  <a:lnTo>
                    <a:pt x="2427005" y="778899"/>
                  </a:lnTo>
                  <a:lnTo>
                    <a:pt x="2427631" y="780333"/>
                  </a:lnTo>
                  <a:lnTo>
                    <a:pt x="2428258" y="781891"/>
                  </a:lnTo>
                  <a:lnTo>
                    <a:pt x="2428884" y="783566"/>
                  </a:lnTo>
                  <a:lnTo>
                    <a:pt x="2429511" y="785332"/>
                  </a:lnTo>
                  <a:lnTo>
                    <a:pt x="2430138" y="787188"/>
                  </a:lnTo>
                  <a:lnTo>
                    <a:pt x="2430764" y="789139"/>
                  </a:lnTo>
                  <a:lnTo>
                    <a:pt x="2431391" y="791195"/>
                  </a:lnTo>
                  <a:lnTo>
                    <a:pt x="2432017" y="793350"/>
                  </a:lnTo>
                  <a:lnTo>
                    <a:pt x="2432644" y="795593"/>
                  </a:lnTo>
                  <a:lnTo>
                    <a:pt x="2433270" y="797932"/>
                  </a:lnTo>
                  <a:lnTo>
                    <a:pt x="2433897" y="800389"/>
                  </a:lnTo>
                  <a:lnTo>
                    <a:pt x="2434523" y="802992"/>
                  </a:lnTo>
                  <a:lnTo>
                    <a:pt x="2435150" y="805732"/>
                  </a:lnTo>
                  <a:lnTo>
                    <a:pt x="2435777" y="808623"/>
                  </a:lnTo>
                  <a:lnTo>
                    <a:pt x="2436403" y="811661"/>
                  </a:lnTo>
                  <a:lnTo>
                    <a:pt x="2437030" y="814864"/>
                  </a:lnTo>
                  <a:lnTo>
                    <a:pt x="2437656" y="818192"/>
                  </a:lnTo>
                  <a:lnTo>
                    <a:pt x="2438283" y="821658"/>
                  </a:lnTo>
                  <a:lnTo>
                    <a:pt x="2438909" y="825219"/>
                  </a:lnTo>
                  <a:lnTo>
                    <a:pt x="2439536" y="828900"/>
                  </a:lnTo>
                  <a:lnTo>
                    <a:pt x="2440162" y="832710"/>
                  </a:lnTo>
                  <a:lnTo>
                    <a:pt x="2440789" y="836643"/>
                  </a:lnTo>
                  <a:lnTo>
                    <a:pt x="2441416" y="840708"/>
                  </a:lnTo>
                  <a:lnTo>
                    <a:pt x="2442042" y="844874"/>
                  </a:lnTo>
                  <a:lnTo>
                    <a:pt x="2442669" y="849138"/>
                  </a:lnTo>
                  <a:lnTo>
                    <a:pt x="2443295" y="853461"/>
                  </a:lnTo>
                  <a:lnTo>
                    <a:pt x="2443922" y="857811"/>
                  </a:lnTo>
                  <a:lnTo>
                    <a:pt x="2444548" y="862200"/>
                  </a:lnTo>
                  <a:lnTo>
                    <a:pt x="2445175" y="866644"/>
                  </a:lnTo>
                  <a:lnTo>
                    <a:pt x="2445801" y="871176"/>
                  </a:lnTo>
                  <a:lnTo>
                    <a:pt x="2446428" y="875801"/>
                  </a:lnTo>
                  <a:lnTo>
                    <a:pt x="2447055" y="880518"/>
                  </a:lnTo>
                  <a:lnTo>
                    <a:pt x="2447681" y="885316"/>
                  </a:lnTo>
                  <a:lnTo>
                    <a:pt x="2448308" y="890203"/>
                  </a:lnTo>
                  <a:lnTo>
                    <a:pt x="2448934" y="895157"/>
                  </a:lnTo>
                  <a:lnTo>
                    <a:pt x="2449561" y="900141"/>
                  </a:lnTo>
                  <a:lnTo>
                    <a:pt x="2450187" y="905148"/>
                  </a:lnTo>
                  <a:lnTo>
                    <a:pt x="2450814" y="910167"/>
                  </a:lnTo>
                  <a:lnTo>
                    <a:pt x="2451440" y="915200"/>
                  </a:lnTo>
                  <a:lnTo>
                    <a:pt x="2452067" y="920263"/>
                  </a:lnTo>
                  <a:lnTo>
                    <a:pt x="2452694" y="925347"/>
                  </a:lnTo>
                  <a:lnTo>
                    <a:pt x="2453320" y="930450"/>
                  </a:lnTo>
                  <a:lnTo>
                    <a:pt x="2453947" y="935543"/>
                  </a:lnTo>
                  <a:lnTo>
                    <a:pt x="2454573" y="940569"/>
                  </a:lnTo>
                  <a:lnTo>
                    <a:pt x="2455200" y="945477"/>
                  </a:lnTo>
                  <a:lnTo>
                    <a:pt x="2455826" y="950234"/>
                  </a:lnTo>
                  <a:lnTo>
                    <a:pt x="2456453" y="954826"/>
                  </a:lnTo>
                  <a:lnTo>
                    <a:pt x="2457079" y="959240"/>
                  </a:lnTo>
                  <a:lnTo>
                    <a:pt x="2457706" y="963467"/>
                  </a:lnTo>
                  <a:lnTo>
                    <a:pt x="2458333" y="967506"/>
                  </a:lnTo>
                  <a:lnTo>
                    <a:pt x="2458959" y="971374"/>
                  </a:lnTo>
                  <a:lnTo>
                    <a:pt x="2459586" y="975088"/>
                  </a:lnTo>
                  <a:lnTo>
                    <a:pt x="2460212" y="978611"/>
                  </a:lnTo>
                  <a:lnTo>
                    <a:pt x="2460839" y="981931"/>
                  </a:lnTo>
                  <a:lnTo>
                    <a:pt x="2461465" y="985054"/>
                  </a:lnTo>
                  <a:lnTo>
                    <a:pt x="2462092" y="987980"/>
                  </a:lnTo>
                  <a:lnTo>
                    <a:pt x="2462718" y="990713"/>
                  </a:lnTo>
                  <a:lnTo>
                    <a:pt x="2463345" y="993240"/>
                  </a:lnTo>
                  <a:lnTo>
                    <a:pt x="2463972" y="995584"/>
                  </a:lnTo>
                  <a:lnTo>
                    <a:pt x="2464598" y="997776"/>
                  </a:lnTo>
                  <a:lnTo>
                    <a:pt x="2465225" y="999829"/>
                  </a:lnTo>
                  <a:lnTo>
                    <a:pt x="2465851" y="1001735"/>
                  </a:lnTo>
                  <a:lnTo>
                    <a:pt x="2466478" y="1003513"/>
                  </a:lnTo>
                  <a:lnTo>
                    <a:pt x="2467104" y="1005155"/>
                  </a:lnTo>
                  <a:lnTo>
                    <a:pt x="2467731" y="1006660"/>
                  </a:lnTo>
                  <a:lnTo>
                    <a:pt x="2468357" y="1008017"/>
                  </a:lnTo>
                  <a:lnTo>
                    <a:pt x="2468984" y="1009226"/>
                  </a:lnTo>
                  <a:lnTo>
                    <a:pt x="2469611" y="1010300"/>
                  </a:lnTo>
                  <a:lnTo>
                    <a:pt x="2470237" y="1011241"/>
                  </a:lnTo>
                  <a:lnTo>
                    <a:pt x="2470864" y="1012056"/>
                  </a:lnTo>
                  <a:lnTo>
                    <a:pt x="2471490" y="1012722"/>
                  </a:lnTo>
                  <a:lnTo>
                    <a:pt x="2472117" y="1013243"/>
                  </a:lnTo>
                  <a:lnTo>
                    <a:pt x="2472743" y="1013623"/>
                  </a:lnTo>
                  <a:lnTo>
                    <a:pt x="2473370" y="1013858"/>
                  </a:lnTo>
                  <a:lnTo>
                    <a:pt x="2473996" y="1013951"/>
                  </a:lnTo>
                  <a:lnTo>
                    <a:pt x="2474623" y="1013899"/>
                  </a:lnTo>
                  <a:lnTo>
                    <a:pt x="2475250" y="1013738"/>
                  </a:lnTo>
                  <a:lnTo>
                    <a:pt x="2475876" y="1013486"/>
                  </a:lnTo>
                  <a:lnTo>
                    <a:pt x="2476503" y="1013185"/>
                  </a:lnTo>
                  <a:lnTo>
                    <a:pt x="2477129" y="1012826"/>
                  </a:lnTo>
                  <a:lnTo>
                    <a:pt x="2477756" y="1012411"/>
                  </a:lnTo>
                  <a:lnTo>
                    <a:pt x="2478382" y="1011956"/>
                  </a:lnTo>
                  <a:lnTo>
                    <a:pt x="2479009" y="1011421"/>
                  </a:lnTo>
                  <a:lnTo>
                    <a:pt x="2479635" y="1010797"/>
                  </a:lnTo>
                  <a:lnTo>
                    <a:pt x="2480262" y="1010084"/>
                  </a:lnTo>
                  <a:lnTo>
                    <a:pt x="2480889" y="1009305"/>
                  </a:lnTo>
                  <a:lnTo>
                    <a:pt x="2481515" y="1008485"/>
                  </a:lnTo>
                  <a:lnTo>
                    <a:pt x="2482142" y="1007627"/>
                  </a:lnTo>
                  <a:lnTo>
                    <a:pt x="2482768" y="1006725"/>
                  </a:lnTo>
                  <a:lnTo>
                    <a:pt x="2483395" y="1005766"/>
                  </a:lnTo>
                  <a:lnTo>
                    <a:pt x="2484021" y="1004764"/>
                  </a:lnTo>
                  <a:lnTo>
                    <a:pt x="2484648" y="1003704"/>
                  </a:lnTo>
                  <a:lnTo>
                    <a:pt x="2485274" y="1002581"/>
                  </a:lnTo>
                  <a:lnTo>
                    <a:pt x="2485901" y="1001371"/>
                  </a:lnTo>
                  <a:lnTo>
                    <a:pt x="2486528" y="1000094"/>
                  </a:lnTo>
                  <a:lnTo>
                    <a:pt x="2487154" y="998762"/>
                  </a:lnTo>
                  <a:lnTo>
                    <a:pt x="2487781" y="997387"/>
                  </a:lnTo>
                  <a:lnTo>
                    <a:pt x="2488407" y="995994"/>
                  </a:lnTo>
                  <a:lnTo>
                    <a:pt x="2489034" y="994576"/>
                  </a:lnTo>
                  <a:lnTo>
                    <a:pt x="2489660" y="993110"/>
                  </a:lnTo>
                  <a:lnTo>
                    <a:pt x="2490287" y="991584"/>
                  </a:lnTo>
                  <a:lnTo>
                    <a:pt x="2490913" y="989978"/>
                  </a:lnTo>
                  <a:lnTo>
                    <a:pt x="2491540" y="988290"/>
                  </a:lnTo>
                  <a:lnTo>
                    <a:pt x="2492167" y="986538"/>
                  </a:lnTo>
                  <a:lnTo>
                    <a:pt x="2492793" y="984736"/>
                  </a:lnTo>
                  <a:lnTo>
                    <a:pt x="2493420" y="982858"/>
                  </a:lnTo>
                  <a:lnTo>
                    <a:pt x="2494046" y="980895"/>
                  </a:lnTo>
                  <a:lnTo>
                    <a:pt x="2494673" y="978841"/>
                  </a:lnTo>
                  <a:lnTo>
                    <a:pt x="2495299" y="976711"/>
                  </a:lnTo>
                  <a:lnTo>
                    <a:pt x="2495926" y="974501"/>
                  </a:lnTo>
                  <a:lnTo>
                    <a:pt x="2496552" y="972189"/>
                  </a:lnTo>
                  <a:lnTo>
                    <a:pt x="2497179" y="969763"/>
                  </a:lnTo>
                  <a:lnTo>
                    <a:pt x="2497806" y="967241"/>
                  </a:lnTo>
                  <a:lnTo>
                    <a:pt x="2498432" y="964620"/>
                  </a:lnTo>
                  <a:lnTo>
                    <a:pt x="2499059" y="961938"/>
                  </a:lnTo>
                  <a:lnTo>
                    <a:pt x="2499685" y="959200"/>
                  </a:lnTo>
                  <a:lnTo>
                    <a:pt x="2500312" y="956418"/>
                  </a:lnTo>
                  <a:lnTo>
                    <a:pt x="2500938" y="953588"/>
                  </a:lnTo>
                  <a:lnTo>
                    <a:pt x="2501565" y="950740"/>
                  </a:lnTo>
                  <a:lnTo>
                    <a:pt x="2502191" y="947881"/>
                  </a:lnTo>
                  <a:lnTo>
                    <a:pt x="2502818" y="945044"/>
                  </a:lnTo>
                  <a:lnTo>
                    <a:pt x="2503445" y="942238"/>
                  </a:lnTo>
                  <a:lnTo>
                    <a:pt x="2504071" y="939454"/>
                  </a:lnTo>
                  <a:lnTo>
                    <a:pt x="2504698" y="936683"/>
                  </a:lnTo>
                  <a:lnTo>
                    <a:pt x="2505324" y="933929"/>
                  </a:lnTo>
                  <a:lnTo>
                    <a:pt x="2505951" y="931209"/>
                  </a:lnTo>
                  <a:lnTo>
                    <a:pt x="2506577" y="928543"/>
                  </a:lnTo>
                  <a:lnTo>
                    <a:pt x="2507204" y="925905"/>
                  </a:lnTo>
                  <a:lnTo>
                    <a:pt x="2507830" y="923270"/>
                  </a:lnTo>
                  <a:lnTo>
                    <a:pt x="2508457" y="920610"/>
                  </a:lnTo>
                  <a:lnTo>
                    <a:pt x="2509084" y="917909"/>
                  </a:lnTo>
                  <a:lnTo>
                    <a:pt x="2509710" y="915154"/>
                  </a:lnTo>
                  <a:lnTo>
                    <a:pt x="2510337" y="912339"/>
                  </a:lnTo>
                  <a:lnTo>
                    <a:pt x="2510963" y="909479"/>
                  </a:lnTo>
                  <a:lnTo>
                    <a:pt x="2511590" y="906597"/>
                  </a:lnTo>
                  <a:lnTo>
                    <a:pt x="2512216" y="903678"/>
                  </a:lnTo>
                  <a:lnTo>
                    <a:pt x="2512843" y="900740"/>
                  </a:lnTo>
                  <a:lnTo>
                    <a:pt x="2513469" y="897769"/>
                  </a:lnTo>
                  <a:lnTo>
                    <a:pt x="2514096" y="894766"/>
                  </a:lnTo>
                  <a:lnTo>
                    <a:pt x="2514723" y="891723"/>
                  </a:lnTo>
                  <a:lnTo>
                    <a:pt x="2515349" y="888654"/>
                  </a:lnTo>
                  <a:lnTo>
                    <a:pt x="2515976" y="885541"/>
                  </a:lnTo>
                  <a:lnTo>
                    <a:pt x="2516602" y="882407"/>
                  </a:lnTo>
                  <a:lnTo>
                    <a:pt x="2517229" y="879293"/>
                  </a:lnTo>
                  <a:lnTo>
                    <a:pt x="2517855" y="876237"/>
                  </a:lnTo>
                  <a:lnTo>
                    <a:pt x="2518482" y="873273"/>
                  </a:lnTo>
                  <a:lnTo>
                    <a:pt x="2519108" y="870420"/>
                  </a:lnTo>
                  <a:lnTo>
                    <a:pt x="2519735" y="867704"/>
                  </a:lnTo>
                  <a:lnTo>
                    <a:pt x="2520362" y="865113"/>
                  </a:lnTo>
                  <a:lnTo>
                    <a:pt x="2520988" y="862670"/>
                  </a:lnTo>
                  <a:lnTo>
                    <a:pt x="2521615" y="860404"/>
                  </a:lnTo>
                  <a:lnTo>
                    <a:pt x="2522241" y="858327"/>
                  </a:lnTo>
                  <a:lnTo>
                    <a:pt x="2522868" y="856455"/>
                  </a:lnTo>
                  <a:lnTo>
                    <a:pt x="2523494" y="854818"/>
                  </a:lnTo>
                  <a:lnTo>
                    <a:pt x="2524121" y="853417"/>
                  </a:lnTo>
                  <a:lnTo>
                    <a:pt x="2524747" y="852248"/>
                  </a:lnTo>
                  <a:lnTo>
                    <a:pt x="2525374" y="851334"/>
                  </a:lnTo>
                  <a:lnTo>
                    <a:pt x="2526001" y="850693"/>
                  </a:lnTo>
                  <a:lnTo>
                    <a:pt x="2526627" y="850311"/>
                  </a:lnTo>
                  <a:lnTo>
                    <a:pt x="2527254" y="850183"/>
                  </a:lnTo>
                  <a:lnTo>
                    <a:pt x="2527880" y="850304"/>
                  </a:lnTo>
                  <a:lnTo>
                    <a:pt x="2528507" y="850684"/>
                  </a:lnTo>
                  <a:lnTo>
                    <a:pt x="2529133" y="851315"/>
                  </a:lnTo>
                  <a:lnTo>
                    <a:pt x="2529760" y="852198"/>
                  </a:lnTo>
                  <a:lnTo>
                    <a:pt x="2530386" y="853300"/>
                  </a:lnTo>
                  <a:lnTo>
                    <a:pt x="2531013" y="854588"/>
                  </a:lnTo>
                  <a:lnTo>
                    <a:pt x="2531640" y="856053"/>
                  </a:lnTo>
                  <a:lnTo>
                    <a:pt x="2532266" y="857692"/>
                  </a:lnTo>
                  <a:lnTo>
                    <a:pt x="2532893" y="859496"/>
                  </a:lnTo>
                  <a:lnTo>
                    <a:pt x="2533519" y="861450"/>
                  </a:lnTo>
                  <a:lnTo>
                    <a:pt x="2534146" y="863544"/>
                  </a:lnTo>
                  <a:lnTo>
                    <a:pt x="2534772" y="865765"/>
                  </a:lnTo>
                  <a:lnTo>
                    <a:pt x="2535399" y="868101"/>
                  </a:lnTo>
                  <a:lnTo>
                    <a:pt x="2536025" y="870548"/>
                  </a:lnTo>
                  <a:lnTo>
                    <a:pt x="2536652" y="873103"/>
                  </a:lnTo>
                  <a:lnTo>
                    <a:pt x="2537279" y="875756"/>
                  </a:lnTo>
                  <a:lnTo>
                    <a:pt x="2537905" y="878465"/>
                  </a:lnTo>
                  <a:lnTo>
                    <a:pt x="2538532" y="881199"/>
                  </a:lnTo>
                  <a:lnTo>
                    <a:pt x="2539158" y="883939"/>
                  </a:lnTo>
                  <a:lnTo>
                    <a:pt x="2539785" y="886681"/>
                  </a:lnTo>
                  <a:lnTo>
                    <a:pt x="2540411" y="889422"/>
                  </a:lnTo>
                  <a:lnTo>
                    <a:pt x="2541038" y="892160"/>
                  </a:lnTo>
                  <a:lnTo>
                    <a:pt x="2541664" y="894932"/>
                  </a:lnTo>
                  <a:lnTo>
                    <a:pt x="2542291" y="897758"/>
                  </a:lnTo>
                  <a:lnTo>
                    <a:pt x="2542918" y="900641"/>
                  </a:lnTo>
                  <a:lnTo>
                    <a:pt x="2543544" y="903587"/>
                  </a:lnTo>
                  <a:lnTo>
                    <a:pt x="2544171" y="906572"/>
                  </a:lnTo>
                  <a:lnTo>
                    <a:pt x="2544797" y="909570"/>
                  </a:lnTo>
                  <a:lnTo>
                    <a:pt x="2545424" y="912588"/>
                  </a:lnTo>
                  <a:lnTo>
                    <a:pt x="2546050" y="915616"/>
                  </a:lnTo>
                  <a:lnTo>
                    <a:pt x="2546677" y="918651"/>
                  </a:lnTo>
                  <a:lnTo>
                    <a:pt x="2547303" y="921703"/>
                  </a:lnTo>
                  <a:lnTo>
                    <a:pt x="2547930" y="924776"/>
                  </a:lnTo>
                  <a:lnTo>
                    <a:pt x="2548557" y="927887"/>
                  </a:lnTo>
                  <a:lnTo>
                    <a:pt x="2549183" y="931029"/>
                  </a:lnTo>
                  <a:lnTo>
                    <a:pt x="2549810" y="934184"/>
                  </a:lnTo>
                  <a:lnTo>
                    <a:pt x="2550436" y="937330"/>
                  </a:lnTo>
                  <a:lnTo>
                    <a:pt x="2551063" y="940450"/>
                  </a:lnTo>
                  <a:lnTo>
                    <a:pt x="2551689" y="943537"/>
                  </a:lnTo>
                  <a:lnTo>
                    <a:pt x="2552316" y="946607"/>
                  </a:lnTo>
                  <a:lnTo>
                    <a:pt x="2552942" y="949650"/>
                  </a:lnTo>
                  <a:lnTo>
                    <a:pt x="2553569" y="952673"/>
                  </a:lnTo>
                  <a:lnTo>
                    <a:pt x="2554196" y="955675"/>
                  </a:lnTo>
                  <a:lnTo>
                    <a:pt x="2554822" y="958649"/>
                  </a:lnTo>
                  <a:lnTo>
                    <a:pt x="2555449" y="961589"/>
                  </a:lnTo>
                  <a:lnTo>
                    <a:pt x="2556075" y="964516"/>
                  </a:lnTo>
                  <a:lnTo>
                    <a:pt x="2556702" y="967445"/>
                  </a:lnTo>
                  <a:lnTo>
                    <a:pt x="2557328" y="970379"/>
                  </a:lnTo>
                  <a:lnTo>
                    <a:pt x="2557955" y="973309"/>
                  </a:lnTo>
                  <a:lnTo>
                    <a:pt x="2558581" y="976242"/>
                  </a:lnTo>
                  <a:lnTo>
                    <a:pt x="2559208" y="979174"/>
                  </a:lnTo>
                  <a:lnTo>
                    <a:pt x="2559835" y="982117"/>
                  </a:lnTo>
                  <a:lnTo>
                    <a:pt x="2560461" y="985051"/>
                  </a:lnTo>
                  <a:lnTo>
                    <a:pt x="2561088" y="987965"/>
                  </a:lnTo>
                  <a:lnTo>
                    <a:pt x="2561714" y="990827"/>
                  </a:lnTo>
                  <a:lnTo>
                    <a:pt x="2562341" y="993651"/>
                  </a:lnTo>
                  <a:lnTo>
                    <a:pt x="2562967" y="996445"/>
                  </a:lnTo>
                  <a:lnTo>
                    <a:pt x="2563594" y="999211"/>
                  </a:lnTo>
                  <a:lnTo>
                    <a:pt x="2564220" y="1001950"/>
                  </a:lnTo>
                  <a:lnTo>
                    <a:pt x="2564847" y="1004657"/>
                  </a:lnTo>
                  <a:lnTo>
                    <a:pt x="2565474" y="1007312"/>
                  </a:lnTo>
                  <a:lnTo>
                    <a:pt x="2566100" y="1009920"/>
                  </a:lnTo>
                  <a:lnTo>
                    <a:pt x="2566727" y="1012470"/>
                  </a:lnTo>
                  <a:lnTo>
                    <a:pt x="2567353" y="1014971"/>
                  </a:lnTo>
                  <a:lnTo>
                    <a:pt x="2567980" y="1017413"/>
                  </a:lnTo>
                  <a:lnTo>
                    <a:pt x="2568606" y="1019769"/>
                  </a:lnTo>
                  <a:lnTo>
                    <a:pt x="2569233" y="1022011"/>
                  </a:lnTo>
                  <a:lnTo>
                    <a:pt x="2569859" y="1024180"/>
                  </a:lnTo>
                  <a:lnTo>
                    <a:pt x="2570486" y="1026298"/>
                  </a:lnTo>
                  <a:lnTo>
                    <a:pt x="2571113" y="1028364"/>
                  </a:lnTo>
                  <a:lnTo>
                    <a:pt x="2571739" y="1030404"/>
                  </a:lnTo>
                  <a:lnTo>
                    <a:pt x="2572366" y="1032411"/>
                  </a:lnTo>
                  <a:lnTo>
                    <a:pt x="2572992" y="1034386"/>
                  </a:lnTo>
                  <a:lnTo>
                    <a:pt x="2573619" y="1036301"/>
                  </a:lnTo>
                  <a:lnTo>
                    <a:pt x="2574245" y="1038122"/>
                  </a:lnTo>
                  <a:lnTo>
                    <a:pt x="2574872" y="1039849"/>
                  </a:lnTo>
                  <a:lnTo>
                    <a:pt x="2575498" y="1041447"/>
                  </a:lnTo>
                  <a:lnTo>
                    <a:pt x="2576125" y="1042942"/>
                  </a:lnTo>
                  <a:lnTo>
                    <a:pt x="2576752" y="1044355"/>
                  </a:lnTo>
                  <a:lnTo>
                    <a:pt x="2577378" y="1045691"/>
                  </a:lnTo>
                  <a:lnTo>
                    <a:pt x="2578005" y="1046978"/>
                  </a:lnTo>
                  <a:lnTo>
                    <a:pt x="2578631" y="1048246"/>
                  </a:lnTo>
                  <a:lnTo>
                    <a:pt x="2579258" y="1049477"/>
                  </a:lnTo>
                  <a:lnTo>
                    <a:pt x="2579884" y="1050637"/>
                  </a:lnTo>
                  <a:lnTo>
                    <a:pt x="2580511" y="1051729"/>
                  </a:lnTo>
                  <a:lnTo>
                    <a:pt x="2581137" y="1052737"/>
                  </a:lnTo>
                  <a:lnTo>
                    <a:pt x="2581764" y="1053665"/>
                  </a:lnTo>
                  <a:lnTo>
                    <a:pt x="2582391" y="1054508"/>
                  </a:lnTo>
                  <a:lnTo>
                    <a:pt x="2583017" y="1055274"/>
                  </a:lnTo>
                  <a:lnTo>
                    <a:pt x="2583644" y="1055967"/>
                  </a:lnTo>
                  <a:lnTo>
                    <a:pt x="2584270" y="1056588"/>
                  </a:lnTo>
                  <a:lnTo>
                    <a:pt x="2584897" y="1057140"/>
                  </a:lnTo>
                  <a:lnTo>
                    <a:pt x="2585523" y="1057597"/>
                  </a:lnTo>
                  <a:lnTo>
                    <a:pt x="2586150" y="1057929"/>
                  </a:lnTo>
                  <a:lnTo>
                    <a:pt x="2586776" y="1058135"/>
                  </a:lnTo>
                  <a:lnTo>
                    <a:pt x="2587403" y="1058204"/>
                  </a:lnTo>
                  <a:lnTo>
                    <a:pt x="2588030" y="1058111"/>
                  </a:lnTo>
                  <a:lnTo>
                    <a:pt x="2588656" y="1057853"/>
                  </a:lnTo>
                  <a:lnTo>
                    <a:pt x="2589283" y="1057457"/>
                  </a:lnTo>
                  <a:lnTo>
                    <a:pt x="2589909" y="1056919"/>
                  </a:lnTo>
                  <a:lnTo>
                    <a:pt x="2590536" y="1056241"/>
                  </a:lnTo>
                  <a:lnTo>
                    <a:pt x="2591162" y="1055436"/>
                  </a:lnTo>
                  <a:lnTo>
                    <a:pt x="2591789" y="1054502"/>
                  </a:lnTo>
                  <a:lnTo>
                    <a:pt x="2592415" y="1053445"/>
                  </a:lnTo>
                  <a:lnTo>
                    <a:pt x="2593042" y="1052289"/>
                  </a:lnTo>
                  <a:lnTo>
                    <a:pt x="2593668" y="1051059"/>
                  </a:lnTo>
                  <a:lnTo>
                    <a:pt x="2594295" y="1049749"/>
                  </a:lnTo>
                  <a:lnTo>
                    <a:pt x="2594922" y="1048352"/>
                  </a:lnTo>
                  <a:lnTo>
                    <a:pt x="2595548" y="1046866"/>
                  </a:lnTo>
                  <a:lnTo>
                    <a:pt x="2596175" y="1045307"/>
                  </a:lnTo>
                  <a:lnTo>
                    <a:pt x="2596801" y="1043692"/>
                  </a:lnTo>
                  <a:lnTo>
                    <a:pt x="2597428" y="1042035"/>
                  </a:lnTo>
                  <a:lnTo>
                    <a:pt x="2598054" y="1040333"/>
                  </a:lnTo>
                  <a:lnTo>
                    <a:pt x="2598681" y="1038596"/>
                  </a:lnTo>
                  <a:lnTo>
                    <a:pt x="2599307" y="1036808"/>
                  </a:lnTo>
                  <a:lnTo>
                    <a:pt x="2599934" y="1034992"/>
                  </a:lnTo>
                  <a:lnTo>
                    <a:pt x="2600561" y="1033183"/>
                  </a:lnTo>
                  <a:lnTo>
                    <a:pt x="2601187" y="1031406"/>
                  </a:lnTo>
                  <a:lnTo>
                    <a:pt x="2601814" y="1029681"/>
                  </a:lnTo>
                  <a:lnTo>
                    <a:pt x="2602440" y="1028018"/>
                  </a:lnTo>
                  <a:lnTo>
                    <a:pt x="2603067" y="1026428"/>
                  </a:lnTo>
                  <a:lnTo>
                    <a:pt x="2603693" y="1024914"/>
                  </a:lnTo>
                  <a:lnTo>
                    <a:pt x="2604320" y="1023496"/>
                  </a:lnTo>
                  <a:lnTo>
                    <a:pt x="2604946" y="1022180"/>
                  </a:lnTo>
                  <a:lnTo>
                    <a:pt x="2605573" y="1020947"/>
                  </a:lnTo>
                  <a:lnTo>
                    <a:pt x="2606200" y="1019818"/>
                  </a:lnTo>
                  <a:lnTo>
                    <a:pt x="2606826" y="1018830"/>
                  </a:lnTo>
                  <a:lnTo>
                    <a:pt x="2607453" y="1018055"/>
                  </a:lnTo>
                  <a:lnTo>
                    <a:pt x="2608079" y="1017481"/>
                  </a:lnTo>
                  <a:lnTo>
                    <a:pt x="2608706" y="1017100"/>
                  </a:lnTo>
                  <a:lnTo>
                    <a:pt x="2609332" y="1016911"/>
                  </a:lnTo>
                  <a:lnTo>
                    <a:pt x="2609959" y="1016883"/>
                  </a:lnTo>
                  <a:lnTo>
                    <a:pt x="2610585" y="1016986"/>
                  </a:lnTo>
                  <a:lnTo>
                    <a:pt x="2611212" y="1017205"/>
                  </a:lnTo>
                  <a:lnTo>
                    <a:pt x="2611839" y="1017545"/>
                  </a:lnTo>
                  <a:lnTo>
                    <a:pt x="2612465" y="1018007"/>
                  </a:lnTo>
                  <a:lnTo>
                    <a:pt x="2613092" y="1018578"/>
                  </a:lnTo>
                  <a:lnTo>
                    <a:pt x="2613718" y="1019259"/>
                  </a:lnTo>
                  <a:lnTo>
                    <a:pt x="2614345" y="1020050"/>
                  </a:lnTo>
                  <a:lnTo>
                    <a:pt x="2614971" y="1020957"/>
                  </a:lnTo>
                  <a:lnTo>
                    <a:pt x="2615598" y="1021971"/>
                  </a:lnTo>
                  <a:lnTo>
                    <a:pt x="2616224" y="1023059"/>
                  </a:lnTo>
                  <a:lnTo>
                    <a:pt x="2616851" y="1024203"/>
                  </a:lnTo>
                  <a:lnTo>
                    <a:pt x="2617478" y="1025429"/>
                  </a:lnTo>
                  <a:lnTo>
                    <a:pt x="2618104" y="1026754"/>
                  </a:lnTo>
                  <a:lnTo>
                    <a:pt x="2618731" y="1028176"/>
                  </a:lnTo>
                  <a:lnTo>
                    <a:pt x="2619357" y="1029688"/>
                  </a:lnTo>
                  <a:lnTo>
                    <a:pt x="2619984" y="1031306"/>
                  </a:lnTo>
                  <a:lnTo>
                    <a:pt x="2620610" y="1033008"/>
                  </a:lnTo>
                  <a:lnTo>
                    <a:pt x="2621237" y="1034772"/>
                  </a:lnTo>
                  <a:lnTo>
                    <a:pt x="2621863" y="1036588"/>
                  </a:lnTo>
                  <a:lnTo>
                    <a:pt x="2622490" y="1038468"/>
                  </a:lnTo>
                  <a:lnTo>
                    <a:pt x="2623117" y="1040370"/>
                  </a:lnTo>
                  <a:lnTo>
                    <a:pt x="2623743" y="1042284"/>
                  </a:lnTo>
                  <a:lnTo>
                    <a:pt x="2624370" y="1044207"/>
                  </a:lnTo>
                  <a:lnTo>
                    <a:pt x="2624996" y="1046134"/>
                  </a:lnTo>
                  <a:lnTo>
                    <a:pt x="2625623" y="1048068"/>
                  </a:lnTo>
                  <a:lnTo>
                    <a:pt x="2626249" y="1050004"/>
                  </a:lnTo>
                  <a:lnTo>
                    <a:pt x="2626876" y="1051936"/>
                  </a:lnTo>
                  <a:lnTo>
                    <a:pt x="2627502" y="1053863"/>
                  </a:lnTo>
                  <a:lnTo>
                    <a:pt x="2628129" y="1055761"/>
                  </a:lnTo>
                  <a:lnTo>
                    <a:pt x="2628756" y="1057617"/>
                  </a:lnTo>
                  <a:lnTo>
                    <a:pt x="2629382" y="1059429"/>
                  </a:lnTo>
                  <a:lnTo>
                    <a:pt x="2630009" y="1061195"/>
                  </a:lnTo>
                  <a:lnTo>
                    <a:pt x="2630635" y="1062904"/>
                  </a:lnTo>
                  <a:lnTo>
                    <a:pt x="2631262" y="1064603"/>
                  </a:lnTo>
                  <a:lnTo>
                    <a:pt x="2631888" y="1066302"/>
                  </a:lnTo>
                  <a:lnTo>
                    <a:pt x="2632515" y="1068000"/>
                  </a:lnTo>
                  <a:lnTo>
                    <a:pt x="2633141" y="1069706"/>
                  </a:lnTo>
                  <a:lnTo>
                    <a:pt x="2633768" y="1071417"/>
                  </a:lnTo>
                  <a:lnTo>
                    <a:pt x="2634395" y="1073101"/>
                  </a:lnTo>
                  <a:lnTo>
                    <a:pt x="2635021" y="1074748"/>
                  </a:lnTo>
                  <a:lnTo>
                    <a:pt x="2635648" y="1076353"/>
                  </a:lnTo>
                  <a:lnTo>
                    <a:pt x="2636274" y="1077909"/>
                  </a:lnTo>
                  <a:lnTo>
                    <a:pt x="2636901" y="1079424"/>
                  </a:lnTo>
                  <a:lnTo>
                    <a:pt x="2637527" y="1080937"/>
                  </a:lnTo>
                  <a:lnTo>
                    <a:pt x="2638154" y="1082448"/>
                  </a:lnTo>
                  <a:lnTo>
                    <a:pt x="2638780" y="1083946"/>
                  </a:lnTo>
                  <a:lnTo>
                    <a:pt x="2639407" y="1085379"/>
                  </a:lnTo>
                  <a:lnTo>
                    <a:pt x="2640034" y="1086739"/>
                  </a:lnTo>
                  <a:lnTo>
                    <a:pt x="2640660" y="1088011"/>
                  </a:lnTo>
                  <a:lnTo>
                    <a:pt x="2641287" y="1089180"/>
                  </a:lnTo>
                  <a:lnTo>
                    <a:pt x="2641913" y="1090264"/>
                  </a:lnTo>
                  <a:lnTo>
                    <a:pt x="2642540" y="1091291"/>
                  </a:lnTo>
                  <a:lnTo>
                    <a:pt x="2643166" y="1092267"/>
                  </a:lnTo>
                  <a:lnTo>
                    <a:pt x="2643793" y="1093213"/>
                  </a:lnTo>
                  <a:lnTo>
                    <a:pt x="2644419" y="1094147"/>
                  </a:lnTo>
                  <a:lnTo>
                    <a:pt x="2645046" y="1095086"/>
                  </a:lnTo>
                  <a:lnTo>
                    <a:pt x="2645673" y="1096034"/>
                  </a:lnTo>
                  <a:lnTo>
                    <a:pt x="2646299" y="1096980"/>
                  </a:lnTo>
                  <a:lnTo>
                    <a:pt x="2646926" y="1097900"/>
                  </a:lnTo>
                  <a:lnTo>
                    <a:pt x="2647552" y="1098768"/>
                  </a:lnTo>
                  <a:lnTo>
                    <a:pt x="2648179" y="1099631"/>
                  </a:lnTo>
                  <a:lnTo>
                    <a:pt x="2648805" y="1100516"/>
                  </a:lnTo>
                  <a:lnTo>
                    <a:pt x="2649432" y="1101423"/>
                  </a:lnTo>
                  <a:lnTo>
                    <a:pt x="2650058" y="1102342"/>
                  </a:lnTo>
                  <a:lnTo>
                    <a:pt x="2650685" y="1103268"/>
                  </a:lnTo>
                  <a:lnTo>
                    <a:pt x="2651312" y="1104185"/>
                  </a:lnTo>
                  <a:lnTo>
                    <a:pt x="2651938" y="1105063"/>
                  </a:lnTo>
                  <a:lnTo>
                    <a:pt x="2652565" y="1105917"/>
                  </a:lnTo>
                  <a:lnTo>
                    <a:pt x="2653191" y="1106746"/>
                  </a:lnTo>
                  <a:lnTo>
                    <a:pt x="2653818" y="1107559"/>
                  </a:lnTo>
                  <a:lnTo>
                    <a:pt x="2654444" y="1108338"/>
                  </a:lnTo>
                  <a:lnTo>
                    <a:pt x="2655071" y="1109120"/>
                  </a:lnTo>
                  <a:lnTo>
                    <a:pt x="2655697" y="1109914"/>
                  </a:lnTo>
                  <a:lnTo>
                    <a:pt x="2656324" y="1110726"/>
                  </a:lnTo>
                  <a:lnTo>
                    <a:pt x="2656951" y="1111560"/>
                  </a:lnTo>
                  <a:lnTo>
                    <a:pt x="2657577" y="1112418"/>
                  </a:lnTo>
                  <a:lnTo>
                    <a:pt x="2658204" y="1113300"/>
                  </a:lnTo>
                  <a:lnTo>
                    <a:pt x="2658830" y="1114211"/>
                  </a:lnTo>
                  <a:lnTo>
                    <a:pt x="2659457" y="1115145"/>
                  </a:lnTo>
                  <a:lnTo>
                    <a:pt x="2660083" y="1116119"/>
                  </a:lnTo>
                  <a:lnTo>
                    <a:pt x="2660710" y="1117151"/>
                  </a:lnTo>
                  <a:lnTo>
                    <a:pt x="2661336" y="1118235"/>
                  </a:lnTo>
                  <a:lnTo>
                    <a:pt x="2661963" y="1119396"/>
                  </a:lnTo>
                  <a:lnTo>
                    <a:pt x="2662590" y="1120629"/>
                  </a:lnTo>
                  <a:lnTo>
                    <a:pt x="2663216" y="1121932"/>
                  </a:lnTo>
                  <a:lnTo>
                    <a:pt x="2663843" y="1123296"/>
                  </a:lnTo>
                  <a:lnTo>
                    <a:pt x="2664469" y="1124705"/>
                  </a:lnTo>
                  <a:lnTo>
                    <a:pt x="2665096" y="1126156"/>
                  </a:lnTo>
                  <a:lnTo>
                    <a:pt x="2665722" y="1127639"/>
                  </a:lnTo>
                  <a:lnTo>
                    <a:pt x="2666349" y="1129160"/>
                  </a:lnTo>
                  <a:lnTo>
                    <a:pt x="2666975" y="1130705"/>
                  </a:lnTo>
                  <a:lnTo>
                    <a:pt x="2667602" y="1132256"/>
                  </a:lnTo>
                  <a:lnTo>
                    <a:pt x="2668229" y="1133818"/>
                  </a:lnTo>
                  <a:lnTo>
                    <a:pt x="2668855" y="1135368"/>
                  </a:lnTo>
                  <a:lnTo>
                    <a:pt x="2669482" y="1136864"/>
                  </a:lnTo>
                  <a:lnTo>
                    <a:pt x="2670108" y="1138259"/>
                  </a:lnTo>
                  <a:lnTo>
                    <a:pt x="2670735" y="1139549"/>
                  </a:lnTo>
                  <a:lnTo>
                    <a:pt x="2671361" y="1140752"/>
                  </a:lnTo>
                  <a:lnTo>
                    <a:pt x="2671988" y="1141884"/>
                  </a:lnTo>
                  <a:lnTo>
                    <a:pt x="2672614" y="1142934"/>
                  </a:lnTo>
                  <a:lnTo>
                    <a:pt x="2673241" y="1143908"/>
                  </a:lnTo>
                  <a:lnTo>
                    <a:pt x="2673868" y="1144824"/>
                  </a:lnTo>
                  <a:lnTo>
                    <a:pt x="2674494" y="1145664"/>
                  </a:lnTo>
                  <a:lnTo>
                    <a:pt x="2675121" y="1146420"/>
                  </a:lnTo>
                  <a:lnTo>
                    <a:pt x="2675747" y="1147102"/>
                  </a:lnTo>
                  <a:lnTo>
                    <a:pt x="2676374" y="1147689"/>
                  </a:lnTo>
                  <a:lnTo>
                    <a:pt x="2677000" y="1148187"/>
                  </a:lnTo>
                  <a:lnTo>
                    <a:pt x="2677627" y="1148595"/>
                  </a:lnTo>
                  <a:lnTo>
                    <a:pt x="2678253" y="1148931"/>
                  </a:lnTo>
                  <a:lnTo>
                    <a:pt x="2678880" y="1149219"/>
                  </a:lnTo>
                  <a:lnTo>
                    <a:pt x="2679507" y="1149484"/>
                  </a:lnTo>
                  <a:lnTo>
                    <a:pt x="2680133" y="1149687"/>
                  </a:lnTo>
                  <a:lnTo>
                    <a:pt x="2680760" y="1149789"/>
                  </a:lnTo>
                  <a:lnTo>
                    <a:pt x="2681386" y="1149782"/>
                  </a:lnTo>
                  <a:lnTo>
                    <a:pt x="2682013" y="1149699"/>
                  </a:lnTo>
                  <a:lnTo>
                    <a:pt x="2682639" y="1149538"/>
                  </a:lnTo>
                  <a:lnTo>
                    <a:pt x="2683266" y="1149317"/>
                  </a:lnTo>
                  <a:lnTo>
                    <a:pt x="2683892" y="1149054"/>
                  </a:lnTo>
                  <a:lnTo>
                    <a:pt x="2684519" y="1148765"/>
                  </a:lnTo>
                  <a:lnTo>
                    <a:pt x="2685146" y="1148438"/>
                  </a:lnTo>
                  <a:lnTo>
                    <a:pt x="2685772" y="1148111"/>
                  </a:lnTo>
                  <a:lnTo>
                    <a:pt x="2686399" y="1147794"/>
                  </a:lnTo>
                  <a:lnTo>
                    <a:pt x="2687025" y="1147474"/>
                  </a:lnTo>
                  <a:lnTo>
                    <a:pt x="2687652" y="1147121"/>
                  </a:lnTo>
                  <a:lnTo>
                    <a:pt x="2688278" y="1146732"/>
                  </a:lnTo>
                  <a:lnTo>
                    <a:pt x="2688905" y="1146305"/>
                  </a:lnTo>
                  <a:lnTo>
                    <a:pt x="2689531" y="1145847"/>
                  </a:lnTo>
                  <a:lnTo>
                    <a:pt x="2690158" y="1145359"/>
                  </a:lnTo>
                  <a:lnTo>
                    <a:pt x="2690785" y="1144867"/>
                  </a:lnTo>
                  <a:lnTo>
                    <a:pt x="2691411" y="1144376"/>
                  </a:lnTo>
                  <a:lnTo>
                    <a:pt x="2692038" y="1143892"/>
                  </a:lnTo>
                  <a:lnTo>
                    <a:pt x="2692664" y="1143411"/>
                  </a:lnTo>
                  <a:lnTo>
                    <a:pt x="2693291" y="1142956"/>
                  </a:lnTo>
                  <a:lnTo>
                    <a:pt x="2693917" y="1142501"/>
                  </a:lnTo>
                  <a:lnTo>
                    <a:pt x="2694544" y="1142075"/>
                  </a:lnTo>
                  <a:lnTo>
                    <a:pt x="2695170" y="1141647"/>
                  </a:lnTo>
                  <a:lnTo>
                    <a:pt x="2695797" y="1141214"/>
                  </a:lnTo>
                  <a:lnTo>
                    <a:pt x="2696424" y="1140786"/>
                  </a:lnTo>
                  <a:lnTo>
                    <a:pt x="2697050" y="1140357"/>
                  </a:lnTo>
                  <a:lnTo>
                    <a:pt x="2697677" y="1139930"/>
                  </a:lnTo>
                  <a:lnTo>
                    <a:pt x="2698303" y="1139513"/>
                  </a:lnTo>
                  <a:lnTo>
                    <a:pt x="2698930" y="1139128"/>
                  </a:lnTo>
                  <a:lnTo>
                    <a:pt x="2699556" y="1138801"/>
                  </a:lnTo>
                  <a:lnTo>
                    <a:pt x="2700183" y="1138507"/>
                  </a:lnTo>
                  <a:lnTo>
                    <a:pt x="2700809" y="1138252"/>
                  </a:lnTo>
                  <a:lnTo>
                    <a:pt x="2701436" y="1138045"/>
                  </a:lnTo>
                  <a:lnTo>
                    <a:pt x="2702063" y="1137919"/>
                  </a:lnTo>
                  <a:lnTo>
                    <a:pt x="2702689" y="1137868"/>
                  </a:lnTo>
                  <a:lnTo>
                    <a:pt x="2703316" y="1137877"/>
                  </a:lnTo>
                  <a:lnTo>
                    <a:pt x="2703942" y="1137919"/>
                  </a:lnTo>
                  <a:lnTo>
                    <a:pt x="2704569" y="1138013"/>
                  </a:lnTo>
                  <a:lnTo>
                    <a:pt x="2705195" y="1138139"/>
                  </a:lnTo>
                  <a:lnTo>
                    <a:pt x="2705822" y="1138291"/>
                  </a:lnTo>
                  <a:lnTo>
                    <a:pt x="2706448" y="1138495"/>
                  </a:lnTo>
                  <a:lnTo>
                    <a:pt x="2707075" y="1138747"/>
                  </a:lnTo>
                  <a:lnTo>
                    <a:pt x="2707702" y="1139035"/>
                  </a:lnTo>
                  <a:lnTo>
                    <a:pt x="2708328" y="1139350"/>
                  </a:lnTo>
                  <a:lnTo>
                    <a:pt x="2708955" y="1139676"/>
                  </a:lnTo>
                  <a:lnTo>
                    <a:pt x="2709581" y="1140010"/>
                  </a:lnTo>
                  <a:lnTo>
                    <a:pt x="2710208" y="1140357"/>
                  </a:lnTo>
                  <a:lnTo>
                    <a:pt x="2710834" y="1140667"/>
                  </a:lnTo>
                  <a:lnTo>
                    <a:pt x="2711461" y="1140940"/>
                  </a:lnTo>
                  <a:lnTo>
                    <a:pt x="2712087" y="1141188"/>
                  </a:lnTo>
                  <a:lnTo>
                    <a:pt x="2712714" y="1141430"/>
                  </a:lnTo>
                  <a:lnTo>
                    <a:pt x="2713341" y="1141685"/>
                  </a:lnTo>
                  <a:lnTo>
                    <a:pt x="2713967" y="1141948"/>
                  </a:lnTo>
                  <a:lnTo>
                    <a:pt x="2714594" y="1142237"/>
                  </a:lnTo>
                  <a:lnTo>
                    <a:pt x="2715220" y="1142551"/>
                  </a:lnTo>
                  <a:lnTo>
                    <a:pt x="2715847" y="1142871"/>
                  </a:lnTo>
                  <a:lnTo>
                    <a:pt x="2716473" y="1143169"/>
                  </a:lnTo>
                  <a:lnTo>
                    <a:pt x="2717100" y="1143436"/>
                  </a:lnTo>
                  <a:lnTo>
                    <a:pt x="2717726" y="1143617"/>
                  </a:lnTo>
                  <a:lnTo>
                    <a:pt x="2718353" y="1143692"/>
                  </a:lnTo>
                  <a:lnTo>
                    <a:pt x="2718980" y="1143674"/>
                  </a:lnTo>
                  <a:lnTo>
                    <a:pt x="2719606" y="1143591"/>
                  </a:lnTo>
                  <a:lnTo>
                    <a:pt x="2720233" y="1143464"/>
                  </a:lnTo>
                  <a:lnTo>
                    <a:pt x="2720859" y="1143291"/>
                  </a:lnTo>
                  <a:lnTo>
                    <a:pt x="2721486" y="1143059"/>
                  </a:lnTo>
                  <a:lnTo>
                    <a:pt x="2722112" y="1142760"/>
                  </a:lnTo>
                  <a:lnTo>
                    <a:pt x="2722739" y="1142374"/>
                  </a:lnTo>
                  <a:lnTo>
                    <a:pt x="2723365" y="1141865"/>
                  </a:lnTo>
                  <a:lnTo>
                    <a:pt x="2723992" y="1141210"/>
                  </a:lnTo>
                  <a:lnTo>
                    <a:pt x="2724619" y="1140390"/>
                  </a:lnTo>
                  <a:lnTo>
                    <a:pt x="2725245" y="1139406"/>
                  </a:lnTo>
                  <a:lnTo>
                    <a:pt x="2725872" y="1138262"/>
                  </a:lnTo>
                  <a:lnTo>
                    <a:pt x="2726498" y="1136946"/>
                  </a:lnTo>
                  <a:lnTo>
                    <a:pt x="2727125" y="1135469"/>
                  </a:lnTo>
                  <a:lnTo>
                    <a:pt x="2727751" y="1133830"/>
                  </a:lnTo>
                  <a:lnTo>
                    <a:pt x="2728378" y="1132021"/>
                  </a:lnTo>
                  <a:lnTo>
                    <a:pt x="2729004" y="1130042"/>
                  </a:lnTo>
                  <a:lnTo>
                    <a:pt x="2729631" y="1127893"/>
                  </a:lnTo>
                  <a:lnTo>
                    <a:pt x="2730258" y="1125585"/>
                  </a:lnTo>
                  <a:lnTo>
                    <a:pt x="2730884" y="1123126"/>
                  </a:lnTo>
                  <a:lnTo>
                    <a:pt x="2731511" y="1120501"/>
                  </a:lnTo>
                  <a:lnTo>
                    <a:pt x="2732137" y="1117729"/>
                  </a:lnTo>
                  <a:lnTo>
                    <a:pt x="2732764" y="1114836"/>
                  </a:lnTo>
                  <a:lnTo>
                    <a:pt x="2733390" y="1111847"/>
                  </a:lnTo>
                  <a:lnTo>
                    <a:pt x="2734017" y="1108764"/>
                  </a:lnTo>
                  <a:lnTo>
                    <a:pt x="2734643" y="1105587"/>
                  </a:lnTo>
                  <a:lnTo>
                    <a:pt x="2735270" y="1102341"/>
                  </a:lnTo>
                  <a:lnTo>
                    <a:pt x="2735897" y="1099069"/>
                  </a:lnTo>
                  <a:lnTo>
                    <a:pt x="2736523" y="1095780"/>
                  </a:lnTo>
                  <a:lnTo>
                    <a:pt x="2737150" y="1092492"/>
                  </a:lnTo>
                  <a:lnTo>
                    <a:pt x="2737776" y="1089210"/>
                  </a:lnTo>
                  <a:lnTo>
                    <a:pt x="2738403" y="1085921"/>
                  </a:lnTo>
                  <a:lnTo>
                    <a:pt x="2739029" y="1082635"/>
                  </a:lnTo>
                  <a:lnTo>
                    <a:pt x="2739656" y="1079343"/>
                  </a:lnTo>
                  <a:lnTo>
                    <a:pt x="2740282" y="1076047"/>
                  </a:lnTo>
                  <a:lnTo>
                    <a:pt x="2740909" y="1072778"/>
                  </a:lnTo>
                  <a:lnTo>
                    <a:pt x="2741536" y="1069539"/>
                  </a:lnTo>
                  <a:lnTo>
                    <a:pt x="2742162" y="1066318"/>
                  </a:lnTo>
                  <a:lnTo>
                    <a:pt x="2742789" y="1063161"/>
                  </a:lnTo>
                  <a:lnTo>
                    <a:pt x="2743415" y="1060078"/>
                  </a:lnTo>
                  <a:lnTo>
                    <a:pt x="2744042" y="1057050"/>
                  </a:lnTo>
                  <a:lnTo>
                    <a:pt x="2744668" y="1054065"/>
                  </a:lnTo>
                  <a:lnTo>
                    <a:pt x="2745295" y="1051107"/>
                  </a:lnTo>
                  <a:lnTo>
                    <a:pt x="2745921" y="1048170"/>
                  </a:lnTo>
                  <a:lnTo>
                    <a:pt x="2746548" y="1045249"/>
                  </a:lnTo>
                  <a:lnTo>
                    <a:pt x="2747175" y="1042330"/>
                  </a:lnTo>
                  <a:lnTo>
                    <a:pt x="2747801" y="1039428"/>
                  </a:lnTo>
                  <a:lnTo>
                    <a:pt x="2748428" y="1036560"/>
                  </a:lnTo>
                  <a:lnTo>
                    <a:pt x="2749054" y="1033747"/>
                  </a:lnTo>
                  <a:lnTo>
                    <a:pt x="2749681" y="1031018"/>
                  </a:lnTo>
                  <a:lnTo>
                    <a:pt x="2750307" y="1028403"/>
                  </a:lnTo>
                  <a:lnTo>
                    <a:pt x="2750934" y="1025899"/>
                  </a:lnTo>
                  <a:lnTo>
                    <a:pt x="2751560" y="1023488"/>
                  </a:lnTo>
                  <a:lnTo>
                    <a:pt x="2752187" y="1021147"/>
                  </a:lnTo>
                  <a:lnTo>
                    <a:pt x="2752814" y="1018875"/>
                  </a:lnTo>
                  <a:lnTo>
                    <a:pt x="2753440" y="1016675"/>
                  </a:lnTo>
                  <a:lnTo>
                    <a:pt x="2754067" y="1014554"/>
                  </a:lnTo>
                  <a:lnTo>
                    <a:pt x="2754693" y="1012515"/>
                  </a:lnTo>
                  <a:lnTo>
                    <a:pt x="2755320" y="1010581"/>
                  </a:lnTo>
                  <a:lnTo>
                    <a:pt x="2755946" y="1008735"/>
                  </a:lnTo>
                  <a:lnTo>
                    <a:pt x="2756573" y="1006980"/>
                  </a:lnTo>
                  <a:lnTo>
                    <a:pt x="2757199" y="1005287"/>
                  </a:lnTo>
                  <a:lnTo>
                    <a:pt x="2757826" y="1003659"/>
                  </a:lnTo>
                  <a:lnTo>
                    <a:pt x="2758453" y="1002086"/>
                  </a:lnTo>
                  <a:lnTo>
                    <a:pt x="2759079" y="1000559"/>
                  </a:lnTo>
                  <a:lnTo>
                    <a:pt x="2759706" y="999090"/>
                  </a:lnTo>
                  <a:lnTo>
                    <a:pt x="2760332" y="997665"/>
                  </a:lnTo>
                  <a:lnTo>
                    <a:pt x="2760959" y="996304"/>
                  </a:lnTo>
                  <a:lnTo>
                    <a:pt x="2761585" y="995005"/>
                  </a:lnTo>
                  <a:lnTo>
                    <a:pt x="2762212" y="993753"/>
                  </a:lnTo>
                  <a:lnTo>
                    <a:pt x="2762838" y="992558"/>
                  </a:lnTo>
                  <a:lnTo>
                    <a:pt x="2763465" y="991430"/>
                  </a:lnTo>
                  <a:lnTo>
                    <a:pt x="2764092" y="990360"/>
                  </a:lnTo>
                  <a:lnTo>
                    <a:pt x="2764718" y="989328"/>
                  </a:lnTo>
                  <a:lnTo>
                    <a:pt x="2765345" y="988348"/>
                  </a:lnTo>
                  <a:lnTo>
                    <a:pt x="2765971" y="987440"/>
                  </a:lnTo>
                  <a:lnTo>
                    <a:pt x="2766598" y="986602"/>
                  </a:lnTo>
                  <a:lnTo>
                    <a:pt x="2767224" y="985800"/>
                  </a:lnTo>
                  <a:lnTo>
                    <a:pt x="2767851" y="985026"/>
                  </a:lnTo>
                  <a:lnTo>
                    <a:pt x="2768477" y="984271"/>
                  </a:lnTo>
                  <a:lnTo>
                    <a:pt x="2769104" y="983508"/>
                  </a:lnTo>
                  <a:lnTo>
                    <a:pt x="2769731" y="982749"/>
                  </a:lnTo>
                  <a:lnTo>
                    <a:pt x="2770357" y="981972"/>
                  </a:lnTo>
                  <a:lnTo>
                    <a:pt x="2770984" y="981190"/>
                  </a:lnTo>
                  <a:lnTo>
                    <a:pt x="2771610" y="980408"/>
                  </a:lnTo>
                  <a:lnTo>
                    <a:pt x="2772237" y="979625"/>
                  </a:lnTo>
                  <a:lnTo>
                    <a:pt x="2772863" y="978805"/>
                  </a:lnTo>
                  <a:lnTo>
                    <a:pt x="2773490" y="977988"/>
                  </a:lnTo>
                  <a:lnTo>
                    <a:pt x="2774116" y="977180"/>
                  </a:lnTo>
                  <a:lnTo>
                    <a:pt x="2774743" y="976357"/>
                  </a:lnTo>
                  <a:lnTo>
                    <a:pt x="2775370" y="975523"/>
                  </a:lnTo>
                  <a:lnTo>
                    <a:pt x="2775996" y="974673"/>
                  </a:lnTo>
                  <a:lnTo>
                    <a:pt x="2776623" y="973815"/>
                  </a:lnTo>
                  <a:lnTo>
                    <a:pt x="2777249" y="972943"/>
                  </a:lnTo>
                  <a:lnTo>
                    <a:pt x="2777876" y="972039"/>
                  </a:lnTo>
                  <a:lnTo>
                    <a:pt x="2778502" y="971118"/>
                  </a:lnTo>
                  <a:lnTo>
                    <a:pt x="2779129" y="970185"/>
                  </a:lnTo>
                  <a:lnTo>
                    <a:pt x="2779755" y="969264"/>
                  </a:lnTo>
                  <a:lnTo>
                    <a:pt x="2780382" y="968372"/>
                  </a:lnTo>
                  <a:lnTo>
                    <a:pt x="2781009" y="967539"/>
                  </a:lnTo>
                  <a:lnTo>
                    <a:pt x="2781635" y="966747"/>
                  </a:lnTo>
                  <a:lnTo>
                    <a:pt x="2782262" y="965978"/>
                  </a:lnTo>
                  <a:lnTo>
                    <a:pt x="2782888" y="965217"/>
                  </a:lnTo>
                  <a:lnTo>
                    <a:pt x="2783515" y="964473"/>
                  </a:lnTo>
                  <a:lnTo>
                    <a:pt x="2784141" y="963755"/>
                  </a:lnTo>
                  <a:lnTo>
                    <a:pt x="2784768" y="963075"/>
                  </a:lnTo>
                  <a:lnTo>
                    <a:pt x="2785394" y="962453"/>
                  </a:lnTo>
                  <a:lnTo>
                    <a:pt x="2786021" y="961943"/>
                  </a:lnTo>
                  <a:lnTo>
                    <a:pt x="2786648" y="961572"/>
                  </a:lnTo>
                  <a:lnTo>
                    <a:pt x="2787274" y="961374"/>
                  </a:lnTo>
                  <a:lnTo>
                    <a:pt x="2787901" y="961365"/>
                  </a:lnTo>
                  <a:lnTo>
                    <a:pt x="2788527" y="961543"/>
                  </a:lnTo>
                  <a:lnTo>
                    <a:pt x="2789154" y="961890"/>
                  </a:lnTo>
                  <a:lnTo>
                    <a:pt x="2789780" y="962383"/>
                  </a:lnTo>
                  <a:lnTo>
                    <a:pt x="2790407" y="963016"/>
                  </a:lnTo>
                  <a:lnTo>
                    <a:pt x="2791033" y="963788"/>
                  </a:lnTo>
                  <a:lnTo>
                    <a:pt x="2791660" y="964697"/>
                  </a:lnTo>
                  <a:lnTo>
                    <a:pt x="2792287" y="965782"/>
                  </a:lnTo>
                  <a:lnTo>
                    <a:pt x="2792913" y="967038"/>
                  </a:lnTo>
                  <a:lnTo>
                    <a:pt x="2793540" y="968449"/>
                  </a:lnTo>
                  <a:lnTo>
                    <a:pt x="2794166" y="970020"/>
                  </a:lnTo>
                  <a:lnTo>
                    <a:pt x="2794793" y="971738"/>
                  </a:lnTo>
                  <a:lnTo>
                    <a:pt x="2795419" y="973565"/>
                  </a:lnTo>
                  <a:lnTo>
                    <a:pt x="2796046" y="975494"/>
                  </a:lnTo>
                  <a:lnTo>
                    <a:pt x="2796672" y="977510"/>
                  </a:lnTo>
                  <a:lnTo>
                    <a:pt x="2797299" y="979584"/>
                  </a:lnTo>
                  <a:lnTo>
                    <a:pt x="2797926" y="981721"/>
                  </a:lnTo>
                  <a:lnTo>
                    <a:pt x="2798552" y="983911"/>
                  </a:lnTo>
                  <a:lnTo>
                    <a:pt x="2799179" y="986163"/>
                  </a:lnTo>
                  <a:lnTo>
                    <a:pt x="2799805" y="988434"/>
                  </a:lnTo>
                  <a:lnTo>
                    <a:pt x="2800432" y="990721"/>
                  </a:lnTo>
                  <a:lnTo>
                    <a:pt x="2801058" y="992999"/>
                  </a:lnTo>
                  <a:lnTo>
                    <a:pt x="2801685" y="995243"/>
                  </a:lnTo>
                  <a:lnTo>
                    <a:pt x="2802311" y="997454"/>
                  </a:lnTo>
                  <a:lnTo>
                    <a:pt x="2802938" y="999630"/>
                  </a:lnTo>
                  <a:lnTo>
                    <a:pt x="2803565" y="1001750"/>
                  </a:lnTo>
                  <a:lnTo>
                    <a:pt x="2804191" y="1003813"/>
                  </a:lnTo>
                  <a:lnTo>
                    <a:pt x="2804818" y="1005831"/>
                  </a:lnTo>
                  <a:lnTo>
                    <a:pt x="2805444" y="1007748"/>
                  </a:lnTo>
                  <a:lnTo>
                    <a:pt x="2806071" y="1009583"/>
                  </a:lnTo>
                  <a:lnTo>
                    <a:pt x="2806697" y="1011336"/>
                  </a:lnTo>
                  <a:lnTo>
                    <a:pt x="2807324" y="1012987"/>
                  </a:lnTo>
                  <a:lnTo>
                    <a:pt x="2807950" y="1014547"/>
                  </a:lnTo>
                  <a:lnTo>
                    <a:pt x="2808577" y="1016023"/>
                  </a:lnTo>
                  <a:lnTo>
                    <a:pt x="2809204" y="1017427"/>
                  </a:lnTo>
                  <a:lnTo>
                    <a:pt x="2809830" y="1018774"/>
                  </a:lnTo>
                  <a:lnTo>
                    <a:pt x="2810457" y="1020044"/>
                  </a:lnTo>
                  <a:lnTo>
                    <a:pt x="2811083" y="1021243"/>
                  </a:lnTo>
                  <a:lnTo>
                    <a:pt x="2811710" y="1022345"/>
                  </a:lnTo>
                  <a:lnTo>
                    <a:pt x="2812336" y="1023345"/>
                  </a:lnTo>
                  <a:lnTo>
                    <a:pt x="2812963" y="1024211"/>
                  </a:lnTo>
                  <a:lnTo>
                    <a:pt x="2813589" y="1024946"/>
                  </a:lnTo>
                  <a:lnTo>
                    <a:pt x="2814216" y="1025575"/>
                  </a:lnTo>
                  <a:lnTo>
                    <a:pt x="2814843" y="1026124"/>
                  </a:lnTo>
                  <a:lnTo>
                    <a:pt x="2815469" y="1026587"/>
                  </a:lnTo>
                  <a:lnTo>
                    <a:pt x="2816096" y="1026984"/>
                  </a:lnTo>
                  <a:lnTo>
                    <a:pt x="2816722" y="1027298"/>
                  </a:lnTo>
                  <a:lnTo>
                    <a:pt x="2817349" y="1027501"/>
                  </a:lnTo>
                  <a:lnTo>
                    <a:pt x="2817975" y="1027534"/>
                  </a:lnTo>
                  <a:lnTo>
                    <a:pt x="2818602" y="1027415"/>
                  </a:lnTo>
                  <a:lnTo>
                    <a:pt x="2819228" y="1027135"/>
                  </a:lnTo>
                  <a:lnTo>
                    <a:pt x="2819855" y="1026712"/>
                  </a:lnTo>
                  <a:lnTo>
                    <a:pt x="2820482" y="1026168"/>
                  </a:lnTo>
                  <a:lnTo>
                    <a:pt x="2821108" y="1025531"/>
                  </a:lnTo>
                  <a:lnTo>
                    <a:pt x="2821735" y="1024836"/>
                  </a:lnTo>
                  <a:lnTo>
                    <a:pt x="2822361" y="1024073"/>
                  </a:lnTo>
                  <a:lnTo>
                    <a:pt x="2822988" y="1023266"/>
                  </a:lnTo>
                  <a:lnTo>
                    <a:pt x="2823614" y="1022390"/>
                  </a:lnTo>
                  <a:lnTo>
                    <a:pt x="2824241" y="1021416"/>
                  </a:lnTo>
                  <a:lnTo>
                    <a:pt x="2824867" y="1020335"/>
                  </a:lnTo>
                  <a:lnTo>
                    <a:pt x="2825494" y="1019148"/>
                  </a:lnTo>
                  <a:lnTo>
                    <a:pt x="2826121" y="1017839"/>
                  </a:lnTo>
                  <a:lnTo>
                    <a:pt x="2826747" y="1016436"/>
                  </a:lnTo>
                  <a:lnTo>
                    <a:pt x="2827374" y="1014989"/>
                  </a:lnTo>
                  <a:lnTo>
                    <a:pt x="2828000" y="1013501"/>
                  </a:lnTo>
                  <a:lnTo>
                    <a:pt x="2828627" y="1011957"/>
                  </a:lnTo>
                  <a:lnTo>
                    <a:pt x="2829253" y="1010366"/>
                  </a:lnTo>
                  <a:lnTo>
                    <a:pt x="2829880" y="1008719"/>
                  </a:lnTo>
                  <a:lnTo>
                    <a:pt x="2830506" y="1007024"/>
                  </a:lnTo>
                  <a:lnTo>
                    <a:pt x="2831133" y="1005257"/>
                  </a:lnTo>
                  <a:lnTo>
                    <a:pt x="2831759" y="1003457"/>
                  </a:lnTo>
                  <a:lnTo>
                    <a:pt x="2832386" y="1001614"/>
                  </a:lnTo>
                  <a:lnTo>
                    <a:pt x="2833013" y="999777"/>
                  </a:lnTo>
                  <a:lnTo>
                    <a:pt x="2833639" y="997954"/>
                  </a:lnTo>
                  <a:lnTo>
                    <a:pt x="2834266" y="996150"/>
                  </a:lnTo>
                  <a:lnTo>
                    <a:pt x="2834892" y="994370"/>
                  </a:lnTo>
                  <a:lnTo>
                    <a:pt x="2835519" y="992642"/>
                  </a:lnTo>
                  <a:lnTo>
                    <a:pt x="2836145" y="990951"/>
                  </a:lnTo>
                  <a:lnTo>
                    <a:pt x="2836772" y="989270"/>
                  </a:lnTo>
                  <a:lnTo>
                    <a:pt x="2837398" y="987632"/>
                  </a:lnTo>
                  <a:lnTo>
                    <a:pt x="2838025" y="986008"/>
                  </a:lnTo>
                  <a:lnTo>
                    <a:pt x="2838652" y="984413"/>
                  </a:lnTo>
                  <a:lnTo>
                    <a:pt x="2839278" y="982874"/>
                  </a:lnTo>
                  <a:lnTo>
                    <a:pt x="2839905" y="981397"/>
                  </a:lnTo>
                  <a:lnTo>
                    <a:pt x="2840531" y="980017"/>
                  </a:lnTo>
                  <a:lnTo>
                    <a:pt x="2841158" y="978704"/>
                  </a:lnTo>
                  <a:lnTo>
                    <a:pt x="2841784" y="977461"/>
                  </a:lnTo>
                  <a:lnTo>
                    <a:pt x="2842411" y="976297"/>
                  </a:lnTo>
                  <a:lnTo>
                    <a:pt x="2843037" y="975218"/>
                  </a:lnTo>
                  <a:lnTo>
                    <a:pt x="2843664" y="974196"/>
                  </a:lnTo>
                  <a:lnTo>
                    <a:pt x="2844291" y="973228"/>
                  </a:lnTo>
                  <a:lnTo>
                    <a:pt x="2844917" y="972345"/>
                  </a:lnTo>
                  <a:lnTo>
                    <a:pt x="2845544" y="971556"/>
                  </a:lnTo>
                  <a:lnTo>
                    <a:pt x="2846170" y="970845"/>
                  </a:lnTo>
                  <a:lnTo>
                    <a:pt x="2846797" y="970194"/>
                  </a:lnTo>
                  <a:lnTo>
                    <a:pt x="2847423" y="969651"/>
                  </a:lnTo>
                  <a:lnTo>
                    <a:pt x="2848050" y="969177"/>
                  </a:lnTo>
                  <a:lnTo>
                    <a:pt x="2848676" y="968749"/>
                  </a:lnTo>
                  <a:lnTo>
                    <a:pt x="2849303" y="968376"/>
                  </a:lnTo>
                  <a:lnTo>
                    <a:pt x="2849930" y="968050"/>
                  </a:lnTo>
                  <a:lnTo>
                    <a:pt x="2850556" y="967712"/>
                  </a:lnTo>
                  <a:lnTo>
                    <a:pt x="2851183" y="967352"/>
                  </a:lnTo>
                  <a:lnTo>
                    <a:pt x="2851809" y="966992"/>
                  </a:lnTo>
                  <a:lnTo>
                    <a:pt x="2852436" y="966633"/>
                  </a:lnTo>
                  <a:lnTo>
                    <a:pt x="2853062" y="966278"/>
                  </a:lnTo>
                  <a:lnTo>
                    <a:pt x="2853689" y="965926"/>
                  </a:lnTo>
                  <a:lnTo>
                    <a:pt x="2854315" y="965585"/>
                  </a:lnTo>
                  <a:lnTo>
                    <a:pt x="2854942" y="965228"/>
                  </a:lnTo>
                  <a:lnTo>
                    <a:pt x="2855569" y="964853"/>
                  </a:lnTo>
                  <a:lnTo>
                    <a:pt x="2856195" y="964478"/>
                  </a:lnTo>
                  <a:lnTo>
                    <a:pt x="2856822" y="964103"/>
                  </a:lnTo>
                  <a:lnTo>
                    <a:pt x="2857448" y="963706"/>
                  </a:lnTo>
                  <a:lnTo>
                    <a:pt x="2858075" y="963309"/>
                  </a:lnTo>
                  <a:lnTo>
                    <a:pt x="2858701" y="962878"/>
                  </a:lnTo>
                  <a:lnTo>
                    <a:pt x="2859328" y="962412"/>
                  </a:lnTo>
                  <a:lnTo>
                    <a:pt x="2859954" y="961925"/>
                  </a:lnTo>
                  <a:lnTo>
                    <a:pt x="2860581" y="961428"/>
                  </a:lnTo>
                  <a:lnTo>
                    <a:pt x="2861208" y="960910"/>
                  </a:lnTo>
                  <a:lnTo>
                    <a:pt x="2861834" y="960358"/>
                  </a:lnTo>
                  <a:lnTo>
                    <a:pt x="2862461" y="959805"/>
                  </a:lnTo>
                  <a:lnTo>
                    <a:pt x="2863087" y="959264"/>
                  </a:lnTo>
                  <a:lnTo>
                    <a:pt x="2863714" y="958749"/>
                  </a:lnTo>
                  <a:lnTo>
                    <a:pt x="2864340" y="958245"/>
                  </a:lnTo>
                  <a:lnTo>
                    <a:pt x="2864967" y="957760"/>
                  </a:lnTo>
                  <a:lnTo>
                    <a:pt x="2865593" y="957298"/>
                  </a:lnTo>
                  <a:lnTo>
                    <a:pt x="2866220" y="956833"/>
                  </a:lnTo>
                  <a:lnTo>
                    <a:pt x="2866847" y="956377"/>
                  </a:lnTo>
                  <a:lnTo>
                    <a:pt x="2867473" y="955912"/>
                  </a:lnTo>
                  <a:lnTo>
                    <a:pt x="2868100" y="955459"/>
                  </a:lnTo>
                  <a:lnTo>
                    <a:pt x="2868726" y="954998"/>
                  </a:lnTo>
                  <a:lnTo>
                    <a:pt x="2869353" y="954534"/>
                  </a:lnTo>
                  <a:lnTo>
                    <a:pt x="2869979" y="954071"/>
                  </a:lnTo>
                  <a:lnTo>
                    <a:pt x="2870606" y="953617"/>
                  </a:lnTo>
                  <a:lnTo>
                    <a:pt x="2871232" y="953144"/>
                  </a:lnTo>
                  <a:lnTo>
                    <a:pt x="2871859" y="952640"/>
                  </a:lnTo>
                  <a:lnTo>
                    <a:pt x="2872486" y="952070"/>
                  </a:lnTo>
                  <a:lnTo>
                    <a:pt x="2873112" y="951485"/>
                  </a:lnTo>
                  <a:lnTo>
                    <a:pt x="2873739" y="950904"/>
                  </a:lnTo>
                  <a:lnTo>
                    <a:pt x="2874365" y="950315"/>
                  </a:lnTo>
                  <a:lnTo>
                    <a:pt x="2874992" y="949676"/>
                  </a:lnTo>
                  <a:lnTo>
                    <a:pt x="2875618" y="949043"/>
                  </a:lnTo>
                  <a:lnTo>
                    <a:pt x="2876245" y="948421"/>
                  </a:lnTo>
                  <a:lnTo>
                    <a:pt x="2876871" y="947797"/>
                  </a:lnTo>
                  <a:lnTo>
                    <a:pt x="2877498" y="947155"/>
                  </a:lnTo>
                  <a:lnTo>
                    <a:pt x="2878125" y="946498"/>
                  </a:lnTo>
                  <a:lnTo>
                    <a:pt x="2878751" y="945815"/>
                  </a:lnTo>
                  <a:lnTo>
                    <a:pt x="2879378" y="945090"/>
                  </a:lnTo>
                  <a:lnTo>
                    <a:pt x="2880004" y="944346"/>
                  </a:lnTo>
                  <a:lnTo>
                    <a:pt x="2880631" y="943592"/>
                  </a:lnTo>
                  <a:lnTo>
                    <a:pt x="2881257" y="942817"/>
                  </a:lnTo>
                  <a:lnTo>
                    <a:pt x="2881884" y="942039"/>
                  </a:lnTo>
                  <a:lnTo>
                    <a:pt x="2882510" y="941278"/>
                  </a:lnTo>
                  <a:lnTo>
                    <a:pt x="2883137" y="940518"/>
                  </a:lnTo>
                  <a:lnTo>
                    <a:pt x="2883764" y="939726"/>
                  </a:lnTo>
                  <a:lnTo>
                    <a:pt x="2884390" y="938893"/>
                  </a:lnTo>
                  <a:lnTo>
                    <a:pt x="2885017" y="938032"/>
                  </a:lnTo>
                  <a:lnTo>
                    <a:pt x="2885643" y="937146"/>
                  </a:lnTo>
                  <a:lnTo>
                    <a:pt x="2886270" y="936252"/>
                  </a:lnTo>
                  <a:lnTo>
                    <a:pt x="2886896" y="935357"/>
                  </a:lnTo>
                  <a:lnTo>
                    <a:pt x="2887523" y="934481"/>
                  </a:lnTo>
                  <a:lnTo>
                    <a:pt x="2888149" y="933637"/>
                  </a:lnTo>
                  <a:lnTo>
                    <a:pt x="2888776" y="932814"/>
                  </a:lnTo>
                  <a:lnTo>
                    <a:pt x="2889403" y="932022"/>
                  </a:lnTo>
                  <a:lnTo>
                    <a:pt x="2890029" y="931260"/>
                  </a:lnTo>
                  <a:lnTo>
                    <a:pt x="2890656" y="930521"/>
                  </a:lnTo>
                  <a:lnTo>
                    <a:pt x="2891282" y="929795"/>
                  </a:lnTo>
                  <a:lnTo>
                    <a:pt x="2891909" y="929069"/>
                  </a:lnTo>
                  <a:lnTo>
                    <a:pt x="2892535" y="928351"/>
                  </a:lnTo>
                  <a:lnTo>
                    <a:pt x="2893162" y="927658"/>
                  </a:lnTo>
                  <a:lnTo>
                    <a:pt x="2893788" y="926989"/>
                  </a:lnTo>
                  <a:lnTo>
                    <a:pt x="2894415" y="926308"/>
                  </a:lnTo>
                  <a:lnTo>
                    <a:pt x="2895042" y="925595"/>
                  </a:lnTo>
                  <a:lnTo>
                    <a:pt x="2895668" y="924843"/>
                  </a:lnTo>
                  <a:lnTo>
                    <a:pt x="2896295" y="924082"/>
                  </a:lnTo>
                  <a:lnTo>
                    <a:pt x="2896921" y="923303"/>
                  </a:lnTo>
                  <a:lnTo>
                    <a:pt x="2897548" y="922506"/>
                  </a:lnTo>
                  <a:lnTo>
                    <a:pt x="2898174" y="921719"/>
                  </a:lnTo>
                  <a:lnTo>
                    <a:pt x="2898801" y="920931"/>
                  </a:lnTo>
                  <a:lnTo>
                    <a:pt x="2899427" y="920172"/>
                  </a:lnTo>
                  <a:lnTo>
                    <a:pt x="2900054" y="919440"/>
                  </a:lnTo>
                  <a:lnTo>
                    <a:pt x="2900681" y="918777"/>
                  </a:lnTo>
                  <a:lnTo>
                    <a:pt x="2901307" y="918172"/>
                  </a:lnTo>
                  <a:lnTo>
                    <a:pt x="2901934" y="917608"/>
                  </a:lnTo>
                  <a:lnTo>
                    <a:pt x="2902560" y="917081"/>
                  </a:lnTo>
                  <a:lnTo>
                    <a:pt x="2903187" y="916581"/>
                  </a:lnTo>
                  <a:lnTo>
                    <a:pt x="2903813" y="916141"/>
                  </a:lnTo>
                  <a:lnTo>
                    <a:pt x="2904440" y="915780"/>
                  </a:lnTo>
                  <a:lnTo>
                    <a:pt x="2905066" y="915479"/>
                  </a:lnTo>
                  <a:lnTo>
                    <a:pt x="2905693" y="915192"/>
                  </a:lnTo>
                  <a:lnTo>
                    <a:pt x="2906320" y="914931"/>
                  </a:lnTo>
                  <a:lnTo>
                    <a:pt x="2906946" y="914699"/>
                  </a:lnTo>
                  <a:lnTo>
                    <a:pt x="2907573" y="914432"/>
                  </a:lnTo>
                  <a:lnTo>
                    <a:pt x="2908199" y="914120"/>
                  </a:lnTo>
                  <a:lnTo>
                    <a:pt x="2908826" y="913744"/>
                  </a:lnTo>
                  <a:lnTo>
                    <a:pt x="2909452" y="913314"/>
                  </a:lnTo>
                  <a:lnTo>
                    <a:pt x="2910079" y="912807"/>
                  </a:lnTo>
                  <a:lnTo>
                    <a:pt x="2910705" y="912246"/>
                  </a:lnTo>
                  <a:lnTo>
                    <a:pt x="2911332" y="911629"/>
                  </a:lnTo>
                  <a:lnTo>
                    <a:pt x="2911959" y="910943"/>
                  </a:lnTo>
                  <a:lnTo>
                    <a:pt x="2912585" y="910201"/>
                  </a:lnTo>
                  <a:lnTo>
                    <a:pt x="2913212" y="909433"/>
                  </a:lnTo>
                  <a:lnTo>
                    <a:pt x="2913838" y="908635"/>
                  </a:lnTo>
                  <a:lnTo>
                    <a:pt x="2914465" y="907819"/>
                  </a:lnTo>
                  <a:lnTo>
                    <a:pt x="2915091" y="906994"/>
                  </a:lnTo>
                  <a:lnTo>
                    <a:pt x="2915718" y="906164"/>
                  </a:lnTo>
                  <a:lnTo>
                    <a:pt x="2916344" y="905354"/>
                  </a:lnTo>
                  <a:lnTo>
                    <a:pt x="2916971" y="904554"/>
                  </a:lnTo>
                  <a:lnTo>
                    <a:pt x="2917598" y="903751"/>
                  </a:lnTo>
                  <a:lnTo>
                    <a:pt x="2918224" y="902922"/>
                  </a:lnTo>
                  <a:lnTo>
                    <a:pt x="2918851" y="902098"/>
                  </a:lnTo>
                  <a:lnTo>
                    <a:pt x="2919477" y="901271"/>
                  </a:lnTo>
                  <a:lnTo>
                    <a:pt x="2920104" y="900454"/>
                  </a:lnTo>
                  <a:lnTo>
                    <a:pt x="2920730" y="899676"/>
                  </a:lnTo>
                  <a:lnTo>
                    <a:pt x="2921357" y="898963"/>
                  </a:lnTo>
                  <a:lnTo>
                    <a:pt x="2921983" y="898318"/>
                  </a:lnTo>
                  <a:lnTo>
                    <a:pt x="2922610" y="897759"/>
                  </a:lnTo>
                  <a:lnTo>
                    <a:pt x="2923237" y="897288"/>
                  </a:lnTo>
                  <a:lnTo>
                    <a:pt x="2923863" y="896913"/>
                  </a:lnTo>
                  <a:lnTo>
                    <a:pt x="2924490" y="896641"/>
                  </a:lnTo>
                  <a:lnTo>
                    <a:pt x="2925116" y="896471"/>
                  </a:lnTo>
                  <a:lnTo>
                    <a:pt x="2925743" y="896417"/>
                  </a:lnTo>
                  <a:lnTo>
                    <a:pt x="2926369" y="896525"/>
                  </a:lnTo>
                  <a:lnTo>
                    <a:pt x="2926996" y="896851"/>
                  </a:lnTo>
                  <a:lnTo>
                    <a:pt x="2927622" y="897384"/>
                  </a:lnTo>
                  <a:lnTo>
                    <a:pt x="2928249" y="898109"/>
                  </a:lnTo>
                  <a:lnTo>
                    <a:pt x="2928876" y="899052"/>
                  </a:lnTo>
                  <a:lnTo>
                    <a:pt x="2929502" y="900193"/>
                  </a:lnTo>
                  <a:lnTo>
                    <a:pt x="2930129" y="901518"/>
                  </a:lnTo>
                  <a:lnTo>
                    <a:pt x="2930755" y="903033"/>
                  </a:lnTo>
                  <a:lnTo>
                    <a:pt x="2931382" y="904732"/>
                  </a:lnTo>
                  <a:lnTo>
                    <a:pt x="2932008" y="906612"/>
                  </a:lnTo>
                  <a:lnTo>
                    <a:pt x="2932635" y="908673"/>
                  </a:lnTo>
                  <a:lnTo>
                    <a:pt x="2933261" y="910877"/>
                  </a:lnTo>
                  <a:lnTo>
                    <a:pt x="2933888" y="913253"/>
                  </a:lnTo>
                  <a:lnTo>
                    <a:pt x="2934515" y="915813"/>
                  </a:lnTo>
                  <a:lnTo>
                    <a:pt x="2935141" y="918575"/>
                  </a:lnTo>
                  <a:lnTo>
                    <a:pt x="2935768" y="921472"/>
                  </a:lnTo>
                  <a:lnTo>
                    <a:pt x="2936394" y="924463"/>
                  </a:lnTo>
                  <a:lnTo>
                    <a:pt x="2937021" y="927548"/>
                  </a:lnTo>
                  <a:lnTo>
                    <a:pt x="2937647" y="930764"/>
                  </a:lnTo>
                  <a:lnTo>
                    <a:pt x="2938274" y="934065"/>
                  </a:lnTo>
                  <a:lnTo>
                    <a:pt x="2938900" y="937472"/>
                  </a:lnTo>
                  <a:lnTo>
                    <a:pt x="2939527" y="940999"/>
                  </a:lnTo>
                  <a:lnTo>
                    <a:pt x="2940154" y="944648"/>
                  </a:lnTo>
                  <a:lnTo>
                    <a:pt x="2940780" y="948433"/>
                  </a:lnTo>
                  <a:lnTo>
                    <a:pt x="2941407" y="952352"/>
                  </a:lnTo>
                  <a:lnTo>
                    <a:pt x="2942033" y="956399"/>
                  </a:lnTo>
                  <a:lnTo>
                    <a:pt x="2942660" y="960590"/>
                  </a:lnTo>
                  <a:lnTo>
                    <a:pt x="2943286" y="964932"/>
                  </a:lnTo>
                  <a:lnTo>
                    <a:pt x="2943913" y="969425"/>
                  </a:lnTo>
                  <a:lnTo>
                    <a:pt x="2944539" y="974063"/>
                  </a:lnTo>
                  <a:lnTo>
                    <a:pt x="2945166" y="978841"/>
                  </a:lnTo>
                  <a:lnTo>
                    <a:pt x="2945793" y="983758"/>
                  </a:lnTo>
                  <a:lnTo>
                    <a:pt x="2946419" y="988797"/>
                  </a:lnTo>
                  <a:lnTo>
                    <a:pt x="2947046" y="993927"/>
                  </a:lnTo>
                  <a:lnTo>
                    <a:pt x="2947672" y="999163"/>
                  </a:lnTo>
                  <a:lnTo>
                    <a:pt x="2948299" y="1004491"/>
                  </a:lnTo>
                  <a:lnTo>
                    <a:pt x="2948925" y="1009876"/>
                  </a:lnTo>
                  <a:lnTo>
                    <a:pt x="2949552" y="1015328"/>
                  </a:lnTo>
                  <a:lnTo>
                    <a:pt x="2950178" y="1020824"/>
                  </a:lnTo>
                  <a:lnTo>
                    <a:pt x="2950805" y="1026301"/>
                  </a:lnTo>
                  <a:lnTo>
                    <a:pt x="2951432" y="1031788"/>
                  </a:lnTo>
                  <a:lnTo>
                    <a:pt x="2952058" y="1037250"/>
                  </a:lnTo>
                  <a:lnTo>
                    <a:pt x="2952685" y="1042642"/>
                  </a:lnTo>
                  <a:lnTo>
                    <a:pt x="2953311" y="1047964"/>
                  </a:lnTo>
                  <a:lnTo>
                    <a:pt x="2953938" y="1053220"/>
                  </a:lnTo>
                  <a:lnTo>
                    <a:pt x="2954564" y="1058407"/>
                  </a:lnTo>
                  <a:lnTo>
                    <a:pt x="2955191" y="1063516"/>
                  </a:lnTo>
                  <a:lnTo>
                    <a:pt x="2955817" y="1068527"/>
                  </a:lnTo>
                  <a:lnTo>
                    <a:pt x="2956444" y="1073458"/>
                  </a:lnTo>
                  <a:lnTo>
                    <a:pt x="2957071" y="1078302"/>
                  </a:lnTo>
                  <a:lnTo>
                    <a:pt x="2957697" y="1083039"/>
                  </a:lnTo>
                  <a:lnTo>
                    <a:pt x="2958324" y="1087627"/>
                  </a:lnTo>
                  <a:lnTo>
                    <a:pt x="2958950" y="1092024"/>
                  </a:lnTo>
                  <a:lnTo>
                    <a:pt x="2959577" y="1096246"/>
                  </a:lnTo>
                  <a:lnTo>
                    <a:pt x="2960203" y="1100292"/>
                  </a:lnTo>
                  <a:lnTo>
                    <a:pt x="2960830" y="1104138"/>
                  </a:lnTo>
                  <a:lnTo>
                    <a:pt x="2961456" y="1107808"/>
                  </a:lnTo>
                  <a:lnTo>
                    <a:pt x="2962083" y="1111302"/>
                  </a:lnTo>
                  <a:lnTo>
                    <a:pt x="2962710" y="1114580"/>
                  </a:lnTo>
                  <a:lnTo>
                    <a:pt x="2963336" y="1117624"/>
                  </a:lnTo>
                  <a:lnTo>
                    <a:pt x="2963963" y="1120431"/>
                  </a:lnTo>
                  <a:lnTo>
                    <a:pt x="2964589" y="1122992"/>
                  </a:lnTo>
                  <a:lnTo>
                    <a:pt x="2965216" y="1125351"/>
                  </a:lnTo>
                  <a:lnTo>
                    <a:pt x="2965842" y="1127488"/>
                  </a:lnTo>
                  <a:lnTo>
                    <a:pt x="2966469" y="1129403"/>
                  </a:lnTo>
                  <a:lnTo>
                    <a:pt x="2967095" y="1131069"/>
                  </a:lnTo>
                  <a:lnTo>
                    <a:pt x="2967722" y="1132519"/>
                  </a:lnTo>
                  <a:lnTo>
                    <a:pt x="2968349" y="1133786"/>
                  </a:lnTo>
                  <a:lnTo>
                    <a:pt x="2968975" y="1134869"/>
                  </a:lnTo>
                  <a:lnTo>
                    <a:pt x="2969602" y="1135796"/>
                  </a:lnTo>
                  <a:lnTo>
                    <a:pt x="2970228" y="1136609"/>
                  </a:lnTo>
                  <a:lnTo>
                    <a:pt x="2970855" y="1137295"/>
                  </a:lnTo>
                  <a:lnTo>
                    <a:pt x="2971481" y="1137888"/>
                  </a:lnTo>
                  <a:lnTo>
                    <a:pt x="2972108" y="1138392"/>
                  </a:lnTo>
                  <a:lnTo>
                    <a:pt x="2972734" y="1138799"/>
                  </a:lnTo>
                  <a:lnTo>
                    <a:pt x="2973361" y="1139116"/>
                  </a:lnTo>
                  <a:lnTo>
                    <a:pt x="2973988" y="1139337"/>
                  </a:lnTo>
                  <a:lnTo>
                    <a:pt x="2974614" y="1139431"/>
                  </a:lnTo>
                  <a:lnTo>
                    <a:pt x="2975241" y="1139381"/>
                  </a:lnTo>
                  <a:lnTo>
                    <a:pt x="2975867" y="1139213"/>
                  </a:lnTo>
                  <a:lnTo>
                    <a:pt x="2976494" y="1138937"/>
                  </a:lnTo>
                  <a:lnTo>
                    <a:pt x="2977120" y="1138526"/>
                  </a:lnTo>
                  <a:lnTo>
                    <a:pt x="2977747" y="1137988"/>
                  </a:lnTo>
                  <a:lnTo>
                    <a:pt x="2978373" y="1137341"/>
                  </a:lnTo>
                  <a:lnTo>
                    <a:pt x="2979000" y="1136585"/>
                  </a:lnTo>
                  <a:lnTo>
                    <a:pt x="2979627" y="1135724"/>
                  </a:lnTo>
                  <a:lnTo>
                    <a:pt x="2980253" y="1134757"/>
                  </a:lnTo>
                  <a:lnTo>
                    <a:pt x="2980880" y="1133764"/>
                  </a:lnTo>
                  <a:lnTo>
                    <a:pt x="2981506" y="1132724"/>
                  </a:lnTo>
                  <a:lnTo>
                    <a:pt x="2982133" y="1131673"/>
                  </a:lnTo>
                  <a:lnTo>
                    <a:pt x="2982759" y="1130635"/>
                  </a:lnTo>
                  <a:lnTo>
                    <a:pt x="2983386" y="1129568"/>
                  </a:lnTo>
                  <a:lnTo>
                    <a:pt x="2984012" y="1128478"/>
                  </a:lnTo>
                  <a:lnTo>
                    <a:pt x="2984639" y="1127363"/>
                  </a:lnTo>
                  <a:lnTo>
                    <a:pt x="2985266" y="1126186"/>
                  </a:lnTo>
                  <a:lnTo>
                    <a:pt x="2985892" y="1124921"/>
                  </a:lnTo>
                  <a:lnTo>
                    <a:pt x="2986519" y="1123579"/>
                  </a:lnTo>
                  <a:lnTo>
                    <a:pt x="2987145" y="1122145"/>
                  </a:lnTo>
                  <a:lnTo>
                    <a:pt x="2987772" y="1120628"/>
                  </a:lnTo>
                  <a:lnTo>
                    <a:pt x="2988398" y="1119008"/>
                  </a:lnTo>
                  <a:lnTo>
                    <a:pt x="2989025" y="1117241"/>
                  </a:lnTo>
                  <a:lnTo>
                    <a:pt x="2989651" y="1115322"/>
                  </a:lnTo>
                  <a:lnTo>
                    <a:pt x="2990278" y="1113247"/>
                  </a:lnTo>
                  <a:lnTo>
                    <a:pt x="2990905" y="1111031"/>
                  </a:lnTo>
                  <a:lnTo>
                    <a:pt x="2991531" y="1108663"/>
                  </a:lnTo>
                  <a:lnTo>
                    <a:pt x="2992158" y="1106154"/>
                  </a:lnTo>
                  <a:lnTo>
                    <a:pt x="2992784" y="1103515"/>
                  </a:lnTo>
                  <a:lnTo>
                    <a:pt x="2993411" y="1100748"/>
                  </a:lnTo>
                  <a:lnTo>
                    <a:pt x="2994037" y="1097897"/>
                  </a:lnTo>
                  <a:lnTo>
                    <a:pt x="2994664" y="1095002"/>
                  </a:lnTo>
                  <a:lnTo>
                    <a:pt x="2995290" y="1092084"/>
                  </a:lnTo>
                  <a:lnTo>
                    <a:pt x="2995917" y="1089161"/>
                  </a:lnTo>
                  <a:lnTo>
                    <a:pt x="2996544" y="1086221"/>
                  </a:lnTo>
                  <a:lnTo>
                    <a:pt x="2997170" y="1083236"/>
                  </a:lnTo>
                  <a:lnTo>
                    <a:pt x="2997797" y="1080190"/>
                  </a:lnTo>
                  <a:lnTo>
                    <a:pt x="2998423" y="1077105"/>
                  </a:lnTo>
                  <a:lnTo>
                    <a:pt x="2999050" y="1074001"/>
                  </a:lnTo>
                  <a:lnTo>
                    <a:pt x="2999676" y="1070887"/>
                  </a:lnTo>
                  <a:lnTo>
                    <a:pt x="3000303" y="1067771"/>
                  </a:lnTo>
                  <a:lnTo>
                    <a:pt x="3000929" y="1064654"/>
                  </a:lnTo>
                  <a:lnTo>
                    <a:pt x="3001556" y="1061500"/>
                  </a:lnTo>
                  <a:lnTo>
                    <a:pt x="3002183" y="1058300"/>
                  </a:lnTo>
                  <a:lnTo>
                    <a:pt x="3002809" y="1055067"/>
                  </a:lnTo>
                  <a:lnTo>
                    <a:pt x="3003436" y="1051774"/>
                  </a:lnTo>
                  <a:lnTo>
                    <a:pt x="3004062" y="1048409"/>
                  </a:lnTo>
                  <a:lnTo>
                    <a:pt x="3004689" y="1044983"/>
                  </a:lnTo>
                  <a:lnTo>
                    <a:pt x="3005315" y="1041463"/>
                  </a:lnTo>
                  <a:lnTo>
                    <a:pt x="3005942" y="1037888"/>
                  </a:lnTo>
                  <a:lnTo>
                    <a:pt x="3006568" y="1034291"/>
                  </a:lnTo>
                  <a:lnTo>
                    <a:pt x="3007195" y="1030684"/>
                  </a:lnTo>
                  <a:lnTo>
                    <a:pt x="3007822" y="1027032"/>
                  </a:lnTo>
                  <a:lnTo>
                    <a:pt x="3008448" y="1023337"/>
                  </a:lnTo>
                  <a:lnTo>
                    <a:pt x="3009075" y="1019641"/>
                  </a:lnTo>
                  <a:lnTo>
                    <a:pt x="3009701" y="1015944"/>
                  </a:lnTo>
                  <a:lnTo>
                    <a:pt x="3010328" y="1012223"/>
                  </a:lnTo>
                  <a:lnTo>
                    <a:pt x="3010954" y="1008489"/>
                  </a:lnTo>
                  <a:lnTo>
                    <a:pt x="3011581" y="1004742"/>
                  </a:lnTo>
                  <a:lnTo>
                    <a:pt x="3012207" y="1000976"/>
                  </a:lnTo>
                  <a:lnTo>
                    <a:pt x="3012834" y="997168"/>
                  </a:lnTo>
                  <a:lnTo>
                    <a:pt x="3013461" y="993352"/>
                  </a:lnTo>
                  <a:lnTo>
                    <a:pt x="3014087" y="989491"/>
                  </a:lnTo>
                  <a:lnTo>
                    <a:pt x="3014714" y="985631"/>
                  </a:lnTo>
                  <a:lnTo>
                    <a:pt x="3015340" y="981794"/>
                  </a:lnTo>
                  <a:lnTo>
                    <a:pt x="3015967" y="977969"/>
                  </a:lnTo>
                  <a:lnTo>
                    <a:pt x="3016593" y="974183"/>
                  </a:lnTo>
                  <a:lnTo>
                    <a:pt x="3017220" y="970476"/>
                  </a:lnTo>
                  <a:lnTo>
                    <a:pt x="3017846" y="966870"/>
                  </a:lnTo>
                  <a:lnTo>
                    <a:pt x="3018473" y="963348"/>
                  </a:lnTo>
                  <a:lnTo>
                    <a:pt x="3019100" y="959900"/>
                  </a:lnTo>
                  <a:lnTo>
                    <a:pt x="3019726" y="956544"/>
                  </a:lnTo>
                  <a:lnTo>
                    <a:pt x="3020353" y="953300"/>
                  </a:lnTo>
                  <a:lnTo>
                    <a:pt x="3020979" y="950220"/>
                  </a:lnTo>
                  <a:lnTo>
                    <a:pt x="3021606" y="947320"/>
                  </a:lnTo>
                  <a:lnTo>
                    <a:pt x="3022232" y="944579"/>
                  </a:lnTo>
                  <a:lnTo>
                    <a:pt x="3022859" y="941972"/>
                  </a:lnTo>
                  <a:lnTo>
                    <a:pt x="3023485" y="939493"/>
                  </a:lnTo>
                  <a:lnTo>
                    <a:pt x="3024112" y="937111"/>
                  </a:lnTo>
                  <a:lnTo>
                    <a:pt x="3024739" y="934805"/>
                  </a:lnTo>
                  <a:lnTo>
                    <a:pt x="3025365" y="932596"/>
                  </a:lnTo>
                  <a:lnTo>
                    <a:pt x="3025992" y="930462"/>
                  </a:lnTo>
                  <a:lnTo>
                    <a:pt x="3026618" y="928405"/>
                  </a:lnTo>
                  <a:lnTo>
                    <a:pt x="3027245" y="926415"/>
                  </a:lnTo>
                  <a:lnTo>
                    <a:pt x="3027871" y="924465"/>
                  </a:lnTo>
                  <a:lnTo>
                    <a:pt x="3028498" y="922581"/>
                  </a:lnTo>
                  <a:lnTo>
                    <a:pt x="3029124" y="920771"/>
                  </a:lnTo>
                  <a:lnTo>
                    <a:pt x="3029751" y="919051"/>
                  </a:lnTo>
                  <a:lnTo>
                    <a:pt x="3030378" y="917396"/>
                  </a:lnTo>
                  <a:lnTo>
                    <a:pt x="3031004" y="915816"/>
                  </a:lnTo>
                  <a:lnTo>
                    <a:pt x="3031631" y="914327"/>
                  </a:lnTo>
                  <a:lnTo>
                    <a:pt x="3032257" y="912906"/>
                  </a:lnTo>
                  <a:lnTo>
                    <a:pt x="3032884" y="911540"/>
                  </a:lnTo>
                  <a:lnTo>
                    <a:pt x="3033510" y="910240"/>
                  </a:lnTo>
                  <a:lnTo>
                    <a:pt x="3034137" y="909003"/>
                  </a:lnTo>
                  <a:lnTo>
                    <a:pt x="3034763" y="907849"/>
                  </a:lnTo>
                  <a:lnTo>
                    <a:pt x="3035390" y="906767"/>
                  </a:lnTo>
                  <a:lnTo>
                    <a:pt x="3036017" y="905747"/>
                  </a:lnTo>
                  <a:lnTo>
                    <a:pt x="3036643" y="904791"/>
                  </a:lnTo>
                  <a:lnTo>
                    <a:pt x="3037270" y="903944"/>
                  </a:lnTo>
                  <a:lnTo>
                    <a:pt x="3037896" y="903219"/>
                  </a:lnTo>
                  <a:lnTo>
                    <a:pt x="3038523" y="902580"/>
                  </a:lnTo>
                  <a:lnTo>
                    <a:pt x="3039149" y="902024"/>
                  </a:lnTo>
                  <a:lnTo>
                    <a:pt x="3039776" y="901577"/>
                  </a:lnTo>
                  <a:lnTo>
                    <a:pt x="3040402" y="901227"/>
                  </a:lnTo>
                  <a:lnTo>
                    <a:pt x="3041029" y="900942"/>
                  </a:lnTo>
                  <a:lnTo>
                    <a:pt x="3041656" y="900709"/>
                  </a:lnTo>
                  <a:lnTo>
                    <a:pt x="3042282" y="900509"/>
                  </a:lnTo>
                  <a:lnTo>
                    <a:pt x="3042909" y="900360"/>
                  </a:lnTo>
                  <a:lnTo>
                    <a:pt x="3043535" y="900192"/>
                  </a:lnTo>
                  <a:lnTo>
                    <a:pt x="3044162" y="899985"/>
                  </a:lnTo>
                  <a:lnTo>
                    <a:pt x="3044788" y="899702"/>
                  </a:lnTo>
                  <a:lnTo>
                    <a:pt x="3045415" y="899342"/>
                  </a:lnTo>
                  <a:lnTo>
                    <a:pt x="3046041" y="898931"/>
                  </a:lnTo>
                  <a:lnTo>
                    <a:pt x="3046668" y="898434"/>
                  </a:lnTo>
                  <a:lnTo>
                    <a:pt x="3047295" y="897855"/>
                  </a:lnTo>
                  <a:lnTo>
                    <a:pt x="3047921" y="897234"/>
                  </a:lnTo>
                  <a:lnTo>
                    <a:pt x="3048548" y="896573"/>
                  </a:lnTo>
                  <a:lnTo>
                    <a:pt x="3049174" y="895861"/>
                  </a:lnTo>
                  <a:lnTo>
                    <a:pt x="3049801" y="895102"/>
                  </a:lnTo>
                  <a:lnTo>
                    <a:pt x="3050427" y="894296"/>
                  </a:lnTo>
                  <a:lnTo>
                    <a:pt x="3051054" y="893445"/>
                  </a:lnTo>
                  <a:lnTo>
                    <a:pt x="3051680" y="892585"/>
                  </a:lnTo>
                  <a:lnTo>
                    <a:pt x="3052307" y="891707"/>
                  </a:lnTo>
                  <a:lnTo>
                    <a:pt x="3052934" y="890838"/>
                  </a:lnTo>
                  <a:lnTo>
                    <a:pt x="3053560" y="889978"/>
                  </a:lnTo>
                  <a:lnTo>
                    <a:pt x="3054187" y="889156"/>
                  </a:lnTo>
                  <a:lnTo>
                    <a:pt x="3054813" y="888396"/>
                  </a:lnTo>
                  <a:lnTo>
                    <a:pt x="3055440" y="887701"/>
                  </a:lnTo>
                  <a:lnTo>
                    <a:pt x="3056066" y="887071"/>
                  </a:lnTo>
                  <a:lnTo>
                    <a:pt x="3056693" y="886487"/>
                  </a:lnTo>
                  <a:lnTo>
                    <a:pt x="3057319" y="885900"/>
                  </a:lnTo>
                  <a:lnTo>
                    <a:pt x="3057946" y="885289"/>
                  </a:lnTo>
                  <a:lnTo>
                    <a:pt x="3058573" y="884649"/>
                  </a:lnTo>
                  <a:lnTo>
                    <a:pt x="3059199" y="883990"/>
                  </a:lnTo>
                  <a:lnTo>
                    <a:pt x="3059826" y="883351"/>
                  </a:lnTo>
                  <a:lnTo>
                    <a:pt x="3060452" y="882758"/>
                  </a:lnTo>
                  <a:lnTo>
                    <a:pt x="3061079" y="882200"/>
                  </a:lnTo>
                  <a:lnTo>
                    <a:pt x="3061705" y="881681"/>
                  </a:lnTo>
                  <a:lnTo>
                    <a:pt x="3062332" y="881203"/>
                  </a:lnTo>
                  <a:lnTo>
                    <a:pt x="3062958" y="880733"/>
                  </a:lnTo>
                  <a:lnTo>
                    <a:pt x="3063585" y="880246"/>
                  </a:lnTo>
                  <a:lnTo>
                    <a:pt x="3064212" y="879745"/>
                  </a:lnTo>
                  <a:lnTo>
                    <a:pt x="3064838" y="879249"/>
                  </a:lnTo>
                  <a:lnTo>
                    <a:pt x="3065465" y="878770"/>
                  </a:lnTo>
                  <a:lnTo>
                    <a:pt x="3066091" y="878334"/>
                  </a:lnTo>
                  <a:lnTo>
                    <a:pt x="3066718" y="877927"/>
                  </a:lnTo>
                  <a:lnTo>
                    <a:pt x="3067344" y="877575"/>
                  </a:lnTo>
                  <a:lnTo>
                    <a:pt x="3067971" y="877288"/>
                  </a:lnTo>
                  <a:lnTo>
                    <a:pt x="3068597" y="877043"/>
                  </a:lnTo>
                  <a:lnTo>
                    <a:pt x="3069224" y="876804"/>
                  </a:lnTo>
                  <a:lnTo>
                    <a:pt x="3069850" y="876541"/>
                  </a:lnTo>
                  <a:lnTo>
                    <a:pt x="3070477" y="876278"/>
                  </a:lnTo>
                  <a:lnTo>
                    <a:pt x="3071104" y="875998"/>
                  </a:lnTo>
                  <a:lnTo>
                    <a:pt x="3071730" y="875686"/>
                  </a:lnTo>
                  <a:lnTo>
                    <a:pt x="3072357" y="875373"/>
                  </a:lnTo>
                  <a:lnTo>
                    <a:pt x="3072983" y="875091"/>
                  </a:lnTo>
                  <a:lnTo>
                    <a:pt x="3073610" y="874851"/>
                  </a:lnTo>
                  <a:lnTo>
                    <a:pt x="3074236" y="874684"/>
                  </a:lnTo>
                  <a:lnTo>
                    <a:pt x="3074863" y="874583"/>
                  </a:lnTo>
                  <a:lnTo>
                    <a:pt x="3075489" y="874600"/>
                  </a:lnTo>
                  <a:lnTo>
                    <a:pt x="3076116" y="874755"/>
                  </a:lnTo>
                  <a:lnTo>
                    <a:pt x="3076743" y="875069"/>
                  </a:lnTo>
                  <a:lnTo>
                    <a:pt x="3077369" y="875506"/>
                  </a:lnTo>
                  <a:lnTo>
                    <a:pt x="3077996" y="876070"/>
                  </a:lnTo>
                  <a:lnTo>
                    <a:pt x="3078622" y="876741"/>
                  </a:lnTo>
                  <a:lnTo>
                    <a:pt x="3079249" y="877496"/>
                  </a:lnTo>
                  <a:lnTo>
                    <a:pt x="3079875" y="878303"/>
                  </a:lnTo>
                  <a:lnTo>
                    <a:pt x="3080502" y="879160"/>
                  </a:lnTo>
                  <a:lnTo>
                    <a:pt x="3081128" y="880080"/>
                  </a:lnTo>
                  <a:lnTo>
                    <a:pt x="3081755" y="881069"/>
                  </a:lnTo>
                  <a:lnTo>
                    <a:pt x="3082382" y="882121"/>
                  </a:lnTo>
                  <a:lnTo>
                    <a:pt x="3083008" y="883252"/>
                  </a:lnTo>
                  <a:lnTo>
                    <a:pt x="3083635" y="884404"/>
                  </a:lnTo>
                  <a:lnTo>
                    <a:pt x="3084261" y="885553"/>
                  </a:lnTo>
                  <a:lnTo>
                    <a:pt x="3084888" y="886650"/>
                  </a:lnTo>
                  <a:lnTo>
                    <a:pt x="3085514" y="887703"/>
                  </a:lnTo>
                  <a:lnTo>
                    <a:pt x="3086141" y="888728"/>
                  </a:lnTo>
                  <a:lnTo>
                    <a:pt x="3086767" y="889727"/>
                  </a:lnTo>
                  <a:lnTo>
                    <a:pt x="3087394" y="890727"/>
                  </a:lnTo>
                  <a:lnTo>
                    <a:pt x="3088021" y="891763"/>
                  </a:lnTo>
                  <a:lnTo>
                    <a:pt x="3088647" y="892856"/>
                  </a:lnTo>
                  <a:lnTo>
                    <a:pt x="3089274" y="894027"/>
                  </a:lnTo>
                  <a:lnTo>
                    <a:pt x="3089900" y="895289"/>
                  </a:lnTo>
                  <a:lnTo>
                    <a:pt x="3090527" y="896633"/>
                  </a:lnTo>
                  <a:lnTo>
                    <a:pt x="3091153" y="898033"/>
                  </a:lnTo>
                  <a:lnTo>
                    <a:pt x="3091780" y="899476"/>
                  </a:lnTo>
                  <a:lnTo>
                    <a:pt x="3092406" y="900940"/>
                  </a:lnTo>
                  <a:lnTo>
                    <a:pt x="3093033" y="902447"/>
                  </a:lnTo>
                  <a:lnTo>
                    <a:pt x="3093660" y="903987"/>
                  </a:lnTo>
                  <a:lnTo>
                    <a:pt x="3094286" y="905575"/>
                  </a:lnTo>
                  <a:lnTo>
                    <a:pt x="3094913" y="907219"/>
                  </a:lnTo>
                  <a:lnTo>
                    <a:pt x="3095539" y="908930"/>
                  </a:lnTo>
                  <a:lnTo>
                    <a:pt x="3096166" y="910739"/>
                  </a:lnTo>
                  <a:lnTo>
                    <a:pt x="3096792" y="912629"/>
                  </a:lnTo>
                  <a:lnTo>
                    <a:pt x="3097419" y="914534"/>
                  </a:lnTo>
                  <a:lnTo>
                    <a:pt x="3098045" y="916445"/>
                  </a:lnTo>
                  <a:lnTo>
                    <a:pt x="3098672" y="918364"/>
                  </a:lnTo>
                  <a:lnTo>
                    <a:pt x="3099299" y="920284"/>
                  </a:lnTo>
                  <a:lnTo>
                    <a:pt x="3099925" y="922176"/>
                  </a:lnTo>
                  <a:lnTo>
                    <a:pt x="3100552" y="924028"/>
                  </a:lnTo>
                  <a:lnTo>
                    <a:pt x="3101178" y="925849"/>
                  </a:lnTo>
                  <a:lnTo>
                    <a:pt x="3101805" y="927629"/>
                  </a:lnTo>
                  <a:lnTo>
                    <a:pt x="3102431" y="929338"/>
                  </a:lnTo>
                  <a:lnTo>
                    <a:pt x="3103058" y="930994"/>
                  </a:lnTo>
                  <a:lnTo>
                    <a:pt x="3103684" y="932603"/>
                  </a:lnTo>
                  <a:lnTo>
                    <a:pt x="3104311" y="934170"/>
                  </a:lnTo>
                  <a:lnTo>
                    <a:pt x="3104938" y="935689"/>
                  </a:lnTo>
                  <a:lnTo>
                    <a:pt x="3105564" y="937137"/>
                  </a:lnTo>
                  <a:lnTo>
                    <a:pt x="3106191" y="938528"/>
                  </a:lnTo>
                  <a:lnTo>
                    <a:pt x="3106817" y="939897"/>
                  </a:lnTo>
                  <a:lnTo>
                    <a:pt x="3107444" y="941252"/>
                  </a:lnTo>
                  <a:lnTo>
                    <a:pt x="3108070" y="942583"/>
                  </a:lnTo>
                  <a:lnTo>
                    <a:pt x="3108697" y="943877"/>
                  </a:lnTo>
                  <a:lnTo>
                    <a:pt x="3109323" y="945182"/>
                  </a:lnTo>
                  <a:lnTo>
                    <a:pt x="3109950" y="946498"/>
                  </a:lnTo>
                  <a:lnTo>
                    <a:pt x="3110577" y="947849"/>
                  </a:lnTo>
                  <a:lnTo>
                    <a:pt x="3111203" y="949257"/>
                  </a:lnTo>
                  <a:lnTo>
                    <a:pt x="3111830" y="950736"/>
                  </a:lnTo>
                  <a:lnTo>
                    <a:pt x="3112456" y="952281"/>
                  </a:lnTo>
                  <a:lnTo>
                    <a:pt x="3113083" y="953889"/>
                  </a:lnTo>
                  <a:lnTo>
                    <a:pt x="3113709" y="955555"/>
                  </a:lnTo>
                  <a:lnTo>
                    <a:pt x="3114336" y="957275"/>
                  </a:lnTo>
                  <a:lnTo>
                    <a:pt x="3114962" y="959058"/>
                  </a:lnTo>
                  <a:lnTo>
                    <a:pt x="3115589" y="960880"/>
                  </a:lnTo>
                  <a:lnTo>
                    <a:pt x="3116216" y="962738"/>
                  </a:lnTo>
                  <a:lnTo>
                    <a:pt x="3116842" y="964620"/>
                  </a:lnTo>
                  <a:lnTo>
                    <a:pt x="3117469" y="966499"/>
                  </a:lnTo>
                  <a:lnTo>
                    <a:pt x="3118095" y="968371"/>
                  </a:lnTo>
                  <a:lnTo>
                    <a:pt x="3118722" y="970242"/>
                  </a:lnTo>
                  <a:lnTo>
                    <a:pt x="3119348" y="972064"/>
                  </a:lnTo>
                  <a:lnTo>
                    <a:pt x="3119975" y="973832"/>
                  </a:lnTo>
                  <a:lnTo>
                    <a:pt x="3120601" y="975517"/>
                  </a:lnTo>
                  <a:lnTo>
                    <a:pt x="3121228" y="977142"/>
                  </a:lnTo>
                  <a:lnTo>
                    <a:pt x="3121855" y="978709"/>
                  </a:lnTo>
                  <a:lnTo>
                    <a:pt x="3122481" y="980190"/>
                  </a:lnTo>
                  <a:lnTo>
                    <a:pt x="3123108" y="981586"/>
                  </a:lnTo>
                  <a:lnTo>
                    <a:pt x="3123734" y="982899"/>
                  </a:lnTo>
                  <a:lnTo>
                    <a:pt x="3124361" y="984107"/>
                  </a:lnTo>
                  <a:lnTo>
                    <a:pt x="3124987" y="985213"/>
                  </a:lnTo>
                  <a:lnTo>
                    <a:pt x="3125614" y="986238"/>
                  </a:lnTo>
                  <a:lnTo>
                    <a:pt x="3126240" y="987182"/>
                  </a:lnTo>
                  <a:lnTo>
                    <a:pt x="3126867" y="988043"/>
                  </a:lnTo>
                  <a:lnTo>
                    <a:pt x="3127494" y="988813"/>
                  </a:lnTo>
                  <a:lnTo>
                    <a:pt x="3128120" y="989435"/>
                  </a:lnTo>
                  <a:lnTo>
                    <a:pt x="3128747" y="989911"/>
                  </a:lnTo>
                  <a:lnTo>
                    <a:pt x="3129373" y="990287"/>
                  </a:lnTo>
                  <a:lnTo>
                    <a:pt x="3130000" y="990553"/>
                  </a:lnTo>
                  <a:lnTo>
                    <a:pt x="3130626" y="990708"/>
                  </a:lnTo>
                  <a:lnTo>
                    <a:pt x="3131253" y="990793"/>
                  </a:lnTo>
                  <a:lnTo>
                    <a:pt x="3131879" y="990840"/>
                  </a:lnTo>
                  <a:lnTo>
                    <a:pt x="3132506" y="990876"/>
                  </a:lnTo>
                  <a:lnTo>
                    <a:pt x="3133133" y="990892"/>
                  </a:lnTo>
                  <a:lnTo>
                    <a:pt x="3133759" y="990905"/>
                  </a:lnTo>
                  <a:lnTo>
                    <a:pt x="3134386" y="990927"/>
                  </a:lnTo>
                  <a:lnTo>
                    <a:pt x="3135012" y="990891"/>
                  </a:lnTo>
                  <a:lnTo>
                    <a:pt x="3135639" y="990776"/>
                  </a:lnTo>
                  <a:lnTo>
                    <a:pt x="3136265" y="990555"/>
                  </a:lnTo>
                  <a:lnTo>
                    <a:pt x="3136892" y="990221"/>
                  </a:lnTo>
                  <a:lnTo>
                    <a:pt x="3137518" y="989769"/>
                  </a:lnTo>
                  <a:lnTo>
                    <a:pt x="3138145" y="989193"/>
                  </a:lnTo>
                  <a:lnTo>
                    <a:pt x="3138772" y="988464"/>
                  </a:lnTo>
                  <a:lnTo>
                    <a:pt x="3139398" y="987588"/>
                  </a:lnTo>
                  <a:lnTo>
                    <a:pt x="3140025" y="986574"/>
                  </a:lnTo>
                  <a:lnTo>
                    <a:pt x="3140651" y="985399"/>
                  </a:lnTo>
                  <a:lnTo>
                    <a:pt x="3141278" y="984059"/>
                  </a:lnTo>
                  <a:lnTo>
                    <a:pt x="3141904" y="982558"/>
                  </a:lnTo>
                  <a:lnTo>
                    <a:pt x="3142531" y="980890"/>
                  </a:lnTo>
                  <a:lnTo>
                    <a:pt x="3143157" y="979042"/>
                  </a:lnTo>
                  <a:lnTo>
                    <a:pt x="3143784" y="976999"/>
                  </a:lnTo>
                  <a:lnTo>
                    <a:pt x="3144411" y="974782"/>
                  </a:lnTo>
                  <a:lnTo>
                    <a:pt x="3145037" y="972382"/>
                  </a:lnTo>
                  <a:lnTo>
                    <a:pt x="3145664" y="969782"/>
                  </a:lnTo>
                  <a:lnTo>
                    <a:pt x="3146290" y="967007"/>
                  </a:lnTo>
                  <a:lnTo>
                    <a:pt x="3146917" y="964087"/>
                  </a:lnTo>
                  <a:lnTo>
                    <a:pt x="3147543" y="961090"/>
                  </a:lnTo>
                  <a:lnTo>
                    <a:pt x="3148170" y="958036"/>
                  </a:lnTo>
                  <a:lnTo>
                    <a:pt x="3148796" y="954938"/>
                  </a:lnTo>
                  <a:lnTo>
                    <a:pt x="3149423" y="951827"/>
                  </a:lnTo>
                  <a:lnTo>
                    <a:pt x="3150050" y="948699"/>
                  </a:lnTo>
                  <a:lnTo>
                    <a:pt x="3150676" y="945531"/>
                  </a:lnTo>
                  <a:lnTo>
                    <a:pt x="3151303" y="942346"/>
                  </a:lnTo>
                  <a:lnTo>
                    <a:pt x="3151929" y="939136"/>
                  </a:lnTo>
                  <a:lnTo>
                    <a:pt x="3152556" y="935956"/>
                  </a:lnTo>
                  <a:lnTo>
                    <a:pt x="3153182" y="932780"/>
                  </a:lnTo>
                  <a:lnTo>
                    <a:pt x="3153809" y="929607"/>
                  </a:lnTo>
                  <a:lnTo>
                    <a:pt x="3154435" y="926461"/>
                  </a:lnTo>
                  <a:lnTo>
                    <a:pt x="3155062" y="923346"/>
                  </a:lnTo>
                  <a:lnTo>
                    <a:pt x="3155689" y="920228"/>
                  </a:lnTo>
                  <a:lnTo>
                    <a:pt x="3156315" y="917085"/>
                  </a:lnTo>
                  <a:lnTo>
                    <a:pt x="3156942" y="913887"/>
                  </a:lnTo>
                  <a:lnTo>
                    <a:pt x="3157568" y="910624"/>
                  </a:lnTo>
                  <a:lnTo>
                    <a:pt x="3158195" y="907293"/>
                  </a:lnTo>
                  <a:lnTo>
                    <a:pt x="3158821" y="903889"/>
                  </a:lnTo>
                  <a:lnTo>
                    <a:pt x="3159448" y="900421"/>
                  </a:lnTo>
                  <a:lnTo>
                    <a:pt x="3160074" y="896942"/>
                  </a:lnTo>
                  <a:lnTo>
                    <a:pt x="3160701" y="893456"/>
                  </a:lnTo>
                  <a:lnTo>
                    <a:pt x="3161328" y="889961"/>
                  </a:lnTo>
                  <a:lnTo>
                    <a:pt x="3161954" y="886459"/>
                  </a:lnTo>
                  <a:lnTo>
                    <a:pt x="3162581" y="882993"/>
                  </a:lnTo>
                  <a:lnTo>
                    <a:pt x="3163207" y="879526"/>
                  </a:lnTo>
                  <a:lnTo>
                    <a:pt x="3163834" y="876061"/>
                  </a:lnTo>
                  <a:lnTo>
                    <a:pt x="3164460" y="872616"/>
                  </a:lnTo>
                  <a:lnTo>
                    <a:pt x="3165087" y="869218"/>
                  </a:lnTo>
                  <a:lnTo>
                    <a:pt x="3165713" y="865869"/>
                  </a:lnTo>
                  <a:lnTo>
                    <a:pt x="3166340" y="862576"/>
                  </a:lnTo>
                  <a:lnTo>
                    <a:pt x="3166967" y="859325"/>
                  </a:lnTo>
                  <a:lnTo>
                    <a:pt x="3167593" y="856122"/>
                  </a:lnTo>
                  <a:lnTo>
                    <a:pt x="3168220" y="852975"/>
                  </a:lnTo>
                  <a:lnTo>
                    <a:pt x="3168846" y="849896"/>
                  </a:lnTo>
                  <a:lnTo>
                    <a:pt x="3169473" y="846904"/>
                  </a:lnTo>
                  <a:lnTo>
                    <a:pt x="3170099" y="844005"/>
                  </a:lnTo>
                  <a:lnTo>
                    <a:pt x="3170726" y="841243"/>
                  </a:lnTo>
                  <a:lnTo>
                    <a:pt x="3171352" y="838645"/>
                  </a:lnTo>
                  <a:lnTo>
                    <a:pt x="3171979" y="836178"/>
                  </a:lnTo>
                  <a:lnTo>
                    <a:pt x="3172606" y="833882"/>
                  </a:lnTo>
                  <a:lnTo>
                    <a:pt x="3173232" y="831730"/>
                  </a:lnTo>
                  <a:lnTo>
                    <a:pt x="3173859" y="829682"/>
                  </a:lnTo>
                  <a:lnTo>
                    <a:pt x="3174485" y="827726"/>
                  </a:lnTo>
                  <a:lnTo>
                    <a:pt x="3175112" y="825856"/>
                  </a:lnTo>
                  <a:lnTo>
                    <a:pt x="3175738" y="824092"/>
                  </a:lnTo>
                  <a:lnTo>
                    <a:pt x="3176365" y="822448"/>
                  </a:lnTo>
                  <a:lnTo>
                    <a:pt x="3176991" y="820906"/>
                  </a:lnTo>
                  <a:lnTo>
                    <a:pt x="3177618" y="819476"/>
                  </a:lnTo>
                  <a:lnTo>
                    <a:pt x="3178245" y="818151"/>
                  </a:lnTo>
                  <a:lnTo>
                    <a:pt x="3178871" y="816892"/>
                  </a:lnTo>
                  <a:lnTo>
                    <a:pt x="3179498" y="815693"/>
                  </a:lnTo>
                  <a:lnTo>
                    <a:pt x="3180124" y="814544"/>
                  </a:lnTo>
                  <a:lnTo>
                    <a:pt x="3180751" y="813442"/>
                  </a:lnTo>
                  <a:lnTo>
                    <a:pt x="3181377" y="812360"/>
                  </a:lnTo>
                  <a:lnTo>
                    <a:pt x="3182004" y="811304"/>
                  </a:lnTo>
                  <a:lnTo>
                    <a:pt x="3182630" y="810277"/>
                  </a:lnTo>
                  <a:lnTo>
                    <a:pt x="3183257" y="809309"/>
                  </a:lnTo>
                  <a:lnTo>
                    <a:pt x="3183884" y="808377"/>
                  </a:lnTo>
                  <a:lnTo>
                    <a:pt x="3184510" y="807453"/>
                  </a:lnTo>
                  <a:lnTo>
                    <a:pt x="3185137" y="806548"/>
                  </a:lnTo>
                  <a:lnTo>
                    <a:pt x="3185763" y="805657"/>
                  </a:lnTo>
                  <a:lnTo>
                    <a:pt x="3186390" y="804764"/>
                  </a:lnTo>
                  <a:lnTo>
                    <a:pt x="3187016" y="803880"/>
                  </a:lnTo>
                  <a:lnTo>
                    <a:pt x="3187643" y="803029"/>
                  </a:lnTo>
                  <a:lnTo>
                    <a:pt x="3188269" y="802233"/>
                  </a:lnTo>
                  <a:lnTo>
                    <a:pt x="3188896" y="801519"/>
                  </a:lnTo>
                  <a:lnTo>
                    <a:pt x="3189523" y="800905"/>
                  </a:lnTo>
                  <a:lnTo>
                    <a:pt x="3190149" y="800386"/>
                  </a:lnTo>
                  <a:lnTo>
                    <a:pt x="3190776" y="800016"/>
                  </a:lnTo>
                  <a:lnTo>
                    <a:pt x="3191402" y="799812"/>
                  </a:lnTo>
                  <a:lnTo>
                    <a:pt x="3192029" y="799744"/>
                  </a:lnTo>
                  <a:lnTo>
                    <a:pt x="3192655" y="799826"/>
                  </a:lnTo>
                  <a:lnTo>
                    <a:pt x="3193282" y="800078"/>
                  </a:lnTo>
                  <a:lnTo>
                    <a:pt x="3193908" y="800474"/>
                  </a:lnTo>
                  <a:lnTo>
                    <a:pt x="3194535" y="800982"/>
                  </a:lnTo>
                  <a:lnTo>
                    <a:pt x="3195162" y="801600"/>
                  </a:lnTo>
                  <a:lnTo>
                    <a:pt x="3195788" y="802352"/>
                  </a:lnTo>
                  <a:lnTo>
                    <a:pt x="3196415" y="803219"/>
                  </a:lnTo>
                  <a:lnTo>
                    <a:pt x="3197041" y="804194"/>
                  </a:lnTo>
                  <a:lnTo>
                    <a:pt x="3197668" y="805305"/>
                  </a:lnTo>
                  <a:lnTo>
                    <a:pt x="3198294" y="806546"/>
                  </a:lnTo>
                  <a:lnTo>
                    <a:pt x="3198921" y="807980"/>
                  </a:lnTo>
                  <a:lnTo>
                    <a:pt x="3199547" y="809605"/>
                  </a:lnTo>
                  <a:lnTo>
                    <a:pt x="3200174" y="811435"/>
                  </a:lnTo>
                  <a:lnTo>
                    <a:pt x="3200801" y="813401"/>
                  </a:lnTo>
                  <a:lnTo>
                    <a:pt x="3201427" y="815481"/>
                  </a:lnTo>
                  <a:lnTo>
                    <a:pt x="3202054" y="817665"/>
                  </a:lnTo>
                  <a:lnTo>
                    <a:pt x="3202680" y="819907"/>
                  </a:lnTo>
                  <a:lnTo>
                    <a:pt x="3203307" y="822167"/>
                  </a:lnTo>
                  <a:lnTo>
                    <a:pt x="3203933" y="824490"/>
                  </a:lnTo>
                  <a:lnTo>
                    <a:pt x="3204560" y="826869"/>
                  </a:lnTo>
                  <a:lnTo>
                    <a:pt x="3205186" y="829282"/>
                  </a:lnTo>
                  <a:lnTo>
                    <a:pt x="3205813" y="831748"/>
                  </a:lnTo>
                  <a:lnTo>
                    <a:pt x="3206440" y="834286"/>
                  </a:lnTo>
                  <a:lnTo>
                    <a:pt x="3207066" y="836876"/>
                  </a:lnTo>
                  <a:lnTo>
                    <a:pt x="3207693" y="839512"/>
                  </a:lnTo>
                  <a:lnTo>
                    <a:pt x="3208319" y="842178"/>
                  </a:lnTo>
                  <a:lnTo>
                    <a:pt x="3208946" y="844889"/>
                  </a:lnTo>
                  <a:lnTo>
                    <a:pt x="3209572" y="847619"/>
                  </a:lnTo>
                  <a:lnTo>
                    <a:pt x="3210199" y="850368"/>
                  </a:lnTo>
                  <a:lnTo>
                    <a:pt x="3210825" y="853149"/>
                  </a:lnTo>
                  <a:lnTo>
                    <a:pt x="3211452" y="855928"/>
                  </a:lnTo>
                  <a:lnTo>
                    <a:pt x="3212079" y="858682"/>
                  </a:lnTo>
                  <a:lnTo>
                    <a:pt x="3212705" y="861425"/>
                  </a:lnTo>
                  <a:lnTo>
                    <a:pt x="3213332" y="864161"/>
                  </a:lnTo>
                  <a:lnTo>
                    <a:pt x="3213958" y="866879"/>
                  </a:lnTo>
                  <a:lnTo>
                    <a:pt x="3214585" y="869598"/>
                  </a:lnTo>
                  <a:lnTo>
                    <a:pt x="3215211" y="872290"/>
                  </a:lnTo>
                  <a:lnTo>
                    <a:pt x="3215838" y="874999"/>
                  </a:lnTo>
                  <a:lnTo>
                    <a:pt x="3216464" y="877739"/>
                  </a:lnTo>
                  <a:lnTo>
                    <a:pt x="3217091" y="880456"/>
                  </a:lnTo>
                  <a:lnTo>
                    <a:pt x="3217718" y="883130"/>
                  </a:lnTo>
                  <a:lnTo>
                    <a:pt x="3218344" y="885791"/>
                  </a:lnTo>
                  <a:lnTo>
                    <a:pt x="3218971" y="888469"/>
                  </a:lnTo>
                  <a:lnTo>
                    <a:pt x="3219597" y="891147"/>
                  </a:lnTo>
                  <a:lnTo>
                    <a:pt x="3220224" y="893837"/>
                  </a:lnTo>
                  <a:lnTo>
                    <a:pt x="3220850" y="896544"/>
                  </a:lnTo>
                  <a:lnTo>
                    <a:pt x="3221477" y="899228"/>
                  </a:lnTo>
                  <a:lnTo>
                    <a:pt x="3222103" y="901883"/>
                  </a:lnTo>
                  <a:lnTo>
                    <a:pt x="3222730" y="904456"/>
                  </a:lnTo>
                  <a:lnTo>
                    <a:pt x="3223357" y="906937"/>
                  </a:lnTo>
                  <a:lnTo>
                    <a:pt x="3223983" y="909318"/>
                  </a:lnTo>
                  <a:lnTo>
                    <a:pt x="3224610" y="911586"/>
                  </a:lnTo>
                  <a:lnTo>
                    <a:pt x="3225236" y="913692"/>
                  </a:lnTo>
                  <a:lnTo>
                    <a:pt x="3225863" y="915656"/>
                  </a:lnTo>
                  <a:lnTo>
                    <a:pt x="3226489" y="917490"/>
                  </a:lnTo>
                  <a:lnTo>
                    <a:pt x="3227116" y="919185"/>
                  </a:lnTo>
                  <a:lnTo>
                    <a:pt x="3227742" y="920716"/>
                  </a:lnTo>
                  <a:lnTo>
                    <a:pt x="3228369" y="922072"/>
                  </a:lnTo>
                  <a:lnTo>
                    <a:pt x="3228996" y="923251"/>
                  </a:lnTo>
                  <a:lnTo>
                    <a:pt x="3229622" y="924253"/>
                  </a:lnTo>
                  <a:lnTo>
                    <a:pt x="3230249" y="925120"/>
                  </a:lnTo>
                  <a:lnTo>
                    <a:pt x="3230875" y="925845"/>
                  </a:lnTo>
                  <a:lnTo>
                    <a:pt x="3231502" y="926436"/>
                  </a:lnTo>
                  <a:lnTo>
                    <a:pt x="3232128" y="926837"/>
                  </a:lnTo>
                  <a:lnTo>
                    <a:pt x="3232755" y="927075"/>
                  </a:lnTo>
                  <a:lnTo>
                    <a:pt x="3233381" y="927142"/>
                  </a:lnTo>
                  <a:lnTo>
                    <a:pt x="3234008" y="927009"/>
                  </a:lnTo>
                  <a:lnTo>
                    <a:pt x="3234635" y="926695"/>
                  </a:lnTo>
                  <a:lnTo>
                    <a:pt x="3235261" y="926186"/>
                  </a:lnTo>
                  <a:lnTo>
                    <a:pt x="3235888" y="925462"/>
                  </a:lnTo>
                  <a:lnTo>
                    <a:pt x="3236514" y="924545"/>
                  </a:lnTo>
                  <a:lnTo>
                    <a:pt x="3237141" y="923462"/>
                  </a:lnTo>
                  <a:lnTo>
                    <a:pt x="3237767" y="922231"/>
                  </a:lnTo>
                  <a:lnTo>
                    <a:pt x="3238394" y="920847"/>
                  </a:lnTo>
                  <a:lnTo>
                    <a:pt x="3239020" y="919309"/>
                  </a:lnTo>
                  <a:lnTo>
                    <a:pt x="3239647" y="917619"/>
                  </a:lnTo>
                  <a:lnTo>
                    <a:pt x="3240274" y="915760"/>
                  </a:lnTo>
                  <a:lnTo>
                    <a:pt x="3240900" y="913729"/>
                  </a:lnTo>
                  <a:lnTo>
                    <a:pt x="3241527" y="911581"/>
                  </a:lnTo>
                  <a:lnTo>
                    <a:pt x="3242153" y="909327"/>
                  </a:lnTo>
                  <a:lnTo>
                    <a:pt x="3242780" y="906993"/>
                  </a:lnTo>
                  <a:lnTo>
                    <a:pt x="3243406" y="904605"/>
                  </a:lnTo>
                  <a:lnTo>
                    <a:pt x="3244033" y="902212"/>
                  </a:lnTo>
                  <a:lnTo>
                    <a:pt x="3244659" y="899824"/>
                  </a:lnTo>
                  <a:lnTo>
                    <a:pt x="3245286" y="897462"/>
                  </a:lnTo>
                  <a:lnTo>
                    <a:pt x="3245913" y="895138"/>
                  </a:lnTo>
                  <a:lnTo>
                    <a:pt x="3246539" y="892856"/>
                  </a:lnTo>
                  <a:lnTo>
                    <a:pt x="3247166" y="890616"/>
                  </a:lnTo>
                  <a:lnTo>
                    <a:pt x="3247792" y="888402"/>
                  </a:lnTo>
                  <a:lnTo>
                    <a:pt x="3248419" y="886208"/>
                  </a:lnTo>
                  <a:lnTo>
                    <a:pt x="3249045" y="884094"/>
                  </a:lnTo>
                  <a:lnTo>
                    <a:pt x="3249672" y="882082"/>
                  </a:lnTo>
                  <a:lnTo>
                    <a:pt x="3250298" y="880165"/>
                  </a:lnTo>
                  <a:lnTo>
                    <a:pt x="3250925" y="878308"/>
                  </a:lnTo>
                  <a:lnTo>
                    <a:pt x="3251552" y="876525"/>
                  </a:lnTo>
                  <a:lnTo>
                    <a:pt x="3252178" y="874811"/>
                  </a:lnTo>
                  <a:lnTo>
                    <a:pt x="3252805" y="873157"/>
                  </a:lnTo>
                  <a:lnTo>
                    <a:pt x="3253431" y="871556"/>
                  </a:lnTo>
                  <a:lnTo>
                    <a:pt x="3254058" y="869986"/>
                  </a:lnTo>
                  <a:lnTo>
                    <a:pt x="3254684" y="868440"/>
                  </a:lnTo>
                  <a:lnTo>
                    <a:pt x="3255311" y="866915"/>
                  </a:lnTo>
                  <a:lnTo>
                    <a:pt x="3255937" y="865407"/>
                  </a:lnTo>
                  <a:lnTo>
                    <a:pt x="3256564" y="863914"/>
                  </a:lnTo>
                  <a:lnTo>
                    <a:pt x="3257191" y="862447"/>
                  </a:lnTo>
                  <a:lnTo>
                    <a:pt x="3257817" y="861002"/>
                  </a:lnTo>
                  <a:lnTo>
                    <a:pt x="3258444" y="859540"/>
                  </a:lnTo>
                  <a:lnTo>
                    <a:pt x="3259070" y="858059"/>
                  </a:lnTo>
                  <a:lnTo>
                    <a:pt x="3259697" y="856557"/>
                  </a:lnTo>
                  <a:lnTo>
                    <a:pt x="3260323" y="855058"/>
                  </a:lnTo>
                  <a:lnTo>
                    <a:pt x="3260950" y="853569"/>
                  </a:lnTo>
                  <a:lnTo>
                    <a:pt x="3261576" y="852046"/>
                  </a:lnTo>
                  <a:lnTo>
                    <a:pt x="3262203" y="850473"/>
                  </a:lnTo>
                  <a:lnTo>
                    <a:pt x="3262830" y="848824"/>
                  </a:lnTo>
                  <a:lnTo>
                    <a:pt x="3263456" y="847142"/>
                  </a:lnTo>
                  <a:lnTo>
                    <a:pt x="3264083" y="845496"/>
                  </a:lnTo>
                  <a:lnTo>
                    <a:pt x="3264709" y="843878"/>
                  </a:lnTo>
                  <a:lnTo>
                    <a:pt x="3265336" y="842295"/>
                  </a:lnTo>
                  <a:lnTo>
                    <a:pt x="3265962" y="840777"/>
                  </a:lnTo>
                  <a:lnTo>
                    <a:pt x="3266589" y="839290"/>
                  </a:lnTo>
                  <a:lnTo>
                    <a:pt x="3267215" y="837829"/>
                  </a:lnTo>
                  <a:lnTo>
                    <a:pt x="3267842" y="836439"/>
                  </a:lnTo>
                  <a:lnTo>
                    <a:pt x="3268469" y="835105"/>
                  </a:lnTo>
                  <a:lnTo>
                    <a:pt x="3269095" y="833823"/>
                  </a:lnTo>
                  <a:lnTo>
                    <a:pt x="3269722" y="832586"/>
                  </a:lnTo>
                  <a:lnTo>
                    <a:pt x="3270348" y="831374"/>
                  </a:lnTo>
                  <a:lnTo>
                    <a:pt x="3270975" y="830194"/>
                  </a:lnTo>
                  <a:lnTo>
                    <a:pt x="3271601" y="829021"/>
                  </a:lnTo>
                  <a:lnTo>
                    <a:pt x="3272228" y="827864"/>
                  </a:lnTo>
                  <a:lnTo>
                    <a:pt x="3272854" y="826734"/>
                  </a:lnTo>
                  <a:lnTo>
                    <a:pt x="3273481" y="825591"/>
                  </a:lnTo>
                  <a:lnTo>
                    <a:pt x="3274108" y="824440"/>
                  </a:lnTo>
                  <a:lnTo>
                    <a:pt x="3274734" y="823292"/>
                  </a:lnTo>
                  <a:lnTo>
                    <a:pt x="3275361" y="822121"/>
                  </a:lnTo>
                  <a:lnTo>
                    <a:pt x="3275987" y="820913"/>
                  </a:lnTo>
                  <a:lnTo>
                    <a:pt x="3276614" y="819670"/>
                  </a:lnTo>
                  <a:lnTo>
                    <a:pt x="3277240" y="818364"/>
                  </a:lnTo>
                  <a:lnTo>
                    <a:pt x="3277867" y="816960"/>
                  </a:lnTo>
                  <a:lnTo>
                    <a:pt x="3278493" y="815435"/>
                  </a:lnTo>
                  <a:lnTo>
                    <a:pt x="3279120" y="813797"/>
                  </a:lnTo>
                  <a:lnTo>
                    <a:pt x="3279747" y="812101"/>
                  </a:lnTo>
                  <a:lnTo>
                    <a:pt x="3280373" y="810380"/>
                  </a:lnTo>
                  <a:lnTo>
                    <a:pt x="3281000" y="808641"/>
                  </a:lnTo>
                  <a:lnTo>
                    <a:pt x="3281626" y="806903"/>
                  </a:lnTo>
                  <a:lnTo>
                    <a:pt x="3282253" y="805173"/>
                  </a:lnTo>
                  <a:lnTo>
                    <a:pt x="3282879" y="803433"/>
                  </a:lnTo>
                  <a:lnTo>
                    <a:pt x="3283506" y="801664"/>
                  </a:lnTo>
                  <a:lnTo>
                    <a:pt x="3284132" y="799872"/>
                  </a:lnTo>
                  <a:lnTo>
                    <a:pt x="3284759" y="798066"/>
                  </a:lnTo>
                  <a:lnTo>
                    <a:pt x="3285386" y="796289"/>
                  </a:lnTo>
                  <a:lnTo>
                    <a:pt x="3286012" y="794557"/>
                  </a:lnTo>
                  <a:lnTo>
                    <a:pt x="3286639" y="792896"/>
                  </a:lnTo>
                  <a:lnTo>
                    <a:pt x="3287265" y="791294"/>
                  </a:lnTo>
                  <a:lnTo>
                    <a:pt x="3287892" y="789778"/>
                  </a:lnTo>
                  <a:lnTo>
                    <a:pt x="3288518" y="788337"/>
                  </a:lnTo>
                  <a:lnTo>
                    <a:pt x="3289145" y="786976"/>
                  </a:lnTo>
                  <a:lnTo>
                    <a:pt x="3289771" y="785699"/>
                  </a:lnTo>
                  <a:lnTo>
                    <a:pt x="3290398" y="784513"/>
                  </a:lnTo>
                  <a:lnTo>
                    <a:pt x="3291025" y="783408"/>
                  </a:lnTo>
                  <a:lnTo>
                    <a:pt x="3291651" y="782378"/>
                  </a:lnTo>
                  <a:lnTo>
                    <a:pt x="3292278" y="781424"/>
                  </a:lnTo>
                  <a:lnTo>
                    <a:pt x="3292904" y="780531"/>
                  </a:lnTo>
                  <a:lnTo>
                    <a:pt x="3293531" y="779699"/>
                  </a:lnTo>
                  <a:lnTo>
                    <a:pt x="3294157" y="778909"/>
                  </a:lnTo>
                  <a:lnTo>
                    <a:pt x="3294784" y="778198"/>
                  </a:lnTo>
                  <a:lnTo>
                    <a:pt x="3295410" y="777522"/>
                  </a:lnTo>
                  <a:lnTo>
                    <a:pt x="3296037" y="776860"/>
                  </a:lnTo>
                  <a:lnTo>
                    <a:pt x="3296664" y="776253"/>
                  </a:lnTo>
                  <a:lnTo>
                    <a:pt x="3297290" y="775702"/>
                  </a:lnTo>
                  <a:lnTo>
                    <a:pt x="3297917" y="775190"/>
                  </a:lnTo>
                  <a:lnTo>
                    <a:pt x="3298543" y="774731"/>
                  </a:lnTo>
                  <a:lnTo>
                    <a:pt x="3299170" y="774337"/>
                  </a:lnTo>
                  <a:lnTo>
                    <a:pt x="3299796" y="773967"/>
                  </a:lnTo>
                  <a:lnTo>
                    <a:pt x="3300423" y="773619"/>
                  </a:lnTo>
                  <a:lnTo>
                    <a:pt x="3301049" y="773272"/>
                  </a:lnTo>
                  <a:lnTo>
                    <a:pt x="3301676" y="772938"/>
                  </a:lnTo>
                  <a:lnTo>
                    <a:pt x="3302303" y="772623"/>
                  </a:lnTo>
                  <a:lnTo>
                    <a:pt x="3302929" y="772341"/>
                  </a:lnTo>
                  <a:lnTo>
                    <a:pt x="3303556" y="772138"/>
                  </a:lnTo>
                  <a:lnTo>
                    <a:pt x="3304182" y="771988"/>
                  </a:lnTo>
                  <a:lnTo>
                    <a:pt x="3304809" y="771871"/>
                  </a:lnTo>
                  <a:lnTo>
                    <a:pt x="3305435" y="771768"/>
                  </a:lnTo>
                  <a:lnTo>
                    <a:pt x="3306062" y="771643"/>
                  </a:lnTo>
                  <a:lnTo>
                    <a:pt x="3306688" y="771469"/>
                  </a:lnTo>
                  <a:lnTo>
                    <a:pt x="3307315" y="771261"/>
                  </a:lnTo>
                  <a:lnTo>
                    <a:pt x="3307941" y="771019"/>
                  </a:lnTo>
                  <a:lnTo>
                    <a:pt x="3308568" y="770715"/>
                  </a:lnTo>
                  <a:lnTo>
                    <a:pt x="3309195" y="770369"/>
                  </a:lnTo>
                  <a:lnTo>
                    <a:pt x="3309821" y="769999"/>
                  </a:lnTo>
                  <a:lnTo>
                    <a:pt x="3310448" y="769635"/>
                  </a:lnTo>
                  <a:lnTo>
                    <a:pt x="3311074" y="769259"/>
                  </a:lnTo>
                  <a:lnTo>
                    <a:pt x="3311701" y="768831"/>
                  </a:lnTo>
                  <a:lnTo>
                    <a:pt x="3312327" y="768329"/>
                  </a:lnTo>
                  <a:lnTo>
                    <a:pt x="3312954" y="767690"/>
                  </a:lnTo>
                  <a:lnTo>
                    <a:pt x="3313580" y="766898"/>
                  </a:lnTo>
                  <a:lnTo>
                    <a:pt x="3314207" y="765946"/>
                  </a:lnTo>
                  <a:lnTo>
                    <a:pt x="3314834" y="764869"/>
                  </a:lnTo>
                  <a:lnTo>
                    <a:pt x="3315460" y="763677"/>
                  </a:lnTo>
                  <a:lnTo>
                    <a:pt x="3316087" y="762360"/>
                  </a:lnTo>
                  <a:lnTo>
                    <a:pt x="3316713" y="760908"/>
                  </a:lnTo>
                  <a:lnTo>
                    <a:pt x="3317340" y="759332"/>
                  </a:lnTo>
                  <a:lnTo>
                    <a:pt x="3317966" y="757630"/>
                  </a:lnTo>
                  <a:lnTo>
                    <a:pt x="3318593" y="755798"/>
                  </a:lnTo>
                  <a:lnTo>
                    <a:pt x="3319219" y="753839"/>
                  </a:lnTo>
                  <a:lnTo>
                    <a:pt x="3319846" y="751732"/>
                  </a:lnTo>
                  <a:lnTo>
                    <a:pt x="3320473" y="749495"/>
                  </a:lnTo>
                  <a:lnTo>
                    <a:pt x="3321099" y="747146"/>
                  </a:lnTo>
                  <a:lnTo>
                    <a:pt x="3321726" y="744697"/>
                  </a:lnTo>
                  <a:lnTo>
                    <a:pt x="3322352" y="742186"/>
                  </a:lnTo>
                  <a:lnTo>
                    <a:pt x="3322979" y="739627"/>
                  </a:lnTo>
                  <a:lnTo>
                    <a:pt x="3323605" y="737024"/>
                  </a:lnTo>
                  <a:lnTo>
                    <a:pt x="3324232" y="734367"/>
                  </a:lnTo>
                  <a:lnTo>
                    <a:pt x="3324858" y="731657"/>
                  </a:lnTo>
                  <a:lnTo>
                    <a:pt x="3325485" y="728932"/>
                  </a:lnTo>
                  <a:lnTo>
                    <a:pt x="3326112" y="726212"/>
                  </a:lnTo>
                  <a:lnTo>
                    <a:pt x="3326738" y="723483"/>
                  </a:lnTo>
                  <a:lnTo>
                    <a:pt x="3327365" y="720761"/>
                  </a:lnTo>
                  <a:lnTo>
                    <a:pt x="3327991" y="718039"/>
                  </a:lnTo>
                  <a:lnTo>
                    <a:pt x="3328618" y="715323"/>
                  </a:lnTo>
                  <a:lnTo>
                    <a:pt x="3329244" y="712645"/>
                  </a:lnTo>
                  <a:lnTo>
                    <a:pt x="3329871" y="710031"/>
                  </a:lnTo>
                  <a:lnTo>
                    <a:pt x="3330497" y="707477"/>
                  </a:lnTo>
                  <a:lnTo>
                    <a:pt x="3331124" y="704986"/>
                  </a:lnTo>
                  <a:lnTo>
                    <a:pt x="3331751" y="702571"/>
                  </a:lnTo>
                  <a:lnTo>
                    <a:pt x="3332377" y="700251"/>
                  </a:lnTo>
                  <a:lnTo>
                    <a:pt x="3333004" y="698086"/>
                  </a:lnTo>
                  <a:lnTo>
                    <a:pt x="3333630" y="696057"/>
                  </a:lnTo>
                  <a:lnTo>
                    <a:pt x="3334257" y="694191"/>
                  </a:lnTo>
                  <a:lnTo>
                    <a:pt x="3334883" y="692485"/>
                  </a:lnTo>
                  <a:lnTo>
                    <a:pt x="3335510" y="690902"/>
                  </a:lnTo>
                  <a:lnTo>
                    <a:pt x="3336136" y="689460"/>
                  </a:lnTo>
                  <a:lnTo>
                    <a:pt x="3336763" y="688184"/>
                  </a:lnTo>
                  <a:lnTo>
                    <a:pt x="3337390" y="687063"/>
                  </a:lnTo>
                  <a:lnTo>
                    <a:pt x="3338016" y="686091"/>
                  </a:lnTo>
                  <a:lnTo>
                    <a:pt x="3338643" y="685246"/>
                  </a:lnTo>
                  <a:lnTo>
                    <a:pt x="3339269" y="684524"/>
                  </a:lnTo>
                  <a:lnTo>
                    <a:pt x="3339896" y="683916"/>
                  </a:lnTo>
                  <a:lnTo>
                    <a:pt x="3340522" y="683447"/>
                  </a:lnTo>
                  <a:lnTo>
                    <a:pt x="3341149" y="683103"/>
                  </a:lnTo>
                  <a:lnTo>
                    <a:pt x="3341775" y="682856"/>
                  </a:lnTo>
                  <a:lnTo>
                    <a:pt x="3342402" y="682672"/>
                  </a:lnTo>
                  <a:lnTo>
                    <a:pt x="3343029" y="682550"/>
                  </a:lnTo>
                  <a:lnTo>
                    <a:pt x="3343655" y="682458"/>
                  </a:lnTo>
                  <a:lnTo>
                    <a:pt x="3344282" y="682368"/>
                  </a:lnTo>
                  <a:lnTo>
                    <a:pt x="3344908" y="682315"/>
                  </a:lnTo>
                  <a:lnTo>
                    <a:pt x="3345535" y="682320"/>
                  </a:lnTo>
                  <a:lnTo>
                    <a:pt x="3346161" y="682393"/>
                  </a:lnTo>
                  <a:lnTo>
                    <a:pt x="3346788" y="682546"/>
                  </a:lnTo>
                  <a:lnTo>
                    <a:pt x="3347414" y="682801"/>
                  </a:lnTo>
                  <a:lnTo>
                    <a:pt x="3348041" y="683151"/>
                  </a:lnTo>
                  <a:lnTo>
                    <a:pt x="3348668" y="683592"/>
                  </a:lnTo>
                  <a:lnTo>
                    <a:pt x="3349294" y="684092"/>
                  </a:lnTo>
                  <a:lnTo>
                    <a:pt x="3349921" y="684667"/>
                  </a:lnTo>
                  <a:lnTo>
                    <a:pt x="3350547" y="685315"/>
                  </a:lnTo>
                  <a:lnTo>
                    <a:pt x="3351174" y="686067"/>
                  </a:lnTo>
                  <a:lnTo>
                    <a:pt x="3351800" y="686909"/>
                  </a:lnTo>
                  <a:lnTo>
                    <a:pt x="3352427" y="687837"/>
                  </a:lnTo>
                  <a:lnTo>
                    <a:pt x="3353053" y="688846"/>
                  </a:lnTo>
                  <a:lnTo>
                    <a:pt x="3353680" y="689916"/>
                  </a:lnTo>
                  <a:lnTo>
                    <a:pt x="3354307" y="691018"/>
                  </a:lnTo>
                  <a:lnTo>
                    <a:pt x="3354933" y="692145"/>
                  </a:lnTo>
                  <a:lnTo>
                    <a:pt x="3355560" y="693280"/>
                  </a:lnTo>
                  <a:lnTo>
                    <a:pt x="3356186" y="694427"/>
                  </a:lnTo>
                  <a:lnTo>
                    <a:pt x="3356813" y="695599"/>
                  </a:lnTo>
                  <a:lnTo>
                    <a:pt x="3357439" y="696771"/>
                  </a:lnTo>
                  <a:lnTo>
                    <a:pt x="3358066" y="697956"/>
                  </a:lnTo>
                  <a:lnTo>
                    <a:pt x="3358692" y="699136"/>
                  </a:lnTo>
                  <a:lnTo>
                    <a:pt x="3359319" y="700274"/>
                  </a:lnTo>
                  <a:lnTo>
                    <a:pt x="3359946" y="701358"/>
                  </a:lnTo>
                  <a:lnTo>
                    <a:pt x="3360572" y="702365"/>
                  </a:lnTo>
                  <a:lnTo>
                    <a:pt x="3361199" y="703280"/>
                  </a:lnTo>
                  <a:lnTo>
                    <a:pt x="3361825" y="704085"/>
                  </a:lnTo>
                  <a:lnTo>
                    <a:pt x="3362452" y="704816"/>
                  </a:lnTo>
                  <a:lnTo>
                    <a:pt x="3363078" y="705475"/>
                  </a:lnTo>
                  <a:lnTo>
                    <a:pt x="3363705" y="706081"/>
                  </a:lnTo>
                  <a:lnTo>
                    <a:pt x="3364331" y="706591"/>
                  </a:lnTo>
                  <a:lnTo>
                    <a:pt x="3364958" y="706994"/>
                  </a:lnTo>
                  <a:lnTo>
                    <a:pt x="3365585" y="707280"/>
                  </a:lnTo>
                  <a:lnTo>
                    <a:pt x="3366211" y="707412"/>
                  </a:lnTo>
                  <a:lnTo>
                    <a:pt x="3366838" y="707390"/>
                  </a:lnTo>
                  <a:lnTo>
                    <a:pt x="3367464" y="707211"/>
                  </a:lnTo>
                  <a:lnTo>
                    <a:pt x="3368091" y="706880"/>
                  </a:lnTo>
                  <a:lnTo>
                    <a:pt x="3368717" y="706406"/>
                  </a:lnTo>
                  <a:lnTo>
                    <a:pt x="3369344" y="705818"/>
                  </a:lnTo>
                  <a:lnTo>
                    <a:pt x="3369970" y="705144"/>
                  </a:lnTo>
                  <a:lnTo>
                    <a:pt x="3370597" y="704380"/>
                  </a:lnTo>
                  <a:lnTo>
                    <a:pt x="3371224" y="703551"/>
                  </a:lnTo>
                  <a:lnTo>
                    <a:pt x="3371850" y="702635"/>
                  </a:lnTo>
                  <a:lnTo>
                    <a:pt x="3372477" y="701616"/>
                  </a:lnTo>
                  <a:lnTo>
                    <a:pt x="3373103" y="700490"/>
                  </a:lnTo>
                  <a:lnTo>
                    <a:pt x="3373730" y="699278"/>
                  </a:lnTo>
                  <a:lnTo>
                    <a:pt x="3374356" y="697970"/>
                  </a:lnTo>
                  <a:lnTo>
                    <a:pt x="3374983" y="696568"/>
                  </a:lnTo>
                  <a:lnTo>
                    <a:pt x="3375609" y="695104"/>
                  </a:lnTo>
                  <a:lnTo>
                    <a:pt x="3376236" y="693609"/>
                  </a:lnTo>
                  <a:lnTo>
                    <a:pt x="3376863" y="692089"/>
                  </a:lnTo>
                  <a:lnTo>
                    <a:pt x="3377489" y="690513"/>
                  </a:lnTo>
                  <a:lnTo>
                    <a:pt x="3378116" y="688874"/>
                  </a:lnTo>
                  <a:lnTo>
                    <a:pt x="3378742" y="687148"/>
                  </a:lnTo>
                  <a:lnTo>
                    <a:pt x="3379369" y="685348"/>
                  </a:lnTo>
                  <a:lnTo>
                    <a:pt x="3379995" y="683486"/>
                  </a:lnTo>
                  <a:lnTo>
                    <a:pt x="3380622" y="681540"/>
                  </a:lnTo>
                  <a:lnTo>
                    <a:pt x="3381248" y="679518"/>
                  </a:lnTo>
                  <a:lnTo>
                    <a:pt x="3381875" y="677418"/>
                  </a:lnTo>
                  <a:lnTo>
                    <a:pt x="3382502" y="675272"/>
                  </a:lnTo>
                  <a:lnTo>
                    <a:pt x="3383128" y="673065"/>
                  </a:lnTo>
                  <a:lnTo>
                    <a:pt x="3383755" y="670823"/>
                  </a:lnTo>
                  <a:lnTo>
                    <a:pt x="3384381" y="668544"/>
                  </a:lnTo>
                  <a:lnTo>
                    <a:pt x="3385008" y="666214"/>
                  </a:lnTo>
                  <a:lnTo>
                    <a:pt x="3385634" y="663847"/>
                  </a:lnTo>
                  <a:lnTo>
                    <a:pt x="3386261" y="661424"/>
                  </a:lnTo>
                  <a:lnTo>
                    <a:pt x="3386887" y="658953"/>
                  </a:lnTo>
                  <a:lnTo>
                    <a:pt x="3387514" y="656449"/>
                  </a:lnTo>
                  <a:lnTo>
                    <a:pt x="3388141" y="653898"/>
                  </a:lnTo>
                  <a:lnTo>
                    <a:pt x="3388767" y="651277"/>
                  </a:lnTo>
                  <a:lnTo>
                    <a:pt x="3389394" y="648565"/>
                  </a:lnTo>
                  <a:lnTo>
                    <a:pt x="3390020" y="645764"/>
                  </a:lnTo>
                  <a:lnTo>
                    <a:pt x="3390647" y="642913"/>
                  </a:lnTo>
                  <a:lnTo>
                    <a:pt x="3391273" y="640046"/>
                  </a:lnTo>
                  <a:lnTo>
                    <a:pt x="3391900" y="637150"/>
                  </a:lnTo>
                  <a:lnTo>
                    <a:pt x="3392526" y="634220"/>
                  </a:lnTo>
                  <a:lnTo>
                    <a:pt x="3393153" y="631266"/>
                  </a:lnTo>
                  <a:lnTo>
                    <a:pt x="3393780" y="628303"/>
                  </a:lnTo>
                  <a:lnTo>
                    <a:pt x="3394406" y="625310"/>
                  </a:lnTo>
                  <a:lnTo>
                    <a:pt x="3395033" y="622266"/>
                  </a:lnTo>
                  <a:lnTo>
                    <a:pt x="3395659" y="619155"/>
                  </a:lnTo>
                  <a:lnTo>
                    <a:pt x="3396286" y="616018"/>
                  </a:lnTo>
                  <a:lnTo>
                    <a:pt x="3396912" y="612835"/>
                  </a:lnTo>
                  <a:lnTo>
                    <a:pt x="3397539" y="609624"/>
                  </a:lnTo>
                  <a:lnTo>
                    <a:pt x="3398165" y="606426"/>
                  </a:lnTo>
                  <a:lnTo>
                    <a:pt x="3398792" y="603267"/>
                  </a:lnTo>
                  <a:lnTo>
                    <a:pt x="3399419" y="600146"/>
                  </a:lnTo>
                  <a:lnTo>
                    <a:pt x="3400045" y="597080"/>
                  </a:lnTo>
                  <a:lnTo>
                    <a:pt x="3400672" y="594053"/>
                  </a:lnTo>
                  <a:lnTo>
                    <a:pt x="3401298" y="591079"/>
                  </a:lnTo>
                  <a:lnTo>
                    <a:pt x="3401925" y="588156"/>
                  </a:lnTo>
                  <a:lnTo>
                    <a:pt x="3402551" y="585292"/>
                  </a:lnTo>
                  <a:lnTo>
                    <a:pt x="3403178" y="582450"/>
                  </a:lnTo>
                  <a:lnTo>
                    <a:pt x="3403804" y="579667"/>
                  </a:lnTo>
                  <a:lnTo>
                    <a:pt x="3404431" y="576956"/>
                  </a:lnTo>
                  <a:lnTo>
                    <a:pt x="3405058" y="574342"/>
                  </a:lnTo>
                  <a:lnTo>
                    <a:pt x="3405684" y="571818"/>
                  </a:lnTo>
                  <a:lnTo>
                    <a:pt x="3406311" y="569419"/>
                  </a:lnTo>
                  <a:lnTo>
                    <a:pt x="3406937" y="567147"/>
                  </a:lnTo>
                  <a:lnTo>
                    <a:pt x="3407564" y="564983"/>
                  </a:lnTo>
                  <a:lnTo>
                    <a:pt x="3408190" y="562906"/>
                  </a:lnTo>
                  <a:lnTo>
                    <a:pt x="3408817" y="560909"/>
                  </a:lnTo>
                  <a:lnTo>
                    <a:pt x="3409443" y="558994"/>
                  </a:lnTo>
                  <a:lnTo>
                    <a:pt x="3410070" y="557160"/>
                  </a:lnTo>
                  <a:lnTo>
                    <a:pt x="3410697" y="555402"/>
                  </a:lnTo>
                  <a:lnTo>
                    <a:pt x="3411323" y="553686"/>
                  </a:lnTo>
                  <a:lnTo>
                    <a:pt x="3411950" y="552019"/>
                  </a:lnTo>
                  <a:lnTo>
                    <a:pt x="3412576" y="550448"/>
                  </a:lnTo>
                  <a:lnTo>
                    <a:pt x="3413203" y="548970"/>
                  </a:lnTo>
                  <a:lnTo>
                    <a:pt x="3413829" y="547568"/>
                  </a:lnTo>
                  <a:lnTo>
                    <a:pt x="3414456" y="546223"/>
                  </a:lnTo>
                  <a:lnTo>
                    <a:pt x="3415082" y="544939"/>
                  </a:lnTo>
                  <a:lnTo>
                    <a:pt x="3415709" y="543713"/>
                  </a:lnTo>
                  <a:lnTo>
                    <a:pt x="3416336" y="542567"/>
                  </a:lnTo>
                  <a:lnTo>
                    <a:pt x="3416962" y="541520"/>
                  </a:lnTo>
                  <a:lnTo>
                    <a:pt x="3417589" y="540572"/>
                  </a:lnTo>
                  <a:lnTo>
                    <a:pt x="3418215" y="539746"/>
                  </a:lnTo>
                  <a:lnTo>
                    <a:pt x="3418842" y="539042"/>
                  </a:lnTo>
                  <a:lnTo>
                    <a:pt x="3419468" y="538458"/>
                  </a:lnTo>
                  <a:lnTo>
                    <a:pt x="3420095" y="538005"/>
                  </a:lnTo>
                  <a:lnTo>
                    <a:pt x="3420721" y="537713"/>
                  </a:lnTo>
                  <a:lnTo>
                    <a:pt x="3421348" y="537592"/>
                  </a:lnTo>
                  <a:lnTo>
                    <a:pt x="3421975" y="537630"/>
                  </a:lnTo>
                  <a:lnTo>
                    <a:pt x="3422601" y="537803"/>
                  </a:lnTo>
                  <a:lnTo>
                    <a:pt x="3423228" y="538124"/>
                  </a:lnTo>
                  <a:lnTo>
                    <a:pt x="3423854" y="538601"/>
                  </a:lnTo>
                  <a:lnTo>
                    <a:pt x="3424481" y="539242"/>
                  </a:lnTo>
                  <a:lnTo>
                    <a:pt x="3425107" y="540013"/>
                  </a:lnTo>
                  <a:lnTo>
                    <a:pt x="3425734" y="540888"/>
                  </a:lnTo>
                  <a:lnTo>
                    <a:pt x="3426360" y="541869"/>
                  </a:lnTo>
                  <a:lnTo>
                    <a:pt x="3426987" y="542990"/>
                  </a:lnTo>
                  <a:lnTo>
                    <a:pt x="3427614" y="544242"/>
                  </a:lnTo>
                  <a:lnTo>
                    <a:pt x="3428240" y="545612"/>
                  </a:lnTo>
                  <a:lnTo>
                    <a:pt x="3428867" y="547094"/>
                  </a:lnTo>
                  <a:lnTo>
                    <a:pt x="3429493" y="548691"/>
                  </a:lnTo>
                  <a:lnTo>
                    <a:pt x="3430120" y="550404"/>
                  </a:lnTo>
                  <a:lnTo>
                    <a:pt x="3430746" y="552217"/>
                  </a:lnTo>
                  <a:lnTo>
                    <a:pt x="3431373" y="554132"/>
                  </a:lnTo>
                  <a:lnTo>
                    <a:pt x="3431999" y="556139"/>
                  </a:lnTo>
                  <a:lnTo>
                    <a:pt x="3432626" y="558236"/>
                  </a:lnTo>
                  <a:lnTo>
                    <a:pt x="3433253" y="560426"/>
                  </a:lnTo>
                  <a:lnTo>
                    <a:pt x="3433879" y="562708"/>
                  </a:lnTo>
                  <a:lnTo>
                    <a:pt x="3434506" y="565096"/>
                  </a:lnTo>
                  <a:lnTo>
                    <a:pt x="3435132" y="567617"/>
                  </a:lnTo>
                  <a:lnTo>
                    <a:pt x="3435759" y="570261"/>
                  </a:lnTo>
                  <a:lnTo>
                    <a:pt x="3436385" y="573033"/>
                  </a:lnTo>
                  <a:lnTo>
                    <a:pt x="3437012" y="575943"/>
                  </a:lnTo>
                  <a:lnTo>
                    <a:pt x="3437638" y="579001"/>
                  </a:lnTo>
                  <a:lnTo>
                    <a:pt x="3438265" y="582236"/>
                  </a:lnTo>
                  <a:lnTo>
                    <a:pt x="3438892" y="585651"/>
                  </a:lnTo>
                  <a:lnTo>
                    <a:pt x="3439518" y="589244"/>
                  </a:lnTo>
                  <a:lnTo>
                    <a:pt x="3440145" y="593016"/>
                  </a:lnTo>
                  <a:lnTo>
                    <a:pt x="3440771" y="596970"/>
                  </a:lnTo>
                  <a:lnTo>
                    <a:pt x="3441398" y="601113"/>
                  </a:lnTo>
                  <a:lnTo>
                    <a:pt x="3442024" y="605435"/>
                  </a:lnTo>
                  <a:lnTo>
                    <a:pt x="3442651" y="609932"/>
                  </a:lnTo>
                  <a:lnTo>
                    <a:pt x="3443277" y="614644"/>
                  </a:lnTo>
                  <a:lnTo>
                    <a:pt x="3443904" y="619551"/>
                  </a:lnTo>
                  <a:lnTo>
                    <a:pt x="3444531" y="624633"/>
                  </a:lnTo>
                  <a:lnTo>
                    <a:pt x="3445157" y="629877"/>
                  </a:lnTo>
                  <a:lnTo>
                    <a:pt x="3445784" y="635285"/>
                  </a:lnTo>
                  <a:lnTo>
                    <a:pt x="3446410" y="640810"/>
                  </a:lnTo>
                  <a:lnTo>
                    <a:pt x="3447037" y="646432"/>
                  </a:lnTo>
                  <a:lnTo>
                    <a:pt x="3447663" y="652131"/>
                  </a:lnTo>
                  <a:lnTo>
                    <a:pt x="3448290" y="657882"/>
                  </a:lnTo>
                  <a:lnTo>
                    <a:pt x="3448916" y="663671"/>
                  </a:lnTo>
                  <a:lnTo>
                    <a:pt x="3449543" y="669503"/>
                  </a:lnTo>
                  <a:lnTo>
                    <a:pt x="3450170" y="675378"/>
                  </a:lnTo>
                  <a:lnTo>
                    <a:pt x="3450796" y="681295"/>
                  </a:lnTo>
                  <a:lnTo>
                    <a:pt x="3451423" y="687255"/>
                  </a:lnTo>
                  <a:lnTo>
                    <a:pt x="3452049" y="693249"/>
                  </a:lnTo>
                  <a:lnTo>
                    <a:pt x="3452676" y="699239"/>
                  </a:lnTo>
                  <a:lnTo>
                    <a:pt x="3453302" y="705215"/>
                  </a:lnTo>
                  <a:lnTo>
                    <a:pt x="3453929" y="711159"/>
                  </a:lnTo>
                  <a:lnTo>
                    <a:pt x="3454555" y="717085"/>
                  </a:lnTo>
                  <a:lnTo>
                    <a:pt x="3455182" y="722988"/>
                  </a:lnTo>
                  <a:lnTo>
                    <a:pt x="3455809" y="728870"/>
                  </a:lnTo>
                  <a:lnTo>
                    <a:pt x="3456435" y="734729"/>
                  </a:lnTo>
                  <a:lnTo>
                    <a:pt x="3457062" y="740586"/>
                  </a:lnTo>
                  <a:lnTo>
                    <a:pt x="3457688" y="746464"/>
                  </a:lnTo>
                  <a:lnTo>
                    <a:pt x="3458315" y="752354"/>
                  </a:lnTo>
                  <a:lnTo>
                    <a:pt x="3458941" y="758225"/>
                  </a:lnTo>
                  <a:lnTo>
                    <a:pt x="3459568" y="764078"/>
                  </a:lnTo>
                  <a:lnTo>
                    <a:pt x="3460194" y="769901"/>
                  </a:lnTo>
                  <a:lnTo>
                    <a:pt x="3460821" y="775694"/>
                  </a:lnTo>
                  <a:lnTo>
                    <a:pt x="3461448" y="781447"/>
                  </a:lnTo>
                  <a:lnTo>
                    <a:pt x="3462074" y="787162"/>
                  </a:lnTo>
                  <a:lnTo>
                    <a:pt x="3462701" y="792835"/>
                  </a:lnTo>
                  <a:lnTo>
                    <a:pt x="3463327" y="798498"/>
                  </a:lnTo>
                  <a:lnTo>
                    <a:pt x="3463954" y="804135"/>
                  </a:lnTo>
                  <a:lnTo>
                    <a:pt x="3464580" y="809735"/>
                  </a:lnTo>
                  <a:lnTo>
                    <a:pt x="3465207" y="815303"/>
                  </a:lnTo>
                  <a:lnTo>
                    <a:pt x="3465833" y="820857"/>
                  </a:lnTo>
                  <a:lnTo>
                    <a:pt x="3466460" y="826371"/>
                  </a:lnTo>
                  <a:lnTo>
                    <a:pt x="3467087" y="831834"/>
                  </a:lnTo>
                  <a:lnTo>
                    <a:pt x="3467713" y="837238"/>
                  </a:lnTo>
                  <a:lnTo>
                    <a:pt x="3468340" y="842584"/>
                  </a:lnTo>
                  <a:lnTo>
                    <a:pt x="3468966" y="847851"/>
                  </a:lnTo>
                  <a:lnTo>
                    <a:pt x="3469593" y="853042"/>
                  </a:lnTo>
                  <a:lnTo>
                    <a:pt x="3470219" y="858139"/>
                  </a:lnTo>
                  <a:lnTo>
                    <a:pt x="3470846" y="863131"/>
                  </a:lnTo>
                  <a:lnTo>
                    <a:pt x="3471472" y="868007"/>
                  </a:lnTo>
                  <a:lnTo>
                    <a:pt x="3472099" y="872763"/>
                  </a:lnTo>
                  <a:lnTo>
                    <a:pt x="3472726" y="877387"/>
                  </a:lnTo>
                  <a:lnTo>
                    <a:pt x="3473352" y="881883"/>
                  </a:lnTo>
                  <a:lnTo>
                    <a:pt x="3473979" y="886269"/>
                  </a:lnTo>
                  <a:lnTo>
                    <a:pt x="3474605" y="890558"/>
                  </a:lnTo>
                  <a:lnTo>
                    <a:pt x="3475232" y="894701"/>
                  </a:lnTo>
                  <a:lnTo>
                    <a:pt x="3475858" y="898697"/>
                  </a:lnTo>
                  <a:lnTo>
                    <a:pt x="3476485" y="902537"/>
                  </a:lnTo>
                  <a:lnTo>
                    <a:pt x="3477111" y="906234"/>
                  </a:lnTo>
                  <a:lnTo>
                    <a:pt x="3477738" y="909777"/>
                  </a:lnTo>
                  <a:lnTo>
                    <a:pt x="3478365" y="913190"/>
                  </a:lnTo>
                  <a:lnTo>
                    <a:pt x="3478991" y="916470"/>
                  </a:lnTo>
                  <a:lnTo>
                    <a:pt x="3479618" y="919631"/>
                  </a:lnTo>
                  <a:lnTo>
                    <a:pt x="3480244" y="922695"/>
                  </a:lnTo>
                  <a:lnTo>
                    <a:pt x="3480871" y="925676"/>
                  </a:lnTo>
                  <a:lnTo>
                    <a:pt x="3481497" y="928532"/>
                  </a:lnTo>
                  <a:lnTo>
                    <a:pt x="3482124" y="931257"/>
                  </a:lnTo>
                  <a:lnTo>
                    <a:pt x="3482750" y="933855"/>
                  </a:lnTo>
                  <a:lnTo>
                    <a:pt x="3483377" y="936289"/>
                  </a:lnTo>
                  <a:lnTo>
                    <a:pt x="3484004" y="938559"/>
                  </a:lnTo>
                  <a:lnTo>
                    <a:pt x="3484630" y="940676"/>
                  </a:lnTo>
                  <a:lnTo>
                    <a:pt x="3485257" y="942670"/>
                  </a:lnTo>
                  <a:lnTo>
                    <a:pt x="3485883" y="944558"/>
                  </a:lnTo>
                  <a:lnTo>
                    <a:pt x="3486510" y="946340"/>
                  </a:lnTo>
                  <a:lnTo>
                    <a:pt x="3487136" y="948007"/>
                  </a:lnTo>
                  <a:lnTo>
                    <a:pt x="3487763" y="949573"/>
                  </a:lnTo>
                  <a:lnTo>
                    <a:pt x="3488389" y="951050"/>
                  </a:lnTo>
                  <a:lnTo>
                    <a:pt x="3489016" y="952421"/>
                  </a:lnTo>
                  <a:lnTo>
                    <a:pt x="3489643" y="953660"/>
                  </a:lnTo>
                  <a:lnTo>
                    <a:pt x="3490269" y="954767"/>
                  </a:lnTo>
                  <a:lnTo>
                    <a:pt x="3490896" y="955779"/>
                  </a:lnTo>
                  <a:lnTo>
                    <a:pt x="3491522" y="956693"/>
                  </a:lnTo>
                  <a:lnTo>
                    <a:pt x="3492149" y="957510"/>
                  </a:lnTo>
                  <a:lnTo>
                    <a:pt x="3492775" y="958256"/>
                  </a:lnTo>
                  <a:lnTo>
                    <a:pt x="3493402" y="958934"/>
                  </a:lnTo>
                  <a:lnTo>
                    <a:pt x="3494028" y="959554"/>
                  </a:lnTo>
                  <a:lnTo>
                    <a:pt x="3494655" y="960090"/>
                  </a:lnTo>
                  <a:lnTo>
                    <a:pt x="3495282" y="960519"/>
                  </a:lnTo>
                  <a:lnTo>
                    <a:pt x="3495908" y="960849"/>
                  </a:lnTo>
                  <a:lnTo>
                    <a:pt x="3496535" y="961092"/>
                  </a:lnTo>
                  <a:lnTo>
                    <a:pt x="3497161" y="961212"/>
                  </a:lnTo>
                  <a:lnTo>
                    <a:pt x="3497788" y="961195"/>
                  </a:lnTo>
                  <a:lnTo>
                    <a:pt x="3498414" y="961053"/>
                  </a:lnTo>
                  <a:lnTo>
                    <a:pt x="3499041" y="960799"/>
                  </a:lnTo>
                  <a:lnTo>
                    <a:pt x="3499667" y="960424"/>
                  </a:lnTo>
                  <a:lnTo>
                    <a:pt x="3500294" y="959914"/>
                  </a:lnTo>
                  <a:lnTo>
                    <a:pt x="3500921" y="959278"/>
                  </a:lnTo>
                  <a:lnTo>
                    <a:pt x="3501547" y="958501"/>
                  </a:lnTo>
                  <a:lnTo>
                    <a:pt x="3502174" y="957570"/>
                  </a:lnTo>
                  <a:lnTo>
                    <a:pt x="3502800" y="956477"/>
                  </a:lnTo>
                  <a:lnTo>
                    <a:pt x="3503427" y="955228"/>
                  </a:lnTo>
                  <a:lnTo>
                    <a:pt x="3504053" y="953847"/>
                  </a:lnTo>
                  <a:lnTo>
                    <a:pt x="3504680" y="952342"/>
                  </a:lnTo>
                  <a:lnTo>
                    <a:pt x="3505306" y="950704"/>
                  </a:lnTo>
                  <a:lnTo>
                    <a:pt x="3505933" y="948911"/>
                  </a:lnTo>
                  <a:lnTo>
                    <a:pt x="3506560" y="946985"/>
                  </a:lnTo>
                  <a:lnTo>
                    <a:pt x="3507186" y="944949"/>
                  </a:lnTo>
                  <a:lnTo>
                    <a:pt x="3507813" y="942815"/>
                  </a:lnTo>
                  <a:lnTo>
                    <a:pt x="3508439" y="940586"/>
                  </a:lnTo>
                  <a:lnTo>
                    <a:pt x="3509066" y="938267"/>
                  </a:lnTo>
                  <a:lnTo>
                    <a:pt x="3509692" y="935876"/>
                  </a:lnTo>
                  <a:lnTo>
                    <a:pt x="3510319" y="933422"/>
                  </a:lnTo>
                  <a:lnTo>
                    <a:pt x="3510945" y="930905"/>
                  </a:lnTo>
                  <a:lnTo>
                    <a:pt x="3511572" y="928352"/>
                  </a:lnTo>
                  <a:lnTo>
                    <a:pt x="3512199" y="925761"/>
                  </a:lnTo>
                  <a:lnTo>
                    <a:pt x="3512825" y="923119"/>
                  </a:lnTo>
                  <a:lnTo>
                    <a:pt x="3513452" y="920454"/>
                  </a:lnTo>
                  <a:lnTo>
                    <a:pt x="3514078" y="917764"/>
                  </a:lnTo>
                  <a:lnTo>
                    <a:pt x="3514705" y="915058"/>
                  </a:lnTo>
                  <a:lnTo>
                    <a:pt x="3515331" y="912383"/>
                  </a:lnTo>
                  <a:lnTo>
                    <a:pt x="3515958" y="909751"/>
                  </a:lnTo>
                  <a:lnTo>
                    <a:pt x="3516584" y="907166"/>
                  </a:lnTo>
                  <a:lnTo>
                    <a:pt x="3517211" y="904598"/>
                  </a:lnTo>
                  <a:lnTo>
                    <a:pt x="3517838" y="902040"/>
                  </a:lnTo>
                  <a:lnTo>
                    <a:pt x="3518464" y="899484"/>
                  </a:lnTo>
                  <a:lnTo>
                    <a:pt x="3519091" y="896928"/>
                  </a:lnTo>
                  <a:lnTo>
                    <a:pt x="3519717" y="894364"/>
                  </a:lnTo>
                  <a:lnTo>
                    <a:pt x="3520344" y="891768"/>
                  </a:lnTo>
                  <a:lnTo>
                    <a:pt x="3520970" y="889121"/>
                  </a:lnTo>
                  <a:lnTo>
                    <a:pt x="3521597" y="886446"/>
                  </a:lnTo>
                  <a:lnTo>
                    <a:pt x="3522223" y="883741"/>
                  </a:lnTo>
                  <a:lnTo>
                    <a:pt x="3522850" y="880996"/>
                  </a:lnTo>
                  <a:lnTo>
                    <a:pt x="3523477" y="878218"/>
                  </a:lnTo>
                  <a:lnTo>
                    <a:pt x="3524103" y="875388"/>
                  </a:lnTo>
                  <a:lnTo>
                    <a:pt x="3524730" y="872473"/>
                  </a:lnTo>
                  <a:lnTo>
                    <a:pt x="3525356" y="869471"/>
                  </a:lnTo>
                  <a:lnTo>
                    <a:pt x="3525983" y="866358"/>
                  </a:lnTo>
                  <a:lnTo>
                    <a:pt x="3526609" y="863169"/>
                  </a:lnTo>
                  <a:lnTo>
                    <a:pt x="3527236" y="859916"/>
                  </a:lnTo>
                  <a:lnTo>
                    <a:pt x="3527862" y="856597"/>
                  </a:lnTo>
                  <a:lnTo>
                    <a:pt x="3528489" y="853200"/>
                  </a:lnTo>
                  <a:lnTo>
                    <a:pt x="3529116" y="849734"/>
                  </a:lnTo>
                  <a:lnTo>
                    <a:pt x="3529742" y="846207"/>
                  </a:lnTo>
                  <a:lnTo>
                    <a:pt x="3530369" y="842638"/>
                  </a:lnTo>
                  <a:lnTo>
                    <a:pt x="3530995" y="839006"/>
                  </a:lnTo>
                  <a:lnTo>
                    <a:pt x="3531622" y="835319"/>
                  </a:lnTo>
                  <a:lnTo>
                    <a:pt x="3532248" y="831574"/>
                  </a:lnTo>
                  <a:lnTo>
                    <a:pt x="3532875" y="827758"/>
                  </a:lnTo>
                  <a:lnTo>
                    <a:pt x="3533501" y="823895"/>
                  </a:lnTo>
                  <a:lnTo>
                    <a:pt x="3534128" y="820007"/>
                  </a:lnTo>
                  <a:lnTo>
                    <a:pt x="3534755" y="816112"/>
                  </a:lnTo>
                  <a:lnTo>
                    <a:pt x="3535381" y="812240"/>
                  </a:lnTo>
                  <a:lnTo>
                    <a:pt x="3536008" y="808385"/>
                  </a:lnTo>
                  <a:lnTo>
                    <a:pt x="3536634" y="804556"/>
                  </a:lnTo>
                  <a:lnTo>
                    <a:pt x="3537261" y="800737"/>
                  </a:lnTo>
                  <a:lnTo>
                    <a:pt x="3537887" y="796926"/>
                  </a:lnTo>
                  <a:lnTo>
                    <a:pt x="3538514" y="793115"/>
                  </a:lnTo>
                  <a:lnTo>
                    <a:pt x="3539140" y="789322"/>
                  </a:lnTo>
                  <a:lnTo>
                    <a:pt x="3539767" y="785542"/>
                  </a:lnTo>
                  <a:lnTo>
                    <a:pt x="3540394" y="781808"/>
                  </a:lnTo>
                  <a:lnTo>
                    <a:pt x="3541020" y="778148"/>
                  </a:lnTo>
                  <a:lnTo>
                    <a:pt x="3541647" y="774549"/>
                  </a:lnTo>
                  <a:lnTo>
                    <a:pt x="3542273" y="771011"/>
                  </a:lnTo>
                  <a:lnTo>
                    <a:pt x="3542900" y="767543"/>
                  </a:lnTo>
                  <a:lnTo>
                    <a:pt x="3543526" y="764116"/>
                  </a:lnTo>
                  <a:lnTo>
                    <a:pt x="3544153" y="760771"/>
                  </a:lnTo>
                  <a:lnTo>
                    <a:pt x="3544779" y="757529"/>
                  </a:lnTo>
                  <a:lnTo>
                    <a:pt x="3545406" y="754395"/>
                  </a:lnTo>
                  <a:lnTo>
                    <a:pt x="3546032" y="751392"/>
                  </a:lnTo>
                  <a:lnTo>
                    <a:pt x="3546659" y="748501"/>
                  </a:lnTo>
                  <a:lnTo>
                    <a:pt x="3547286" y="745723"/>
                  </a:lnTo>
                  <a:lnTo>
                    <a:pt x="3547912" y="743021"/>
                  </a:lnTo>
                  <a:lnTo>
                    <a:pt x="3548539" y="740398"/>
                  </a:lnTo>
                  <a:lnTo>
                    <a:pt x="3549165" y="737864"/>
                  </a:lnTo>
                  <a:lnTo>
                    <a:pt x="3549792" y="735411"/>
                  </a:lnTo>
                  <a:lnTo>
                    <a:pt x="3550418" y="733020"/>
                  </a:lnTo>
                  <a:lnTo>
                    <a:pt x="3551045" y="730700"/>
                  </a:lnTo>
                  <a:lnTo>
                    <a:pt x="3551671" y="728451"/>
                  </a:lnTo>
                  <a:lnTo>
                    <a:pt x="3552298" y="726291"/>
                  </a:lnTo>
                  <a:lnTo>
                    <a:pt x="3552925" y="724261"/>
                  </a:lnTo>
                  <a:lnTo>
                    <a:pt x="3553551" y="722333"/>
                  </a:lnTo>
                  <a:lnTo>
                    <a:pt x="3554178" y="720505"/>
                  </a:lnTo>
                  <a:lnTo>
                    <a:pt x="3554804" y="718764"/>
                  </a:lnTo>
                  <a:lnTo>
                    <a:pt x="3555431" y="717083"/>
                  </a:lnTo>
                  <a:lnTo>
                    <a:pt x="3556057" y="715478"/>
                  </a:lnTo>
                  <a:lnTo>
                    <a:pt x="3556684" y="713932"/>
                  </a:lnTo>
                  <a:lnTo>
                    <a:pt x="3557310" y="712464"/>
                  </a:lnTo>
                  <a:lnTo>
                    <a:pt x="3557937" y="711067"/>
                  </a:lnTo>
                  <a:lnTo>
                    <a:pt x="3558564" y="709724"/>
                  </a:lnTo>
                  <a:lnTo>
                    <a:pt x="3559190" y="708419"/>
                  </a:lnTo>
                  <a:lnTo>
                    <a:pt x="3559817" y="707179"/>
                  </a:lnTo>
                  <a:lnTo>
                    <a:pt x="3560443" y="705996"/>
                  </a:lnTo>
                  <a:lnTo>
                    <a:pt x="3561070" y="704869"/>
                  </a:lnTo>
                  <a:lnTo>
                    <a:pt x="3561696" y="703765"/>
                  </a:lnTo>
                  <a:lnTo>
                    <a:pt x="3562323" y="702676"/>
                  </a:lnTo>
                  <a:lnTo>
                    <a:pt x="3562949" y="701627"/>
                  </a:lnTo>
                  <a:lnTo>
                    <a:pt x="3563576" y="700597"/>
                  </a:lnTo>
                  <a:lnTo>
                    <a:pt x="3564203" y="699596"/>
                  </a:lnTo>
                  <a:lnTo>
                    <a:pt x="3564829" y="698641"/>
                  </a:lnTo>
                  <a:lnTo>
                    <a:pt x="3565456" y="697744"/>
                  </a:lnTo>
                  <a:lnTo>
                    <a:pt x="3566082" y="696901"/>
                  </a:lnTo>
                  <a:lnTo>
                    <a:pt x="3566709" y="696097"/>
                  </a:lnTo>
                  <a:lnTo>
                    <a:pt x="3567335" y="695301"/>
                  </a:lnTo>
                  <a:lnTo>
                    <a:pt x="3567962" y="694496"/>
                  </a:lnTo>
                  <a:lnTo>
                    <a:pt x="3568588" y="693674"/>
                  </a:lnTo>
                  <a:lnTo>
                    <a:pt x="3569215" y="692829"/>
                  </a:lnTo>
                  <a:lnTo>
                    <a:pt x="3569842" y="691970"/>
                  </a:lnTo>
                  <a:lnTo>
                    <a:pt x="3570468" y="691098"/>
                  </a:lnTo>
                  <a:lnTo>
                    <a:pt x="3571095" y="690215"/>
                  </a:lnTo>
                  <a:lnTo>
                    <a:pt x="3571721" y="689328"/>
                  </a:lnTo>
                  <a:lnTo>
                    <a:pt x="3572348" y="688412"/>
                  </a:lnTo>
                  <a:lnTo>
                    <a:pt x="3572974" y="687443"/>
                  </a:lnTo>
                  <a:lnTo>
                    <a:pt x="3573601" y="686455"/>
                  </a:lnTo>
                  <a:lnTo>
                    <a:pt x="3574227" y="685443"/>
                  </a:lnTo>
                  <a:lnTo>
                    <a:pt x="3574854" y="684404"/>
                  </a:lnTo>
                  <a:lnTo>
                    <a:pt x="3575481" y="683323"/>
                  </a:lnTo>
                  <a:lnTo>
                    <a:pt x="3576107" y="682171"/>
                  </a:lnTo>
                  <a:lnTo>
                    <a:pt x="3576734" y="680953"/>
                  </a:lnTo>
                  <a:lnTo>
                    <a:pt x="3577360" y="679681"/>
                  </a:lnTo>
                  <a:lnTo>
                    <a:pt x="3577987" y="678328"/>
                  </a:lnTo>
                  <a:lnTo>
                    <a:pt x="3578613" y="676939"/>
                  </a:lnTo>
                  <a:lnTo>
                    <a:pt x="3579240" y="675519"/>
                  </a:lnTo>
                  <a:lnTo>
                    <a:pt x="3579866" y="674086"/>
                  </a:lnTo>
                  <a:lnTo>
                    <a:pt x="3580493" y="672634"/>
                  </a:lnTo>
                  <a:lnTo>
                    <a:pt x="3581120" y="671162"/>
                  </a:lnTo>
                  <a:lnTo>
                    <a:pt x="3581746" y="669694"/>
                  </a:lnTo>
                  <a:lnTo>
                    <a:pt x="3582373" y="668237"/>
                  </a:lnTo>
                  <a:lnTo>
                    <a:pt x="3582999" y="666806"/>
                  </a:lnTo>
                  <a:lnTo>
                    <a:pt x="3583626" y="665383"/>
                  </a:lnTo>
                  <a:lnTo>
                    <a:pt x="3584252" y="663966"/>
                  </a:lnTo>
                  <a:lnTo>
                    <a:pt x="3584879" y="662557"/>
                  </a:lnTo>
                  <a:lnTo>
                    <a:pt x="3585505" y="661179"/>
                  </a:lnTo>
                  <a:lnTo>
                    <a:pt x="3586132" y="659834"/>
                  </a:lnTo>
                  <a:lnTo>
                    <a:pt x="3586759" y="658541"/>
                  </a:lnTo>
                  <a:lnTo>
                    <a:pt x="3587385" y="657328"/>
                  </a:lnTo>
                  <a:lnTo>
                    <a:pt x="3588012" y="656163"/>
                  </a:lnTo>
                  <a:lnTo>
                    <a:pt x="3588638" y="655064"/>
                  </a:lnTo>
                  <a:lnTo>
                    <a:pt x="3589265" y="654035"/>
                  </a:lnTo>
                  <a:lnTo>
                    <a:pt x="3589891" y="653083"/>
                  </a:lnTo>
                  <a:lnTo>
                    <a:pt x="3590518" y="652200"/>
                  </a:lnTo>
                  <a:lnTo>
                    <a:pt x="3591144" y="651373"/>
                  </a:lnTo>
                  <a:lnTo>
                    <a:pt x="3591771" y="650587"/>
                  </a:lnTo>
                  <a:lnTo>
                    <a:pt x="3592398" y="649843"/>
                  </a:lnTo>
                  <a:lnTo>
                    <a:pt x="3593024" y="649163"/>
                  </a:lnTo>
                  <a:lnTo>
                    <a:pt x="3593651" y="648588"/>
                  </a:lnTo>
                  <a:lnTo>
                    <a:pt x="3594277" y="648107"/>
                  </a:lnTo>
                  <a:lnTo>
                    <a:pt x="3594904" y="647697"/>
                  </a:lnTo>
                  <a:lnTo>
                    <a:pt x="3595530" y="647376"/>
                  </a:lnTo>
                  <a:lnTo>
                    <a:pt x="3596157" y="647135"/>
                  </a:lnTo>
                  <a:lnTo>
                    <a:pt x="3596783" y="646948"/>
                  </a:lnTo>
                  <a:lnTo>
                    <a:pt x="3597410" y="646798"/>
                  </a:lnTo>
                  <a:lnTo>
                    <a:pt x="3598037" y="646651"/>
                  </a:lnTo>
                  <a:lnTo>
                    <a:pt x="3598663" y="646507"/>
                  </a:lnTo>
                  <a:lnTo>
                    <a:pt x="3599290" y="646363"/>
                  </a:lnTo>
                  <a:lnTo>
                    <a:pt x="3599916" y="646246"/>
                  </a:lnTo>
                  <a:lnTo>
                    <a:pt x="3600543" y="646195"/>
                  </a:lnTo>
                  <a:lnTo>
                    <a:pt x="3601169" y="646227"/>
                  </a:lnTo>
                  <a:lnTo>
                    <a:pt x="3601796" y="646316"/>
                  </a:lnTo>
                  <a:lnTo>
                    <a:pt x="3602422" y="646436"/>
                  </a:lnTo>
                  <a:lnTo>
                    <a:pt x="3603049" y="646544"/>
                  </a:lnTo>
                  <a:lnTo>
                    <a:pt x="3603676" y="646615"/>
                  </a:lnTo>
                  <a:lnTo>
                    <a:pt x="3604302" y="646685"/>
                  </a:lnTo>
                  <a:lnTo>
                    <a:pt x="3604929" y="646775"/>
                  </a:lnTo>
                  <a:lnTo>
                    <a:pt x="3605555" y="646844"/>
                  </a:lnTo>
                  <a:lnTo>
                    <a:pt x="3606182" y="646931"/>
                  </a:lnTo>
                  <a:lnTo>
                    <a:pt x="3606808" y="647058"/>
                  </a:lnTo>
                  <a:lnTo>
                    <a:pt x="3607435" y="647233"/>
                  </a:lnTo>
                  <a:lnTo>
                    <a:pt x="3608061" y="647421"/>
                  </a:lnTo>
                  <a:lnTo>
                    <a:pt x="3608688" y="647598"/>
                  </a:lnTo>
                  <a:lnTo>
                    <a:pt x="3609315" y="647755"/>
                  </a:lnTo>
                  <a:lnTo>
                    <a:pt x="3609941" y="647878"/>
                  </a:lnTo>
                  <a:lnTo>
                    <a:pt x="3610568" y="647972"/>
                  </a:lnTo>
                  <a:lnTo>
                    <a:pt x="3611194" y="648039"/>
                  </a:lnTo>
                  <a:lnTo>
                    <a:pt x="3611821" y="648086"/>
                  </a:lnTo>
                  <a:lnTo>
                    <a:pt x="3612447" y="648132"/>
                  </a:lnTo>
                  <a:lnTo>
                    <a:pt x="3613074" y="648202"/>
                  </a:lnTo>
                  <a:lnTo>
                    <a:pt x="3613700" y="648275"/>
                  </a:lnTo>
                  <a:lnTo>
                    <a:pt x="3614327" y="648355"/>
                  </a:lnTo>
                  <a:lnTo>
                    <a:pt x="3614954" y="648420"/>
                  </a:lnTo>
                  <a:lnTo>
                    <a:pt x="3615580" y="648472"/>
                  </a:lnTo>
                  <a:lnTo>
                    <a:pt x="3616207" y="648507"/>
                  </a:lnTo>
                  <a:lnTo>
                    <a:pt x="3616833" y="648519"/>
                  </a:lnTo>
                  <a:lnTo>
                    <a:pt x="3617460" y="648505"/>
                  </a:lnTo>
                  <a:lnTo>
                    <a:pt x="3618086" y="648480"/>
                  </a:lnTo>
                  <a:lnTo>
                    <a:pt x="3618713" y="648427"/>
                  </a:lnTo>
                  <a:lnTo>
                    <a:pt x="3619339" y="648376"/>
                  </a:lnTo>
                  <a:lnTo>
                    <a:pt x="3619966" y="648339"/>
                  </a:lnTo>
                  <a:lnTo>
                    <a:pt x="3620593" y="648325"/>
                  </a:lnTo>
                  <a:lnTo>
                    <a:pt x="3621219" y="648330"/>
                  </a:lnTo>
                  <a:lnTo>
                    <a:pt x="3621846" y="648357"/>
                  </a:lnTo>
                  <a:lnTo>
                    <a:pt x="3622472" y="648405"/>
                  </a:lnTo>
                  <a:lnTo>
                    <a:pt x="3623099" y="648499"/>
                  </a:lnTo>
                  <a:lnTo>
                    <a:pt x="3623725" y="648659"/>
                  </a:lnTo>
                  <a:lnTo>
                    <a:pt x="3624352" y="648921"/>
                  </a:lnTo>
                  <a:lnTo>
                    <a:pt x="3624978" y="649274"/>
                  </a:lnTo>
                  <a:lnTo>
                    <a:pt x="3625605" y="649680"/>
                  </a:lnTo>
                  <a:lnTo>
                    <a:pt x="3626232" y="650195"/>
                  </a:lnTo>
                  <a:lnTo>
                    <a:pt x="3626858" y="650834"/>
                  </a:lnTo>
                  <a:lnTo>
                    <a:pt x="3627485" y="651587"/>
                  </a:lnTo>
                  <a:lnTo>
                    <a:pt x="3628111" y="652446"/>
                  </a:lnTo>
                  <a:lnTo>
                    <a:pt x="3628738" y="653424"/>
                  </a:lnTo>
                  <a:lnTo>
                    <a:pt x="3629364" y="654524"/>
                  </a:lnTo>
                  <a:lnTo>
                    <a:pt x="3629991" y="655776"/>
                  </a:lnTo>
                  <a:lnTo>
                    <a:pt x="3630617" y="657175"/>
                  </a:lnTo>
                  <a:lnTo>
                    <a:pt x="3631244" y="658743"/>
                  </a:lnTo>
                  <a:lnTo>
                    <a:pt x="3631871" y="660470"/>
                  </a:lnTo>
                  <a:lnTo>
                    <a:pt x="3632497" y="662316"/>
                  </a:lnTo>
                  <a:lnTo>
                    <a:pt x="3633124" y="664263"/>
                  </a:lnTo>
                  <a:lnTo>
                    <a:pt x="3633750" y="666322"/>
                  </a:lnTo>
                  <a:lnTo>
                    <a:pt x="3634377" y="668517"/>
                  </a:lnTo>
                  <a:lnTo>
                    <a:pt x="3635003" y="670885"/>
                  </a:lnTo>
                  <a:lnTo>
                    <a:pt x="3635630" y="673446"/>
                  </a:lnTo>
                  <a:lnTo>
                    <a:pt x="3636256" y="676146"/>
                  </a:lnTo>
                  <a:lnTo>
                    <a:pt x="3636883" y="678965"/>
                  </a:lnTo>
                  <a:lnTo>
                    <a:pt x="3637510" y="681916"/>
                  </a:lnTo>
                  <a:lnTo>
                    <a:pt x="3638136" y="685002"/>
                  </a:lnTo>
                  <a:lnTo>
                    <a:pt x="3638763" y="688197"/>
                  </a:lnTo>
                  <a:lnTo>
                    <a:pt x="3639389" y="691509"/>
                  </a:lnTo>
                  <a:lnTo>
                    <a:pt x="3640016" y="694948"/>
                  </a:lnTo>
                  <a:lnTo>
                    <a:pt x="3640642" y="698540"/>
                  </a:lnTo>
                  <a:lnTo>
                    <a:pt x="3641269" y="702243"/>
                  </a:lnTo>
                  <a:lnTo>
                    <a:pt x="3641895" y="706085"/>
                  </a:lnTo>
                  <a:lnTo>
                    <a:pt x="3642522" y="710054"/>
                  </a:lnTo>
                  <a:lnTo>
                    <a:pt x="3643149" y="714146"/>
                  </a:lnTo>
                  <a:lnTo>
                    <a:pt x="3643775" y="718361"/>
                  </a:lnTo>
                  <a:lnTo>
                    <a:pt x="3644402" y="722660"/>
                  </a:lnTo>
                  <a:lnTo>
                    <a:pt x="3645028" y="727010"/>
                  </a:lnTo>
                  <a:lnTo>
                    <a:pt x="3645655" y="731426"/>
                  </a:lnTo>
                  <a:lnTo>
                    <a:pt x="3646281" y="735930"/>
                  </a:lnTo>
                  <a:lnTo>
                    <a:pt x="3646908" y="740521"/>
                  </a:lnTo>
                  <a:lnTo>
                    <a:pt x="3647534" y="745192"/>
                  </a:lnTo>
                  <a:lnTo>
                    <a:pt x="3648161" y="749908"/>
                  </a:lnTo>
                  <a:lnTo>
                    <a:pt x="3648788" y="754656"/>
                  </a:lnTo>
                  <a:lnTo>
                    <a:pt x="3649414" y="759426"/>
                  </a:lnTo>
                  <a:lnTo>
                    <a:pt x="3650041" y="764192"/>
                  </a:lnTo>
                  <a:lnTo>
                    <a:pt x="3650667" y="768988"/>
                  </a:lnTo>
                  <a:lnTo>
                    <a:pt x="3651294" y="773775"/>
                  </a:lnTo>
                  <a:lnTo>
                    <a:pt x="3651920" y="778536"/>
                  </a:lnTo>
                  <a:lnTo>
                    <a:pt x="3652547" y="783257"/>
                  </a:lnTo>
                  <a:lnTo>
                    <a:pt x="3653173" y="787928"/>
                  </a:lnTo>
                  <a:lnTo>
                    <a:pt x="3653800" y="792559"/>
                  </a:lnTo>
                  <a:lnTo>
                    <a:pt x="3654427" y="797172"/>
                  </a:lnTo>
                  <a:lnTo>
                    <a:pt x="3655053" y="801748"/>
                  </a:lnTo>
                  <a:lnTo>
                    <a:pt x="3655680" y="806226"/>
                  </a:lnTo>
                  <a:lnTo>
                    <a:pt x="3656306" y="810581"/>
                  </a:lnTo>
                  <a:lnTo>
                    <a:pt x="3656933" y="814806"/>
                  </a:lnTo>
                  <a:lnTo>
                    <a:pt x="3657559" y="818957"/>
                  </a:lnTo>
                  <a:lnTo>
                    <a:pt x="3658186" y="822991"/>
                  </a:lnTo>
                  <a:lnTo>
                    <a:pt x="3658812" y="826907"/>
                  </a:lnTo>
                  <a:lnTo>
                    <a:pt x="3659439" y="830722"/>
                  </a:lnTo>
                  <a:lnTo>
                    <a:pt x="3660066" y="834408"/>
                  </a:lnTo>
                  <a:lnTo>
                    <a:pt x="3660692" y="837964"/>
                  </a:lnTo>
                  <a:lnTo>
                    <a:pt x="3661319" y="841389"/>
                  </a:lnTo>
                  <a:lnTo>
                    <a:pt x="3661945" y="844701"/>
                  </a:lnTo>
                  <a:lnTo>
                    <a:pt x="3662572" y="847914"/>
                  </a:lnTo>
                  <a:lnTo>
                    <a:pt x="3663198" y="851012"/>
                  </a:lnTo>
                  <a:lnTo>
                    <a:pt x="3663825" y="853988"/>
                  </a:lnTo>
                  <a:lnTo>
                    <a:pt x="3664451" y="856873"/>
                  </a:lnTo>
                  <a:lnTo>
                    <a:pt x="3665078" y="859676"/>
                  </a:lnTo>
                  <a:lnTo>
                    <a:pt x="3665705" y="862404"/>
                  </a:lnTo>
                  <a:lnTo>
                    <a:pt x="3666331" y="865056"/>
                  </a:lnTo>
                  <a:lnTo>
                    <a:pt x="3666958" y="867603"/>
                  </a:lnTo>
                  <a:lnTo>
                    <a:pt x="3667584" y="870016"/>
                  </a:lnTo>
                  <a:lnTo>
                    <a:pt x="3668211" y="872332"/>
                  </a:lnTo>
                  <a:lnTo>
                    <a:pt x="3668837" y="874518"/>
                  </a:lnTo>
                  <a:lnTo>
                    <a:pt x="3669464" y="876578"/>
                  </a:lnTo>
                  <a:lnTo>
                    <a:pt x="3670090" y="878468"/>
                  </a:lnTo>
                  <a:lnTo>
                    <a:pt x="3670717" y="880206"/>
                  </a:lnTo>
                  <a:lnTo>
                    <a:pt x="3671344" y="881793"/>
                  </a:lnTo>
                  <a:lnTo>
                    <a:pt x="3671970" y="883243"/>
                  </a:lnTo>
                  <a:lnTo>
                    <a:pt x="3672597" y="884575"/>
                  </a:lnTo>
                  <a:lnTo>
                    <a:pt x="3673223" y="885812"/>
                  </a:lnTo>
                  <a:lnTo>
                    <a:pt x="3673850" y="886950"/>
                  </a:lnTo>
                  <a:lnTo>
                    <a:pt x="3674476" y="888018"/>
                  </a:lnTo>
                  <a:lnTo>
                    <a:pt x="3675103" y="889029"/>
                  </a:lnTo>
                  <a:lnTo>
                    <a:pt x="3675729" y="889968"/>
                  </a:lnTo>
                  <a:lnTo>
                    <a:pt x="3676356" y="890862"/>
                  </a:lnTo>
                  <a:lnTo>
                    <a:pt x="3676983" y="891731"/>
                  </a:lnTo>
                  <a:lnTo>
                    <a:pt x="3677609" y="892576"/>
                  </a:lnTo>
                  <a:lnTo>
                    <a:pt x="3678236" y="893385"/>
                  </a:lnTo>
                  <a:lnTo>
                    <a:pt x="3678862" y="894179"/>
                  </a:lnTo>
                  <a:lnTo>
                    <a:pt x="3679489" y="895012"/>
                  </a:lnTo>
                  <a:lnTo>
                    <a:pt x="3680115" y="895943"/>
                  </a:lnTo>
                  <a:lnTo>
                    <a:pt x="3680742" y="896967"/>
                  </a:lnTo>
                  <a:lnTo>
                    <a:pt x="3681368" y="898101"/>
                  </a:lnTo>
                  <a:lnTo>
                    <a:pt x="3681995" y="899323"/>
                  </a:lnTo>
                  <a:lnTo>
                    <a:pt x="3682622" y="900612"/>
                  </a:lnTo>
                  <a:lnTo>
                    <a:pt x="3683248" y="901972"/>
                  </a:lnTo>
                  <a:lnTo>
                    <a:pt x="3683875" y="903408"/>
                  </a:lnTo>
                  <a:lnTo>
                    <a:pt x="3684501" y="904922"/>
                  </a:lnTo>
                  <a:lnTo>
                    <a:pt x="3685128" y="906527"/>
                  </a:lnTo>
                  <a:lnTo>
                    <a:pt x="3685754" y="908213"/>
                  </a:lnTo>
                  <a:lnTo>
                    <a:pt x="3686381" y="909948"/>
                  </a:lnTo>
                  <a:lnTo>
                    <a:pt x="3687007" y="911725"/>
                  </a:lnTo>
                  <a:lnTo>
                    <a:pt x="3687634" y="913555"/>
                  </a:lnTo>
                  <a:lnTo>
                    <a:pt x="3688261" y="915441"/>
                  </a:lnTo>
                  <a:lnTo>
                    <a:pt x="3688887" y="917333"/>
                  </a:lnTo>
                  <a:lnTo>
                    <a:pt x="3689514" y="919181"/>
                  </a:lnTo>
                  <a:lnTo>
                    <a:pt x="3690140" y="920971"/>
                  </a:lnTo>
                  <a:lnTo>
                    <a:pt x="3690767" y="922709"/>
                  </a:lnTo>
                  <a:lnTo>
                    <a:pt x="3691393" y="924386"/>
                  </a:lnTo>
                  <a:lnTo>
                    <a:pt x="3692020" y="926034"/>
                  </a:lnTo>
                  <a:lnTo>
                    <a:pt x="3692646" y="927655"/>
                  </a:lnTo>
                  <a:lnTo>
                    <a:pt x="3693273" y="929267"/>
                  </a:lnTo>
                  <a:lnTo>
                    <a:pt x="3693900" y="930844"/>
                  </a:lnTo>
                  <a:lnTo>
                    <a:pt x="3694526" y="932386"/>
                  </a:lnTo>
                  <a:lnTo>
                    <a:pt x="3695153" y="933909"/>
                  </a:lnTo>
                  <a:lnTo>
                    <a:pt x="3695779" y="935414"/>
                  </a:lnTo>
                  <a:lnTo>
                    <a:pt x="3696406" y="936863"/>
                  </a:lnTo>
                  <a:lnTo>
                    <a:pt x="3697032" y="938284"/>
                  </a:lnTo>
                  <a:lnTo>
                    <a:pt x="3697659" y="939679"/>
                  </a:lnTo>
                  <a:lnTo>
                    <a:pt x="3698285" y="941032"/>
                  </a:lnTo>
                  <a:lnTo>
                    <a:pt x="3698912" y="942370"/>
                  </a:lnTo>
                  <a:lnTo>
                    <a:pt x="3699539" y="943723"/>
                  </a:lnTo>
                  <a:lnTo>
                    <a:pt x="3700165" y="945075"/>
                  </a:lnTo>
                  <a:lnTo>
                    <a:pt x="3700792" y="946438"/>
                  </a:lnTo>
                  <a:lnTo>
                    <a:pt x="3701418" y="947802"/>
                  </a:lnTo>
                  <a:lnTo>
                    <a:pt x="3702045" y="949172"/>
                  </a:lnTo>
                  <a:lnTo>
                    <a:pt x="3702671" y="950537"/>
                  </a:lnTo>
                  <a:lnTo>
                    <a:pt x="3703298" y="951892"/>
                  </a:lnTo>
                  <a:lnTo>
                    <a:pt x="3703924" y="953225"/>
                  </a:lnTo>
                  <a:lnTo>
                    <a:pt x="3704551" y="954497"/>
                  </a:lnTo>
                  <a:lnTo>
                    <a:pt x="3705178" y="955707"/>
                  </a:lnTo>
                  <a:lnTo>
                    <a:pt x="3705804" y="956870"/>
                  </a:lnTo>
                  <a:lnTo>
                    <a:pt x="3706431" y="957917"/>
                  </a:lnTo>
                  <a:lnTo>
                    <a:pt x="3707057" y="958837"/>
                  </a:lnTo>
                  <a:lnTo>
                    <a:pt x="3707684" y="959665"/>
                  </a:lnTo>
                  <a:lnTo>
                    <a:pt x="3708310" y="960388"/>
                  </a:lnTo>
                  <a:lnTo>
                    <a:pt x="3708937" y="961008"/>
                  </a:lnTo>
                  <a:lnTo>
                    <a:pt x="3709563" y="961524"/>
                  </a:lnTo>
                  <a:lnTo>
                    <a:pt x="3710190" y="961946"/>
                  </a:lnTo>
                  <a:lnTo>
                    <a:pt x="3710817" y="962303"/>
                  </a:lnTo>
                  <a:lnTo>
                    <a:pt x="3711443" y="962572"/>
                  </a:lnTo>
                  <a:lnTo>
                    <a:pt x="3712070" y="962733"/>
                  </a:lnTo>
                  <a:lnTo>
                    <a:pt x="3712696" y="962795"/>
                  </a:lnTo>
                  <a:lnTo>
                    <a:pt x="3713323" y="962738"/>
                  </a:lnTo>
                  <a:lnTo>
                    <a:pt x="3713949" y="962597"/>
                  </a:lnTo>
                  <a:lnTo>
                    <a:pt x="3714576" y="962383"/>
                  </a:lnTo>
                  <a:lnTo>
                    <a:pt x="3715202" y="962100"/>
                  </a:lnTo>
                  <a:lnTo>
                    <a:pt x="3715829" y="961777"/>
                  </a:lnTo>
                  <a:lnTo>
                    <a:pt x="3716456" y="961427"/>
                  </a:lnTo>
                  <a:lnTo>
                    <a:pt x="3717082" y="961030"/>
                  </a:lnTo>
                  <a:lnTo>
                    <a:pt x="3717709" y="960587"/>
                  </a:lnTo>
                  <a:lnTo>
                    <a:pt x="3718335" y="960112"/>
                  </a:lnTo>
                  <a:lnTo>
                    <a:pt x="3718962" y="959628"/>
                  </a:lnTo>
                  <a:lnTo>
                    <a:pt x="3719588" y="959165"/>
                  </a:lnTo>
                  <a:lnTo>
                    <a:pt x="3720215" y="958693"/>
                  </a:lnTo>
                  <a:lnTo>
                    <a:pt x="3720841" y="958263"/>
                  </a:lnTo>
                  <a:lnTo>
                    <a:pt x="3721468" y="957882"/>
                  </a:lnTo>
                  <a:lnTo>
                    <a:pt x="3722095" y="957566"/>
                  </a:lnTo>
                  <a:lnTo>
                    <a:pt x="3722721" y="957337"/>
                  </a:lnTo>
                  <a:lnTo>
                    <a:pt x="3723348" y="957190"/>
                  </a:lnTo>
                  <a:lnTo>
                    <a:pt x="3723974" y="957131"/>
                  </a:lnTo>
                  <a:lnTo>
                    <a:pt x="3724601" y="957154"/>
                  </a:lnTo>
                  <a:lnTo>
                    <a:pt x="3725227" y="957249"/>
                  </a:lnTo>
                  <a:lnTo>
                    <a:pt x="3725854" y="957405"/>
                  </a:lnTo>
                  <a:lnTo>
                    <a:pt x="3726480" y="957620"/>
                  </a:lnTo>
                  <a:lnTo>
                    <a:pt x="3727107" y="957896"/>
                  </a:lnTo>
                  <a:lnTo>
                    <a:pt x="3727734" y="958244"/>
                  </a:lnTo>
                  <a:lnTo>
                    <a:pt x="3728360" y="958656"/>
                  </a:lnTo>
                  <a:lnTo>
                    <a:pt x="3728987" y="959106"/>
                  </a:lnTo>
                  <a:lnTo>
                    <a:pt x="3729613" y="959605"/>
                  </a:lnTo>
                  <a:lnTo>
                    <a:pt x="3730240" y="960156"/>
                  </a:lnTo>
                  <a:lnTo>
                    <a:pt x="3730866" y="960745"/>
                  </a:lnTo>
                  <a:lnTo>
                    <a:pt x="3731493" y="961368"/>
                  </a:lnTo>
                  <a:lnTo>
                    <a:pt x="3732119" y="962010"/>
                  </a:lnTo>
                  <a:lnTo>
                    <a:pt x="3732746" y="962691"/>
                  </a:lnTo>
                  <a:lnTo>
                    <a:pt x="3733373" y="963407"/>
                  </a:lnTo>
                  <a:lnTo>
                    <a:pt x="3733999" y="964155"/>
                  </a:lnTo>
                  <a:lnTo>
                    <a:pt x="3734626" y="964943"/>
                  </a:lnTo>
                  <a:lnTo>
                    <a:pt x="3735252" y="965748"/>
                  </a:lnTo>
                  <a:lnTo>
                    <a:pt x="3735879" y="966570"/>
                  </a:lnTo>
                  <a:lnTo>
                    <a:pt x="3736505" y="967403"/>
                  </a:lnTo>
                  <a:lnTo>
                    <a:pt x="3737132" y="968227"/>
                  </a:lnTo>
                  <a:lnTo>
                    <a:pt x="3737758" y="969023"/>
                  </a:lnTo>
                  <a:lnTo>
                    <a:pt x="3738385" y="969798"/>
                  </a:lnTo>
                  <a:lnTo>
                    <a:pt x="3739012" y="970536"/>
                  </a:lnTo>
                  <a:lnTo>
                    <a:pt x="3739638" y="971211"/>
                  </a:lnTo>
                  <a:lnTo>
                    <a:pt x="3740265" y="971835"/>
                  </a:lnTo>
                  <a:lnTo>
                    <a:pt x="3740891" y="972392"/>
                  </a:lnTo>
                  <a:lnTo>
                    <a:pt x="3741518" y="972870"/>
                  </a:lnTo>
                  <a:lnTo>
                    <a:pt x="3742144" y="973241"/>
                  </a:lnTo>
                  <a:lnTo>
                    <a:pt x="3742771" y="973450"/>
                  </a:lnTo>
                  <a:lnTo>
                    <a:pt x="3743397" y="973491"/>
                  </a:lnTo>
                  <a:lnTo>
                    <a:pt x="3744024" y="973370"/>
                  </a:lnTo>
                  <a:lnTo>
                    <a:pt x="3744651" y="973114"/>
                  </a:lnTo>
                  <a:lnTo>
                    <a:pt x="3745277" y="972739"/>
                  </a:lnTo>
                  <a:lnTo>
                    <a:pt x="3745904" y="972228"/>
                  </a:lnTo>
                  <a:lnTo>
                    <a:pt x="3746530" y="971576"/>
                  </a:lnTo>
                  <a:lnTo>
                    <a:pt x="3747157" y="970788"/>
                  </a:lnTo>
                  <a:lnTo>
                    <a:pt x="3747783" y="969862"/>
                  </a:lnTo>
                  <a:lnTo>
                    <a:pt x="3748410" y="968777"/>
                  </a:lnTo>
                  <a:lnTo>
                    <a:pt x="3749036" y="967549"/>
                  </a:lnTo>
                  <a:lnTo>
                    <a:pt x="3749663" y="966187"/>
                  </a:lnTo>
                  <a:lnTo>
                    <a:pt x="3750290" y="964722"/>
                  </a:lnTo>
                  <a:lnTo>
                    <a:pt x="3750916" y="963154"/>
                  </a:lnTo>
                  <a:lnTo>
                    <a:pt x="3751543" y="961480"/>
                  </a:lnTo>
                  <a:lnTo>
                    <a:pt x="3752169" y="959748"/>
                  </a:lnTo>
                  <a:lnTo>
                    <a:pt x="3752796" y="957977"/>
                  </a:lnTo>
                  <a:lnTo>
                    <a:pt x="3753422" y="956157"/>
                  </a:lnTo>
                  <a:lnTo>
                    <a:pt x="3754049" y="954249"/>
                  </a:lnTo>
                  <a:lnTo>
                    <a:pt x="3754675" y="952225"/>
                  </a:lnTo>
                  <a:lnTo>
                    <a:pt x="3755302" y="950122"/>
                  </a:lnTo>
                  <a:lnTo>
                    <a:pt x="3755929" y="947924"/>
                  </a:lnTo>
                  <a:lnTo>
                    <a:pt x="3756555" y="945632"/>
                  </a:lnTo>
                  <a:lnTo>
                    <a:pt x="3757182" y="943235"/>
                  </a:lnTo>
                  <a:lnTo>
                    <a:pt x="3757808" y="940747"/>
                  </a:lnTo>
                  <a:lnTo>
                    <a:pt x="3758435" y="938176"/>
                  </a:lnTo>
                  <a:lnTo>
                    <a:pt x="3759061" y="935530"/>
                  </a:lnTo>
                  <a:lnTo>
                    <a:pt x="3759688" y="932769"/>
                  </a:lnTo>
                  <a:lnTo>
                    <a:pt x="3760314" y="929897"/>
                  </a:lnTo>
                  <a:lnTo>
                    <a:pt x="3760941" y="926915"/>
                  </a:lnTo>
                  <a:lnTo>
                    <a:pt x="3761568" y="923804"/>
                  </a:lnTo>
                  <a:lnTo>
                    <a:pt x="3762194" y="920543"/>
                  </a:lnTo>
                  <a:lnTo>
                    <a:pt x="3762821" y="917133"/>
                  </a:lnTo>
                  <a:lnTo>
                    <a:pt x="3763447" y="913580"/>
                  </a:lnTo>
                  <a:lnTo>
                    <a:pt x="3764074" y="909917"/>
                  </a:lnTo>
                  <a:lnTo>
                    <a:pt x="3764700" y="906117"/>
                  </a:lnTo>
                  <a:lnTo>
                    <a:pt x="3765327" y="902210"/>
                  </a:lnTo>
                  <a:lnTo>
                    <a:pt x="3765953" y="898204"/>
                  </a:lnTo>
                  <a:lnTo>
                    <a:pt x="3766580" y="894097"/>
                  </a:lnTo>
                  <a:lnTo>
                    <a:pt x="3767207" y="889907"/>
                  </a:lnTo>
                  <a:lnTo>
                    <a:pt x="3767833" y="885655"/>
                  </a:lnTo>
                  <a:lnTo>
                    <a:pt x="3768460" y="881329"/>
                  </a:lnTo>
                  <a:lnTo>
                    <a:pt x="3769086" y="876986"/>
                  </a:lnTo>
                  <a:lnTo>
                    <a:pt x="3769713" y="872642"/>
                  </a:lnTo>
                  <a:lnTo>
                    <a:pt x="3770339" y="868315"/>
                  </a:lnTo>
                  <a:lnTo>
                    <a:pt x="3770966" y="864028"/>
                  </a:lnTo>
                  <a:lnTo>
                    <a:pt x="3771592" y="859809"/>
                  </a:lnTo>
                  <a:lnTo>
                    <a:pt x="3772219" y="855667"/>
                  </a:lnTo>
                  <a:lnTo>
                    <a:pt x="3772846" y="851627"/>
                  </a:lnTo>
                  <a:lnTo>
                    <a:pt x="3773472" y="847679"/>
                  </a:lnTo>
                  <a:lnTo>
                    <a:pt x="3774099" y="843845"/>
                  </a:lnTo>
                  <a:lnTo>
                    <a:pt x="3774725" y="840133"/>
                  </a:lnTo>
                  <a:lnTo>
                    <a:pt x="3775352" y="836551"/>
                  </a:lnTo>
                  <a:lnTo>
                    <a:pt x="3775978" y="833118"/>
                  </a:lnTo>
                  <a:lnTo>
                    <a:pt x="3776605" y="829834"/>
                  </a:lnTo>
                  <a:lnTo>
                    <a:pt x="3777231" y="826683"/>
                  </a:lnTo>
                  <a:lnTo>
                    <a:pt x="3777858" y="823686"/>
                  </a:lnTo>
                  <a:lnTo>
                    <a:pt x="3778485" y="820856"/>
                  </a:lnTo>
                  <a:lnTo>
                    <a:pt x="3779111" y="818185"/>
                  </a:lnTo>
                  <a:lnTo>
                    <a:pt x="3779738" y="815663"/>
                  </a:lnTo>
                  <a:lnTo>
                    <a:pt x="3780364" y="813317"/>
                  </a:lnTo>
                  <a:lnTo>
                    <a:pt x="3780991" y="811145"/>
                  </a:lnTo>
                  <a:lnTo>
                    <a:pt x="3781617" y="809127"/>
                  </a:lnTo>
                  <a:lnTo>
                    <a:pt x="3782244" y="807238"/>
                  </a:lnTo>
                  <a:lnTo>
                    <a:pt x="3782870" y="805481"/>
                  </a:lnTo>
                  <a:lnTo>
                    <a:pt x="3783497" y="803853"/>
                  </a:lnTo>
                  <a:lnTo>
                    <a:pt x="3784123" y="802336"/>
                  </a:lnTo>
                  <a:lnTo>
                    <a:pt x="3784750" y="800914"/>
                  </a:lnTo>
                  <a:lnTo>
                    <a:pt x="3785377" y="799607"/>
                  </a:lnTo>
                  <a:lnTo>
                    <a:pt x="3786003" y="798448"/>
                  </a:lnTo>
                  <a:lnTo>
                    <a:pt x="3786630" y="797458"/>
                  </a:lnTo>
                  <a:lnTo>
                    <a:pt x="3787256" y="796621"/>
                  </a:lnTo>
                  <a:lnTo>
                    <a:pt x="3787883" y="795957"/>
                  </a:lnTo>
                  <a:lnTo>
                    <a:pt x="3788509" y="795468"/>
                  </a:lnTo>
                  <a:lnTo>
                    <a:pt x="3789136" y="795170"/>
                  </a:lnTo>
                  <a:lnTo>
                    <a:pt x="3789762" y="795083"/>
                  </a:lnTo>
                  <a:lnTo>
                    <a:pt x="3790389" y="795200"/>
                  </a:lnTo>
                  <a:lnTo>
                    <a:pt x="3791016" y="795533"/>
                  </a:lnTo>
                  <a:lnTo>
                    <a:pt x="3791642" y="796127"/>
                  </a:lnTo>
                  <a:lnTo>
                    <a:pt x="3792269" y="796995"/>
                  </a:lnTo>
                  <a:lnTo>
                    <a:pt x="3792895" y="798142"/>
                  </a:lnTo>
                  <a:lnTo>
                    <a:pt x="3793522" y="799588"/>
                  </a:lnTo>
                  <a:lnTo>
                    <a:pt x="3794148" y="801336"/>
                  </a:lnTo>
                  <a:lnTo>
                    <a:pt x="3794775" y="803367"/>
                  </a:lnTo>
                  <a:lnTo>
                    <a:pt x="3795401" y="805676"/>
                  </a:lnTo>
                  <a:lnTo>
                    <a:pt x="3796028" y="808242"/>
                  </a:lnTo>
                  <a:lnTo>
                    <a:pt x="3796655" y="811093"/>
                  </a:lnTo>
                  <a:lnTo>
                    <a:pt x="3797281" y="814213"/>
                  </a:lnTo>
                  <a:lnTo>
                    <a:pt x="3797908" y="817614"/>
                  </a:lnTo>
                  <a:lnTo>
                    <a:pt x="3798534" y="821290"/>
                  </a:lnTo>
                  <a:lnTo>
                    <a:pt x="3799161" y="825237"/>
                  </a:lnTo>
                  <a:lnTo>
                    <a:pt x="3799787" y="829432"/>
                  </a:lnTo>
                  <a:lnTo>
                    <a:pt x="3800414" y="833899"/>
                  </a:lnTo>
                  <a:lnTo>
                    <a:pt x="3801040" y="838610"/>
                  </a:lnTo>
                  <a:lnTo>
                    <a:pt x="3801667" y="843540"/>
                  </a:lnTo>
                  <a:lnTo>
                    <a:pt x="3802294" y="848691"/>
                  </a:lnTo>
                  <a:lnTo>
                    <a:pt x="3802920" y="854053"/>
                  </a:lnTo>
                  <a:lnTo>
                    <a:pt x="3803547" y="859603"/>
                  </a:lnTo>
                  <a:lnTo>
                    <a:pt x="3804173" y="865325"/>
                  </a:lnTo>
                  <a:lnTo>
                    <a:pt x="3804800" y="871186"/>
                  </a:lnTo>
                  <a:lnTo>
                    <a:pt x="3805426" y="877211"/>
                  </a:lnTo>
                  <a:lnTo>
                    <a:pt x="3806053" y="883375"/>
                  </a:lnTo>
                  <a:lnTo>
                    <a:pt x="3806679" y="889649"/>
                  </a:lnTo>
                  <a:lnTo>
                    <a:pt x="3807306" y="896024"/>
                  </a:lnTo>
                  <a:lnTo>
                    <a:pt x="3807933" y="902461"/>
                  </a:lnTo>
                  <a:lnTo>
                    <a:pt x="3808559" y="908956"/>
                  </a:lnTo>
                  <a:lnTo>
                    <a:pt x="3809186" y="915524"/>
                  </a:lnTo>
                  <a:lnTo>
                    <a:pt x="3809812" y="922137"/>
                  </a:lnTo>
                  <a:lnTo>
                    <a:pt x="3810439" y="928761"/>
                  </a:lnTo>
                  <a:lnTo>
                    <a:pt x="3811065" y="935422"/>
                  </a:lnTo>
                  <a:lnTo>
                    <a:pt x="3811692" y="942117"/>
                  </a:lnTo>
                  <a:lnTo>
                    <a:pt x="3812318" y="948828"/>
                  </a:lnTo>
                  <a:lnTo>
                    <a:pt x="3812945" y="955545"/>
                  </a:lnTo>
                  <a:lnTo>
                    <a:pt x="3813572" y="962288"/>
                  </a:lnTo>
                  <a:lnTo>
                    <a:pt x="3814198" y="969046"/>
                  </a:lnTo>
                  <a:lnTo>
                    <a:pt x="3814825" y="975795"/>
                  </a:lnTo>
                  <a:lnTo>
                    <a:pt x="3815451" y="982527"/>
                  </a:lnTo>
                  <a:lnTo>
                    <a:pt x="3816078" y="989280"/>
                  </a:lnTo>
                  <a:lnTo>
                    <a:pt x="3816704" y="996092"/>
                  </a:lnTo>
                  <a:lnTo>
                    <a:pt x="3817331" y="1002945"/>
                  </a:lnTo>
                  <a:lnTo>
                    <a:pt x="3817957" y="1009794"/>
                  </a:lnTo>
                  <a:lnTo>
                    <a:pt x="3818584" y="1016636"/>
                  </a:lnTo>
                  <a:lnTo>
                    <a:pt x="3819211" y="1023459"/>
                  </a:lnTo>
                  <a:lnTo>
                    <a:pt x="3819837" y="1030264"/>
                  </a:lnTo>
                  <a:lnTo>
                    <a:pt x="3820464" y="1037039"/>
                  </a:lnTo>
                  <a:lnTo>
                    <a:pt x="3821090" y="1043762"/>
                  </a:lnTo>
                  <a:lnTo>
                    <a:pt x="3821717" y="1050406"/>
                  </a:lnTo>
                  <a:lnTo>
                    <a:pt x="3822343" y="1056985"/>
                  </a:lnTo>
                  <a:lnTo>
                    <a:pt x="3822970" y="1063480"/>
                  </a:lnTo>
                  <a:lnTo>
                    <a:pt x="3823596" y="1069888"/>
                  </a:lnTo>
                  <a:lnTo>
                    <a:pt x="3824223" y="1076225"/>
                  </a:lnTo>
                  <a:lnTo>
                    <a:pt x="3824850" y="1082516"/>
                  </a:lnTo>
                  <a:lnTo>
                    <a:pt x="3825476" y="1088766"/>
                  </a:lnTo>
                  <a:lnTo>
                    <a:pt x="3826103" y="1094989"/>
                  </a:lnTo>
                  <a:lnTo>
                    <a:pt x="3826729" y="1101201"/>
                  </a:lnTo>
                  <a:lnTo>
                    <a:pt x="3827356" y="1107434"/>
                  </a:lnTo>
                  <a:lnTo>
                    <a:pt x="3827982" y="1113673"/>
                  </a:lnTo>
                  <a:lnTo>
                    <a:pt x="3828609" y="1119913"/>
                  </a:lnTo>
                  <a:lnTo>
                    <a:pt x="3829235" y="1126165"/>
                  </a:lnTo>
                  <a:lnTo>
                    <a:pt x="3829862" y="1132446"/>
                  </a:lnTo>
                  <a:lnTo>
                    <a:pt x="3830489" y="1138763"/>
                  </a:lnTo>
                  <a:lnTo>
                    <a:pt x="3831115" y="1145095"/>
                  </a:lnTo>
                  <a:lnTo>
                    <a:pt x="3831742" y="1151454"/>
                  </a:lnTo>
                  <a:lnTo>
                    <a:pt x="3832368" y="1157798"/>
                  </a:lnTo>
                  <a:lnTo>
                    <a:pt x="3832995" y="1164107"/>
                  </a:lnTo>
                  <a:lnTo>
                    <a:pt x="3833621" y="1170372"/>
                  </a:lnTo>
                  <a:lnTo>
                    <a:pt x="3834248" y="1176550"/>
                  </a:lnTo>
                  <a:lnTo>
                    <a:pt x="3834874" y="1182623"/>
                  </a:lnTo>
                  <a:lnTo>
                    <a:pt x="3835501" y="1188574"/>
                  </a:lnTo>
                  <a:lnTo>
                    <a:pt x="3836128" y="1194410"/>
                  </a:lnTo>
                  <a:lnTo>
                    <a:pt x="3836754" y="1200127"/>
                  </a:lnTo>
                  <a:lnTo>
                    <a:pt x="3837381" y="1205717"/>
                  </a:lnTo>
                  <a:lnTo>
                    <a:pt x="3838007" y="1211198"/>
                  </a:lnTo>
                  <a:lnTo>
                    <a:pt x="3838634" y="1216590"/>
                  </a:lnTo>
                  <a:lnTo>
                    <a:pt x="3839260" y="1221848"/>
                  </a:lnTo>
                  <a:lnTo>
                    <a:pt x="3839887" y="1226983"/>
                  </a:lnTo>
                  <a:lnTo>
                    <a:pt x="3840513" y="1231969"/>
                  </a:lnTo>
                  <a:lnTo>
                    <a:pt x="3841140" y="1236768"/>
                  </a:lnTo>
                  <a:lnTo>
                    <a:pt x="3841767" y="1241408"/>
                  </a:lnTo>
                  <a:lnTo>
                    <a:pt x="3842393" y="1245921"/>
                  </a:lnTo>
                  <a:lnTo>
                    <a:pt x="3843020" y="1250293"/>
                  </a:lnTo>
                  <a:lnTo>
                    <a:pt x="3843646" y="1254552"/>
                  </a:lnTo>
                  <a:lnTo>
                    <a:pt x="3844273" y="1258730"/>
                  </a:lnTo>
                  <a:lnTo>
                    <a:pt x="3844899" y="1262839"/>
                  </a:lnTo>
                  <a:lnTo>
                    <a:pt x="3845526" y="1266867"/>
                  </a:lnTo>
                  <a:lnTo>
                    <a:pt x="3846152" y="1270837"/>
                  </a:lnTo>
                  <a:lnTo>
                    <a:pt x="3846779" y="1274758"/>
                  </a:lnTo>
                  <a:lnTo>
                    <a:pt x="3847406" y="1278631"/>
                  </a:lnTo>
                  <a:lnTo>
                    <a:pt x="3848032" y="1282406"/>
                  </a:lnTo>
                  <a:lnTo>
                    <a:pt x="3848659" y="1286057"/>
                  </a:lnTo>
                  <a:lnTo>
                    <a:pt x="3849285" y="1289592"/>
                  </a:lnTo>
                  <a:lnTo>
                    <a:pt x="3849912" y="1293027"/>
                  </a:lnTo>
                  <a:lnTo>
                    <a:pt x="3850176" y="1294419"/>
                  </a:lnTo>
                  <a:lnTo>
                    <a:pt x="3879986" y="1294294"/>
                  </a:lnTo>
                  <a:lnTo>
                    <a:pt x="3880613" y="1293399"/>
                  </a:lnTo>
                  <a:lnTo>
                    <a:pt x="3881240" y="1292482"/>
                  </a:lnTo>
                  <a:lnTo>
                    <a:pt x="3881866" y="1291553"/>
                  </a:lnTo>
                  <a:lnTo>
                    <a:pt x="3882493" y="1290615"/>
                  </a:lnTo>
                  <a:lnTo>
                    <a:pt x="3883119" y="1289698"/>
                  </a:lnTo>
                  <a:lnTo>
                    <a:pt x="3883746" y="1288799"/>
                  </a:lnTo>
                  <a:lnTo>
                    <a:pt x="3884372" y="1287930"/>
                  </a:lnTo>
                  <a:lnTo>
                    <a:pt x="3884999" y="1287052"/>
                  </a:lnTo>
                  <a:lnTo>
                    <a:pt x="3885625" y="1286153"/>
                  </a:lnTo>
                  <a:lnTo>
                    <a:pt x="3886252" y="1285249"/>
                  </a:lnTo>
                  <a:lnTo>
                    <a:pt x="3886879" y="1284345"/>
                  </a:lnTo>
                  <a:lnTo>
                    <a:pt x="3887505" y="1283441"/>
                  </a:lnTo>
                  <a:lnTo>
                    <a:pt x="3888132" y="1282531"/>
                  </a:lnTo>
                  <a:lnTo>
                    <a:pt x="3888758" y="1281605"/>
                  </a:lnTo>
                  <a:lnTo>
                    <a:pt x="3889385" y="1280650"/>
                  </a:lnTo>
                  <a:lnTo>
                    <a:pt x="3890011" y="1279636"/>
                  </a:lnTo>
                  <a:lnTo>
                    <a:pt x="3890638" y="1278514"/>
                  </a:lnTo>
                  <a:lnTo>
                    <a:pt x="3891264" y="1277280"/>
                  </a:lnTo>
                  <a:lnTo>
                    <a:pt x="3891891" y="1275917"/>
                  </a:lnTo>
                  <a:lnTo>
                    <a:pt x="3892518" y="1274387"/>
                  </a:lnTo>
                  <a:lnTo>
                    <a:pt x="3893144" y="1272695"/>
                  </a:lnTo>
                  <a:lnTo>
                    <a:pt x="3893771" y="1270873"/>
                  </a:lnTo>
                  <a:lnTo>
                    <a:pt x="3894397" y="1268942"/>
                  </a:lnTo>
                  <a:lnTo>
                    <a:pt x="3895024" y="1266964"/>
                  </a:lnTo>
                  <a:lnTo>
                    <a:pt x="3895650" y="1264946"/>
                  </a:lnTo>
                  <a:lnTo>
                    <a:pt x="3896277" y="1262881"/>
                  </a:lnTo>
                  <a:lnTo>
                    <a:pt x="3896903" y="1260777"/>
                  </a:lnTo>
                  <a:lnTo>
                    <a:pt x="3897530" y="1258642"/>
                  </a:lnTo>
                  <a:lnTo>
                    <a:pt x="3898157" y="1256479"/>
                  </a:lnTo>
                  <a:lnTo>
                    <a:pt x="3898783" y="1254270"/>
                  </a:lnTo>
                  <a:lnTo>
                    <a:pt x="3899410" y="1252015"/>
                  </a:lnTo>
                  <a:lnTo>
                    <a:pt x="3900036" y="1249769"/>
                  </a:lnTo>
                  <a:lnTo>
                    <a:pt x="3900663" y="1247522"/>
                  </a:lnTo>
                  <a:lnTo>
                    <a:pt x="3901289" y="1245264"/>
                  </a:lnTo>
                  <a:lnTo>
                    <a:pt x="3901916" y="1243045"/>
                  </a:lnTo>
                  <a:lnTo>
                    <a:pt x="3902542" y="1240834"/>
                  </a:lnTo>
                  <a:lnTo>
                    <a:pt x="3903169" y="1238614"/>
                  </a:lnTo>
                  <a:lnTo>
                    <a:pt x="3903796" y="1236394"/>
                  </a:lnTo>
                  <a:lnTo>
                    <a:pt x="3904422" y="1234163"/>
                  </a:lnTo>
                  <a:lnTo>
                    <a:pt x="3905049" y="1231908"/>
                  </a:lnTo>
                  <a:lnTo>
                    <a:pt x="3905675" y="1229652"/>
                  </a:lnTo>
                  <a:lnTo>
                    <a:pt x="3906302" y="1227386"/>
                  </a:lnTo>
                  <a:lnTo>
                    <a:pt x="3906928" y="1225084"/>
                  </a:lnTo>
                  <a:lnTo>
                    <a:pt x="3907555" y="1222735"/>
                  </a:lnTo>
                  <a:lnTo>
                    <a:pt x="3908181" y="1220350"/>
                  </a:lnTo>
                  <a:lnTo>
                    <a:pt x="3908808" y="1217910"/>
                  </a:lnTo>
                  <a:lnTo>
                    <a:pt x="3909435" y="1215413"/>
                  </a:lnTo>
                  <a:lnTo>
                    <a:pt x="3910061" y="1212886"/>
                  </a:lnTo>
                  <a:lnTo>
                    <a:pt x="3910688" y="1210362"/>
                  </a:lnTo>
                  <a:lnTo>
                    <a:pt x="3911314" y="1207851"/>
                  </a:lnTo>
                  <a:lnTo>
                    <a:pt x="3911941" y="1205334"/>
                  </a:lnTo>
                  <a:lnTo>
                    <a:pt x="3912567" y="1202831"/>
                  </a:lnTo>
                  <a:lnTo>
                    <a:pt x="3913194" y="1200341"/>
                  </a:lnTo>
                  <a:lnTo>
                    <a:pt x="3913820" y="1197866"/>
                  </a:lnTo>
                  <a:lnTo>
                    <a:pt x="3914447" y="1195421"/>
                  </a:lnTo>
                  <a:lnTo>
                    <a:pt x="3915074" y="1192970"/>
                  </a:lnTo>
                  <a:lnTo>
                    <a:pt x="3915700" y="1190534"/>
                  </a:lnTo>
                  <a:lnTo>
                    <a:pt x="3916327" y="1188125"/>
                  </a:lnTo>
                  <a:lnTo>
                    <a:pt x="3916953" y="1185795"/>
                  </a:lnTo>
                  <a:lnTo>
                    <a:pt x="3917580" y="1183569"/>
                  </a:lnTo>
                  <a:lnTo>
                    <a:pt x="3918206" y="1181459"/>
                  </a:lnTo>
                  <a:lnTo>
                    <a:pt x="3918833" y="1179451"/>
                  </a:lnTo>
                  <a:lnTo>
                    <a:pt x="3919459" y="1177539"/>
                  </a:lnTo>
                  <a:lnTo>
                    <a:pt x="3920086" y="1175717"/>
                  </a:lnTo>
                  <a:lnTo>
                    <a:pt x="3920713" y="1173993"/>
                  </a:lnTo>
                  <a:lnTo>
                    <a:pt x="3921339" y="1172366"/>
                  </a:lnTo>
                  <a:lnTo>
                    <a:pt x="3921966" y="1170863"/>
                  </a:lnTo>
                  <a:lnTo>
                    <a:pt x="3922592" y="1169514"/>
                  </a:lnTo>
                  <a:lnTo>
                    <a:pt x="3923219" y="1168317"/>
                  </a:lnTo>
                  <a:lnTo>
                    <a:pt x="3923845" y="1167287"/>
                  </a:lnTo>
                  <a:lnTo>
                    <a:pt x="3924472" y="1166444"/>
                  </a:lnTo>
                  <a:lnTo>
                    <a:pt x="3925098" y="1165756"/>
                  </a:lnTo>
                  <a:lnTo>
                    <a:pt x="3925725" y="1165180"/>
                  </a:lnTo>
                  <a:lnTo>
                    <a:pt x="3926352" y="1164686"/>
                  </a:lnTo>
                  <a:lnTo>
                    <a:pt x="3926978" y="1164230"/>
                  </a:lnTo>
                  <a:lnTo>
                    <a:pt x="3927605" y="1163785"/>
                  </a:lnTo>
                  <a:lnTo>
                    <a:pt x="3928231" y="1163346"/>
                  </a:lnTo>
                  <a:lnTo>
                    <a:pt x="3928858" y="1162913"/>
                  </a:lnTo>
                  <a:lnTo>
                    <a:pt x="3929484" y="1162483"/>
                  </a:lnTo>
                  <a:lnTo>
                    <a:pt x="3930111" y="1162043"/>
                  </a:lnTo>
                  <a:lnTo>
                    <a:pt x="3930737" y="1161613"/>
                  </a:lnTo>
                  <a:lnTo>
                    <a:pt x="3931364" y="1161174"/>
                  </a:lnTo>
                  <a:lnTo>
                    <a:pt x="3931991" y="1160696"/>
                  </a:lnTo>
                  <a:lnTo>
                    <a:pt x="3932617" y="1160174"/>
                  </a:lnTo>
                  <a:lnTo>
                    <a:pt x="3933244" y="1159590"/>
                  </a:lnTo>
                  <a:lnTo>
                    <a:pt x="3933870" y="1158912"/>
                  </a:lnTo>
                  <a:lnTo>
                    <a:pt x="3934497" y="1158160"/>
                  </a:lnTo>
                  <a:lnTo>
                    <a:pt x="3935123" y="1157353"/>
                  </a:lnTo>
                  <a:lnTo>
                    <a:pt x="3935750" y="1156497"/>
                  </a:lnTo>
                  <a:lnTo>
                    <a:pt x="3936376" y="1155599"/>
                  </a:lnTo>
                  <a:lnTo>
                    <a:pt x="3937003" y="1154681"/>
                  </a:lnTo>
                  <a:lnTo>
                    <a:pt x="3937630" y="1153746"/>
                  </a:lnTo>
                  <a:lnTo>
                    <a:pt x="3938256" y="1152812"/>
                  </a:lnTo>
                  <a:lnTo>
                    <a:pt x="3938883" y="1151901"/>
                  </a:lnTo>
                  <a:lnTo>
                    <a:pt x="3939509" y="1151020"/>
                  </a:lnTo>
                  <a:lnTo>
                    <a:pt x="3940136" y="1150139"/>
                  </a:lnTo>
                  <a:lnTo>
                    <a:pt x="3940762" y="1149285"/>
                  </a:lnTo>
                  <a:lnTo>
                    <a:pt x="3941389" y="1148437"/>
                  </a:lnTo>
                  <a:lnTo>
                    <a:pt x="3942015" y="1147592"/>
                  </a:lnTo>
                  <a:lnTo>
                    <a:pt x="3942642" y="1146742"/>
                  </a:lnTo>
                  <a:lnTo>
                    <a:pt x="3943269" y="1145881"/>
                  </a:lnTo>
                  <a:lnTo>
                    <a:pt x="3943895" y="1145016"/>
                  </a:lnTo>
                  <a:lnTo>
                    <a:pt x="3944522" y="1144122"/>
                  </a:lnTo>
                  <a:lnTo>
                    <a:pt x="3945148" y="1143206"/>
                  </a:lnTo>
                  <a:lnTo>
                    <a:pt x="3945775" y="1142259"/>
                  </a:lnTo>
                  <a:lnTo>
                    <a:pt x="3946401" y="1141296"/>
                  </a:lnTo>
                  <a:lnTo>
                    <a:pt x="3947028" y="1140346"/>
                  </a:lnTo>
                  <a:lnTo>
                    <a:pt x="3947654" y="1139437"/>
                  </a:lnTo>
                  <a:lnTo>
                    <a:pt x="3948281" y="1138589"/>
                  </a:lnTo>
                  <a:lnTo>
                    <a:pt x="3948908" y="1137783"/>
                  </a:lnTo>
                  <a:lnTo>
                    <a:pt x="3949534" y="1137023"/>
                  </a:lnTo>
                  <a:lnTo>
                    <a:pt x="3950161" y="1136299"/>
                  </a:lnTo>
                  <a:lnTo>
                    <a:pt x="3950787" y="1135625"/>
                  </a:lnTo>
                  <a:lnTo>
                    <a:pt x="3951414" y="1135012"/>
                  </a:lnTo>
                  <a:lnTo>
                    <a:pt x="3952040" y="1134482"/>
                  </a:lnTo>
                  <a:lnTo>
                    <a:pt x="3952667" y="1134045"/>
                  </a:lnTo>
                  <a:lnTo>
                    <a:pt x="3953293" y="1133740"/>
                  </a:lnTo>
                  <a:lnTo>
                    <a:pt x="3953920" y="1133558"/>
                  </a:lnTo>
                  <a:lnTo>
                    <a:pt x="3954547" y="1133513"/>
                  </a:lnTo>
                  <a:lnTo>
                    <a:pt x="3955173" y="1133617"/>
                  </a:lnTo>
                  <a:lnTo>
                    <a:pt x="3955800" y="1133849"/>
                  </a:lnTo>
                  <a:lnTo>
                    <a:pt x="3956426" y="1134207"/>
                  </a:lnTo>
                  <a:lnTo>
                    <a:pt x="3957053" y="1134678"/>
                  </a:lnTo>
                  <a:lnTo>
                    <a:pt x="3957679" y="1135239"/>
                  </a:lnTo>
                  <a:lnTo>
                    <a:pt x="3958306" y="1135898"/>
                  </a:lnTo>
                  <a:lnTo>
                    <a:pt x="3958932" y="1136652"/>
                  </a:lnTo>
                  <a:lnTo>
                    <a:pt x="3959559" y="1137500"/>
                  </a:lnTo>
                  <a:lnTo>
                    <a:pt x="3960186" y="1138452"/>
                  </a:lnTo>
                  <a:lnTo>
                    <a:pt x="3960812" y="1139497"/>
                  </a:lnTo>
                  <a:lnTo>
                    <a:pt x="3961439" y="1140639"/>
                  </a:lnTo>
                  <a:lnTo>
                    <a:pt x="3962065" y="1141875"/>
                  </a:lnTo>
                  <a:lnTo>
                    <a:pt x="3962692" y="1143162"/>
                  </a:lnTo>
                  <a:lnTo>
                    <a:pt x="3963318" y="1144500"/>
                  </a:lnTo>
                  <a:lnTo>
                    <a:pt x="3963945" y="1145871"/>
                  </a:lnTo>
                  <a:lnTo>
                    <a:pt x="3964571" y="1147263"/>
                  </a:lnTo>
                  <a:lnTo>
                    <a:pt x="3965198" y="1148690"/>
                  </a:lnTo>
                  <a:lnTo>
                    <a:pt x="3965825" y="1150159"/>
                  </a:lnTo>
                  <a:lnTo>
                    <a:pt x="3966451" y="1151675"/>
                  </a:lnTo>
                  <a:lnTo>
                    <a:pt x="3967078" y="1153233"/>
                  </a:lnTo>
                  <a:lnTo>
                    <a:pt x="3967704" y="1154822"/>
                  </a:lnTo>
                  <a:lnTo>
                    <a:pt x="3968331" y="1156421"/>
                  </a:lnTo>
                  <a:lnTo>
                    <a:pt x="3968957" y="1158013"/>
                  </a:lnTo>
                  <a:lnTo>
                    <a:pt x="3969584" y="1159579"/>
                  </a:lnTo>
                  <a:lnTo>
                    <a:pt x="3970210" y="1161122"/>
                  </a:lnTo>
                  <a:lnTo>
                    <a:pt x="3970837" y="1162628"/>
                  </a:lnTo>
                  <a:lnTo>
                    <a:pt x="3971464" y="1164089"/>
                  </a:lnTo>
                  <a:lnTo>
                    <a:pt x="3972090" y="1165546"/>
                  </a:lnTo>
                  <a:lnTo>
                    <a:pt x="3972717" y="1166980"/>
                  </a:lnTo>
                  <a:lnTo>
                    <a:pt x="3973343" y="1168403"/>
                  </a:lnTo>
                  <a:lnTo>
                    <a:pt x="3973970" y="1169821"/>
                  </a:lnTo>
                  <a:lnTo>
                    <a:pt x="3974596" y="1171209"/>
                  </a:lnTo>
                  <a:lnTo>
                    <a:pt x="3975223" y="1172554"/>
                  </a:lnTo>
                  <a:lnTo>
                    <a:pt x="3975849" y="1173854"/>
                  </a:lnTo>
                  <a:lnTo>
                    <a:pt x="3976476" y="1175110"/>
                  </a:lnTo>
                  <a:lnTo>
                    <a:pt x="3977103" y="1176314"/>
                  </a:lnTo>
                  <a:lnTo>
                    <a:pt x="3977729" y="1177495"/>
                  </a:lnTo>
                  <a:lnTo>
                    <a:pt x="3978356" y="1178638"/>
                  </a:lnTo>
                  <a:lnTo>
                    <a:pt x="3978982" y="1179743"/>
                  </a:lnTo>
                  <a:lnTo>
                    <a:pt x="3979609" y="1180767"/>
                  </a:lnTo>
                  <a:lnTo>
                    <a:pt x="3980235" y="1181698"/>
                  </a:lnTo>
                  <a:lnTo>
                    <a:pt x="3980862" y="1182525"/>
                  </a:lnTo>
                  <a:lnTo>
                    <a:pt x="3981488" y="1183225"/>
                  </a:lnTo>
                  <a:lnTo>
                    <a:pt x="3982115" y="1183794"/>
                  </a:lnTo>
                  <a:lnTo>
                    <a:pt x="3982742" y="1184237"/>
                  </a:lnTo>
                  <a:lnTo>
                    <a:pt x="3983368" y="1184528"/>
                  </a:lnTo>
                  <a:lnTo>
                    <a:pt x="3983995" y="1184691"/>
                  </a:lnTo>
                  <a:lnTo>
                    <a:pt x="3984621" y="1184707"/>
                  </a:lnTo>
                  <a:lnTo>
                    <a:pt x="3985248" y="1184549"/>
                  </a:lnTo>
                  <a:lnTo>
                    <a:pt x="3985874" y="1184227"/>
                  </a:lnTo>
                  <a:lnTo>
                    <a:pt x="3986501" y="1183727"/>
                  </a:lnTo>
                  <a:lnTo>
                    <a:pt x="3987127" y="1183031"/>
                  </a:lnTo>
                  <a:lnTo>
                    <a:pt x="3987754" y="1182174"/>
                  </a:lnTo>
                  <a:lnTo>
                    <a:pt x="3988381" y="1181168"/>
                  </a:lnTo>
                  <a:lnTo>
                    <a:pt x="3989007" y="1180055"/>
                  </a:lnTo>
                  <a:lnTo>
                    <a:pt x="3989634" y="1178856"/>
                  </a:lnTo>
                  <a:lnTo>
                    <a:pt x="3990260" y="1177583"/>
                  </a:lnTo>
                  <a:lnTo>
                    <a:pt x="3990887" y="1176233"/>
                  </a:lnTo>
                  <a:lnTo>
                    <a:pt x="3991513" y="1174813"/>
                  </a:lnTo>
                  <a:lnTo>
                    <a:pt x="3992140" y="1173314"/>
                  </a:lnTo>
                  <a:lnTo>
                    <a:pt x="3992766" y="1171745"/>
                  </a:lnTo>
                  <a:lnTo>
                    <a:pt x="3993393" y="1170103"/>
                  </a:lnTo>
                  <a:lnTo>
                    <a:pt x="3994020" y="1168402"/>
                  </a:lnTo>
                  <a:lnTo>
                    <a:pt x="3994646" y="1166672"/>
                  </a:lnTo>
                  <a:lnTo>
                    <a:pt x="3995273" y="1164915"/>
                  </a:lnTo>
                  <a:lnTo>
                    <a:pt x="3995899" y="1163154"/>
                  </a:lnTo>
                  <a:lnTo>
                    <a:pt x="3996526" y="1161406"/>
                  </a:lnTo>
                  <a:lnTo>
                    <a:pt x="3997152" y="1159656"/>
                  </a:lnTo>
                  <a:lnTo>
                    <a:pt x="3997779" y="1157896"/>
                  </a:lnTo>
                  <a:lnTo>
                    <a:pt x="3998405" y="1156114"/>
                  </a:lnTo>
                  <a:lnTo>
                    <a:pt x="3999032" y="1154317"/>
                  </a:lnTo>
                  <a:lnTo>
                    <a:pt x="3999659" y="1152509"/>
                  </a:lnTo>
                  <a:lnTo>
                    <a:pt x="4000285" y="1150701"/>
                  </a:lnTo>
                  <a:lnTo>
                    <a:pt x="4000912" y="1148897"/>
                  </a:lnTo>
                  <a:lnTo>
                    <a:pt x="4001538" y="1147114"/>
                  </a:lnTo>
                  <a:lnTo>
                    <a:pt x="4002165" y="1145350"/>
                  </a:lnTo>
                  <a:lnTo>
                    <a:pt x="4002791" y="1143644"/>
                  </a:lnTo>
                  <a:lnTo>
                    <a:pt x="4003418" y="1142007"/>
                  </a:lnTo>
                  <a:lnTo>
                    <a:pt x="4004044" y="1140448"/>
                  </a:lnTo>
                  <a:lnTo>
                    <a:pt x="4004671" y="1138971"/>
                  </a:lnTo>
                  <a:lnTo>
                    <a:pt x="4005298" y="1137575"/>
                  </a:lnTo>
                  <a:lnTo>
                    <a:pt x="4005924" y="1136261"/>
                  </a:lnTo>
                  <a:lnTo>
                    <a:pt x="4006551" y="1135061"/>
                  </a:lnTo>
                  <a:lnTo>
                    <a:pt x="4007177" y="1133999"/>
                  </a:lnTo>
                  <a:lnTo>
                    <a:pt x="4007804" y="1133076"/>
                  </a:lnTo>
                  <a:lnTo>
                    <a:pt x="4008430" y="1132283"/>
                  </a:lnTo>
                  <a:lnTo>
                    <a:pt x="4009057" y="1131623"/>
                  </a:lnTo>
                  <a:lnTo>
                    <a:pt x="4009683" y="1131089"/>
                  </a:lnTo>
                  <a:lnTo>
                    <a:pt x="4010310" y="1130676"/>
                  </a:lnTo>
                  <a:lnTo>
                    <a:pt x="4010937" y="1130371"/>
                  </a:lnTo>
                  <a:lnTo>
                    <a:pt x="4011563" y="1130170"/>
                  </a:lnTo>
                  <a:lnTo>
                    <a:pt x="4012190" y="1130036"/>
                  </a:lnTo>
                  <a:lnTo>
                    <a:pt x="4012816" y="1129970"/>
                  </a:lnTo>
                  <a:lnTo>
                    <a:pt x="4013443" y="1129966"/>
                  </a:lnTo>
                  <a:lnTo>
                    <a:pt x="4014069" y="1130019"/>
                  </a:lnTo>
                  <a:lnTo>
                    <a:pt x="4014696" y="1130116"/>
                  </a:lnTo>
                  <a:lnTo>
                    <a:pt x="4015322" y="1130269"/>
                  </a:lnTo>
                  <a:lnTo>
                    <a:pt x="4015949" y="1130432"/>
                  </a:lnTo>
                  <a:lnTo>
                    <a:pt x="4016576" y="1130589"/>
                  </a:lnTo>
                  <a:lnTo>
                    <a:pt x="4017202" y="1130735"/>
                  </a:lnTo>
                  <a:lnTo>
                    <a:pt x="4017829" y="1130867"/>
                  </a:lnTo>
                  <a:lnTo>
                    <a:pt x="4018455" y="1130985"/>
                  </a:lnTo>
                  <a:lnTo>
                    <a:pt x="4019082" y="1131094"/>
                  </a:lnTo>
                  <a:lnTo>
                    <a:pt x="4019708" y="1131180"/>
                  </a:lnTo>
                  <a:lnTo>
                    <a:pt x="4020335" y="1131240"/>
                  </a:lnTo>
                  <a:lnTo>
                    <a:pt x="4020961" y="1131253"/>
                  </a:lnTo>
                  <a:lnTo>
                    <a:pt x="4021588" y="1131226"/>
                  </a:lnTo>
                  <a:lnTo>
                    <a:pt x="4022214" y="1131141"/>
                  </a:lnTo>
                  <a:lnTo>
                    <a:pt x="4022841" y="1130992"/>
                  </a:lnTo>
                  <a:lnTo>
                    <a:pt x="4023468" y="1130755"/>
                  </a:lnTo>
                  <a:lnTo>
                    <a:pt x="4024094" y="1130425"/>
                  </a:lnTo>
                  <a:lnTo>
                    <a:pt x="4024721" y="1129984"/>
                  </a:lnTo>
                  <a:lnTo>
                    <a:pt x="4025347" y="1129440"/>
                  </a:lnTo>
                  <a:lnTo>
                    <a:pt x="4025974" y="1128798"/>
                  </a:lnTo>
                  <a:lnTo>
                    <a:pt x="4026600" y="1128060"/>
                  </a:lnTo>
                  <a:lnTo>
                    <a:pt x="4027227" y="1127223"/>
                  </a:lnTo>
                  <a:lnTo>
                    <a:pt x="4027853" y="1126286"/>
                  </a:lnTo>
                  <a:lnTo>
                    <a:pt x="4028480" y="1125259"/>
                  </a:lnTo>
                  <a:lnTo>
                    <a:pt x="4029107" y="1124142"/>
                  </a:lnTo>
                  <a:lnTo>
                    <a:pt x="4029733" y="1122936"/>
                  </a:lnTo>
                  <a:lnTo>
                    <a:pt x="4030360" y="1121659"/>
                  </a:lnTo>
                  <a:lnTo>
                    <a:pt x="4030986" y="1120311"/>
                  </a:lnTo>
                  <a:lnTo>
                    <a:pt x="4031613" y="1118919"/>
                  </a:lnTo>
                  <a:lnTo>
                    <a:pt x="4032239" y="1117502"/>
                  </a:lnTo>
                  <a:lnTo>
                    <a:pt x="4032866" y="1116085"/>
                  </a:lnTo>
                  <a:lnTo>
                    <a:pt x="4033492" y="1114696"/>
                  </a:lnTo>
                  <a:lnTo>
                    <a:pt x="4034119" y="1113351"/>
                  </a:lnTo>
                  <a:lnTo>
                    <a:pt x="4034746" y="1112028"/>
                  </a:lnTo>
                  <a:lnTo>
                    <a:pt x="4035372" y="1110720"/>
                  </a:lnTo>
                  <a:lnTo>
                    <a:pt x="4035999" y="1109414"/>
                  </a:lnTo>
                  <a:lnTo>
                    <a:pt x="4036625" y="1108108"/>
                  </a:lnTo>
                  <a:lnTo>
                    <a:pt x="4037252" y="1106831"/>
                  </a:lnTo>
                  <a:lnTo>
                    <a:pt x="4037878" y="1105574"/>
                  </a:lnTo>
                  <a:lnTo>
                    <a:pt x="4038505" y="1104336"/>
                  </a:lnTo>
                  <a:lnTo>
                    <a:pt x="4039131" y="1103119"/>
                  </a:lnTo>
                  <a:lnTo>
                    <a:pt x="4039758" y="1101927"/>
                  </a:lnTo>
                  <a:lnTo>
                    <a:pt x="4040385" y="1100748"/>
                  </a:lnTo>
                  <a:lnTo>
                    <a:pt x="4041011" y="1099548"/>
                  </a:lnTo>
                  <a:lnTo>
                    <a:pt x="4041638" y="1098313"/>
                  </a:lnTo>
                  <a:lnTo>
                    <a:pt x="4042264" y="1097042"/>
                  </a:lnTo>
                  <a:lnTo>
                    <a:pt x="4042891" y="1095704"/>
                  </a:lnTo>
                  <a:lnTo>
                    <a:pt x="4043517" y="1094305"/>
                  </a:lnTo>
                  <a:lnTo>
                    <a:pt x="4044144" y="1092886"/>
                  </a:lnTo>
                  <a:lnTo>
                    <a:pt x="4044770" y="1091467"/>
                  </a:lnTo>
                  <a:lnTo>
                    <a:pt x="4045397" y="1090065"/>
                  </a:lnTo>
                  <a:lnTo>
                    <a:pt x="4046024" y="1088704"/>
                  </a:lnTo>
                  <a:lnTo>
                    <a:pt x="4046650" y="1087359"/>
                  </a:lnTo>
                  <a:lnTo>
                    <a:pt x="4047277" y="1086022"/>
                  </a:lnTo>
                  <a:lnTo>
                    <a:pt x="4047903" y="1084694"/>
                  </a:lnTo>
                  <a:lnTo>
                    <a:pt x="4048530" y="1083388"/>
                  </a:lnTo>
                  <a:lnTo>
                    <a:pt x="4049156" y="1082106"/>
                  </a:lnTo>
                  <a:lnTo>
                    <a:pt x="4049783" y="1080850"/>
                  </a:lnTo>
                  <a:lnTo>
                    <a:pt x="4050409" y="1079627"/>
                  </a:lnTo>
                  <a:lnTo>
                    <a:pt x="4051036" y="1078440"/>
                  </a:lnTo>
                  <a:lnTo>
                    <a:pt x="4051663" y="1077289"/>
                  </a:lnTo>
                  <a:lnTo>
                    <a:pt x="4052289" y="1076189"/>
                  </a:lnTo>
                  <a:lnTo>
                    <a:pt x="4052916" y="1075141"/>
                  </a:lnTo>
                  <a:lnTo>
                    <a:pt x="4053542" y="1074132"/>
                  </a:lnTo>
                  <a:lnTo>
                    <a:pt x="4054169" y="1073152"/>
                  </a:lnTo>
                  <a:lnTo>
                    <a:pt x="4054795" y="1072184"/>
                  </a:lnTo>
                  <a:lnTo>
                    <a:pt x="4055422" y="1071230"/>
                  </a:lnTo>
                  <a:lnTo>
                    <a:pt x="4056048" y="1070292"/>
                  </a:lnTo>
                  <a:lnTo>
                    <a:pt x="4056675" y="1069393"/>
                  </a:lnTo>
                  <a:lnTo>
                    <a:pt x="4057302" y="1068529"/>
                  </a:lnTo>
                  <a:lnTo>
                    <a:pt x="4057928" y="1067692"/>
                  </a:lnTo>
                  <a:lnTo>
                    <a:pt x="4058555" y="1066879"/>
                  </a:lnTo>
                  <a:lnTo>
                    <a:pt x="4059181" y="1066107"/>
                  </a:lnTo>
                  <a:lnTo>
                    <a:pt x="4059808" y="1065383"/>
                  </a:lnTo>
                  <a:lnTo>
                    <a:pt x="4060434" y="1064684"/>
                  </a:lnTo>
                  <a:lnTo>
                    <a:pt x="4061061" y="1064011"/>
                  </a:lnTo>
                  <a:lnTo>
                    <a:pt x="4061687" y="1063364"/>
                  </a:lnTo>
                  <a:lnTo>
                    <a:pt x="4062314" y="1062734"/>
                  </a:lnTo>
                  <a:lnTo>
                    <a:pt x="4062941" y="1062121"/>
                  </a:lnTo>
                  <a:lnTo>
                    <a:pt x="4063567" y="1061514"/>
                  </a:lnTo>
                  <a:lnTo>
                    <a:pt x="4064194" y="1060923"/>
                  </a:lnTo>
                  <a:lnTo>
                    <a:pt x="4064820" y="1060339"/>
                  </a:lnTo>
                  <a:lnTo>
                    <a:pt x="4065447" y="1059741"/>
                  </a:lnTo>
                  <a:lnTo>
                    <a:pt x="4066073" y="1059108"/>
                  </a:lnTo>
                  <a:lnTo>
                    <a:pt x="4066700" y="1058440"/>
                  </a:lnTo>
                  <a:lnTo>
                    <a:pt x="4067326" y="1057745"/>
                  </a:lnTo>
                  <a:lnTo>
                    <a:pt x="4067953" y="1057021"/>
                  </a:lnTo>
                  <a:lnTo>
                    <a:pt x="4068580" y="1056263"/>
                  </a:lnTo>
                  <a:lnTo>
                    <a:pt x="4069206" y="1055438"/>
                  </a:lnTo>
                  <a:lnTo>
                    <a:pt x="4069833" y="1054554"/>
                  </a:lnTo>
                  <a:lnTo>
                    <a:pt x="4070459" y="1053610"/>
                  </a:lnTo>
                  <a:lnTo>
                    <a:pt x="4071086" y="1052602"/>
                  </a:lnTo>
                  <a:lnTo>
                    <a:pt x="4071712" y="1051526"/>
                  </a:lnTo>
                  <a:lnTo>
                    <a:pt x="4072339" y="1050392"/>
                  </a:lnTo>
                  <a:lnTo>
                    <a:pt x="4072965" y="1049232"/>
                  </a:lnTo>
                  <a:lnTo>
                    <a:pt x="4073592" y="1048058"/>
                  </a:lnTo>
                  <a:lnTo>
                    <a:pt x="4074219" y="1046886"/>
                  </a:lnTo>
                  <a:lnTo>
                    <a:pt x="4074845" y="1045756"/>
                  </a:lnTo>
                  <a:lnTo>
                    <a:pt x="4075472" y="1044675"/>
                  </a:lnTo>
                  <a:lnTo>
                    <a:pt x="4076098" y="1043629"/>
                  </a:lnTo>
                  <a:lnTo>
                    <a:pt x="4076725" y="1042604"/>
                  </a:lnTo>
                  <a:lnTo>
                    <a:pt x="4077351" y="1041593"/>
                  </a:lnTo>
                  <a:lnTo>
                    <a:pt x="4077978" y="1040585"/>
                  </a:lnTo>
                  <a:lnTo>
                    <a:pt x="4078604" y="1039606"/>
                  </a:lnTo>
                  <a:lnTo>
                    <a:pt x="4079231" y="1038669"/>
                  </a:lnTo>
                  <a:lnTo>
                    <a:pt x="4079858" y="1037785"/>
                  </a:lnTo>
                  <a:lnTo>
                    <a:pt x="4080484" y="1036956"/>
                  </a:lnTo>
                  <a:lnTo>
                    <a:pt x="4081111" y="1036180"/>
                  </a:lnTo>
                  <a:lnTo>
                    <a:pt x="4081737" y="1035460"/>
                  </a:lnTo>
                  <a:lnTo>
                    <a:pt x="4082364" y="1034785"/>
                  </a:lnTo>
                  <a:lnTo>
                    <a:pt x="4082990" y="1034118"/>
                  </a:lnTo>
                  <a:lnTo>
                    <a:pt x="4083617" y="1033470"/>
                  </a:lnTo>
                  <a:lnTo>
                    <a:pt x="4084243" y="1032819"/>
                  </a:lnTo>
                  <a:lnTo>
                    <a:pt x="4084870" y="1032193"/>
                  </a:lnTo>
                  <a:lnTo>
                    <a:pt x="4085497" y="1031600"/>
                  </a:lnTo>
                  <a:lnTo>
                    <a:pt x="4086123" y="1031087"/>
                  </a:lnTo>
                  <a:lnTo>
                    <a:pt x="4086750" y="1030680"/>
                  </a:lnTo>
                  <a:lnTo>
                    <a:pt x="4087376" y="1030408"/>
                  </a:lnTo>
                  <a:lnTo>
                    <a:pt x="4088003" y="1030263"/>
                  </a:lnTo>
                  <a:lnTo>
                    <a:pt x="4088629" y="1030208"/>
                  </a:lnTo>
                  <a:lnTo>
                    <a:pt x="4089256" y="1030240"/>
                  </a:lnTo>
                  <a:lnTo>
                    <a:pt x="4089882" y="1030362"/>
                  </a:lnTo>
                  <a:lnTo>
                    <a:pt x="4090509" y="1030586"/>
                  </a:lnTo>
                  <a:lnTo>
                    <a:pt x="4091136" y="1030896"/>
                  </a:lnTo>
                  <a:lnTo>
                    <a:pt x="4091762" y="1031286"/>
                  </a:lnTo>
                  <a:lnTo>
                    <a:pt x="4092389" y="1031797"/>
                  </a:lnTo>
                  <a:lnTo>
                    <a:pt x="4093015" y="1032413"/>
                  </a:lnTo>
                  <a:lnTo>
                    <a:pt x="4093642" y="1033134"/>
                  </a:lnTo>
                  <a:lnTo>
                    <a:pt x="4094268" y="1033934"/>
                  </a:lnTo>
                  <a:lnTo>
                    <a:pt x="4094895" y="1034811"/>
                  </a:lnTo>
                  <a:lnTo>
                    <a:pt x="4095521" y="1035723"/>
                  </a:lnTo>
                  <a:lnTo>
                    <a:pt x="4096148" y="1036631"/>
                  </a:lnTo>
                  <a:lnTo>
                    <a:pt x="4096775" y="1037506"/>
                  </a:lnTo>
                  <a:lnTo>
                    <a:pt x="4097401" y="1038359"/>
                  </a:lnTo>
                  <a:lnTo>
                    <a:pt x="4098028" y="1039223"/>
                  </a:lnTo>
                  <a:lnTo>
                    <a:pt x="4098654" y="1040100"/>
                  </a:lnTo>
                  <a:lnTo>
                    <a:pt x="4099281" y="1040980"/>
                  </a:lnTo>
                  <a:lnTo>
                    <a:pt x="4099907" y="1041843"/>
                  </a:lnTo>
                  <a:lnTo>
                    <a:pt x="4100534" y="1042692"/>
                  </a:lnTo>
                  <a:lnTo>
                    <a:pt x="4101160" y="1043527"/>
                  </a:lnTo>
                  <a:lnTo>
                    <a:pt x="4101787" y="1044346"/>
                  </a:lnTo>
                  <a:lnTo>
                    <a:pt x="4102414" y="1045144"/>
                  </a:lnTo>
                  <a:lnTo>
                    <a:pt x="4103040" y="1045923"/>
                  </a:lnTo>
                  <a:lnTo>
                    <a:pt x="4103667" y="1046711"/>
                  </a:lnTo>
                  <a:lnTo>
                    <a:pt x="4104293" y="1047508"/>
                  </a:lnTo>
                  <a:lnTo>
                    <a:pt x="4104920" y="1048312"/>
                  </a:lnTo>
                  <a:lnTo>
                    <a:pt x="4105546" y="1049141"/>
                  </a:lnTo>
                  <a:lnTo>
                    <a:pt x="4106173" y="1049984"/>
                  </a:lnTo>
                  <a:lnTo>
                    <a:pt x="4106799" y="1050826"/>
                  </a:lnTo>
                  <a:lnTo>
                    <a:pt x="4107426" y="1051662"/>
                  </a:lnTo>
                  <a:lnTo>
                    <a:pt x="4108053" y="1052492"/>
                  </a:lnTo>
                  <a:lnTo>
                    <a:pt x="4108679" y="1053307"/>
                  </a:lnTo>
                  <a:lnTo>
                    <a:pt x="4109306" y="1054111"/>
                  </a:lnTo>
                  <a:lnTo>
                    <a:pt x="4109932" y="1054911"/>
                  </a:lnTo>
                  <a:lnTo>
                    <a:pt x="4110559" y="1055717"/>
                  </a:lnTo>
                  <a:lnTo>
                    <a:pt x="4111185" y="1056525"/>
                  </a:lnTo>
                  <a:lnTo>
                    <a:pt x="4111812" y="1057340"/>
                  </a:lnTo>
                  <a:lnTo>
                    <a:pt x="4112438" y="1058167"/>
                  </a:lnTo>
                  <a:lnTo>
                    <a:pt x="4113065" y="1059000"/>
                  </a:lnTo>
                  <a:lnTo>
                    <a:pt x="4113692" y="1059836"/>
                  </a:lnTo>
                  <a:lnTo>
                    <a:pt x="4114318" y="1060676"/>
                  </a:lnTo>
                  <a:lnTo>
                    <a:pt x="4114945" y="1061540"/>
                  </a:lnTo>
                  <a:lnTo>
                    <a:pt x="4115571" y="1062428"/>
                  </a:lnTo>
                  <a:lnTo>
                    <a:pt x="4116198" y="1063347"/>
                  </a:lnTo>
                  <a:lnTo>
                    <a:pt x="4116824" y="1064302"/>
                  </a:lnTo>
                  <a:lnTo>
                    <a:pt x="4117451" y="1065309"/>
                  </a:lnTo>
                  <a:lnTo>
                    <a:pt x="4118077" y="1066365"/>
                  </a:lnTo>
                  <a:lnTo>
                    <a:pt x="4118704" y="1067468"/>
                  </a:lnTo>
                  <a:lnTo>
                    <a:pt x="4119331" y="1068599"/>
                  </a:lnTo>
                  <a:lnTo>
                    <a:pt x="4119957" y="1069768"/>
                  </a:lnTo>
                  <a:lnTo>
                    <a:pt x="4120584" y="1071001"/>
                  </a:lnTo>
                  <a:lnTo>
                    <a:pt x="4121210" y="1072293"/>
                  </a:lnTo>
                  <a:lnTo>
                    <a:pt x="4121837" y="1073629"/>
                  </a:lnTo>
                  <a:lnTo>
                    <a:pt x="4122463" y="1074991"/>
                  </a:lnTo>
                  <a:lnTo>
                    <a:pt x="4123090" y="1076384"/>
                  </a:lnTo>
                  <a:lnTo>
                    <a:pt x="4123716" y="1077808"/>
                  </a:lnTo>
                  <a:lnTo>
                    <a:pt x="4124343" y="1079229"/>
                  </a:lnTo>
                  <a:lnTo>
                    <a:pt x="4124970" y="1080654"/>
                  </a:lnTo>
                  <a:lnTo>
                    <a:pt x="4125596" y="1082087"/>
                  </a:lnTo>
                  <a:lnTo>
                    <a:pt x="4126223" y="1083530"/>
                  </a:lnTo>
                  <a:lnTo>
                    <a:pt x="4126849" y="1084958"/>
                  </a:lnTo>
                  <a:lnTo>
                    <a:pt x="4127476" y="1086382"/>
                  </a:lnTo>
                  <a:lnTo>
                    <a:pt x="4128102" y="1087806"/>
                  </a:lnTo>
                  <a:lnTo>
                    <a:pt x="4128729" y="1089247"/>
                  </a:lnTo>
                  <a:lnTo>
                    <a:pt x="4129355" y="1090686"/>
                  </a:lnTo>
                  <a:lnTo>
                    <a:pt x="4129982" y="1092094"/>
                  </a:lnTo>
                  <a:lnTo>
                    <a:pt x="4130609" y="1093470"/>
                  </a:lnTo>
                  <a:lnTo>
                    <a:pt x="4131235" y="1094822"/>
                  </a:lnTo>
                  <a:lnTo>
                    <a:pt x="4131862" y="1096170"/>
                  </a:lnTo>
                  <a:lnTo>
                    <a:pt x="4132488" y="1097515"/>
                  </a:lnTo>
                  <a:lnTo>
                    <a:pt x="4133115" y="1098860"/>
                  </a:lnTo>
                  <a:lnTo>
                    <a:pt x="4133741" y="1100207"/>
                  </a:lnTo>
                  <a:lnTo>
                    <a:pt x="4134368" y="1101560"/>
                  </a:lnTo>
                  <a:lnTo>
                    <a:pt x="4134994" y="1102918"/>
                  </a:lnTo>
                  <a:lnTo>
                    <a:pt x="4135621" y="1104253"/>
                  </a:lnTo>
                  <a:lnTo>
                    <a:pt x="4136248" y="1105566"/>
                  </a:lnTo>
                  <a:lnTo>
                    <a:pt x="4136874" y="1106856"/>
                  </a:lnTo>
                  <a:lnTo>
                    <a:pt x="4137501" y="1108110"/>
                  </a:lnTo>
                  <a:lnTo>
                    <a:pt x="4138127" y="1109321"/>
                  </a:lnTo>
                  <a:lnTo>
                    <a:pt x="4138754" y="1110496"/>
                  </a:lnTo>
                  <a:lnTo>
                    <a:pt x="4139380" y="1111641"/>
                  </a:lnTo>
                  <a:lnTo>
                    <a:pt x="4140007" y="1112759"/>
                  </a:lnTo>
                  <a:lnTo>
                    <a:pt x="4140633" y="1113860"/>
                  </a:lnTo>
                  <a:lnTo>
                    <a:pt x="4141260" y="1114956"/>
                  </a:lnTo>
                  <a:lnTo>
                    <a:pt x="4141887" y="1116047"/>
                  </a:lnTo>
                  <a:lnTo>
                    <a:pt x="4142513" y="1117125"/>
                  </a:lnTo>
                  <a:lnTo>
                    <a:pt x="4143140" y="1118190"/>
                  </a:lnTo>
                  <a:lnTo>
                    <a:pt x="4143766" y="1119238"/>
                  </a:lnTo>
                  <a:lnTo>
                    <a:pt x="4144393" y="1120261"/>
                  </a:lnTo>
                  <a:lnTo>
                    <a:pt x="4145019" y="1121270"/>
                  </a:lnTo>
                  <a:lnTo>
                    <a:pt x="4145646" y="1122306"/>
                  </a:lnTo>
                  <a:lnTo>
                    <a:pt x="4146272" y="1123368"/>
                  </a:lnTo>
                  <a:lnTo>
                    <a:pt x="4146899" y="1124471"/>
                  </a:lnTo>
                  <a:lnTo>
                    <a:pt x="4147526" y="1125608"/>
                  </a:lnTo>
                  <a:lnTo>
                    <a:pt x="4148152" y="1126777"/>
                  </a:lnTo>
                  <a:lnTo>
                    <a:pt x="4148779" y="1127954"/>
                  </a:lnTo>
                  <a:lnTo>
                    <a:pt x="4149405" y="1129126"/>
                  </a:lnTo>
                  <a:lnTo>
                    <a:pt x="4150032" y="1130268"/>
                  </a:lnTo>
                  <a:lnTo>
                    <a:pt x="4150658" y="1131384"/>
                  </a:lnTo>
                  <a:lnTo>
                    <a:pt x="4151285" y="1132502"/>
                  </a:lnTo>
                  <a:lnTo>
                    <a:pt x="4151911" y="1133621"/>
                  </a:lnTo>
                  <a:lnTo>
                    <a:pt x="4152538" y="1134743"/>
                  </a:lnTo>
                  <a:lnTo>
                    <a:pt x="4153165" y="1135869"/>
                  </a:lnTo>
                  <a:lnTo>
                    <a:pt x="4153791" y="1137017"/>
                  </a:lnTo>
                  <a:lnTo>
                    <a:pt x="4154418" y="1138191"/>
                  </a:lnTo>
                  <a:lnTo>
                    <a:pt x="4155044" y="1139352"/>
                  </a:lnTo>
                  <a:lnTo>
                    <a:pt x="4155671" y="1140500"/>
                  </a:lnTo>
                  <a:lnTo>
                    <a:pt x="4156297" y="1141634"/>
                  </a:lnTo>
                  <a:lnTo>
                    <a:pt x="4156924" y="1142762"/>
                  </a:lnTo>
                  <a:lnTo>
                    <a:pt x="4157550" y="1143885"/>
                  </a:lnTo>
                  <a:lnTo>
                    <a:pt x="4158177" y="1145018"/>
                  </a:lnTo>
                  <a:lnTo>
                    <a:pt x="4158804" y="1146188"/>
                  </a:lnTo>
                  <a:lnTo>
                    <a:pt x="4159430" y="1147413"/>
                  </a:lnTo>
                  <a:lnTo>
                    <a:pt x="4160057" y="1148679"/>
                  </a:lnTo>
                  <a:lnTo>
                    <a:pt x="4160683" y="1149950"/>
                  </a:lnTo>
                  <a:lnTo>
                    <a:pt x="4161310" y="1151228"/>
                  </a:lnTo>
                  <a:lnTo>
                    <a:pt x="4161936" y="1152514"/>
                  </a:lnTo>
                  <a:lnTo>
                    <a:pt x="4162563" y="1153808"/>
                  </a:lnTo>
                  <a:lnTo>
                    <a:pt x="4163189" y="1155107"/>
                  </a:lnTo>
                  <a:lnTo>
                    <a:pt x="4163816" y="1156412"/>
                  </a:lnTo>
                  <a:lnTo>
                    <a:pt x="4164443" y="1157722"/>
                  </a:lnTo>
                  <a:lnTo>
                    <a:pt x="4165069" y="1159037"/>
                  </a:lnTo>
                  <a:lnTo>
                    <a:pt x="4165696" y="1160357"/>
                  </a:lnTo>
                  <a:lnTo>
                    <a:pt x="4166322" y="1161683"/>
                  </a:lnTo>
                  <a:lnTo>
                    <a:pt x="4166949" y="1163012"/>
                  </a:lnTo>
                  <a:lnTo>
                    <a:pt x="4167575" y="1164344"/>
                  </a:lnTo>
                  <a:lnTo>
                    <a:pt x="4168202" y="1165676"/>
                  </a:lnTo>
                  <a:lnTo>
                    <a:pt x="4168828" y="1167009"/>
                  </a:lnTo>
                  <a:lnTo>
                    <a:pt x="4169455" y="1168341"/>
                  </a:lnTo>
                  <a:lnTo>
                    <a:pt x="4170082" y="1169673"/>
                  </a:lnTo>
                  <a:lnTo>
                    <a:pt x="4170708" y="1171002"/>
                  </a:lnTo>
                  <a:lnTo>
                    <a:pt x="4171335" y="1172332"/>
                  </a:lnTo>
                  <a:lnTo>
                    <a:pt x="4171961" y="1173665"/>
                  </a:lnTo>
                  <a:lnTo>
                    <a:pt x="4172588" y="1175000"/>
                  </a:lnTo>
                  <a:lnTo>
                    <a:pt x="4173214" y="1176322"/>
                  </a:lnTo>
                  <a:lnTo>
                    <a:pt x="4173841" y="1177623"/>
                  </a:lnTo>
                  <a:lnTo>
                    <a:pt x="4174467" y="1178900"/>
                  </a:lnTo>
                  <a:lnTo>
                    <a:pt x="4175094" y="1180153"/>
                  </a:lnTo>
                  <a:lnTo>
                    <a:pt x="4175721" y="1181381"/>
                  </a:lnTo>
                  <a:lnTo>
                    <a:pt x="4176347" y="1182592"/>
                  </a:lnTo>
                  <a:lnTo>
                    <a:pt x="4176974" y="1183786"/>
                  </a:lnTo>
                  <a:lnTo>
                    <a:pt x="4177600" y="1184928"/>
                  </a:lnTo>
                  <a:lnTo>
                    <a:pt x="4178227" y="1186018"/>
                  </a:lnTo>
                  <a:lnTo>
                    <a:pt x="4178853" y="1187064"/>
                  </a:lnTo>
                  <a:lnTo>
                    <a:pt x="4179480" y="1188065"/>
                  </a:lnTo>
                  <a:lnTo>
                    <a:pt x="4180106" y="1189023"/>
                  </a:lnTo>
                  <a:lnTo>
                    <a:pt x="4180733" y="1189935"/>
                  </a:lnTo>
                  <a:lnTo>
                    <a:pt x="4181360" y="1190795"/>
                  </a:lnTo>
                  <a:lnTo>
                    <a:pt x="4181986" y="1191605"/>
                  </a:lnTo>
                  <a:lnTo>
                    <a:pt x="4182613" y="1192362"/>
                  </a:lnTo>
                  <a:lnTo>
                    <a:pt x="4183239" y="1193049"/>
                  </a:lnTo>
                  <a:lnTo>
                    <a:pt x="4183866" y="1193668"/>
                  </a:lnTo>
                  <a:lnTo>
                    <a:pt x="4184492" y="1194221"/>
                  </a:lnTo>
                  <a:lnTo>
                    <a:pt x="4185119" y="1194710"/>
                  </a:lnTo>
                  <a:lnTo>
                    <a:pt x="4185745" y="1195133"/>
                  </a:lnTo>
                  <a:lnTo>
                    <a:pt x="4186372" y="1195487"/>
                  </a:lnTo>
                  <a:lnTo>
                    <a:pt x="4186999" y="1195806"/>
                  </a:lnTo>
                  <a:lnTo>
                    <a:pt x="4187625" y="1196091"/>
                  </a:lnTo>
                  <a:lnTo>
                    <a:pt x="4188252" y="1196338"/>
                  </a:lnTo>
                  <a:lnTo>
                    <a:pt x="4188878" y="1196547"/>
                  </a:lnTo>
                  <a:lnTo>
                    <a:pt x="4189505" y="1196715"/>
                  </a:lnTo>
                  <a:lnTo>
                    <a:pt x="4190131" y="1196844"/>
                  </a:lnTo>
                  <a:lnTo>
                    <a:pt x="4190758" y="1196932"/>
                  </a:lnTo>
                  <a:lnTo>
                    <a:pt x="4191384" y="1196978"/>
                  </a:lnTo>
                  <a:lnTo>
                    <a:pt x="4192011" y="1197002"/>
                  </a:lnTo>
                  <a:lnTo>
                    <a:pt x="4192638" y="1197036"/>
                  </a:lnTo>
                  <a:lnTo>
                    <a:pt x="4193264" y="1197078"/>
                  </a:lnTo>
                  <a:lnTo>
                    <a:pt x="4193891" y="1197130"/>
                  </a:lnTo>
                  <a:lnTo>
                    <a:pt x="4194517" y="1197191"/>
                  </a:lnTo>
                  <a:lnTo>
                    <a:pt x="4195144" y="1197261"/>
                  </a:lnTo>
                  <a:lnTo>
                    <a:pt x="4195770" y="1197340"/>
                  </a:lnTo>
                  <a:lnTo>
                    <a:pt x="4196397" y="1197431"/>
                  </a:lnTo>
                  <a:lnTo>
                    <a:pt x="4197023" y="1197538"/>
                  </a:lnTo>
                  <a:lnTo>
                    <a:pt x="4197650" y="1197653"/>
                  </a:lnTo>
                  <a:lnTo>
                    <a:pt x="4198277" y="1197757"/>
                  </a:lnTo>
                  <a:lnTo>
                    <a:pt x="4198903" y="1197852"/>
                  </a:lnTo>
                  <a:lnTo>
                    <a:pt x="4199530" y="1197924"/>
                  </a:lnTo>
                  <a:lnTo>
                    <a:pt x="4200156" y="1197967"/>
                  </a:lnTo>
                  <a:lnTo>
                    <a:pt x="4200783" y="1197988"/>
                  </a:lnTo>
                  <a:lnTo>
                    <a:pt x="4201409" y="1197992"/>
                  </a:lnTo>
                  <a:lnTo>
                    <a:pt x="4202036" y="1197979"/>
                  </a:lnTo>
                  <a:lnTo>
                    <a:pt x="4202662" y="1197959"/>
                  </a:lnTo>
                  <a:lnTo>
                    <a:pt x="4203289" y="1197922"/>
                  </a:lnTo>
                  <a:lnTo>
                    <a:pt x="4203916" y="1197865"/>
                  </a:lnTo>
                  <a:lnTo>
                    <a:pt x="4204542" y="1197789"/>
                  </a:lnTo>
                  <a:lnTo>
                    <a:pt x="4205169" y="1197693"/>
                  </a:lnTo>
                  <a:lnTo>
                    <a:pt x="4205795" y="1197577"/>
                  </a:lnTo>
                  <a:lnTo>
                    <a:pt x="4206422" y="1197446"/>
                  </a:lnTo>
                  <a:lnTo>
                    <a:pt x="4207048" y="1197303"/>
                  </a:lnTo>
                  <a:lnTo>
                    <a:pt x="4207675" y="1197174"/>
                  </a:lnTo>
                  <a:lnTo>
                    <a:pt x="4208301" y="1197052"/>
                  </a:lnTo>
                  <a:lnTo>
                    <a:pt x="4208928" y="1196950"/>
                  </a:lnTo>
                  <a:lnTo>
                    <a:pt x="4209555" y="1196875"/>
                  </a:lnTo>
                  <a:lnTo>
                    <a:pt x="4210181" y="1196828"/>
                  </a:lnTo>
                  <a:lnTo>
                    <a:pt x="4210808" y="1196795"/>
                  </a:lnTo>
                  <a:lnTo>
                    <a:pt x="4211434" y="1196775"/>
                  </a:lnTo>
                  <a:lnTo>
                    <a:pt x="4212061" y="1196763"/>
                  </a:lnTo>
                  <a:lnTo>
                    <a:pt x="4212687" y="1196761"/>
                  </a:lnTo>
                  <a:lnTo>
                    <a:pt x="4213314" y="1196769"/>
                  </a:lnTo>
                  <a:lnTo>
                    <a:pt x="4213940" y="1196783"/>
                  </a:lnTo>
                  <a:lnTo>
                    <a:pt x="4214567" y="1196808"/>
                  </a:lnTo>
                  <a:lnTo>
                    <a:pt x="4215194" y="1196844"/>
                  </a:lnTo>
                  <a:lnTo>
                    <a:pt x="4215820" y="1196879"/>
                  </a:lnTo>
                  <a:lnTo>
                    <a:pt x="4216447" y="1196918"/>
                  </a:lnTo>
                  <a:lnTo>
                    <a:pt x="4217073" y="1196959"/>
                  </a:lnTo>
                  <a:lnTo>
                    <a:pt x="4217700" y="1197013"/>
                  </a:lnTo>
                  <a:lnTo>
                    <a:pt x="4218326" y="1197082"/>
                  </a:lnTo>
                  <a:lnTo>
                    <a:pt x="4218953" y="1197165"/>
                  </a:lnTo>
                  <a:lnTo>
                    <a:pt x="4219579" y="1197263"/>
                  </a:lnTo>
                  <a:lnTo>
                    <a:pt x="4220206" y="1197379"/>
                  </a:lnTo>
                  <a:lnTo>
                    <a:pt x="4220833" y="1197520"/>
                  </a:lnTo>
                  <a:lnTo>
                    <a:pt x="4221459" y="1197685"/>
                  </a:lnTo>
                  <a:lnTo>
                    <a:pt x="4222086" y="1197876"/>
                  </a:lnTo>
                  <a:lnTo>
                    <a:pt x="4222712" y="1198091"/>
                  </a:lnTo>
                  <a:lnTo>
                    <a:pt x="4223339" y="1198333"/>
                  </a:lnTo>
                  <a:lnTo>
                    <a:pt x="4223965" y="1198603"/>
                  </a:lnTo>
                  <a:lnTo>
                    <a:pt x="4224592" y="1198899"/>
                  </a:lnTo>
                  <a:lnTo>
                    <a:pt x="4225218" y="1199222"/>
                  </a:lnTo>
                  <a:lnTo>
                    <a:pt x="4225845" y="1199563"/>
                  </a:lnTo>
                  <a:lnTo>
                    <a:pt x="4226472" y="1199917"/>
                  </a:lnTo>
                  <a:lnTo>
                    <a:pt x="4227098" y="1200280"/>
                  </a:lnTo>
                  <a:lnTo>
                    <a:pt x="4227725" y="1200653"/>
                  </a:lnTo>
                  <a:lnTo>
                    <a:pt x="4228351" y="1201029"/>
                  </a:lnTo>
                  <a:lnTo>
                    <a:pt x="4228978" y="1201402"/>
                  </a:lnTo>
                  <a:lnTo>
                    <a:pt x="4229604" y="1201779"/>
                  </a:lnTo>
                  <a:lnTo>
                    <a:pt x="4230231" y="1202174"/>
                  </a:lnTo>
                  <a:lnTo>
                    <a:pt x="4230857" y="1202587"/>
                  </a:lnTo>
                  <a:lnTo>
                    <a:pt x="4231484" y="1203029"/>
                  </a:lnTo>
                  <a:lnTo>
                    <a:pt x="4232111" y="1203509"/>
                  </a:lnTo>
                  <a:lnTo>
                    <a:pt x="4232737" y="1204020"/>
                  </a:lnTo>
                  <a:lnTo>
                    <a:pt x="4233364" y="1204560"/>
                  </a:lnTo>
                  <a:lnTo>
                    <a:pt x="4233990" y="1205125"/>
                  </a:lnTo>
                  <a:lnTo>
                    <a:pt x="4234617" y="1205707"/>
                  </a:lnTo>
                  <a:lnTo>
                    <a:pt x="4235243" y="1206313"/>
                  </a:lnTo>
                  <a:lnTo>
                    <a:pt x="4235870" y="1206948"/>
                  </a:lnTo>
                  <a:lnTo>
                    <a:pt x="4236496" y="1207612"/>
                  </a:lnTo>
                  <a:lnTo>
                    <a:pt x="4237123" y="1208307"/>
                  </a:lnTo>
                  <a:lnTo>
                    <a:pt x="4237750" y="1209035"/>
                  </a:lnTo>
                  <a:lnTo>
                    <a:pt x="4238376" y="1209797"/>
                  </a:lnTo>
                  <a:lnTo>
                    <a:pt x="4239003" y="1210586"/>
                  </a:lnTo>
                  <a:lnTo>
                    <a:pt x="4239629" y="1211378"/>
                  </a:lnTo>
                  <a:lnTo>
                    <a:pt x="4240256" y="1212177"/>
                  </a:lnTo>
                  <a:lnTo>
                    <a:pt x="4240882" y="1212969"/>
                  </a:lnTo>
                  <a:lnTo>
                    <a:pt x="4241509" y="1213746"/>
                  </a:lnTo>
                  <a:lnTo>
                    <a:pt x="4242135" y="1214508"/>
                  </a:lnTo>
                  <a:lnTo>
                    <a:pt x="4242762" y="1215261"/>
                  </a:lnTo>
                  <a:lnTo>
                    <a:pt x="4243389" y="1216010"/>
                  </a:lnTo>
                  <a:lnTo>
                    <a:pt x="4244015" y="1216762"/>
                  </a:lnTo>
                  <a:lnTo>
                    <a:pt x="4244642" y="1217514"/>
                  </a:lnTo>
                  <a:lnTo>
                    <a:pt x="4245268" y="1218263"/>
                  </a:lnTo>
                  <a:lnTo>
                    <a:pt x="4245895" y="1219008"/>
                  </a:lnTo>
                  <a:lnTo>
                    <a:pt x="4246521" y="1219754"/>
                  </a:lnTo>
                  <a:lnTo>
                    <a:pt x="4247148" y="1220507"/>
                  </a:lnTo>
                  <a:lnTo>
                    <a:pt x="4247774" y="1221276"/>
                  </a:lnTo>
                  <a:lnTo>
                    <a:pt x="4248401" y="1222037"/>
                  </a:lnTo>
                  <a:lnTo>
                    <a:pt x="4249028" y="1222781"/>
                  </a:lnTo>
                  <a:lnTo>
                    <a:pt x="4249654" y="1223475"/>
                  </a:lnTo>
                  <a:lnTo>
                    <a:pt x="4250281" y="1224124"/>
                  </a:lnTo>
                  <a:lnTo>
                    <a:pt x="4250907" y="1224725"/>
                  </a:lnTo>
                  <a:lnTo>
                    <a:pt x="4251534" y="1225279"/>
                  </a:lnTo>
                  <a:lnTo>
                    <a:pt x="4252160" y="1225790"/>
                  </a:lnTo>
                  <a:lnTo>
                    <a:pt x="4252787" y="1226254"/>
                  </a:lnTo>
                  <a:lnTo>
                    <a:pt x="4253413" y="1226669"/>
                  </a:lnTo>
                  <a:lnTo>
                    <a:pt x="4254040" y="1227038"/>
                  </a:lnTo>
                  <a:lnTo>
                    <a:pt x="4254667" y="1227361"/>
                  </a:lnTo>
                  <a:lnTo>
                    <a:pt x="4255293" y="1227648"/>
                  </a:lnTo>
                  <a:lnTo>
                    <a:pt x="4255920" y="1227868"/>
                  </a:lnTo>
                  <a:lnTo>
                    <a:pt x="4256546" y="1228027"/>
                  </a:lnTo>
                  <a:lnTo>
                    <a:pt x="4257173" y="1228110"/>
                  </a:lnTo>
                  <a:lnTo>
                    <a:pt x="4257799" y="1228145"/>
                  </a:lnTo>
                  <a:lnTo>
                    <a:pt x="4258426" y="1228136"/>
                  </a:lnTo>
                  <a:lnTo>
                    <a:pt x="4259052" y="1228107"/>
                  </a:lnTo>
                  <a:lnTo>
                    <a:pt x="4259679" y="1228055"/>
                  </a:lnTo>
                  <a:lnTo>
                    <a:pt x="4260305" y="1227990"/>
                  </a:lnTo>
                  <a:lnTo>
                    <a:pt x="4260932" y="1227914"/>
                  </a:lnTo>
                  <a:lnTo>
                    <a:pt x="4261559" y="1227817"/>
                  </a:lnTo>
                  <a:lnTo>
                    <a:pt x="4262185" y="1227721"/>
                  </a:lnTo>
                  <a:lnTo>
                    <a:pt x="4262812" y="1227632"/>
                  </a:lnTo>
                  <a:lnTo>
                    <a:pt x="4263438" y="1227556"/>
                  </a:lnTo>
                  <a:lnTo>
                    <a:pt x="4264065" y="1227486"/>
                  </a:lnTo>
                  <a:lnTo>
                    <a:pt x="4264691" y="1227417"/>
                  </a:lnTo>
                  <a:lnTo>
                    <a:pt x="4265318" y="1227355"/>
                  </a:lnTo>
                  <a:lnTo>
                    <a:pt x="4265944" y="1227308"/>
                  </a:lnTo>
                  <a:lnTo>
                    <a:pt x="4266571" y="1227277"/>
                  </a:lnTo>
                  <a:lnTo>
                    <a:pt x="4267198" y="1227262"/>
                  </a:lnTo>
                  <a:lnTo>
                    <a:pt x="4267824" y="1227259"/>
                  </a:lnTo>
                  <a:lnTo>
                    <a:pt x="4268451" y="1227266"/>
                  </a:lnTo>
                  <a:lnTo>
                    <a:pt x="4269077" y="1227283"/>
                  </a:lnTo>
                  <a:lnTo>
                    <a:pt x="4269704" y="1227302"/>
                  </a:lnTo>
                  <a:lnTo>
                    <a:pt x="4270330" y="1227321"/>
                  </a:lnTo>
                  <a:lnTo>
                    <a:pt x="4270957" y="1227341"/>
                  </a:lnTo>
                  <a:lnTo>
                    <a:pt x="4271583" y="1227351"/>
                  </a:lnTo>
                  <a:lnTo>
                    <a:pt x="4272210" y="1227333"/>
                  </a:lnTo>
                  <a:lnTo>
                    <a:pt x="4272837" y="1227282"/>
                  </a:lnTo>
                  <a:lnTo>
                    <a:pt x="4273463" y="1227204"/>
                  </a:lnTo>
                  <a:lnTo>
                    <a:pt x="4274090" y="1227098"/>
                  </a:lnTo>
                  <a:lnTo>
                    <a:pt x="4274716" y="1226970"/>
                  </a:lnTo>
                  <a:lnTo>
                    <a:pt x="4275343" y="1226815"/>
                  </a:lnTo>
                  <a:lnTo>
                    <a:pt x="4275969" y="1226631"/>
                  </a:lnTo>
                  <a:lnTo>
                    <a:pt x="4276596" y="1226422"/>
                  </a:lnTo>
                  <a:lnTo>
                    <a:pt x="4277222" y="1226191"/>
                  </a:lnTo>
                  <a:lnTo>
                    <a:pt x="4277849" y="1225940"/>
                  </a:lnTo>
                  <a:lnTo>
                    <a:pt x="4278476" y="1225666"/>
                  </a:lnTo>
                  <a:lnTo>
                    <a:pt x="4279102" y="1225364"/>
                  </a:lnTo>
                  <a:lnTo>
                    <a:pt x="4279729" y="1225027"/>
                  </a:lnTo>
                  <a:lnTo>
                    <a:pt x="4280355" y="1224675"/>
                  </a:lnTo>
                  <a:lnTo>
                    <a:pt x="4280982" y="1224310"/>
                  </a:lnTo>
                  <a:lnTo>
                    <a:pt x="4281608" y="1223963"/>
                  </a:lnTo>
                  <a:lnTo>
                    <a:pt x="4282235" y="1223628"/>
                  </a:lnTo>
                  <a:lnTo>
                    <a:pt x="4282861" y="1223306"/>
                  </a:lnTo>
                  <a:lnTo>
                    <a:pt x="4283488" y="1222990"/>
                  </a:lnTo>
                  <a:lnTo>
                    <a:pt x="4284115" y="1222672"/>
                  </a:lnTo>
                  <a:lnTo>
                    <a:pt x="4284741" y="1222354"/>
                  </a:lnTo>
                  <a:lnTo>
                    <a:pt x="4285368" y="1222035"/>
                  </a:lnTo>
                  <a:lnTo>
                    <a:pt x="4285994" y="1221713"/>
                  </a:lnTo>
                  <a:lnTo>
                    <a:pt x="4286621" y="1221388"/>
                  </a:lnTo>
                  <a:lnTo>
                    <a:pt x="4287247" y="1221049"/>
                  </a:lnTo>
                  <a:lnTo>
                    <a:pt x="4287874" y="1220728"/>
                  </a:lnTo>
                  <a:lnTo>
                    <a:pt x="4288500" y="1220423"/>
                  </a:lnTo>
                  <a:lnTo>
                    <a:pt x="4289127" y="1220151"/>
                  </a:lnTo>
                  <a:lnTo>
                    <a:pt x="4289754" y="1219892"/>
                  </a:lnTo>
                  <a:lnTo>
                    <a:pt x="4290380" y="1219646"/>
                  </a:lnTo>
                  <a:lnTo>
                    <a:pt x="4291007" y="1219394"/>
                  </a:lnTo>
                  <a:lnTo>
                    <a:pt x="4291633" y="1219141"/>
                  </a:lnTo>
                  <a:lnTo>
                    <a:pt x="4292260" y="1218879"/>
                  </a:lnTo>
                  <a:lnTo>
                    <a:pt x="4292886" y="1218621"/>
                  </a:lnTo>
                  <a:lnTo>
                    <a:pt x="4293513" y="1218374"/>
                  </a:lnTo>
                  <a:lnTo>
                    <a:pt x="4294139" y="1218127"/>
                  </a:lnTo>
                  <a:lnTo>
                    <a:pt x="4294766" y="1217872"/>
                  </a:lnTo>
                  <a:lnTo>
                    <a:pt x="4295393" y="1217609"/>
                  </a:lnTo>
                  <a:lnTo>
                    <a:pt x="4296019" y="1217333"/>
                  </a:lnTo>
                  <a:lnTo>
                    <a:pt x="4296646" y="1217032"/>
                  </a:lnTo>
                  <a:lnTo>
                    <a:pt x="4297272" y="1216689"/>
                  </a:lnTo>
                  <a:lnTo>
                    <a:pt x="4297899" y="1216291"/>
                  </a:lnTo>
                  <a:lnTo>
                    <a:pt x="4298525" y="1215836"/>
                  </a:lnTo>
                  <a:lnTo>
                    <a:pt x="4299152" y="1215323"/>
                  </a:lnTo>
                  <a:lnTo>
                    <a:pt x="4299778" y="1214750"/>
                  </a:lnTo>
                  <a:lnTo>
                    <a:pt x="4300405" y="1214116"/>
                  </a:lnTo>
                  <a:lnTo>
                    <a:pt x="4301032" y="1213419"/>
                  </a:lnTo>
                  <a:lnTo>
                    <a:pt x="4301658" y="1212667"/>
                  </a:lnTo>
                  <a:lnTo>
                    <a:pt x="4302285" y="1211853"/>
                  </a:lnTo>
                  <a:lnTo>
                    <a:pt x="4302911" y="1210973"/>
                  </a:lnTo>
                  <a:lnTo>
                    <a:pt x="4303538" y="1210040"/>
                  </a:lnTo>
                  <a:lnTo>
                    <a:pt x="4304164" y="1209058"/>
                  </a:lnTo>
                  <a:lnTo>
                    <a:pt x="4304791" y="1208036"/>
                  </a:lnTo>
                  <a:lnTo>
                    <a:pt x="4305417" y="1206969"/>
                  </a:lnTo>
                  <a:lnTo>
                    <a:pt x="4306044" y="1205873"/>
                  </a:lnTo>
                  <a:lnTo>
                    <a:pt x="4306671" y="1204748"/>
                  </a:lnTo>
                  <a:lnTo>
                    <a:pt x="4307297" y="1203612"/>
                  </a:lnTo>
                  <a:lnTo>
                    <a:pt x="4307924" y="1202468"/>
                  </a:lnTo>
                  <a:lnTo>
                    <a:pt x="4308550" y="1201293"/>
                  </a:lnTo>
                  <a:lnTo>
                    <a:pt x="4309177" y="1200080"/>
                  </a:lnTo>
                  <a:lnTo>
                    <a:pt x="4309803" y="1198823"/>
                  </a:lnTo>
                  <a:lnTo>
                    <a:pt x="4310430" y="1197507"/>
                  </a:lnTo>
                  <a:lnTo>
                    <a:pt x="4311056" y="1196155"/>
                  </a:lnTo>
                  <a:lnTo>
                    <a:pt x="4311683" y="1194779"/>
                  </a:lnTo>
                  <a:lnTo>
                    <a:pt x="4312310" y="1193412"/>
                  </a:lnTo>
                  <a:lnTo>
                    <a:pt x="4312936" y="1192043"/>
                  </a:lnTo>
                  <a:lnTo>
                    <a:pt x="4313563" y="1190664"/>
                  </a:lnTo>
                  <a:lnTo>
                    <a:pt x="4314189" y="1189272"/>
                  </a:lnTo>
                  <a:lnTo>
                    <a:pt x="4314816" y="1187863"/>
                  </a:lnTo>
                  <a:lnTo>
                    <a:pt x="4315442" y="1186446"/>
                  </a:lnTo>
                  <a:lnTo>
                    <a:pt x="4316069" y="1185018"/>
                  </a:lnTo>
                  <a:lnTo>
                    <a:pt x="4316695" y="1183582"/>
                  </a:lnTo>
                  <a:lnTo>
                    <a:pt x="4317322" y="1182136"/>
                  </a:lnTo>
                  <a:lnTo>
                    <a:pt x="4317949" y="1180688"/>
                  </a:lnTo>
                  <a:lnTo>
                    <a:pt x="4318575" y="1179273"/>
                  </a:lnTo>
                  <a:lnTo>
                    <a:pt x="4319202" y="1177886"/>
                  </a:lnTo>
                  <a:lnTo>
                    <a:pt x="4319828" y="1176539"/>
                  </a:lnTo>
                  <a:lnTo>
                    <a:pt x="4320455" y="1175212"/>
                  </a:lnTo>
                  <a:lnTo>
                    <a:pt x="4321081" y="1173905"/>
                  </a:lnTo>
                  <a:lnTo>
                    <a:pt x="4321708" y="1172596"/>
                  </a:lnTo>
                  <a:lnTo>
                    <a:pt x="4322334" y="1171290"/>
                  </a:lnTo>
                  <a:lnTo>
                    <a:pt x="4322961" y="1170008"/>
                  </a:lnTo>
                  <a:lnTo>
                    <a:pt x="4323588" y="1168767"/>
                  </a:lnTo>
                  <a:lnTo>
                    <a:pt x="4324214" y="1167576"/>
                  </a:lnTo>
                  <a:lnTo>
                    <a:pt x="4324841" y="1166426"/>
                  </a:lnTo>
                  <a:lnTo>
                    <a:pt x="4325467" y="1165316"/>
                  </a:lnTo>
                  <a:lnTo>
                    <a:pt x="4326094" y="1164228"/>
                  </a:lnTo>
                  <a:lnTo>
                    <a:pt x="4326720" y="1163133"/>
                  </a:lnTo>
                  <a:lnTo>
                    <a:pt x="4327347" y="1162030"/>
                  </a:lnTo>
                  <a:lnTo>
                    <a:pt x="4327973" y="1160915"/>
                  </a:lnTo>
                  <a:lnTo>
                    <a:pt x="4328600" y="1159809"/>
                  </a:lnTo>
                  <a:lnTo>
                    <a:pt x="4329227" y="1158720"/>
                  </a:lnTo>
                  <a:lnTo>
                    <a:pt x="4329853" y="1157658"/>
                  </a:lnTo>
                  <a:lnTo>
                    <a:pt x="4330480" y="1156620"/>
                  </a:lnTo>
                  <a:lnTo>
                    <a:pt x="4331106" y="1155601"/>
                  </a:lnTo>
                  <a:lnTo>
                    <a:pt x="4331733" y="1154605"/>
                  </a:lnTo>
                  <a:lnTo>
                    <a:pt x="4332359" y="1153629"/>
                  </a:lnTo>
                  <a:lnTo>
                    <a:pt x="4332986" y="1152655"/>
                  </a:lnTo>
                  <a:lnTo>
                    <a:pt x="4333612" y="1151688"/>
                  </a:lnTo>
                  <a:lnTo>
                    <a:pt x="4334239" y="1150741"/>
                  </a:lnTo>
                  <a:lnTo>
                    <a:pt x="4334866" y="1149817"/>
                  </a:lnTo>
                  <a:lnTo>
                    <a:pt x="4335492" y="1148938"/>
                  </a:lnTo>
                  <a:lnTo>
                    <a:pt x="4336119" y="1148128"/>
                  </a:lnTo>
                  <a:lnTo>
                    <a:pt x="4336745" y="1147398"/>
                  </a:lnTo>
                  <a:lnTo>
                    <a:pt x="4337372" y="1146737"/>
                  </a:lnTo>
                  <a:lnTo>
                    <a:pt x="4337998" y="1146132"/>
                  </a:lnTo>
                  <a:lnTo>
                    <a:pt x="4338625" y="1145576"/>
                  </a:lnTo>
                  <a:lnTo>
                    <a:pt x="4339251" y="1145064"/>
                  </a:lnTo>
                  <a:lnTo>
                    <a:pt x="4339878" y="1144588"/>
                  </a:lnTo>
                  <a:lnTo>
                    <a:pt x="4340505" y="1144169"/>
                  </a:lnTo>
                  <a:lnTo>
                    <a:pt x="4341131" y="1143820"/>
                  </a:lnTo>
                  <a:lnTo>
                    <a:pt x="4341758" y="1143545"/>
                  </a:lnTo>
                  <a:lnTo>
                    <a:pt x="4342384" y="1143349"/>
                  </a:lnTo>
                  <a:lnTo>
                    <a:pt x="4343011" y="1143200"/>
                  </a:lnTo>
                  <a:lnTo>
                    <a:pt x="4343637" y="1143090"/>
                  </a:lnTo>
                  <a:lnTo>
                    <a:pt x="4344264" y="1142988"/>
                  </a:lnTo>
                  <a:lnTo>
                    <a:pt x="4344890" y="1142899"/>
                  </a:lnTo>
                  <a:lnTo>
                    <a:pt x="4345517" y="1142832"/>
                  </a:lnTo>
                  <a:lnTo>
                    <a:pt x="4346144" y="1142787"/>
                  </a:lnTo>
                  <a:lnTo>
                    <a:pt x="4346770" y="1142773"/>
                  </a:lnTo>
                  <a:lnTo>
                    <a:pt x="4347397" y="1142791"/>
                  </a:lnTo>
                  <a:lnTo>
                    <a:pt x="4348023" y="1142840"/>
                  </a:lnTo>
                  <a:lnTo>
                    <a:pt x="4348650" y="1142917"/>
                  </a:lnTo>
                  <a:lnTo>
                    <a:pt x="4349276" y="1143023"/>
                  </a:lnTo>
                  <a:lnTo>
                    <a:pt x="4349903" y="1143149"/>
                  </a:lnTo>
                  <a:lnTo>
                    <a:pt x="4350529" y="1143261"/>
                  </a:lnTo>
                  <a:lnTo>
                    <a:pt x="4351156" y="1143367"/>
                  </a:lnTo>
                  <a:lnTo>
                    <a:pt x="4351783" y="1143451"/>
                  </a:lnTo>
                  <a:lnTo>
                    <a:pt x="4352409" y="1143533"/>
                  </a:lnTo>
                  <a:lnTo>
                    <a:pt x="4353036" y="1143609"/>
                  </a:lnTo>
                  <a:lnTo>
                    <a:pt x="4353662" y="1143702"/>
                  </a:lnTo>
                  <a:lnTo>
                    <a:pt x="4354289" y="1143807"/>
                  </a:lnTo>
                  <a:lnTo>
                    <a:pt x="4354915" y="1143909"/>
                  </a:lnTo>
                  <a:lnTo>
                    <a:pt x="4355542" y="1143987"/>
                  </a:lnTo>
                  <a:lnTo>
                    <a:pt x="4356168" y="1144019"/>
                  </a:lnTo>
                  <a:lnTo>
                    <a:pt x="4356795" y="1143994"/>
                  </a:lnTo>
                  <a:lnTo>
                    <a:pt x="4357422" y="1143891"/>
                  </a:lnTo>
                  <a:lnTo>
                    <a:pt x="4358048" y="1143729"/>
                  </a:lnTo>
                  <a:lnTo>
                    <a:pt x="4358675" y="1143541"/>
                  </a:lnTo>
                  <a:lnTo>
                    <a:pt x="4359301" y="1143347"/>
                  </a:lnTo>
                  <a:lnTo>
                    <a:pt x="4359928" y="1143169"/>
                  </a:lnTo>
                  <a:lnTo>
                    <a:pt x="4360554" y="1143016"/>
                  </a:lnTo>
                  <a:lnTo>
                    <a:pt x="4361181" y="1142887"/>
                  </a:lnTo>
                  <a:lnTo>
                    <a:pt x="4361807" y="1142780"/>
                  </a:lnTo>
                  <a:lnTo>
                    <a:pt x="4362434" y="1142708"/>
                  </a:lnTo>
                  <a:lnTo>
                    <a:pt x="4363061" y="1142675"/>
                  </a:lnTo>
                  <a:lnTo>
                    <a:pt x="4363687" y="1142679"/>
                  </a:lnTo>
                  <a:lnTo>
                    <a:pt x="4364314" y="1142715"/>
                  </a:lnTo>
                  <a:lnTo>
                    <a:pt x="4364940" y="1142807"/>
                  </a:lnTo>
                  <a:lnTo>
                    <a:pt x="4365567" y="1142950"/>
                  </a:lnTo>
                  <a:lnTo>
                    <a:pt x="4366193" y="1143151"/>
                  </a:lnTo>
                  <a:lnTo>
                    <a:pt x="4366820" y="1143435"/>
                  </a:lnTo>
                  <a:lnTo>
                    <a:pt x="4367446" y="1143775"/>
                  </a:lnTo>
                  <a:lnTo>
                    <a:pt x="4368073" y="1144152"/>
                  </a:lnTo>
                  <a:lnTo>
                    <a:pt x="4368700" y="1144536"/>
                  </a:lnTo>
                  <a:lnTo>
                    <a:pt x="4369326" y="1144927"/>
                  </a:lnTo>
                  <a:lnTo>
                    <a:pt x="4369953" y="1145307"/>
                  </a:lnTo>
                  <a:lnTo>
                    <a:pt x="4370579" y="1145671"/>
                  </a:lnTo>
                  <a:lnTo>
                    <a:pt x="4371206" y="1146037"/>
                  </a:lnTo>
                  <a:lnTo>
                    <a:pt x="4371832" y="1146381"/>
                  </a:lnTo>
                  <a:lnTo>
                    <a:pt x="4372459" y="1146706"/>
                  </a:lnTo>
                  <a:lnTo>
                    <a:pt x="4373085" y="1147017"/>
                  </a:lnTo>
                  <a:lnTo>
                    <a:pt x="4373712" y="1147314"/>
                  </a:lnTo>
                  <a:lnTo>
                    <a:pt x="4374339" y="1147599"/>
                  </a:lnTo>
                  <a:lnTo>
                    <a:pt x="4374965" y="1147878"/>
                  </a:lnTo>
                  <a:lnTo>
                    <a:pt x="4375592" y="1148161"/>
                  </a:lnTo>
                  <a:lnTo>
                    <a:pt x="4376218" y="1148459"/>
                  </a:lnTo>
                  <a:lnTo>
                    <a:pt x="4376845" y="1148782"/>
                  </a:lnTo>
                  <a:lnTo>
                    <a:pt x="4377471" y="1149105"/>
                  </a:lnTo>
                  <a:lnTo>
                    <a:pt x="4378098" y="1149429"/>
                  </a:lnTo>
                  <a:lnTo>
                    <a:pt x="4378724" y="1149748"/>
                  </a:lnTo>
                  <a:lnTo>
                    <a:pt x="4379351" y="1150065"/>
                  </a:lnTo>
                  <a:lnTo>
                    <a:pt x="4379978" y="1150378"/>
                  </a:lnTo>
                  <a:lnTo>
                    <a:pt x="4380604" y="1150670"/>
                  </a:lnTo>
                  <a:lnTo>
                    <a:pt x="4381231" y="1150960"/>
                  </a:lnTo>
                  <a:lnTo>
                    <a:pt x="4381857" y="1151244"/>
                  </a:lnTo>
                  <a:lnTo>
                    <a:pt x="4382484" y="1151520"/>
                  </a:lnTo>
                  <a:lnTo>
                    <a:pt x="4383110" y="1151780"/>
                  </a:lnTo>
                  <a:lnTo>
                    <a:pt x="4383737" y="1152026"/>
                  </a:lnTo>
                  <a:lnTo>
                    <a:pt x="4384363" y="1152258"/>
                  </a:lnTo>
                  <a:lnTo>
                    <a:pt x="4384990" y="1152469"/>
                  </a:lnTo>
                  <a:lnTo>
                    <a:pt x="4385617" y="1152640"/>
                  </a:lnTo>
                  <a:lnTo>
                    <a:pt x="4386243" y="1152771"/>
                  </a:lnTo>
                  <a:lnTo>
                    <a:pt x="4386870" y="1152883"/>
                  </a:lnTo>
                  <a:lnTo>
                    <a:pt x="4387496" y="1152981"/>
                  </a:lnTo>
                  <a:lnTo>
                    <a:pt x="4388123" y="1153077"/>
                  </a:lnTo>
                  <a:lnTo>
                    <a:pt x="4388749" y="1153193"/>
                  </a:lnTo>
                  <a:lnTo>
                    <a:pt x="4389376" y="1153376"/>
                  </a:lnTo>
                  <a:lnTo>
                    <a:pt x="4390002" y="1153632"/>
                  </a:lnTo>
                  <a:lnTo>
                    <a:pt x="4390629" y="1153959"/>
                  </a:lnTo>
                  <a:lnTo>
                    <a:pt x="4391256" y="1154336"/>
                  </a:lnTo>
                  <a:lnTo>
                    <a:pt x="4391882" y="1154757"/>
                  </a:lnTo>
                  <a:lnTo>
                    <a:pt x="4392509" y="1155207"/>
                  </a:lnTo>
                  <a:lnTo>
                    <a:pt x="4393135" y="1155695"/>
                  </a:lnTo>
                  <a:lnTo>
                    <a:pt x="4393762" y="1156220"/>
                  </a:lnTo>
                  <a:lnTo>
                    <a:pt x="4394388" y="1156776"/>
                  </a:lnTo>
                  <a:lnTo>
                    <a:pt x="4395015" y="1157346"/>
                  </a:lnTo>
                  <a:lnTo>
                    <a:pt x="4395641" y="1157918"/>
                  </a:lnTo>
                  <a:lnTo>
                    <a:pt x="4396268" y="1158489"/>
                  </a:lnTo>
                  <a:lnTo>
                    <a:pt x="4396895" y="1159050"/>
                  </a:lnTo>
                  <a:lnTo>
                    <a:pt x="4397521" y="1159596"/>
                  </a:lnTo>
                  <a:lnTo>
                    <a:pt x="4398148" y="1160101"/>
                  </a:lnTo>
                  <a:lnTo>
                    <a:pt x="4398774" y="1160523"/>
                  </a:lnTo>
                  <a:lnTo>
                    <a:pt x="4399401" y="1160854"/>
                  </a:lnTo>
                  <a:lnTo>
                    <a:pt x="4400027" y="1161097"/>
                  </a:lnTo>
                  <a:lnTo>
                    <a:pt x="4400654" y="1161268"/>
                  </a:lnTo>
                  <a:lnTo>
                    <a:pt x="4401280" y="1161361"/>
                  </a:lnTo>
                  <a:lnTo>
                    <a:pt x="4401907" y="1161376"/>
                  </a:lnTo>
                  <a:lnTo>
                    <a:pt x="4402534" y="1161314"/>
                  </a:lnTo>
                  <a:lnTo>
                    <a:pt x="4403160" y="1161154"/>
                  </a:lnTo>
                  <a:lnTo>
                    <a:pt x="4403787" y="1160917"/>
                  </a:lnTo>
                  <a:lnTo>
                    <a:pt x="4404413" y="1160614"/>
                  </a:lnTo>
                  <a:lnTo>
                    <a:pt x="4405040" y="1160252"/>
                  </a:lnTo>
                  <a:lnTo>
                    <a:pt x="4405666" y="1159837"/>
                  </a:lnTo>
                  <a:lnTo>
                    <a:pt x="4406293" y="1159375"/>
                  </a:lnTo>
                  <a:lnTo>
                    <a:pt x="4406919" y="1158864"/>
                  </a:lnTo>
                  <a:lnTo>
                    <a:pt x="4407546" y="1158306"/>
                  </a:lnTo>
                  <a:lnTo>
                    <a:pt x="4408173" y="1157687"/>
                  </a:lnTo>
                  <a:lnTo>
                    <a:pt x="4408799" y="1156991"/>
                  </a:lnTo>
                  <a:lnTo>
                    <a:pt x="4409426" y="1156231"/>
                  </a:lnTo>
                  <a:lnTo>
                    <a:pt x="4410052" y="1155409"/>
                  </a:lnTo>
                  <a:lnTo>
                    <a:pt x="4410679" y="1154538"/>
                  </a:lnTo>
                  <a:lnTo>
                    <a:pt x="4411305" y="1153633"/>
                  </a:lnTo>
                  <a:lnTo>
                    <a:pt x="4411932" y="1152693"/>
                  </a:lnTo>
                  <a:lnTo>
                    <a:pt x="4412558" y="1151738"/>
                  </a:lnTo>
                  <a:lnTo>
                    <a:pt x="4413185" y="1150752"/>
                  </a:lnTo>
                  <a:lnTo>
                    <a:pt x="4413812" y="1149730"/>
                  </a:lnTo>
                  <a:lnTo>
                    <a:pt x="4414438" y="1148667"/>
                  </a:lnTo>
                  <a:lnTo>
                    <a:pt x="4415065" y="1147567"/>
                  </a:lnTo>
                  <a:lnTo>
                    <a:pt x="4415691" y="1146439"/>
                  </a:lnTo>
                  <a:lnTo>
                    <a:pt x="4416318" y="1145261"/>
                  </a:lnTo>
                  <a:lnTo>
                    <a:pt x="4416944" y="1144039"/>
                  </a:lnTo>
                  <a:lnTo>
                    <a:pt x="4417571" y="1142786"/>
                  </a:lnTo>
                  <a:lnTo>
                    <a:pt x="4418197" y="1141499"/>
                  </a:lnTo>
                  <a:lnTo>
                    <a:pt x="4418824" y="1140166"/>
                  </a:lnTo>
                  <a:lnTo>
                    <a:pt x="4419451" y="1138780"/>
                  </a:lnTo>
                  <a:lnTo>
                    <a:pt x="4420077" y="1137370"/>
                  </a:lnTo>
                  <a:lnTo>
                    <a:pt x="4420704" y="1135931"/>
                  </a:lnTo>
                  <a:lnTo>
                    <a:pt x="4421330" y="1134436"/>
                  </a:lnTo>
                  <a:lnTo>
                    <a:pt x="4421957" y="1132881"/>
                  </a:lnTo>
                  <a:lnTo>
                    <a:pt x="4422583" y="1131267"/>
                  </a:lnTo>
                  <a:lnTo>
                    <a:pt x="4423210" y="1129591"/>
                  </a:lnTo>
                  <a:lnTo>
                    <a:pt x="4423836" y="1127869"/>
                  </a:lnTo>
                  <a:lnTo>
                    <a:pt x="4424463" y="1126098"/>
                  </a:lnTo>
                  <a:lnTo>
                    <a:pt x="4425090" y="1124268"/>
                  </a:lnTo>
                  <a:lnTo>
                    <a:pt x="4425716" y="1122399"/>
                  </a:lnTo>
                  <a:lnTo>
                    <a:pt x="4426343" y="1120496"/>
                  </a:lnTo>
                  <a:lnTo>
                    <a:pt x="4426969" y="1118577"/>
                  </a:lnTo>
                  <a:lnTo>
                    <a:pt x="4427596" y="1116679"/>
                  </a:lnTo>
                  <a:lnTo>
                    <a:pt x="4428222" y="1114811"/>
                  </a:lnTo>
                  <a:lnTo>
                    <a:pt x="4428849" y="1112999"/>
                  </a:lnTo>
                  <a:lnTo>
                    <a:pt x="4429475" y="1111204"/>
                  </a:lnTo>
                  <a:lnTo>
                    <a:pt x="4430102" y="1109445"/>
                  </a:lnTo>
                  <a:lnTo>
                    <a:pt x="4430729" y="1107727"/>
                  </a:lnTo>
                  <a:lnTo>
                    <a:pt x="4431355" y="1106067"/>
                  </a:lnTo>
                  <a:lnTo>
                    <a:pt x="4431982" y="1104461"/>
                  </a:lnTo>
                  <a:lnTo>
                    <a:pt x="4432608" y="1102908"/>
                  </a:lnTo>
                  <a:lnTo>
                    <a:pt x="4433235" y="1101420"/>
                  </a:lnTo>
                  <a:lnTo>
                    <a:pt x="4433861" y="1100016"/>
                  </a:lnTo>
                  <a:lnTo>
                    <a:pt x="4434488" y="1098721"/>
                  </a:lnTo>
                  <a:lnTo>
                    <a:pt x="4435114" y="1097535"/>
                  </a:lnTo>
                  <a:lnTo>
                    <a:pt x="4435741" y="1096452"/>
                  </a:lnTo>
                  <a:lnTo>
                    <a:pt x="4436368" y="1095461"/>
                  </a:lnTo>
                  <a:lnTo>
                    <a:pt x="4436994" y="1094554"/>
                  </a:lnTo>
                  <a:lnTo>
                    <a:pt x="4437621" y="1093722"/>
                  </a:lnTo>
                  <a:lnTo>
                    <a:pt x="4438247" y="1092959"/>
                  </a:lnTo>
                  <a:lnTo>
                    <a:pt x="4438874" y="1092268"/>
                  </a:lnTo>
                  <a:lnTo>
                    <a:pt x="4439500" y="1091642"/>
                  </a:lnTo>
                  <a:lnTo>
                    <a:pt x="4440127" y="1091107"/>
                  </a:lnTo>
                  <a:lnTo>
                    <a:pt x="4440753" y="1090680"/>
                  </a:lnTo>
                  <a:lnTo>
                    <a:pt x="4441380" y="1090369"/>
                  </a:lnTo>
                  <a:lnTo>
                    <a:pt x="4442007" y="1090174"/>
                  </a:lnTo>
                  <a:lnTo>
                    <a:pt x="4442633" y="1090085"/>
                  </a:lnTo>
                  <a:lnTo>
                    <a:pt x="4443260" y="1090087"/>
                  </a:lnTo>
                  <a:lnTo>
                    <a:pt x="4443886" y="1090161"/>
                  </a:lnTo>
                  <a:lnTo>
                    <a:pt x="4444513" y="1090306"/>
                  </a:lnTo>
                  <a:lnTo>
                    <a:pt x="4445139" y="1090525"/>
                  </a:lnTo>
                  <a:lnTo>
                    <a:pt x="4445766" y="1090823"/>
                  </a:lnTo>
                  <a:lnTo>
                    <a:pt x="4446392" y="1091206"/>
                  </a:lnTo>
                  <a:lnTo>
                    <a:pt x="4447019" y="1091669"/>
                  </a:lnTo>
                  <a:lnTo>
                    <a:pt x="4447646" y="1092214"/>
                  </a:lnTo>
                  <a:lnTo>
                    <a:pt x="4448272" y="1092856"/>
                  </a:lnTo>
                  <a:lnTo>
                    <a:pt x="4448899" y="1093594"/>
                  </a:lnTo>
                  <a:lnTo>
                    <a:pt x="4449525" y="1094410"/>
                  </a:lnTo>
                  <a:lnTo>
                    <a:pt x="4450152" y="1095301"/>
                  </a:lnTo>
                  <a:lnTo>
                    <a:pt x="4450778" y="1096255"/>
                  </a:lnTo>
                  <a:lnTo>
                    <a:pt x="4451405" y="1097276"/>
                  </a:lnTo>
                  <a:lnTo>
                    <a:pt x="4452031" y="1098333"/>
                  </a:lnTo>
                  <a:lnTo>
                    <a:pt x="4452658" y="1099418"/>
                  </a:lnTo>
                  <a:lnTo>
                    <a:pt x="4453285" y="1100530"/>
                  </a:lnTo>
                  <a:lnTo>
                    <a:pt x="4453911" y="1101658"/>
                  </a:lnTo>
                  <a:lnTo>
                    <a:pt x="4454538" y="1102802"/>
                  </a:lnTo>
                  <a:lnTo>
                    <a:pt x="4455164" y="1103963"/>
                  </a:lnTo>
                  <a:lnTo>
                    <a:pt x="4455791" y="1105104"/>
                  </a:lnTo>
                  <a:lnTo>
                    <a:pt x="4456417" y="1106228"/>
                  </a:lnTo>
                  <a:lnTo>
                    <a:pt x="4457044" y="1107338"/>
                  </a:lnTo>
                  <a:lnTo>
                    <a:pt x="4457670" y="1108430"/>
                  </a:lnTo>
                  <a:lnTo>
                    <a:pt x="4458297" y="1109513"/>
                  </a:lnTo>
                  <a:lnTo>
                    <a:pt x="4458924" y="1110586"/>
                  </a:lnTo>
                  <a:lnTo>
                    <a:pt x="4459550" y="1111625"/>
                  </a:lnTo>
                  <a:lnTo>
                    <a:pt x="4460177" y="1112631"/>
                  </a:lnTo>
                  <a:lnTo>
                    <a:pt x="4460803" y="1113589"/>
                  </a:lnTo>
                  <a:lnTo>
                    <a:pt x="4461430" y="1114513"/>
                  </a:lnTo>
                  <a:lnTo>
                    <a:pt x="4462056" y="1115398"/>
                  </a:lnTo>
                  <a:lnTo>
                    <a:pt x="4462683" y="1116256"/>
                  </a:lnTo>
                  <a:lnTo>
                    <a:pt x="4463309" y="1117089"/>
                  </a:lnTo>
                  <a:lnTo>
                    <a:pt x="4463936" y="1117911"/>
                  </a:lnTo>
                  <a:lnTo>
                    <a:pt x="4464563" y="1118737"/>
                  </a:lnTo>
                  <a:lnTo>
                    <a:pt x="4465189" y="1119588"/>
                  </a:lnTo>
                  <a:lnTo>
                    <a:pt x="4465816" y="1120468"/>
                  </a:lnTo>
                  <a:lnTo>
                    <a:pt x="4466442" y="1121353"/>
                  </a:lnTo>
                  <a:lnTo>
                    <a:pt x="4467069" y="1122230"/>
                  </a:lnTo>
                  <a:lnTo>
                    <a:pt x="4467695" y="1123092"/>
                  </a:lnTo>
                  <a:lnTo>
                    <a:pt x="4468322" y="1123936"/>
                  </a:lnTo>
                  <a:lnTo>
                    <a:pt x="4468948" y="1124761"/>
                  </a:lnTo>
                  <a:lnTo>
                    <a:pt x="4469575" y="1125577"/>
                  </a:lnTo>
                  <a:lnTo>
                    <a:pt x="4470202" y="1126379"/>
                  </a:lnTo>
                  <a:lnTo>
                    <a:pt x="4470828" y="1127196"/>
                  </a:lnTo>
                  <a:lnTo>
                    <a:pt x="4471455" y="1128042"/>
                  </a:lnTo>
                  <a:lnTo>
                    <a:pt x="4472081" y="1128900"/>
                  </a:lnTo>
                  <a:lnTo>
                    <a:pt x="4472708" y="1129771"/>
                  </a:lnTo>
                  <a:lnTo>
                    <a:pt x="4473334" y="1130640"/>
                  </a:lnTo>
                  <a:lnTo>
                    <a:pt x="4473961" y="1131491"/>
                  </a:lnTo>
                  <a:lnTo>
                    <a:pt x="4474587" y="1132325"/>
                  </a:lnTo>
                  <a:lnTo>
                    <a:pt x="4475214" y="1133133"/>
                  </a:lnTo>
                  <a:lnTo>
                    <a:pt x="4475841" y="1133936"/>
                  </a:lnTo>
                  <a:lnTo>
                    <a:pt x="4476467" y="1134747"/>
                  </a:lnTo>
                  <a:lnTo>
                    <a:pt x="4477094" y="1135578"/>
                  </a:lnTo>
                  <a:lnTo>
                    <a:pt x="4477720" y="1136438"/>
                  </a:lnTo>
                  <a:lnTo>
                    <a:pt x="4478347" y="1137325"/>
                  </a:lnTo>
                  <a:lnTo>
                    <a:pt x="4478973" y="1138252"/>
                  </a:lnTo>
                  <a:lnTo>
                    <a:pt x="4479600" y="1139217"/>
                  </a:lnTo>
                  <a:lnTo>
                    <a:pt x="4480226" y="1140219"/>
                  </a:lnTo>
                  <a:lnTo>
                    <a:pt x="4480853" y="1141262"/>
                  </a:lnTo>
                  <a:lnTo>
                    <a:pt x="4481480" y="1142367"/>
                  </a:lnTo>
                  <a:lnTo>
                    <a:pt x="4482106" y="1143553"/>
                  </a:lnTo>
                  <a:lnTo>
                    <a:pt x="4482733" y="1144812"/>
                  </a:lnTo>
                  <a:lnTo>
                    <a:pt x="4483359" y="1146136"/>
                  </a:lnTo>
                  <a:lnTo>
                    <a:pt x="4483986" y="1147527"/>
                  </a:lnTo>
                  <a:lnTo>
                    <a:pt x="4484612" y="1148980"/>
                  </a:lnTo>
                  <a:lnTo>
                    <a:pt x="4485239" y="1150499"/>
                  </a:lnTo>
                  <a:lnTo>
                    <a:pt x="4485865" y="1152075"/>
                  </a:lnTo>
                  <a:lnTo>
                    <a:pt x="4486492" y="1153696"/>
                  </a:lnTo>
                  <a:lnTo>
                    <a:pt x="4487119" y="1155357"/>
                  </a:lnTo>
                  <a:lnTo>
                    <a:pt x="4487745" y="1157081"/>
                  </a:lnTo>
                  <a:lnTo>
                    <a:pt x="4488372" y="1158847"/>
                  </a:lnTo>
                  <a:lnTo>
                    <a:pt x="4488998" y="1160653"/>
                  </a:lnTo>
                  <a:lnTo>
                    <a:pt x="4489625" y="1162487"/>
                  </a:lnTo>
                  <a:lnTo>
                    <a:pt x="4490251" y="1164313"/>
                  </a:lnTo>
                  <a:lnTo>
                    <a:pt x="4490878" y="1166129"/>
                  </a:lnTo>
                  <a:lnTo>
                    <a:pt x="4491504" y="1167887"/>
                  </a:lnTo>
                  <a:lnTo>
                    <a:pt x="4492131" y="1169592"/>
                  </a:lnTo>
                  <a:lnTo>
                    <a:pt x="4492758" y="1171242"/>
                  </a:lnTo>
                  <a:lnTo>
                    <a:pt x="4493384" y="1172873"/>
                  </a:lnTo>
                  <a:lnTo>
                    <a:pt x="4494011" y="1174487"/>
                  </a:lnTo>
                  <a:lnTo>
                    <a:pt x="4494637" y="1176080"/>
                  </a:lnTo>
                  <a:lnTo>
                    <a:pt x="4495264" y="1177657"/>
                  </a:lnTo>
                  <a:lnTo>
                    <a:pt x="4495890" y="1179207"/>
                  </a:lnTo>
                  <a:lnTo>
                    <a:pt x="4496517" y="1180717"/>
                  </a:lnTo>
                  <a:lnTo>
                    <a:pt x="4497143" y="1182165"/>
                  </a:lnTo>
                  <a:lnTo>
                    <a:pt x="4497770" y="1183546"/>
                  </a:lnTo>
                  <a:lnTo>
                    <a:pt x="4498396" y="1184867"/>
                  </a:lnTo>
                  <a:lnTo>
                    <a:pt x="4499023" y="1186114"/>
                  </a:lnTo>
                  <a:lnTo>
                    <a:pt x="4499650" y="1187288"/>
                  </a:lnTo>
                  <a:lnTo>
                    <a:pt x="4500276" y="1188384"/>
                  </a:lnTo>
                  <a:lnTo>
                    <a:pt x="4500903" y="1189418"/>
                  </a:lnTo>
                  <a:lnTo>
                    <a:pt x="4501529" y="1190390"/>
                  </a:lnTo>
                  <a:lnTo>
                    <a:pt x="4502156" y="1191303"/>
                  </a:lnTo>
                  <a:lnTo>
                    <a:pt x="4502782" y="1192125"/>
                  </a:lnTo>
                  <a:lnTo>
                    <a:pt x="4503409" y="1192830"/>
                  </a:lnTo>
                  <a:lnTo>
                    <a:pt x="4504035" y="1193401"/>
                  </a:lnTo>
                  <a:lnTo>
                    <a:pt x="4504662" y="1193795"/>
                  </a:lnTo>
                  <a:lnTo>
                    <a:pt x="4505289" y="1194021"/>
                  </a:lnTo>
                  <a:lnTo>
                    <a:pt x="4505915" y="1194080"/>
                  </a:lnTo>
                  <a:lnTo>
                    <a:pt x="4506542" y="1193971"/>
                  </a:lnTo>
                  <a:lnTo>
                    <a:pt x="4507168" y="1193699"/>
                  </a:lnTo>
                  <a:lnTo>
                    <a:pt x="4507795" y="1193262"/>
                  </a:lnTo>
                  <a:lnTo>
                    <a:pt x="4508421" y="1192663"/>
                  </a:lnTo>
                  <a:lnTo>
                    <a:pt x="4509048" y="1191886"/>
                  </a:lnTo>
                  <a:lnTo>
                    <a:pt x="4509674" y="1190919"/>
                  </a:lnTo>
                  <a:lnTo>
                    <a:pt x="4510301" y="1189743"/>
                  </a:lnTo>
                  <a:lnTo>
                    <a:pt x="4510928" y="1188346"/>
                  </a:lnTo>
                  <a:lnTo>
                    <a:pt x="4511554" y="1186725"/>
                  </a:lnTo>
                  <a:lnTo>
                    <a:pt x="4512181" y="1184881"/>
                  </a:lnTo>
                  <a:lnTo>
                    <a:pt x="4512807" y="1182820"/>
                  </a:lnTo>
                  <a:lnTo>
                    <a:pt x="4513434" y="1180551"/>
                  </a:lnTo>
                  <a:lnTo>
                    <a:pt x="4514060" y="1178092"/>
                  </a:lnTo>
                  <a:lnTo>
                    <a:pt x="4514687" y="1175449"/>
                  </a:lnTo>
                  <a:lnTo>
                    <a:pt x="4515313" y="1172648"/>
                  </a:lnTo>
                  <a:lnTo>
                    <a:pt x="4515940" y="1169687"/>
                  </a:lnTo>
                  <a:lnTo>
                    <a:pt x="4516567" y="1166579"/>
                  </a:lnTo>
                  <a:lnTo>
                    <a:pt x="4517193" y="1163325"/>
                  </a:lnTo>
                  <a:lnTo>
                    <a:pt x="4517820" y="1159939"/>
                  </a:lnTo>
                  <a:lnTo>
                    <a:pt x="4518446" y="1156477"/>
                  </a:lnTo>
                  <a:lnTo>
                    <a:pt x="4519073" y="1152954"/>
                  </a:lnTo>
                  <a:lnTo>
                    <a:pt x="4519699" y="1149406"/>
                  </a:lnTo>
                  <a:lnTo>
                    <a:pt x="4520326" y="1145855"/>
                  </a:lnTo>
                  <a:lnTo>
                    <a:pt x="4520952" y="1142305"/>
                  </a:lnTo>
                  <a:lnTo>
                    <a:pt x="4521579" y="1138751"/>
                  </a:lnTo>
                  <a:lnTo>
                    <a:pt x="4522206" y="1135218"/>
                  </a:lnTo>
                  <a:lnTo>
                    <a:pt x="4522832" y="1131705"/>
                  </a:lnTo>
                  <a:lnTo>
                    <a:pt x="4523459" y="1128259"/>
                  </a:lnTo>
                  <a:lnTo>
                    <a:pt x="4524085" y="1124920"/>
                  </a:lnTo>
                  <a:lnTo>
                    <a:pt x="4524712" y="1121684"/>
                  </a:lnTo>
                  <a:lnTo>
                    <a:pt x="4525338" y="1118546"/>
                  </a:lnTo>
                  <a:lnTo>
                    <a:pt x="4525965" y="1115501"/>
                  </a:lnTo>
                  <a:lnTo>
                    <a:pt x="4526591" y="1112550"/>
                  </a:lnTo>
                  <a:lnTo>
                    <a:pt x="4527218" y="1109685"/>
                  </a:lnTo>
                  <a:lnTo>
                    <a:pt x="4527845" y="1106880"/>
                  </a:lnTo>
                  <a:lnTo>
                    <a:pt x="4528471" y="1104128"/>
                  </a:lnTo>
                  <a:lnTo>
                    <a:pt x="4529098" y="1101429"/>
                  </a:lnTo>
                  <a:lnTo>
                    <a:pt x="4529724" y="1098785"/>
                  </a:lnTo>
                  <a:lnTo>
                    <a:pt x="4530351" y="1096200"/>
                  </a:lnTo>
                  <a:lnTo>
                    <a:pt x="4530977" y="1093693"/>
                  </a:lnTo>
                  <a:lnTo>
                    <a:pt x="4531604" y="1091282"/>
                  </a:lnTo>
                  <a:lnTo>
                    <a:pt x="4532230" y="1088954"/>
                  </a:lnTo>
                  <a:lnTo>
                    <a:pt x="4532857" y="1086682"/>
                  </a:lnTo>
                  <a:lnTo>
                    <a:pt x="4533484" y="1084438"/>
                  </a:lnTo>
                  <a:lnTo>
                    <a:pt x="4534110" y="1082226"/>
                  </a:lnTo>
                  <a:lnTo>
                    <a:pt x="4534737" y="1080049"/>
                  </a:lnTo>
                  <a:lnTo>
                    <a:pt x="4535363" y="1077911"/>
                  </a:lnTo>
                  <a:lnTo>
                    <a:pt x="4535990" y="1075835"/>
                  </a:lnTo>
                  <a:lnTo>
                    <a:pt x="4536616" y="1073868"/>
                  </a:lnTo>
                  <a:lnTo>
                    <a:pt x="4537243" y="1072018"/>
                  </a:lnTo>
                  <a:lnTo>
                    <a:pt x="4537869" y="1070306"/>
                  </a:lnTo>
                  <a:lnTo>
                    <a:pt x="4538496" y="1068731"/>
                  </a:lnTo>
                  <a:lnTo>
                    <a:pt x="4539123" y="1067290"/>
                  </a:lnTo>
                  <a:lnTo>
                    <a:pt x="4539749" y="1065967"/>
                  </a:lnTo>
                  <a:lnTo>
                    <a:pt x="4540376" y="1064725"/>
                  </a:lnTo>
                  <a:lnTo>
                    <a:pt x="4541002" y="1063566"/>
                  </a:lnTo>
                  <a:lnTo>
                    <a:pt x="4541629" y="1062510"/>
                  </a:lnTo>
                  <a:lnTo>
                    <a:pt x="4542255" y="1061598"/>
                  </a:lnTo>
                  <a:lnTo>
                    <a:pt x="4542882" y="1060829"/>
                  </a:lnTo>
                  <a:lnTo>
                    <a:pt x="4543508" y="1060193"/>
                  </a:lnTo>
                  <a:lnTo>
                    <a:pt x="4544135" y="1059680"/>
                  </a:lnTo>
                  <a:lnTo>
                    <a:pt x="4544762" y="1059278"/>
                  </a:lnTo>
                  <a:lnTo>
                    <a:pt x="4545388" y="1058980"/>
                  </a:lnTo>
                  <a:lnTo>
                    <a:pt x="4546015" y="1058754"/>
                  </a:lnTo>
                  <a:lnTo>
                    <a:pt x="4546641" y="1058600"/>
                  </a:lnTo>
                  <a:lnTo>
                    <a:pt x="4547268" y="1058492"/>
                  </a:lnTo>
                  <a:lnTo>
                    <a:pt x="4547894" y="1058440"/>
                  </a:lnTo>
                  <a:lnTo>
                    <a:pt x="4548521" y="1058442"/>
                  </a:lnTo>
                  <a:lnTo>
                    <a:pt x="4549147" y="1058488"/>
                  </a:lnTo>
                  <a:lnTo>
                    <a:pt x="4549774" y="1058593"/>
                  </a:lnTo>
                  <a:lnTo>
                    <a:pt x="4550401" y="1058711"/>
                  </a:lnTo>
                  <a:lnTo>
                    <a:pt x="4551027" y="1058832"/>
                  </a:lnTo>
                  <a:lnTo>
                    <a:pt x="4551654" y="1058917"/>
                  </a:lnTo>
                  <a:lnTo>
                    <a:pt x="4552280" y="1058956"/>
                  </a:lnTo>
                  <a:lnTo>
                    <a:pt x="4552907" y="1058954"/>
                  </a:lnTo>
                  <a:lnTo>
                    <a:pt x="4553533" y="1058895"/>
                  </a:lnTo>
                  <a:lnTo>
                    <a:pt x="4554160" y="1058807"/>
                  </a:lnTo>
                  <a:lnTo>
                    <a:pt x="4554786" y="1058700"/>
                  </a:lnTo>
                  <a:lnTo>
                    <a:pt x="4555413" y="1058572"/>
                  </a:lnTo>
                  <a:lnTo>
                    <a:pt x="4556040" y="1058378"/>
                  </a:lnTo>
                  <a:lnTo>
                    <a:pt x="4556666" y="1058117"/>
                  </a:lnTo>
                  <a:lnTo>
                    <a:pt x="4557293" y="1057786"/>
                  </a:lnTo>
                  <a:lnTo>
                    <a:pt x="4557919" y="1057378"/>
                  </a:lnTo>
                  <a:lnTo>
                    <a:pt x="4558546" y="1056903"/>
                  </a:lnTo>
                  <a:lnTo>
                    <a:pt x="4559172" y="1056361"/>
                  </a:lnTo>
                  <a:lnTo>
                    <a:pt x="4559799" y="1055778"/>
                  </a:lnTo>
                  <a:lnTo>
                    <a:pt x="4560425" y="1055158"/>
                  </a:lnTo>
                  <a:lnTo>
                    <a:pt x="4561052" y="1054471"/>
                  </a:lnTo>
                  <a:lnTo>
                    <a:pt x="4561679" y="1053747"/>
                  </a:lnTo>
                  <a:lnTo>
                    <a:pt x="4562305" y="1052994"/>
                  </a:lnTo>
                  <a:lnTo>
                    <a:pt x="4562932" y="1052239"/>
                  </a:lnTo>
                  <a:lnTo>
                    <a:pt x="4563558" y="1051449"/>
                  </a:lnTo>
                  <a:lnTo>
                    <a:pt x="4564185" y="1050627"/>
                  </a:lnTo>
                  <a:lnTo>
                    <a:pt x="4564811" y="1049786"/>
                  </a:lnTo>
                  <a:lnTo>
                    <a:pt x="4565438" y="1048937"/>
                  </a:lnTo>
                  <a:lnTo>
                    <a:pt x="4566064" y="1048089"/>
                  </a:lnTo>
                  <a:lnTo>
                    <a:pt x="4566691" y="1047253"/>
                  </a:lnTo>
                  <a:lnTo>
                    <a:pt x="4567318" y="1046482"/>
                  </a:lnTo>
                  <a:lnTo>
                    <a:pt x="4567944" y="1045772"/>
                  </a:lnTo>
                  <a:lnTo>
                    <a:pt x="4568571" y="1045124"/>
                  </a:lnTo>
                  <a:lnTo>
                    <a:pt x="4569197" y="1044529"/>
                  </a:lnTo>
                  <a:lnTo>
                    <a:pt x="4569824" y="1043976"/>
                  </a:lnTo>
                  <a:lnTo>
                    <a:pt x="4570450" y="1043484"/>
                  </a:lnTo>
                  <a:lnTo>
                    <a:pt x="4571077" y="1043039"/>
                  </a:lnTo>
                  <a:lnTo>
                    <a:pt x="4571703" y="1042659"/>
                  </a:lnTo>
                  <a:lnTo>
                    <a:pt x="4572330" y="1042366"/>
                  </a:lnTo>
                  <a:lnTo>
                    <a:pt x="4572957" y="1042190"/>
                  </a:lnTo>
                  <a:lnTo>
                    <a:pt x="4573583" y="1042112"/>
                  </a:lnTo>
                  <a:lnTo>
                    <a:pt x="4574210" y="1042108"/>
                  </a:lnTo>
                  <a:lnTo>
                    <a:pt x="4574836" y="1042158"/>
                  </a:lnTo>
                  <a:lnTo>
                    <a:pt x="4575463" y="1042243"/>
                  </a:lnTo>
                  <a:lnTo>
                    <a:pt x="4576089" y="1042368"/>
                  </a:lnTo>
                  <a:lnTo>
                    <a:pt x="4576716" y="1042505"/>
                  </a:lnTo>
                  <a:lnTo>
                    <a:pt x="4577342" y="1042653"/>
                  </a:lnTo>
                  <a:lnTo>
                    <a:pt x="4577969" y="1042807"/>
                  </a:lnTo>
                  <a:lnTo>
                    <a:pt x="4578596" y="1042963"/>
                  </a:lnTo>
                  <a:lnTo>
                    <a:pt x="4579222" y="1043134"/>
                  </a:lnTo>
                  <a:lnTo>
                    <a:pt x="4579849" y="1043317"/>
                  </a:lnTo>
                  <a:lnTo>
                    <a:pt x="4580475" y="1043509"/>
                  </a:lnTo>
                  <a:lnTo>
                    <a:pt x="4581102" y="1043699"/>
                  </a:lnTo>
                  <a:lnTo>
                    <a:pt x="4581728" y="1043850"/>
                  </a:lnTo>
                  <a:lnTo>
                    <a:pt x="4582355" y="1043931"/>
                  </a:lnTo>
                  <a:lnTo>
                    <a:pt x="4582981" y="1043945"/>
                  </a:lnTo>
                  <a:lnTo>
                    <a:pt x="4583608" y="1043901"/>
                  </a:lnTo>
                  <a:lnTo>
                    <a:pt x="4584235" y="1043841"/>
                  </a:lnTo>
                  <a:lnTo>
                    <a:pt x="4584861" y="1043794"/>
                  </a:lnTo>
                  <a:lnTo>
                    <a:pt x="4585488" y="1043758"/>
                  </a:lnTo>
                  <a:lnTo>
                    <a:pt x="4586114" y="1043696"/>
                  </a:lnTo>
                  <a:lnTo>
                    <a:pt x="4586741" y="1043589"/>
                  </a:lnTo>
                  <a:lnTo>
                    <a:pt x="4587367" y="1043438"/>
                  </a:lnTo>
                  <a:lnTo>
                    <a:pt x="4587994" y="1043246"/>
                  </a:lnTo>
                  <a:lnTo>
                    <a:pt x="4588620" y="1043012"/>
                  </a:lnTo>
                  <a:lnTo>
                    <a:pt x="4589247" y="1042723"/>
                  </a:lnTo>
                  <a:lnTo>
                    <a:pt x="4589874" y="1042376"/>
                  </a:lnTo>
                  <a:lnTo>
                    <a:pt x="4590500" y="1041967"/>
                  </a:lnTo>
                  <a:lnTo>
                    <a:pt x="4591127" y="1041517"/>
                  </a:lnTo>
                  <a:lnTo>
                    <a:pt x="4591753" y="1041023"/>
                  </a:lnTo>
                  <a:lnTo>
                    <a:pt x="4592380" y="1040481"/>
                  </a:lnTo>
                  <a:lnTo>
                    <a:pt x="4593006" y="1039901"/>
                  </a:lnTo>
                  <a:lnTo>
                    <a:pt x="4593633" y="1039257"/>
                  </a:lnTo>
                  <a:lnTo>
                    <a:pt x="4594259" y="1038528"/>
                  </a:lnTo>
                  <a:lnTo>
                    <a:pt x="4594886" y="1037708"/>
                  </a:lnTo>
                  <a:lnTo>
                    <a:pt x="4595513" y="1036837"/>
                  </a:lnTo>
                  <a:lnTo>
                    <a:pt x="4596139" y="1035923"/>
                  </a:lnTo>
                  <a:lnTo>
                    <a:pt x="4596766" y="1034957"/>
                  </a:lnTo>
                  <a:lnTo>
                    <a:pt x="4597392" y="1033941"/>
                  </a:lnTo>
                  <a:lnTo>
                    <a:pt x="4598019" y="1032866"/>
                  </a:lnTo>
                  <a:lnTo>
                    <a:pt x="4598645" y="1031726"/>
                  </a:lnTo>
                  <a:lnTo>
                    <a:pt x="4599272" y="1030461"/>
                  </a:lnTo>
                  <a:lnTo>
                    <a:pt x="4599898" y="1029061"/>
                  </a:lnTo>
                  <a:lnTo>
                    <a:pt x="4600525" y="1027523"/>
                  </a:lnTo>
                  <a:lnTo>
                    <a:pt x="4601152" y="1025864"/>
                  </a:lnTo>
                  <a:lnTo>
                    <a:pt x="4601778" y="1024073"/>
                  </a:lnTo>
                  <a:lnTo>
                    <a:pt x="4602405" y="1022155"/>
                  </a:lnTo>
                  <a:lnTo>
                    <a:pt x="4603031" y="1020145"/>
                  </a:lnTo>
                  <a:lnTo>
                    <a:pt x="4603658" y="1018033"/>
                  </a:lnTo>
                  <a:lnTo>
                    <a:pt x="4604284" y="1015818"/>
                  </a:lnTo>
                  <a:lnTo>
                    <a:pt x="4604911" y="1013464"/>
                  </a:lnTo>
                  <a:lnTo>
                    <a:pt x="4605537" y="1010976"/>
                  </a:lnTo>
                  <a:lnTo>
                    <a:pt x="4606164" y="1008383"/>
                  </a:lnTo>
                  <a:lnTo>
                    <a:pt x="4606791" y="1005737"/>
                  </a:lnTo>
                  <a:lnTo>
                    <a:pt x="4607417" y="1003048"/>
                  </a:lnTo>
                  <a:lnTo>
                    <a:pt x="4608044" y="1000307"/>
                  </a:lnTo>
                  <a:lnTo>
                    <a:pt x="4608670" y="997570"/>
                  </a:lnTo>
                  <a:lnTo>
                    <a:pt x="4609297" y="994837"/>
                  </a:lnTo>
                  <a:lnTo>
                    <a:pt x="4609923" y="992117"/>
                  </a:lnTo>
                  <a:lnTo>
                    <a:pt x="4610550" y="989390"/>
                  </a:lnTo>
                  <a:lnTo>
                    <a:pt x="4611176" y="986626"/>
                  </a:lnTo>
                  <a:lnTo>
                    <a:pt x="4611803" y="983835"/>
                  </a:lnTo>
                  <a:lnTo>
                    <a:pt x="4612430" y="981004"/>
                  </a:lnTo>
                  <a:lnTo>
                    <a:pt x="4613056" y="978148"/>
                  </a:lnTo>
                  <a:lnTo>
                    <a:pt x="4613683" y="975288"/>
                  </a:lnTo>
                  <a:lnTo>
                    <a:pt x="4614309" y="972455"/>
                  </a:lnTo>
                  <a:lnTo>
                    <a:pt x="4614936" y="969669"/>
                  </a:lnTo>
                  <a:lnTo>
                    <a:pt x="4615562" y="966929"/>
                  </a:lnTo>
                  <a:lnTo>
                    <a:pt x="4616189" y="964192"/>
                  </a:lnTo>
                  <a:lnTo>
                    <a:pt x="4616815" y="961403"/>
                  </a:lnTo>
                  <a:lnTo>
                    <a:pt x="4617442" y="958587"/>
                  </a:lnTo>
                  <a:lnTo>
                    <a:pt x="4618069" y="955756"/>
                  </a:lnTo>
                  <a:lnTo>
                    <a:pt x="4618695" y="952925"/>
                  </a:lnTo>
                  <a:lnTo>
                    <a:pt x="4619322" y="950107"/>
                  </a:lnTo>
                  <a:lnTo>
                    <a:pt x="4619948" y="947294"/>
                  </a:lnTo>
                  <a:lnTo>
                    <a:pt x="4620575" y="944531"/>
                  </a:lnTo>
                  <a:lnTo>
                    <a:pt x="4621201" y="941825"/>
                  </a:lnTo>
                  <a:lnTo>
                    <a:pt x="4621828" y="939181"/>
                  </a:lnTo>
                  <a:lnTo>
                    <a:pt x="4622454" y="936572"/>
                  </a:lnTo>
                  <a:lnTo>
                    <a:pt x="4623081" y="933979"/>
                  </a:lnTo>
                  <a:lnTo>
                    <a:pt x="4623708" y="931426"/>
                  </a:lnTo>
                  <a:lnTo>
                    <a:pt x="4624334" y="928900"/>
                  </a:lnTo>
                  <a:lnTo>
                    <a:pt x="4624961" y="926412"/>
                  </a:lnTo>
                  <a:lnTo>
                    <a:pt x="4625587" y="923951"/>
                  </a:lnTo>
                  <a:lnTo>
                    <a:pt x="4626214" y="921571"/>
                  </a:lnTo>
                  <a:lnTo>
                    <a:pt x="4626840" y="919261"/>
                  </a:lnTo>
                  <a:lnTo>
                    <a:pt x="4627467" y="916990"/>
                  </a:lnTo>
                  <a:lnTo>
                    <a:pt x="4628093" y="914770"/>
                  </a:lnTo>
                  <a:lnTo>
                    <a:pt x="4628720" y="912608"/>
                  </a:lnTo>
                  <a:lnTo>
                    <a:pt x="4629347" y="910520"/>
                  </a:lnTo>
                  <a:lnTo>
                    <a:pt x="4629973" y="908496"/>
                  </a:lnTo>
                  <a:lnTo>
                    <a:pt x="4630600" y="906514"/>
                  </a:lnTo>
                  <a:lnTo>
                    <a:pt x="4631226" y="904588"/>
                  </a:lnTo>
                  <a:lnTo>
                    <a:pt x="4631853" y="902741"/>
                  </a:lnTo>
                  <a:lnTo>
                    <a:pt x="4632479" y="900957"/>
                  </a:lnTo>
                  <a:lnTo>
                    <a:pt x="4633106" y="899217"/>
                  </a:lnTo>
                  <a:lnTo>
                    <a:pt x="4633732" y="897544"/>
                  </a:lnTo>
                  <a:lnTo>
                    <a:pt x="4634359" y="895914"/>
                  </a:lnTo>
                  <a:lnTo>
                    <a:pt x="4634986" y="894319"/>
                  </a:lnTo>
                  <a:lnTo>
                    <a:pt x="4635612" y="892753"/>
                  </a:lnTo>
                  <a:lnTo>
                    <a:pt x="4636239" y="891214"/>
                  </a:lnTo>
                  <a:lnTo>
                    <a:pt x="4636865" y="889729"/>
                  </a:lnTo>
                  <a:lnTo>
                    <a:pt x="4637492" y="888320"/>
                  </a:lnTo>
                  <a:lnTo>
                    <a:pt x="4638118" y="886974"/>
                  </a:lnTo>
                  <a:lnTo>
                    <a:pt x="4638745" y="885661"/>
                  </a:lnTo>
                  <a:lnTo>
                    <a:pt x="4639371" y="884405"/>
                  </a:lnTo>
                  <a:lnTo>
                    <a:pt x="4639998" y="883230"/>
                  </a:lnTo>
                  <a:lnTo>
                    <a:pt x="4640625" y="882111"/>
                  </a:lnTo>
                  <a:lnTo>
                    <a:pt x="4641251" y="881075"/>
                  </a:lnTo>
                  <a:lnTo>
                    <a:pt x="4641878" y="880137"/>
                  </a:lnTo>
                  <a:lnTo>
                    <a:pt x="4642504" y="879313"/>
                  </a:lnTo>
                  <a:lnTo>
                    <a:pt x="4643131" y="878623"/>
                  </a:lnTo>
                  <a:lnTo>
                    <a:pt x="4643757" y="878058"/>
                  </a:lnTo>
                  <a:lnTo>
                    <a:pt x="4644384" y="877639"/>
                  </a:lnTo>
                  <a:lnTo>
                    <a:pt x="4645010" y="877368"/>
                  </a:lnTo>
                  <a:lnTo>
                    <a:pt x="4645637" y="877245"/>
                  </a:lnTo>
                  <a:lnTo>
                    <a:pt x="4646264" y="877265"/>
                  </a:lnTo>
                  <a:lnTo>
                    <a:pt x="4646890" y="877373"/>
                  </a:lnTo>
                  <a:lnTo>
                    <a:pt x="4647517" y="877548"/>
                  </a:lnTo>
                  <a:lnTo>
                    <a:pt x="4648143" y="877806"/>
                  </a:lnTo>
                  <a:lnTo>
                    <a:pt x="4648770" y="878166"/>
                  </a:lnTo>
                  <a:lnTo>
                    <a:pt x="4649396" y="878615"/>
                  </a:lnTo>
                  <a:lnTo>
                    <a:pt x="4650023" y="879158"/>
                  </a:lnTo>
                  <a:lnTo>
                    <a:pt x="4650649" y="879782"/>
                  </a:lnTo>
                  <a:lnTo>
                    <a:pt x="4651276" y="880476"/>
                  </a:lnTo>
                  <a:lnTo>
                    <a:pt x="4651903" y="881253"/>
                  </a:lnTo>
                  <a:lnTo>
                    <a:pt x="4652529" y="882086"/>
                  </a:lnTo>
                  <a:lnTo>
                    <a:pt x="4653156" y="882971"/>
                  </a:lnTo>
                  <a:lnTo>
                    <a:pt x="4653782" y="883898"/>
                  </a:lnTo>
                  <a:lnTo>
                    <a:pt x="4654409" y="884890"/>
                  </a:lnTo>
                  <a:lnTo>
                    <a:pt x="4655035" y="885944"/>
                  </a:lnTo>
                  <a:lnTo>
                    <a:pt x="4655662" y="887049"/>
                  </a:lnTo>
                  <a:lnTo>
                    <a:pt x="4656288" y="888228"/>
                  </a:lnTo>
                  <a:lnTo>
                    <a:pt x="4656915" y="889485"/>
                  </a:lnTo>
                  <a:lnTo>
                    <a:pt x="4657542" y="890828"/>
                  </a:lnTo>
                  <a:lnTo>
                    <a:pt x="4658168" y="892228"/>
                  </a:lnTo>
                  <a:lnTo>
                    <a:pt x="4658795" y="893680"/>
                  </a:lnTo>
                  <a:lnTo>
                    <a:pt x="4659421" y="895215"/>
                  </a:lnTo>
                  <a:lnTo>
                    <a:pt x="4660048" y="896835"/>
                  </a:lnTo>
                  <a:lnTo>
                    <a:pt x="4660674" y="898540"/>
                  </a:lnTo>
                  <a:lnTo>
                    <a:pt x="4661301" y="900303"/>
                  </a:lnTo>
                  <a:lnTo>
                    <a:pt x="4661927" y="902121"/>
                  </a:lnTo>
                  <a:lnTo>
                    <a:pt x="4662554" y="904010"/>
                  </a:lnTo>
                  <a:lnTo>
                    <a:pt x="4663181" y="905945"/>
                  </a:lnTo>
                  <a:lnTo>
                    <a:pt x="4663807" y="907907"/>
                  </a:lnTo>
                  <a:lnTo>
                    <a:pt x="4664434" y="909906"/>
                  </a:lnTo>
                  <a:lnTo>
                    <a:pt x="4665060" y="911952"/>
                  </a:lnTo>
                  <a:lnTo>
                    <a:pt x="4665687" y="914045"/>
                  </a:lnTo>
                  <a:lnTo>
                    <a:pt x="4666313" y="916174"/>
                  </a:lnTo>
                  <a:lnTo>
                    <a:pt x="4666940" y="918318"/>
                  </a:lnTo>
                  <a:lnTo>
                    <a:pt x="4667566" y="920482"/>
                  </a:lnTo>
                  <a:lnTo>
                    <a:pt x="4668193" y="922656"/>
                  </a:lnTo>
                  <a:lnTo>
                    <a:pt x="4668820" y="924820"/>
                  </a:lnTo>
                  <a:lnTo>
                    <a:pt x="4669446" y="926923"/>
                  </a:lnTo>
                  <a:lnTo>
                    <a:pt x="4670073" y="928988"/>
                  </a:lnTo>
                  <a:lnTo>
                    <a:pt x="4670699" y="931021"/>
                  </a:lnTo>
                  <a:lnTo>
                    <a:pt x="4671326" y="933005"/>
                  </a:lnTo>
                  <a:lnTo>
                    <a:pt x="4671952" y="934925"/>
                  </a:lnTo>
                  <a:lnTo>
                    <a:pt x="4672579" y="936791"/>
                  </a:lnTo>
                  <a:lnTo>
                    <a:pt x="4673205" y="938584"/>
                  </a:lnTo>
                  <a:lnTo>
                    <a:pt x="4673832" y="940303"/>
                  </a:lnTo>
                  <a:lnTo>
                    <a:pt x="4674459" y="941934"/>
                  </a:lnTo>
                  <a:lnTo>
                    <a:pt x="4675085" y="943476"/>
                  </a:lnTo>
                  <a:lnTo>
                    <a:pt x="4675712" y="944936"/>
                  </a:lnTo>
                  <a:lnTo>
                    <a:pt x="4676338" y="946316"/>
                  </a:lnTo>
                  <a:lnTo>
                    <a:pt x="4676965" y="947609"/>
                  </a:lnTo>
                  <a:lnTo>
                    <a:pt x="4677591" y="948815"/>
                  </a:lnTo>
                  <a:lnTo>
                    <a:pt x="4678218" y="949922"/>
                  </a:lnTo>
                  <a:lnTo>
                    <a:pt x="4678844" y="950969"/>
                  </a:lnTo>
                  <a:lnTo>
                    <a:pt x="4679471" y="951989"/>
                  </a:lnTo>
                  <a:lnTo>
                    <a:pt x="4680098" y="952975"/>
                  </a:lnTo>
                  <a:lnTo>
                    <a:pt x="4680724" y="953911"/>
                  </a:lnTo>
                  <a:lnTo>
                    <a:pt x="4681351" y="954772"/>
                  </a:lnTo>
                  <a:lnTo>
                    <a:pt x="4681977" y="955537"/>
                  </a:lnTo>
                  <a:lnTo>
                    <a:pt x="4682604" y="956228"/>
                  </a:lnTo>
                  <a:lnTo>
                    <a:pt x="4683230" y="956814"/>
                  </a:lnTo>
                  <a:lnTo>
                    <a:pt x="4683857" y="957307"/>
                  </a:lnTo>
                  <a:lnTo>
                    <a:pt x="4684483" y="957691"/>
                  </a:lnTo>
                  <a:lnTo>
                    <a:pt x="4685110" y="958004"/>
                  </a:lnTo>
                  <a:lnTo>
                    <a:pt x="4685737" y="958269"/>
                  </a:lnTo>
                  <a:lnTo>
                    <a:pt x="4686363" y="958493"/>
                  </a:lnTo>
                  <a:lnTo>
                    <a:pt x="4686990" y="958696"/>
                  </a:lnTo>
                  <a:lnTo>
                    <a:pt x="4687616" y="958863"/>
                  </a:lnTo>
                  <a:lnTo>
                    <a:pt x="4688243" y="958978"/>
                  </a:lnTo>
                  <a:lnTo>
                    <a:pt x="4688869" y="959004"/>
                  </a:lnTo>
                  <a:lnTo>
                    <a:pt x="4689496" y="958945"/>
                  </a:lnTo>
                  <a:lnTo>
                    <a:pt x="4690122" y="958833"/>
                  </a:lnTo>
                  <a:lnTo>
                    <a:pt x="4690749" y="958714"/>
                  </a:lnTo>
                  <a:lnTo>
                    <a:pt x="4691376" y="958606"/>
                  </a:lnTo>
                  <a:lnTo>
                    <a:pt x="4692002" y="958486"/>
                  </a:lnTo>
                  <a:lnTo>
                    <a:pt x="4692629" y="958326"/>
                  </a:lnTo>
                  <a:lnTo>
                    <a:pt x="4693255" y="958163"/>
                  </a:lnTo>
                  <a:lnTo>
                    <a:pt x="4693882" y="958012"/>
                  </a:lnTo>
                  <a:lnTo>
                    <a:pt x="4694508" y="957844"/>
                  </a:lnTo>
                  <a:lnTo>
                    <a:pt x="4695135" y="957680"/>
                  </a:lnTo>
                  <a:lnTo>
                    <a:pt x="4695761" y="957481"/>
                  </a:lnTo>
                  <a:lnTo>
                    <a:pt x="4696388" y="957249"/>
                  </a:lnTo>
                  <a:lnTo>
                    <a:pt x="4697015" y="956979"/>
                  </a:lnTo>
                  <a:lnTo>
                    <a:pt x="4697641" y="956657"/>
                  </a:lnTo>
                  <a:lnTo>
                    <a:pt x="4698268" y="956288"/>
                  </a:lnTo>
                  <a:lnTo>
                    <a:pt x="4698894" y="955907"/>
                  </a:lnTo>
                  <a:lnTo>
                    <a:pt x="4699521" y="955502"/>
                  </a:lnTo>
                  <a:lnTo>
                    <a:pt x="4700147" y="955064"/>
                  </a:lnTo>
                  <a:lnTo>
                    <a:pt x="4700774" y="954605"/>
                  </a:lnTo>
                  <a:lnTo>
                    <a:pt x="4701400" y="954152"/>
                  </a:lnTo>
                  <a:lnTo>
                    <a:pt x="4702027" y="953688"/>
                  </a:lnTo>
                  <a:lnTo>
                    <a:pt x="4702654" y="953207"/>
                  </a:lnTo>
                  <a:lnTo>
                    <a:pt x="4703280" y="952731"/>
                  </a:lnTo>
                  <a:lnTo>
                    <a:pt x="4703907" y="952248"/>
                  </a:lnTo>
                  <a:lnTo>
                    <a:pt x="4704533" y="951746"/>
                  </a:lnTo>
                  <a:lnTo>
                    <a:pt x="4705160" y="951230"/>
                  </a:lnTo>
                  <a:lnTo>
                    <a:pt x="4705786" y="950660"/>
                  </a:lnTo>
                  <a:lnTo>
                    <a:pt x="4706413" y="950047"/>
                  </a:lnTo>
                  <a:lnTo>
                    <a:pt x="4707039" y="949396"/>
                  </a:lnTo>
                  <a:lnTo>
                    <a:pt x="4707666" y="948688"/>
                  </a:lnTo>
                  <a:lnTo>
                    <a:pt x="4708293" y="947913"/>
                  </a:lnTo>
                  <a:lnTo>
                    <a:pt x="4708919" y="947092"/>
                  </a:lnTo>
                  <a:lnTo>
                    <a:pt x="4709546" y="946239"/>
                  </a:lnTo>
                  <a:lnTo>
                    <a:pt x="4710172" y="945361"/>
                  </a:lnTo>
                  <a:lnTo>
                    <a:pt x="4710799" y="944478"/>
                  </a:lnTo>
                  <a:lnTo>
                    <a:pt x="4711425" y="943592"/>
                  </a:lnTo>
                  <a:lnTo>
                    <a:pt x="4712052" y="942678"/>
                  </a:lnTo>
                  <a:lnTo>
                    <a:pt x="4712678" y="941741"/>
                  </a:lnTo>
                  <a:lnTo>
                    <a:pt x="4713305" y="940809"/>
                  </a:lnTo>
                  <a:lnTo>
                    <a:pt x="4713932" y="939899"/>
                  </a:lnTo>
                  <a:lnTo>
                    <a:pt x="4714558" y="939021"/>
                  </a:lnTo>
                  <a:lnTo>
                    <a:pt x="4715185" y="938237"/>
                  </a:lnTo>
                  <a:lnTo>
                    <a:pt x="4715811" y="937538"/>
                  </a:lnTo>
                  <a:lnTo>
                    <a:pt x="4716438" y="936932"/>
                  </a:lnTo>
                  <a:lnTo>
                    <a:pt x="4717064" y="936398"/>
                  </a:lnTo>
                  <a:lnTo>
                    <a:pt x="4717691" y="935938"/>
                  </a:lnTo>
                  <a:lnTo>
                    <a:pt x="4718317" y="935543"/>
                  </a:lnTo>
                  <a:lnTo>
                    <a:pt x="4718944" y="935185"/>
                  </a:lnTo>
                  <a:lnTo>
                    <a:pt x="4719571" y="934862"/>
                  </a:lnTo>
                  <a:lnTo>
                    <a:pt x="4720197" y="934584"/>
                  </a:lnTo>
                  <a:lnTo>
                    <a:pt x="4720824" y="934350"/>
                  </a:lnTo>
                  <a:lnTo>
                    <a:pt x="4721450" y="934177"/>
                  </a:lnTo>
                  <a:lnTo>
                    <a:pt x="4722077" y="933994"/>
                  </a:lnTo>
                  <a:lnTo>
                    <a:pt x="4722703" y="933737"/>
                  </a:lnTo>
                  <a:lnTo>
                    <a:pt x="4723330" y="933377"/>
                  </a:lnTo>
                  <a:lnTo>
                    <a:pt x="4723956" y="932929"/>
                  </a:lnTo>
                  <a:lnTo>
                    <a:pt x="4724583" y="932425"/>
                  </a:lnTo>
                  <a:lnTo>
                    <a:pt x="4725210" y="931853"/>
                  </a:lnTo>
                  <a:lnTo>
                    <a:pt x="4725836" y="931218"/>
                  </a:lnTo>
                  <a:lnTo>
                    <a:pt x="4726463" y="930543"/>
                  </a:lnTo>
                  <a:lnTo>
                    <a:pt x="4727089" y="929852"/>
                  </a:lnTo>
                  <a:lnTo>
                    <a:pt x="4727716" y="929173"/>
                  </a:lnTo>
                  <a:lnTo>
                    <a:pt x="4728342" y="928507"/>
                  </a:lnTo>
                  <a:lnTo>
                    <a:pt x="4728969" y="927863"/>
                  </a:lnTo>
                  <a:lnTo>
                    <a:pt x="4729595" y="927260"/>
                  </a:lnTo>
                  <a:lnTo>
                    <a:pt x="4730222" y="926701"/>
                  </a:lnTo>
                  <a:lnTo>
                    <a:pt x="4730849" y="926188"/>
                  </a:lnTo>
                  <a:lnTo>
                    <a:pt x="4731475" y="925734"/>
                  </a:lnTo>
                  <a:lnTo>
                    <a:pt x="4732102" y="925394"/>
                  </a:lnTo>
                  <a:lnTo>
                    <a:pt x="4732728" y="925160"/>
                  </a:lnTo>
                  <a:lnTo>
                    <a:pt x="4733355" y="925052"/>
                  </a:lnTo>
                  <a:lnTo>
                    <a:pt x="4733981" y="925064"/>
                  </a:lnTo>
                  <a:lnTo>
                    <a:pt x="4734608" y="925223"/>
                  </a:lnTo>
                  <a:lnTo>
                    <a:pt x="4735234" y="925533"/>
                  </a:lnTo>
                  <a:lnTo>
                    <a:pt x="4735861" y="926030"/>
                  </a:lnTo>
                  <a:lnTo>
                    <a:pt x="4736487" y="926725"/>
                  </a:lnTo>
                  <a:lnTo>
                    <a:pt x="4737114" y="927586"/>
                  </a:lnTo>
                  <a:lnTo>
                    <a:pt x="4737741" y="928633"/>
                  </a:lnTo>
                  <a:lnTo>
                    <a:pt x="4738367" y="929866"/>
                  </a:lnTo>
                  <a:lnTo>
                    <a:pt x="4738994" y="931249"/>
                  </a:lnTo>
                  <a:lnTo>
                    <a:pt x="4739620" y="932794"/>
                  </a:lnTo>
                  <a:lnTo>
                    <a:pt x="4740247" y="934479"/>
                  </a:lnTo>
                  <a:lnTo>
                    <a:pt x="4740873" y="936297"/>
                  </a:lnTo>
                  <a:lnTo>
                    <a:pt x="4741500" y="938219"/>
                  </a:lnTo>
                  <a:lnTo>
                    <a:pt x="4742126" y="940263"/>
                  </a:lnTo>
                  <a:lnTo>
                    <a:pt x="4742753" y="942384"/>
                  </a:lnTo>
                  <a:lnTo>
                    <a:pt x="4743380" y="944571"/>
                  </a:lnTo>
                  <a:lnTo>
                    <a:pt x="4744006" y="946865"/>
                  </a:lnTo>
                  <a:lnTo>
                    <a:pt x="4744633" y="949277"/>
                  </a:lnTo>
                  <a:lnTo>
                    <a:pt x="4745259" y="951784"/>
                  </a:lnTo>
                  <a:lnTo>
                    <a:pt x="4745886" y="954374"/>
                  </a:lnTo>
                  <a:lnTo>
                    <a:pt x="4746512" y="956999"/>
                  </a:lnTo>
                  <a:lnTo>
                    <a:pt x="4747139" y="959630"/>
                  </a:lnTo>
                  <a:lnTo>
                    <a:pt x="4747765" y="962274"/>
                  </a:lnTo>
                  <a:lnTo>
                    <a:pt x="4748392" y="964932"/>
                  </a:lnTo>
                  <a:lnTo>
                    <a:pt x="4749019" y="967593"/>
                  </a:lnTo>
                  <a:lnTo>
                    <a:pt x="4749645" y="970250"/>
                  </a:lnTo>
                  <a:lnTo>
                    <a:pt x="4750272" y="972919"/>
                  </a:lnTo>
                  <a:lnTo>
                    <a:pt x="4750898" y="975619"/>
                  </a:lnTo>
                  <a:lnTo>
                    <a:pt x="4751525" y="978346"/>
                  </a:lnTo>
                  <a:lnTo>
                    <a:pt x="4752151" y="981105"/>
                  </a:lnTo>
                  <a:lnTo>
                    <a:pt x="4752778" y="983874"/>
                  </a:lnTo>
                  <a:lnTo>
                    <a:pt x="4753404" y="986585"/>
                  </a:lnTo>
                  <a:lnTo>
                    <a:pt x="4754031" y="989238"/>
                  </a:lnTo>
                  <a:lnTo>
                    <a:pt x="4754658" y="991876"/>
                  </a:lnTo>
                  <a:lnTo>
                    <a:pt x="4755284" y="994522"/>
                  </a:lnTo>
                  <a:lnTo>
                    <a:pt x="4755911" y="997169"/>
                  </a:lnTo>
                  <a:lnTo>
                    <a:pt x="4756537" y="999811"/>
                  </a:lnTo>
                  <a:lnTo>
                    <a:pt x="4757164" y="1002446"/>
                  </a:lnTo>
                  <a:lnTo>
                    <a:pt x="4757790" y="1005084"/>
                  </a:lnTo>
                  <a:lnTo>
                    <a:pt x="4758417" y="1007751"/>
                  </a:lnTo>
                  <a:lnTo>
                    <a:pt x="4759043" y="1010417"/>
                  </a:lnTo>
                  <a:lnTo>
                    <a:pt x="4759670" y="1013102"/>
                  </a:lnTo>
                  <a:lnTo>
                    <a:pt x="4760297" y="1015821"/>
                  </a:lnTo>
                  <a:lnTo>
                    <a:pt x="4760923" y="1018561"/>
                  </a:lnTo>
                  <a:lnTo>
                    <a:pt x="4761550" y="1021292"/>
                  </a:lnTo>
                  <a:lnTo>
                    <a:pt x="4762176" y="1024040"/>
                  </a:lnTo>
                  <a:lnTo>
                    <a:pt x="4762803" y="1026814"/>
                  </a:lnTo>
                  <a:lnTo>
                    <a:pt x="4763429" y="1029621"/>
                  </a:lnTo>
                  <a:lnTo>
                    <a:pt x="4764056" y="1032424"/>
                  </a:lnTo>
                  <a:lnTo>
                    <a:pt x="4764682" y="1035198"/>
                  </a:lnTo>
                  <a:lnTo>
                    <a:pt x="4765309" y="1037913"/>
                  </a:lnTo>
                  <a:lnTo>
                    <a:pt x="4765936" y="1040556"/>
                  </a:lnTo>
                  <a:lnTo>
                    <a:pt x="4766562" y="1043095"/>
                  </a:lnTo>
                  <a:lnTo>
                    <a:pt x="4767189" y="1045498"/>
                  </a:lnTo>
                  <a:lnTo>
                    <a:pt x="4767815" y="1047756"/>
                  </a:lnTo>
                  <a:lnTo>
                    <a:pt x="4768442" y="1049886"/>
                  </a:lnTo>
                  <a:lnTo>
                    <a:pt x="4769068" y="1051940"/>
                  </a:lnTo>
                  <a:lnTo>
                    <a:pt x="4769695" y="1053903"/>
                  </a:lnTo>
                  <a:lnTo>
                    <a:pt x="4770321" y="1055795"/>
                  </a:lnTo>
                  <a:lnTo>
                    <a:pt x="4770948" y="1057661"/>
                  </a:lnTo>
                  <a:lnTo>
                    <a:pt x="4771575" y="1059492"/>
                  </a:lnTo>
                  <a:lnTo>
                    <a:pt x="4772201" y="1061298"/>
                  </a:lnTo>
                  <a:lnTo>
                    <a:pt x="4772828" y="1063082"/>
                  </a:lnTo>
                  <a:lnTo>
                    <a:pt x="4773454" y="1064844"/>
                  </a:lnTo>
                  <a:lnTo>
                    <a:pt x="4774081" y="1066584"/>
                  </a:lnTo>
                  <a:lnTo>
                    <a:pt x="4774707" y="1068323"/>
                  </a:lnTo>
                  <a:lnTo>
                    <a:pt x="4775334" y="1070055"/>
                  </a:lnTo>
                  <a:lnTo>
                    <a:pt x="4775960" y="1071768"/>
                  </a:lnTo>
                  <a:lnTo>
                    <a:pt x="4776587" y="1073470"/>
                  </a:lnTo>
                  <a:lnTo>
                    <a:pt x="4777214" y="1075150"/>
                  </a:lnTo>
                  <a:lnTo>
                    <a:pt x="4777840" y="1076779"/>
                  </a:lnTo>
                  <a:lnTo>
                    <a:pt x="4778467" y="1078364"/>
                  </a:lnTo>
                  <a:lnTo>
                    <a:pt x="4779093" y="1079884"/>
                  </a:lnTo>
                  <a:lnTo>
                    <a:pt x="4779720" y="1081319"/>
                  </a:lnTo>
                  <a:lnTo>
                    <a:pt x="4780346" y="1082649"/>
                  </a:lnTo>
                  <a:lnTo>
                    <a:pt x="4780973" y="1083876"/>
                  </a:lnTo>
                  <a:lnTo>
                    <a:pt x="4781599" y="1085005"/>
                  </a:lnTo>
                  <a:lnTo>
                    <a:pt x="4782226" y="1086009"/>
                  </a:lnTo>
                  <a:lnTo>
                    <a:pt x="4782853" y="1086876"/>
                  </a:lnTo>
                  <a:lnTo>
                    <a:pt x="4783479" y="1087629"/>
                  </a:lnTo>
                  <a:lnTo>
                    <a:pt x="4784106" y="1088263"/>
                  </a:lnTo>
                  <a:lnTo>
                    <a:pt x="4784732" y="1088851"/>
                  </a:lnTo>
                  <a:lnTo>
                    <a:pt x="4785359" y="1089457"/>
                  </a:lnTo>
                  <a:lnTo>
                    <a:pt x="4785985" y="1090093"/>
                  </a:lnTo>
                  <a:lnTo>
                    <a:pt x="4786612" y="1090746"/>
                  </a:lnTo>
                  <a:lnTo>
                    <a:pt x="4787238" y="1091408"/>
                  </a:lnTo>
                  <a:lnTo>
                    <a:pt x="4787865" y="1092084"/>
                  </a:lnTo>
                  <a:lnTo>
                    <a:pt x="4788492" y="1092791"/>
                  </a:lnTo>
                  <a:lnTo>
                    <a:pt x="4789118" y="1093530"/>
                  </a:lnTo>
                  <a:lnTo>
                    <a:pt x="4789745" y="1094289"/>
                  </a:lnTo>
                  <a:lnTo>
                    <a:pt x="4790371" y="1095045"/>
                  </a:lnTo>
                  <a:lnTo>
                    <a:pt x="4790998" y="1095795"/>
                  </a:lnTo>
                  <a:lnTo>
                    <a:pt x="4791624" y="1096532"/>
                  </a:lnTo>
                  <a:lnTo>
                    <a:pt x="4792251" y="1097248"/>
                  </a:lnTo>
                  <a:lnTo>
                    <a:pt x="4792877" y="1097943"/>
                  </a:lnTo>
                  <a:lnTo>
                    <a:pt x="4793504" y="1098632"/>
                  </a:lnTo>
                  <a:lnTo>
                    <a:pt x="4794131" y="1099281"/>
                  </a:lnTo>
                  <a:lnTo>
                    <a:pt x="4794757" y="1099839"/>
                  </a:lnTo>
                  <a:lnTo>
                    <a:pt x="4795384" y="1100299"/>
                  </a:lnTo>
                  <a:lnTo>
                    <a:pt x="4796010" y="1100671"/>
                  </a:lnTo>
                  <a:lnTo>
                    <a:pt x="4796637" y="1100952"/>
                  </a:lnTo>
                  <a:lnTo>
                    <a:pt x="4797263" y="1101135"/>
                  </a:lnTo>
                  <a:lnTo>
                    <a:pt x="4797890" y="1101205"/>
                  </a:lnTo>
                  <a:lnTo>
                    <a:pt x="4798516" y="1101160"/>
                  </a:lnTo>
                  <a:lnTo>
                    <a:pt x="4799143" y="1101016"/>
                  </a:lnTo>
                  <a:lnTo>
                    <a:pt x="4799770" y="1100804"/>
                  </a:lnTo>
                  <a:lnTo>
                    <a:pt x="4800396" y="1100504"/>
                  </a:lnTo>
                  <a:lnTo>
                    <a:pt x="4801023" y="1100091"/>
                  </a:lnTo>
                  <a:lnTo>
                    <a:pt x="4801649" y="1099600"/>
                  </a:lnTo>
                  <a:lnTo>
                    <a:pt x="4802276" y="1099034"/>
                  </a:lnTo>
                  <a:lnTo>
                    <a:pt x="4802902" y="1098384"/>
                  </a:lnTo>
                  <a:lnTo>
                    <a:pt x="4803529" y="1097667"/>
                  </a:lnTo>
                  <a:lnTo>
                    <a:pt x="4804155" y="1096906"/>
                  </a:lnTo>
                  <a:lnTo>
                    <a:pt x="4804782" y="1096103"/>
                  </a:lnTo>
                  <a:lnTo>
                    <a:pt x="4805409" y="1095268"/>
                  </a:lnTo>
                  <a:lnTo>
                    <a:pt x="4806035" y="1094410"/>
                  </a:lnTo>
                  <a:lnTo>
                    <a:pt x="4806662" y="1093527"/>
                  </a:lnTo>
                  <a:lnTo>
                    <a:pt x="4807288" y="1092630"/>
                  </a:lnTo>
                  <a:lnTo>
                    <a:pt x="4807915" y="1091726"/>
                  </a:lnTo>
                  <a:lnTo>
                    <a:pt x="4808541" y="1090821"/>
                  </a:lnTo>
                  <a:lnTo>
                    <a:pt x="4809168" y="1089950"/>
                  </a:lnTo>
                  <a:lnTo>
                    <a:pt x="4809794" y="1089154"/>
                  </a:lnTo>
                  <a:lnTo>
                    <a:pt x="4810421" y="1088432"/>
                  </a:lnTo>
                  <a:lnTo>
                    <a:pt x="4811048" y="1087791"/>
                  </a:lnTo>
                  <a:lnTo>
                    <a:pt x="4811674" y="1087232"/>
                  </a:lnTo>
                  <a:lnTo>
                    <a:pt x="4812301" y="1086768"/>
                  </a:lnTo>
                  <a:lnTo>
                    <a:pt x="4812927" y="1086382"/>
                  </a:lnTo>
                  <a:lnTo>
                    <a:pt x="4813554" y="1086073"/>
                  </a:lnTo>
                  <a:lnTo>
                    <a:pt x="4814180" y="1085863"/>
                  </a:lnTo>
                  <a:lnTo>
                    <a:pt x="4814807" y="1085757"/>
                  </a:lnTo>
                  <a:lnTo>
                    <a:pt x="4815433" y="1085765"/>
                  </a:lnTo>
                  <a:lnTo>
                    <a:pt x="4816060" y="1085899"/>
                  </a:lnTo>
                  <a:lnTo>
                    <a:pt x="4816687" y="1086135"/>
                  </a:lnTo>
                  <a:lnTo>
                    <a:pt x="4817313" y="1086442"/>
                  </a:lnTo>
                  <a:lnTo>
                    <a:pt x="4817940" y="1086826"/>
                  </a:lnTo>
                  <a:lnTo>
                    <a:pt x="4818566" y="1087283"/>
                  </a:lnTo>
                  <a:lnTo>
                    <a:pt x="4819193" y="1087787"/>
                  </a:lnTo>
                  <a:lnTo>
                    <a:pt x="4819819" y="1088320"/>
                  </a:lnTo>
                  <a:lnTo>
                    <a:pt x="4820446" y="1088865"/>
                  </a:lnTo>
                  <a:lnTo>
                    <a:pt x="4821072" y="1089425"/>
                  </a:lnTo>
                  <a:lnTo>
                    <a:pt x="4821699" y="1089981"/>
                  </a:lnTo>
                  <a:lnTo>
                    <a:pt x="4822326" y="1090528"/>
                  </a:lnTo>
                  <a:lnTo>
                    <a:pt x="4822952" y="1091070"/>
                  </a:lnTo>
                  <a:lnTo>
                    <a:pt x="4823579" y="1091605"/>
                  </a:lnTo>
                  <a:lnTo>
                    <a:pt x="4824205" y="1092141"/>
                  </a:lnTo>
                  <a:lnTo>
                    <a:pt x="4824832" y="1092665"/>
                  </a:lnTo>
                  <a:lnTo>
                    <a:pt x="4825458" y="1093176"/>
                  </a:lnTo>
                  <a:lnTo>
                    <a:pt x="4826085" y="1093680"/>
                  </a:lnTo>
                  <a:lnTo>
                    <a:pt x="4826711" y="1094194"/>
                  </a:lnTo>
                  <a:lnTo>
                    <a:pt x="4827338" y="1094716"/>
                  </a:lnTo>
                  <a:lnTo>
                    <a:pt x="4827965" y="1095239"/>
                  </a:lnTo>
                  <a:lnTo>
                    <a:pt x="4828591" y="1095783"/>
                  </a:lnTo>
                  <a:lnTo>
                    <a:pt x="4829218" y="1096390"/>
                  </a:lnTo>
                  <a:lnTo>
                    <a:pt x="4829844" y="1097074"/>
                  </a:lnTo>
                  <a:lnTo>
                    <a:pt x="4830471" y="1097835"/>
                  </a:lnTo>
                  <a:lnTo>
                    <a:pt x="4831097" y="1098693"/>
                  </a:lnTo>
                  <a:lnTo>
                    <a:pt x="4831724" y="1099582"/>
                  </a:lnTo>
                  <a:lnTo>
                    <a:pt x="4832350" y="1100518"/>
                  </a:lnTo>
                  <a:lnTo>
                    <a:pt x="4832977" y="1101485"/>
                  </a:lnTo>
                  <a:lnTo>
                    <a:pt x="4833604" y="1102431"/>
                  </a:lnTo>
                  <a:lnTo>
                    <a:pt x="4834230" y="1103347"/>
                  </a:lnTo>
                  <a:lnTo>
                    <a:pt x="4834857" y="1104214"/>
                  </a:lnTo>
                  <a:lnTo>
                    <a:pt x="4835483" y="1105017"/>
                  </a:lnTo>
                  <a:lnTo>
                    <a:pt x="4836110" y="1105732"/>
                  </a:lnTo>
                  <a:lnTo>
                    <a:pt x="4836736" y="1106371"/>
                  </a:lnTo>
                  <a:lnTo>
                    <a:pt x="4837363" y="1106938"/>
                  </a:lnTo>
                  <a:lnTo>
                    <a:pt x="4837989" y="1107415"/>
                  </a:lnTo>
                  <a:lnTo>
                    <a:pt x="4838616" y="1107798"/>
                  </a:lnTo>
                  <a:lnTo>
                    <a:pt x="4839243" y="1108074"/>
                  </a:lnTo>
                  <a:lnTo>
                    <a:pt x="4839869" y="1108235"/>
                  </a:lnTo>
                  <a:lnTo>
                    <a:pt x="4840496" y="1108277"/>
                  </a:lnTo>
                  <a:lnTo>
                    <a:pt x="4841122" y="1108215"/>
                  </a:lnTo>
                  <a:lnTo>
                    <a:pt x="4841749" y="1108052"/>
                  </a:lnTo>
                  <a:lnTo>
                    <a:pt x="4842375" y="1107819"/>
                  </a:lnTo>
                  <a:lnTo>
                    <a:pt x="4843002" y="1107545"/>
                  </a:lnTo>
                  <a:lnTo>
                    <a:pt x="4843628" y="1107237"/>
                  </a:lnTo>
                  <a:lnTo>
                    <a:pt x="4844255" y="1106901"/>
                  </a:lnTo>
                  <a:lnTo>
                    <a:pt x="4844882" y="1106562"/>
                  </a:lnTo>
                  <a:lnTo>
                    <a:pt x="4845508" y="1106226"/>
                  </a:lnTo>
                  <a:lnTo>
                    <a:pt x="4846135" y="1105885"/>
                  </a:lnTo>
                  <a:lnTo>
                    <a:pt x="4846761" y="1105523"/>
                  </a:lnTo>
                  <a:lnTo>
                    <a:pt x="4847388" y="1105133"/>
                  </a:lnTo>
                  <a:lnTo>
                    <a:pt x="4848014" y="1104716"/>
                  </a:lnTo>
                  <a:lnTo>
                    <a:pt x="4848641" y="1104290"/>
                  </a:lnTo>
                  <a:lnTo>
                    <a:pt x="4849267" y="1103863"/>
                  </a:lnTo>
                  <a:lnTo>
                    <a:pt x="4849894" y="1103435"/>
                  </a:lnTo>
                  <a:lnTo>
                    <a:pt x="4850521" y="1103001"/>
                  </a:lnTo>
                  <a:lnTo>
                    <a:pt x="4851147" y="1102567"/>
                  </a:lnTo>
                  <a:lnTo>
                    <a:pt x="4851774" y="1102147"/>
                  </a:lnTo>
                  <a:lnTo>
                    <a:pt x="4852400" y="1101730"/>
                  </a:lnTo>
                  <a:lnTo>
                    <a:pt x="4853027" y="1101316"/>
                  </a:lnTo>
                  <a:lnTo>
                    <a:pt x="4853653" y="1100928"/>
                  </a:lnTo>
                  <a:lnTo>
                    <a:pt x="4854280" y="1100579"/>
                  </a:lnTo>
                  <a:lnTo>
                    <a:pt x="4854906" y="1100271"/>
                  </a:lnTo>
                  <a:lnTo>
                    <a:pt x="4855533" y="1100004"/>
                  </a:lnTo>
                  <a:lnTo>
                    <a:pt x="4856160" y="1099766"/>
                  </a:lnTo>
                  <a:lnTo>
                    <a:pt x="4856786" y="1099579"/>
                  </a:lnTo>
                  <a:lnTo>
                    <a:pt x="4857413" y="1099444"/>
                  </a:lnTo>
                  <a:lnTo>
                    <a:pt x="4858039" y="1099358"/>
                  </a:lnTo>
                  <a:lnTo>
                    <a:pt x="4858666" y="1099315"/>
                  </a:lnTo>
                  <a:lnTo>
                    <a:pt x="4859292" y="1099324"/>
                  </a:lnTo>
                  <a:lnTo>
                    <a:pt x="4859919" y="1099374"/>
                  </a:lnTo>
                  <a:lnTo>
                    <a:pt x="4860545" y="1099473"/>
                  </a:lnTo>
                  <a:lnTo>
                    <a:pt x="4861172" y="1099596"/>
                  </a:lnTo>
                  <a:lnTo>
                    <a:pt x="4861799" y="1099747"/>
                  </a:lnTo>
                  <a:lnTo>
                    <a:pt x="4862425" y="1099929"/>
                  </a:lnTo>
                  <a:lnTo>
                    <a:pt x="4863052" y="1100117"/>
                  </a:lnTo>
                  <a:lnTo>
                    <a:pt x="4863678" y="1100337"/>
                  </a:lnTo>
                  <a:lnTo>
                    <a:pt x="4864305" y="1100573"/>
                  </a:lnTo>
                  <a:lnTo>
                    <a:pt x="4864931" y="1100834"/>
                  </a:lnTo>
                  <a:lnTo>
                    <a:pt x="4865558" y="1101147"/>
                  </a:lnTo>
                  <a:lnTo>
                    <a:pt x="4866184" y="1101518"/>
                  </a:lnTo>
                  <a:lnTo>
                    <a:pt x="4866811" y="1101966"/>
                  </a:lnTo>
                  <a:lnTo>
                    <a:pt x="4867438" y="1102488"/>
                  </a:lnTo>
                  <a:lnTo>
                    <a:pt x="4868064" y="1103095"/>
                  </a:lnTo>
                  <a:lnTo>
                    <a:pt x="4868691" y="1103746"/>
                  </a:lnTo>
                  <a:lnTo>
                    <a:pt x="4869317" y="1104440"/>
                  </a:lnTo>
                  <a:lnTo>
                    <a:pt x="4869944" y="1105179"/>
                  </a:lnTo>
                  <a:lnTo>
                    <a:pt x="4870570" y="1105969"/>
                  </a:lnTo>
                  <a:lnTo>
                    <a:pt x="4871197" y="1106808"/>
                  </a:lnTo>
                  <a:lnTo>
                    <a:pt x="4871823" y="1107692"/>
                  </a:lnTo>
                  <a:lnTo>
                    <a:pt x="4872450" y="1108616"/>
                  </a:lnTo>
                  <a:lnTo>
                    <a:pt x="4873077" y="1109567"/>
                  </a:lnTo>
                  <a:lnTo>
                    <a:pt x="4873703" y="1110513"/>
                  </a:lnTo>
                  <a:lnTo>
                    <a:pt x="4874330" y="1111440"/>
                  </a:lnTo>
                  <a:lnTo>
                    <a:pt x="4874956" y="1112328"/>
                  </a:lnTo>
                  <a:lnTo>
                    <a:pt x="4875583" y="1113173"/>
                  </a:lnTo>
                  <a:lnTo>
                    <a:pt x="4876209" y="1113967"/>
                  </a:lnTo>
                  <a:lnTo>
                    <a:pt x="4876836" y="1114698"/>
                  </a:lnTo>
                  <a:lnTo>
                    <a:pt x="4877462" y="1115353"/>
                  </a:lnTo>
                  <a:lnTo>
                    <a:pt x="4878089" y="1115949"/>
                  </a:lnTo>
                  <a:lnTo>
                    <a:pt x="4878716" y="1116502"/>
                  </a:lnTo>
                  <a:lnTo>
                    <a:pt x="4879342" y="1116990"/>
                  </a:lnTo>
                  <a:lnTo>
                    <a:pt x="4879969" y="1117403"/>
                  </a:lnTo>
                  <a:lnTo>
                    <a:pt x="4880595" y="1117734"/>
                  </a:lnTo>
                  <a:lnTo>
                    <a:pt x="4881222" y="1117990"/>
                  </a:lnTo>
                  <a:lnTo>
                    <a:pt x="4881848" y="1118183"/>
                  </a:lnTo>
                  <a:lnTo>
                    <a:pt x="4882475" y="1118341"/>
                  </a:lnTo>
                  <a:lnTo>
                    <a:pt x="4883101" y="1118470"/>
                  </a:lnTo>
                  <a:lnTo>
                    <a:pt x="4883728" y="1118581"/>
                  </a:lnTo>
                  <a:lnTo>
                    <a:pt x="4884355" y="1118706"/>
                  </a:lnTo>
                  <a:lnTo>
                    <a:pt x="4884981" y="1118828"/>
                  </a:lnTo>
                  <a:lnTo>
                    <a:pt x="4885608" y="1118922"/>
                  </a:lnTo>
                  <a:lnTo>
                    <a:pt x="4886234" y="1118986"/>
                  </a:lnTo>
                  <a:lnTo>
                    <a:pt x="4886861" y="1119009"/>
                  </a:lnTo>
                  <a:lnTo>
                    <a:pt x="4887487" y="1118984"/>
                  </a:lnTo>
                  <a:lnTo>
                    <a:pt x="4888114" y="1118893"/>
                  </a:lnTo>
                  <a:lnTo>
                    <a:pt x="4888740" y="1118751"/>
                  </a:lnTo>
                  <a:lnTo>
                    <a:pt x="4889367" y="1118567"/>
                  </a:lnTo>
                  <a:lnTo>
                    <a:pt x="4889994" y="1118366"/>
                  </a:lnTo>
                  <a:lnTo>
                    <a:pt x="4890620" y="1118161"/>
                  </a:lnTo>
                  <a:lnTo>
                    <a:pt x="4891247" y="1117938"/>
                  </a:lnTo>
                  <a:lnTo>
                    <a:pt x="4891873" y="1117673"/>
                  </a:lnTo>
                  <a:lnTo>
                    <a:pt x="4892500" y="1117363"/>
                  </a:lnTo>
                  <a:lnTo>
                    <a:pt x="4893126" y="1116980"/>
                  </a:lnTo>
                  <a:lnTo>
                    <a:pt x="4893753" y="1116497"/>
                  </a:lnTo>
                  <a:lnTo>
                    <a:pt x="4894379" y="1115930"/>
                  </a:lnTo>
                  <a:lnTo>
                    <a:pt x="4895006" y="1115301"/>
                  </a:lnTo>
                  <a:lnTo>
                    <a:pt x="4895633" y="1114621"/>
                  </a:lnTo>
                  <a:lnTo>
                    <a:pt x="4896259" y="1113905"/>
                  </a:lnTo>
                  <a:lnTo>
                    <a:pt x="4896886" y="1113148"/>
                  </a:lnTo>
                  <a:lnTo>
                    <a:pt x="4897512" y="1112362"/>
                  </a:lnTo>
                  <a:lnTo>
                    <a:pt x="4898139" y="1111531"/>
                  </a:lnTo>
                  <a:lnTo>
                    <a:pt x="4898765" y="1110648"/>
                  </a:lnTo>
                  <a:lnTo>
                    <a:pt x="4899392" y="1109694"/>
                  </a:lnTo>
                  <a:lnTo>
                    <a:pt x="4900018" y="1108663"/>
                  </a:lnTo>
                  <a:lnTo>
                    <a:pt x="4900645" y="1107599"/>
                  </a:lnTo>
                  <a:lnTo>
                    <a:pt x="4901272" y="1106520"/>
                  </a:lnTo>
                  <a:lnTo>
                    <a:pt x="4901898" y="1105429"/>
                  </a:lnTo>
                  <a:lnTo>
                    <a:pt x="4902525" y="1104372"/>
                  </a:lnTo>
                  <a:lnTo>
                    <a:pt x="4903151" y="1103358"/>
                  </a:lnTo>
                  <a:lnTo>
                    <a:pt x="4903778" y="1102384"/>
                  </a:lnTo>
                  <a:lnTo>
                    <a:pt x="4904404" y="1101446"/>
                  </a:lnTo>
                  <a:lnTo>
                    <a:pt x="4905031" y="1100529"/>
                  </a:lnTo>
                  <a:lnTo>
                    <a:pt x="4905657" y="1099647"/>
                  </a:lnTo>
                  <a:lnTo>
                    <a:pt x="4906284" y="1098823"/>
                  </a:lnTo>
                  <a:lnTo>
                    <a:pt x="4906911" y="1098064"/>
                  </a:lnTo>
                  <a:lnTo>
                    <a:pt x="4907537" y="1097372"/>
                  </a:lnTo>
                  <a:lnTo>
                    <a:pt x="4908164" y="1096750"/>
                  </a:lnTo>
                  <a:lnTo>
                    <a:pt x="4908790" y="1096198"/>
                  </a:lnTo>
                  <a:lnTo>
                    <a:pt x="4909417" y="1095722"/>
                  </a:lnTo>
                  <a:lnTo>
                    <a:pt x="4910043" y="1095285"/>
                  </a:lnTo>
                  <a:lnTo>
                    <a:pt x="4910670" y="1094876"/>
                  </a:lnTo>
                  <a:lnTo>
                    <a:pt x="4911296" y="1094502"/>
                  </a:lnTo>
                  <a:lnTo>
                    <a:pt x="4911923" y="1094161"/>
                  </a:lnTo>
                  <a:lnTo>
                    <a:pt x="4912550" y="1093827"/>
                  </a:lnTo>
                  <a:lnTo>
                    <a:pt x="4913176" y="1093495"/>
                  </a:lnTo>
                  <a:lnTo>
                    <a:pt x="4913803" y="1093146"/>
                  </a:lnTo>
                  <a:lnTo>
                    <a:pt x="4914429" y="1092750"/>
                  </a:lnTo>
                  <a:lnTo>
                    <a:pt x="4915056" y="1092308"/>
                  </a:lnTo>
                  <a:lnTo>
                    <a:pt x="4915682" y="1091813"/>
                  </a:lnTo>
                  <a:lnTo>
                    <a:pt x="4916309" y="1091216"/>
                  </a:lnTo>
                  <a:lnTo>
                    <a:pt x="4916935" y="1090530"/>
                  </a:lnTo>
                  <a:lnTo>
                    <a:pt x="4917562" y="1089766"/>
                  </a:lnTo>
                  <a:lnTo>
                    <a:pt x="4918189" y="1088924"/>
                  </a:lnTo>
                  <a:lnTo>
                    <a:pt x="4918815" y="1088010"/>
                  </a:lnTo>
                  <a:lnTo>
                    <a:pt x="4919442" y="1087033"/>
                  </a:lnTo>
                  <a:lnTo>
                    <a:pt x="4920068" y="1086013"/>
                  </a:lnTo>
                  <a:lnTo>
                    <a:pt x="4920695" y="1084931"/>
                  </a:lnTo>
                  <a:lnTo>
                    <a:pt x="4921321" y="1083781"/>
                  </a:lnTo>
                  <a:lnTo>
                    <a:pt x="4921948" y="1082568"/>
                  </a:lnTo>
                  <a:lnTo>
                    <a:pt x="4922574" y="1081302"/>
                  </a:lnTo>
                  <a:lnTo>
                    <a:pt x="4923201" y="1079995"/>
                  </a:lnTo>
                  <a:lnTo>
                    <a:pt x="4923828" y="1078679"/>
                  </a:lnTo>
                  <a:lnTo>
                    <a:pt x="4924454" y="1077353"/>
                  </a:lnTo>
                  <a:lnTo>
                    <a:pt x="4925081" y="1076050"/>
                  </a:lnTo>
                  <a:lnTo>
                    <a:pt x="4925707" y="1074825"/>
                  </a:lnTo>
                  <a:lnTo>
                    <a:pt x="4926334" y="1073669"/>
                  </a:lnTo>
                  <a:lnTo>
                    <a:pt x="4926960" y="1072567"/>
                  </a:lnTo>
                  <a:lnTo>
                    <a:pt x="4927587" y="1071508"/>
                  </a:lnTo>
                  <a:lnTo>
                    <a:pt x="4928213" y="1070475"/>
                  </a:lnTo>
                  <a:lnTo>
                    <a:pt x="4928840" y="1069472"/>
                  </a:lnTo>
                  <a:lnTo>
                    <a:pt x="4929467" y="1068489"/>
                  </a:lnTo>
                  <a:lnTo>
                    <a:pt x="4930093" y="1067543"/>
                  </a:lnTo>
                  <a:lnTo>
                    <a:pt x="4930720" y="1066634"/>
                  </a:lnTo>
                  <a:lnTo>
                    <a:pt x="4931346" y="1065815"/>
                  </a:lnTo>
                  <a:lnTo>
                    <a:pt x="4931973" y="1065085"/>
                  </a:lnTo>
                  <a:lnTo>
                    <a:pt x="4932599" y="1064425"/>
                  </a:lnTo>
                  <a:lnTo>
                    <a:pt x="4933226" y="1063819"/>
                  </a:lnTo>
                  <a:lnTo>
                    <a:pt x="4933852" y="1063257"/>
                  </a:lnTo>
                  <a:lnTo>
                    <a:pt x="4934479" y="1062698"/>
                  </a:lnTo>
                  <a:lnTo>
                    <a:pt x="4935106" y="1062128"/>
                  </a:lnTo>
                  <a:lnTo>
                    <a:pt x="4935732" y="1061547"/>
                  </a:lnTo>
                  <a:lnTo>
                    <a:pt x="4936359" y="1060978"/>
                  </a:lnTo>
                  <a:lnTo>
                    <a:pt x="4936985" y="1060440"/>
                  </a:lnTo>
                  <a:lnTo>
                    <a:pt x="4937612" y="1059939"/>
                  </a:lnTo>
                  <a:lnTo>
                    <a:pt x="4938238" y="1059460"/>
                  </a:lnTo>
                  <a:lnTo>
                    <a:pt x="4938865" y="1058991"/>
                  </a:lnTo>
                  <a:lnTo>
                    <a:pt x="4939491" y="1058528"/>
                  </a:lnTo>
                  <a:lnTo>
                    <a:pt x="4940118" y="1058077"/>
                  </a:lnTo>
                  <a:lnTo>
                    <a:pt x="4940745" y="1057612"/>
                  </a:lnTo>
                  <a:lnTo>
                    <a:pt x="4941371" y="1057134"/>
                  </a:lnTo>
                  <a:lnTo>
                    <a:pt x="4941998" y="1056661"/>
                  </a:lnTo>
                  <a:lnTo>
                    <a:pt x="4942624" y="1056207"/>
                  </a:lnTo>
                  <a:lnTo>
                    <a:pt x="4943251" y="1055773"/>
                  </a:lnTo>
                  <a:lnTo>
                    <a:pt x="4943877" y="1055359"/>
                  </a:lnTo>
                  <a:lnTo>
                    <a:pt x="4944504" y="1054967"/>
                  </a:lnTo>
                  <a:lnTo>
                    <a:pt x="4945130" y="1054602"/>
                  </a:lnTo>
                  <a:lnTo>
                    <a:pt x="4945757" y="1054268"/>
                  </a:lnTo>
                  <a:lnTo>
                    <a:pt x="4946384" y="1053966"/>
                  </a:lnTo>
                  <a:lnTo>
                    <a:pt x="4947010" y="1053695"/>
                  </a:lnTo>
                  <a:lnTo>
                    <a:pt x="4947637" y="1053469"/>
                  </a:lnTo>
                  <a:lnTo>
                    <a:pt x="4948263" y="1053331"/>
                  </a:lnTo>
                  <a:lnTo>
                    <a:pt x="4948890" y="1053269"/>
                  </a:lnTo>
                  <a:lnTo>
                    <a:pt x="4949516" y="1053300"/>
                  </a:lnTo>
                  <a:lnTo>
                    <a:pt x="4950143" y="1053437"/>
                  </a:lnTo>
                  <a:lnTo>
                    <a:pt x="4950769" y="1053695"/>
                  </a:lnTo>
                  <a:lnTo>
                    <a:pt x="4951396" y="1054062"/>
                  </a:lnTo>
                  <a:lnTo>
                    <a:pt x="4952023" y="1054528"/>
                  </a:lnTo>
                  <a:lnTo>
                    <a:pt x="4952649" y="1055091"/>
                  </a:lnTo>
                  <a:lnTo>
                    <a:pt x="4953276" y="1055749"/>
                  </a:lnTo>
                  <a:lnTo>
                    <a:pt x="4953902" y="1056512"/>
                  </a:lnTo>
                  <a:lnTo>
                    <a:pt x="4954529" y="1057380"/>
                  </a:lnTo>
                  <a:lnTo>
                    <a:pt x="4955155" y="1058365"/>
                  </a:lnTo>
                  <a:lnTo>
                    <a:pt x="4955782" y="1059489"/>
                  </a:lnTo>
                  <a:lnTo>
                    <a:pt x="4956408" y="1060770"/>
                  </a:lnTo>
                  <a:lnTo>
                    <a:pt x="4957035" y="1062189"/>
                  </a:lnTo>
                  <a:lnTo>
                    <a:pt x="4957662" y="1063697"/>
                  </a:lnTo>
                  <a:lnTo>
                    <a:pt x="4958288" y="1065319"/>
                  </a:lnTo>
                  <a:lnTo>
                    <a:pt x="4958915" y="1067038"/>
                  </a:lnTo>
                  <a:lnTo>
                    <a:pt x="4959541" y="1068863"/>
                  </a:lnTo>
                  <a:lnTo>
                    <a:pt x="4960168" y="1070781"/>
                  </a:lnTo>
                  <a:lnTo>
                    <a:pt x="4960794" y="1072810"/>
                  </a:lnTo>
                  <a:lnTo>
                    <a:pt x="4961421" y="1074950"/>
                  </a:lnTo>
                  <a:lnTo>
                    <a:pt x="4962047" y="1077203"/>
                  </a:lnTo>
                  <a:lnTo>
                    <a:pt x="4962674" y="1079576"/>
                  </a:lnTo>
                  <a:lnTo>
                    <a:pt x="4963301" y="1082026"/>
                  </a:lnTo>
                  <a:lnTo>
                    <a:pt x="4963927" y="1084548"/>
                  </a:lnTo>
                  <a:lnTo>
                    <a:pt x="4964554" y="1087130"/>
                  </a:lnTo>
                  <a:lnTo>
                    <a:pt x="4965180" y="1089735"/>
                  </a:lnTo>
                  <a:lnTo>
                    <a:pt x="4965807" y="1092347"/>
                  </a:lnTo>
                  <a:lnTo>
                    <a:pt x="4966433" y="1094969"/>
                  </a:lnTo>
                  <a:lnTo>
                    <a:pt x="4967060" y="1097608"/>
                  </a:lnTo>
                  <a:lnTo>
                    <a:pt x="4967686" y="1100268"/>
                  </a:lnTo>
                  <a:lnTo>
                    <a:pt x="4968313" y="1102931"/>
                  </a:lnTo>
                  <a:lnTo>
                    <a:pt x="4968940" y="1105572"/>
                  </a:lnTo>
                  <a:lnTo>
                    <a:pt x="4969566" y="1108184"/>
                  </a:lnTo>
                  <a:lnTo>
                    <a:pt x="4970193" y="1110762"/>
                  </a:lnTo>
                  <a:lnTo>
                    <a:pt x="4970819" y="1113310"/>
                  </a:lnTo>
                  <a:lnTo>
                    <a:pt x="4971446" y="1115834"/>
                  </a:lnTo>
                  <a:lnTo>
                    <a:pt x="4972072" y="1118326"/>
                  </a:lnTo>
                  <a:lnTo>
                    <a:pt x="4972699" y="1120814"/>
                  </a:lnTo>
                  <a:lnTo>
                    <a:pt x="4973325" y="1123290"/>
                  </a:lnTo>
                  <a:lnTo>
                    <a:pt x="4973952" y="1125752"/>
                  </a:lnTo>
                  <a:lnTo>
                    <a:pt x="4974578" y="1128195"/>
                  </a:lnTo>
                  <a:lnTo>
                    <a:pt x="4975205" y="1130641"/>
                  </a:lnTo>
                  <a:lnTo>
                    <a:pt x="4975832" y="1133095"/>
                  </a:lnTo>
                  <a:lnTo>
                    <a:pt x="4976458" y="1135579"/>
                  </a:lnTo>
                  <a:lnTo>
                    <a:pt x="4977085" y="1138094"/>
                  </a:lnTo>
                  <a:lnTo>
                    <a:pt x="4977711" y="1140632"/>
                  </a:lnTo>
                  <a:lnTo>
                    <a:pt x="4978338" y="1143194"/>
                  </a:lnTo>
                  <a:lnTo>
                    <a:pt x="4978964" y="1145802"/>
                  </a:lnTo>
                  <a:lnTo>
                    <a:pt x="4979591" y="1148445"/>
                  </a:lnTo>
                  <a:lnTo>
                    <a:pt x="4980217" y="1151109"/>
                  </a:lnTo>
                  <a:lnTo>
                    <a:pt x="4980844" y="1153804"/>
                  </a:lnTo>
                  <a:lnTo>
                    <a:pt x="4981471" y="1156513"/>
                  </a:lnTo>
                  <a:lnTo>
                    <a:pt x="4982097" y="1159225"/>
                  </a:lnTo>
                  <a:lnTo>
                    <a:pt x="4982724" y="1161928"/>
                  </a:lnTo>
                  <a:lnTo>
                    <a:pt x="4983350" y="1164632"/>
                  </a:lnTo>
                  <a:lnTo>
                    <a:pt x="4983977" y="1167338"/>
                  </a:lnTo>
                  <a:lnTo>
                    <a:pt x="4984603" y="1170030"/>
                  </a:lnTo>
                  <a:lnTo>
                    <a:pt x="4985230" y="1172704"/>
                  </a:lnTo>
                  <a:lnTo>
                    <a:pt x="4985856" y="1175328"/>
                  </a:lnTo>
                  <a:lnTo>
                    <a:pt x="4986483" y="1177893"/>
                  </a:lnTo>
                  <a:lnTo>
                    <a:pt x="4987110" y="1180389"/>
                  </a:lnTo>
                  <a:lnTo>
                    <a:pt x="4987736" y="1182794"/>
                  </a:lnTo>
                  <a:lnTo>
                    <a:pt x="4988363" y="1185072"/>
                  </a:lnTo>
                  <a:lnTo>
                    <a:pt x="4988989" y="1187233"/>
                  </a:lnTo>
                  <a:lnTo>
                    <a:pt x="4989616" y="1189302"/>
                  </a:lnTo>
                  <a:lnTo>
                    <a:pt x="4990242" y="1191256"/>
                  </a:lnTo>
                  <a:lnTo>
                    <a:pt x="4990869" y="1193117"/>
                  </a:lnTo>
                  <a:lnTo>
                    <a:pt x="4991495" y="1194880"/>
                  </a:lnTo>
                  <a:lnTo>
                    <a:pt x="4992122" y="1196552"/>
                  </a:lnTo>
                  <a:lnTo>
                    <a:pt x="4992749" y="1198117"/>
                  </a:lnTo>
                  <a:lnTo>
                    <a:pt x="4993375" y="1199575"/>
                  </a:lnTo>
                  <a:lnTo>
                    <a:pt x="4994002" y="1200893"/>
                  </a:lnTo>
                  <a:lnTo>
                    <a:pt x="4994628" y="1202075"/>
                  </a:lnTo>
                  <a:lnTo>
                    <a:pt x="4995255" y="1203099"/>
                  </a:lnTo>
                  <a:lnTo>
                    <a:pt x="4995881" y="1203968"/>
                  </a:lnTo>
                  <a:lnTo>
                    <a:pt x="4996508" y="1204696"/>
                  </a:lnTo>
                  <a:lnTo>
                    <a:pt x="4997134" y="1205321"/>
                  </a:lnTo>
                  <a:lnTo>
                    <a:pt x="4997761" y="1205858"/>
                  </a:lnTo>
                  <a:lnTo>
                    <a:pt x="4998388" y="1206308"/>
                  </a:lnTo>
                  <a:lnTo>
                    <a:pt x="4999014" y="1206658"/>
                  </a:lnTo>
                  <a:lnTo>
                    <a:pt x="4999641" y="1206897"/>
                  </a:lnTo>
                  <a:lnTo>
                    <a:pt x="5000267" y="1207008"/>
                  </a:lnTo>
                  <a:lnTo>
                    <a:pt x="5000894" y="1207010"/>
                  </a:lnTo>
                  <a:lnTo>
                    <a:pt x="5001520" y="1206919"/>
                  </a:lnTo>
                  <a:lnTo>
                    <a:pt x="5002147" y="1206735"/>
                  </a:lnTo>
                  <a:lnTo>
                    <a:pt x="5002773" y="1206447"/>
                  </a:lnTo>
                  <a:lnTo>
                    <a:pt x="5003400" y="1206055"/>
                  </a:lnTo>
                  <a:lnTo>
                    <a:pt x="5004027" y="1205536"/>
                  </a:lnTo>
                  <a:lnTo>
                    <a:pt x="5004653" y="1204906"/>
                  </a:lnTo>
                  <a:lnTo>
                    <a:pt x="5005280" y="1204170"/>
                  </a:lnTo>
                  <a:lnTo>
                    <a:pt x="5005906" y="1203330"/>
                  </a:lnTo>
                  <a:lnTo>
                    <a:pt x="5006533" y="1202386"/>
                  </a:lnTo>
                  <a:lnTo>
                    <a:pt x="5007159" y="1201337"/>
                  </a:lnTo>
                  <a:lnTo>
                    <a:pt x="5007786" y="1200184"/>
                  </a:lnTo>
                  <a:lnTo>
                    <a:pt x="5008412" y="1198936"/>
                  </a:lnTo>
                  <a:lnTo>
                    <a:pt x="5009039" y="1197601"/>
                  </a:lnTo>
                  <a:lnTo>
                    <a:pt x="5009666" y="1196196"/>
                  </a:lnTo>
                  <a:lnTo>
                    <a:pt x="5010292" y="1194723"/>
                  </a:lnTo>
                  <a:lnTo>
                    <a:pt x="5010919" y="1193154"/>
                  </a:lnTo>
                  <a:lnTo>
                    <a:pt x="5011545" y="1191510"/>
                  </a:lnTo>
                  <a:lnTo>
                    <a:pt x="5012172" y="1189797"/>
                  </a:lnTo>
                  <a:lnTo>
                    <a:pt x="5012798" y="1188036"/>
                  </a:lnTo>
                  <a:lnTo>
                    <a:pt x="5013425" y="1186259"/>
                  </a:lnTo>
                  <a:lnTo>
                    <a:pt x="5014051" y="1184478"/>
                  </a:lnTo>
                  <a:lnTo>
                    <a:pt x="5014678" y="1182697"/>
                  </a:lnTo>
                  <a:lnTo>
                    <a:pt x="5015305" y="1180917"/>
                  </a:lnTo>
                  <a:lnTo>
                    <a:pt x="5015931" y="1179147"/>
                  </a:lnTo>
                  <a:lnTo>
                    <a:pt x="5016558" y="1177384"/>
                  </a:lnTo>
                  <a:lnTo>
                    <a:pt x="5017184" y="1175626"/>
                  </a:lnTo>
                  <a:lnTo>
                    <a:pt x="5017811" y="1173869"/>
                  </a:lnTo>
                  <a:lnTo>
                    <a:pt x="5018437" y="1172105"/>
                  </a:lnTo>
                  <a:lnTo>
                    <a:pt x="5019064" y="1170327"/>
                  </a:lnTo>
                  <a:lnTo>
                    <a:pt x="5019690" y="1168537"/>
                  </a:lnTo>
                  <a:lnTo>
                    <a:pt x="5020317" y="1166770"/>
                  </a:lnTo>
                  <a:lnTo>
                    <a:pt x="5020944" y="1165004"/>
                  </a:lnTo>
                  <a:lnTo>
                    <a:pt x="5021570" y="1163261"/>
                  </a:lnTo>
                  <a:lnTo>
                    <a:pt x="5022197" y="1161534"/>
                  </a:lnTo>
                  <a:lnTo>
                    <a:pt x="5022823" y="1159819"/>
                  </a:lnTo>
                  <a:lnTo>
                    <a:pt x="5023450" y="1158123"/>
                  </a:lnTo>
                  <a:lnTo>
                    <a:pt x="5024076" y="1156454"/>
                  </a:lnTo>
                  <a:lnTo>
                    <a:pt x="5024703" y="1154816"/>
                  </a:lnTo>
                  <a:lnTo>
                    <a:pt x="5025329" y="1153200"/>
                  </a:lnTo>
                  <a:lnTo>
                    <a:pt x="5025956" y="1151639"/>
                  </a:lnTo>
                  <a:lnTo>
                    <a:pt x="5026583" y="1150111"/>
                  </a:lnTo>
                  <a:lnTo>
                    <a:pt x="5027209" y="1148633"/>
                  </a:lnTo>
                  <a:lnTo>
                    <a:pt x="5027836" y="1147212"/>
                  </a:lnTo>
                  <a:lnTo>
                    <a:pt x="5028462" y="1145851"/>
                  </a:lnTo>
                  <a:lnTo>
                    <a:pt x="5029089" y="1144542"/>
                  </a:lnTo>
                  <a:lnTo>
                    <a:pt x="5029715" y="1143286"/>
                  </a:lnTo>
                  <a:lnTo>
                    <a:pt x="5030342" y="1142061"/>
                  </a:lnTo>
                  <a:lnTo>
                    <a:pt x="5030968" y="1140871"/>
                  </a:lnTo>
                  <a:lnTo>
                    <a:pt x="5031595" y="1139731"/>
                  </a:lnTo>
                  <a:lnTo>
                    <a:pt x="5032222" y="1138654"/>
                  </a:lnTo>
                  <a:lnTo>
                    <a:pt x="5032848" y="1137604"/>
                  </a:lnTo>
                  <a:lnTo>
                    <a:pt x="5033475" y="1136575"/>
                  </a:lnTo>
                  <a:lnTo>
                    <a:pt x="5034101" y="1135566"/>
                  </a:lnTo>
                  <a:lnTo>
                    <a:pt x="5034728" y="1134605"/>
                  </a:lnTo>
                  <a:lnTo>
                    <a:pt x="5035354" y="1133701"/>
                  </a:lnTo>
                  <a:lnTo>
                    <a:pt x="5035981" y="1132891"/>
                  </a:lnTo>
                  <a:lnTo>
                    <a:pt x="5036607" y="1132170"/>
                  </a:lnTo>
                  <a:lnTo>
                    <a:pt x="5037234" y="1131538"/>
                  </a:lnTo>
                  <a:lnTo>
                    <a:pt x="5037861" y="1130998"/>
                  </a:lnTo>
                  <a:lnTo>
                    <a:pt x="5038487" y="1130548"/>
                  </a:lnTo>
                  <a:lnTo>
                    <a:pt x="5039114" y="1130169"/>
                  </a:lnTo>
                  <a:lnTo>
                    <a:pt x="5039740" y="1129862"/>
                  </a:lnTo>
                  <a:lnTo>
                    <a:pt x="5040367" y="1129637"/>
                  </a:lnTo>
                  <a:lnTo>
                    <a:pt x="5040993" y="1129485"/>
                  </a:lnTo>
                  <a:lnTo>
                    <a:pt x="5041620" y="1129397"/>
                  </a:lnTo>
                  <a:lnTo>
                    <a:pt x="5042246" y="1129423"/>
                  </a:lnTo>
                  <a:lnTo>
                    <a:pt x="5042873" y="1129558"/>
                  </a:lnTo>
                  <a:lnTo>
                    <a:pt x="5043500" y="1129765"/>
                  </a:lnTo>
                  <a:lnTo>
                    <a:pt x="5044126" y="1130012"/>
                  </a:lnTo>
                  <a:lnTo>
                    <a:pt x="5044753" y="1130253"/>
                  </a:lnTo>
                  <a:lnTo>
                    <a:pt x="5045379" y="1130456"/>
                  </a:lnTo>
                  <a:lnTo>
                    <a:pt x="5046006" y="1130614"/>
                  </a:lnTo>
                  <a:lnTo>
                    <a:pt x="5046632" y="1130727"/>
                  </a:lnTo>
                  <a:lnTo>
                    <a:pt x="5047259" y="1130787"/>
                  </a:lnTo>
                  <a:lnTo>
                    <a:pt x="5047885" y="1130787"/>
                  </a:lnTo>
                  <a:lnTo>
                    <a:pt x="5048512" y="1130751"/>
                  </a:lnTo>
                  <a:lnTo>
                    <a:pt x="5049139" y="1130700"/>
                  </a:lnTo>
                  <a:lnTo>
                    <a:pt x="5049765" y="1130624"/>
                  </a:lnTo>
                  <a:lnTo>
                    <a:pt x="5050392" y="1130529"/>
                  </a:lnTo>
                  <a:lnTo>
                    <a:pt x="5051018" y="1130406"/>
                  </a:lnTo>
                  <a:lnTo>
                    <a:pt x="5051645" y="1130253"/>
                  </a:lnTo>
                  <a:lnTo>
                    <a:pt x="5052271" y="1130051"/>
                  </a:lnTo>
                  <a:lnTo>
                    <a:pt x="5052898" y="1129826"/>
                  </a:lnTo>
                  <a:lnTo>
                    <a:pt x="5053524" y="1129559"/>
                  </a:lnTo>
                  <a:lnTo>
                    <a:pt x="5054151" y="1129259"/>
                  </a:lnTo>
                  <a:lnTo>
                    <a:pt x="5054778" y="1128926"/>
                  </a:lnTo>
                  <a:lnTo>
                    <a:pt x="5055404" y="1128554"/>
                  </a:lnTo>
                  <a:lnTo>
                    <a:pt x="5056031" y="1128134"/>
                  </a:lnTo>
                  <a:lnTo>
                    <a:pt x="5056657" y="1127702"/>
                  </a:lnTo>
                  <a:lnTo>
                    <a:pt x="5057284" y="1127256"/>
                  </a:lnTo>
                  <a:lnTo>
                    <a:pt x="5057910" y="1126823"/>
                  </a:lnTo>
                  <a:lnTo>
                    <a:pt x="5058537" y="1126426"/>
                  </a:lnTo>
                  <a:lnTo>
                    <a:pt x="5059163" y="1126081"/>
                  </a:lnTo>
                  <a:lnTo>
                    <a:pt x="5059790" y="1125778"/>
                  </a:lnTo>
                  <a:lnTo>
                    <a:pt x="5060417" y="1125529"/>
                  </a:lnTo>
                  <a:lnTo>
                    <a:pt x="5061043" y="1125335"/>
                  </a:lnTo>
                  <a:lnTo>
                    <a:pt x="5061670" y="1125208"/>
                  </a:lnTo>
                  <a:lnTo>
                    <a:pt x="5062296" y="1125179"/>
                  </a:lnTo>
                  <a:lnTo>
                    <a:pt x="5062923" y="1125273"/>
                  </a:lnTo>
                  <a:lnTo>
                    <a:pt x="5063549" y="1125502"/>
                  </a:lnTo>
                  <a:lnTo>
                    <a:pt x="5064176" y="1125858"/>
                  </a:lnTo>
                  <a:lnTo>
                    <a:pt x="5064802" y="1126362"/>
                  </a:lnTo>
                  <a:lnTo>
                    <a:pt x="5065429" y="1127009"/>
                  </a:lnTo>
                  <a:lnTo>
                    <a:pt x="5066056" y="1127811"/>
                  </a:lnTo>
                  <a:lnTo>
                    <a:pt x="5066682" y="1128781"/>
                  </a:lnTo>
                  <a:lnTo>
                    <a:pt x="5067309" y="1129871"/>
                  </a:lnTo>
                  <a:lnTo>
                    <a:pt x="5067935" y="1131064"/>
                  </a:lnTo>
                  <a:lnTo>
                    <a:pt x="5068562" y="1132350"/>
                  </a:lnTo>
                  <a:lnTo>
                    <a:pt x="5069188" y="1133733"/>
                  </a:lnTo>
                  <a:lnTo>
                    <a:pt x="5069815" y="1135213"/>
                  </a:lnTo>
                  <a:lnTo>
                    <a:pt x="5070441" y="1136790"/>
                  </a:lnTo>
                  <a:lnTo>
                    <a:pt x="5071068" y="1138456"/>
                  </a:lnTo>
                  <a:lnTo>
                    <a:pt x="5071695" y="1140197"/>
                  </a:lnTo>
                  <a:lnTo>
                    <a:pt x="5072321" y="1141984"/>
                  </a:lnTo>
                  <a:lnTo>
                    <a:pt x="5072948" y="1143822"/>
                  </a:lnTo>
                  <a:lnTo>
                    <a:pt x="5073574" y="1145721"/>
                  </a:lnTo>
                  <a:lnTo>
                    <a:pt x="5074201" y="1147635"/>
                  </a:lnTo>
                  <a:lnTo>
                    <a:pt x="5074827" y="1149575"/>
                  </a:lnTo>
                  <a:lnTo>
                    <a:pt x="5075454" y="1151521"/>
                  </a:lnTo>
                  <a:lnTo>
                    <a:pt x="5076080" y="1153466"/>
                  </a:lnTo>
                  <a:lnTo>
                    <a:pt x="5076707" y="1155450"/>
                  </a:lnTo>
                  <a:lnTo>
                    <a:pt x="5077334" y="1157473"/>
                  </a:lnTo>
                  <a:lnTo>
                    <a:pt x="5077960" y="1159528"/>
                  </a:lnTo>
                  <a:lnTo>
                    <a:pt x="5078587" y="1161601"/>
                  </a:lnTo>
                  <a:lnTo>
                    <a:pt x="5079213" y="1163700"/>
                  </a:lnTo>
                  <a:lnTo>
                    <a:pt x="5079840" y="1165823"/>
                  </a:lnTo>
                  <a:lnTo>
                    <a:pt x="5080466" y="1167957"/>
                  </a:lnTo>
                  <a:lnTo>
                    <a:pt x="5081093" y="1170087"/>
                  </a:lnTo>
                  <a:lnTo>
                    <a:pt x="5081719" y="1172219"/>
                  </a:lnTo>
                  <a:lnTo>
                    <a:pt x="5082346" y="1174329"/>
                  </a:lnTo>
                  <a:lnTo>
                    <a:pt x="5082973" y="1176416"/>
                  </a:lnTo>
                  <a:lnTo>
                    <a:pt x="5083599" y="1178474"/>
                  </a:lnTo>
                  <a:lnTo>
                    <a:pt x="5084226" y="1180494"/>
                  </a:lnTo>
                  <a:lnTo>
                    <a:pt x="5084852" y="1182472"/>
                  </a:lnTo>
                  <a:lnTo>
                    <a:pt x="5085479" y="1184400"/>
                  </a:lnTo>
                  <a:lnTo>
                    <a:pt x="5086105" y="1186261"/>
                  </a:lnTo>
                  <a:lnTo>
                    <a:pt x="5086732" y="1188022"/>
                  </a:lnTo>
                  <a:lnTo>
                    <a:pt x="5087358" y="1189677"/>
                  </a:lnTo>
                  <a:lnTo>
                    <a:pt x="5087985" y="1191234"/>
                  </a:lnTo>
                  <a:lnTo>
                    <a:pt x="5088612" y="1192664"/>
                  </a:lnTo>
                  <a:lnTo>
                    <a:pt x="5089238" y="1193990"/>
                  </a:lnTo>
                  <a:lnTo>
                    <a:pt x="5089865" y="1195200"/>
                  </a:lnTo>
                  <a:lnTo>
                    <a:pt x="5090491" y="1196289"/>
                  </a:lnTo>
                  <a:lnTo>
                    <a:pt x="5091118" y="1197260"/>
                  </a:lnTo>
                  <a:lnTo>
                    <a:pt x="5091744" y="1198151"/>
                  </a:lnTo>
                  <a:lnTo>
                    <a:pt x="5092371" y="1198949"/>
                  </a:lnTo>
                  <a:lnTo>
                    <a:pt x="5092997" y="1199680"/>
                  </a:lnTo>
                  <a:lnTo>
                    <a:pt x="5093624" y="1200331"/>
                  </a:lnTo>
                  <a:lnTo>
                    <a:pt x="5094251" y="1200891"/>
                  </a:lnTo>
                  <a:lnTo>
                    <a:pt x="5094877" y="1201341"/>
                  </a:lnTo>
                  <a:lnTo>
                    <a:pt x="5095504" y="1201707"/>
                  </a:lnTo>
                  <a:lnTo>
                    <a:pt x="5096130" y="1202017"/>
                  </a:lnTo>
                  <a:lnTo>
                    <a:pt x="5096757" y="1202297"/>
                  </a:lnTo>
                  <a:lnTo>
                    <a:pt x="5097383" y="1202522"/>
                  </a:lnTo>
                  <a:lnTo>
                    <a:pt x="5098010" y="1202660"/>
                  </a:lnTo>
                  <a:lnTo>
                    <a:pt x="5098636" y="1202673"/>
                  </a:lnTo>
                  <a:lnTo>
                    <a:pt x="5099263" y="1202597"/>
                  </a:lnTo>
                  <a:lnTo>
                    <a:pt x="5099890" y="1202436"/>
                  </a:lnTo>
                  <a:lnTo>
                    <a:pt x="5100516" y="1202193"/>
                  </a:lnTo>
                  <a:lnTo>
                    <a:pt x="5101143" y="1201866"/>
                  </a:lnTo>
                  <a:lnTo>
                    <a:pt x="5101769" y="1201452"/>
                  </a:lnTo>
                  <a:lnTo>
                    <a:pt x="5102396" y="1200927"/>
                  </a:lnTo>
                  <a:lnTo>
                    <a:pt x="5103022" y="1200283"/>
                  </a:lnTo>
                  <a:lnTo>
                    <a:pt x="5103649" y="1199529"/>
                  </a:lnTo>
                  <a:lnTo>
                    <a:pt x="5104275" y="1198652"/>
                  </a:lnTo>
                  <a:lnTo>
                    <a:pt x="5104902" y="1197594"/>
                  </a:lnTo>
                  <a:lnTo>
                    <a:pt x="5105529" y="1196362"/>
                  </a:lnTo>
                  <a:lnTo>
                    <a:pt x="5106155" y="1194970"/>
                  </a:lnTo>
                  <a:lnTo>
                    <a:pt x="5106782" y="1193448"/>
                  </a:lnTo>
                  <a:lnTo>
                    <a:pt x="5107408" y="1191868"/>
                  </a:lnTo>
                  <a:lnTo>
                    <a:pt x="5108035" y="1190268"/>
                  </a:lnTo>
                  <a:lnTo>
                    <a:pt x="5108661" y="1188619"/>
                  </a:lnTo>
                  <a:lnTo>
                    <a:pt x="5109288" y="1186919"/>
                  </a:lnTo>
                  <a:lnTo>
                    <a:pt x="5109914" y="1185153"/>
                  </a:lnTo>
                  <a:lnTo>
                    <a:pt x="5110541" y="1183316"/>
                  </a:lnTo>
                  <a:lnTo>
                    <a:pt x="5111168" y="1181410"/>
                  </a:lnTo>
                  <a:lnTo>
                    <a:pt x="5111794" y="1179435"/>
                  </a:lnTo>
                  <a:lnTo>
                    <a:pt x="5112421" y="1177427"/>
                  </a:lnTo>
                  <a:lnTo>
                    <a:pt x="5113047" y="1175387"/>
                  </a:lnTo>
                  <a:lnTo>
                    <a:pt x="5113674" y="1173365"/>
                  </a:lnTo>
                  <a:lnTo>
                    <a:pt x="5114300" y="1171387"/>
                  </a:lnTo>
                  <a:lnTo>
                    <a:pt x="5114927" y="1169464"/>
                  </a:lnTo>
                  <a:lnTo>
                    <a:pt x="5115553" y="1167594"/>
                  </a:lnTo>
                  <a:lnTo>
                    <a:pt x="5116180" y="1165794"/>
                  </a:lnTo>
                  <a:lnTo>
                    <a:pt x="5116807" y="1164050"/>
                  </a:lnTo>
                  <a:lnTo>
                    <a:pt x="5117433" y="1162347"/>
                  </a:lnTo>
                  <a:lnTo>
                    <a:pt x="5118060" y="1160695"/>
                  </a:lnTo>
                  <a:lnTo>
                    <a:pt x="5118686" y="1159120"/>
                  </a:lnTo>
                  <a:lnTo>
                    <a:pt x="5119313" y="1157642"/>
                  </a:lnTo>
                  <a:lnTo>
                    <a:pt x="5119939" y="1156277"/>
                  </a:lnTo>
                  <a:lnTo>
                    <a:pt x="5120566" y="1155018"/>
                  </a:lnTo>
                  <a:lnTo>
                    <a:pt x="5121192" y="1153828"/>
                  </a:lnTo>
                  <a:lnTo>
                    <a:pt x="5121819" y="1152680"/>
                  </a:lnTo>
                  <a:lnTo>
                    <a:pt x="5122446" y="1151589"/>
                  </a:lnTo>
                  <a:lnTo>
                    <a:pt x="5123072" y="1150512"/>
                  </a:lnTo>
                  <a:lnTo>
                    <a:pt x="5123699" y="1149420"/>
                  </a:lnTo>
                  <a:lnTo>
                    <a:pt x="5124325" y="1148303"/>
                  </a:lnTo>
                  <a:lnTo>
                    <a:pt x="5124952" y="1147142"/>
                  </a:lnTo>
                  <a:lnTo>
                    <a:pt x="5125578" y="1145929"/>
                  </a:lnTo>
                  <a:lnTo>
                    <a:pt x="5126205" y="1144660"/>
                  </a:lnTo>
                  <a:lnTo>
                    <a:pt x="5126831" y="1143350"/>
                  </a:lnTo>
                  <a:lnTo>
                    <a:pt x="5127458" y="1141976"/>
                  </a:lnTo>
                  <a:lnTo>
                    <a:pt x="5128085" y="1140523"/>
                  </a:lnTo>
                  <a:lnTo>
                    <a:pt x="5128711" y="1138974"/>
                  </a:lnTo>
                  <a:lnTo>
                    <a:pt x="5129338" y="1137339"/>
                  </a:lnTo>
                  <a:lnTo>
                    <a:pt x="5129964" y="1135665"/>
                  </a:lnTo>
                  <a:lnTo>
                    <a:pt x="5130591" y="1133982"/>
                  </a:lnTo>
                  <a:lnTo>
                    <a:pt x="5131217" y="1132290"/>
                  </a:lnTo>
                  <a:lnTo>
                    <a:pt x="5131844" y="1130583"/>
                  </a:lnTo>
                  <a:lnTo>
                    <a:pt x="5132470" y="1128885"/>
                  </a:lnTo>
                  <a:lnTo>
                    <a:pt x="5133097" y="1127200"/>
                  </a:lnTo>
                  <a:lnTo>
                    <a:pt x="5133724" y="1125534"/>
                  </a:lnTo>
                  <a:lnTo>
                    <a:pt x="5134350" y="1123909"/>
                  </a:lnTo>
                  <a:lnTo>
                    <a:pt x="5134977" y="1122329"/>
                  </a:lnTo>
                  <a:lnTo>
                    <a:pt x="5135603" y="1120781"/>
                  </a:lnTo>
                  <a:lnTo>
                    <a:pt x="5136230" y="1119288"/>
                  </a:lnTo>
                  <a:lnTo>
                    <a:pt x="5136856" y="1117900"/>
                  </a:lnTo>
                  <a:lnTo>
                    <a:pt x="5137483" y="1116601"/>
                  </a:lnTo>
                  <a:lnTo>
                    <a:pt x="5138109" y="1115369"/>
                  </a:lnTo>
                  <a:lnTo>
                    <a:pt x="5138736" y="1114179"/>
                  </a:lnTo>
                  <a:lnTo>
                    <a:pt x="5139363" y="1112945"/>
                  </a:lnTo>
                  <a:lnTo>
                    <a:pt x="5139989" y="1111661"/>
                  </a:lnTo>
                  <a:lnTo>
                    <a:pt x="5140616" y="1110341"/>
                  </a:lnTo>
                  <a:lnTo>
                    <a:pt x="5141242" y="1108995"/>
                  </a:lnTo>
                  <a:lnTo>
                    <a:pt x="5141869" y="1107630"/>
                  </a:lnTo>
                  <a:lnTo>
                    <a:pt x="5142495" y="1106268"/>
                  </a:lnTo>
                  <a:lnTo>
                    <a:pt x="5143122" y="1104905"/>
                  </a:lnTo>
                  <a:lnTo>
                    <a:pt x="5143748" y="1103542"/>
                  </a:lnTo>
                  <a:lnTo>
                    <a:pt x="5144375" y="1102147"/>
                  </a:lnTo>
                  <a:lnTo>
                    <a:pt x="5145002" y="1100741"/>
                  </a:lnTo>
                  <a:lnTo>
                    <a:pt x="5145628" y="1099291"/>
                  </a:lnTo>
                  <a:lnTo>
                    <a:pt x="5146255" y="1097803"/>
                  </a:lnTo>
                  <a:lnTo>
                    <a:pt x="5146881" y="1096274"/>
                  </a:lnTo>
                  <a:lnTo>
                    <a:pt x="5147508" y="1094728"/>
                  </a:lnTo>
                  <a:lnTo>
                    <a:pt x="5148134" y="1093176"/>
                  </a:lnTo>
                  <a:lnTo>
                    <a:pt x="5148761" y="1091650"/>
                  </a:lnTo>
                  <a:lnTo>
                    <a:pt x="5149387" y="1090190"/>
                  </a:lnTo>
                  <a:lnTo>
                    <a:pt x="5150014" y="1088798"/>
                  </a:lnTo>
                  <a:lnTo>
                    <a:pt x="5150641" y="1087479"/>
                  </a:lnTo>
                  <a:lnTo>
                    <a:pt x="5151267" y="1086217"/>
                  </a:lnTo>
                  <a:lnTo>
                    <a:pt x="5151894" y="1084990"/>
                  </a:lnTo>
                  <a:lnTo>
                    <a:pt x="5152520" y="1083796"/>
                  </a:lnTo>
                  <a:lnTo>
                    <a:pt x="5153147" y="1082660"/>
                  </a:lnTo>
                  <a:lnTo>
                    <a:pt x="5153773" y="1081597"/>
                  </a:lnTo>
                  <a:lnTo>
                    <a:pt x="5154400" y="1080579"/>
                  </a:lnTo>
                  <a:lnTo>
                    <a:pt x="5155026" y="1079640"/>
                  </a:lnTo>
                  <a:lnTo>
                    <a:pt x="5155653" y="1078782"/>
                  </a:lnTo>
                  <a:lnTo>
                    <a:pt x="5156280" y="1078002"/>
                  </a:lnTo>
                  <a:lnTo>
                    <a:pt x="5156906" y="1077295"/>
                  </a:lnTo>
                  <a:lnTo>
                    <a:pt x="5157533" y="1076662"/>
                  </a:lnTo>
                  <a:lnTo>
                    <a:pt x="5158159" y="1076115"/>
                  </a:lnTo>
                  <a:lnTo>
                    <a:pt x="5158786" y="1075623"/>
                  </a:lnTo>
                  <a:lnTo>
                    <a:pt x="5159412" y="1075158"/>
                  </a:lnTo>
                  <a:lnTo>
                    <a:pt x="5160039" y="1074723"/>
                  </a:lnTo>
                  <a:lnTo>
                    <a:pt x="5160665" y="1074328"/>
                  </a:lnTo>
                  <a:lnTo>
                    <a:pt x="5161292" y="1073990"/>
                  </a:lnTo>
                  <a:lnTo>
                    <a:pt x="5161919" y="1073675"/>
                  </a:lnTo>
                  <a:lnTo>
                    <a:pt x="5162545" y="1073370"/>
                  </a:lnTo>
                  <a:lnTo>
                    <a:pt x="5163172" y="1073082"/>
                  </a:lnTo>
                  <a:lnTo>
                    <a:pt x="5163798" y="1072810"/>
                  </a:lnTo>
                  <a:lnTo>
                    <a:pt x="5164425" y="1072538"/>
                  </a:lnTo>
                  <a:lnTo>
                    <a:pt x="5165051" y="1072285"/>
                  </a:lnTo>
                  <a:lnTo>
                    <a:pt x="5165678" y="1072034"/>
                  </a:lnTo>
                  <a:lnTo>
                    <a:pt x="5166304" y="1071783"/>
                  </a:lnTo>
                  <a:lnTo>
                    <a:pt x="5166931" y="1071572"/>
                  </a:lnTo>
                  <a:lnTo>
                    <a:pt x="5167558" y="1071408"/>
                  </a:lnTo>
                  <a:lnTo>
                    <a:pt x="5168184" y="1071265"/>
                  </a:lnTo>
                  <a:lnTo>
                    <a:pt x="5168811" y="1071160"/>
                  </a:lnTo>
                  <a:lnTo>
                    <a:pt x="5169437" y="1071100"/>
                  </a:lnTo>
                  <a:lnTo>
                    <a:pt x="5170064" y="1071083"/>
                  </a:lnTo>
                  <a:lnTo>
                    <a:pt x="5170690" y="1071092"/>
                  </a:lnTo>
                  <a:lnTo>
                    <a:pt x="5171317" y="1071185"/>
                  </a:lnTo>
                  <a:lnTo>
                    <a:pt x="5171943" y="1071363"/>
                  </a:lnTo>
                  <a:lnTo>
                    <a:pt x="5172570" y="1071642"/>
                  </a:lnTo>
                  <a:lnTo>
                    <a:pt x="5173197" y="1072044"/>
                  </a:lnTo>
                  <a:lnTo>
                    <a:pt x="5173823" y="1072556"/>
                  </a:lnTo>
                  <a:lnTo>
                    <a:pt x="5174450" y="1073164"/>
                  </a:lnTo>
                  <a:lnTo>
                    <a:pt x="5175076" y="1073876"/>
                  </a:lnTo>
                  <a:lnTo>
                    <a:pt x="5175703" y="1074706"/>
                  </a:lnTo>
                  <a:lnTo>
                    <a:pt x="5176329" y="1075632"/>
                  </a:lnTo>
                  <a:lnTo>
                    <a:pt x="5176956" y="1076641"/>
                  </a:lnTo>
                  <a:lnTo>
                    <a:pt x="5177582" y="1077738"/>
                  </a:lnTo>
                  <a:lnTo>
                    <a:pt x="5178209" y="1078930"/>
                  </a:lnTo>
                  <a:lnTo>
                    <a:pt x="5178836" y="1080186"/>
                  </a:lnTo>
                  <a:lnTo>
                    <a:pt x="5179462" y="1081487"/>
                  </a:lnTo>
                  <a:lnTo>
                    <a:pt x="5180089" y="1082849"/>
                  </a:lnTo>
                  <a:lnTo>
                    <a:pt x="5180715" y="1084246"/>
                  </a:lnTo>
                  <a:lnTo>
                    <a:pt x="5181342" y="1085662"/>
                  </a:lnTo>
                  <a:lnTo>
                    <a:pt x="5181968" y="1087078"/>
                  </a:lnTo>
                  <a:lnTo>
                    <a:pt x="5182595" y="1088483"/>
                  </a:lnTo>
                  <a:lnTo>
                    <a:pt x="5183221" y="1089885"/>
                  </a:lnTo>
                  <a:lnTo>
                    <a:pt x="5183848" y="1091297"/>
                  </a:lnTo>
                  <a:lnTo>
                    <a:pt x="5184475" y="1092728"/>
                  </a:lnTo>
                  <a:lnTo>
                    <a:pt x="5185101" y="1094161"/>
                  </a:lnTo>
                  <a:lnTo>
                    <a:pt x="5185728" y="1095598"/>
                  </a:lnTo>
                  <a:lnTo>
                    <a:pt x="5186354" y="1097048"/>
                  </a:lnTo>
                  <a:lnTo>
                    <a:pt x="5186981" y="1098513"/>
                  </a:lnTo>
                  <a:lnTo>
                    <a:pt x="5187607" y="1099989"/>
                  </a:lnTo>
                  <a:lnTo>
                    <a:pt x="5188234" y="1101502"/>
                  </a:lnTo>
                  <a:lnTo>
                    <a:pt x="5188860" y="1103062"/>
                  </a:lnTo>
                  <a:lnTo>
                    <a:pt x="5189487" y="1104665"/>
                  </a:lnTo>
                  <a:lnTo>
                    <a:pt x="5190114" y="1106302"/>
                  </a:lnTo>
                  <a:lnTo>
                    <a:pt x="5190740" y="1107965"/>
                  </a:lnTo>
                  <a:lnTo>
                    <a:pt x="5191367" y="1109667"/>
                  </a:lnTo>
                  <a:lnTo>
                    <a:pt x="5191993" y="1111405"/>
                  </a:lnTo>
                  <a:lnTo>
                    <a:pt x="5192620" y="1113174"/>
                  </a:lnTo>
                  <a:lnTo>
                    <a:pt x="5193246" y="1114952"/>
                  </a:lnTo>
                  <a:lnTo>
                    <a:pt x="5193873" y="1116750"/>
                  </a:lnTo>
                  <a:lnTo>
                    <a:pt x="5194499" y="1118565"/>
                  </a:lnTo>
                  <a:lnTo>
                    <a:pt x="5195126" y="1120381"/>
                  </a:lnTo>
                  <a:lnTo>
                    <a:pt x="5195753" y="1122190"/>
                  </a:lnTo>
                  <a:lnTo>
                    <a:pt x="5196379" y="1123981"/>
                  </a:lnTo>
                  <a:lnTo>
                    <a:pt x="5197006" y="1125716"/>
                  </a:lnTo>
                  <a:lnTo>
                    <a:pt x="5197632" y="1127400"/>
                  </a:lnTo>
                  <a:lnTo>
                    <a:pt x="5198259" y="1129041"/>
                  </a:lnTo>
                  <a:lnTo>
                    <a:pt x="5198885" y="1130603"/>
                  </a:lnTo>
                  <a:lnTo>
                    <a:pt x="5199512" y="1132087"/>
                  </a:lnTo>
                  <a:lnTo>
                    <a:pt x="5200138" y="1133523"/>
                  </a:lnTo>
                  <a:lnTo>
                    <a:pt x="5200765" y="1134916"/>
                  </a:lnTo>
                  <a:lnTo>
                    <a:pt x="5201392" y="1136251"/>
                  </a:lnTo>
                  <a:lnTo>
                    <a:pt x="5202018" y="1137554"/>
                  </a:lnTo>
                  <a:lnTo>
                    <a:pt x="5202645" y="1138837"/>
                  </a:lnTo>
                  <a:lnTo>
                    <a:pt x="5203271" y="1140093"/>
                  </a:lnTo>
                  <a:lnTo>
                    <a:pt x="5203898" y="1141321"/>
                  </a:lnTo>
                  <a:lnTo>
                    <a:pt x="5204524" y="1142507"/>
                  </a:lnTo>
                  <a:lnTo>
                    <a:pt x="5205151" y="1143627"/>
                  </a:lnTo>
                  <a:lnTo>
                    <a:pt x="5205777" y="1144711"/>
                  </a:lnTo>
                  <a:lnTo>
                    <a:pt x="5206404" y="1145784"/>
                  </a:lnTo>
                  <a:lnTo>
                    <a:pt x="5207031" y="1146866"/>
                  </a:lnTo>
                  <a:lnTo>
                    <a:pt x="5207657" y="1147919"/>
                  </a:lnTo>
                  <a:lnTo>
                    <a:pt x="5208284" y="1148971"/>
                  </a:lnTo>
                  <a:lnTo>
                    <a:pt x="5208910" y="1150011"/>
                  </a:lnTo>
                  <a:lnTo>
                    <a:pt x="5209537" y="1151029"/>
                  </a:lnTo>
                  <a:lnTo>
                    <a:pt x="5210163" y="1151999"/>
                  </a:lnTo>
                  <a:lnTo>
                    <a:pt x="5210790" y="1152934"/>
                  </a:lnTo>
                  <a:lnTo>
                    <a:pt x="5211416" y="1153813"/>
                  </a:lnTo>
                  <a:lnTo>
                    <a:pt x="5212043" y="1154612"/>
                  </a:lnTo>
                  <a:lnTo>
                    <a:pt x="5212669" y="1155339"/>
                  </a:lnTo>
                  <a:lnTo>
                    <a:pt x="5213296" y="1155990"/>
                  </a:lnTo>
                  <a:lnTo>
                    <a:pt x="5213923" y="1156560"/>
                  </a:lnTo>
                  <a:lnTo>
                    <a:pt x="5214549" y="1157059"/>
                  </a:lnTo>
                  <a:lnTo>
                    <a:pt x="5215176" y="1157475"/>
                  </a:lnTo>
                  <a:lnTo>
                    <a:pt x="5215802" y="1157795"/>
                  </a:lnTo>
                  <a:lnTo>
                    <a:pt x="5216429" y="1158006"/>
                  </a:lnTo>
                  <a:lnTo>
                    <a:pt x="5217055" y="1158132"/>
                  </a:lnTo>
                  <a:lnTo>
                    <a:pt x="5217682" y="1158169"/>
                  </a:lnTo>
                  <a:lnTo>
                    <a:pt x="5218308" y="1158101"/>
                  </a:lnTo>
                  <a:lnTo>
                    <a:pt x="5218935" y="1157940"/>
                  </a:lnTo>
                  <a:lnTo>
                    <a:pt x="5219562" y="1157688"/>
                  </a:lnTo>
                  <a:lnTo>
                    <a:pt x="5220188" y="1157349"/>
                  </a:lnTo>
                  <a:lnTo>
                    <a:pt x="5220815" y="1156915"/>
                  </a:lnTo>
                  <a:lnTo>
                    <a:pt x="5221441" y="1156389"/>
                  </a:lnTo>
                  <a:lnTo>
                    <a:pt x="5222068" y="1155776"/>
                  </a:lnTo>
                  <a:lnTo>
                    <a:pt x="5222694" y="1155097"/>
                  </a:lnTo>
                  <a:lnTo>
                    <a:pt x="5223321" y="1154390"/>
                  </a:lnTo>
                  <a:lnTo>
                    <a:pt x="5223947" y="1153648"/>
                  </a:lnTo>
                  <a:lnTo>
                    <a:pt x="5224574" y="1152878"/>
                  </a:lnTo>
                  <a:lnTo>
                    <a:pt x="5225201" y="1152097"/>
                  </a:lnTo>
                  <a:lnTo>
                    <a:pt x="5225827" y="1151290"/>
                  </a:lnTo>
                  <a:lnTo>
                    <a:pt x="5226454" y="1150453"/>
                  </a:lnTo>
                  <a:lnTo>
                    <a:pt x="5227080" y="1149587"/>
                  </a:lnTo>
                  <a:lnTo>
                    <a:pt x="5227707" y="1148718"/>
                  </a:lnTo>
                  <a:lnTo>
                    <a:pt x="5228333" y="1147841"/>
                  </a:lnTo>
                  <a:lnTo>
                    <a:pt x="5228960" y="1146969"/>
                  </a:lnTo>
                  <a:lnTo>
                    <a:pt x="5229586" y="1146096"/>
                  </a:lnTo>
                  <a:lnTo>
                    <a:pt x="5230213" y="1145208"/>
                  </a:lnTo>
                  <a:lnTo>
                    <a:pt x="5230840" y="1144329"/>
                  </a:lnTo>
                  <a:lnTo>
                    <a:pt x="5231466" y="1143447"/>
                  </a:lnTo>
                  <a:lnTo>
                    <a:pt x="5232093" y="1142543"/>
                  </a:lnTo>
                  <a:lnTo>
                    <a:pt x="5232719" y="1141594"/>
                  </a:lnTo>
                  <a:lnTo>
                    <a:pt x="5233346" y="1140612"/>
                  </a:lnTo>
                  <a:lnTo>
                    <a:pt x="5233972" y="1139576"/>
                  </a:lnTo>
                  <a:lnTo>
                    <a:pt x="5234599" y="1138484"/>
                  </a:lnTo>
                  <a:lnTo>
                    <a:pt x="5235225" y="1137344"/>
                  </a:lnTo>
                  <a:lnTo>
                    <a:pt x="5235852" y="1136147"/>
                  </a:lnTo>
                  <a:lnTo>
                    <a:pt x="5236479" y="1134890"/>
                  </a:lnTo>
                  <a:lnTo>
                    <a:pt x="5237105" y="1133565"/>
                  </a:lnTo>
                  <a:lnTo>
                    <a:pt x="5237732" y="1132168"/>
                  </a:lnTo>
                  <a:lnTo>
                    <a:pt x="5238358" y="1130673"/>
                  </a:lnTo>
                  <a:lnTo>
                    <a:pt x="5238985" y="1129064"/>
                  </a:lnTo>
                  <a:lnTo>
                    <a:pt x="5239611" y="1127371"/>
                  </a:lnTo>
                  <a:lnTo>
                    <a:pt x="5240238" y="1125572"/>
                  </a:lnTo>
                  <a:lnTo>
                    <a:pt x="5240864" y="1123653"/>
                  </a:lnTo>
                  <a:lnTo>
                    <a:pt x="5241491" y="1121642"/>
                  </a:lnTo>
                  <a:lnTo>
                    <a:pt x="5242118" y="1119554"/>
                  </a:lnTo>
                  <a:lnTo>
                    <a:pt x="5242744" y="1117404"/>
                  </a:lnTo>
                  <a:lnTo>
                    <a:pt x="5243371" y="1115225"/>
                  </a:lnTo>
                  <a:lnTo>
                    <a:pt x="5243997" y="1113012"/>
                  </a:lnTo>
                  <a:lnTo>
                    <a:pt x="5244624" y="1110757"/>
                  </a:lnTo>
                  <a:lnTo>
                    <a:pt x="5245250" y="1108456"/>
                  </a:lnTo>
                  <a:lnTo>
                    <a:pt x="5245877" y="1106137"/>
                  </a:lnTo>
                  <a:lnTo>
                    <a:pt x="5246503" y="1103819"/>
                  </a:lnTo>
                  <a:lnTo>
                    <a:pt x="5247130" y="1101502"/>
                  </a:lnTo>
                  <a:lnTo>
                    <a:pt x="5247757" y="1099192"/>
                  </a:lnTo>
                  <a:lnTo>
                    <a:pt x="5248383" y="1096910"/>
                  </a:lnTo>
                  <a:lnTo>
                    <a:pt x="5249010" y="1094661"/>
                  </a:lnTo>
                  <a:lnTo>
                    <a:pt x="5249636" y="1092471"/>
                  </a:lnTo>
                  <a:lnTo>
                    <a:pt x="5250263" y="1090355"/>
                  </a:lnTo>
                  <a:lnTo>
                    <a:pt x="5250889" y="1088295"/>
                  </a:lnTo>
                  <a:lnTo>
                    <a:pt x="5251516" y="1086275"/>
                  </a:lnTo>
                  <a:lnTo>
                    <a:pt x="5252142" y="1084278"/>
                  </a:lnTo>
                  <a:lnTo>
                    <a:pt x="5252769" y="1082306"/>
                  </a:lnTo>
                  <a:lnTo>
                    <a:pt x="5253396" y="1080401"/>
                  </a:lnTo>
                  <a:lnTo>
                    <a:pt x="5254022" y="1078562"/>
                  </a:lnTo>
                  <a:lnTo>
                    <a:pt x="5254649" y="1076790"/>
                  </a:lnTo>
                  <a:lnTo>
                    <a:pt x="5255275" y="1075051"/>
                  </a:lnTo>
                  <a:lnTo>
                    <a:pt x="5255902" y="1073346"/>
                  </a:lnTo>
                  <a:lnTo>
                    <a:pt x="5256528" y="1071678"/>
                  </a:lnTo>
                  <a:lnTo>
                    <a:pt x="5257155" y="1070046"/>
                  </a:lnTo>
                  <a:lnTo>
                    <a:pt x="5257781" y="1068443"/>
                  </a:lnTo>
                  <a:lnTo>
                    <a:pt x="5258408" y="1066872"/>
                  </a:lnTo>
                  <a:lnTo>
                    <a:pt x="5259035" y="1065346"/>
                  </a:lnTo>
                  <a:lnTo>
                    <a:pt x="5259661" y="1063864"/>
                  </a:lnTo>
                  <a:lnTo>
                    <a:pt x="5260288" y="1062455"/>
                  </a:lnTo>
                  <a:lnTo>
                    <a:pt x="5260914" y="1061114"/>
                  </a:lnTo>
                  <a:lnTo>
                    <a:pt x="5261541" y="1059858"/>
                  </a:lnTo>
                  <a:lnTo>
                    <a:pt x="5262167" y="1058701"/>
                  </a:lnTo>
                  <a:lnTo>
                    <a:pt x="5262794" y="1057600"/>
                  </a:lnTo>
                  <a:lnTo>
                    <a:pt x="5263420" y="1056567"/>
                  </a:lnTo>
                  <a:lnTo>
                    <a:pt x="5264047" y="1055619"/>
                  </a:lnTo>
                  <a:lnTo>
                    <a:pt x="5264674" y="1054766"/>
                  </a:lnTo>
                  <a:lnTo>
                    <a:pt x="5265300" y="1053996"/>
                  </a:lnTo>
                  <a:lnTo>
                    <a:pt x="5265927" y="1053311"/>
                  </a:lnTo>
                  <a:lnTo>
                    <a:pt x="5266553" y="1052709"/>
                  </a:lnTo>
                  <a:lnTo>
                    <a:pt x="5267180" y="1052188"/>
                  </a:lnTo>
                  <a:lnTo>
                    <a:pt x="5267806" y="1051752"/>
                  </a:lnTo>
                  <a:lnTo>
                    <a:pt x="5268433" y="1051398"/>
                  </a:lnTo>
                  <a:lnTo>
                    <a:pt x="5269059" y="1051125"/>
                  </a:lnTo>
                  <a:lnTo>
                    <a:pt x="5269686" y="1050910"/>
                  </a:lnTo>
                  <a:lnTo>
                    <a:pt x="5270313" y="1050790"/>
                  </a:lnTo>
                  <a:lnTo>
                    <a:pt x="5270939" y="1050756"/>
                  </a:lnTo>
                  <a:lnTo>
                    <a:pt x="5271566" y="1050798"/>
                  </a:lnTo>
                  <a:lnTo>
                    <a:pt x="5272192" y="1050948"/>
                  </a:lnTo>
                  <a:lnTo>
                    <a:pt x="5272819" y="1051215"/>
                  </a:lnTo>
                  <a:lnTo>
                    <a:pt x="5273445" y="1051584"/>
                  </a:lnTo>
                  <a:lnTo>
                    <a:pt x="5274072" y="1052056"/>
                  </a:lnTo>
                  <a:lnTo>
                    <a:pt x="5274698" y="1052617"/>
                  </a:lnTo>
                  <a:lnTo>
                    <a:pt x="5275325" y="1053255"/>
                  </a:lnTo>
                  <a:lnTo>
                    <a:pt x="5275952" y="1053968"/>
                  </a:lnTo>
                  <a:lnTo>
                    <a:pt x="5276578" y="1054790"/>
                  </a:lnTo>
                  <a:lnTo>
                    <a:pt x="5277205" y="1055731"/>
                  </a:lnTo>
                  <a:lnTo>
                    <a:pt x="5277831" y="1056779"/>
                  </a:lnTo>
                  <a:lnTo>
                    <a:pt x="5278458" y="1057922"/>
                  </a:lnTo>
                  <a:lnTo>
                    <a:pt x="5279084" y="1059152"/>
                  </a:lnTo>
                  <a:lnTo>
                    <a:pt x="5279711" y="1060428"/>
                  </a:lnTo>
                  <a:lnTo>
                    <a:pt x="5280337" y="1061730"/>
                  </a:lnTo>
                  <a:lnTo>
                    <a:pt x="5280964" y="1063064"/>
                  </a:lnTo>
                  <a:lnTo>
                    <a:pt x="5281591" y="1064401"/>
                  </a:lnTo>
                  <a:lnTo>
                    <a:pt x="5282217" y="1065747"/>
                  </a:lnTo>
                  <a:lnTo>
                    <a:pt x="5282844" y="1067102"/>
                  </a:lnTo>
                  <a:lnTo>
                    <a:pt x="5283470" y="1068471"/>
                  </a:lnTo>
                  <a:lnTo>
                    <a:pt x="5284097" y="1069875"/>
                  </a:lnTo>
                  <a:lnTo>
                    <a:pt x="5284723" y="1071317"/>
                  </a:lnTo>
                  <a:lnTo>
                    <a:pt x="5285350" y="1072766"/>
                  </a:lnTo>
                  <a:lnTo>
                    <a:pt x="5285976" y="1074190"/>
                  </a:lnTo>
                  <a:lnTo>
                    <a:pt x="5286603" y="1075587"/>
                  </a:lnTo>
                  <a:lnTo>
                    <a:pt x="5287230" y="1076952"/>
                  </a:lnTo>
                  <a:lnTo>
                    <a:pt x="5287856" y="1078286"/>
                  </a:lnTo>
                  <a:lnTo>
                    <a:pt x="5288483" y="1079588"/>
                  </a:lnTo>
                  <a:lnTo>
                    <a:pt x="5289109" y="1080891"/>
                  </a:lnTo>
                  <a:lnTo>
                    <a:pt x="5289736" y="1082214"/>
                  </a:lnTo>
                  <a:lnTo>
                    <a:pt x="5290362" y="1083532"/>
                  </a:lnTo>
                  <a:lnTo>
                    <a:pt x="5290989" y="1084863"/>
                  </a:lnTo>
                  <a:lnTo>
                    <a:pt x="5291615" y="1086197"/>
                  </a:lnTo>
                  <a:lnTo>
                    <a:pt x="5292242" y="1087515"/>
                  </a:lnTo>
                  <a:lnTo>
                    <a:pt x="5292869" y="1088836"/>
                  </a:lnTo>
                  <a:lnTo>
                    <a:pt x="5293495" y="1090159"/>
                  </a:lnTo>
                  <a:lnTo>
                    <a:pt x="5294122" y="1091481"/>
                  </a:lnTo>
                  <a:lnTo>
                    <a:pt x="5294748" y="1092823"/>
                  </a:lnTo>
                  <a:lnTo>
                    <a:pt x="5295375" y="1094194"/>
                  </a:lnTo>
                  <a:lnTo>
                    <a:pt x="5296001" y="1095586"/>
                  </a:lnTo>
                  <a:lnTo>
                    <a:pt x="5296628" y="1097000"/>
                  </a:lnTo>
                  <a:lnTo>
                    <a:pt x="5297254" y="1098438"/>
                  </a:lnTo>
                  <a:lnTo>
                    <a:pt x="5297881" y="1099905"/>
                  </a:lnTo>
                  <a:lnTo>
                    <a:pt x="5298508" y="1101399"/>
                  </a:lnTo>
                  <a:lnTo>
                    <a:pt x="5299134" y="1102935"/>
                  </a:lnTo>
                  <a:lnTo>
                    <a:pt x="5299761" y="1104525"/>
                  </a:lnTo>
                  <a:lnTo>
                    <a:pt x="5300387" y="1106159"/>
                  </a:lnTo>
                  <a:lnTo>
                    <a:pt x="5301014" y="1107839"/>
                  </a:lnTo>
                  <a:lnTo>
                    <a:pt x="5301640" y="1109573"/>
                  </a:lnTo>
                  <a:lnTo>
                    <a:pt x="5302267" y="1111313"/>
                  </a:lnTo>
                  <a:lnTo>
                    <a:pt x="5302893" y="1113085"/>
                  </a:lnTo>
                  <a:lnTo>
                    <a:pt x="5303520" y="1114900"/>
                  </a:lnTo>
                  <a:lnTo>
                    <a:pt x="5304147" y="1116765"/>
                  </a:lnTo>
                  <a:lnTo>
                    <a:pt x="5304773" y="1118692"/>
                  </a:lnTo>
                  <a:lnTo>
                    <a:pt x="5305400" y="1120657"/>
                  </a:lnTo>
                  <a:lnTo>
                    <a:pt x="5306026" y="1122627"/>
                  </a:lnTo>
                  <a:lnTo>
                    <a:pt x="5306653" y="1124615"/>
                  </a:lnTo>
                  <a:lnTo>
                    <a:pt x="5307279" y="1126617"/>
                  </a:lnTo>
                  <a:lnTo>
                    <a:pt x="5307906" y="1128621"/>
                  </a:lnTo>
                  <a:lnTo>
                    <a:pt x="5308532" y="1130575"/>
                  </a:lnTo>
                  <a:lnTo>
                    <a:pt x="5309159" y="1132469"/>
                  </a:lnTo>
                  <a:lnTo>
                    <a:pt x="5309786" y="1134304"/>
                  </a:lnTo>
                  <a:lnTo>
                    <a:pt x="5310412" y="1136083"/>
                  </a:lnTo>
                  <a:lnTo>
                    <a:pt x="5311039" y="1137817"/>
                  </a:lnTo>
                  <a:lnTo>
                    <a:pt x="5311665" y="1139539"/>
                  </a:lnTo>
                  <a:lnTo>
                    <a:pt x="5312292" y="1141224"/>
                  </a:lnTo>
                  <a:lnTo>
                    <a:pt x="5312918" y="1142849"/>
                  </a:lnTo>
                  <a:lnTo>
                    <a:pt x="5313545" y="1144399"/>
                  </a:lnTo>
                  <a:lnTo>
                    <a:pt x="5314171" y="1145870"/>
                  </a:lnTo>
                  <a:lnTo>
                    <a:pt x="5314798" y="1147275"/>
                  </a:lnTo>
                  <a:lnTo>
                    <a:pt x="5315425" y="1148641"/>
                  </a:lnTo>
                  <a:lnTo>
                    <a:pt x="5316051" y="1149949"/>
                  </a:lnTo>
                  <a:lnTo>
                    <a:pt x="5316678" y="1151206"/>
                  </a:lnTo>
                  <a:lnTo>
                    <a:pt x="5317304" y="1152426"/>
                  </a:lnTo>
                  <a:lnTo>
                    <a:pt x="5317931" y="1153652"/>
                  </a:lnTo>
                  <a:lnTo>
                    <a:pt x="5318557" y="1154888"/>
                  </a:lnTo>
                  <a:lnTo>
                    <a:pt x="5319184" y="1156121"/>
                  </a:lnTo>
                  <a:lnTo>
                    <a:pt x="5319810" y="1157350"/>
                  </a:lnTo>
                  <a:lnTo>
                    <a:pt x="5320437" y="1158577"/>
                  </a:lnTo>
                  <a:lnTo>
                    <a:pt x="5321064" y="1159774"/>
                  </a:lnTo>
                  <a:lnTo>
                    <a:pt x="5321690" y="1160911"/>
                  </a:lnTo>
                  <a:lnTo>
                    <a:pt x="5322317" y="1162002"/>
                  </a:lnTo>
                  <a:lnTo>
                    <a:pt x="5322943" y="1163026"/>
                  </a:lnTo>
                  <a:lnTo>
                    <a:pt x="5323570" y="1163983"/>
                  </a:lnTo>
                  <a:lnTo>
                    <a:pt x="5324196" y="1164866"/>
                  </a:lnTo>
                  <a:lnTo>
                    <a:pt x="5324823" y="1165654"/>
                  </a:lnTo>
                  <a:lnTo>
                    <a:pt x="5325449" y="1166352"/>
                  </a:lnTo>
                  <a:lnTo>
                    <a:pt x="5326076" y="1166959"/>
                  </a:lnTo>
                  <a:lnTo>
                    <a:pt x="5326703" y="1167453"/>
                  </a:lnTo>
                  <a:lnTo>
                    <a:pt x="5327329" y="1167830"/>
                  </a:lnTo>
                  <a:lnTo>
                    <a:pt x="5327956" y="1168094"/>
                  </a:lnTo>
                  <a:lnTo>
                    <a:pt x="5328582" y="1168254"/>
                  </a:lnTo>
                  <a:lnTo>
                    <a:pt x="5329209" y="1168310"/>
                  </a:lnTo>
                  <a:lnTo>
                    <a:pt x="5329835" y="1168272"/>
                  </a:lnTo>
                  <a:lnTo>
                    <a:pt x="5330462" y="1168139"/>
                  </a:lnTo>
                  <a:lnTo>
                    <a:pt x="5331088" y="1167916"/>
                  </a:lnTo>
                  <a:lnTo>
                    <a:pt x="5331715" y="1167595"/>
                  </a:lnTo>
                  <a:lnTo>
                    <a:pt x="5332342" y="1167199"/>
                  </a:lnTo>
                  <a:lnTo>
                    <a:pt x="5332968" y="1166732"/>
                  </a:lnTo>
                  <a:lnTo>
                    <a:pt x="5333595" y="1166212"/>
                  </a:lnTo>
                  <a:lnTo>
                    <a:pt x="5334221" y="1165669"/>
                  </a:lnTo>
                  <a:lnTo>
                    <a:pt x="5334848" y="1165072"/>
                  </a:lnTo>
                  <a:lnTo>
                    <a:pt x="5335474" y="1164414"/>
                  </a:lnTo>
                  <a:lnTo>
                    <a:pt x="5336101" y="1163711"/>
                  </a:lnTo>
                  <a:lnTo>
                    <a:pt x="5336727" y="1162957"/>
                  </a:lnTo>
                  <a:lnTo>
                    <a:pt x="5337354" y="1162188"/>
                  </a:lnTo>
                  <a:lnTo>
                    <a:pt x="5337981" y="1161428"/>
                  </a:lnTo>
                  <a:lnTo>
                    <a:pt x="5338607" y="1160688"/>
                  </a:lnTo>
                  <a:lnTo>
                    <a:pt x="5339234" y="1159966"/>
                  </a:lnTo>
                  <a:lnTo>
                    <a:pt x="5339860" y="1159274"/>
                  </a:lnTo>
                  <a:lnTo>
                    <a:pt x="5340487" y="1158643"/>
                  </a:lnTo>
                  <a:lnTo>
                    <a:pt x="5341113" y="1158077"/>
                  </a:lnTo>
                  <a:lnTo>
                    <a:pt x="5341740" y="1157569"/>
                  </a:lnTo>
                  <a:lnTo>
                    <a:pt x="5342366" y="1157138"/>
                  </a:lnTo>
                  <a:lnTo>
                    <a:pt x="5342993" y="1156773"/>
                  </a:lnTo>
                  <a:lnTo>
                    <a:pt x="5343620" y="1156478"/>
                  </a:lnTo>
                  <a:lnTo>
                    <a:pt x="5344246" y="1156279"/>
                  </a:lnTo>
                  <a:lnTo>
                    <a:pt x="5344873" y="1156188"/>
                  </a:lnTo>
                  <a:lnTo>
                    <a:pt x="5345499" y="1156202"/>
                  </a:lnTo>
                  <a:lnTo>
                    <a:pt x="5346126" y="1156318"/>
                  </a:lnTo>
                  <a:lnTo>
                    <a:pt x="5346752" y="1156496"/>
                  </a:lnTo>
                  <a:lnTo>
                    <a:pt x="5347379" y="1156716"/>
                  </a:lnTo>
                  <a:lnTo>
                    <a:pt x="5348005" y="1156973"/>
                  </a:lnTo>
                  <a:lnTo>
                    <a:pt x="5348632" y="1157266"/>
                  </a:lnTo>
                  <a:lnTo>
                    <a:pt x="5349259" y="1157592"/>
                  </a:lnTo>
                  <a:lnTo>
                    <a:pt x="5349885" y="1157930"/>
                  </a:lnTo>
                  <a:lnTo>
                    <a:pt x="5350512" y="1158279"/>
                  </a:lnTo>
                  <a:lnTo>
                    <a:pt x="5351138" y="1158650"/>
                  </a:lnTo>
                  <a:lnTo>
                    <a:pt x="5351765" y="1159017"/>
                  </a:lnTo>
                  <a:lnTo>
                    <a:pt x="5352391" y="1159379"/>
                  </a:lnTo>
                  <a:lnTo>
                    <a:pt x="5353018" y="1159739"/>
                  </a:lnTo>
                  <a:lnTo>
                    <a:pt x="5353644" y="1160126"/>
                  </a:lnTo>
                  <a:lnTo>
                    <a:pt x="5354271" y="1160534"/>
                  </a:lnTo>
                  <a:lnTo>
                    <a:pt x="5354898" y="1160982"/>
                  </a:lnTo>
                  <a:lnTo>
                    <a:pt x="5355524" y="1161477"/>
                  </a:lnTo>
                  <a:lnTo>
                    <a:pt x="5356151" y="1162048"/>
                  </a:lnTo>
                  <a:lnTo>
                    <a:pt x="5356777" y="1162695"/>
                  </a:lnTo>
                  <a:lnTo>
                    <a:pt x="5357404" y="1163419"/>
                  </a:lnTo>
                  <a:lnTo>
                    <a:pt x="5358030" y="1164209"/>
                  </a:lnTo>
                  <a:lnTo>
                    <a:pt x="5358657" y="1165091"/>
                  </a:lnTo>
                  <a:lnTo>
                    <a:pt x="5359283" y="1166060"/>
                  </a:lnTo>
                  <a:lnTo>
                    <a:pt x="5359910" y="1167112"/>
                  </a:lnTo>
                  <a:lnTo>
                    <a:pt x="5360537" y="1168249"/>
                  </a:lnTo>
                  <a:lnTo>
                    <a:pt x="5361163" y="1169466"/>
                  </a:lnTo>
                  <a:lnTo>
                    <a:pt x="5361790" y="1170753"/>
                  </a:lnTo>
                  <a:lnTo>
                    <a:pt x="5362416" y="1172111"/>
                  </a:lnTo>
                  <a:lnTo>
                    <a:pt x="5363043" y="1173514"/>
                  </a:lnTo>
                  <a:lnTo>
                    <a:pt x="5363669" y="1174961"/>
                  </a:lnTo>
                  <a:lnTo>
                    <a:pt x="5364296" y="1176447"/>
                  </a:lnTo>
                  <a:lnTo>
                    <a:pt x="5364922" y="1177971"/>
                  </a:lnTo>
                  <a:lnTo>
                    <a:pt x="5365549" y="1179509"/>
                  </a:lnTo>
                  <a:lnTo>
                    <a:pt x="5366176" y="1181056"/>
                  </a:lnTo>
                  <a:lnTo>
                    <a:pt x="5366802" y="1182603"/>
                  </a:lnTo>
                  <a:lnTo>
                    <a:pt x="5367429" y="1184149"/>
                  </a:lnTo>
                  <a:lnTo>
                    <a:pt x="5368055" y="1185682"/>
                  </a:lnTo>
                  <a:lnTo>
                    <a:pt x="5368682" y="1187226"/>
                  </a:lnTo>
                  <a:lnTo>
                    <a:pt x="5369308" y="1188766"/>
                  </a:lnTo>
                  <a:lnTo>
                    <a:pt x="5369935" y="1190312"/>
                  </a:lnTo>
                  <a:lnTo>
                    <a:pt x="5370561" y="1191869"/>
                  </a:lnTo>
                  <a:lnTo>
                    <a:pt x="5371188" y="1193455"/>
                  </a:lnTo>
                  <a:lnTo>
                    <a:pt x="5371815" y="1195073"/>
                  </a:lnTo>
                  <a:lnTo>
                    <a:pt x="5372441" y="1196720"/>
                  </a:lnTo>
                  <a:lnTo>
                    <a:pt x="5373068" y="1198405"/>
                  </a:lnTo>
                  <a:lnTo>
                    <a:pt x="5373694" y="1200129"/>
                  </a:lnTo>
                  <a:lnTo>
                    <a:pt x="5374321" y="1201882"/>
                  </a:lnTo>
                  <a:lnTo>
                    <a:pt x="5374947" y="1203666"/>
                  </a:lnTo>
                  <a:lnTo>
                    <a:pt x="5375574" y="1205446"/>
                  </a:lnTo>
                  <a:lnTo>
                    <a:pt x="5376200" y="1207231"/>
                  </a:lnTo>
                  <a:lnTo>
                    <a:pt x="5376827" y="1209006"/>
                  </a:lnTo>
                  <a:lnTo>
                    <a:pt x="5377454" y="1210793"/>
                  </a:lnTo>
                  <a:lnTo>
                    <a:pt x="5378080" y="1212580"/>
                  </a:lnTo>
                  <a:lnTo>
                    <a:pt x="5378707" y="1214397"/>
                  </a:lnTo>
                  <a:lnTo>
                    <a:pt x="5379333" y="1216258"/>
                  </a:lnTo>
                  <a:lnTo>
                    <a:pt x="5379960" y="1218138"/>
                  </a:lnTo>
                  <a:lnTo>
                    <a:pt x="5380586" y="1220016"/>
                  </a:lnTo>
                  <a:lnTo>
                    <a:pt x="5381213" y="1221878"/>
                  </a:lnTo>
                  <a:lnTo>
                    <a:pt x="5381839" y="1223738"/>
                  </a:lnTo>
                  <a:lnTo>
                    <a:pt x="5382466" y="1225590"/>
                  </a:lnTo>
                  <a:lnTo>
                    <a:pt x="5383093" y="1227450"/>
                  </a:lnTo>
                  <a:lnTo>
                    <a:pt x="5383719" y="1229345"/>
                  </a:lnTo>
                  <a:lnTo>
                    <a:pt x="5384346" y="1231308"/>
                  </a:lnTo>
                  <a:lnTo>
                    <a:pt x="5384972" y="1233373"/>
                  </a:lnTo>
                  <a:lnTo>
                    <a:pt x="5385599" y="1235539"/>
                  </a:lnTo>
                  <a:lnTo>
                    <a:pt x="5386225" y="1237833"/>
                  </a:lnTo>
                  <a:lnTo>
                    <a:pt x="5386852" y="1240238"/>
                  </a:lnTo>
                  <a:lnTo>
                    <a:pt x="5387478" y="1242745"/>
                  </a:lnTo>
                  <a:lnTo>
                    <a:pt x="5388105" y="1245328"/>
                  </a:lnTo>
                  <a:lnTo>
                    <a:pt x="5388732" y="1247988"/>
                  </a:lnTo>
                  <a:lnTo>
                    <a:pt x="5389358" y="1250754"/>
                  </a:lnTo>
                  <a:lnTo>
                    <a:pt x="5389985" y="1253648"/>
                  </a:lnTo>
                  <a:lnTo>
                    <a:pt x="5390611" y="1256670"/>
                  </a:lnTo>
                  <a:lnTo>
                    <a:pt x="5391238" y="1259820"/>
                  </a:lnTo>
                  <a:lnTo>
                    <a:pt x="5391864" y="1263108"/>
                  </a:lnTo>
                  <a:lnTo>
                    <a:pt x="5392491" y="1266511"/>
                  </a:lnTo>
                  <a:lnTo>
                    <a:pt x="5393117" y="1270029"/>
                  </a:lnTo>
                  <a:lnTo>
                    <a:pt x="5393744" y="1273641"/>
                  </a:lnTo>
                  <a:lnTo>
                    <a:pt x="5394371" y="1277343"/>
                  </a:lnTo>
                  <a:lnTo>
                    <a:pt x="5394997" y="1281132"/>
                  </a:lnTo>
                  <a:lnTo>
                    <a:pt x="5395624" y="1285010"/>
                  </a:lnTo>
                  <a:lnTo>
                    <a:pt x="5396250" y="1288965"/>
                  </a:lnTo>
                  <a:lnTo>
                    <a:pt x="5396877" y="1292982"/>
                  </a:lnTo>
                  <a:lnTo>
                    <a:pt x="5397097" y="1294419"/>
                  </a:lnTo>
                  <a:lnTo>
                    <a:pt x="5480791" y="1294419"/>
                  </a:lnTo>
                  <a:lnTo>
                    <a:pt x="5480835" y="1294007"/>
                  </a:lnTo>
                  <a:lnTo>
                    <a:pt x="5481462" y="1288255"/>
                  </a:lnTo>
                  <a:lnTo>
                    <a:pt x="5482088" y="1282581"/>
                  </a:lnTo>
                  <a:lnTo>
                    <a:pt x="5482715" y="1276980"/>
                  </a:lnTo>
                  <a:lnTo>
                    <a:pt x="5483341" y="1271459"/>
                  </a:lnTo>
                  <a:lnTo>
                    <a:pt x="5483968" y="1266041"/>
                  </a:lnTo>
                  <a:lnTo>
                    <a:pt x="5484594" y="1260736"/>
                  </a:lnTo>
                  <a:lnTo>
                    <a:pt x="5485221" y="1255540"/>
                  </a:lnTo>
                  <a:lnTo>
                    <a:pt x="5485848" y="1250478"/>
                  </a:lnTo>
                  <a:lnTo>
                    <a:pt x="5486474" y="1245569"/>
                  </a:lnTo>
                  <a:lnTo>
                    <a:pt x="5487101" y="1240807"/>
                  </a:lnTo>
                  <a:lnTo>
                    <a:pt x="5487727" y="1236198"/>
                  </a:lnTo>
                  <a:lnTo>
                    <a:pt x="5488354" y="1231744"/>
                  </a:lnTo>
                  <a:lnTo>
                    <a:pt x="5488980" y="1227450"/>
                  </a:lnTo>
                  <a:lnTo>
                    <a:pt x="5489607" y="1223314"/>
                  </a:lnTo>
                  <a:lnTo>
                    <a:pt x="5490233" y="1219325"/>
                  </a:lnTo>
                  <a:lnTo>
                    <a:pt x="5490860" y="1215479"/>
                  </a:lnTo>
                  <a:lnTo>
                    <a:pt x="5491487" y="1211753"/>
                  </a:lnTo>
                  <a:lnTo>
                    <a:pt x="5492113" y="1208132"/>
                  </a:lnTo>
                  <a:lnTo>
                    <a:pt x="5492740" y="1204618"/>
                  </a:lnTo>
                  <a:lnTo>
                    <a:pt x="5493366" y="1201198"/>
                  </a:lnTo>
                  <a:lnTo>
                    <a:pt x="5493993" y="1197887"/>
                  </a:lnTo>
                  <a:lnTo>
                    <a:pt x="5494619" y="1194689"/>
                  </a:lnTo>
                  <a:lnTo>
                    <a:pt x="5495246" y="1191603"/>
                  </a:lnTo>
                  <a:lnTo>
                    <a:pt x="5495872" y="1188617"/>
                  </a:lnTo>
                  <a:lnTo>
                    <a:pt x="5496499" y="1185720"/>
                  </a:lnTo>
                  <a:lnTo>
                    <a:pt x="5497126" y="1182904"/>
                  </a:lnTo>
                  <a:lnTo>
                    <a:pt x="5497752" y="1180171"/>
                  </a:lnTo>
                  <a:lnTo>
                    <a:pt x="5498379" y="1177505"/>
                  </a:lnTo>
                  <a:lnTo>
                    <a:pt x="5499005" y="1174899"/>
                  </a:lnTo>
                  <a:lnTo>
                    <a:pt x="5499632" y="1172353"/>
                  </a:lnTo>
                  <a:lnTo>
                    <a:pt x="5500258" y="1169865"/>
                  </a:lnTo>
                  <a:lnTo>
                    <a:pt x="5500885" y="1167434"/>
                  </a:lnTo>
                  <a:lnTo>
                    <a:pt x="5501511" y="1165103"/>
                  </a:lnTo>
                  <a:lnTo>
                    <a:pt x="5502138" y="1162876"/>
                  </a:lnTo>
                  <a:lnTo>
                    <a:pt x="5502765" y="1160745"/>
                  </a:lnTo>
                  <a:lnTo>
                    <a:pt x="5503391" y="1158716"/>
                  </a:lnTo>
                  <a:lnTo>
                    <a:pt x="5504018" y="1156782"/>
                  </a:lnTo>
                  <a:lnTo>
                    <a:pt x="5504644" y="1154936"/>
                  </a:lnTo>
                  <a:lnTo>
                    <a:pt x="5505271" y="1153164"/>
                  </a:lnTo>
                  <a:lnTo>
                    <a:pt x="5505897" y="1151461"/>
                  </a:lnTo>
                  <a:lnTo>
                    <a:pt x="5506524" y="1149826"/>
                  </a:lnTo>
                  <a:lnTo>
                    <a:pt x="5507150" y="1148247"/>
                  </a:lnTo>
                  <a:lnTo>
                    <a:pt x="5507777" y="1146734"/>
                  </a:lnTo>
                  <a:lnTo>
                    <a:pt x="5508404" y="1145285"/>
                  </a:lnTo>
                  <a:lnTo>
                    <a:pt x="5509030" y="1143910"/>
                  </a:lnTo>
                  <a:lnTo>
                    <a:pt x="5509657" y="1142632"/>
                  </a:lnTo>
                  <a:lnTo>
                    <a:pt x="5510283" y="1141452"/>
                  </a:lnTo>
                  <a:lnTo>
                    <a:pt x="5510910" y="1140376"/>
                  </a:lnTo>
                  <a:lnTo>
                    <a:pt x="5511536" y="1139403"/>
                  </a:lnTo>
                  <a:lnTo>
                    <a:pt x="5512163" y="1138535"/>
                  </a:lnTo>
                  <a:lnTo>
                    <a:pt x="5512789" y="1137750"/>
                  </a:lnTo>
                  <a:lnTo>
                    <a:pt x="5513416" y="1137027"/>
                  </a:lnTo>
                  <a:lnTo>
                    <a:pt x="5514043" y="1136348"/>
                  </a:lnTo>
                  <a:lnTo>
                    <a:pt x="5514669" y="1135724"/>
                  </a:lnTo>
                  <a:lnTo>
                    <a:pt x="5515296" y="1135150"/>
                  </a:lnTo>
                  <a:lnTo>
                    <a:pt x="5515922" y="1134611"/>
                  </a:lnTo>
                  <a:lnTo>
                    <a:pt x="5516549" y="1134140"/>
                  </a:lnTo>
                  <a:lnTo>
                    <a:pt x="5517175" y="1133745"/>
                  </a:lnTo>
                  <a:lnTo>
                    <a:pt x="5517802" y="1133435"/>
                  </a:lnTo>
                  <a:lnTo>
                    <a:pt x="5518428" y="1133205"/>
                  </a:lnTo>
                  <a:lnTo>
                    <a:pt x="5519055" y="1133045"/>
                  </a:lnTo>
                  <a:lnTo>
                    <a:pt x="5519682" y="1132947"/>
                  </a:lnTo>
                  <a:lnTo>
                    <a:pt x="5520308" y="1132878"/>
                  </a:lnTo>
                  <a:lnTo>
                    <a:pt x="5520935" y="1132829"/>
                  </a:lnTo>
                  <a:lnTo>
                    <a:pt x="5521561" y="1132781"/>
                  </a:lnTo>
                  <a:lnTo>
                    <a:pt x="5522188" y="1132731"/>
                  </a:lnTo>
                  <a:lnTo>
                    <a:pt x="5522814" y="1132692"/>
                  </a:lnTo>
                  <a:lnTo>
                    <a:pt x="5523441" y="1132671"/>
                  </a:lnTo>
                  <a:lnTo>
                    <a:pt x="5524067" y="1132700"/>
                  </a:lnTo>
                  <a:lnTo>
                    <a:pt x="5524694" y="1132790"/>
                  </a:lnTo>
                  <a:lnTo>
                    <a:pt x="5525321" y="1132953"/>
                  </a:lnTo>
                  <a:lnTo>
                    <a:pt x="5525947" y="1133160"/>
                  </a:lnTo>
                  <a:lnTo>
                    <a:pt x="5526574" y="1133402"/>
                  </a:lnTo>
                  <a:lnTo>
                    <a:pt x="5527200" y="1133646"/>
                  </a:lnTo>
                  <a:lnTo>
                    <a:pt x="5527827" y="1133879"/>
                  </a:lnTo>
                  <a:lnTo>
                    <a:pt x="5528453" y="1134126"/>
                  </a:lnTo>
                  <a:lnTo>
                    <a:pt x="5529080" y="1134365"/>
                  </a:lnTo>
                  <a:lnTo>
                    <a:pt x="5529706" y="1134614"/>
                  </a:lnTo>
                  <a:lnTo>
                    <a:pt x="5530333" y="1134872"/>
                  </a:lnTo>
                  <a:lnTo>
                    <a:pt x="5530960" y="1135155"/>
                  </a:lnTo>
                  <a:lnTo>
                    <a:pt x="5531586" y="1135451"/>
                  </a:lnTo>
                  <a:lnTo>
                    <a:pt x="5532213" y="1135777"/>
                  </a:lnTo>
                  <a:lnTo>
                    <a:pt x="5532839" y="1136140"/>
                  </a:lnTo>
                  <a:lnTo>
                    <a:pt x="5533466" y="1136507"/>
                  </a:lnTo>
                  <a:lnTo>
                    <a:pt x="5534092" y="1136886"/>
                  </a:lnTo>
                  <a:lnTo>
                    <a:pt x="5534719" y="1137296"/>
                  </a:lnTo>
                  <a:lnTo>
                    <a:pt x="5535345" y="1137739"/>
                  </a:lnTo>
                  <a:lnTo>
                    <a:pt x="5535972" y="1138224"/>
                  </a:lnTo>
                  <a:lnTo>
                    <a:pt x="5536599" y="1138782"/>
                  </a:lnTo>
                  <a:lnTo>
                    <a:pt x="5537225" y="1139422"/>
                  </a:lnTo>
                  <a:lnTo>
                    <a:pt x="5537852" y="1140127"/>
                  </a:lnTo>
                  <a:lnTo>
                    <a:pt x="5538478" y="1140921"/>
                  </a:lnTo>
                  <a:lnTo>
                    <a:pt x="5539105" y="1141788"/>
                  </a:lnTo>
                  <a:lnTo>
                    <a:pt x="5539731" y="1142729"/>
                  </a:lnTo>
                  <a:lnTo>
                    <a:pt x="5540358" y="1143739"/>
                  </a:lnTo>
                  <a:lnTo>
                    <a:pt x="5540984" y="1144821"/>
                  </a:lnTo>
                  <a:lnTo>
                    <a:pt x="5541611" y="1145950"/>
                  </a:lnTo>
                  <a:lnTo>
                    <a:pt x="5542238" y="1147127"/>
                  </a:lnTo>
                  <a:lnTo>
                    <a:pt x="5542864" y="1148347"/>
                  </a:lnTo>
                  <a:lnTo>
                    <a:pt x="5543491" y="1149583"/>
                  </a:lnTo>
                  <a:lnTo>
                    <a:pt x="5544117" y="1150815"/>
                  </a:lnTo>
                  <a:lnTo>
                    <a:pt x="5544744" y="1152042"/>
                  </a:lnTo>
                  <a:lnTo>
                    <a:pt x="5545370" y="1153271"/>
                  </a:lnTo>
                  <a:lnTo>
                    <a:pt x="5545997" y="1154499"/>
                  </a:lnTo>
                  <a:lnTo>
                    <a:pt x="5546623" y="1155716"/>
                  </a:lnTo>
                  <a:lnTo>
                    <a:pt x="5547250" y="1156928"/>
                  </a:lnTo>
                  <a:lnTo>
                    <a:pt x="5547877" y="1158141"/>
                  </a:lnTo>
                  <a:lnTo>
                    <a:pt x="5548503" y="1159326"/>
                  </a:lnTo>
                  <a:lnTo>
                    <a:pt x="5549130" y="1160476"/>
                  </a:lnTo>
                  <a:lnTo>
                    <a:pt x="5549756" y="1161592"/>
                  </a:lnTo>
                  <a:lnTo>
                    <a:pt x="5550383" y="1162671"/>
                  </a:lnTo>
                  <a:lnTo>
                    <a:pt x="5551009" y="1163718"/>
                  </a:lnTo>
                  <a:lnTo>
                    <a:pt x="5551636" y="1164732"/>
                  </a:lnTo>
                  <a:lnTo>
                    <a:pt x="5552262" y="1165711"/>
                  </a:lnTo>
                  <a:lnTo>
                    <a:pt x="5552889" y="1166662"/>
                  </a:lnTo>
                  <a:lnTo>
                    <a:pt x="5553516" y="1167582"/>
                  </a:lnTo>
                  <a:lnTo>
                    <a:pt x="5554142" y="1168457"/>
                  </a:lnTo>
                  <a:lnTo>
                    <a:pt x="5554769" y="1169297"/>
                  </a:lnTo>
                  <a:lnTo>
                    <a:pt x="5555395" y="1170100"/>
                  </a:lnTo>
                  <a:lnTo>
                    <a:pt x="5556022" y="1170866"/>
                  </a:lnTo>
                  <a:lnTo>
                    <a:pt x="5556648" y="1171588"/>
                  </a:lnTo>
                  <a:lnTo>
                    <a:pt x="5557275" y="1172263"/>
                  </a:lnTo>
                  <a:lnTo>
                    <a:pt x="5557901" y="1172919"/>
                  </a:lnTo>
                  <a:lnTo>
                    <a:pt x="5558528" y="1173570"/>
                  </a:lnTo>
                  <a:lnTo>
                    <a:pt x="5559155" y="1174231"/>
                  </a:lnTo>
                  <a:lnTo>
                    <a:pt x="5559781" y="1174900"/>
                  </a:lnTo>
                  <a:lnTo>
                    <a:pt x="5560408" y="1175563"/>
                  </a:lnTo>
                  <a:lnTo>
                    <a:pt x="5561034" y="1176232"/>
                  </a:lnTo>
                  <a:lnTo>
                    <a:pt x="5561661" y="1176919"/>
                  </a:lnTo>
                  <a:lnTo>
                    <a:pt x="5562287" y="1177617"/>
                  </a:lnTo>
                  <a:lnTo>
                    <a:pt x="5562914" y="1178310"/>
                  </a:lnTo>
                  <a:lnTo>
                    <a:pt x="5563540" y="1179038"/>
                  </a:lnTo>
                  <a:lnTo>
                    <a:pt x="5564167" y="1179763"/>
                  </a:lnTo>
                  <a:lnTo>
                    <a:pt x="5564794" y="1180481"/>
                  </a:lnTo>
                  <a:lnTo>
                    <a:pt x="5565420" y="1181204"/>
                  </a:lnTo>
                  <a:lnTo>
                    <a:pt x="5566047" y="1181928"/>
                  </a:lnTo>
                  <a:lnTo>
                    <a:pt x="5566673" y="1182641"/>
                  </a:lnTo>
                  <a:lnTo>
                    <a:pt x="5567300" y="1183335"/>
                  </a:lnTo>
                  <a:lnTo>
                    <a:pt x="5567926" y="1184008"/>
                  </a:lnTo>
                  <a:lnTo>
                    <a:pt x="5568553" y="1184644"/>
                  </a:lnTo>
                  <a:lnTo>
                    <a:pt x="5569179" y="1185258"/>
                  </a:lnTo>
                  <a:lnTo>
                    <a:pt x="5569806" y="1185854"/>
                  </a:lnTo>
                  <a:lnTo>
                    <a:pt x="5570433" y="1186407"/>
                  </a:lnTo>
                  <a:lnTo>
                    <a:pt x="5571059" y="1186929"/>
                  </a:lnTo>
                  <a:lnTo>
                    <a:pt x="5571686" y="1187426"/>
                  </a:lnTo>
                  <a:lnTo>
                    <a:pt x="5572312" y="1187916"/>
                  </a:lnTo>
                  <a:lnTo>
                    <a:pt x="5572939" y="1188375"/>
                  </a:lnTo>
                  <a:lnTo>
                    <a:pt x="5573565" y="1188802"/>
                  </a:lnTo>
                  <a:lnTo>
                    <a:pt x="5574192" y="1189208"/>
                  </a:lnTo>
                  <a:lnTo>
                    <a:pt x="5574818" y="1189590"/>
                  </a:lnTo>
                  <a:lnTo>
                    <a:pt x="5575445" y="1189966"/>
                  </a:lnTo>
                  <a:lnTo>
                    <a:pt x="5576072" y="1190366"/>
                  </a:lnTo>
                  <a:lnTo>
                    <a:pt x="5576698" y="1190788"/>
                  </a:lnTo>
                  <a:lnTo>
                    <a:pt x="5577325" y="1191229"/>
                  </a:lnTo>
                  <a:lnTo>
                    <a:pt x="5577951" y="1191686"/>
                  </a:lnTo>
                  <a:lnTo>
                    <a:pt x="5578578" y="1192166"/>
                  </a:lnTo>
                  <a:lnTo>
                    <a:pt x="5579204" y="1192660"/>
                  </a:lnTo>
                  <a:lnTo>
                    <a:pt x="5579831" y="1193171"/>
                  </a:lnTo>
                  <a:lnTo>
                    <a:pt x="5580457" y="1193697"/>
                  </a:lnTo>
                  <a:lnTo>
                    <a:pt x="5581084" y="1194238"/>
                  </a:lnTo>
                  <a:lnTo>
                    <a:pt x="5581711" y="1194784"/>
                  </a:lnTo>
                  <a:lnTo>
                    <a:pt x="5582337" y="1195344"/>
                  </a:lnTo>
                  <a:lnTo>
                    <a:pt x="5582964" y="1195933"/>
                  </a:lnTo>
                  <a:lnTo>
                    <a:pt x="5583590" y="1196540"/>
                  </a:lnTo>
                  <a:lnTo>
                    <a:pt x="5584217" y="1197183"/>
                  </a:lnTo>
                  <a:lnTo>
                    <a:pt x="5584843" y="1197862"/>
                  </a:lnTo>
                  <a:lnTo>
                    <a:pt x="5585470" y="1198572"/>
                  </a:lnTo>
                  <a:lnTo>
                    <a:pt x="5586096" y="1199329"/>
                  </a:lnTo>
                  <a:lnTo>
                    <a:pt x="5586723" y="1200110"/>
                  </a:lnTo>
                  <a:lnTo>
                    <a:pt x="5587350" y="1200919"/>
                  </a:lnTo>
                  <a:lnTo>
                    <a:pt x="5587976" y="1201740"/>
                  </a:lnTo>
                  <a:lnTo>
                    <a:pt x="5588603" y="1202562"/>
                  </a:lnTo>
                  <a:lnTo>
                    <a:pt x="5589229" y="1203384"/>
                  </a:lnTo>
                  <a:lnTo>
                    <a:pt x="5589856" y="1204218"/>
                  </a:lnTo>
                  <a:lnTo>
                    <a:pt x="5590482" y="1205070"/>
                  </a:lnTo>
                  <a:lnTo>
                    <a:pt x="5591109" y="1205948"/>
                  </a:lnTo>
                  <a:lnTo>
                    <a:pt x="5591735" y="1206892"/>
                  </a:lnTo>
                  <a:lnTo>
                    <a:pt x="5592362" y="1207891"/>
                  </a:lnTo>
                  <a:lnTo>
                    <a:pt x="5592989" y="1208948"/>
                  </a:lnTo>
                  <a:lnTo>
                    <a:pt x="5593615" y="1210048"/>
                  </a:lnTo>
                  <a:lnTo>
                    <a:pt x="5594242" y="1211196"/>
                  </a:lnTo>
                  <a:lnTo>
                    <a:pt x="5594868" y="1212410"/>
                  </a:lnTo>
                  <a:lnTo>
                    <a:pt x="5595495" y="1213664"/>
                  </a:lnTo>
                  <a:lnTo>
                    <a:pt x="5596121" y="1214975"/>
                  </a:lnTo>
                  <a:lnTo>
                    <a:pt x="5596748" y="1216347"/>
                  </a:lnTo>
                  <a:lnTo>
                    <a:pt x="5597374" y="1217775"/>
                  </a:lnTo>
                  <a:lnTo>
                    <a:pt x="5598001" y="1219250"/>
                  </a:lnTo>
                  <a:lnTo>
                    <a:pt x="5598628" y="1220767"/>
                  </a:lnTo>
                  <a:lnTo>
                    <a:pt x="5599254" y="1222308"/>
                  </a:lnTo>
                  <a:lnTo>
                    <a:pt x="5599881" y="1223870"/>
                  </a:lnTo>
                  <a:lnTo>
                    <a:pt x="5600507" y="1225420"/>
                  </a:lnTo>
                  <a:lnTo>
                    <a:pt x="5601134" y="1226921"/>
                  </a:lnTo>
                  <a:lnTo>
                    <a:pt x="5601760" y="1228388"/>
                  </a:lnTo>
                  <a:lnTo>
                    <a:pt x="5602387" y="1229822"/>
                  </a:lnTo>
                  <a:lnTo>
                    <a:pt x="5603013" y="1231209"/>
                  </a:lnTo>
                  <a:lnTo>
                    <a:pt x="5603640" y="1232535"/>
                  </a:lnTo>
                  <a:lnTo>
                    <a:pt x="5604267" y="1233787"/>
                  </a:lnTo>
                  <a:lnTo>
                    <a:pt x="5604893" y="1234973"/>
                  </a:lnTo>
                  <a:lnTo>
                    <a:pt x="5605520" y="1236086"/>
                  </a:lnTo>
                  <a:lnTo>
                    <a:pt x="5606146" y="1237102"/>
                  </a:lnTo>
                  <a:lnTo>
                    <a:pt x="5606773" y="1238024"/>
                  </a:lnTo>
                  <a:lnTo>
                    <a:pt x="5607399" y="1238855"/>
                  </a:lnTo>
                  <a:lnTo>
                    <a:pt x="5608026" y="1239586"/>
                  </a:lnTo>
                  <a:lnTo>
                    <a:pt x="5608652" y="1240221"/>
                  </a:lnTo>
                  <a:lnTo>
                    <a:pt x="5609279" y="1240766"/>
                  </a:lnTo>
                  <a:lnTo>
                    <a:pt x="5609906" y="1241245"/>
                  </a:lnTo>
                  <a:lnTo>
                    <a:pt x="5610532" y="1241650"/>
                  </a:lnTo>
                  <a:lnTo>
                    <a:pt x="5611159" y="1241980"/>
                  </a:lnTo>
                  <a:lnTo>
                    <a:pt x="5611785" y="1242235"/>
                  </a:lnTo>
                  <a:lnTo>
                    <a:pt x="5612412" y="1242410"/>
                  </a:lnTo>
                  <a:lnTo>
                    <a:pt x="5613038" y="1242504"/>
                  </a:lnTo>
                  <a:lnTo>
                    <a:pt x="5613665" y="1242520"/>
                  </a:lnTo>
                  <a:lnTo>
                    <a:pt x="5614291" y="1242451"/>
                  </a:lnTo>
                  <a:lnTo>
                    <a:pt x="5614918" y="1242310"/>
                  </a:lnTo>
                  <a:lnTo>
                    <a:pt x="5615545" y="1242121"/>
                  </a:lnTo>
                  <a:lnTo>
                    <a:pt x="5616171" y="1241889"/>
                  </a:lnTo>
                  <a:lnTo>
                    <a:pt x="5616798" y="1241637"/>
                  </a:lnTo>
                  <a:lnTo>
                    <a:pt x="5617424" y="1241379"/>
                  </a:lnTo>
                  <a:lnTo>
                    <a:pt x="5618051" y="1241122"/>
                  </a:lnTo>
                  <a:lnTo>
                    <a:pt x="5618677" y="1240867"/>
                  </a:lnTo>
                  <a:lnTo>
                    <a:pt x="5619304" y="1240600"/>
                  </a:lnTo>
                  <a:lnTo>
                    <a:pt x="5619930" y="1240332"/>
                  </a:lnTo>
                  <a:lnTo>
                    <a:pt x="5620557" y="1240064"/>
                  </a:lnTo>
                  <a:lnTo>
                    <a:pt x="5621184" y="1239796"/>
                  </a:lnTo>
                  <a:lnTo>
                    <a:pt x="5621810" y="1239517"/>
                  </a:lnTo>
                  <a:lnTo>
                    <a:pt x="5622437" y="1239237"/>
                  </a:lnTo>
                  <a:lnTo>
                    <a:pt x="5623063" y="1238953"/>
                  </a:lnTo>
                  <a:lnTo>
                    <a:pt x="5623690" y="1238664"/>
                  </a:lnTo>
                  <a:lnTo>
                    <a:pt x="5624316" y="1238364"/>
                  </a:lnTo>
                  <a:lnTo>
                    <a:pt x="5624943" y="1238076"/>
                  </a:lnTo>
                  <a:lnTo>
                    <a:pt x="5625569" y="1237813"/>
                  </a:lnTo>
                  <a:lnTo>
                    <a:pt x="5626196" y="1237564"/>
                  </a:lnTo>
                  <a:lnTo>
                    <a:pt x="5626823" y="1237319"/>
                  </a:lnTo>
                  <a:lnTo>
                    <a:pt x="5627449" y="1237072"/>
                  </a:lnTo>
                  <a:lnTo>
                    <a:pt x="5628076" y="1236822"/>
                  </a:lnTo>
                  <a:lnTo>
                    <a:pt x="5628702" y="1236567"/>
                  </a:lnTo>
                  <a:lnTo>
                    <a:pt x="5629329" y="1236305"/>
                  </a:lnTo>
                  <a:lnTo>
                    <a:pt x="5629955" y="1236046"/>
                  </a:lnTo>
                  <a:lnTo>
                    <a:pt x="5630582" y="1235794"/>
                  </a:lnTo>
                  <a:lnTo>
                    <a:pt x="5631208" y="1235571"/>
                  </a:lnTo>
                  <a:lnTo>
                    <a:pt x="5631835" y="1235363"/>
                  </a:lnTo>
                  <a:lnTo>
                    <a:pt x="5632462" y="1235207"/>
                  </a:lnTo>
                  <a:lnTo>
                    <a:pt x="5633088" y="1235109"/>
                  </a:lnTo>
                  <a:lnTo>
                    <a:pt x="5633715" y="1235055"/>
                  </a:lnTo>
                  <a:lnTo>
                    <a:pt x="5634341" y="1235031"/>
                  </a:lnTo>
                  <a:lnTo>
                    <a:pt x="5634968" y="1235024"/>
                  </a:lnTo>
                  <a:lnTo>
                    <a:pt x="5635594" y="1235039"/>
                  </a:lnTo>
                  <a:lnTo>
                    <a:pt x="5636221" y="1235080"/>
                  </a:lnTo>
                  <a:lnTo>
                    <a:pt x="5636847" y="1235146"/>
                  </a:lnTo>
                  <a:lnTo>
                    <a:pt x="5637474" y="1235249"/>
                  </a:lnTo>
                  <a:lnTo>
                    <a:pt x="5638101" y="1235412"/>
                  </a:lnTo>
                  <a:lnTo>
                    <a:pt x="5638727" y="1235624"/>
                  </a:lnTo>
                  <a:lnTo>
                    <a:pt x="5639354" y="1235885"/>
                  </a:lnTo>
                  <a:lnTo>
                    <a:pt x="5639980" y="1236194"/>
                  </a:lnTo>
                  <a:lnTo>
                    <a:pt x="5640607" y="1236550"/>
                  </a:lnTo>
                  <a:lnTo>
                    <a:pt x="5641233" y="1236942"/>
                  </a:lnTo>
                  <a:lnTo>
                    <a:pt x="5641860" y="1237346"/>
                  </a:lnTo>
                  <a:lnTo>
                    <a:pt x="5642486" y="1237767"/>
                  </a:lnTo>
                  <a:lnTo>
                    <a:pt x="5643113" y="1238198"/>
                  </a:lnTo>
                  <a:lnTo>
                    <a:pt x="5643740" y="1238638"/>
                  </a:lnTo>
                  <a:lnTo>
                    <a:pt x="5644366" y="1239092"/>
                  </a:lnTo>
                  <a:lnTo>
                    <a:pt x="5644993" y="1239564"/>
                  </a:lnTo>
                  <a:lnTo>
                    <a:pt x="5645619" y="1240041"/>
                  </a:lnTo>
                  <a:lnTo>
                    <a:pt x="5646246" y="1240527"/>
                  </a:lnTo>
                  <a:lnTo>
                    <a:pt x="5646872" y="1241007"/>
                  </a:lnTo>
                  <a:lnTo>
                    <a:pt x="5647499" y="1241457"/>
                  </a:lnTo>
                  <a:lnTo>
                    <a:pt x="5648125" y="1241884"/>
                  </a:lnTo>
                  <a:lnTo>
                    <a:pt x="5648752" y="1242264"/>
                  </a:lnTo>
                  <a:lnTo>
                    <a:pt x="5649379" y="1242589"/>
                  </a:lnTo>
                  <a:lnTo>
                    <a:pt x="5650005" y="1242856"/>
                  </a:lnTo>
                  <a:lnTo>
                    <a:pt x="5650632" y="1243076"/>
                  </a:lnTo>
                  <a:lnTo>
                    <a:pt x="5651258" y="1243269"/>
                  </a:lnTo>
                  <a:lnTo>
                    <a:pt x="5651885" y="1243431"/>
                  </a:lnTo>
                  <a:lnTo>
                    <a:pt x="5652511" y="1243575"/>
                  </a:lnTo>
                  <a:lnTo>
                    <a:pt x="5653138" y="1243700"/>
                  </a:lnTo>
                  <a:lnTo>
                    <a:pt x="5653764" y="1243800"/>
                  </a:lnTo>
                  <a:lnTo>
                    <a:pt x="5654391" y="1243858"/>
                  </a:lnTo>
                  <a:lnTo>
                    <a:pt x="5655018" y="1243874"/>
                  </a:lnTo>
                  <a:lnTo>
                    <a:pt x="5655644" y="1243839"/>
                  </a:lnTo>
                  <a:lnTo>
                    <a:pt x="5656271" y="1243753"/>
                  </a:lnTo>
                  <a:lnTo>
                    <a:pt x="5656897" y="1243606"/>
                  </a:lnTo>
                  <a:lnTo>
                    <a:pt x="5657524" y="1243386"/>
                  </a:lnTo>
                  <a:lnTo>
                    <a:pt x="5658150" y="1243116"/>
                  </a:lnTo>
                  <a:lnTo>
                    <a:pt x="5658777" y="1242806"/>
                  </a:lnTo>
                  <a:lnTo>
                    <a:pt x="5659403" y="1242456"/>
                  </a:lnTo>
                  <a:lnTo>
                    <a:pt x="5660030" y="1242058"/>
                  </a:lnTo>
                  <a:lnTo>
                    <a:pt x="5660657" y="1241613"/>
                  </a:lnTo>
                  <a:lnTo>
                    <a:pt x="5661283" y="1241129"/>
                  </a:lnTo>
                  <a:lnTo>
                    <a:pt x="5661910" y="1240595"/>
                  </a:lnTo>
                  <a:lnTo>
                    <a:pt x="5662536" y="1240009"/>
                  </a:lnTo>
                  <a:lnTo>
                    <a:pt x="5663163" y="1239397"/>
                  </a:lnTo>
                  <a:lnTo>
                    <a:pt x="5663789" y="1238770"/>
                  </a:lnTo>
                  <a:lnTo>
                    <a:pt x="5664416" y="1238120"/>
                  </a:lnTo>
                  <a:lnTo>
                    <a:pt x="5665042" y="1237464"/>
                  </a:lnTo>
                  <a:lnTo>
                    <a:pt x="5665669" y="1236822"/>
                  </a:lnTo>
                  <a:lnTo>
                    <a:pt x="5666296" y="1236208"/>
                  </a:lnTo>
                  <a:lnTo>
                    <a:pt x="5666922" y="1235640"/>
                  </a:lnTo>
                  <a:lnTo>
                    <a:pt x="5667549" y="1235113"/>
                  </a:lnTo>
                  <a:lnTo>
                    <a:pt x="5668175" y="1234629"/>
                  </a:lnTo>
                  <a:lnTo>
                    <a:pt x="5668802" y="1234216"/>
                  </a:lnTo>
                  <a:lnTo>
                    <a:pt x="5669428" y="1233874"/>
                  </a:lnTo>
                  <a:lnTo>
                    <a:pt x="5670055" y="1233597"/>
                  </a:lnTo>
                  <a:lnTo>
                    <a:pt x="5670681" y="1233393"/>
                  </a:lnTo>
                  <a:lnTo>
                    <a:pt x="5671308" y="1233261"/>
                  </a:lnTo>
                  <a:lnTo>
                    <a:pt x="5671935" y="1233200"/>
                  </a:lnTo>
                  <a:lnTo>
                    <a:pt x="5672561" y="1233188"/>
                  </a:lnTo>
                  <a:lnTo>
                    <a:pt x="5673188" y="1233244"/>
                  </a:lnTo>
                  <a:lnTo>
                    <a:pt x="5673814" y="1233370"/>
                  </a:lnTo>
                  <a:lnTo>
                    <a:pt x="5674441" y="1233562"/>
                  </a:lnTo>
                  <a:lnTo>
                    <a:pt x="5675067" y="1233827"/>
                  </a:lnTo>
                  <a:lnTo>
                    <a:pt x="5675694" y="1234166"/>
                  </a:lnTo>
                  <a:lnTo>
                    <a:pt x="5676320" y="1234571"/>
                  </a:lnTo>
                  <a:lnTo>
                    <a:pt x="5676947" y="1235042"/>
                  </a:lnTo>
                  <a:lnTo>
                    <a:pt x="5677574" y="1235580"/>
                  </a:lnTo>
                  <a:lnTo>
                    <a:pt x="5678200" y="1236162"/>
                  </a:lnTo>
                  <a:lnTo>
                    <a:pt x="5678827" y="1236789"/>
                  </a:lnTo>
                  <a:lnTo>
                    <a:pt x="5679453" y="1237462"/>
                  </a:lnTo>
                  <a:lnTo>
                    <a:pt x="5680080" y="1238168"/>
                  </a:lnTo>
                  <a:lnTo>
                    <a:pt x="5680706" y="1238898"/>
                  </a:lnTo>
                  <a:lnTo>
                    <a:pt x="5681333" y="1239655"/>
                  </a:lnTo>
                  <a:lnTo>
                    <a:pt x="5681959" y="1240438"/>
                  </a:lnTo>
                  <a:lnTo>
                    <a:pt x="5682586" y="1241225"/>
                  </a:lnTo>
                  <a:lnTo>
                    <a:pt x="5683213" y="1242012"/>
                  </a:lnTo>
                  <a:lnTo>
                    <a:pt x="5683839" y="1242799"/>
                  </a:lnTo>
                  <a:lnTo>
                    <a:pt x="5684466" y="1243586"/>
                  </a:lnTo>
                  <a:lnTo>
                    <a:pt x="5685092" y="1244379"/>
                  </a:lnTo>
                  <a:lnTo>
                    <a:pt x="5685719" y="1245180"/>
                  </a:lnTo>
                  <a:lnTo>
                    <a:pt x="5686345" y="1245977"/>
                  </a:lnTo>
                  <a:lnTo>
                    <a:pt x="5686972" y="1246770"/>
                  </a:lnTo>
                  <a:lnTo>
                    <a:pt x="5687598" y="1247545"/>
                  </a:lnTo>
                  <a:lnTo>
                    <a:pt x="5688225" y="1248302"/>
                  </a:lnTo>
                  <a:lnTo>
                    <a:pt x="5688851" y="1249028"/>
                  </a:lnTo>
                  <a:lnTo>
                    <a:pt x="5689478" y="1249725"/>
                  </a:lnTo>
                  <a:lnTo>
                    <a:pt x="5690105" y="1250398"/>
                  </a:lnTo>
                  <a:lnTo>
                    <a:pt x="5690731" y="1251042"/>
                  </a:lnTo>
                  <a:lnTo>
                    <a:pt x="5691358" y="1251665"/>
                  </a:lnTo>
                  <a:lnTo>
                    <a:pt x="5691984" y="1252279"/>
                  </a:lnTo>
                  <a:lnTo>
                    <a:pt x="5692611" y="1252885"/>
                  </a:lnTo>
                  <a:lnTo>
                    <a:pt x="5693237" y="1253479"/>
                  </a:lnTo>
                  <a:lnTo>
                    <a:pt x="5693864" y="1254048"/>
                  </a:lnTo>
                  <a:lnTo>
                    <a:pt x="5694490" y="1254588"/>
                  </a:lnTo>
                  <a:lnTo>
                    <a:pt x="5695117" y="1255072"/>
                  </a:lnTo>
                  <a:lnTo>
                    <a:pt x="5695744" y="1255508"/>
                  </a:lnTo>
                  <a:lnTo>
                    <a:pt x="5696370" y="1255903"/>
                  </a:lnTo>
                  <a:lnTo>
                    <a:pt x="5696997" y="1256258"/>
                  </a:lnTo>
                  <a:lnTo>
                    <a:pt x="5697623" y="1256573"/>
                  </a:lnTo>
                  <a:lnTo>
                    <a:pt x="5698250" y="1256855"/>
                  </a:lnTo>
                  <a:lnTo>
                    <a:pt x="5698876" y="1257108"/>
                  </a:lnTo>
                  <a:lnTo>
                    <a:pt x="5699503" y="1257331"/>
                  </a:lnTo>
                  <a:lnTo>
                    <a:pt x="5700129" y="1257516"/>
                  </a:lnTo>
                  <a:lnTo>
                    <a:pt x="5700756" y="1257633"/>
                  </a:lnTo>
                  <a:lnTo>
                    <a:pt x="5701383" y="1257684"/>
                  </a:lnTo>
                  <a:lnTo>
                    <a:pt x="5702009" y="1257676"/>
                  </a:lnTo>
                  <a:lnTo>
                    <a:pt x="5702636" y="1257616"/>
                  </a:lnTo>
                  <a:lnTo>
                    <a:pt x="5703262" y="1257515"/>
                  </a:lnTo>
                  <a:lnTo>
                    <a:pt x="5703889" y="1257379"/>
                  </a:lnTo>
                  <a:lnTo>
                    <a:pt x="5704515" y="1257230"/>
                  </a:lnTo>
                  <a:lnTo>
                    <a:pt x="5705142" y="1257062"/>
                  </a:lnTo>
                  <a:lnTo>
                    <a:pt x="5705768" y="1256874"/>
                  </a:lnTo>
                  <a:lnTo>
                    <a:pt x="5706395" y="1256670"/>
                  </a:lnTo>
                  <a:lnTo>
                    <a:pt x="5707022" y="1256449"/>
                  </a:lnTo>
                  <a:lnTo>
                    <a:pt x="5707648" y="1256212"/>
                  </a:lnTo>
                  <a:lnTo>
                    <a:pt x="5708275" y="1255960"/>
                  </a:lnTo>
                  <a:lnTo>
                    <a:pt x="5708901" y="1255694"/>
                  </a:lnTo>
                  <a:lnTo>
                    <a:pt x="5709528" y="1255431"/>
                  </a:lnTo>
                  <a:lnTo>
                    <a:pt x="5710154" y="1255199"/>
                  </a:lnTo>
                  <a:lnTo>
                    <a:pt x="5710781" y="1254999"/>
                  </a:lnTo>
                  <a:lnTo>
                    <a:pt x="5711407" y="1254823"/>
                  </a:lnTo>
                  <a:lnTo>
                    <a:pt x="5712034" y="1254669"/>
                  </a:lnTo>
                  <a:lnTo>
                    <a:pt x="5712661" y="1254533"/>
                  </a:lnTo>
                  <a:lnTo>
                    <a:pt x="5713287" y="1254410"/>
                  </a:lnTo>
                  <a:lnTo>
                    <a:pt x="5713914" y="1254304"/>
                  </a:lnTo>
                  <a:lnTo>
                    <a:pt x="5714540" y="1254221"/>
                  </a:lnTo>
                  <a:lnTo>
                    <a:pt x="5715167" y="1254158"/>
                  </a:lnTo>
                  <a:lnTo>
                    <a:pt x="5715793" y="1254112"/>
                  </a:lnTo>
                  <a:lnTo>
                    <a:pt x="5716420" y="1254076"/>
                  </a:lnTo>
                  <a:lnTo>
                    <a:pt x="5717046" y="1254042"/>
                  </a:lnTo>
                  <a:lnTo>
                    <a:pt x="5717673" y="1254010"/>
                  </a:lnTo>
                  <a:lnTo>
                    <a:pt x="5718300" y="1253988"/>
                  </a:lnTo>
                  <a:lnTo>
                    <a:pt x="5718926" y="1253975"/>
                  </a:lnTo>
                  <a:lnTo>
                    <a:pt x="5719553" y="1253977"/>
                  </a:lnTo>
                  <a:lnTo>
                    <a:pt x="5720179" y="1253992"/>
                  </a:lnTo>
                  <a:lnTo>
                    <a:pt x="5720806" y="1254025"/>
                  </a:lnTo>
                  <a:lnTo>
                    <a:pt x="5721432" y="1254073"/>
                  </a:lnTo>
                  <a:lnTo>
                    <a:pt x="5722059" y="1254136"/>
                  </a:lnTo>
                  <a:lnTo>
                    <a:pt x="5722685" y="1254202"/>
                  </a:lnTo>
                  <a:lnTo>
                    <a:pt x="5723312" y="1254267"/>
                  </a:lnTo>
                  <a:lnTo>
                    <a:pt x="5723939" y="1254328"/>
                  </a:lnTo>
                  <a:lnTo>
                    <a:pt x="5724565" y="1254386"/>
                  </a:lnTo>
                  <a:lnTo>
                    <a:pt x="5725192" y="1254448"/>
                  </a:lnTo>
                  <a:lnTo>
                    <a:pt x="5725818" y="1254533"/>
                  </a:lnTo>
                  <a:lnTo>
                    <a:pt x="5726445" y="1254643"/>
                  </a:lnTo>
                  <a:lnTo>
                    <a:pt x="5727071" y="1254778"/>
                  </a:lnTo>
                  <a:lnTo>
                    <a:pt x="5727698" y="1254929"/>
                  </a:lnTo>
                  <a:lnTo>
                    <a:pt x="5728324" y="1255079"/>
                  </a:lnTo>
                  <a:lnTo>
                    <a:pt x="5728951" y="1255232"/>
                  </a:lnTo>
                  <a:lnTo>
                    <a:pt x="5729578" y="1255383"/>
                  </a:lnTo>
                  <a:lnTo>
                    <a:pt x="5730204" y="1255526"/>
                  </a:lnTo>
                  <a:lnTo>
                    <a:pt x="5730831" y="1255657"/>
                  </a:lnTo>
                  <a:lnTo>
                    <a:pt x="5731457" y="1255772"/>
                  </a:lnTo>
                  <a:lnTo>
                    <a:pt x="5732084" y="1255886"/>
                  </a:lnTo>
                  <a:lnTo>
                    <a:pt x="5732710" y="1256010"/>
                  </a:lnTo>
                  <a:lnTo>
                    <a:pt x="5733337" y="1256144"/>
                  </a:lnTo>
                  <a:lnTo>
                    <a:pt x="5733963" y="1256280"/>
                  </a:lnTo>
                  <a:lnTo>
                    <a:pt x="5734590" y="1256405"/>
                  </a:lnTo>
                  <a:lnTo>
                    <a:pt x="5735217" y="1256506"/>
                  </a:lnTo>
                  <a:lnTo>
                    <a:pt x="5735843" y="1256590"/>
                  </a:lnTo>
                  <a:lnTo>
                    <a:pt x="5736470" y="1256660"/>
                  </a:lnTo>
                  <a:lnTo>
                    <a:pt x="5737096" y="1256720"/>
                  </a:lnTo>
                  <a:lnTo>
                    <a:pt x="5737723" y="1256770"/>
                  </a:lnTo>
                  <a:lnTo>
                    <a:pt x="5738349" y="1256810"/>
                  </a:lnTo>
                  <a:lnTo>
                    <a:pt x="5738976" y="1256837"/>
                  </a:lnTo>
                  <a:lnTo>
                    <a:pt x="5739602" y="1256850"/>
                  </a:lnTo>
                  <a:lnTo>
                    <a:pt x="5740229" y="1256857"/>
                  </a:lnTo>
                  <a:lnTo>
                    <a:pt x="5740856" y="1256860"/>
                  </a:lnTo>
                  <a:lnTo>
                    <a:pt x="5741482" y="1256847"/>
                  </a:lnTo>
                  <a:lnTo>
                    <a:pt x="5742109" y="1256813"/>
                  </a:lnTo>
                  <a:lnTo>
                    <a:pt x="5742735" y="1256754"/>
                  </a:lnTo>
                  <a:lnTo>
                    <a:pt x="5743362" y="1256679"/>
                  </a:lnTo>
                  <a:lnTo>
                    <a:pt x="5743988" y="1256602"/>
                  </a:lnTo>
                  <a:lnTo>
                    <a:pt x="5744615" y="1256532"/>
                  </a:lnTo>
                  <a:lnTo>
                    <a:pt x="5745241" y="1256477"/>
                  </a:lnTo>
                  <a:lnTo>
                    <a:pt x="5745868" y="1256438"/>
                  </a:lnTo>
                  <a:lnTo>
                    <a:pt x="5746495" y="1256421"/>
                  </a:lnTo>
                  <a:lnTo>
                    <a:pt x="5747121" y="1256422"/>
                  </a:lnTo>
                  <a:lnTo>
                    <a:pt x="5747748" y="1256436"/>
                  </a:lnTo>
                  <a:lnTo>
                    <a:pt x="5748374" y="1256471"/>
                  </a:lnTo>
                  <a:lnTo>
                    <a:pt x="5749001" y="1256530"/>
                  </a:lnTo>
                  <a:lnTo>
                    <a:pt x="5749627" y="1256615"/>
                  </a:lnTo>
                  <a:lnTo>
                    <a:pt x="5750254" y="1256727"/>
                  </a:lnTo>
                  <a:lnTo>
                    <a:pt x="5750880" y="1256874"/>
                  </a:lnTo>
                  <a:lnTo>
                    <a:pt x="5751507" y="1257055"/>
                  </a:lnTo>
                  <a:lnTo>
                    <a:pt x="5752134" y="1257280"/>
                  </a:lnTo>
                  <a:lnTo>
                    <a:pt x="5752760" y="1257545"/>
                  </a:lnTo>
                  <a:lnTo>
                    <a:pt x="5753387" y="1257856"/>
                  </a:lnTo>
                  <a:lnTo>
                    <a:pt x="5754013" y="1258207"/>
                  </a:lnTo>
                  <a:lnTo>
                    <a:pt x="5754640" y="1258603"/>
                  </a:lnTo>
                  <a:lnTo>
                    <a:pt x="5755266" y="1259073"/>
                  </a:lnTo>
                  <a:lnTo>
                    <a:pt x="5755893" y="1259577"/>
                  </a:lnTo>
                  <a:lnTo>
                    <a:pt x="5756519" y="1260132"/>
                  </a:lnTo>
                  <a:lnTo>
                    <a:pt x="5757146" y="1260747"/>
                  </a:lnTo>
                  <a:lnTo>
                    <a:pt x="5757773" y="1261390"/>
                  </a:lnTo>
                  <a:lnTo>
                    <a:pt x="5758399" y="1262068"/>
                  </a:lnTo>
                  <a:lnTo>
                    <a:pt x="5759026" y="1262791"/>
                  </a:lnTo>
                  <a:lnTo>
                    <a:pt x="5759652" y="1263559"/>
                  </a:lnTo>
                  <a:lnTo>
                    <a:pt x="5760279" y="1264370"/>
                  </a:lnTo>
                  <a:lnTo>
                    <a:pt x="5760905" y="1265213"/>
                  </a:lnTo>
                  <a:lnTo>
                    <a:pt x="5761532" y="1266077"/>
                  </a:lnTo>
                  <a:lnTo>
                    <a:pt x="5762158" y="1266969"/>
                  </a:lnTo>
                  <a:lnTo>
                    <a:pt x="5762785" y="1267887"/>
                  </a:lnTo>
                  <a:lnTo>
                    <a:pt x="5763412" y="1268834"/>
                  </a:lnTo>
                  <a:lnTo>
                    <a:pt x="5764038" y="1269797"/>
                  </a:lnTo>
                  <a:lnTo>
                    <a:pt x="5764665" y="1270747"/>
                  </a:lnTo>
                  <a:lnTo>
                    <a:pt x="5765291" y="1271686"/>
                  </a:lnTo>
                  <a:lnTo>
                    <a:pt x="5765918" y="1272614"/>
                  </a:lnTo>
                  <a:lnTo>
                    <a:pt x="5766544" y="1273490"/>
                  </a:lnTo>
                  <a:lnTo>
                    <a:pt x="5767171" y="1274325"/>
                  </a:lnTo>
                  <a:lnTo>
                    <a:pt x="5767797" y="1275111"/>
                  </a:lnTo>
                  <a:lnTo>
                    <a:pt x="5768424" y="1275810"/>
                  </a:lnTo>
                  <a:lnTo>
                    <a:pt x="5769051" y="1276413"/>
                  </a:lnTo>
                  <a:lnTo>
                    <a:pt x="5769677" y="1276923"/>
                  </a:lnTo>
                  <a:lnTo>
                    <a:pt x="5770304" y="1277330"/>
                  </a:lnTo>
                  <a:lnTo>
                    <a:pt x="5770930" y="1277646"/>
                  </a:lnTo>
                  <a:lnTo>
                    <a:pt x="5771557" y="1277861"/>
                  </a:lnTo>
                  <a:lnTo>
                    <a:pt x="5772183" y="1277971"/>
                  </a:lnTo>
                  <a:lnTo>
                    <a:pt x="5772810" y="1277970"/>
                  </a:lnTo>
                  <a:lnTo>
                    <a:pt x="5773436" y="1277861"/>
                  </a:lnTo>
                  <a:lnTo>
                    <a:pt x="5774063" y="1277659"/>
                  </a:lnTo>
                  <a:lnTo>
                    <a:pt x="5774690" y="1277387"/>
                  </a:lnTo>
                  <a:lnTo>
                    <a:pt x="5775316" y="1277050"/>
                  </a:lnTo>
                  <a:lnTo>
                    <a:pt x="5775943" y="1276707"/>
                  </a:lnTo>
                  <a:lnTo>
                    <a:pt x="5776569" y="1276355"/>
                  </a:lnTo>
                  <a:lnTo>
                    <a:pt x="5777196" y="1275984"/>
                  </a:lnTo>
                  <a:lnTo>
                    <a:pt x="5777822" y="1275597"/>
                  </a:lnTo>
                  <a:lnTo>
                    <a:pt x="5778449" y="1275185"/>
                  </a:lnTo>
                  <a:lnTo>
                    <a:pt x="5779075" y="1274757"/>
                  </a:lnTo>
                  <a:lnTo>
                    <a:pt x="5779702" y="1274320"/>
                  </a:lnTo>
                  <a:lnTo>
                    <a:pt x="5780329" y="1273867"/>
                  </a:lnTo>
                  <a:lnTo>
                    <a:pt x="5780955" y="1273398"/>
                  </a:lnTo>
                  <a:lnTo>
                    <a:pt x="5781582" y="1272914"/>
                  </a:lnTo>
                  <a:lnTo>
                    <a:pt x="5782208" y="1272411"/>
                  </a:lnTo>
                  <a:lnTo>
                    <a:pt x="5782835" y="1271890"/>
                  </a:lnTo>
                  <a:lnTo>
                    <a:pt x="5783461" y="1271347"/>
                  </a:lnTo>
                  <a:lnTo>
                    <a:pt x="5784088" y="1270768"/>
                  </a:lnTo>
                  <a:lnTo>
                    <a:pt x="5784714" y="1270162"/>
                  </a:lnTo>
                  <a:lnTo>
                    <a:pt x="5785341" y="1269533"/>
                  </a:lnTo>
                  <a:lnTo>
                    <a:pt x="5785968" y="1268885"/>
                  </a:lnTo>
                  <a:lnTo>
                    <a:pt x="5786594" y="1268220"/>
                  </a:lnTo>
                  <a:lnTo>
                    <a:pt x="5787221" y="1267508"/>
                  </a:lnTo>
                  <a:lnTo>
                    <a:pt x="5787847" y="1266785"/>
                  </a:lnTo>
                  <a:lnTo>
                    <a:pt x="5788474" y="1266029"/>
                  </a:lnTo>
                  <a:lnTo>
                    <a:pt x="5789100" y="1265229"/>
                  </a:lnTo>
                  <a:lnTo>
                    <a:pt x="5789727" y="1264418"/>
                  </a:lnTo>
                  <a:lnTo>
                    <a:pt x="5790353" y="1263592"/>
                  </a:lnTo>
                  <a:lnTo>
                    <a:pt x="5790980" y="1262753"/>
                  </a:lnTo>
                  <a:lnTo>
                    <a:pt x="5791607" y="1261900"/>
                  </a:lnTo>
                  <a:lnTo>
                    <a:pt x="5792233" y="1261034"/>
                  </a:lnTo>
                  <a:lnTo>
                    <a:pt x="5792860" y="1260160"/>
                  </a:lnTo>
                  <a:lnTo>
                    <a:pt x="5793486" y="1259263"/>
                  </a:lnTo>
                  <a:lnTo>
                    <a:pt x="5794113" y="1258332"/>
                  </a:lnTo>
                  <a:lnTo>
                    <a:pt x="5794739" y="1257340"/>
                  </a:lnTo>
                  <a:lnTo>
                    <a:pt x="5795366" y="1256265"/>
                  </a:lnTo>
                  <a:lnTo>
                    <a:pt x="5795992" y="1255097"/>
                  </a:lnTo>
                  <a:lnTo>
                    <a:pt x="5796619" y="1253856"/>
                  </a:lnTo>
                  <a:lnTo>
                    <a:pt x="5797246" y="1252535"/>
                  </a:lnTo>
                  <a:lnTo>
                    <a:pt x="5797872" y="1251123"/>
                  </a:lnTo>
                  <a:lnTo>
                    <a:pt x="5798499" y="1249651"/>
                  </a:lnTo>
                  <a:lnTo>
                    <a:pt x="5799125" y="1248099"/>
                  </a:lnTo>
                  <a:lnTo>
                    <a:pt x="5799752" y="1246471"/>
                  </a:lnTo>
                  <a:lnTo>
                    <a:pt x="5800378" y="1244806"/>
                  </a:lnTo>
                  <a:lnTo>
                    <a:pt x="5801005" y="1243118"/>
                  </a:lnTo>
                  <a:lnTo>
                    <a:pt x="5801631" y="1241412"/>
                  </a:lnTo>
                  <a:lnTo>
                    <a:pt x="5802258" y="1239695"/>
                  </a:lnTo>
                  <a:lnTo>
                    <a:pt x="5802885" y="1237978"/>
                  </a:lnTo>
                  <a:lnTo>
                    <a:pt x="5803511" y="1236267"/>
                  </a:lnTo>
                  <a:lnTo>
                    <a:pt x="5804138" y="1234588"/>
                  </a:lnTo>
                  <a:lnTo>
                    <a:pt x="5804764" y="1232947"/>
                  </a:lnTo>
                  <a:lnTo>
                    <a:pt x="5805391" y="1231357"/>
                  </a:lnTo>
                  <a:lnTo>
                    <a:pt x="5806017" y="1229802"/>
                  </a:lnTo>
                  <a:lnTo>
                    <a:pt x="5806644" y="1228277"/>
                  </a:lnTo>
                  <a:lnTo>
                    <a:pt x="5807270" y="1226788"/>
                  </a:lnTo>
                  <a:lnTo>
                    <a:pt x="5807897" y="1225285"/>
                  </a:lnTo>
                  <a:lnTo>
                    <a:pt x="5808524" y="1223765"/>
                  </a:lnTo>
                  <a:lnTo>
                    <a:pt x="5809150" y="1222228"/>
                  </a:lnTo>
                  <a:lnTo>
                    <a:pt x="5809777" y="1220655"/>
                  </a:lnTo>
                  <a:lnTo>
                    <a:pt x="5810403" y="1219049"/>
                  </a:lnTo>
                  <a:lnTo>
                    <a:pt x="5811030" y="1217413"/>
                  </a:lnTo>
                  <a:lnTo>
                    <a:pt x="5811656" y="1215748"/>
                  </a:lnTo>
                  <a:lnTo>
                    <a:pt x="5812283" y="1214053"/>
                  </a:lnTo>
                  <a:lnTo>
                    <a:pt x="5812909" y="1212327"/>
                  </a:lnTo>
                  <a:lnTo>
                    <a:pt x="5813536" y="1210561"/>
                  </a:lnTo>
                  <a:lnTo>
                    <a:pt x="5814163" y="1208773"/>
                  </a:lnTo>
                  <a:lnTo>
                    <a:pt x="5814789" y="1206956"/>
                  </a:lnTo>
                  <a:lnTo>
                    <a:pt x="5815416" y="1205119"/>
                  </a:lnTo>
                  <a:lnTo>
                    <a:pt x="5816042" y="1203257"/>
                  </a:lnTo>
                  <a:lnTo>
                    <a:pt x="5816669" y="1201363"/>
                  </a:lnTo>
                  <a:lnTo>
                    <a:pt x="5817295" y="1199428"/>
                  </a:lnTo>
                  <a:lnTo>
                    <a:pt x="5817922" y="1197424"/>
                  </a:lnTo>
                  <a:lnTo>
                    <a:pt x="5818548" y="1195393"/>
                  </a:lnTo>
                  <a:lnTo>
                    <a:pt x="5819175" y="1193331"/>
                  </a:lnTo>
                  <a:lnTo>
                    <a:pt x="5819802" y="1191223"/>
                  </a:lnTo>
                  <a:lnTo>
                    <a:pt x="5820428" y="1189093"/>
                  </a:lnTo>
                  <a:lnTo>
                    <a:pt x="5821055" y="1186931"/>
                  </a:lnTo>
                  <a:lnTo>
                    <a:pt x="5821681" y="1184722"/>
                  </a:lnTo>
                  <a:lnTo>
                    <a:pt x="5822308" y="1182468"/>
                  </a:lnTo>
                  <a:lnTo>
                    <a:pt x="5822934" y="1180172"/>
                  </a:lnTo>
                  <a:lnTo>
                    <a:pt x="5823561" y="1177838"/>
                  </a:lnTo>
                  <a:lnTo>
                    <a:pt x="5824187" y="1175481"/>
                  </a:lnTo>
                  <a:lnTo>
                    <a:pt x="5824814" y="1173094"/>
                  </a:lnTo>
                  <a:lnTo>
                    <a:pt x="5825441" y="1170700"/>
                  </a:lnTo>
                  <a:lnTo>
                    <a:pt x="5826067" y="1168310"/>
                  </a:lnTo>
                  <a:lnTo>
                    <a:pt x="5826694" y="1165948"/>
                  </a:lnTo>
                  <a:lnTo>
                    <a:pt x="5827320" y="1163651"/>
                  </a:lnTo>
                  <a:lnTo>
                    <a:pt x="5827947" y="1161421"/>
                  </a:lnTo>
                  <a:lnTo>
                    <a:pt x="5828573" y="1159252"/>
                  </a:lnTo>
                  <a:lnTo>
                    <a:pt x="5829200" y="1157198"/>
                  </a:lnTo>
                  <a:lnTo>
                    <a:pt x="5829826" y="1155257"/>
                  </a:lnTo>
                  <a:lnTo>
                    <a:pt x="5830453" y="1153452"/>
                  </a:lnTo>
                  <a:lnTo>
                    <a:pt x="5831080" y="1151817"/>
                  </a:lnTo>
                  <a:lnTo>
                    <a:pt x="5831706" y="1150358"/>
                  </a:lnTo>
                  <a:lnTo>
                    <a:pt x="5832333" y="1149060"/>
                  </a:lnTo>
                  <a:lnTo>
                    <a:pt x="5832959" y="1147926"/>
                  </a:lnTo>
                  <a:lnTo>
                    <a:pt x="5833586" y="1146952"/>
                  </a:lnTo>
                  <a:lnTo>
                    <a:pt x="5834212" y="1146146"/>
                  </a:lnTo>
                  <a:lnTo>
                    <a:pt x="5834839" y="1145494"/>
                  </a:lnTo>
                  <a:lnTo>
                    <a:pt x="5835465" y="1144994"/>
                  </a:lnTo>
                  <a:lnTo>
                    <a:pt x="5836092" y="1144630"/>
                  </a:lnTo>
                  <a:lnTo>
                    <a:pt x="5836719" y="1144389"/>
                  </a:lnTo>
                  <a:lnTo>
                    <a:pt x="5837345" y="1144250"/>
                  </a:lnTo>
                  <a:lnTo>
                    <a:pt x="5837972" y="1144213"/>
                  </a:lnTo>
                  <a:lnTo>
                    <a:pt x="5838598" y="1144205"/>
                  </a:lnTo>
                  <a:lnTo>
                    <a:pt x="5839225" y="1144208"/>
                  </a:lnTo>
                  <a:lnTo>
                    <a:pt x="5839851" y="1144217"/>
                  </a:lnTo>
                  <a:lnTo>
                    <a:pt x="5840478" y="1144232"/>
                  </a:lnTo>
                  <a:lnTo>
                    <a:pt x="5841104" y="1144265"/>
                  </a:lnTo>
                  <a:lnTo>
                    <a:pt x="5841731" y="1144327"/>
                  </a:lnTo>
                  <a:lnTo>
                    <a:pt x="5842358" y="1144417"/>
                  </a:lnTo>
                  <a:lnTo>
                    <a:pt x="5842984" y="1144525"/>
                  </a:lnTo>
                  <a:lnTo>
                    <a:pt x="5843611" y="1144648"/>
                  </a:lnTo>
                  <a:lnTo>
                    <a:pt x="5844237" y="1144786"/>
                  </a:lnTo>
                  <a:lnTo>
                    <a:pt x="5844864" y="1144941"/>
                  </a:lnTo>
                  <a:lnTo>
                    <a:pt x="5845490" y="1145113"/>
                  </a:lnTo>
                  <a:lnTo>
                    <a:pt x="5846117" y="1145290"/>
                  </a:lnTo>
                  <a:lnTo>
                    <a:pt x="5846743" y="1145474"/>
                  </a:lnTo>
                  <a:lnTo>
                    <a:pt x="5847370" y="1145657"/>
                  </a:lnTo>
                  <a:lnTo>
                    <a:pt x="5847997" y="1145850"/>
                  </a:lnTo>
                  <a:lnTo>
                    <a:pt x="5848623" y="1146062"/>
                  </a:lnTo>
                  <a:lnTo>
                    <a:pt x="5849250" y="1146285"/>
                  </a:lnTo>
                  <a:lnTo>
                    <a:pt x="5849876" y="1146549"/>
                  </a:lnTo>
                  <a:lnTo>
                    <a:pt x="5850503" y="1146816"/>
                  </a:lnTo>
                  <a:lnTo>
                    <a:pt x="5851129" y="1147094"/>
                  </a:lnTo>
                  <a:lnTo>
                    <a:pt x="5851756" y="1147397"/>
                  </a:lnTo>
                  <a:lnTo>
                    <a:pt x="5852382" y="1147708"/>
                  </a:lnTo>
                  <a:lnTo>
                    <a:pt x="5853009" y="1148035"/>
                  </a:lnTo>
                  <a:lnTo>
                    <a:pt x="5853636" y="1148384"/>
                  </a:lnTo>
                  <a:lnTo>
                    <a:pt x="5854262" y="1148754"/>
                  </a:lnTo>
                  <a:lnTo>
                    <a:pt x="5854889" y="1149143"/>
                  </a:lnTo>
                  <a:lnTo>
                    <a:pt x="5855515" y="1149551"/>
                  </a:lnTo>
                  <a:lnTo>
                    <a:pt x="5856142" y="1149993"/>
                  </a:lnTo>
                  <a:lnTo>
                    <a:pt x="5856768" y="1150483"/>
                  </a:lnTo>
                  <a:lnTo>
                    <a:pt x="5857395" y="1151035"/>
                  </a:lnTo>
                  <a:lnTo>
                    <a:pt x="5858021" y="1151661"/>
                  </a:lnTo>
                  <a:lnTo>
                    <a:pt x="5858648" y="1152374"/>
                  </a:lnTo>
                  <a:lnTo>
                    <a:pt x="5859275" y="1153161"/>
                  </a:lnTo>
                  <a:lnTo>
                    <a:pt x="5859901" y="1154044"/>
                  </a:lnTo>
                  <a:lnTo>
                    <a:pt x="5860528" y="1155037"/>
                  </a:lnTo>
                  <a:lnTo>
                    <a:pt x="5861154" y="1156105"/>
                  </a:lnTo>
                  <a:lnTo>
                    <a:pt x="5861781" y="1157259"/>
                  </a:lnTo>
                  <a:lnTo>
                    <a:pt x="5862407" y="1158491"/>
                  </a:lnTo>
                  <a:lnTo>
                    <a:pt x="5863034" y="1159765"/>
                  </a:lnTo>
                  <a:lnTo>
                    <a:pt x="5863660" y="1161064"/>
                  </a:lnTo>
                  <a:lnTo>
                    <a:pt x="5864287" y="1162391"/>
                  </a:lnTo>
                  <a:lnTo>
                    <a:pt x="5864914" y="1163740"/>
                  </a:lnTo>
                  <a:lnTo>
                    <a:pt x="5865540" y="1165093"/>
                  </a:lnTo>
                  <a:lnTo>
                    <a:pt x="5866167" y="1166440"/>
                  </a:lnTo>
                  <a:lnTo>
                    <a:pt x="5866793" y="1167769"/>
                  </a:lnTo>
                  <a:lnTo>
                    <a:pt x="5867420" y="1169074"/>
                  </a:lnTo>
                  <a:lnTo>
                    <a:pt x="5868046" y="1170348"/>
                  </a:lnTo>
                  <a:lnTo>
                    <a:pt x="5868673" y="1171594"/>
                  </a:lnTo>
                  <a:lnTo>
                    <a:pt x="5869299" y="1172809"/>
                  </a:lnTo>
                  <a:lnTo>
                    <a:pt x="5869926" y="1173978"/>
                  </a:lnTo>
                  <a:lnTo>
                    <a:pt x="5870553" y="1175149"/>
                  </a:lnTo>
                  <a:lnTo>
                    <a:pt x="5871179" y="1176319"/>
                  </a:lnTo>
                  <a:lnTo>
                    <a:pt x="5871806" y="1177486"/>
                  </a:lnTo>
                  <a:lnTo>
                    <a:pt x="5872432" y="1178667"/>
                  </a:lnTo>
                  <a:lnTo>
                    <a:pt x="5873059" y="1179859"/>
                  </a:lnTo>
                  <a:lnTo>
                    <a:pt x="5873685" y="1181050"/>
                  </a:lnTo>
                  <a:lnTo>
                    <a:pt x="5874312" y="1182239"/>
                  </a:lnTo>
                  <a:lnTo>
                    <a:pt x="5874938" y="1183430"/>
                  </a:lnTo>
                  <a:lnTo>
                    <a:pt x="5875565" y="1184625"/>
                  </a:lnTo>
                  <a:lnTo>
                    <a:pt x="5876192" y="1185830"/>
                  </a:lnTo>
                  <a:lnTo>
                    <a:pt x="5876818" y="1187029"/>
                  </a:lnTo>
                  <a:lnTo>
                    <a:pt x="5877445" y="1188223"/>
                  </a:lnTo>
                  <a:lnTo>
                    <a:pt x="5878071" y="1189414"/>
                  </a:lnTo>
                  <a:lnTo>
                    <a:pt x="5878698" y="1190598"/>
                  </a:lnTo>
                  <a:lnTo>
                    <a:pt x="5879324" y="1191789"/>
                  </a:lnTo>
                  <a:lnTo>
                    <a:pt x="5879951" y="1192987"/>
                  </a:lnTo>
                  <a:lnTo>
                    <a:pt x="5880577" y="1194187"/>
                  </a:lnTo>
                  <a:lnTo>
                    <a:pt x="5881204" y="1195392"/>
                  </a:lnTo>
                  <a:lnTo>
                    <a:pt x="5881831" y="1196593"/>
                  </a:lnTo>
                  <a:lnTo>
                    <a:pt x="5882457" y="1197796"/>
                  </a:lnTo>
                  <a:lnTo>
                    <a:pt x="5883084" y="1199011"/>
                  </a:lnTo>
                  <a:lnTo>
                    <a:pt x="5883710" y="1200241"/>
                  </a:lnTo>
                  <a:lnTo>
                    <a:pt x="5884337" y="1201485"/>
                  </a:lnTo>
                  <a:lnTo>
                    <a:pt x="5884963" y="1202745"/>
                  </a:lnTo>
                  <a:lnTo>
                    <a:pt x="5885590" y="1204014"/>
                  </a:lnTo>
                  <a:lnTo>
                    <a:pt x="5886216" y="1205293"/>
                  </a:lnTo>
                  <a:lnTo>
                    <a:pt x="5886843" y="1206574"/>
                  </a:lnTo>
                  <a:lnTo>
                    <a:pt x="5887470" y="1207857"/>
                  </a:lnTo>
                  <a:lnTo>
                    <a:pt x="5888096" y="1209116"/>
                  </a:lnTo>
                  <a:lnTo>
                    <a:pt x="5888723" y="1210343"/>
                  </a:lnTo>
                  <a:lnTo>
                    <a:pt x="5889349" y="1211525"/>
                  </a:lnTo>
                  <a:lnTo>
                    <a:pt x="5889976" y="1212647"/>
                  </a:lnTo>
                  <a:lnTo>
                    <a:pt x="5890602" y="1213698"/>
                  </a:lnTo>
                  <a:lnTo>
                    <a:pt x="5891229" y="1214678"/>
                  </a:lnTo>
                  <a:lnTo>
                    <a:pt x="5891855" y="1215572"/>
                  </a:lnTo>
                  <a:lnTo>
                    <a:pt x="5892482" y="1216371"/>
                  </a:lnTo>
                  <a:lnTo>
                    <a:pt x="5893109" y="1217068"/>
                  </a:lnTo>
                  <a:lnTo>
                    <a:pt x="5893735" y="1217658"/>
                  </a:lnTo>
                  <a:lnTo>
                    <a:pt x="5894362" y="1218148"/>
                  </a:lnTo>
                  <a:lnTo>
                    <a:pt x="5894988" y="1218548"/>
                  </a:lnTo>
                  <a:lnTo>
                    <a:pt x="5895615" y="1218867"/>
                  </a:lnTo>
                  <a:lnTo>
                    <a:pt x="5896241" y="1219107"/>
                  </a:lnTo>
                  <a:lnTo>
                    <a:pt x="5896868" y="1219261"/>
                  </a:lnTo>
                  <a:lnTo>
                    <a:pt x="5897494" y="1219345"/>
                  </a:lnTo>
                  <a:lnTo>
                    <a:pt x="5898121" y="1219360"/>
                  </a:lnTo>
                  <a:lnTo>
                    <a:pt x="5898748" y="1219318"/>
                  </a:lnTo>
                  <a:lnTo>
                    <a:pt x="5899374" y="1219224"/>
                  </a:lnTo>
                  <a:lnTo>
                    <a:pt x="5900001" y="1219089"/>
                  </a:lnTo>
                  <a:lnTo>
                    <a:pt x="5900627" y="1218913"/>
                  </a:lnTo>
                  <a:lnTo>
                    <a:pt x="5901254" y="1218711"/>
                  </a:lnTo>
                  <a:lnTo>
                    <a:pt x="5901880" y="1218500"/>
                  </a:lnTo>
                  <a:lnTo>
                    <a:pt x="5902507" y="1218294"/>
                  </a:lnTo>
                  <a:lnTo>
                    <a:pt x="5903133" y="1218095"/>
                  </a:lnTo>
                  <a:lnTo>
                    <a:pt x="5903760" y="1217899"/>
                  </a:lnTo>
                  <a:lnTo>
                    <a:pt x="5904387" y="1217692"/>
                  </a:lnTo>
                  <a:lnTo>
                    <a:pt x="5905013" y="1217475"/>
                  </a:lnTo>
                  <a:lnTo>
                    <a:pt x="5905640" y="1217259"/>
                  </a:lnTo>
                  <a:lnTo>
                    <a:pt x="5906266" y="1217053"/>
                  </a:lnTo>
                  <a:lnTo>
                    <a:pt x="5906893" y="1216858"/>
                  </a:lnTo>
                  <a:lnTo>
                    <a:pt x="5907519" y="1216674"/>
                  </a:lnTo>
                  <a:lnTo>
                    <a:pt x="5908146" y="1216495"/>
                  </a:lnTo>
                  <a:lnTo>
                    <a:pt x="5908772" y="1216335"/>
                  </a:lnTo>
                  <a:lnTo>
                    <a:pt x="5909399" y="1216198"/>
                  </a:lnTo>
                  <a:lnTo>
                    <a:pt x="5910026" y="1216082"/>
                  </a:lnTo>
                  <a:lnTo>
                    <a:pt x="5910652" y="1215990"/>
                  </a:lnTo>
                  <a:lnTo>
                    <a:pt x="5911279" y="1215909"/>
                  </a:lnTo>
                  <a:lnTo>
                    <a:pt x="5911905" y="1215840"/>
                  </a:lnTo>
                  <a:lnTo>
                    <a:pt x="5912532" y="1215783"/>
                  </a:lnTo>
                  <a:lnTo>
                    <a:pt x="5913158" y="1215740"/>
                  </a:lnTo>
                  <a:lnTo>
                    <a:pt x="5913785" y="1215714"/>
                  </a:lnTo>
                  <a:lnTo>
                    <a:pt x="5914411" y="1215701"/>
                  </a:lnTo>
                  <a:lnTo>
                    <a:pt x="5915038" y="1215691"/>
                  </a:lnTo>
                  <a:lnTo>
                    <a:pt x="5915665" y="1215678"/>
                  </a:lnTo>
                  <a:lnTo>
                    <a:pt x="5916291" y="1215662"/>
                  </a:lnTo>
                  <a:lnTo>
                    <a:pt x="5916918" y="1215644"/>
                  </a:lnTo>
                  <a:lnTo>
                    <a:pt x="5917544" y="1215629"/>
                  </a:lnTo>
                  <a:lnTo>
                    <a:pt x="5918171" y="1215616"/>
                  </a:lnTo>
                  <a:lnTo>
                    <a:pt x="5918797" y="1215609"/>
                  </a:lnTo>
                  <a:lnTo>
                    <a:pt x="5919424" y="1215587"/>
                  </a:lnTo>
                  <a:lnTo>
                    <a:pt x="5920050" y="1215544"/>
                  </a:lnTo>
                  <a:lnTo>
                    <a:pt x="5920677" y="1215484"/>
                  </a:lnTo>
                  <a:lnTo>
                    <a:pt x="5921304" y="1215409"/>
                  </a:lnTo>
                  <a:lnTo>
                    <a:pt x="5921930" y="1215319"/>
                  </a:lnTo>
                  <a:lnTo>
                    <a:pt x="5922557" y="1215215"/>
                  </a:lnTo>
                  <a:lnTo>
                    <a:pt x="5923183" y="1215099"/>
                  </a:lnTo>
                  <a:lnTo>
                    <a:pt x="5923810" y="1214969"/>
                  </a:lnTo>
                  <a:lnTo>
                    <a:pt x="5924436" y="1214829"/>
                  </a:lnTo>
                  <a:lnTo>
                    <a:pt x="5925063" y="1214677"/>
                  </a:lnTo>
                  <a:lnTo>
                    <a:pt x="5925689" y="1214517"/>
                  </a:lnTo>
                  <a:lnTo>
                    <a:pt x="5926316" y="1214347"/>
                  </a:lnTo>
                  <a:lnTo>
                    <a:pt x="5926942" y="1214166"/>
                  </a:lnTo>
                  <a:lnTo>
                    <a:pt x="5927569" y="1213971"/>
                  </a:lnTo>
                  <a:lnTo>
                    <a:pt x="5928196" y="1213742"/>
                  </a:lnTo>
                  <a:lnTo>
                    <a:pt x="5928822" y="1213494"/>
                  </a:lnTo>
                  <a:lnTo>
                    <a:pt x="5929449" y="1213232"/>
                  </a:lnTo>
                  <a:lnTo>
                    <a:pt x="5930075" y="1212957"/>
                  </a:lnTo>
                  <a:lnTo>
                    <a:pt x="5930702" y="1212666"/>
                  </a:lnTo>
                  <a:lnTo>
                    <a:pt x="5931328" y="1212354"/>
                  </a:lnTo>
                  <a:lnTo>
                    <a:pt x="5931955" y="1212018"/>
                  </a:lnTo>
                  <a:lnTo>
                    <a:pt x="5932581" y="1211657"/>
                  </a:lnTo>
                  <a:lnTo>
                    <a:pt x="5933208" y="1211269"/>
                  </a:lnTo>
                  <a:lnTo>
                    <a:pt x="5933835" y="1210856"/>
                  </a:lnTo>
                  <a:lnTo>
                    <a:pt x="5934461" y="1210419"/>
                  </a:lnTo>
                  <a:lnTo>
                    <a:pt x="5935088" y="1209954"/>
                  </a:lnTo>
                  <a:lnTo>
                    <a:pt x="5935714" y="1209466"/>
                  </a:lnTo>
                  <a:lnTo>
                    <a:pt x="5936341" y="1208954"/>
                  </a:lnTo>
                  <a:lnTo>
                    <a:pt x="5936967" y="1208420"/>
                  </a:lnTo>
                  <a:lnTo>
                    <a:pt x="5937594" y="1207885"/>
                  </a:lnTo>
                  <a:lnTo>
                    <a:pt x="5938220" y="1207349"/>
                  </a:lnTo>
                  <a:lnTo>
                    <a:pt x="5938847" y="1206805"/>
                  </a:lnTo>
                  <a:lnTo>
                    <a:pt x="5939474" y="1206255"/>
                  </a:lnTo>
                  <a:lnTo>
                    <a:pt x="5940100" y="1205695"/>
                  </a:lnTo>
                  <a:lnTo>
                    <a:pt x="5940727" y="1205125"/>
                  </a:lnTo>
                  <a:lnTo>
                    <a:pt x="5941353" y="1204549"/>
                  </a:lnTo>
                  <a:lnTo>
                    <a:pt x="5941980" y="1203969"/>
                  </a:lnTo>
                  <a:lnTo>
                    <a:pt x="5942606" y="1203386"/>
                  </a:lnTo>
                  <a:lnTo>
                    <a:pt x="5943233" y="1202800"/>
                  </a:lnTo>
                  <a:lnTo>
                    <a:pt x="5943859" y="1202213"/>
                  </a:lnTo>
                  <a:lnTo>
                    <a:pt x="5944486" y="1201629"/>
                  </a:lnTo>
                  <a:lnTo>
                    <a:pt x="5945113" y="1201046"/>
                  </a:lnTo>
                  <a:lnTo>
                    <a:pt x="5945739" y="1200464"/>
                  </a:lnTo>
                  <a:lnTo>
                    <a:pt x="5946366" y="1199884"/>
                  </a:lnTo>
                  <a:lnTo>
                    <a:pt x="5946992" y="1199304"/>
                  </a:lnTo>
                  <a:lnTo>
                    <a:pt x="5947619" y="1198728"/>
                  </a:lnTo>
                  <a:lnTo>
                    <a:pt x="5948245" y="1198166"/>
                  </a:lnTo>
                  <a:lnTo>
                    <a:pt x="5948872" y="1197619"/>
                  </a:lnTo>
                  <a:lnTo>
                    <a:pt x="5949498" y="1197095"/>
                  </a:lnTo>
                  <a:lnTo>
                    <a:pt x="5950125" y="1196594"/>
                  </a:lnTo>
                  <a:lnTo>
                    <a:pt x="5950752" y="1196117"/>
                  </a:lnTo>
                  <a:lnTo>
                    <a:pt x="5951378" y="1195679"/>
                  </a:lnTo>
                  <a:lnTo>
                    <a:pt x="5952005" y="1195288"/>
                  </a:lnTo>
                  <a:lnTo>
                    <a:pt x="5952631" y="1194939"/>
                  </a:lnTo>
                  <a:lnTo>
                    <a:pt x="5953258" y="1194625"/>
                  </a:lnTo>
                  <a:lnTo>
                    <a:pt x="5953884" y="1194347"/>
                  </a:lnTo>
                  <a:lnTo>
                    <a:pt x="5954511" y="1194106"/>
                  </a:lnTo>
                  <a:lnTo>
                    <a:pt x="5955137" y="1193887"/>
                  </a:lnTo>
                  <a:lnTo>
                    <a:pt x="5955764" y="1193667"/>
                  </a:lnTo>
                  <a:lnTo>
                    <a:pt x="5956391" y="1193429"/>
                  </a:lnTo>
                  <a:lnTo>
                    <a:pt x="5957017" y="1193172"/>
                  </a:lnTo>
                  <a:lnTo>
                    <a:pt x="5957644" y="1192891"/>
                  </a:lnTo>
                  <a:lnTo>
                    <a:pt x="5958270" y="1192585"/>
                  </a:lnTo>
                  <a:lnTo>
                    <a:pt x="5958897" y="1192243"/>
                  </a:lnTo>
                  <a:lnTo>
                    <a:pt x="5959523" y="1191869"/>
                  </a:lnTo>
                  <a:lnTo>
                    <a:pt x="5960150" y="1191477"/>
                  </a:lnTo>
                  <a:lnTo>
                    <a:pt x="5960776" y="1191055"/>
                  </a:lnTo>
                  <a:lnTo>
                    <a:pt x="5961403" y="1190601"/>
                  </a:lnTo>
                  <a:lnTo>
                    <a:pt x="5962030" y="1190114"/>
                  </a:lnTo>
                  <a:lnTo>
                    <a:pt x="5962656" y="1189602"/>
                  </a:lnTo>
                  <a:lnTo>
                    <a:pt x="5963283" y="1189064"/>
                  </a:lnTo>
                  <a:lnTo>
                    <a:pt x="5963909" y="1188501"/>
                  </a:lnTo>
                  <a:lnTo>
                    <a:pt x="5964536" y="1187922"/>
                  </a:lnTo>
                  <a:lnTo>
                    <a:pt x="5965162" y="1187351"/>
                  </a:lnTo>
                  <a:lnTo>
                    <a:pt x="5965789" y="1186804"/>
                  </a:lnTo>
                  <a:lnTo>
                    <a:pt x="5966415" y="1186285"/>
                  </a:lnTo>
                  <a:lnTo>
                    <a:pt x="5967042" y="1185797"/>
                  </a:lnTo>
                  <a:lnTo>
                    <a:pt x="5967669" y="1185342"/>
                  </a:lnTo>
                  <a:lnTo>
                    <a:pt x="5968295" y="1184921"/>
                  </a:lnTo>
                  <a:lnTo>
                    <a:pt x="5968922" y="1184530"/>
                  </a:lnTo>
                  <a:lnTo>
                    <a:pt x="5969548" y="1184149"/>
                  </a:lnTo>
                  <a:lnTo>
                    <a:pt x="5970175" y="1183775"/>
                  </a:lnTo>
                  <a:lnTo>
                    <a:pt x="5970801" y="1183409"/>
                  </a:lnTo>
                  <a:lnTo>
                    <a:pt x="5971428" y="1183054"/>
                  </a:lnTo>
                  <a:lnTo>
                    <a:pt x="5972054" y="1182711"/>
                  </a:lnTo>
                  <a:lnTo>
                    <a:pt x="5972681" y="1182379"/>
                  </a:lnTo>
                  <a:lnTo>
                    <a:pt x="5973308" y="1182055"/>
                  </a:lnTo>
                  <a:lnTo>
                    <a:pt x="5973934" y="1181740"/>
                  </a:lnTo>
                  <a:lnTo>
                    <a:pt x="5974561" y="1181432"/>
                  </a:lnTo>
                  <a:lnTo>
                    <a:pt x="5975187" y="1181133"/>
                  </a:lnTo>
                  <a:lnTo>
                    <a:pt x="5975814" y="1180837"/>
                  </a:lnTo>
                  <a:lnTo>
                    <a:pt x="5976440" y="1180537"/>
                  </a:lnTo>
                  <a:lnTo>
                    <a:pt x="5977067" y="1180233"/>
                  </a:lnTo>
                  <a:lnTo>
                    <a:pt x="5977693" y="1179927"/>
                  </a:lnTo>
                  <a:lnTo>
                    <a:pt x="5978320" y="1179618"/>
                  </a:lnTo>
                  <a:lnTo>
                    <a:pt x="5978947" y="1179309"/>
                  </a:lnTo>
                  <a:lnTo>
                    <a:pt x="5979573" y="1178994"/>
                  </a:lnTo>
                  <a:lnTo>
                    <a:pt x="5980200" y="1178664"/>
                  </a:lnTo>
                  <a:lnTo>
                    <a:pt x="5980826" y="1178316"/>
                  </a:lnTo>
                  <a:lnTo>
                    <a:pt x="5981453" y="1177946"/>
                  </a:lnTo>
                  <a:lnTo>
                    <a:pt x="5982079" y="1177575"/>
                  </a:lnTo>
                  <a:lnTo>
                    <a:pt x="5982706" y="1177211"/>
                  </a:lnTo>
                  <a:lnTo>
                    <a:pt x="5983332" y="1176858"/>
                  </a:lnTo>
                  <a:lnTo>
                    <a:pt x="5983959" y="1176515"/>
                  </a:lnTo>
                  <a:lnTo>
                    <a:pt x="5984586" y="1176185"/>
                  </a:lnTo>
                  <a:lnTo>
                    <a:pt x="5985212" y="1175880"/>
                  </a:lnTo>
                  <a:lnTo>
                    <a:pt x="5985839" y="1175592"/>
                  </a:lnTo>
                  <a:lnTo>
                    <a:pt x="5986465" y="1175322"/>
                  </a:lnTo>
                  <a:lnTo>
                    <a:pt x="5987092" y="1175082"/>
                  </a:lnTo>
                  <a:lnTo>
                    <a:pt x="5987718" y="1174895"/>
                  </a:lnTo>
                  <a:lnTo>
                    <a:pt x="5988345" y="1174775"/>
                  </a:lnTo>
                  <a:lnTo>
                    <a:pt x="5988971" y="1174730"/>
                  </a:lnTo>
                  <a:lnTo>
                    <a:pt x="5989598" y="1174759"/>
                  </a:lnTo>
                  <a:lnTo>
                    <a:pt x="5990225" y="1174867"/>
                  </a:lnTo>
                  <a:lnTo>
                    <a:pt x="5990851" y="1175073"/>
                  </a:lnTo>
                  <a:lnTo>
                    <a:pt x="5991478" y="1175365"/>
                  </a:lnTo>
                  <a:lnTo>
                    <a:pt x="5992104" y="1175742"/>
                  </a:lnTo>
                  <a:lnTo>
                    <a:pt x="5992731" y="1176201"/>
                  </a:lnTo>
                  <a:lnTo>
                    <a:pt x="5993357" y="1176745"/>
                  </a:lnTo>
                  <a:lnTo>
                    <a:pt x="5993984" y="1177377"/>
                  </a:lnTo>
                  <a:lnTo>
                    <a:pt x="5994610" y="1178092"/>
                  </a:lnTo>
                  <a:lnTo>
                    <a:pt x="5995237" y="1178898"/>
                  </a:lnTo>
                  <a:lnTo>
                    <a:pt x="5995864" y="1179797"/>
                  </a:lnTo>
                  <a:lnTo>
                    <a:pt x="5996490" y="1180782"/>
                  </a:lnTo>
                  <a:lnTo>
                    <a:pt x="5997117" y="1181830"/>
                  </a:lnTo>
                  <a:lnTo>
                    <a:pt x="5997743" y="1182925"/>
                  </a:lnTo>
                  <a:lnTo>
                    <a:pt x="5998370" y="1184055"/>
                  </a:lnTo>
                  <a:lnTo>
                    <a:pt x="5998996" y="1185227"/>
                  </a:lnTo>
                  <a:lnTo>
                    <a:pt x="5999623" y="1186437"/>
                  </a:lnTo>
                  <a:lnTo>
                    <a:pt x="6000249" y="1187664"/>
                  </a:lnTo>
                  <a:lnTo>
                    <a:pt x="6000876" y="1188898"/>
                  </a:lnTo>
                  <a:lnTo>
                    <a:pt x="6001503" y="1190137"/>
                  </a:lnTo>
                  <a:lnTo>
                    <a:pt x="6002129" y="1191380"/>
                  </a:lnTo>
                  <a:lnTo>
                    <a:pt x="6002756" y="1192627"/>
                  </a:lnTo>
                  <a:lnTo>
                    <a:pt x="6003382" y="1193876"/>
                  </a:lnTo>
                  <a:lnTo>
                    <a:pt x="6004009" y="1195123"/>
                  </a:lnTo>
                  <a:lnTo>
                    <a:pt x="6004635" y="1196360"/>
                  </a:lnTo>
                  <a:lnTo>
                    <a:pt x="6005262" y="1197589"/>
                  </a:lnTo>
                  <a:lnTo>
                    <a:pt x="6005888" y="1198804"/>
                  </a:lnTo>
                  <a:lnTo>
                    <a:pt x="6006515" y="1200001"/>
                  </a:lnTo>
                  <a:lnTo>
                    <a:pt x="6007142" y="1201183"/>
                  </a:lnTo>
                  <a:lnTo>
                    <a:pt x="6007768" y="1202352"/>
                  </a:lnTo>
                  <a:lnTo>
                    <a:pt x="6008395" y="1203508"/>
                  </a:lnTo>
                  <a:lnTo>
                    <a:pt x="6009021" y="1204651"/>
                  </a:lnTo>
                  <a:lnTo>
                    <a:pt x="6009648" y="1205782"/>
                  </a:lnTo>
                  <a:lnTo>
                    <a:pt x="6010274" y="1206898"/>
                  </a:lnTo>
                  <a:lnTo>
                    <a:pt x="6010901" y="1207994"/>
                  </a:lnTo>
                  <a:lnTo>
                    <a:pt x="6011527" y="1209069"/>
                  </a:lnTo>
                  <a:lnTo>
                    <a:pt x="6012154" y="1210118"/>
                  </a:lnTo>
                  <a:lnTo>
                    <a:pt x="6012781" y="1211142"/>
                  </a:lnTo>
                  <a:lnTo>
                    <a:pt x="6013407" y="1212136"/>
                  </a:lnTo>
                  <a:lnTo>
                    <a:pt x="6014034" y="1213087"/>
                  </a:lnTo>
                  <a:lnTo>
                    <a:pt x="6014660" y="1213985"/>
                  </a:lnTo>
                  <a:lnTo>
                    <a:pt x="6015287" y="1214833"/>
                  </a:lnTo>
                  <a:lnTo>
                    <a:pt x="6015913" y="1215638"/>
                  </a:lnTo>
                  <a:lnTo>
                    <a:pt x="6016540" y="1216394"/>
                  </a:lnTo>
                  <a:lnTo>
                    <a:pt x="6017166" y="1217101"/>
                  </a:lnTo>
                  <a:lnTo>
                    <a:pt x="6017793" y="1217769"/>
                  </a:lnTo>
                  <a:lnTo>
                    <a:pt x="6018420" y="1218424"/>
                  </a:lnTo>
                  <a:lnTo>
                    <a:pt x="6019046" y="1219078"/>
                  </a:lnTo>
                  <a:lnTo>
                    <a:pt x="6019673" y="1219732"/>
                  </a:lnTo>
                  <a:lnTo>
                    <a:pt x="6020299" y="1220389"/>
                  </a:lnTo>
                  <a:lnTo>
                    <a:pt x="6020926" y="1221042"/>
                  </a:lnTo>
                  <a:lnTo>
                    <a:pt x="6021552" y="1221699"/>
                  </a:lnTo>
                  <a:lnTo>
                    <a:pt x="6022179" y="1222361"/>
                  </a:lnTo>
                  <a:lnTo>
                    <a:pt x="6022805" y="1223020"/>
                  </a:lnTo>
                  <a:lnTo>
                    <a:pt x="6023432" y="1223688"/>
                  </a:lnTo>
                  <a:lnTo>
                    <a:pt x="6024059" y="1224367"/>
                  </a:lnTo>
                  <a:lnTo>
                    <a:pt x="6024685" y="1225058"/>
                  </a:lnTo>
                  <a:lnTo>
                    <a:pt x="6025312" y="1225754"/>
                  </a:lnTo>
                  <a:lnTo>
                    <a:pt x="6025938" y="1226453"/>
                  </a:lnTo>
                  <a:lnTo>
                    <a:pt x="6026565" y="1227156"/>
                  </a:lnTo>
                  <a:lnTo>
                    <a:pt x="6027191" y="1227854"/>
                  </a:lnTo>
                  <a:lnTo>
                    <a:pt x="6027818" y="1228526"/>
                  </a:lnTo>
                  <a:lnTo>
                    <a:pt x="6028444" y="1229154"/>
                  </a:lnTo>
                  <a:lnTo>
                    <a:pt x="6029071" y="1229737"/>
                  </a:lnTo>
                  <a:lnTo>
                    <a:pt x="6029698" y="1230275"/>
                  </a:lnTo>
                  <a:lnTo>
                    <a:pt x="6030324" y="1230772"/>
                  </a:lnTo>
                  <a:lnTo>
                    <a:pt x="6030951" y="1231223"/>
                  </a:lnTo>
                  <a:lnTo>
                    <a:pt x="6031577" y="1231629"/>
                  </a:lnTo>
                  <a:lnTo>
                    <a:pt x="6032204" y="1232010"/>
                  </a:lnTo>
                  <a:lnTo>
                    <a:pt x="6032830" y="1232375"/>
                  </a:lnTo>
                  <a:lnTo>
                    <a:pt x="6033457" y="1232731"/>
                  </a:lnTo>
                  <a:lnTo>
                    <a:pt x="6034083" y="1233071"/>
                  </a:lnTo>
                  <a:lnTo>
                    <a:pt x="6034710" y="1233401"/>
                  </a:lnTo>
                  <a:lnTo>
                    <a:pt x="6035337" y="1233722"/>
                  </a:lnTo>
                  <a:lnTo>
                    <a:pt x="6035963" y="1234037"/>
                  </a:lnTo>
                  <a:lnTo>
                    <a:pt x="6036590" y="1234349"/>
                  </a:lnTo>
                  <a:lnTo>
                    <a:pt x="6037216" y="1234657"/>
                  </a:lnTo>
                  <a:lnTo>
                    <a:pt x="6037843" y="1234962"/>
                  </a:lnTo>
                  <a:lnTo>
                    <a:pt x="6038469" y="1235269"/>
                  </a:lnTo>
                  <a:lnTo>
                    <a:pt x="6039096" y="1235578"/>
                  </a:lnTo>
                  <a:lnTo>
                    <a:pt x="6039722" y="1235887"/>
                  </a:lnTo>
                  <a:lnTo>
                    <a:pt x="6040349" y="1236202"/>
                  </a:lnTo>
                  <a:lnTo>
                    <a:pt x="6040976" y="1236517"/>
                  </a:lnTo>
                  <a:lnTo>
                    <a:pt x="6041602" y="1236832"/>
                  </a:lnTo>
                  <a:lnTo>
                    <a:pt x="6042229" y="1237155"/>
                  </a:lnTo>
                  <a:lnTo>
                    <a:pt x="6042855" y="1237491"/>
                  </a:lnTo>
                  <a:lnTo>
                    <a:pt x="6043482" y="1237845"/>
                  </a:lnTo>
                  <a:lnTo>
                    <a:pt x="6044108" y="1238219"/>
                  </a:lnTo>
                  <a:lnTo>
                    <a:pt x="6044735" y="1238614"/>
                  </a:lnTo>
                  <a:lnTo>
                    <a:pt x="6045361" y="1239031"/>
                  </a:lnTo>
                  <a:lnTo>
                    <a:pt x="6045988" y="1239463"/>
                  </a:lnTo>
                  <a:lnTo>
                    <a:pt x="6046615" y="1239910"/>
                  </a:lnTo>
                  <a:lnTo>
                    <a:pt x="6047241" y="1240366"/>
                  </a:lnTo>
                  <a:lnTo>
                    <a:pt x="6047868" y="1240823"/>
                  </a:lnTo>
                  <a:lnTo>
                    <a:pt x="6048494" y="1241287"/>
                  </a:lnTo>
                  <a:lnTo>
                    <a:pt x="6049121" y="1241752"/>
                  </a:lnTo>
                  <a:lnTo>
                    <a:pt x="6049747" y="1242204"/>
                  </a:lnTo>
                  <a:lnTo>
                    <a:pt x="6050374" y="1242601"/>
                  </a:lnTo>
                  <a:lnTo>
                    <a:pt x="6051000" y="1242930"/>
                  </a:lnTo>
                  <a:lnTo>
                    <a:pt x="6051627" y="1243168"/>
                  </a:lnTo>
                  <a:lnTo>
                    <a:pt x="6052254" y="1243311"/>
                  </a:lnTo>
                  <a:lnTo>
                    <a:pt x="6052880" y="1243358"/>
                  </a:lnTo>
                  <a:lnTo>
                    <a:pt x="6053507" y="1243307"/>
                  </a:lnTo>
                  <a:lnTo>
                    <a:pt x="6054133" y="1243156"/>
                  </a:lnTo>
                  <a:lnTo>
                    <a:pt x="6054760" y="1242898"/>
                  </a:lnTo>
                  <a:lnTo>
                    <a:pt x="6055386" y="1242532"/>
                  </a:lnTo>
                  <a:lnTo>
                    <a:pt x="6056013" y="1242063"/>
                  </a:lnTo>
                  <a:lnTo>
                    <a:pt x="6056639" y="1241489"/>
                  </a:lnTo>
                  <a:lnTo>
                    <a:pt x="6057266" y="1240818"/>
                  </a:lnTo>
                  <a:lnTo>
                    <a:pt x="6057893" y="1240048"/>
                  </a:lnTo>
                  <a:lnTo>
                    <a:pt x="6058519" y="1239177"/>
                  </a:lnTo>
                  <a:lnTo>
                    <a:pt x="6059146" y="1238213"/>
                  </a:lnTo>
                  <a:lnTo>
                    <a:pt x="6059772" y="1237190"/>
                  </a:lnTo>
                  <a:lnTo>
                    <a:pt x="6060399" y="1236128"/>
                  </a:lnTo>
                  <a:lnTo>
                    <a:pt x="6061025" y="1235045"/>
                  </a:lnTo>
                  <a:lnTo>
                    <a:pt x="6061652" y="1233928"/>
                  </a:lnTo>
                  <a:lnTo>
                    <a:pt x="6062278" y="1232766"/>
                  </a:lnTo>
                  <a:lnTo>
                    <a:pt x="6062905" y="1231563"/>
                  </a:lnTo>
                  <a:lnTo>
                    <a:pt x="6063532" y="1230321"/>
                  </a:lnTo>
                  <a:lnTo>
                    <a:pt x="6064158" y="1229043"/>
                  </a:lnTo>
                  <a:lnTo>
                    <a:pt x="6064785" y="1227729"/>
                  </a:lnTo>
                  <a:lnTo>
                    <a:pt x="6065411" y="1226385"/>
                  </a:lnTo>
                  <a:lnTo>
                    <a:pt x="6066038" y="1225014"/>
                  </a:lnTo>
                  <a:lnTo>
                    <a:pt x="6066664" y="1223620"/>
                  </a:lnTo>
                  <a:lnTo>
                    <a:pt x="6067291" y="1222206"/>
                  </a:lnTo>
                  <a:lnTo>
                    <a:pt x="6067917" y="1220776"/>
                  </a:lnTo>
                  <a:lnTo>
                    <a:pt x="6068544" y="1219331"/>
                  </a:lnTo>
                  <a:lnTo>
                    <a:pt x="6069171" y="1217855"/>
                  </a:lnTo>
                  <a:lnTo>
                    <a:pt x="6069797" y="1216345"/>
                  </a:lnTo>
                  <a:lnTo>
                    <a:pt x="6070424" y="1214800"/>
                  </a:lnTo>
                  <a:lnTo>
                    <a:pt x="6071050" y="1213235"/>
                  </a:lnTo>
                  <a:lnTo>
                    <a:pt x="6071677" y="1211663"/>
                  </a:lnTo>
                  <a:lnTo>
                    <a:pt x="6072303" y="1210091"/>
                  </a:lnTo>
                  <a:lnTo>
                    <a:pt x="6072930" y="1208524"/>
                  </a:lnTo>
                  <a:lnTo>
                    <a:pt x="6073556" y="1206960"/>
                  </a:lnTo>
                  <a:lnTo>
                    <a:pt x="6074183" y="1205397"/>
                  </a:lnTo>
                  <a:lnTo>
                    <a:pt x="6074810" y="1203828"/>
                  </a:lnTo>
                  <a:lnTo>
                    <a:pt x="6075436" y="1202257"/>
                  </a:lnTo>
                  <a:lnTo>
                    <a:pt x="6076063" y="1200683"/>
                  </a:lnTo>
                  <a:lnTo>
                    <a:pt x="6076689" y="1199104"/>
                  </a:lnTo>
                  <a:lnTo>
                    <a:pt x="6077316" y="1197520"/>
                  </a:lnTo>
                  <a:lnTo>
                    <a:pt x="6077942" y="1195935"/>
                  </a:lnTo>
                  <a:lnTo>
                    <a:pt x="6078569" y="1194373"/>
                  </a:lnTo>
                  <a:lnTo>
                    <a:pt x="6079195" y="1192838"/>
                  </a:lnTo>
                  <a:lnTo>
                    <a:pt x="6079822" y="1191332"/>
                  </a:lnTo>
                  <a:lnTo>
                    <a:pt x="6080449" y="1189856"/>
                  </a:lnTo>
                  <a:lnTo>
                    <a:pt x="6081075" y="1188405"/>
                  </a:lnTo>
                  <a:lnTo>
                    <a:pt x="6081702" y="1186979"/>
                  </a:lnTo>
                  <a:lnTo>
                    <a:pt x="6082328" y="1185600"/>
                  </a:lnTo>
                  <a:lnTo>
                    <a:pt x="6082955" y="1184264"/>
                  </a:lnTo>
                  <a:lnTo>
                    <a:pt x="6083581" y="1182992"/>
                  </a:lnTo>
                  <a:lnTo>
                    <a:pt x="6084208" y="1181791"/>
                  </a:lnTo>
                  <a:lnTo>
                    <a:pt x="6084834" y="1180657"/>
                  </a:lnTo>
                  <a:lnTo>
                    <a:pt x="6085461" y="1179584"/>
                  </a:lnTo>
                  <a:lnTo>
                    <a:pt x="6086088" y="1178572"/>
                  </a:lnTo>
                  <a:lnTo>
                    <a:pt x="6086714" y="1177624"/>
                  </a:lnTo>
                  <a:lnTo>
                    <a:pt x="6087341" y="1176737"/>
                  </a:lnTo>
                  <a:lnTo>
                    <a:pt x="6087967" y="1175911"/>
                  </a:lnTo>
                  <a:lnTo>
                    <a:pt x="6088594" y="1175148"/>
                  </a:lnTo>
                  <a:lnTo>
                    <a:pt x="6089220" y="1174443"/>
                  </a:lnTo>
                  <a:lnTo>
                    <a:pt x="6089847" y="1173793"/>
                  </a:lnTo>
                  <a:lnTo>
                    <a:pt x="6090473" y="1173196"/>
                  </a:lnTo>
                  <a:lnTo>
                    <a:pt x="6091100" y="1172651"/>
                  </a:lnTo>
                  <a:lnTo>
                    <a:pt x="6091727" y="1172144"/>
                  </a:lnTo>
                  <a:lnTo>
                    <a:pt x="6092353" y="1171672"/>
                  </a:lnTo>
                  <a:lnTo>
                    <a:pt x="6092980" y="1171218"/>
                  </a:lnTo>
                  <a:lnTo>
                    <a:pt x="6093606" y="1170797"/>
                  </a:lnTo>
                  <a:lnTo>
                    <a:pt x="6094233" y="1170414"/>
                  </a:lnTo>
                  <a:lnTo>
                    <a:pt x="6094859" y="1170071"/>
                  </a:lnTo>
                  <a:lnTo>
                    <a:pt x="6095486" y="1169761"/>
                  </a:lnTo>
                  <a:lnTo>
                    <a:pt x="6096112" y="1169483"/>
                  </a:lnTo>
                  <a:lnTo>
                    <a:pt x="6096739" y="1169238"/>
                  </a:lnTo>
                  <a:lnTo>
                    <a:pt x="6097366" y="1169017"/>
                  </a:lnTo>
                  <a:lnTo>
                    <a:pt x="6097992" y="1168822"/>
                  </a:lnTo>
                  <a:lnTo>
                    <a:pt x="6098619" y="1168647"/>
                  </a:lnTo>
                  <a:lnTo>
                    <a:pt x="6099245" y="1168489"/>
                  </a:lnTo>
                  <a:lnTo>
                    <a:pt x="6099872" y="1168352"/>
                  </a:lnTo>
                  <a:lnTo>
                    <a:pt x="6100498" y="1168235"/>
                  </a:lnTo>
                  <a:lnTo>
                    <a:pt x="6101125" y="1168153"/>
                  </a:lnTo>
                  <a:lnTo>
                    <a:pt x="6101751" y="1168115"/>
                  </a:lnTo>
                  <a:lnTo>
                    <a:pt x="6102378" y="1168119"/>
                  </a:lnTo>
                  <a:lnTo>
                    <a:pt x="6103005" y="1168149"/>
                  </a:lnTo>
                  <a:lnTo>
                    <a:pt x="6103631" y="1168195"/>
                  </a:lnTo>
                  <a:lnTo>
                    <a:pt x="6104258" y="1168249"/>
                  </a:lnTo>
                  <a:lnTo>
                    <a:pt x="6104884" y="1168307"/>
                  </a:lnTo>
                  <a:lnTo>
                    <a:pt x="6105511" y="1168372"/>
                  </a:lnTo>
                  <a:lnTo>
                    <a:pt x="6106137" y="1168441"/>
                  </a:lnTo>
                  <a:lnTo>
                    <a:pt x="6106764" y="1168521"/>
                  </a:lnTo>
                  <a:lnTo>
                    <a:pt x="6107390" y="1168602"/>
                  </a:lnTo>
                  <a:lnTo>
                    <a:pt x="6108017" y="1168688"/>
                  </a:lnTo>
                  <a:lnTo>
                    <a:pt x="6108644" y="1168782"/>
                  </a:lnTo>
                  <a:lnTo>
                    <a:pt x="6109270" y="1168885"/>
                  </a:lnTo>
                  <a:lnTo>
                    <a:pt x="6109897" y="1168991"/>
                  </a:lnTo>
                  <a:lnTo>
                    <a:pt x="6110523" y="1169077"/>
                  </a:lnTo>
                  <a:lnTo>
                    <a:pt x="6111150" y="1169142"/>
                  </a:lnTo>
                  <a:lnTo>
                    <a:pt x="6111776" y="1169188"/>
                  </a:lnTo>
                  <a:lnTo>
                    <a:pt x="6112403" y="1169214"/>
                  </a:lnTo>
                  <a:lnTo>
                    <a:pt x="6113029" y="1169245"/>
                  </a:lnTo>
                  <a:lnTo>
                    <a:pt x="6113656" y="1169284"/>
                  </a:lnTo>
                  <a:lnTo>
                    <a:pt x="6114283" y="1169346"/>
                  </a:lnTo>
                  <a:lnTo>
                    <a:pt x="6114909" y="1169436"/>
                  </a:lnTo>
                  <a:lnTo>
                    <a:pt x="6115536" y="1169558"/>
                  </a:lnTo>
                  <a:lnTo>
                    <a:pt x="6116162" y="1169713"/>
                  </a:lnTo>
                  <a:lnTo>
                    <a:pt x="6116789" y="1169911"/>
                  </a:lnTo>
                  <a:lnTo>
                    <a:pt x="6117415" y="1170159"/>
                  </a:lnTo>
                  <a:lnTo>
                    <a:pt x="6118042" y="1170456"/>
                  </a:lnTo>
                  <a:lnTo>
                    <a:pt x="6118668" y="1170803"/>
                  </a:lnTo>
                  <a:lnTo>
                    <a:pt x="6119295" y="1171202"/>
                  </a:lnTo>
                  <a:lnTo>
                    <a:pt x="6119922" y="1171650"/>
                  </a:lnTo>
                  <a:lnTo>
                    <a:pt x="6120548" y="1172154"/>
                  </a:lnTo>
                  <a:lnTo>
                    <a:pt x="6121175" y="1172716"/>
                  </a:lnTo>
                  <a:lnTo>
                    <a:pt x="6121801" y="1173345"/>
                  </a:lnTo>
                  <a:lnTo>
                    <a:pt x="6122428" y="1174026"/>
                  </a:lnTo>
                  <a:lnTo>
                    <a:pt x="6123054" y="1174764"/>
                  </a:lnTo>
                  <a:lnTo>
                    <a:pt x="6123681" y="1175546"/>
                  </a:lnTo>
                  <a:lnTo>
                    <a:pt x="6124307" y="1176379"/>
                  </a:lnTo>
                  <a:lnTo>
                    <a:pt x="6124934" y="1177273"/>
                  </a:lnTo>
                  <a:lnTo>
                    <a:pt x="6125561" y="1178220"/>
                  </a:lnTo>
                  <a:lnTo>
                    <a:pt x="6126187" y="1179223"/>
                  </a:lnTo>
                  <a:lnTo>
                    <a:pt x="6126814" y="1180277"/>
                  </a:lnTo>
                  <a:lnTo>
                    <a:pt x="6127440" y="1181379"/>
                  </a:lnTo>
                  <a:lnTo>
                    <a:pt x="6128067" y="1182526"/>
                  </a:lnTo>
                  <a:lnTo>
                    <a:pt x="6128693" y="1183715"/>
                  </a:lnTo>
                  <a:lnTo>
                    <a:pt x="6129320" y="1184952"/>
                  </a:lnTo>
                  <a:lnTo>
                    <a:pt x="6129946" y="1186221"/>
                  </a:lnTo>
                  <a:lnTo>
                    <a:pt x="6130573" y="1187523"/>
                  </a:lnTo>
                  <a:lnTo>
                    <a:pt x="6131200" y="1188862"/>
                  </a:lnTo>
                  <a:lnTo>
                    <a:pt x="6131826" y="1190255"/>
                  </a:lnTo>
                  <a:lnTo>
                    <a:pt x="6132453" y="1191695"/>
                  </a:lnTo>
                  <a:lnTo>
                    <a:pt x="6133079" y="1193181"/>
                  </a:lnTo>
                  <a:lnTo>
                    <a:pt x="6133706" y="1194695"/>
                  </a:lnTo>
                  <a:lnTo>
                    <a:pt x="6134332" y="1196228"/>
                  </a:lnTo>
                  <a:lnTo>
                    <a:pt x="6134959" y="1197772"/>
                  </a:lnTo>
                  <a:lnTo>
                    <a:pt x="6135585" y="1199323"/>
                  </a:lnTo>
                  <a:lnTo>
                    <a:pt x="6136212" y="1200882"/>
                  </a:lnTo>
                  <a:lnTo>
                    <a:pt x="6136839" y="1202452"/>
                  </a:lnTo>
                  <a:lnTo>
                    <a:pt x="6137465" y="1204046"/>
                  </a:lnTo>
                  <a:lnTo>
                    <a:pt x="6138092" y="1205658"/>
                  </a:lnTo>
                  <a:lnTo>
                    <a:pt x="6138718" y="1207289"/>
                  </a:lnTo>
                  <a:lnTo>
                    <a:pt x="6139345" y="1208941"/>
                  </a:lnTo>
                  <a:lnTo>
                    <a:pt x="6139971" y="1210614"/>
                  </a:lnTo>
                  <a:lnTo>
                    <a:pt x="6140598" y="1212298"/>
                  </a:lnTo>
                  <a:lnTo>
                    <a:pt x="6141224" y="1213970"/>
                  </a:lnTo>
                  <a:lnTo>
                    <a:pt x="6141851" y="1215634"/>
                  </a:lnTo>
                  <a:lnTo>
                    <a:pt x="6142478" y="1217290"/>
                  </a:lnTo>
                  <a:lnTo>
                    <a:pt x="6143104" y="1218937"/>
                  </a:lnTo>
                  <a:lnTo>
                    <a:pt x="6143731" y="1220577"/>
                  </a:lnTo>
                  <a:lnTo>
                    <a:pt x="6144357" y="1222214"/>
                  </a:lnTo>
                  <a:lnTo>
                    <a:pt x="6144984" y="1223827"/>
                  </a:lnTo>
                  <a:lnTo>
                    <a:pt x="6145610" y="1225421"/>
                  </a:lnTo>
                  <a:lnTo>
                    <a:pt x="6146237" y="1226980"/>
                  </a:lnTo>
                  <a:lnTo>
                    <a:pt x="6146863" y="1228493"/>
                  </a:lnTo>
                  <a:lnTo>
                    <a:pt x="6147490" y="1229963"/>
                  </a:lnTo>
                  <a:lnTo>
                    <a:pt x="6148117" y="1231389"/>
                  </a:lnTo>
                  <a:lnTo>
                    <a:pt x="6148743" y="1232765"/>
                  </a:lnTo>
                  <a:lnTo>
                    <a:pt x="6149370" y="1234081"/>
                  </a:lnTo>
                  <a:lnTo>
                    <a:pt x="6149996" y="1235345"/>
                  </a:lnTo>
                  <a:lnTo>
                    <a:pt x="6150623" y="1236560"/>
                  </a:lnTo>
                  <a:lnTo>
                    <a:pt x="6151249" y="1237722"/>
                  </a:lnTo>
                  <a:lnTo>
                    <a:pt x="6151876" y="1238838"/>
                  </a:lnTo>
                  <a:lnTo>
                    <a:pt x="6152502" y="1239908"/>
                  </a:lnTo>
                  <a:lnTo>
                    <a:pt x="6153129" y="1240940"/>
                  </a:lnTo>
                  <a:lnTo>
                    <a:pt x="6153756" y="1241928"/>
                  </a:lnTo>
                  <a:lnTo>
                    <a:pt x="6154382" y="1242886"/>
                  </a:lnTo>
                  <a:lnTo>
                    <a:pt x="6155009" y="1243810"/>
                  </a:lnTo>
                  <a:lnTo>
                    <a:pt x="6155635" y="1244712"/>
                  </a:lnTo>
                  <a:lnTo>
                    <a:pt x="6156262" y="1245586"/>
                  </a:lnTo>
                  <a:lnTo>
                    <a:pt x="6156888" y="1246423"/>
                  </a:lnTo>
                  <a:lnTo>
                    <a:pt x="6157515" y="1247228"/>
                  </a:lnTo>
                  <a:lnTo>
                    <a:pt x="6158141" y="1248002"/>
                  </a:lnTo>
                  <a:lnTo>
                    <a:pt x="6158768" y="1248759"/>
                  </a:lnTo>
                  <a:lnTo>
                    <a:pt x="6159394" y="1249498"/>
                  </a:lnTo>
                  <a:lnTo>
                    <a:pt x="6160021" y="1250226"/>
                  </a:lnTo>
                  <a:lnTo>
                    <a:pt x="6160648" y="1250942"/>
                  </a:lnTo>
                  <a:lnTo>
                    <a:pt x="6161274" y="1251637"/>
                  </a:lnTo>
                  <a:lnTo>
                    <a:pt x="6161901" y="1252325"/>
                  </a:lnTo>
                  <a:lnTo>
                    <a:pt x="6162527" y="1252994"/>
                  </a:lnTo>
                  <a:lnTo>
                    <a:pt x="6163154" y="1253642"/>
                  </a:lnTo>
                  <a:lnTo>
                    <a:pt x="6163780" y="1254254"/>
                  </a:lnTo>
                  <a:lnTo>
                    <a:pt x="6164407" y="1254840"/>
                  </a:lnTo>
                  <a:lnTo>
                    <a:pt x="6165033" y="1255404"/>
                  </a:lnTo>
                  <a:lnTo>
                    <a:pt x="6165660" y="1255954"/>
                  </a:lnTo>
                  <a:lnTo>
                    <a:pt x="6166287" y="1256500"/>
                  </a:lnTo>
                  <a:lnTo>
                    <a:pt x="6166913" y="1257055"/>
                  </a:lnTo>
                  <a:lnTo>
                    <a:pt x="6167540" y="1257626"/>
                  </a:lnTo>
                  <a:lnTo>
                    <a:pt x="6168166" y="1258211"/>
                  </a:lnTo>
                  <a:lnTo>
                    <a:pt x="6168793" y="1258810"/>
                  </a:lnTo>
                  <a:lnTo>
                    <a:pt x="6169419" y="1259407"/>
                  </a:lnTo>
                  <a:lnTo>
                    <a:pt x="6170046" y="1260017"/>
                  </a:lnTo>
                  <a:lnTo>
                    <a:pt x="6170672" y="1260636"/>
                  </a:lnTo>
                  <a:lnTo>
                    <a:pt x="6171299" y="1261269"/>
                  </a:lnTo>
                  <a:lnTo>
                    <a:pt x="6171306" y="1294419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pl55"/>
            <p:cNvSpPr/>
            <p:nvPr/>
          </p:nvSpPr>
          <p:spPr>
            <a:xfrm>
              <a:off x="4572109" y="4009485"/>
              <a:ext cx="0" cy="1750917"/>
            </a:xfrm>
            <a:custGeom>
              <a:avLst/>
              <a:pathLst>
                <a:path w="0" h="1750917">
                  <a:moveTo>
                    <a:pt x="0" y="175091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6"/>
            <p:cNvSpPr/>
            <p:nvPr/>
          </p:nvSpPr>
          <p:spPr>
            <a:xfrm>
              <a:off x="4572140" y="4009485"/>
              <a:ext cx="0" cy="1750917"/>
            </a:xfrm>
            <a:custGeom>
              <a:avLst/>
              <a:pathLst>
                <a:path w="0" h="1750917">
                  <a:moveTo>
                    <a:pt x="0" y="175091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7"/>
            <p:cNvSpPr/>
            <p:nvPr/>
          </p:nvSpPr>
          <p:spPr>
            <a:xfrm>
              <a:off x="4572109" y="4009485"/>
              <a:ext cx="0" cy="1750917"/>
            </a:xfrm>
            <a:custGeom>
              <a:avLst/>
              <a:pathLst>
                <a:path w="0" h="1750917">
                  <a:moveTo>
                    <a:pt x="0" y="1750917"/>
                  </a:moveTo>
                  <a:lnTo>
                    <a:pt x="0" y="0"/>
                  </a:lnTo>
                </a:path>
              </a:pathLst>
            </a:custGeom>
            <a:ln w="19050" cap="rnd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2026-03-09T12:27:50Z</dcterms:modified>
  <cp:category/>
</cp:coreProperties>
</file>