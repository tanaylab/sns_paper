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05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28919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458665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670" y="39747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2670" y="1864364"/>
              <a:ext cx="411631" cy="201924"/>
            </a:xfrm>
            <a:custGeom>
              <a:avLst/>
              <a:pathLst>
                <a:path w="411631" h="201924">
                  <a:moveTo>
                    <a:pt x="0" y="100851"/>
                  </a:moveTo>
                  <a:lnTo>
                    <a:pt x="21548" y="50425"/>
                  </a:lnTo>
                  <a:lnTo>
                    <a:pt x="54700" y="0"/>
                  </a:lnTo>
                  <a:lnTo>
                    <a:pt x="87852" y="0"/>
                  </a:lnTo>
                  <a:lnTo>
                    <a:pt x="121004" y="0"/>
                  </a:lnTo>
                  <a:lnTo>
                    <a:pt x="154156" y="0"/>
                  </a:lnTo>
                  <a:lnTo>
                    <a:pt x="187308" y="117579"/>
                  </a:lnTo>
                  <a:lnTo>
                    <a:pt x="220460" y="137787"/>
                  </a:lnTo>
                  <a:lnTo>
                    <a:pt x="253611" y="144839"/>
                  </a:lnTo>
                  <a:lnTo>
                    <a:pt x="286763" y="144839"/>
                  </a:lnTo>
                  <a:lnTo>
                    <a:pt x="319915" y="144839"/>
                  </a:lnTo>
                  <a:lnTo>
                    <a:pt x="353067" y="144839"/>
                  </a:lnTo>
                  <a:lnTo>
                    <a:pt x="386219" y="144839"/>
                  </a:lnTo>
                  <a:lnTo>
                    <a:pt x="411631" y="20192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73468" y="1864364"/>
              <a:ext cx="1082680" cy="201924"/>
            </a:xfrm>
            <a:custGeom>
              <a:avLst/>
              <a:pathLst>
                <a:path w="1082680" h="201924">
                  <a:moveTo>
                    <a:pt x="0" y="201924"/>
                  </a:moveTo>
                  <a:lnTo>
                    <a:pt x="92" y="201702"/>
                  </a:lnTo>
                  <a:lnTo>
                    <a:pt x="33244" y="201702"/>
                  </a:lnTo>
                  <a:lnTo>
                    <a:pt x="66395" y="201702"/>
                  </a:lnTo>
                  <a:lnTo>
                    <a:pt x="99547" y="201702"/>
                  </a:lnTo>
                  <a:lnTo>
                    <a:pt x="132699" y="201702"/>
                  </a:lnTo>
                  <a:lnTo>
                    <a:pt x="165851" y="201702"/>
                  </a:lnTo>
                  <a:lnTo>
                    <a:pt x="199003" y="201702"/>
                  </a:lnTo>
                  <a:lnTo>
                    <a:pt x="232155" y="201702"/>
                  </a:lnTo>
                  <a:lnTo>
                    <a:pt x="265307" y="201702"/>
                  </a:lnTo>
                  <a:lnTo>
                    <a:pt x="298459" y="201702"/>
                  </a:lnTo>
                  <a:lnTo>
                    <a:pt x="331611" y="201702"/>
                  </a:lnTo>
                  <a:lnTo>
                    <a:pt x="364762" y="201702"/>
                  </a:lnTo>
                  <a:lnTo>
                    <a:pt x="397914" y="201702"/>
                  </a:lnTo>
                  <a:lnTo>
                    <a:pt x="431066" y="201702"/>
                  </a:lnTo>
                  <a:lnTo>
                    <a:pt x="464218" y="201702"/>
                  </a:lnTo>
                  <a:lnTo>
                    <a:pt x="497370" y="201702"/>
                  </a:lnTo>
                  <a:lnTo>
                    <a:pt x="530522" y="201702"/>
                  </a:lnTo>
                  <a:lnTo>
                    <a:pt x="563674" y="191617"/>
                  </a:lnTo>
                  <a:lnTo>
                    <a:pt x="596826" y="100851"/>
                  </a:lnTo>
                  <a:lnTo>
                    <a:pt x="629978" y="65553"/>
                  </a:lnTo>
                  <a:lnTo>
                    <a:pt x="663130" y="0"/>
                  </a:lnTo>
                  <a:lnTo>
                    <a:pt x="696281" y="0"/>
                  </a:lnTo>
                  <a:lnTo>
                    <a:pt x="729433" y="0"/>
                  </a:lnTo>
                  <a:lnTo>
                    <a:pt x="762585" y="0"/>
                  </a:lnTo>
                  <a:lnTo>
                    <a:pt x="795737" y="0"/>
                  </a:lnTo>
                  <a:lnTo>
                    <a:pt x="828889" y="0"/>
                  </a:lnTo>
                  <a:lnTo>
                    <a:pt x="862041" y="0"/>
                  </a:lnTo>
                  <a:lnTo>
                    <a:pt x="895193" y="0"/>
                  </a:lnTo>
                  <a:lnTo>
                    <a:pt x="928345" y="0"/>
                  </a:lnTo>
                  <a:lnTo>
                    <a:pt x="961497" y="109878"/>
                  </a:lnTo>
                  <a:lnTo>
                    <a:pt x="994648" y="117579"/>
                  </a:lnTo>
                  <a:lnTo>
                    <a:pt x="1027800" y="144839"/>
                  </a:lnTo>
                  <a:lnTo>
                    <a:pt x="1060952" y="153114"/>
                  </a:lnTo>
                  <a:lnTo>
                    <a:pt x="1082680" y="20192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898458" y="2066067"/>
              <a:ext cx="663215" cy="221"/>
            </a:xfrm>
            <a:custGeom>
              <a:avLst/>
              <a:pathLst>
                <a:path w="663215" h="221">
                  <a:moveTo>
                    <a:pt x="0" y="221"/>
                  </a:moveTo>
                  <a:lnTo>
                    <a:pt x="89" y="0"/>
                  </a:lnTo>
                  <a:lnTo>
                    <a:pt x="33240" y="0"/>
                  </a:lnTo>
                  <a:lnTo>
                    <a:pt x="66392" y="0"/>
                  </a:lnTo>
                  <a:lnTo>
                    <a:pt x="99544" y="0"/>
                  </a:lnTo>
                  <a:lnTo>
                    <a:pt x="132696" y="0"/>
                  </a:lnTo>
                  <a:lnTo>
                    <a:pt x="165848" y="0"/>
                  </a:lnTo>
                  <a:lnTo>
                    <a:pt x="199000" y="0"/>
                  </a:lnTo>
                  <a:lnTo>
                    <a:pt x="232152" y="0"/>
                  </a:lnTo>
                  <a:lnTo>
                    <a:pt x="265304" y="0"/>
                  </a:lnTo>
                  <a:lnTo>
                    <a:pt x="298456" y="0"/>
                  </a:lnTo>
                  <a:lnTo>
                    <a:pt x="331607" y="0"/>
                  </a:lnTo>
                  <a:lnTo>
                    <a:pt x="364759" y="0"/>
                  </a:lnTo>
                  <a:lnTo>
                    <a:pt x="397911" y="0"/>
                  </a:lnTo>
                  <a:lnTo>
                    <a:pt x="431063" y="0"/>
                  </a:lnTo>
                  <a:lnTo>
                    <a:pt x="464215" y="0"/>
                  </a:lnTo>
                  <a:lnTo>
                    <a:pt x="497367" y="0"/>
                  </a:lnTo>
                  <a:lnTo>
                    <a:pt x="530519" y="0"/>
                  </a:lnTo>
                  <a:lnTo>
                    <a:pt x="563671" y="0"/>
                  </a:lnTo>
                  <a:lnTo>
                    <a:pt x="596823" y="0"/>
                  </a:lnTo>
                  <a:lnTo>
                    <a:pt x="629975" y="0"/>
                  </a:lnTo>
                  <a:lnTo>
                    <a:pt x="663126" y="0"/>
                  </a:lnTo>
                  <a:lnTo>
                    <a:pt x="663215" y="22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871847" y="1334895"/>
              <a:ext cx="3762062" cy="731393"/>
            </a:xfrm>
            <a:custGeom>
              <a:avLst/>
              <a:pathLst>
                <a:path w="3762062" h="731393">
                  <a:moveTo>
                    <a:pt x="0" y="731393"/>
                  </a:moveTo>
                  <a:lnTo>
                    <a:pt x="21257" y="696603"/>
                  </a:lnTo>
                  <a:lnTo>
                    <a:pt x="54409" y="648055"/>
                  </a:lnTo>
                  <a:lnTo>
                    <a:pt x="87561" y="593797"/>
                  </a:lnTo>
                  <a:lnTo>
                    <a:pt x="120712" y="593797"/>
                  </a:lnTo>
                  <a:lnTo>
                    <a:pt x="153864" y="556673"/>
                  </a:lnTo>
                  <a:lnTo>
                    <a:pt x="187016" y="536683"/>
                  </a:lnTo>
                  <a:lnTo>
                    <a:pt x="220168" y="482425"/>
                  </a:lnTo>
                  <a:lnTo>
                    <a:pt x="253320" y="427323"/>
                  </a:lnTo>
                  <a:lnTo>
                    <a:pt x="286472" y="427323"/>
                  </a:lnTo>
                  <a:lnTo>
                    <a:pt x="319624" y="348601"/>
                  </a:lnTo>
                  <a:lnTo>
                    <a:pt x="352776" y="247110"/>
                  </a:lnTo>
                  <a:lnTo>
                    <a:pt x="385928" y="112894"/>
                  </a:lnTo>
                  <a:lnTo>
                    <a:pt x="419079" y="0"/>
                  </a:lnTo>
                  <a:lnTo>
                    <a:pt x="452231" y="25212"/>
                  </a:lnTo>
                  <a:lnTo>
                    <a:pt x="485383" y="50425"/>
                  </a:lnTo>
                  <a:lnTo>
                    <a:pt x="518535" y="121021"/>
                  </a:lnTo>
                  <a:lnTo>
                    <a:pt x="551687" y="289732"/>
                  </a:lnTo>
                  <a:lnTo>
                    <a:pt x="584839" y="388586"/>
                  </a:lnTo>
                  <a:lnTo>
                    <a:pt x="617991" y="416373"/>
                  </a:lnTo>
                  <a:lnTo>
                    <a:pt x="651143" y="518313"/>
                  </a:lnTo>
                  <a:lnTo>
                    <a:pt x="684295" y="493622"/>
                  </a:lnTo>
                  <a:lnTo>
                    <a:pt x="717446" y="555201"/>
                  </a:lnTo>
                  <a:lnTo>
                    <a:pt x="750598" y="558442"/>
                  </a:lnTo>
                  <a:lnTo>
                    <a:pt x="783750" y="590852"/>
                  </a:lnTo>
                  <a:lnTo>
                    <a:pt x="816902" y="668636"/>
                  </a:lnTo>
                  <a:lnTo>
                    <a:pt x="850054" y="688082"/>
                  </a:lnTo>
                  <a:lnTo>
                    <a:pt x="883206" y="688082"/>
                  </a:lnTo>
                  <a:lnTo>
                    <a:pt x="916358" y="688082"/>
                  </a:lnTo>
                  <a:lnTo>
                    <a:pt x="949510" y="642708"/>
                  </a:lnTo>
                  <a:lnTo>
                    <a:pt x="982662" y="623262"/>
                  </a:lnTo>
                  <a:lnTo>
                    <a:pt x="1015814" y="639467"/>
                  </a:lnTo>
                  <a:lnTo>
                    <a:pt x="1048965" y="686491"/>
                  </a:lnTo>
                  <a:lnTo>
                    <a:pt x="1082117" y="686491"/>
                  </a:lnTo>
                  <a:lnTo>
                    <a:pt x="1115269" y="604794"/>
                  </a:lnTo>
                  <a:lnTo>
                    <a:pt x="1148421" y="592734"/>
                  </a:lnTo>
                  <a:lnTo>
                    <a:pt x="1181573" y="599837"/>
                  </a:lnTo>
                  <a:lnTo>
                    <a:pt x="1214725" y="591562"/>
                  </a:lnTo>
                  <a:lnTo>
                    <a:pt x="1247877" y="591562"/>
                  </a:lnTo>
                  <a:lnTo>
                    <a:pt x="1281029" y="591562"/>
                  </a:lnTo>
                  <a:lnTo>
                    <a:pt x="1314181" y="591562"/>
                  </a:lnTo>
                  <a:lnTo>
                    <a:pt x="1347332" y="591562"/>
                  </a:lnTo>
                  <a:lnTo>
                    <a:pt x="1380484" y="591562"/>
                  </a:lnTo>
                  <a:lnTo>
                    <a:pt x="1413636" y="591562"/>
                  </a:lnTo>
                  <a:lnTo>
                    <a:pt x="1446788" y="649485"/>
                  </a:lnTo>
                  <a:lnTo>
                    <a:pt x="1479940" y="674309"/>
                  </a:lnTo>
                  <a:lnTo>
                    <a:pt x="1513092" y="661897"/>
                  </a:lnTo>
                  <a:lnTo>
                    <a:pt x="1546244" y="591562"/>
                  </a:lnTo>
                  <a:lnTo>
                    <a:pt x="1579396" y="541915"/>
                  </a:lnTo>
                  <a:lnTo>
                    <a:pt x="1612548" y="397108"/>
                  </a:lnTo>
                  <a:lnTo>
                    <a:pt x="1645699" y="302432"/>
                  </a:lnTo>
                  <a:lnTo>
                    <a:pt x="1678851" y="216830"/>
                  </a:lnTo>
                  <a:lnTo>
                    <a:pt x="1712003" y="226915"/>
                  </a:lnTo>
                  <a:lnTo>
                    <a:pt x="1745155" y="226915"/>
                  </a:lnTo>
                  <a:lnTo>
                    <a:pt x="1778307" y="226915"/>
                  </a:lnTo>
                  <a:lnTo>
                    <a:pt x="1811459" y="226915"/>
                  </a:lnTo>
                  <a:lnTo>
                    <a:pt x="1844611" y="131106"/>
                  </a:lnTo>
                  <a:lnTo>
                    <a:pt x="1877763" y="126064"/>
                  </a:lnTo>
                  <a:lnTo>
                    <a:pt x="1910915" y="126064"/>
                  </a:lnTo>
                  <a:lnTo>
                    <a:pt x="1944066" y="126064"/>
                  </a:lnTo>
                  <a:lnTo>
                    <a:pt x="1977218" y="126064"/>
                  </a:lnTo>
                  <a:lnTo>
                    <a:pt x="2010370" y="141191"/>
                  </a:lnTo>
                  <a:lnTo>
                    <a:pt x="2043522" y="226915"/>
                  </a:lnTo>
                  <a:lnTo>
                    <a:pt x="2076674" y="287426"/>
                  </a:lnTo>
                  <a:lnTo>
                    <a:pt x="2109826" y="479043"/>
                  </a:lnTo>
                  <a:lnTo>
                    <a:pt x="2142978" y="630321"/>
                  </a:lnTo>
                  <a:lnTo>
                    <a:pt x="2176130" y="630321"/>
                  </a:lnTo>
                  <a:lnTo>
                    <a:pt x="2209282" y="630321"/>
                  </a:lnTo>
                  <a:lnTo>
                    <a:pt x="2242434" y="630321"/>
                  </a:lnTo>
                  <a:lnTo>
                    <a:pt x="2275585" y="630321"/>
                  </a:lnTo>
                  <a:lnTo>
                    <a:pt x="2308737" y="630321"/>
                  </a:lnTo>
                  <a:lnTo>
                    <a:pt x="2341889" y="726130"/>
                  </a:lnTo>
                  <a:lnTo>
                    <a:pt x="2375041" y="731172"/>
                  </a:lnTo>
                  <a:lnTo>
                    <a:pt x="2408193" y="731172"/>
                  </a:lnTo>
                  <a:lnTo>
                    <a:pt x="2441345" y="731172"/>
                  </a:lnTo>
                  <a:lnTo>
                    <a:pt x="2474497" y="731172"/>
                  </a:lnTo>
                  <a:lnTo>
                    <a:pt x="2507649" y="731172"/>
                  </a:lnTo>
                  <a:lnTo>
                    <a:pt x="2540801" y="731172"/>
                  </a:lnTo>
                  <a:lnTo>
                    <a:pt x="2573952" y="731172"/>
                  </a:lnTo>
                  <a:lnTo>
                    <a:pt x="2607104" y="731172"/>
                  </a:lnTo>
                  <a:lnTo>
                    <a:pt x="2640256" y="731172"/>
                  </a:lnTo>
                  <a:lnTo>
                    <a:pt x="2673408" y="731172"/>
                  </a:lnTo>
                  <a:lnTo>
                    <a:pt x="2706560" y="731172"/>
                  </a:lnTo>
                  <a:lnTo>
                    <a:pt x="2739712" y="731172"/>
                  </a:lnTo>
                  <a:lnTo>
                    <a:pt x="2772864" y="731172"/>
                  </a:lnTo>
                  <a:lnTo>
                    <a:pt x="2806016" y="731172"/>
                  </a:lnTo>
                  <a:lnTo>
                    <a:pt x="2839168" y="731172"/>
                  </a:lnTo>
                  <a:lnTo>
                    <a:pt x="2872319" y="731172"/>
                  </a:lnTo>
                  <a:lnTo>
                    <a:pt x="2905471" y="731172"/>
                  </a:lnTo>
                  <a:lnTo>
                    <a:pt x="2938623" y="731172"/>
                  </a:lnTo>
                  <a:lnTo>
                    <a:pt x="2971775" y="731172"/>
                  </a:lnTo>
                  <a:lnTo>
                    <a:pt x="3004927" y="731172"/>
                  </a:lnTo>
                  <a:lnTo>
                    <a:pt x="3038079" y="731172"/>
                  </a:lnTo>
                  <a:lnTo>
                    <a:pt x="3071231" y="731172"/>
                  </a:lnTo>
                  <a:lnTo>
                    <a:pt x="3104383" y="731172"/>
                  </a:lnTo>
                  <a:lnTo>
                    <a:pt x="3137535" y="731172"/>
                  </a:lnTo>
                  <a:lnTo>
                    <a:pt x="3170686" y="731172"/>
                  </a:lnTo>
                  <a:lnTo>
                    <a:pt x="3203838" y="660576"/>
                  </a:lnTo>
                  <a:lnTo>
                    <a:pt x="3236990" y="569810"/>
                  </a:lnTo>
                  <a:lnTo>
                    <a:pt x="3270142" y="438703"/>
                  </a:lnTo>
                  <a:lnTo>
                    <a:pt x="3303294" y="428618"/>
                  </a:lnTo>
                  <a:lnTo>
                    <a:pt x="3336446" y="428618"/>
                  </a:lnTo>
                  <a:lnTo>
                    <a:pt x="3369598" y="428618"/>
                  </a:lnTo>
                  <a:lnTo>
                    <a:pt x="3402750" y="428618"/>
                  </a:lnTo>
                  <a:lnTo>
                    <a:pt x="3435902" y="428618"/>
                  </a:lnTo>
                  <a:lnTo>
                    <a:pt x="3469054" y="560895"/>
                  </a:lnTo>
                  <a:lnTo>
                    <a:pt x="3502205" y="545996"/>
                  </a:lnTo>
                  <a:lnTo>
                    <a:pt x="3535357" y="508816"/>
                  </a:lnTo>
                  <a:lnTo>
                    <a:pt x="3568509" y="508816"/>
                  </a:lnTo>
                  <a:lnTo>
                    <a:pt x="3601661" y="508816"/>
                  </a:lnTo>
                  <a:lnTo>
                    <a:pt x="3634813" y="508816"/>
                  </a:lnTo>
                  <a:lnTo>
                    <a:pt x="3667965" y="508816"/>
                  </a:lnTo>
                  <a:lnTo>
                    <a:pt x="3701117" y="566738"/>
                  </a:lnTo>
                  <a:lnTo>
                    <a:pt x="3734269" y="641210"/>
                  </a:lnTo>
                  <a:lnTo>
                    <a:pt x="3762062" y="73139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713311" y="1561810"/>
              <a:ext cx="1285183" cy="504478"/>
            </a:xfrm>
            <a:custGeom>
              <a:avLst/>
              <a:pathLst>
                <a:path w="1285183" h="504478">
                  <a:moveTo>
                    <a:pt x="0" y="504478"/>
                  </a:moveTo>
                  <a:lnTo>
                    <a:pt x="25411" y="447394"/>
                  </a:lnTo>
                  <a:lnTo>
                    <a:pt x="58563" y="447394"/>
                  </a:lnTo>
                  <a:lnTo>
                    <a:pt x="91715" y="447394"/>
                  </a:lnTo>
                  <a:lnTo>
                    <a:pt x="124867" y="420133"/>
                  </a:lnTo>
                  <a:lnTo>
                    <a:pt x="158019" y="431979"/>
                  </a:lnTo>
                  <a:lnTo>
                    <a:pt x="191171" y="419435"/>
                  </a:lnTo>
                  <a:lnTo>
                    <a:pt x="224323" y="364647"/>
                  </a:lnTo>
                  <a:lnTo>
                    <a:pt x="257475" y="356372"/>
                  </a:lnTo>
                  <a:lnTo>
                    <a:pt x="290626" y="281901"/>
                  </a:lnTo>
                  <a:lnTo>
                    <a:pt x="323778" y="281901"/>
                  </a:lnTo>
                  <a:lnTo>
                    <a:pt x="356930" y="281901"/>
                  </a:lnTo>
                  <a:lnTo>
                    <a:pt x="390082" y="281901"/>
                  </a:lnTo>
                  <a:lnTo>
                    <a:pt x="423234" y="281901"/>
                  </a:lnTo>
                  <a:lnTo>
                    <a:pt x="456386" y="281901"/>
                  </a:lnTo>
                  <a:lnTo>
                    <a:pt x="489538" y="290175"/>
                  </a:lnTo>
                  <a:lnTo>
                    <a:pt x="522690" y="364647"/>
                  </a:lnTo>
                  <a:lnTo>
                    <a:pt x="555842" y="294313"/>
                  </a:lnTo>
                  <a:lnTo>
                    <a:pt x="588993" y="281901"/>
                  </a:lnTo>
                  <a:lnTo>
                    <a:pt x="622145" y="268904"/>
                  </a:lnTo>
                  <a:lnTo>
                    <a:pt x="655297" y="165979"/>
                  </a:lnTo>
                  <a:lnTo>
                    <a:pt x="688449" y="162279"/>
                  </a:lnTo>
                  <a:lnTo>
                    <a:pt x="721601" y="80681"/>
                  </a:lnTo>
                  <a:lnTo>
                    <a:pt x="754753" y="10085"/>
                  </a:lnTo>
                  <a:lnTo>
                    <a:pt x="787905" y="100851"/>
                  </a:lnTo>
                  <a:lnTo>
                    <a:pt x="821057" y="100851"/>
                  </a:lnTo>
                  <a:lnTo>
                    <a:pt x="854209" y="20170"/>
                  </a:lnTo>
                  <a:lnTo>
                    <a:pt x="887360" y="0"/>
                  </a:lnTo>
                  <a:lnTo>
                    <a:pt x="920512" y="0"/>
                  </a:lnTo>
                  <a:lnTo>
                    <a:pt x="953664" y="0"/>
                  </a:lnTo>
                  <a:lnTo>
                    <a:pt x="986816" y="0"/>
                  </a:lnTo>
                  <a:lnTo>
                    <a:pt x="1019968" y="0"/>
                  </a:lnTo>
                  <a:lnTo>
                    <a:pt x="1053120" y="85723"/>
                  </a:lnTo>
                  <a:lnTo>
                    <a:pt x="1086272" y="100851"/>
                  </a:lnTo>
                  <a:lnTo>
                    <a:pt x="1119424" y="50425"/>
                  </a:lnTo>
                  <a:lnTo>
                    <a:pt x="1152576" y="151277"/>
                  </a:lnTo>
                  <a:lnTo>
                    <a:pt x="1185728" y="201703"/>
                  </a:lnTo>
                  <a:lnTo>
                    <a:pt x="1218879" y="221873"/>
                  </a:lnTo>
                  <a:lnTo>
                    <a:pt x="1252031" y="302554"/>
                  </a:lnTo>
                  <a:lnTo>
                    <a:pt x="1285183" y="302554"/>
                  </a:lnTo>
                  <a:lnTo>
                    <a:pt x="1285183" y="30255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622670" y="1334895"/>
              <a:ext cx="8375825" cy="731393"/>
            </a:xfrm>
            <a:custGeom>
              <a:avLst/>
              <a:pathLst>
                <a:path w="8375825" h="731393">
                  <a:moveTo>
                    <a:pt x="0" y="630321"/>
                  </a:moveTo>
                  <a:lnTo>
                    <a:pt x="21548" y="579895"/>
                  </a:lnTo>
                  <a:lnTo>
                    <a:pt x="54700" y="529469"/>
                  </a:lnTo>
                  <a:lnTo>
                    <a:pt x="87852" y="529469"/>
                  </a:lnTo>
                  <a:lnTo>
                    <a:pt x="121004" y="529469"/>
                  </a:lnTo>
                  <a:lnTo>
                    <a:pt x="154156" y="529469"/>
                  </a:lnTo>
                  <a:lnTo>
                    <a:pt x="187308" y="647048"/>
                  </a:lnTo>
                  <a:lnTo>
                    <a:pt x="220460" y="667257"/>
                  </a:lnTo>
                  <a:lnTo>
                    <a:pt x="253611" y="674309"/>
                  </a:lnTo>
                  <a:lnTo>
                    <a:pt x="286763" y="674309"/>
                  </a:lnTo>
                  <a:lnTo>
                    <a:pt x="319915" y="674309"/>
                  </a:lnTo>
                  <a:lnTo>
                    <a:pt x="353067" y="674309"/>
                  </a:lnTo>
                  <a:lnTo>
                    <a:pt x="386219" y="674309"/>
                  </a:lnTo>
                  <a:lnTo>
                    <a:pt x="419371" y="731393"/>
                  </a:lnTo>
                  <a:lnTo>
                    <a:pt x="452523" y="731393"/>
                  </a:lnTo>
                  <a:lnTo>
                    <a:pt x="485675" y="731393"/>
                  </a:lnTo>
                  <a:lnTo>
                    <a:pt x="518827" y="731393"/>
                  </a:lnTo>
                  <a:lnTo>
                    <a:pt x="551978" y="731393"/>
                  </a:lnTo>
                  <a:lnTo>
                    <a:pt x="585130" y="731393"/>
                  </a:lnTo>
                  <a:lnTo>
                    <a:pt x="618282" y="731393"/>
                  </a:lnTo>
                  <a:lnTo>
                    <a:pt x="651434" y="731393"/>
                  </a:lnTo>
                  <a:lnTo>
                    <a:pt x="684586" y="731393"/>
                  </a:lnTo>
                  <a:lnTo>
                    <a:pt x="717738" y="731393"/>
                  </a:lnTo>
                  <a:lnTo>
                    <a:pt x="750890" y="731172"/>
                  </a:lnTo>
                  <a:lnTo>
                    <a:pt x="784042" y="731172"/>
                  </a:lnTo>
                  <a:lnTo>
                    <a:pt x="817194" y="731172"/>
                  </a:lnTo>
                  <a:lnTo>
                    <a:pt x="850346" y="731172"/>
                  </a:lnTo>
                  <a:lnTo>
                    <a:pt x="883497" y="731172"/>
                  </a:lnTo>
                  <a:lnTo>
                    <a:pt x="916649" y="731172"/>
                  </a:lnTo>
                  <a:lnTo>
                    <a:pt x="949801" y="731172"/>
                  </a:lnTo>
                  <a:lnTo>
                    <a:pt x="982953" y="731172"/>
                  </a:lnTo>
                  <a:lnTo>
                    <a:pt x="1016105" y="731172"/>
                  </a:lnTo>
                  <a:lnTo>
                    <a:pt x="1049257" y="731172"/>
                  </a:lnTo>
                  <a:lnTo>
                    <a:pt x="1082409" y="731172"/>
                  </a:lnTo>
                  <a:lnTo>
                    <a:pt x="1115561" y="731172"/>
                  </a:lnTo>
                  <a:lnTo>
                    <a:pt x="1148713" y="731172"/>
                  </a:lnTo>
                  <a:lnTo>
                    <a:pt x="1181864" y="731172"/>
                  </a:lnTo>
                  <a:lnTo>
                    <a:pt x="1215016" y="731172"/>
                  </a:lnTo>
                  <a:lnTo>
                    <a:pt x="1248168" y="731172"/>
                  </a:lnTo>
                  <a:lnTo>
                    <a:pt x="1281320" y="731172"/>
                  </a:lnTo>
                  <a:lnTo>
                    <a:pt x="1314472" y="721087"/>
                  </a:lnTo>
                  <a:lnTo>
                    <a:pt x="1347624" y="630321"/>
                  </a:lnTo>
                  <a:lnTo>
                    <a:pt x="1380776" y="595023"/>
                  </a:lnTo>
                  <a:lnTo>
                    <a:pt x="1413928" y="529469"/>
                  </a:lnTo>
                  <a:lnTo>
                    <a:pt x="1447080" y="529469"/>
                  </a:lnTo>
                  <a:lnTo>
                    <a:pt x="1480231" y="529469"/>
                  </a:lnTo>
                  <a:lnTo>
                    <a:pt x="1513383" y="529469"/>
                  </a:lnTo>
                  <a:lnTo>
                    <a:pt x="1546535" y="529469"/>
                  </a:lnTo>
                  <a:lnTo>
                    <a:pt x="1579687" y="529469"/>
                  </a:lnTo>
                  <a:lnTo>
                    <a:pt x="1612839" y="529469"/>
                  </a:lnTo>
                  <a:lnTo>
                    <a:pt x="1645991" y="529469"/>
                  </a:lnTo>
                  <a:lnTo>
                    <a:pt x="1679143" y="529469"/>
                  </a:lnTo>
                  <a:lnTo>
                    <a:pt x="1712295" y="639347"/>
                  </a:lnTo>
                  <a:lnTo>
                    <a:pt x="1745447" y="647048"/>
                  </a:lnTo>
                  <a:lnTo>
                    <a:pt x="1778598" y="674309"/>
                  </a:lnTo>
                  <a:lnTo>
                    <a:pt x="1811750" y="682584"/>
                  </a:lnTo>
                  <a:lnTo>
                    <a:pt x="1844902" y="731393"/>
                  </a:lnTo>
                  <a:lnTo>
                    <a:pt x="1878054" y="731393"/>
                  </a:lnTo>
                  <a:lnTo>
                    <a:pt x="1911206" y="731393"/>
                  </a:lnTo>
                  <a:lnTo>
                    <a:pt x="1944358" y="731393"/>
                  </a:lnTo>
                  <a:lnTo>
                    <a:pt x="1977510" y="731393"/>
                  </a:lnTo>
                  <a:lnTo>
                    <a:pt x="2010662" y="731393"/>
                  </a:lnTo>
                  <a:lnTo>
                    <a:pt x="2043814" y="731393"/>
                  </a:lnTo>
                  <a:lnTo>
                    <a:pt x="2076966" y="731393"/>
                  </a:lnTo>
                  <a:lnTo>
                    <a:pt x="2110117" y="731393"/>
                  </a:lnTo>
                  <a:lnTo>
                    <a:pt x="2143269" y="731393"/>
                  </a:lnTo>
                  <a:lnTo>
                    <a:pt x="2176421" y="731393"/>
                  </a:lnTo>
                  <a:lnTo>
                    <a:pt x="2209573" y="731393"/>
                  </a:lnTo>
                  <a:lnTo>
                    <a:pt x="2242725" y="731393"/>
                  </a:lnTo>
                  <a:lnTo>
                    <a:pt x="2275877" y="731172"/>
                  </a:lnTo>
                  <a:lnTo>
                    <a:pt x="2309029" y="731172"/>
                  </a:lnTo>
                  <a:lnTo>
                    <a:pt x="2342181" y="731172"/>
                  </a:lnTo>
                  <a:lnTo>
                    <a:pt x="2375333" y="731172"/>
                  </a:lnTo>
                  <a:lnTo>
                    <a:pt x="2408484" y="731172"/>
                  </a:lnTo>
                  <a:lnTo>
                    <a:pt x="2441636" y="731172"/>
                  </a:lnTo>
                  <a:lnTo>
                    <a:pt x="2474788" y="731172"/>
                  </a:lnTo>
                  <a:lnTo>
                    <a:pt x="2507940" y="731172"/>
                  </a:lnTo>
                  <a:lnTo>
                    <a:pt x="2541092" y="731172"/>
                  </a:lnTo>
                  <a:lnTo>
                    <a:pt x="2574244" y="731172"/>
                  </a:lnTo>
                  <a:lnTo>
                    <a:pt x="2607396" y="731172"/>
                  </a:lnTo>
                  <a:lnTo>
                    <a:pt x="2640548" y="731172"/>
                  </a:lnTo>
                  <a:lnTo>
                    <a:pt x="2673700" y="731172"/>
                  </a:lnTo>
                  <a:lnTo>
                    <a:pt x="2706851" y="731172"/>
                  </a:lnTo>
                  <a:lnTo>
                    <a:pt x="2740003" y="731172"/>
                  </a:lnTo>
                  <a:lnTo>
                    <a:pt x="2773155" y="731172"/>
                  </a:lnTo>
                  <a:lnTo>
                    <a:pt x="2806307" y="731172"/>
                  </a:lnTo>
                  <a:lnTo>
                    <a:pt x="2839459" y="731172"/>
                  </a:lnTo>
                  <a:lnTo>
                    <a:pt x="2872611" y="731172"/>
                  </a:lnTo>
                  <a:lnTo>
                    <a:pt x="2905763" y="731172"/>
                  </a:lnTo>
                  <a:lnTo>
                    <a:pt x="2938915" y="731172"/>
                  </a:lnTo>
                  <a:lnTo>
                    <a:pt x="2972067" y="731393"/>
                  </a:lnTo>
                  <a:lnTo>
                    <a:pt x="3005218" y="731393"/>
                  </a:lnTo>
                  <a:lnTo>
                    <a:pt x="3038370" y="731393"/>
                  </a:lnTo>
                  <a:lnTo>
                    <a:pt x="3071522" y="731393"/>
                  </a:lnTo>
                  <a:lnTo>
                    <a:pt x="3104674" y="731393"/>
                  </a:lnTo>
                  <a:lnTo>
                    <a:pt x="3137826" y="731393"/>
                  </a:lnTo>
                  <a:lnTo>
                    <a:pt x="3170978" y="731393"/>
                  </a:lnTo>
                  <a:lnTo>
                    <a:pt x="3204130" y="731393"/>
                  </a:lnTo>
                  <a:lnTo>
                    <a:pt x="3237282" y="731393"/>
                  </a:lnTo>
                  <a:lnTo>
                    <a:pt x="3270434" y="696603"/>
                  </a:lnTo>
                  <a:lnTo>
                    <a:pt x="3303586" y="648055"/>
                  </a:lnTo>
                  <a:lnTo>
                    <a:pt x="3336737" y="593797"/>
                  </a:lnTo>
                  <a:lnTo>
                    <a:pt x="3369889" y="593797"/>
                  </a:lnTo>
                  <a:lnTo>
                    <a:pt x="3403041" y="556673"/>
                  </a:lnTo>
                  <a:lnTo>
                    <a:pt x="3436193" y="536683"/>
                  </a:lnTo>
                  <a:lnTo>
                    <a:pt x="3469345" y="482425"/>
                  </a:lnTo>
                  <a:lnTo>
                    <a:pt x="3502497" y="427323"/>
                  </a:lnTo>
                  <a:lnTo>
                    <a:pt x="3535649" y="427323"/>
                  </a:lnTo>
                  <a:lnTo>
                    <a:pt x="3568801" y="348601"/>
                  </a:lnTo>
                  <a:lnTo>
                    <a:pt x="3601953" y="247110"/>
                  </a:lnTo>
                  <a:lnTo>
                    <a:pt x="3635104" y="112894"/>
                  </a:lnTo>
                  <a:lnTo>
                    <a:pt x="3668256" y="0"/>
                  </a:lnTo>
                  <a:lnTo>
                    <a:pt x="3701408" y="25212"/>
                  </a:lnTo>
                  <a:lnTo>
                    <a:pt x="3734560" y="50425"/>
                  </a:lnTo>
                  <a:lnTo>
                    <a:pt x="3767712" y="121021"/>
                  </a:lnTo>
                  <a:lnTo>
                    <a:pt x="3800864" y="289732"/>
                  </a:lnTo>
                  <a:lnTo>
                    <a:pt x="3834016" y="388586"/>
                  </a:lnTo>
                  <a:lnTo>
                    <a:pt x="3867168" y="416373"/>
                  </a:lnTo>
                  <a:lnTo>
                    <a:pt x="3900320" y="518313"/>
                  </a:lnTo>
                  <a:lnTo>
                    <a:pt x="3933471" y="493622"/>
                  </a:lnTo>
                  <a:lnTo>
                    <a:pt x="3966623" y="555201"/>
                  </a:lnTo>
                  <a:lnTo>
                    <a:pt x="3999775" y="558442"/>
                  </a:lnTo>
                  <a:lnTo>
                    <a:pt x="4032927" y="590852"/>
                  </a:lnTo>
                  <a:lnTo>
                    <a:pt x="4066079" y="668636"/>
                  </a:lnTo>
                  <a:lnTo>
                    <a:pt x="4099231" y="688082"/>
                  </a:lnTo>
                  <a:lnTo>
                    <a:pt x="4132383" y="688082"/>
                  </a:lnTo>
                  <a:lnTo>
                    <a:pt x="4165535" y="688082"/>
                  </a:lnTo>
                  <a:lnTo>
                    <a:pt x="4198687" y="642708"/>
                  </a:lnTo>
                  <a:lnTo>
                    <a:pt x="4231838" y="623262"/>
                  </a:lnTo>
                  <a:lnTo>
                    <a:pt x="4264990" y="639467"/>
                  </a:lnTo>
                  <a:lnTo>
                    <a:pt x="4298142" y="686491"/>
                  </a:lnTo>
                  <a:lnTo>
                    <a:pt x="4331294" y="686491"/>
                  </a:lnTo>
                  <a:lnTo>
                    <a:pt x="4364446" y="604794"/>
                  </a:lnTo>
                  <a:lnTo>
                    <a:pt x="4397598" y="592734"/>
                  </a:lnTo>
                  <a:lnTo>
                    <a:pt x="4430750" y="599837"/>
                  </a:lnTo>
                  <a:lnTo>
                    <a:pt x="4463902" y="591562"/>
                  </a:lnTo>
                  <a:lnTo>
                    <a:pt x="4497054" y="591562"/>
                  </a:lnTo>
                  <a:lnTo>
                    <a:pt x="4530206" y="591562"/>
                  </a:lnTo>
                  <a:lnTo>
                    <a:pt x="4563357" y="591562"/>
                  </a:lnTo>
                  <a:lnTo>
                    <a:pt x="4596509" y="591562"/>
                  </a:lnTo>
                  <a:lnTo>
                    <a:pt x="4629661" y="591562"/>
                  </a:lnTo>
                  <a:lnTo>
                    <a:pt x="4662813" y="591562"/>
                  </a:lnTo>
                  <a:lnTo>
                    <a:pt x="4695965" y="649485"/>
                  </a:lnTo>
                  <a:lnTo>
                    <a:pt x="4729117" y="674309"/>
                  </a:lnTo>
                  <a:lnTo>
                    <a:pt x="4762269" y="661897"/>
                  </a:lnTo>
                  <a:lnTo>
                    <a:pt x="4795421" y="591562"/>
                  </a:lnTo>
                  <a:lnTo>
                    <a:pt x="4828573" y="541915"/>
                  </a:lnTo>
                  <a:lnTo>
                    <a:pt x="4861724" y="397108"/>
                  </a:lnTo>
                  <a:lnTo>
                    <a:pt x="4894876" y="302432"/>
                  </a:lnTo>
                  <a:lnTo>
                    <a:pt x="4928028" y="216830"/>
                  </a:lnTo>
                  <a:lnTo>
                    <a:pt x="4961180" y="226915"/>
                  </a:lnTo>
                  <a:lnTo>
                    <a:pt x="4994332" y="226915"/>
                  </a:lnTo>
                  <a:lnTo>
                    <a:pt x="5027484" y="226915"/>
                  </a:lnTo>
                  <a:lnTo>
                    <a:pt x="5060636" y="226915"/>
                  </a:lnTo>
                  <a:lnTo>
                    <a:pt x="5093788" y="131106"/>
                  </a:lnTo>
                  <a:lnTo>
                    <a:pt x="5126940" y="126064"/>
                  </a:lnTo>
                  <a:lnTo>
                    <a:pt x="5160091" y="126064"/>
                  </a:lnTo>
                  <a:lnTo>
                    <a:pt x="5193243" y="126064"/>
                  </a:lnTo>
                  <a:lnTo>
                    <a:pt x="5226395" y="126064"/>
                  </a:lnTo>
                  <a:lnTo>
                    <a:pt x="5259547" y="141191"/>
                  </a:lnTo>
                  <a:lnTo>
                    <a:pt x="5292699" y="226915"/>
                  </a:lnTo>
                  <a:lnTo>
                    <a:pt x="5325851" y="287426"/>
                  </a:lnTo>
                  <a:lnTo>
                    <a:pt x="5359003" y="479043"/>
                  </a:lnTo>
                  <a:lnTo>
                    <a:pt x="5392155" y="630321"/>
                  </a:lnTo>
                  <a:lnTo>
                    <a:pt x="5425307" y="630321"/>
                  </a:lnTo>
                  <a:lnTo>
                    <a:pt x="5458458" y="630321"/>
                  </a:lnTo>
                  <a:lnTo>
                    <a:pt x="5491610" y="630321"/>
                  </a:lnTo>
                  <a:lnTo>
                    <a:pt x="5524762" y="630321"/>
                  </a:lnTo>
                  <a:lnTo>
                    <a:pt x="5557914" y="630321"/>
                  </a:lnTo>
                  <a:lnTo>
                    <a:pt x="5591066" y="726130"/>
                  </a:lnTo>
                  <a:lnTo>
                    <a:pt x="5624218" y="731172"/>
                  </a:lnTo>
                  <a:lnTo>
                    <a:pt x="5657370" y="731172"/>
                  </a:lnTo>
                  <a:lnTo>
                    <a:pt x="5690522" y="731172"/>
                  </a:lnTo>
                  <a:lnTo>
                    <a:pt x="5723674" y="731172"/>
                  </a:lnTo>
                  <a:lnTo>
                    <a:pt x="5756826" y="731172"/>
                  </a:lnTo>
                  <a:lnTo>
                    <a:pt x="5789977" y="731172"/>
                  </a:lnTo>
                  <a:lnTo>
                    <a:pt x="5823129" y="731172"/>
                  </a:lnTo>
                  <a:lnTo>
                    <a:pt x="5856281" y="731172"/>
                  </a:lnTo>
                  <a:lnTo>
                    <a:pt x="5889433" y="731172"/>
                  </a:lnTo>
                  <a:lnTo>
                    <a:pt x="5922585" y="731172"/>
                  </a:lnTo>
                  <a:lnTo>
                    <a:pt x="5955737" y="731172"/>
                  </a:lnTo>
                  <a:lnTo>
                    <a:pt x="5988889" y="731172"/>
                  </a:lnTo>
                  <a:lnTo>
                    <a:pt x="6022041" y="731172"/>
                  </a:lnTo>
                  <a:lnTo>
                    <a:pt x="6055193" y="731172"/>
                  </a:lnTo>
                  <a:lnTo>
                    <a:pt x="6088344" y="731172"/>
                  </a:lnTo>
                  <a:lnTo>
                    <a:pt x="6121496" y="731172"/>
                  </a:lnTo>
                  <a:lnTo>
                    <a:pt x="6154648" y="731172"/>
                  </a:lnTo>
                  <a:lnTo>
                    <a:pt x="6187800" y="731172"/>
                  </a:lnTo>
                  <a:lnTo>
                    <a:pt x="6220952" y="731172"/>
                  </a:lnTo>
                  <a:lnTo>
                    <a:pt x="6254104" y="731172"/>
                  </a:lnTo>
                  <a:lnTo>
                    <a:pt x="6287256" y="731172"/>
                  </a:lnTo>
                  <a:lnTo>
                    <a:pt x="6320408" y="731172"/>
                  </a:lnTo>
                  <a:lnTo>
                    <a:pt x="6353560" y="731172"/>
                  </a:lnTo>
                  <a:lnTo>
                    <a:pt x="6386711" y="731172"/>
                  </a:lnTo>
                  <a:lnTo>
                    <a:pt x="6419863" y="731172"/>
                  </a:lnTo>
                  <a:lnTo>
                    <a:pt x="6453015" y="660576"/>
                  </a:lnTo>
                  <a:lnTo>
                    <a:pt x="6486167" y="569810"/>
                  </a:lnTo>
                  <a:lnTo>
                    <a:pt x="6519319" y="438703"/>
                  </a:lnTo>
                  <a:lnTo>
                    <a:pt x="6552471" y="428618"/>
                  </a:lnTo>
                  <a:lnTo>
                    <a:pt x="6585623" y="428618"/>
                  </a:lnTo>
                  <a:lnTo>
                    <a:pt x="6618775" y="428618"/>
                  </a:lnTo>
                  <a:lnTo>
                    <a:pt x="6651927" y="428618"/>
                  </a:lnTo>
                  <a:lnTo>
                    <a:pt x="6685078" y="428618"/>
                  </a:lnTo>
                  <a:lnTo>
                    <a:pt x="6718230" y="560895"/>
                  </a:lnTo>
                  <a:lnTo>
                    <a:pt x="6751382" y="545996"/>
                  </a:lnTo>
                  <a:lnTo>
                    <a:pt x="6784534" y="508816"/>
                  </a:lnTo>
                  <a:lnTo>
                    <a:pt x="6817686" y="508816"/>
                  </a:lnTo>
                  <a:lnTo>
                    <a:pt x="6850838" y="508816"/>
                  </a:lnTo>
                  <a:lnTo>
                    <a:pt x="6883990" y="508816"/>
                  </a:lnTo>
                  <a:lnTo>
                    <a:pt x="6917142" y="508816"/>
                  </a:lnTo>
                  <a:lnTo>
                    <a:pt x="6950294" y="566738"/>
                  </a:lnTo>
                  <a:lnTo>
                    <a:pt x="6983446" y="641210"/>
                  </a:lnTo>
                  <a:lnTo>
                    <a:pt x="7016597" y="731393"/>
                  </a:lnTo>
                  <a:lnTo>
                    <a:pt x="7049749" y="731393"/>
                  </a:lnTo>
                  <a:lnTo>
                    <a:pt x="7082901" y="731393"/>
                  </a:lnTo>
                  <a:lnTo>
                    <a:pt x="7116053" y="674309"/>
                  </a:lnTo>
                  <a:lnTo>
                    <a:pt x="7149205" y="674309"/>
                  </a:lnTo>
                  <a:lnTo>
                    <a:pt x="7182357" y="674309"/>
                  </a:lnTo>
                  <a:lnTo>
                    <a:pt x="7215509" y="647048"/>
                  </a:lnTo>
                  <a:lnTo>
                    <a:pt x="7248661" y="658894"/>
                  </a:lnTo>
                  <a:lnTo>
                    <a:pt x="7281813" y="646350"/>
                  </a:lnTo>
                  <a:lnTo>
                    <a:pt x="7314964" y="591562"/>
                  </a:lnTo>
                  <a:lnTo>
                    <a:pt x="7348116" y="583288"/>
                  </a:lnTo>
                  <a:lnTo>
                    <a:pt x="7381268" y="508816"/>
                  </a:lnTo>
                  <a:lnTo>
                    <a:pt x="7414420" y="508816"/>
                  </a:lnTo>
                  <a:lnTo>
                    <a:pt x="7447572" y="508816"/>
                  </a:lnTo>
                  <a:lnTo>
                    <a:pt x="7480724" y="508816"/>
                  </a:lnTo>
                  <a:lnTo>
                    <a:pt x="7513876" y="508816"/>
                  </a:lnTo>
                  <a:lnTo>
                    <a:pt x="7547028" y="508816"/>
                  </a:lnTo>
                  <a:lnTo>
                    <a:pt x="7580180" y="517091"/>
                  </a:lnTo>
                  <a:lnTo>
                    <a:pt x="7613331" y="591562"/>
                  </a:lnTo>
                  <a:lnTo>
                    <a:pt x="7646483" y="521228"/>
                  </a:lnTo>
                  <a:lnTo>
                    <a:pt x="7679635" y="508816"/>
                  </a:lnTo>
                  <a:lnTo>
                    <a:pt x="7712787" y="495819"/>
                  </a:lnTo>
                  <a:lnTo>
                    <a:pt x="7745939" y="392894"/>
                  </a:lnTo>
                  <a:lnTo>
                    <a:pt x="7779091" y="389195"/>
                  </a:lnTo>
                  <a:lnTo>
                    <a:pt x="7812243" y="307596"/>
                  </a:lnTo>
                  <a:lnTo>
                    <a:pt x="7845395" y="237000"/>
                  </a:lnTo>
                  <a:lnTo>
                    <a:pt x="7878547" y="327766"/>
                  </a:lnTo>
                  <a:lnTo>
                    <a:pt x="7911698" y="327766"/>
                  </a:lnTo>
                  <a:lnTo>
                    <a:pt x="7944850" y="247085"/>
                  </a:lnTo>
                  <a:lnTo>
                    <a:pt x="7978002" y="226915"/>
                  </a:lnTo>
                  <a:lnTo>
                    <a:pt x="8011154" y="226915"/>
                  </a:lnTo>
                  <a:lnTo>
                    <a:pt x="8044306" y="226915"/>
                  </a:lnTo>
                  <a:lnTo>
                    <a:pt x="8077458" y="226915"/>
                  </a:lnTo>
                  <a:lnTo>
                    <a:pt x="8110610" y="226915"/>
                  </a:lnTo>
                  <a:lnTo>
                    <a:pt x="8143762" y="312639"/>
                  </a:lnTo>
                  <a:lnTo>
                    <a:pt x="8176914" y="327766"/>
                  </a:lnTo>
                  <a:lnTo>
                    <a:pt x="8210066" y="277341"/>
                  </a:lnTo>
                  <a:lnTo>
                    <a:pt x="8243217" y="378192"/>
                  </a:lnTo>
                  <a:lnTo>
                    <a:pt x="8276369" y="428618"/>
                  </a:lnTo>
                  <a:lnTo>
                    <a:pt x="8309521" y="448788"/>
                  </a:lnTo>
                  <a:lnTo>
                    <a:pt x="8342673" y="529469"/>
                  </a:lnTo>
                  <a:lnTo>
                    <a:pt x="8375825" y="529469"/>
                  </a:lnTo>
                  <a:lnTo>
                    <a:pt x="8375825" y="731393"/>
                  </a:lnTo>
                  <a:lnTo>
                    <a:pt x="8342673" y="731393"/>
                  </a:lnTo>
                  <a:lnTo>
                    <a:pt x="8309521" y="731393"/>
                  </a:lnTo>
                  <a:lnTo>
                    <a:pt x="8276369" y="731393"/>
                  </a:lnTo>
                  <a:lnTo>
                    <a:pt x="8243217" y="731393"/>
                  </a:lnTo>
                  <a:lnTo>
                    <a:pt x="8210066" y="731393"/>
                  </a:lnTo>
                  <a:lnTo>
                    <a:pt x="8176914" y="731393"/>
                  </a:lnTo>
                  <a:lnTo>
                    <a:pt x="8143762" y="731393"/>
                  </a:lnTo>
                  <a:lnTo>
                    <a:pt x="8110610" y="731393"/>
                  </a:lnTo>
                  <a:lnTo>
                    <a:pt x="8077458" y="731393"/>
                  </a:lnTo>
                  <a:lnTo>
                    <a:pt x="8044306" y="731393"/>
                  </a:lnTo>
                  <a:lnTo>
                    <a:pt x="8011154" y="731393"/>
                  </a:lnTo>
                  <a:lnTo>
                    <a:pt x="7978002" y="731393"/>
                  </a:lnTo>
                  <a:lnTo>
                    <a:pt x="7944850" y="731393"/>
                  </a:lnTo>
                  <a:lnTo>
                    <a:pt x="7911698" y="731393"/>
                  </a:lnTo>
                  <a:lnTo>
                    <a:pt x="7878547" y="731393"/>
                  </a:lnTo>
                  <a:lnTo>
                    <a:pt x="7845395" y="731393"/>
                  </a:lnTo>
                  <a:lnTo>
                    <a:pt x="7812243" y="731393"/>
                  </a:lnTo>
                  <a:lnTo>
                    <a:pt x="7779091" y="731393"/>
                  </a:lnTo>
                  <a:lnTo>
                    <a:pt x="7745939" y="731393"/>
                  </a:lnTo>
                  <a:lnTo>
                    <a:pt x="7712787" y="731393"/>
                  </a:lnTo>
                  <a:lnTo>
                    <a:pt x="7679635" y="731393"/>
                  </a:lnTo>
                  <a:lnTo>
                    <a:pt x="7646483" y="731393"/>
                  </a:lnTo>
                  <a:lnTo>
                    <a:pt x="7613331" y="731393"/>
                  </a:lnTo>
                  <a:lnTo>
                    <a:pt x="7580180" y="731393"/>
                  </a:lnTo>
                  <a:lnTo>
                    <a:pt x="7547028" y="731393"/>
                  </a:lnTo>
                  <a:lnTo>
                    <a:pt x="7513876" y="731393"/>
                  </a:lnTo>
                  <a:lnTo>
                    <a:pt x="7480724" y="731393"/>
                  </a:lnTo>
                  <a:lnTo>
                    <a:pt x="7447572" y="731393"/>
                  </a:lnTo>
                  <a:lnTo>
                    <a:pt x="7414420" y="731393"/>
                  </a:lnTo>
                  <a:lnTo>
                    <a:pt x="7381268" y="731393"/>
                  </a:lnTo>
                  <a:lnTo>
                    <a:pt x="7348116" y="731393"/>
                  </a:lnTo>
                  <a:lnTo>
                    <a:pt x="7314964" y="731393"/>
                  </a:lnTo>
                  <a:lnTo>
                    <a:pt x="7281813" y="731393"/>
                  </a:lnTo>
                  <a:lnTo>
                    <a:pt x="7248661" y="731393"/>
                  </a:lnTo>
                  <a:lnTo>
                    <a:pt x="7215509" y="731393"/>
                  </a:lnTo>
                  <a:lnTo>
                    <a:pt x="7182357" y="731393"/>
                  </a:lnTo>
                  <a:lnTo>
                    <a:pt x="7149205" y="731393"/>
                  </a:lnTo>
                  <a:lnTo>
                    <a:pt x="7116053" y="731393"/>
                  </a:lnTo>
                  <a:lnTo>
                    <a:pt x="7082901" y="731393"/>
                  </a:lnTo>
                  <a:lnTo>
                    <a:pt x="7049749" y="731393"/>
                  </a:lnTo>
                  <a:lnTo>
                    <a:pt x="7016597" y="731393"/>
                  </a:lnTo>
                  <a:lnTo>
                    <a:pt x="6983446" y="731393"/>
                  </a:lnTo>
                  <a:lnTo>
                    <a:pt x="6950294" y="731393"/>
                  </a:lnTo>
                  <a:lnTo>
                    <a:pt x="6917142" y="731393"/>
                  </a:lnTo>
                  <a:lnTo>
                    <a:pt x="6883990" y="731393"/>
                  </a:lnTo>
                  <a:lnTo>
                    <a:pt x="6850838" y="731393"/>
                  </a:lnTo>
                  <a:lnTo>
                    <a:pt x="6817686" y="731393"/>
                  </a:lnTo>
                  <a:lnTo>
                    <a:pt x="6784534" y="731393"/>
                  </a:lnTo>
                  <a:lnTo>
                    <a:pt x="6751382" y="731393"/>
                  </a:lnTo>
                  <a:lnTo>
                    <a:pt x="6718230" y="731393"/>
                  </a:lnTo>
                  <a:lnTo>
                    <a:pt x="6685078" y="731393"/>
                  </a:lnTo>
                  <a:lnTo>
                    <a:pt x="6651927" y="731393"/>
                  </a:lnTo>
                  <a:lnTo>
                    <a:pt x="6618775" y="731393"/>
                  </a:lnTo>
                  <a:lnTo>
                    <a:pt x="6585623" y="731393"/>
                  </a:lnTo>
                  <a:lnTo>
                    <a:pt x="6552471" y="731393"/>
                  </a:lnTo>
                  <a:lnTo>
                    <a:pt x="6519319" y="731393"/>
                  </a:lnTo>
                  <a:lnTo>
                    <a:pt x="6486167" y="731393"/>
                  </a:lnTo>
                  <a:lnTo>
                    <a:pt x="6453015" y="731393"/>
                  </a:lnTo>
                  <a:lnTo>
                    <a:pt x="6419863" y="731393"/>
                  </a:lnTo>
                  <a:lnTo>
                    <a:pt x="6386711" y="731393"/>
                  </a:lnTo>
                  <a:lnTo>
                    <a:pt x="6353560" y="731393"/>
                  </a:lnTo>
                  <a:lnTo>
                    <a:pt x="6320408" y="731393"/>
                  </a:lnTo>
                  <a:lnTo>
                    <a:pt x="6287256" y="731393"/>
                  </a:lnTo>
                  <a:lnTo>
                    <a:pt x="6254104" y="731393"/>
                  </a:lnTo>
                  <a:lnTo>
                    <a:pt x="6220952" y="731393"/>
                  </a:lnTo>
                  <a:lnTo>
                    <a:pt x="6187800" y="731393"/>
                  </a:lnTo>
                  <a:lnTo>
                    <a:pt x="6154648" y="731393"/>
                  </a:lnTo>
                  <a:lnTo>
                    <a:pt x="6121496" y="731393"/>
                  </a:lnTo>
                  <a:lnTo>
                    <a:pt x="6088344" y="731393"/>
                  </a:lnTo>
                  <a:lnTo>
                    <a:pt x="6055193" y="731393"/>
                  </a:lnTo>
                  <a:lnTo>
                    <a:pt x="6022041" y="731393"/>
                  </a:lnTo>
                  <a:lnTo>
                    <a:pt x="5988889" y="731393"/>
                  </a:lnTo>
                  <a:lnTo>
                    <a:pt x="5955737" y="731393"/>
                  </a:lnTo>
                  <a:lnTo>
                    <a:pt x="5922585" y="731393"/>
                  </a:lnTo>
                  <a:lnTo>
                    <a:pt x="5889433" y="731393"/>
                  </a:lnTo>
                  <a:lnTo>
                    <a:pt x="5856281" y="731393"/>
                  </a:lnTo>
                  <a:lnTo>
                    <a:pt x="5823129" y="731393"/>
                  </a:lnTo>
                  <a:lnTo>
                    <a:pt x="5789977" y="731393"/>
                  </a:lnTo>
                  <a:lnTo>
                    <a:pt x="5756826" y="731393"/>
                  </a:lnTo>
                  <a:lnTo>
                    <a:pt x="5723674" y="731393"/>
                  </a:lnTo>
                  <a:lnTo>
                    <a:pt x="5690522" y="731393"/>
                  </a:lnTo>
                  <a:lnTo>
                    <a:pt x="5657370" y="731393"/>
                  </a:lnTo>
                  <a:lnTo>
                    <a:pt x="5624218" y="731393"/>
                  </a:lnTo>
                  <a:lnTo>
                    <a:pt x="5591066" y="731393"/>
                  </a:lnTo>
                  <a:lnTo>
                    <a:pt x="5557914" y="731393"/>
                  </a:lnTo>
                  <a:lnTo>
                    <a:pt x="5524762" y="731393"/>
                  </a:lnTo>
                  <a:lnTo>
                    <a:pt x="5491610" y="731393"/>
                  </a:lnTo>
                  <a:lnTo>
                    <a:pt x="5458458" y="731393"/>
                  </a:lnTo>
                  <a:lnTo>
                    <a:pt x="5425307" y="731393"/>
                  </a:lnTo>
                  <a:lnTo>
                    <a:pt x="5392155" y="731393"/>
                  </a:lnTo>
                  <a:lnTo>
                    <a:pt x="5359003" y="731393"/>
                  </a:lnTo>
                  <a:lnTo>
                    <a:pt x="5325851" y="731393"/>
                  </a:lnTo>
                  <a:lnTo>
                    <a:pt x="5292699" y="731393"/>
                  </a:lnTo>
                  <a:lnTo>
                    <a:pt x="5259547" y="731393"/>
                  </a:lnTo>
                  <a:lnTo>
                    <a:pt x="5226395" y="731393"/>
                  </a:lnTo>
                  <a:lnTo>
                    <a:pt x="5193243" y="731393"/>
                  </a:lnTo>
                  <a:lnTo>
                    <a:pt x="5160091" y="731393"/>
                  </a:lnTo>
                  <a:lnTo>
                    <a:pt x="5126940" y="731393"/>
                  </a:lnTo>
                  <a:lnTo>
                    <a:pt x="5093788" y="731393"/>
                  </a:lnTo>
                  <a:lnTo>
                    <a:pt x="5060636" y="731393"/>
                  </a:lnTo>
                  <a:lnTo>
                    <a:pt x="5027484" y="731393"/>
                  </a:lnTo>
                  <a:lnTo>
                    <a:pt x="4994332" y="731393"/>
                  </a:lnTo>
                  <a:lnTo>
                    <a:pt x="4961180" y="731393"/>
                  </a:lnTo>
                  <a:lnTo>
                    <a:pt x="4928028" y="731393"/>
                  </a:lnTo>
                  <a:lnTo>
                    <a:pt x="4894876" y="731393"/>
                  </a:lnTo>
                  <a:lnTo>
                    <a:pt x="4861724" y="731393"/>
                  </a:lnTo>
                  <a:lnTo>
                    <a:pt x="4828573" y="731393"/>
                  </a:lnTo>
                  <a:lnTo>
                    <a:pt x="4795421" y="731393"/>
                  </a:lnTo>
                  <a:lnTo>
                    <a:pt x="4762269" y="731393"/>
                  </a:lnTo>
                  <a:lnTo>
                    <a:pt x="4729117" y="731393"/>
                  </a:lnTo>
                  <a:lnTo>
                    <a:pt x="4695965" y="731393"/>
                  </a:lnTo>
                  <a:lnTo>
                    <a:pt x="4662813" y="731393"/>
                  </a:lnTo>
                  <a:lnTo>
                    <a:pt x="4629661" y="731393"/>
                  </a:lnTo>
                  <a:lnTo>
                    <a:pt x="4596509" y="731393"/>
                  </a:lnTo>
                  <a:lnTo>
                    <a:pt x="4563357" y="731393"/>
                  </a:lnTo>
                  <a:lnTo>
                    <a:pt x="4530206" y="731393"/>
                  </a:lnTo>
                  <a:lnTo>
                    <a:pt x="4497054" y="731393"/>
                  </a:lnTo>
                  <a:lnTo>
                    <a:pt x="4463902" y="731393"/>
                  </a:lnTo>
                  <a:lnTo>
                    <a:pt x="4430750" y="731393"/>
                  </a:lnTo>
                  <a:lnTo>
                    <a:pt x="4397598" y="731393"/>
                  </a:lnTo>
                  <a:lnTo>
                    <a:pt x="4364446" y="731393"/>
                  </a:lnTo>
                  <a:lnTo>
                    <a:pt x="4331294" y="731393"/>
                  </a:lnTo>
                  <a:lnTo>
                    <a:pt x="4298142" y="731393"/>
                  </a:lnTo>
                  <a:lnTo>
                    <a:pt x="4264990" y="731393"/>
                  </a:lnTo>
                  <a:lnTo>
                    <a:pt x="4231838" y="731393"/>
                  </a:lnTo>
                  <a:lnTo>
                    <a:pt x="4198687" y="731393"/>
                  </a:lnTo>
                  <a:lnTo>
                    <a:pt x="4165535" y="731393"/>
                  </a:lnTo>
                  <a:lnTo>
                    <a:pt x="4132383" y="731393"/>
                  </a:lnTo>
                  <a:lnTo>
                    <a:pt x="4099231" y="731393"/>
                  </a:lnTo>
                  <a:lnTo>
                    <a:pt x="4066079" y="731393"/>
                  </a:lnTo>
                  <a:lnTo>
                    <a:pt x="4032927" y="731393"/>
                  </a:lnTo>
                  <a:lnTo>
                    <a:pt x="3999775" y="731393"/>
                  </a:lnTo>
                  <a:lnTo>
                    <a:pt x="3966623" y="731393"/>
                  </a:lnTo>
                  <a:lnTo>
                    <a:pt x="3933471" y="731393"/>
                  </a:lnTo>
                  <a:lnTo>
                    <a:pt x="3900320" y="731393"/>
                  </a:lnTo>
                  <a:lnTo>
                    <a:pt x="3867168" y="731393"/>
                  </a:lnTo>
                  <a:lnTo>
                    <a:pt x="3834016" y="731393"/>
                  </a:lnTo>
                  <a:lnTo>
                    <a:pt x="3800864" y="731393"/>
                  </a:lnTo>
                  <a:lnTo>
                    <a:pt x="3767712" y="731393"/>
                  </a:lnTo>
                  <a:lnTo>
                    <a:pt x="3734560" y="731393"/>
                  </a:lnTo>
                  <a:lnTo>
                    <a:pt x="3701408" y="731393"/>
                  </a:lnTo>
                  <a:lnTo>
                    <a:pt x="3668256" y="731393"/>
                  </a:lnTo>
                  <a:lnTo>
                    <a:pt x="3635104" y="731393"/>
                  </a:lnTo>
                  <a:lnTo>
                    <a:pt x="3601953" y="731393"/>
                  </a:lnTo>
                  <a:lnTo>
                    <a:pt x="3568801" y="731393"/>
                  </a:lnTo>
                  <a:lnTo>
                    <a:pt x="3535649" y="731393"/>
                  </a:lnTo>
                  <a:lnTo>
                    <a:pt x="3502497" y="731393"/>
                  </a:lnTo>
                  <a:lnTo>
                    <a:pt x="3469345" y="731393"/>
                  </a:lnTo>
                  <a:lnTo>
                    <a:pt x="3436193" y="731393"/>
                  </a:lnTo>
                  <a:lnTo>
                    <a:pt x="3403041" y="731393"/>
                  </a:lnTo>
                  <a:lnTo>
                    <a:pt x="3369889" y="731393"/>
                  </a:lnTo>
                  <a:lnTo>
                    <a:pt x="3336737" y="731393"/>
                  </a:lnTo>
                  <a:lnTo>
                    <a:pt x="3303586" y="731393"/>
                  </a:lnTo>
                  <a:lnTo>
                    <a:pt x="3270434" y="731393"/>
                  </a:lnTo>
                  <a:lnTo>
                    <a:pt x="3237282" y="731393"/>
                  </a:lnTo>
                  <a:lnTo>
                    <a:pt x="3204130" y="731393"/>
                  </a:lnTo>
                  <a:lnTo>
                    <a:pt x="3170978" y="731393"/>
                  </a:lnTo>
                  <a:lnTo>
                    <a:pt x="3137826" y="731393"/>
                  </a:lnTo>
                  <a:lnTo>
                    <a:pt x="3104674" y="731393"/>
                  </a:lnTo>
                  <a:lnTo>
                    <a:pt x="3071522" y="731393"/>
                  </a:lnTo>
                  <a:lnTo>
                    <a:pt x="3038370" y="731393"/>
                  </a:lnTo>
                  <a:lnTo>
                    <a:pt x="3005218" y="731393"/>
                  </a:lnTo>
                  <a:lnTo>
                    <a:pt x="2972067" y="731393"/>
                  </a:lnTo>
                  <a:lnTo>
                    <a:pt x="2938915" y="731393"/>
                  </a:lnTo>
                  <a:lnTo>
                    <a:pt x="2905763" y="731393"/>
                  </a:lnTo>
                  <a:lnTo>
                    <a:pt x="2872611" y="731393"/>
                  </a:lnTo>
                  <a:lnTo>
                    <a:pt x="2839459" y="731393"/>
                  </a:lnTo>
                  <a:lnTo>
                    <a:pt x="2806307" y="731393"/>
                  </a:lnTo>
                  <a:lnTo>
                    <a:pt x="2773155" y="731393"/>
                  </a:lnTo>
                  <a:lnTo>
                    <a:pt x="2740003" y="731393"/>
                  </a:lnTo>
                  <a:lnTo>
                    <a:pt x="2706851" y="731393"/>
                  </a:lnTo>
                  <a:lnTo>
                    <a:pt x="2673700" y="731393"/>
                  </a:lnTo>
                  <a:lnTo>
                    <a:pt x="2640548" y="731393"/>
                  </a:lnTo>
                  <a:lnTo>
                    <a:pt x="2607396" y="731393"/>
                  </a:lnTo>
                  <a:lnTo>
                    <a:pt x="2574244" y="731393"/>
                  </a:lnTo>
                  <a:lnTo>
                    <a:pt x="2541092" y="731393"/>
                  </a:lnTo>
                  <a:lnTo>
                    <a:pt x="2507940" y="731393"/>
                  </a:lnTo>
                  <a:lnTo>
                    <a:pt x="2474788" y="731393"/>
                  </a:lnTo>
                  <a:lnTo>
                    <a:pt x="2441636" y="731393"/>
                  </a:lnTo>
                  <a:lnTo>
                    <a:pt x="2408484" y="731393"/>
                  </a:lnTo>
                  <a:lnTo>
                    <a:pt x="2375333" y="731393"/>
                  </a:lnTo>
                  <a:lnTo>
                    <a:pt x="2342181" y="731393"/>
                  </a:lnTo>
                  <a:lnTo>
                    <a:pt x="2309029" y="731393"/>
                  </a:lnTo>
                  <a:lnTo>
                    <a:pt x="2275877" y="731393"/>
                  </a:lnTo>
                  <a:lnTo>
                    <a:pt x="2242725" y="731393"/>
                  </a:lnTo>
                  <a:lnTo>
                    <a:pt x="2209573" y="731393"/>
                  </a:lnTo>
                  <a:lnTo>
                    <a:pt x="2176421" y="731393"/>
                  </a:lnTo>
                  <a:lnTo>
                    <a:pt x="2143269" y="731393"/>
                  </a:lnTo>
                  <a:lnTo>
                    <a:pt x="2110117" y="731393"/>
                  </a:lnTo>
                  <a:lnTo>
                    <a:pt x="2076966" y="731393"/>
                  </a:lnTo>
                  <a:lnTo>
                    <a:pt x="2043814" y="731393"/>
                  </a:lnTo>
                  <a:lnTo>
                    <a:pt x="2010662" y="731393"/>
                  </a:lnTo>
                  <a:lnTo>
                    <a:pt x="1977510" y="731393"/>
                  </a:lnTo>
                  <a:lnTo>
                    <a:pt x="1944358" y="731393"/>
                  </a:lnTo>
                  <a:lnTo>
                    <a:pt x="1911206" y="731393"/>
                  </a:lnTo>
                  <a:lnTo>
                    <a:pt x="1878054" y="731393"/>
                  </a:lnTo>
                  <a:lnTo>
                    <a:pt x="1844902" y="731393"/>
                  </a:lnTo>
                  <a:lnTo>
                    <a:pt x="1811750" y="731393"/>
                  </a:lnTo>
                  <a:lnTo>
                    <a:pt x="1778598" y="731393"/>
                  </a:lnTo>
                  <a:lnTo>
                    <a:pt x="1745447" y="731393"/>
                  </a:lnTo>
                  <a:lnTo>
                    <a:pt x="1712295" y="731393"/>
                  </a:lnTo>
                  <a:lnTo>
                    <a:pt x="1679143" y="731393"/>
                  </a:lnTo>
                  <a:lnTo>
                    <a:pt x="1645991" y="731393"/>
                  </a:lnTo>
                  <a:lnTo>
                    <a:pt x="1612839" y="731393"/>
                  </a:lnTo>
                  <a:lnTo>
                    <a:pt x="1579687" y="731393"/>
                  </a:lnTo>
                  <a:lnTo>
                    <a:pt x="1546535" y="731393"/>
                  </a:lnTo>
                  <a:lnTo>
                    <a:pt x="1513383" y="731393"/>
                  </a:lnTo>
                  <a:lnTo>
                    <a:pt x="1480231" y="731393"/>
                  </a:lnTo>
                  <a:lnTo>
                    <a:pt x="1447080" y="731393"/>
                  </a:lnTo>
                  <a:lnTo>
                    <a:pt x="1413928" y="731393"/>
                  </a:lnTo>
                  <a:lnTo>
                    <a:pt x="1380776" y="731393"/>
                  </a:lnTo>
                  <a:lnTo>
                    <a:pt x="1347624" y="731393"/>
                  </a:lnTo>
                  <a:lnTo>
                    <a:pt x="1314472" y="731393"/>
                  </a:lnTo>
                  <a:lnTo>
                    <a:pt x="1281320" y="731393"/>
                  </a:lnTo>
                  <a:lnTo>
                    <a:pt x="1248168" y="731393"/>
                  </a:lnTo>
                  <a:lnTo>
                    <a:pt x="1215016" y="731393"/>
                  </a:lnTo>
                  <a:lnTo>
                    <a:pt x="1181864" y="731393"/>
                  </a:lnTo>
                  <a:lnTo>
                    <a:pt x="1148713" y="731393"/>
                  </a:lnTo>
                  <a:lnTo>
                    <a:pt x="1115561" y="731393"/>
                  </a:lnTo>
                  <a:lnTo>
                    <a:pt x="1082409" y="731393"/>
                  </a:lnTo>
                  <a:lnTo>
                    <a:pt x="1049257" y="731393"/>
                  </a:lnTo>
                  <a:lnTo>
                    <a:pt x="1016105" y="731393"/>
                  </a:lnTo>
                  <a:lnTo>
                    <a:pt x="982953" y="731393"/>
                  </a:lnTo>
                  <a:lnTo>
                    <a:pt x="949801" y="731393"/>
                  </a:lnTo>
                  <a:lnTo>
                    <a:pt x="916649" y="731393"/>
                  </a:lnTo>
                  <a:lnTo>
                    <a:pt x="883497" y="731393"/>
                  </a:lnTo>
                  <a:lnTo>
                    <a:pt x="850346" y="731393"/>
                  </a:lnTo>
                  <a:lnTo>
                    <a:pt x="817194" y="731393"/>
                  </a:lnTo>
                  <a:lnTo>
                    <a:pt x="784042" y="731393"/>
                  </a:lnTo>
                  <a:lnTo>
                    <a:pt x="750890" y="731393"/>
                  </a:lnTo>
                  <a:lnTo>
                    <a:pt x="717738" y="731393"/>
                  </a:lnTo>
                  <a:lnTo>
                    <a:pt x="684586" y="731393"/>
                  </a:lnTo>
                  <a:lnTo>
                    <a:pt x="651434" y="731393"/>
                  </a:lnTo>
                  <a:lnTo>
                    <a:pt x="618282" y="731393"/>
                  </a:lnTo>
                  <a:lnTo>
                    <a:pt x="585130" y="731393"/>
                  </a:lnTo>
                  <a:lnTo>
                    <a:pt x="551978" y="731393"/>
                  </a:lnTo>
                  <a:lnTo>
                    <a:pt x="518827" y="731393"/>
                  </a:lnTo>
                  <a:lnTo>
                    <a:pt x="485675" y="731393"/>
                  </a:lnTo>
                  <a:lnTo>
                    <a:pt x="452523" y="731393"/>
                  </a:lnTo>
                  <a:lnTo>
                    <a:pt x="419371" y="731393"/>
                  </a:lnTo>
                  <a:lnTo>
                    <a:pt x="386219" y="731393"/>
                  </a:lnTo>
                  <a:lnTo>
                    <a:pt x="353067" y="731393"/>
                  </a:lnTo>
                  <a:lnTo>
                    <a:pt x="319915" y="731393"/>
                  </a:lnTo>
                  <a:lnTo>
                    <a:pt x="286763" y="731393"/>
                  </a:lnTo>
                  <a:lnTo>
                    <a:pt x="253611" y="731393"/>
                  </a:lnTo>
                  <a:lnTo>
                    <a:pt x="220460" y="731393"/>
                  </a:lnTo>
                  <a:lnTo>
                    <a:pt x="187308" y="731393"/>
                  </a:lnTo>
                  <a:lnTo>
                    <a:pt x="154156" y="731393"/>
                  </a:lnTo>
                  <a:lnTo>
                    <a:pt x="121004" y="731393"/>
                  </a:lnTo>
                  <a:lnTo>
                    <a:pt x="87852" y="731393"/>
                  </a:lnTo>
                  <a:lnTo>
                    <a:pt x="54700" y="731393"/>
                  </a:lnTo>
                  <a:lnTo>
                    <a:pt x="21548" y="731393"/>
                  </a:lnTo>
                  <a:lnTo>
                    <a:pt x="0" y="731393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937859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88279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2267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417829" y="1746586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417829" y="1306188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417829" y="865790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346724" y="425392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22" name="pl22"/>
            <p:cNvSpPr/>
            <p:nvPr/>
          </p:nvSpPr>
          <p:spPr>
            <a:xfrm>
              <a:off x="587875" y="17903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87875" y="13499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87875" y="9095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87875" y="4691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22670" y="206628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837687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495281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52876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810470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468065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 rot="-5400000">
              <a:off x="96391" y="118096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22670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34" name="rc34"/>
            <p:cNvSpPr/>
            <p:nvPr/>
          </p:nvSpPr>
          <p:spPr>
            <a:xfrm>
              <a:off x="622670" y="235558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22670" y="3464513"/>
              <a:ext cx="2996889" cy="559885"/>
            </a:xfrm>
            <a:custGeom>
              <a:avLst/>
              <a:pathLst>
                <a:path w="2996889" h="559885">
                  <a:moveTo>
                    <a:pt x="0" y="372012"/>
                  </a:moveTo>
                  <a:lnTo>
                    <a:pt x="21548" y="372012"/>
                  </a:lnTo>
                  <a:lnTo>
                    <a:pt x="54700" y="372012"/>
                  </a:lnTo>
                  <a:lnTo>
                    <a:pt x="87852" y="316210"/>
                  </a:lnTo>
                  <a:lnTo>
                    <a:pt x="121004" y="279009"/>
                  </a:lnTo>
                  <a:lnTo>
                    <a:pt x="154156" y="279009"/>
                  </a:lnTo>
                  <a:lnTo>
                    <a:pt x="187308" y="255758"/>
                  </a:lnTo>
                  <a:lnTo>
                    <a:pt x="220460" y="106953"/>
                  </a:lnTo>
                  <a:lnTo>
                    <a:pt x="253611" y="93003"/>
                  </a:lnTo>
                  <a:lnTo>
                    <a:pt x="286763" y="93003"/>
                  </a:lnTo>
                  <a:lnTo>
                    <a:pt x="319915" y="93003"/>
                  </a:lnTo>
                  <a:lnTo>
                    <a:pt x="353067" y="60451"/>
                  </a:lnTo>
                  <a:lnTo>
                    <a:pt x="386219" y="0"/>
                  </a:lnTo>
                  <a:lnTo>
                    <a:pt x="419371" y="0"/>
                  </a:lnTo>
                  <a:lnTo>
                    <a:pt x="452523" y="51151"/>
                  </a:lnTo>
                  <a:lnTo>
                    <a:pt x="485675" y="186006"/>
                  </a:lnTo>
                  <a:lnTo>
                    <a:pt x="518827" y="186006"/>
                  </a:lnTo>
                  <a:lnTo>
                    <a:pt x="551978" y="186006"/>
                  </a:lnTo>
                  <a:lnTo>
                    <a:pt x="585130" y="241808"/>
                  </a:lnTo>
                  <a:lnTo>
                    <a:pt x="618282" y="279009"/>
                  </a:lnTo>
                  <a:lnTo>
                    <a:pt x="651434" y="279009"/>
                  </a:lnTo>
                  <a:lnTo>
                    <a:pt x="684586" y="218557"/>
                  </a:lnTo>
                  <a:lnTo>
                    <a:pt x="717738" y="358062"/>
                  </a:lnTo>
                  <a:lnTo>
                    <a:pt x="750890" y="372012"/>
                  </a:lnTo>
                  <a:lnTo>
                    <a:pt x="784042" y="372012"/>
                  </a:lnTo>
                  <a:lnTo>
                    <a:pt x="817194" y="372012"/>
                  </a:lnTo>
                  <a:lnTo>
                    <a:pt x="850346" y="404563"/>
                  </a:lnTo>
                  <a:lnTo>
                    <a:pt x="883497" y="404563"/>
                  </a:lnTo>
                  <a:lnTo>
                    <a:pt x="916649" y="372012"/>
                  </a:lnTo>
                  <a:lnTo>
                    <a:pt x="949801" y="372012"/>
                  </a:lnTo>
                  <a:lnTo>
                    <a:pt x="982953" y="372012"/>
                  </a:lnTo>
                  <a:lnTo>
                    <a:pt x="1016105" y="372012"/>
                  </a:lnTo>
                  <a:lnTo>
                    <a:pt x="1049257" y="372012"/>
                  </a:lnTo>
                  <a:lnTo>
                    <a:pt x="1082409" y="372012"/>
                  </a:lnTo>
                  <a:lnTo>
                    <a:pt x="1115561" y="372012"/>
                  </a:lnTo>
                  <a:lnTo>
                    <a:pt x="1148713" y="372012"/>
                  </a:lnTo>
                  <a:lnTo>
                    <a:pt x="1181864" y="455715"/>
                  </a:lnTo>
                  <a:lnTo>
                    <a:pt x="1215016" y="465015"/>
                  </a:lnTo>
                  <a:lnTo>
                    <a:pt x="1248168" y="465015"/>
                  </a:lnTo>
                  <a:lnTo>
                    <a:pt x="1281320" y="432464"/>
                  </a:lnTo>
                  <a:lnTo>
                    <a:pt x="1314472" y="372012"/>
                  </a:lnTo>
                  <a:lnTo>
                    <a:pt x="1347624" y="372012"/>
                  </a:lnTo>
                  <a:lnTo>
                    <a:pt x="1380776" y="432464"/>
                  </a:lnTo>
                  <a:lnTo>
                    <a:pt x="1413928" y="465015"/>
                  </a:lnTo>
                  <a:lnTo>
                    <a:pt x="1447080" y="465015"/>
                  </a:lnTo>
                  <a:lnTo>
                    <a:pt x="1480231" y="465015"/>
                  </a:lnTo>
                  <a:lnTo>
                    <a:pt x="1513383" y="465015"/>
                  </a:lnTo>
                  <a:lnTo>
                    <a:pt x="1546535" y="385963"/>
                  </a:lnTo>
                  <a:lnTo>
                    <a:pt x="1579687" y="279009"/>
                  </a:lnTo>
                  <a:lnTo>
                    <a:pt x="1612839" y="186006"/>
                  </a:lnTo>
                  <a:lnTo>
                    <a:pt x="1645991" y="186006"/>
                  </a:lnTo>
                  <a:lnTo>
                    <a:pt x="1679143" y="186006"/>
                  </a:lnTo>
                  <a:lnTo>
                    <a:pt x="1712295" y="186006"/>
                  </a:lnTo>
                  <a:lnTo>
                    <a:pt x="1745447" y="186006"/>
                  </a:lnTo>
                  <a:lnTo>
                    <a:pt x="1778598" y="218557"/>
                  </a:lnTo>
                  <a:lnTo>
                    <a:pt x="1811750" y="279009"/>
                  </a:lnTo>
                  <a:lnTo>
                    <a:pt x="1844902" y="279009"/>
                  </a:lnTo>
                  <a:lnTo>
                    <a:pt x="1878054" y="279009"/>
                  </a:lnTo>
                  <a:lnTo>
                    <a:pt x="1911206" y="279009"/>
                  </a:lnTo>
                  <a:lnTo>
                    <a:pt x="1944358" y="279009"/>
                  </a:lnTo>
                  <a:lnTo>
                    <a:pt x="1977510" y="279009"/>
                  </a:lnTo>
                  <a:lnTo>
                    <a:pt x="2010662" y="279009"/>
                  </a:lnTo>
                  <a:lnTo>
                    <a:pt x="2043814" y="358062"/>
                  </a:lnTo>
                  <a:lnTo>
                    <a:pt x="2076966" y="441765"/>
                  </a:lnTo>
                  <a:lnTo>
                    <a:pt x="2110117" y="465015"/>
                  </a:lnTo>
                  <a:lnTo>
                    <a:pt x="2143269" y="465015"/>
                  </a:lnTo>
                  <a:lnTo>
                    <a:pt x="2176421" y="465015"/>
                  </a:lnTo>
                  <a:lnTo>
                    <a:pt x="2209573" y="465015"/>
                  </a:lnTo>
                  <a:lnTo>
                    <a:pt x="2242725" y="465015"/>
                  </a:lnTo>
                  <a:lnTo>
                    <a:pt x="2275877" y="465015"/>
                  </a:lnTo>
                  <a:lnTo>
                    <a:pt x="2309029" y="465015"/>
                  </a:lnTo>
                  <a:lnTo>
                    <a:pt x="2342181" y="465015"/>
                  </a:lnTo>
                  <a:lnTo>
                    <a:pt x="2375333" y="465015"/>
                  </a:lnTo>
                  <a:lnTo>
                    <a:pt x="2408484" y="451065"/>
                  </a:lnTo>
                  <a:lnTo>
                    <a:pt x="2441636" y="372012"/>
                  </a:lnTo>
                  <a:lnTo>
                    <a:pt x="2474788" y="372012"/>
                  </a:lnTo>
                  <a:lnTo>
                    <a:pt x="2507940" y="372012"/>
                  </a:lnTo>
                  <a:lnTo>
                    <a:pt x="2541092" y="372012"/>
                  </a:lnTo>
                  <a:lnTo>
                    <a:pt x="2574244" y="395263"/>
                  </a:lnTo>
                  <a:lnTo>
                    <a:pt x="2607396" y="465015"/>
                  </a:lnTo>
                  <a:lnTo>
                    <a:pt x="2640548" y="465015"/>
                  </a:lnTo>
                  <a:lnTo>
                    <a:pt x="2673700" y="465015"/>
                  </a:lnTo>
                  <a:lnTo>
                    <a:pt x="2706851" y="465015"/>
                  </a:lnTo>
                  <a:lnTo>
                    <a:pt x="2740003" y="465015"/>
                  </a:lnTo>
                  <a:lnTo>
                    <a:pt x="2773155" y="451065"/>
                  </a:lnTo>
                  <a:lnTo>
                    <a:pt x="2806307" y="372012"/>
                  </a:lnTo>
                  <a:lnTo>
                    <a:pt x="2839459" y="372012"/>
                  </a:lnTo>
                  <a:lnTo>
                    <a:pt x="2872611" y="372012"/>
                  </a:lnTo>
                  <a:lnTo>
                    <a:pt x="2905763" y="385963"/>
                  </a:lnTo>
                  <a:lnTo>
                    <a:pt x="2938915" y="465015"/>
                  </a:lnTo>
                  <a:lnTo>
                    <a:pt x="2972067" y="465015"/>
                  </a:lnTo>
                  <a:lnTo>
                    <a:pt x="2996889" y="55988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632202" y="2355589"/>
              <a:ext cx="5366292" cy="1668810"/>
            </a:xfrm>
            <a:custGeom>
              <a:avLst/>
              <a:pathLst>
                <a:path w="5366292" h="1668810">
                  <a:moveTo>
                    <a:pt x="0" y="1668810"/>
                  </a:moveTo>
                  <a:lnTo>
                    <a:pt x="28838" y="1456000"/>
                  </a:lnTo>
                  <a:lnTo>
                    <a:pt x="61990" y="1505103"/>
                  </a:lnTo>
                  <a:lnTo>
                    <a:pt x="95141" y="1465111"/>
                  </a:lnTo>
                  <a:lnTo>
                    <a:pt x="128293" y="1289490"/>
                  </a:lnTo>
                  <a:lnTo>
                    <a:pt x="161445" y="1138520"/>
                  </a:lnTo>
                  <a:lnTo>
                    <a:pt x="194597" y="1092691"/>
                  </a:lnTo>
                  <a:lnTo>
                    <a:pt x="227749" y="1057644"/>
                  </a:lnTo>
                  <a:lnTo>
                    <a:pt x="260901" y="992943"/>
                  </a:lnTo>
                  <a:lnTo>
                    <a:pt x="294053" y="1109991"/>
                  </a:lnTo>
                  <a:lnTo>
                    <a:pt x="327205" y="1067056"/>
                  </a:lnTo>
                  <a:lnTo>
                    <a:pt x="360357" y="1139771"/>
                  </a:lnTo>
                  <a:lnTo>
                    <a:pt x="393509" y="1085347"/>
                  </a:lnTo>
                  <a:lnTo>
                    <a:pt x="426660" y="839206"/>
                  </a:lnTo>
                  <a:lnTo>
                    <a:pt x="459812" y="666713"/>
                  </a:lnTo>
                  <a:lnTo>
                    <a:pt x="492964" y="598878"/>
                  </a:lnTo>
                  <a:lnTo>
                    <a:pt x="526116" y="500434"/>
                  </a:lnTo>
                  <a:lnTo>
                    <a:pt x="559268" y="521465"/>
                  </a:lnTo>
                  <a:lnTo>
                    <a:pt x="592420" y="519362"/>
                  </a:lnTo>
                  <a:lnTo>
                    <a:pt x="625572" y="498331"/>
                  </a:lnTo>
                  <a:lnTo>
                    <a:pt x="658724" y="431033"/>
                  </a:lnTo>
                  <a:lnTo>
                    <a:pt x="691876" y="383747"/>
                  </a:lnTo>
                  <a:lnTo>
                    <a:pt x="725027" y="213193"/>
                  </a:lnTo>
                  <a:lnTo>
                    <a:pt x="758179" y="65895"/>
                  </a:lnTo>
                  <a:lnTo>
                    <a:pt x="791331" y="44576"/>
                  </a:lnTo>
                  <a:lnTo>
                    <a:pt x="824483" y="0"/>
                  </a:lnTo>
                  <a:lnTo>
                    <a:pt x="824483" y="0"/>
                  </a:lnTo>
                  <a:lnTo>
                    <a:pt x="857635" y="7752"/>
                  </a:lnTo>
                  <a:lnTo>
                    <a:pt x="890787" y="114349"/>
                  </a:lnTo>
                  <a:lnTo>
                    <a:pt x="923939" y="277150"/>
                  </a:lnTo>
                  <a:lnTo>
                    <a:pt x="957091" y="189178"/>
                  </a:lnTo>
                  <a:lnTo>
                    <a:pt x="990243" y="176559"/>
                  </a:lnTo>
                  <a:lnTo>
                    <a:pt x="1023394" y="374057"/>
                  </a:lnTo>
                  <a:lnTo>
                    <a:pt x="1056546" y="273274"/>
                  </a:lnTo>
                  <a:lnTo>
                    <a:pt x="1089698" y="279089"/>
                  </a:lnTo>
                  <a:lnTo>
                    <a:pt x="1122850" y="397314"/>
                  </a:lnTo>
                  <a:lnTo>
                    <a:pt x="1156002" y="382661"/>
                  </a:lnTo>
                  <a:lnTo>
                    <a:pt x="1189154" y="397787"/>
                  </a:lnTo>
                  <a:lnTo>
                    <a:pt x="1222306" y="550630"/>
                  </a:lnTo>
                  <a:lnTo>
                    <a:pt x="1255458" y="775264"/>
                  </a:lnTo>
                  <a:lnTo>
                    <a:pt x="1288610" y="877895"/>
                  </a:lnTo>
                  <a:lnTo>
                    <a:pt x="1321761" y="572385"/>
                  </a:lnTo>
                  <a:lnTo>
                    <a:pt x="1354913" y="571953"/>
                  </a:lnTo>
                  <a:lnTo>
                    <a:pt x="1388065" y="555619"/>
                  </a:lnTo>
                  <a:lnTo>
                    <a:pt x="1421217" y="577766"/>
                  </a:lnTo>
                  <a:lnTo>
                    <a:pt x="1454369" y="670600"/>
                  </a:lnTo>
                  <a:lnTo>
                    <a:pt x="1487521" y="590616"/>
                  </a:lnTo>
                  <a:lnTo>
                    <a:pt x="1520673" y="649272"/>
                  </a:lnTo>
                  <a:lnTo>
                    <a:pt x="1553825" y="804775"/>
                  </a:lnTo>
                  <a:lnTo>
                    <a:pt x="1586977" y="493952"/>
                  </a:lnTo>
                  <a:lnTo>
                    <a:pt x="1620129" y="500727"/>
                  </a:lnTo>
                  <a:lnTo>
                    <a:pt x="1653280" y="571865"/>
                  </a:lnTo>
                  <a:lnTo>
                    <a:pt x="1686432" y="575252"/>
                  </a:lnTo>
                  <a:lnTo>
                    <a:pt x="1719584" y="934889"/>
                  </a:lnTo>
                  <a:lnTo>
                    <a:pt x="1752736" y="987871"/>
                  </a:lnTo>
                  <a:lnTo>
                    <a:pt x="1785888" y="1006535"/>
                  </a:lnTo>
                  <a:lnTo>
                    <a:pt x="1819040" y="1244243"/>
                  </a:lnTo>
                  <a:lnTo>
                    <a:pt x="1852192" y="1223764"/>
                  </a:lnTo>
                  <a:lnTo>
                    <a:pt x="1885344" y="1206005"/>
                  </a:lnTo>
                  <a:lnTo>
                    <a:pt x="1918496" y="1303404"/>
                  </a:lnTo>
                  <a:lnTo>
                    <a:pt x="1951647" y="1373944"/>
                  </a:lnTo>
                  <a:lnTo>
                    <a:pt x="1984799" y="1391934"/>
                  </a:lnTo>
                  <a:lnTo>
                    <a:pt x="2017951" y="1451243"/>
                  </a:lnTo>
                  <a:lnTo>
                    <a:pt x="2051103" y="1426980"/>
                  </a:lnTo>
                  <a:lnTo>
                    <a:pt x="2084255" y="1394630"/>
                  </a:lnTo>
                  <a:lnTo>
                    <a:pt x="2117407" y="1362279"/>
                  </a:lnTo>
                  <a:lnTo>
                    <a:pt x="2150559" y="1321841"/>
                  </a:lnTo>
                  <a:lnTo>
                    <a:pt x="2183711" y="1378454"/>
                  </a:lnTo>
                  <a:lnTo>
                    <a:pt x="2216863" y="1425119"/>
                  </a:lnTo>
                  <a:lnTo>
                    <a:pt x="2250014" y="1435784"/>
                  </a:lnTo>
                  <a:lnTo>
                    <a:pt x="2283166" y="1460885"/>
                  </a:lnTo>
                  <a:lnTo>
                    <a:pt x="2316318" y="1348956"/>
                  </a:lnTo>
                  <a:lnTo>
                    <a:pt x="2349470" y="1360199"/>
                  </a:lnTo>
                  <a:lnTo>
                    <a:pt x="2382622" y="1108924"/>
                  </a:lnTo>
                  <a:lnTo>
                    <a:pt x="2415774" y="1108924"/>
                  </a:lnTo>
                  <a:lnTo>
                    <a:pt x="2448926" y="1150775"/>
                  </a:lnTo>
                  <a:lnTo>
                    <a:pt x="2482078" y="1201927"/>
                  </a:lnTo>
                  <a:lnTo>
                    <a:pt x="2515230" y="1201927"/>
                  </a:lnTo>
                  <a:lnTo>
                    <a:pt x="2548381" y="1276329"/>
                  </a:lnTo>
                  <a:lnTo>
                    <a:pt x="2581533" y="1383283"/>
                  </a:lnTo>
                  <a:lnTo>
                    <a:pt x="2614685" y="1480936"/>
                  </a:lnTo>
                  <a:lnTo>
                    <a:pt x="2647837" y="1550689"/>
                  </a:lnTo>
                  <a:lnTo>
                    <a:pt x="2680989" y="1573940"/>
                  </a:lnTo>
                  <a:lnTo>
                    <a:pt x="2714141" y="1573940"/>
                  </a:lnTo>
                  <a:lnTo>
                    <a:pt x="2747293" y="1559989"/>
                  </a:lnTo>
                  <a:lnTo>
                    <a:pt x="2780445" y="1480936"/>
                  </a:lnTo>
                  <a:lnTo>
                    <a:pt x="2813597" y="1401884"/>
                  </a:lnTo>
                  <a:lnTo>
                    <a:pt x="2846748" y="1480936"/>
                  </a:lnTo>
                  <a:lnTo>
                    <a:pt x="2879900" y="1480936"/>
                  </a:lnTo>
                  <a:lnTo>
                    <a:pt x="2913052" y="1480936"/>
                  </a:lnTo>
                  <a:lnTo>
                    <a:pt x="2946204" y="1480936"/>
                  </a:lnTo>
                  <a:lnTo>
                    <a:pt x="2979356" y="1480936"/>
                  </a:lnTo>
                  <a:lnTo>
                    <a:pt x="3012508" y="1480936"/>
                  </a:lnTo>
                  <a:lnTo>
                    <a:pt x="3045660" y="1480936"/>
                  </a:lnTo>
                  <a:lnTo>
                    <a:pt x="3078812" y="1480936"/>
                  </a:lnTo>
                  <a:lnTo>
                    <a:pt x="3111964" y="1480936"/>
                  </a:lnTo>
                  <a:lnTo>
                    <a:pt x="3145116" y="1480936"/>
                  </a:lnTo>
                  <a:lnTo>
                    <a:pt x="3178267" y="1480936"/>
                  </a:lnTo>
                  <a:lnTo>
                    <a:pt x="3211419" y="1480936"/>
                  </a:lnTo>
                  <a:lnTo>
                    <a:pt x="3244571" y="1457686"/>
                  </a:lnTo>
                  <a:lnTo>
                    <a:pt x="3277723" y="1480936"/>
                  </a:lnTo>
                  <a:lnTo>
                    <a:pt x="3310875" y="1573940"/>
                  </a:lnTo>
                  <a:lnTo>
                    <a:pt x="3344027" y="1573940"/>
                  </a:lnTo>
                  <a:lnTo>
                    <a:pt x="3377179" y="1541388"/>
                  </a:lnTo>
                  <a:lnTo>
                    <a:pt x="3410331" y="1606626"/>
                  </a:lnTo>
                  <a:lnTo>
                    <a:pt x="3443483" y="1596751"/>
                  </a:lnTo>
                  <a:lnTo>
                    <a:pt x="3476634" y="1596751"/>
                  </a:lnTo>
                  <a:lnTo>
                    <a:pt x="3509786" y="1615213"/>
                  </a:lnTo>
                  <a:lnTo>
                    <a:pt x="3542938" y="1547463"/>
                  </a:lnTo>
                  <a:lnTo>
                    <a:pt x="3576090" y="1547463"/>
                  </a:lnTo>
                  <a:lnTo>
                    <a:pt x="3609242" y="1547463"/>
                  </a:lnTo>
                  <a:lnTo>
                    <a:pt x="3642394" y="1506813"/>
                  </a:lnTo>
                  <a:lnTo>
                    <a:pt x="3675546" y="1401801"/>
                  </a:lnTo>
                  <a:lnTo>
                    <a:pt x="3708698" y="1242589"/>
                  </a:lnTo>
                  <a:lnTo>
                    <a:pt x="3741850" y="1235813"/>
                  </a:lnTo>
                  <a:lnTo>
                    <a:pt x="3775001" y="1269688"/>
                  </a:lnTo>
                  <a:lnTo>
                    <a:pt x="3808153" y="1208714"/>
                  </a:lnTo>
                  <a:lnTo>
                    <a:pt x="3841305" y="1208714"/>
                  </a:lnTo>
                  <a:lnTo>
                    <a:pt x="3874457" y="1232426"/>
                  </a:lnTo>
                  <a:lnTo>
                    <a:pt x="3907609" y="1308724"/>
                  </a:lnTo>
                  <a:lnTo>
                    <a:pt x="3940761" y="1317546"/>
                  </a:lnTo>
                  <a:lnTo>
                    <a:pt x="3973913" y="1317546"/>
                  </a:lnTo>
                  <a:lnTo>
                    <a:pt x="4007065" y="1015921"/>
                  </a:lnTo>
                  <a:lnTo>
                    <a:pt x="4040217" y="1108924"/>
                  </a:lnTo>
                  <a:lnTo>
                    <a:pt x="4073368" y="1108924"/>
                  </a:lnTo>
                  <a:lnTo>
                    <a:pt x="4106520" y="1108924"/>
                  </a:lnTo>
                  <a:lnTo>
                    <a:pt x="4139672" y="1164726"/>
                  </a:lnTo>
                  <a:lnTo>
                    <a:pt x="4172824" y="1308881"/>
                  </a:lnTo>
                  <a:lnTo>
                    <a:pt x="4205976" y="1527438"/>
                  </a:lnTo>
                  <a:lnTo>
                    <a:pt x="4239128" y="1573940"/>
                  </a:lnTo>
                  <a:lnTo>
                    <a:pt x="4272280" y="1583240"/>
                  </a:lnTo>
                  <a:lnTo>
                    <a:pt x="4305432" y="1666943"/>
                  </a:lnTo>
                  <a:lnTo>
                    <a:pt x="4338584" y="1666943"/>
                  </a:lnTo>
                  <a:lnTo>
                    <a:pt x="4371736" y="1666943"/>
                  </a:lnTo>
                  <a:lnTo>
                    <a:pt x="4404887" y="1666943"/>
                  </a:lnTo>
                  <a:lnTo>
                    <a:pt x="4438039" y="1666943"/>
                  </a:lnTo>
                  <a:lnTo>
                    <a:pt x="4471191" y="1666943"/>
                  </a:lnTo>
                  <a:lnTo>
                    <a:pt x="4504343" y="1666943"/>
                  </a:lnTo>
                  <a:lnTo>
                    <a:pt x="4537495" y="1666943"/>
                  </a:lnTo>
                  <a:lnTo>
                    <a:pt x="4570647" y="1666943"/>
                  </a:lnTo>
                  <a:lnTo>
                    <a:pt x="4603799" y="1666943"/>
                  </a:lnTo>
                  <a:lnTo>
                    <a:pt x="4636951" y="1666943"/>
                  </a:lnTo>
                  <a:lnTo>
                    <a:pt x="4670103" y="1666943"/>
                  </a:lnTo>
                  <a:lnTo>
                    <a:pt x="4703254" y="1666943"/>
                  </a:lnTo>
                  <a:lnTo>
                    <a:pt x="4736406" y="1666943"/>
                  </a:lnTo>
                  <a:lnTo>
                    <a:pt x="4769558" y="1666943"/>
                  </a:lnTo>
                  <a:lnTo>
                    <a:pt x="4802710" y="1666943"/>
                  </a:lnTo>
                  <a:lnTo>
                    <a:pt x="4835862" y="1666943"/>
                  </a:lnTo>
                  <a:lnTo>
                    <a:pt x="4869014" y="1666943"/>
                  </a:lnTo>
                  <a:lnTo>
                    <a:pt x="4902166" y="1666943"/>
                  </a:lnTo>
                  <a:lnTo>
                    <a:pt x="4935318" y="1666943"/>
                  </a:lnTo>
                  <a:lnTo>
                    <a:pt x="4968470" y="1666943"/>
                  </a:lnTo>
                  <a:lnTo>
                    <a:pt x="5001621" y="1666943"/>
                  </a:lnTo>
                  <a:lnTo>
                    <a:pt x="5034773" y="1666943"/>
                  </a:lnTo>
                  <a:lnTo>
                    <a:pt x="5067925" y="1666943"/>
                  </a:lnTo>
                  <a:lnTo>
                    <a:pt x="5101077" y="1666943"/>
                  </a:lnTo>
                  <a:lnTo>
                    <a:pt x="5134229" y="1611141"/>
                  </a:lnTo>
                  <a:lnTo>
                    <a:pt x="5167381" y="1573940"/>
                  </a:lnTo>
                  <a:lnTo>
                    <a:pt x="5200533" y="1499537"/>
                  </a:lnTo>
                  <a:lnTo>
                    <a:pt x="5233685" y="1480936"/>
                  </a:lnTo>
                  <a:lnTo>
                    <a:pt x="5266837" y="1480936"/>
                  </a:lnTo>
                  <a:lnTo>
                    <a:pt x="5299988" y="1480936"/>
                  </a:lnTo>
                  <a:lnTo>
                    <a:pt x="5333140" y="1480936"/>
                  </a:lnTo>
                  <a:lnTo>
                    <a:pt x="5366292" y="1480936"/>
                  </a:lnTo>
                  <a:lnTo>
                    <a:pt x="5366292" y="148093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22670" y="2355589"/>
              <a:ext cx="8375825" cy="1668810"/>
            </a:xfrm>
            <a:custGeom>
              <a:avLst/>
              <a:pathLst>
                <a:path w="8375825" h="1668810">
                  <a:moveTo>
                    <a:pt x="0" y="1480936"/>
                  </a:moveTo>
                  <a:lnTo>
                    <a:pt x="21548" y="1480936"/>
                  </a:lnTo>
                  <a:lnTo>
                    <a:pt x="54700" y="1480936"/>
                  </a:lnTo>
                  <a:lnTo>
                    <a:pt x="87852" y="1425134"/>
                  </a:lnTo>
                  <a:lnTo>
                    <a:pt x="121004" y="1387933"/>
                  </a:lnTo>
                  <a:lnTo>
                    <a:pt x="154156" y="1387933"/>
                  </a:lnTo>
                  <a:lnTo>
                    <a:pt x="187308" y="1364683"/>
                  </a:lnTo>
                  <a:lnTo>
                    <a:pt x="220460" y="1215878"/>
                  </a:lnTo>
                  <a:lnTo>
                    <a:pt x="253611" y="1201927"/>
                  </a:lnTo>
                  <a:lnTo>
                    <a:pt x="286763" y="1201927"/>
                  </a:lnTo>
                  <a:lnTo>
                    <a:pt x="319915" y="1201927"/>
                  </a:lnTo>
                  <a:lnTo>
                    <a:pt x="353067" y="1169376"/>
                  </a:lnTo>
                  <a:lnTo>
                    <a:pt x="386219" y="1108924"/>
                  </a:lnTo>
                  <a:lnTo>
                    <a:pt x="419371" y="1108924"/>
                  </a:lnTo>
                  <a:lnTo>
                    <a:pt x="452523" y="1160075"/>
                  </a:lnTo>
                  <a:lnTo>
                    <a:pt x="485675" y="1294930"/>
                  </a:lnTo>
                  <a:lnTo>
                    <a:pt x="518827" y="1294930"/>
                  </a:lnTo>
                  <a:lnTo>
                    <a:pt x="551978" y="1294930"/>
                  </a:lnTo>
                  <a:lnTo>
                    <a:pt x="585130" y="1350732"/>
                  </a:lnTo>
                  <a:lnTo>
                    <a:pt x="618282" y="1387933"/>
                  </a:lnTo>
                  <a:lnTo>
                    <a:pt x="651434" y="1387933"/>
                  </a:lnTo>
                  <a:lnTo>
                    <a:pt x="684586" y="1327481"/>
                  </a:lnTo>
                  <a:lnTo>
                    <a:pt x="717738" y="1466986"/>
                  </a:lnTo>
                  <a:lnTo>
                    <a:pt x="750890" y="1480936"/>
                  </a:lnTo>
                  <a:lnTo>
                    <a:pt x="784042" y="1480936"/>
                  </a:lnTo>
                  <a:lnTo>
                    <a:pt x="817194" y="1480936"/>
                  </a:lnTo>
                  <a:lnTo>
                    <a:pt x="850346" y="1513488"/>
                  </a:lnTo>
                  <a:lnTo>
                    <a:pt x="883497" y="1513488"/>
                  </a:lnTo>
                  <a:lnTo>
                    <a:pt x="916649" y="1480936"/>
                  </a:lnTo>
                  <a:lnTo>
                    <a:pt x="949801" y="1480936"/>
                  </a:lnTo>
                  <a:lnTo>
                    <a:pt x="982953" y="1480936"/>
                  </a:lnTo>
                  <a:lnTo>
                    <a:pt x="1016105" y="1480936"/>
                  </a:lnTo>
                  <a:lnTo>
                    <a:pt x="1049257" y="1480936"/>
                  </a:lnTo>
                  <a:lnTo>
                    <a:pt x="1082409" y="1480936"/>
                  </a:lnTo>
                  <a:lnTo>
                    <a:pt x="1115561" y="1480936"/>
                  </a:lnTo>
                  <a:lnTo>
                    <a:pt x="1148713" y="1480936"/>
                  </a:lnTo>
                  <a:lnTo>
                    <a:pt x="1181864" y="1564639"/>
                  </a:lnTo>
                  <a:lnTo>
                    <a:pt x="1215016" y="1573940"/>
                  </a:lnTo>
                  <a:lnTo>
                    <a:pt x="1248168" y="1573940"/>
                  </a:lnTo>
                  <a:lnTo>
                    <a:pt x="1281320" y="1541388"/>
                  </a:lnTo>
                  <a:lnTo>
                    <a:pt x="1314472" y="1480936"/>
                  </a:lnTo>
                  <a:lnTo>
                    <a:pt x="1347624" y="1480936"/>
                  </a:lnTo>
                  <a:lnTo>
                    <a:pt x="1380776" y="1541388"/>
                  </a:lnTo>
                  <a:lnTo>
                    <a:pt x="1413928" y="1573940"/>
                  </a:lnTo>
                  <a:lnTo>
                    <a:pt x="1447080" y="1573940"/>
                  </a:lnTo>
                  <a:lnTo>
                    <a:pt x="1480231" y="1573940"/>
                  </a:lnTo>
                  <a:lnTo>
                    <a:pt x="1513383" y="1573940"/>
                  </a:lnTo>
                  <a:lnTo>
                    <a:pt x="1546535" y="1494887"/>
                  </a:lnTo>
                  <a:lnTo>
                    <a:pt x="1579687" y="1387933"/>
                  </a:lnTo>
                  <a:lnTo>
                    <a:pt x="1612839" y="1294930"/>
                  </a:lnTo>
                  <a:lnTo>
                    <a:pt x="1645991" y="1294930"/>
                  </a:lnTo>
                  <a:lnTo>
                    <a:pt x="1679143" y="1294930"/>
                  </a:lnTo>
                  <a:lnTo>
                    <a:pt x="1712295" y="1294930"/>
                  </a:lnTo>
                  <a:lnTo>
                    <a:pt x="1745447" y="1294930"/>
                  </a:lnTo>
                  <a:lnTo>
                    <a:pt x="1778598" y="1327481"/>
                  </a:lnTo>
                  <a:lnTo>
                    <a:pt x="1811750" y="1387933"/>
                  </a:lnTo>
                  <a:lnTo>
                    <a:pt x="1844902" y="1387933"/>
                  </a:lnTo>
                  <a:lnTo>
                    <a:pt x="1878054" y="1387933"/>
                  </a:lnTo>
                  <a:lnTo>
                    <a:pt x="1911206" y="1387933"/>
                  </a:lnTo>
                  <a:lnTo>
                    <a:pt x="1944358" y="1387933"/>
                  </a:lnTo>
                  <a:lnTo>
                    <a:pt x="1977510" y="1387933"/>
                  </a:lnTo>
                  <a:lnTo>
                    <a:pt x="2010662" y="1387933"/>
                  </a:lnTo>
                  <a:lnTo>
                    <a:pt x="2043814" y="1466986"/>
                  </a:lnTo>
                  <a:lnTo>
                    <a:pt x="2076966" y="1550689"/>
                  </a:lnTo>
                  <a:lnTo>
                    <a:pt x="2110117" y="1573940"/>
                  </a:lnTo>
                  <a:lnTo>
                    <a:pt x="2143269" y="1573940"/>
                  </a:lnTo>
                  <a:lnTo>
                    <a:pt x="2176421" y="1573940"/>
                  </a:lnTo>
                  <a:lnTo>
                    <a:pt x="2209573" y="1573940"/>
                  </a:lnTo>
                  <a:lnTo>
                    <a:pt x="2242725" y="1573940"/>
                  </a:lnTo>
                  <a:lnTo>
                    <a:pt x="2275877" y="1573940"/>
                  </a:lnTo>
                  <a:lnTo>
                    <a:pt x="2309029" y="1573940"/>
                  </a:lnTo>
                  <a:lnTo>
                    <a:pt x="2342181" y="1573940"/>
                  </a:lnTo>
                  <a:lnTo>
                    <a:pt x="2375333" y="1573940"/>
                  </a:lnTo>
                  <a:lnTo>
                    <a:pt x="2408484" y="1559989"/>
                  </a:lnTo>
                  <a:lnTo>
                    <a:pt x="2441636" y="1480936"/>
                  </a:lnTo>
                  <a:lnTo>
                    <a:pt x="2474788" y="1480936"/>
                  </a:lnTo>
                  <a:lnTo>
                    <a:pt x="2507940" y="1480936"/>
                  </a:lnTo>
                  <a:lnTo>
                    <a:pt x="2541092" y="1480936"/>
                  </a:lnTo>
                  <a:lnTo>
                    <a:pt x="2574244" y="1504187"/>
                  </a:lnTo>
                  <a:lnTo>
                    <a:pt x="2607396" y="1573940"/>
                  </a:lnTo>
                  <a:lnTo>
                    <a:pt x="2640548" y="1573940"/>
                  </a:lnTo>
                  <a:lnTo>
                    <a:pt x="2673700" y="1573940"/>
                  </a:lnTo>
                  <a:lnTo>
                    <a:pt x="2706851" y="1573940"/>
                  </a:lnTo>
                  <a:lnTo>
                    <a:pt x="2740003" y="1573940"/>
                  </a:lnTo>
                  <a:lnTo>
                    <a:pt x="2773155" y="1559989"/>
                  </a:lnTo>
                  <a:lnTo>
                    <a:pt x="2806307" y="1480936"/>
                  </a:lnTo>
                  <a:lnTo>
                    <a:pt x="2839459" y="1480936"/>
                  </a:lnTo>
                  <a:lnTo>
                    <a:pt x="2872611" y="1480936"/>
                  </a:lnTo>
                  <a:lnTo>
                    <a:pt x="2905763" y="1494887"/>
                  </a:lnTo>
                  <a:lnTo>
                    <a:pt x="2938915" y="1573940"/>
                  </a:lnTo>
                  <a:lnTo>
                    <a:pt x="2972067" y="1573940"/>
                  </a:lnTo>
                  <a:lnTo>
                    <a:pt x="3005218" y="1668810"/>
                  </a:lnTo>
                  <a:lnTo>
                    <a:pt x="3038370" y="1456000"/>
                  </a:lnTo>
                  <a:lnTo>
                    <a:pt x="3071522" y="1505103"/>
                  </a:lnTo>
                  <a:lnTo>
                    <a:pt x="3104674" y="1465111"/>
                  </a:lnTo>
                  <a:lnTo>
                    <a:pt x="3137826" y="1289490"/>
                  </a:lnTo>
                  <a:lnTo>
                    <a:pt x="3170978" y="1138520"/>
                  </a:lnTo>
                  <a:lnTo>
                    <a:pt x="3204130" y="1092691"/>
                  </a:lnTo>
                  <a:lnTo>
                    <a:pt x="3237282" y="1057644"/>
                  </a:lnTo>
                  <a:lnTo>
                    <a:pt x="3270434" y="992943"/>
                  </a:lnTo>
                  <a:lnTo>
                    <a:pt x="3303586" y="1109991"/>
                  </a:lnTo>
                  <a:lnTo>
                    <a:pt x="3336737" y="1067056"/>
                  </a:lnTo>
                  <a:lnTo>
                    <a:pt x="3369889" y="1139771"/>
                  </a:lnTo>
                  <a:lnTo>
                    <a:pt x="3403041" y="1085347"/>
                  </a:lnTo>
                  <a:lnTo>
                    <a:pt x="3436193" y="839206"/>
                  </a:lnTo>
                  <a:lnTo>
                    <a:pt x="3469345" y="666713"/>
                  </a:lnTo>
                  <a:lnTo>
                    <a:pt x="3502497" y="598878"/>
                  </a:lnTo>
                  <a:lnTo>
                    <a:pt x="3535649" y="500434"/>
                  </a:lnTo>
                  <a:lnTo>
                    <a:pt x="3568801" y="521465"/>
                  </a:lnTo>
                  <a:lnTo>
                    <a:pt x="3601953" y="519362"/>
                  </a:lnTo>
                  <a:lnTo>
                    <a:pt x="3635104" y="498331"/>
                  </a:lnTo>
                  <a:lnTo>
                    <a:pt x="3668256" y="431033"/>
                  </a:lnTo>
                  <a:lnTo>
                    <a:pt x="3701408" y="383747"/>
                  </a:lnTo>
                  <a:lnTo>
                    <a:pt x="3734560" y="213193"/>
                  </a:lnTo>
                  <a:lnTo>
                    <a:pt x="3767712" y="65895"/>
                  </a:lnTo>
                  <a:lnTo>
                    <a:pt x="3800864" y="44576"/>
                  </a:lnTo>
                  <a:lnTo>
                    <a:pt x="3834016" y="0"/>
                  </a:lnTo>
                  <a:lnTo>
                    <a:pt x="3867168" y="7752"/>
                  </a:lnTo>
                  <a:lnTo>
                    <a:pt x="3900320" y="114349"/>
                  </a:lnTo>
                  <a:lnTo>
                    <a:pt x="3933471" y="277150"/>
                  </a:lnTo>
                  <a:lnTo>
                    <a:pt x="3966623" y="189178"/>
                  </a:lnTo>
                  <a:lnTo>
                    <a:pt x="3999775" y="176559"/>
                  </a:lnTo>
                  <a:lnTo>
                    <a:pt x="4032927" y="374057"/>
                  </a:lnTo>
                  <a:lnTo>
                    <a:pt x="4066079" y="273274"/>
                  </a:lnTo>
                  <a:lnTo>
                    <a:pt x="4099231" y="279089"/>
                  </a:lnTo>
                  <a:lnTo>
                    <a:pt x="4132383" y="397314"/>
                  </a:lnTo>
                  <a:lnTo>
                    <a:pt x="4165535" y="382661"/>
                  </a:lnTo>
                  <a:lnTo>
                    <a:pt x="4198687" y="397787"/>
                  </a:lnTo>
                  <a:lnTo>
                    <a:pt x="4231838" y="550630"/>
                  </a:lnTo>
                  <a:lnTo>
                    <a:pt x="4264990" y="775264"/>
                  </a:lnTo>
                  <a:lnTo>
                    <a:pt x="4298142" y="877895"/>
                  </a:lnTo>
                  <a:lnTo>
                    <a:pt x="4331294" y="572385"/>
                  </a:lnTo>
                  <a:lnTo>
                    <a:pt x="4364446" y="571953"/>
                  </a:lnTo>
                  <a:lnTo>
                    <a:pt x="4397598" y="555619"/>
                  </a:lnTo>
                  <a:lnTo>
                    <a:pt x="4430750" y="577766"/>
                  </a:lnTo>
                  <a:lnTo>
                    <a:pt x="4463902" y="670600"/>
                  </a:lnTo>
                  <a:lnTo>
                    <a:pt x="4497054" y="590616"/>
                  </a:lnTo>
                  <a:lnTo>
                    <a:pt x="4530206" y="649272"/>
                  </a:lnTo>
                  <a:lnTo>
                    <a:pt x="4563357" y="804775"/>
                  </a:lnTo>
                  <a:lnTo>
                    <a:pt x="4596509" y="493952"/>
                  </a:lnTo>
                  <a:lnTo>
                    <a:pt x="4629661" y="500727"/>
                  </a:lnTo>
                  <a:lnTo>
                    <a:pt x="4662813" y="571865"/>
                  </a:lnTo>
                  <a:lnTo>
                    <a:pt x="4695965" y="575252"/>
                  </a:lnTo>
                  <a:lnTo>
                    <a:pt x="4729117" y="934889"/>
                  </a:lnTo>
                  <a:lnTo>
                    <a:pt x="4762269" y="987871"/>
                  </a:lnTo>
                  <a:lnTo>
                    <a:pt x="4795421" y="1006535"/>
                  </a:lnTo>
                  <a:lnTo>
                    <a:pt x="4828573" y="1244243"/>
                  </a:lnTo>
                  <a:lnTo>
                    <a:pt x="4861724" y="1223764"/>
                  </a:lnTo>
                  <a:lnTo>
                    <a:pt x="4894876" y="1206005"/>
                  </a:lnTo>
                  <a:lnTo>
                    <a:pt x="4928028" y="1303404"/>
                  </a:lnTo>
                  <a:lnTo>
                    <a:pt x="4961180" y="1373944"/>
                  </a:lnTo>
                  <a:lnTo>
                    <a:pt x="4994332" y="1391934"/>
                  </a:lnTo>
                  <a:lnTo>
                    <a:pt x="5027484" y="1451243"/>
                  </a:lnTo>
                  <a:lnTo>
                    <a:pt x="5060636" y="1426980"/>
                  </a:lnTo>
                  <a:lnTo>
                    <a:pt x="5093788" y="1394630"/>
                  </a:lnTo>
                  <a:lnTo>
                    <a:pt x="5126940" y="1362279"/>
                  </a:lnTo>
                  <a:lnTo>
                    <a:pt x="5160091" y="1321841"/>
                  </a:lnTo>
                  <a:lnTo>
                    <a:pt x="5193243" y="1378454"/>
                  </a:lnTo>
                  <a:lnTo>
                    <a:pt x="5226395" y="1425119"/>
                  </a:lnTo>
                  <a:lnTo>
                    <a:pt x="5259547" y="1435784"/>
                  </a:lnTo>
                  <a:lnTo>
                    <a:pt x="5292699" y="1460885"/>
                  </a:lnTo>
                  <a:lnTo>
                    <a:pt x="5325851" y="1348956"/>
                  </a:lnTo>
                  <a:lnTo>
                    <a:pt x="5359003" y="1360199"/>
                  </a:lnTo>
                  <a:lnTo>
                    <a:pt x="5392155" y="1108924"/>
                  </a:lnTo>
                  <a:lnTo>
                    <a:pt x="5425307" y="1108924"/>
                  </a:lnTo>
                  <a:lnTo>
                    <a:pt x="5458458" y="1150775"/>
                  </a:lnTo>
                  <a:lnTo>
                    <a:pt x="5491610" y="1201927"/>
                  </a:lnTo>
                  <a:lnTo>
                    <a:pt x="5524762" y="1201927"/>
                  </a:lnTo>
                  <a:lnTo>
                    <a:pt x="5557914" y="1276329"/>
                  </a:lnTo>
                  <a:lnTo>
                    <a:pt x="5591066" y="1383283"/>
                  </a:lnTo>
                  <a:lnTo>
                    <a:pt x="5624218" y="1480936"/>
                  </a:lnTo>
                  <a:lnTo>
                    <a:pt x="5657370" y="1550689"/>
                  </a:lnTo>
                  <a:lnTo>
                    <a:pt x="5690522" y="1573940"/>
                  </a:lnTo>
                  <a:lnTo>
                    <a:pt x="5723674" y="1573940"/>
                  </a:lnTo>
                  <a:lnTo>
                    <a:pt x="5756826" y="1559989"/>
                  </a:lnTo>
                  <a:lnTo>
                    <a:pt x="5789977" y="1480936"/>
                  </a:lnTo>
                  <a:lnTo>
                    <a:pt x="5823129" y="1401884"/>
                  </a:lnTo>
                  <a:lnTo>
                    <a:pt x="5856281" y="1480936"/>
                  </a:lnTo>
                  <a:lnTo>
                    <a:pt x="5889433" y="1480936"/>
                  </a:lnTo>
                  <a:lnTo>
                    <a:pt x="5922585" y="1480936"/>
                  </a:lnTo>
                  <a:lnTo>
                    <a:pt x="5955737" y="1480936"/>
                  </a:lnTo>
                  <a:lnTo>
                    <a:pt x="5988889" y="1480936"/>
                  </a:lnTo>
                  <a:lnTo>
                    <a:pt x="6022041" y="1480936"/>
                  </a:lnTo>
                  <a:lnTo>
                    <a:pt x="6055193" y="1480936"/>
                  </a:lnTo>
                  <a:lnTo>
                    <a:pt x="6088344" y="1480936"/>
                  </a:lnTo>
                  <a:lnTo>
                    <a:pt x="6121496" y="1480936"/>
                  </a:lnTo>
                  <a:lnTo>
                    <a:pt x="6154648" y="1480936"/>
                  </a:lnTo>
                  <a:lnTo>
                    <a:pt x="6187800" y="1480936"/>
                  </a:lnTo>
                  <a:lnTo>
                    <a:pt x="6220952" y="1480936"/>
                  </a:lnTo>
                  <a:lnTo>
                    <a:pt x="6254104" y="1457686"/>
                  </a:lnTo>
                  <a:lnTo>
                    <a:pt x="6287256" y="1480936"/>
                  </a:lnTo>
                  <a:lnTo>
                    <a:pt x="6320408" y="1573940"/>
                  </a:lnTo>
                  <a:lnTo>
                    <a:pt x="6353560" y="1573940"/>
                  </a:lnTo>
                  <a:lnTo>
                    <a:pt x="6386711" y="1541388"/>
                  </a:lnTo>
                  <a:lnTo>
                    <a:pt x="6419863" y="1606626"/>
                  </a:lnTo>
                  <a:lnTo>
                    <a:pt x="6453015" y="1596751"/>
                  </a:lnTo>
                  <a:lnTo>
                    <a:pt x="6486167" y="1596751"/>
                  </a:lnTo>
                  <a:lnTo>
                    <a:pt x="6519319" y="1615213"/>
                  </a:lnTo>
                  <a:lnTo>
                    <a:pt x="6552471" y="1547463"/>
                  </a:lnTo>
                  <a:lnTo>
                    <a:pt x="6585623" y="1547463"/>
                  </a:lnTo>
                  <a:lnTo>
                    <a:pt x="6618775" y="1547463"/>
                  </a:lnTo>
                  <a:lnTo>
                    <a:pt x="6651927" y="1506813"/>
                  </a:lnTo>
                  <a:lnTo>
                    <a:pt x="6685078" y="1401801"/>
                  </a:lnTo>
                  <a:lnTo>
                    <a:pt x="6718230" y="1242589"/>
                  </a:lnTo>
                  <a:lnTo>
                    <a:pt x="6751382" y="1235813"/>
                  </a:lnTo>
                  <a:lnTo>
                    <a:pt x="6784534" y="1269688"/>
                  </a:lnTo>
                  <a:lnTo>
                    <a:pt x="6817686" y="1208714"/>
                  </a:lnTo>
                  <a:lnTo>
                    <a:pt x="6850838" y="1208714"/>
                  </a:lnTo>
                  <a:lnTo>
                    <a:pt x="6883990" y="1232426"/>
                  </a:lnTo>
                  <a:lnTo>
                    <a:pt x="6917142" y="1308724"/>
                  </a:lnTo>
                  <a:lnTo>
                    <a:pt x="6950294" y="1317546"/>
                  </a:lnTo>
                  <a:lnTo>
                    <a:pt x="6983446" y="1317546"/>
                  </a:lnTo>
                  <a:lnTo>
                    <a:pt x="7016597" y="1015921"/>
                  </a:lnTo>
                  <a:lnTo>
                    <a:pt x="7049749" y="1108924"/>
                  </a:lnTo>
                  <a:lnTo>
                    <a:pt x="7082901" y="1108924"/>
                  </a:lnTo>
                  <a:lnTo>
                    <a:pt x="7116053" y="1108924"/>
                  </a:lnTo>
                  <a:lnTo>
                    <a:pt x="7149205" y="1164726"/>
                  </a:lnTo>
                  <a:lnTo>
                    <a:pt x="7182357" y="1308881"/>
                  </a:lnTo>
                  <a:lnTo>
                    <a:pt x="7215509" y="1527438"/>
                  </a:lnTo>
                  <a:lnTo>
                    <a:pt x="7248661" y="1573940"/>
                  </a:lnTo>
                  <a:lnTo>
                    <a:pt x="7281813" y="1583240"/>
                  </a:lnTo>
                  <a:lnTo>
                    <a:pt x="7314964" y="1666943"/>
                  </a:lnTo>
                  <a:lnTo>
                    <a:pt x="7348116" y="1666943"/>
                  </a:lnTo>
                  <a:lnTo>
                    <a:pt x="7381268" y="1666943"/>
                  </a:lnTo>
                  <a:lnTo>
                    <a:pt x="7414420" y="1666943"/>
                  </a:lnTo>
                  <a:lnTo>
                    <a:pt x="7447572" y="1666943"/>
                  </a:lnTo>
                  <a:lnTo>
                    <a:pt x="7480724" y="1666943"/>
                  </a:lnTo>
                  <a:lnTo>
                    <a:pt x="7513876" y="1666943"/>
                  </a:lnTo>
                  <a:lnTo>
                    <a:pt x="7547028" y="1666943"/>
                  </a:lnTo>
                  <a:lnTo>
                    <a:pt x="7580180" y="1666943"/>
                  </a:lnTo>
                  <a:lnTo>
                    <a:pt x="7613331" y="1666943"/>
                  </a:lnTo>
                  <a:lnTo>
                    <a:pt x="7646483" y="1666943"/>
                  </a:lnTo>
                  <a:lnTo>
                    <a:pt x="7679635" y="1666943"/>
                  </a:lnTo>
                  <a:lnTo>
                    <a:pt x="7712787" y="1666943"/>
                  </a:lnTo>
                  <a:lnTo>
                    <a:pt x="7745939" y="1666943"/>
                  </a:lnTo>
                  <a:lnTo>
                    <a:pt x="7779091" y="1666943"/>
                  </a:lnTo>
                  <a:lnTo>
                    <a:pt x="7812243" y="1666943"/>
                  </a:lnTo>
                  <a:lnTo>
                    <a:pt x="7845395" y="1666943"/>
                  </a:lnTo>
                  <a:lnTo>
                    <a:pt x="7878547" y="1666943"/>
                  </a:lnTo>
                  <a:lnTo>
                    <a:pt x="7911698" y="1666943"/>
                  </a:lnTo>
                  <a:lnTo>
                    <a:pt x="7944850" y="1666943"/>
                  </a:lnTo>
                  <a:lnTo>
                    <a:pt x="7978002" y="1666943"/>
                  </a:lnTo>
                  <a:lnTo>
                    <a:pt x="8011154" y="1666943"/>
                  </a:lnTo>
                  <a:lnTo>
                    <a:pt x="8044306" y="1666943"/>
                  </a:lnTo>
                  <a:lnTo>
                    <a:pt x="8077458" y="1666943"/>
                  </a:lnTo>
                  <a:lnTo>
                    <a:pt x="8110610" y="1666943"/>
                  </a:lnTo>
                  <a:lnTo>
                    <a:pt x="8143762" y="1611141"/>
                  </a:lnTo>
                  <a:lnTo>
                    <a:pt x="8176914" y="1573940"/>
                  </a:lnTo>
                  <a:lnTo>
                    <a:pt x="8210066" y="1499537"/>
                  </a:lnTo>
                  <a:lnTo>
                    <a:pt x="8243217" y="1480936"/>
                  </a:lnTo>
                  <a:lnTo>
                    <a:pt x="8276369" y="1480936"/>
                  </a:lnTo>
                  <a:lnTo>
                    <a:pt x="8309521" y="1480936"/>
                  </a:lnTo>
                  <a:lnTo>
                    <a:pt x="8342673" y="1480936"/>
                  </a:lnTo>
                  <a:lnTo>
                    <a:pt x="8375825" y="1480936"/>
                  </a:lnTo>
                  <a:lnTo>
                    <a:pt x="8375825" y="1668810"/>
                  </a:lnTo>
                  <a:lnTo>
                    <a:pt x="8342673" y="1668810"/>
                  </a:lnTo>
                  <a:lnTo>
                    <a:pt x="8309521" y="1668810"/>
                  </a:lnTo>
                  <a:lnTo>
                    <a:pt x="8276369" y="1668810"/>
                  </a:lnTo>
                  <a:lnTo>
                    <a:pt x="8243217" y="1668810"/>
                  </a:lnTo>
                  <a:lnTo>
                    <a:pt x="8210066" y="1668810"/>
                  </a:lnTo>
                  <a:lnTo>
                    <a:pt x="8176914" y="1668810"/>
                  </a:lnTo>
                  <a:lnTo>
                    <a:pt x="8143762" y="1668810"/>
                  </a:lnTo>
                  <a:lnTo>
                    <a:pt x="8110610" y="1668810"/>
                  </a:lnTo>
                  <a:lnTo>
                    <a:pt x="8077458" y="1668810"/>
                  </a:lnTo>
                  <a:lnTo>
                    <a:pt x="8044306" y="1668810"/>
                  </a:lnTo>
                  <a:lnTo>
                    <a:pt x="8011154" y="1668810"/>
                  </a:lnTo>
                  <a:lnTo>
                    <a:pt x="7978002" y="1668810"/>
                  </a:lnTo>
                  <a:lnTo>
                    <a:pt x="7944850" y="1668810"/>
                  </a:lnTo>
                  <a:lnTo>
                    <a:pt x="7911698" y="1668810"/>
                  </a:lnTo>
                  <a:lnTo>
                    <a:pt x="7878547" y="1668810"/>
                  </a:lnTo>
                  <a:lnTo>
                    <a:pt x="7845395" y="1668810"/>
                  </a:lnTo>
                  <a:lnTo>
                    <a:pt x="7812243" y="1668810"/>
                  </a:lnTo>
                  <a:lnTo>
                    <a:pt x="7779091" y="1668810"/>
                  </a:lnTo>
                  <a:lnTo>
                    <a:pt x="7745939" y="1668810"/>
                  </a:lnTo>
                  <a:lnTo>
                    <a:pt x="7712787" y="1668810"/>
                  </a:lnTo>
                  <a:lnTo>
                    <a:pt x="7679635" y="1668810"/>
                  </a:lnTo>
                  <a:lnTo>
                    <a:pt x="7646483" y="1668810"/>
                  </a:lnTo>
                  <a:lnTo>
                    <a:pt x="7613331" y="1668810"/>
                  </a:lnTo>
                  <a:lnTo>
                    <a:pt x="7580180" y="1668810"/>
                  </a:lnTo>
                  <a:lnTo>
                    <a:pt x="7547028" y="1668810"/>
                  </a:lnTo>
                  <a:lnTo>
                    <a:pt x="7513876" y="1668810"/>
                  </a:lnTo>
                  <a:lnTo>
                    <a:pt x="7480724" y="1668810"/>
                  </a:lnTo>
                  <a:lnTo>
                    <a:pt x="7447572" y="1668810"/>
                  </a:lnTo>
                  <a:lnTo>
                    <a:pt x="7414420" y="1668810"/>
                  </a:lnTo>
                  <a:lnTo>
                    <a:pt x="7381268" y="1668810"/>
                  </a:lnTo>
                  <a:lnTo>
                    <a:pt x="7348116" y="1668810"/>
                  </a:lnTo>
                  <a:lnTo>
                    <a:pt x="7314964" y="1668810"/>
                  </a:lnTo>
                  <a:lnTo>
                    <a:pt x="7281813" y="1668810"/>
                  </a:lnTo>
                  <a:lnTo>
                    <a:pt x="7248661" y="1668810"/>
                  </a:lnTo>
                  <a:lnTo>
                    <a:pt x="7215509" y="1668810"/>
                  </a:lnTo>
                  <a:lnTo>
                    <a:pt x="7182357" y="1668810"/>
                  </a:lnTo>
                  <a:lnTo>
                    <a:pt x="7149205" y="1668810"/>
                  </a:lnTo>
                  <a:lnTo>
                    <a:pt x="7116053" y="1668810"/>
                  </a:lnTo>
                  <a:lnTo>
                    <a:pt x="7082901" y="1668810"/>
                  </a:lnTo>
                  <a:lnTo>
                    <a:pt x="7049749" y="1668810"/>
                  </a:lnTo>
                  <a:lnTo>
                    <a:pt x="7016597" y="1668810"/>
                  </a:lnTo>
                  <a:lnTo>
                    <a:pt x="6983446" y="1668810"/>
                  </a:lnTo>
                  <a:lnTo>
                    <a:pt x="6950294" y="1668810"/>
                  </a:lnTo>
                  <a:lnTo>
                    <a:pt x="6917142" y="1668810"/>
                  </a:lnTo>
                  <a:lnTo>
                    <a:pt x="6883990" y="1668810"/>
                  </a:lnTo>
                  <a:lnTo>
                    <a:pt x="6850838" y="1668810"/>
                  </a:lnTo>
                  <a:lnTo>
                    <a:pt x="6817686" y="1668810"/>
                  </a:lnTo>
                  <a:lnTo>
                    <a:pt x="6784534" y="1668810"/>
                  </a:lnTo>
                  <a:lnTo>
                    <a:pt x="6751382" y="1668810"/>
                  </a:lnTo>
                  <a:lnTo>
                    <a:pt x="6718230" y="1668810"/>
                  </a:lnTo>
                  <a:lnTo>
                    <a:pt x="6685078" y="1668810"/>
                  </a:lnTo>
                  <a:lnTo>
                    <a:pt x="6651927" y="1668810"/>
                  </a:lnTo>
                  <a:lnTo>
                    <a:pt x="6618775" y="1668810"/>
                  </a:lnTo>
                  <a:lnTo>
                    <a:pt x="6585623" y="1668810"/>
                  </a:lnTo>
                  <a:lnTo>
                    <a:pt x="6552471" y="1668810"/>
                  </a:lnTo>
                  <a:lnTo>
                    <a:pt x="6519319" y="1668810"/>
                  </a:lnTo>
                  <a:lnTo>
                    <a:pt x="6486167" y="1668810"/>
                  </a:lnTo>
                  <a:lnTo>
                    <a:pt x="6453015" y="1668810"/>
                  </a:lnTo>
                  <a:lnTo>
                    <a:pt x="6419863" y="1668810"/>
                  </a:lnTo>
                  <a:lnTo>
                    <a:pt x="6386711" y="1668810"/>
                  </a:lnTo>
                  <a:lnTo>
                    <a:pt x="6353560" y="1668810"/>
                  </a:lnTo>
                  <a:lnTo>
                    <a:pt x="6320408" y="1668810"/>
                  </a:lnTo>
                  <a:lnTo>
                    <a:pt x="6287256" y="1668810"/>
                  </a:lnTo>
                  <a:lnTo>
                    <a:pt x="6254104" y="1668810"/>
                  </a:lnTo>
                  <a:lnTo>
                    <a:pt x="6220952" y="1668810"/>
                  </a:lnTo>
                  <a:lnTo>
                    <a:pt x="6187800" y="1668810"/>
                  </a:lnTo>
                  <a:lnTo>
                    <a:pt x="6154648" y="1668810"/>
                  </a:lnTo>
                  <a:lnTo>
                    <a:pt x="6121496" y="1668810"/>
                  </a:lnTo>
                  <a:lnTo>
                    <a:pt x="6088344" y="1668810"/>
                  </a:lnTo>
                  <a:lnTo>
                    <a:pt x="6055193" y="1668810"/>
                  </a:lnTo>
                  <a:lnTo>
                    <a:pt x="6022041" y="1668810"/>
                  </a:lnTo>
                  <a:lnTo>
                    <a:pt x="5988889" y="1668810"/>
                  </a:lnTo>
                  <a:lnTo>
                    <a:pt x="5955737" y="1668810"/>
                  </a:lnTo>
                  <a:lnTo>
                    <a:pt x="5922585" y="1668810"/>
                  </a:lnTo>
                  <a:lnTo>
                    <a:pt x="5889433" y="1668810"/>
                  </a:lnTo>
                  <a:lnTo>
                    <a:pt x="5856281" y="1668810"/>
                  </a:lnTo>
                  <a:lnTo>
                    <a:pt x="5823129" y="1668810"/>
                  </a:lnTo>
                  <a:lnTo>
                    <a:pt x="5789977" y="1668810"/>
                  </a:lnTo>
                  <a:lnTo>
                    <a:pt x="5756826" y="1668810"/>
                  </a:lnTo>
                  <a:lnTo>
                    <a:pt x="5723674" y="1668810"/>
                  </a:lnTo>
                  <a:lnTo>
                    <a:pt x="5690522" y="1668810"/>
                  </a:lnTo>
                  <a:lnTo>
                    <a:pt x="5657370" y="1668810"/>
                  </a:lnTo>
                  <a:lnTo>
                    <a:pt x="5624218" y="1668810"/>
                  </a:lnTo>
                  <a:lnTo>
                    <a:pt x="5591066" y="1668810"/>
                  </a:lnTo>
                  <a:lnTo>
                    <a:pt x="5557914" y="1668810"/>
                  </a:lnTo>
                  <a:lnTo>
                    <a:pt x="5524762" y="1668810"/>
                  </a:lnTo>
                  <a:lnTo>
                    <a:pt x="5491610" y="1668810"/>
                  </a:lnTo>
                  <a:lnTo>
                    <a:pt x="5458458" y="1668810"/>
                  </a:lnTo>
                  <a:lnTo>
                    <a:pt x="5425307" y="1668810"/>
                  </a:lnTo>
                  <a:lnTo>
                    <a:pt x="5392155" y="1668810"/>
                  </a:lnTo>
                  <a:lnTo>
                    <a:pt x="5359003" y="1668810"/>
                  </a:lnTo>
                  <a:lnTo>
                    <a:pt x="5325851" y="1668810"/>
                  </a:lnTo>
                  <a:lnTo>
                    <a:pt x="5292699" y="1668810"/>
                  </a:lnTo>
                  <a:lnTo>
                    <a:pt x="5259547" y="1668810"/>
                  </a:lnTo>
                  <a:lnTo>
                    <a:pt x="5226395" y="1668810"/>
                  </a:lnTo>
                  <a:lnTo>
                    <a:pt x="5193243" y="1668810"/>
                  </a:lnTo>
                  <a:lnTo>
                    <a:pt x="5160091" y="1668810"/>
                  </a:lnTo>
                  <a:lnTo>
                    <a:pt x="5126940" y="1668810"/>
                  </a:lnTo>
                  <a:lnTo>
                    <a:pt x="5093788" y="1668810"/>
                  </a:lnTo>
                  <a:lnTo>
                    <a:pt x="5060636" y="1668810"/>
                  </a:lnTo>
                  <a:lnTo>
                    <a:pt x="5027484" y="1668810"/>
                  </a:lnTo>
                  <a:lnTo>
                    <a:pt x="4994332" y="1668810"/>
                  </a:lnTo>
                  <a:lnTo>
                    <a:pt x="4961180" y="1668810"/>
                  </a:lnTo>
                  <a:lnTo>
                    <a:pt x="4928028" y="1668810"/>
                  </a:lnTo>
                  <a:lnTo>
                    <a:pt x="4894876" y="1668810"/>
                  </a:lnTo>
                  <a:lnTo>
                    <a:pt x="4861724" y="1668810"/>
                  </a:lnTo>
                  <a:lnTo>
                    <a:pt x="4828573" y="1668810"/>
                  </a:lnTo>
                  <a:lnTo>
                    <a:pt x="4795421" y="1668810"/>
                  </a:lnTo>
                  <a:lnTo>
                    <a:pt x="4762269" y="1668810"/>
                  </a:lnTo>
                  <a:lnTo>
                    <a:pt x="4729117" y="1668810"/>
                  </a:lnTo>
                  <a:lnTo>
                    <a:pt x="4695965" y="1668810"/>
                  </a:lnTo>
                  <a:lnTo>
                    <a:pt x="4662813" y="1668810"/>
                  </a:lnTo>
                  <a:lnTo>
                    <a:pt x="4629661" y="1668810"/>
                  </a:lnTo>
                  <a:lnTo>
                    <a:pt x="4596509" y="1668810"/>
                  </a:lnTo>
                  <a:lnTo>
                    <a:pt x="4563357" y="1668810"/>
                  </a:lnTo>
                  <a:lnTo>
                    <a:pt x="4530206" y="1668810"/>
                  </a:lnTo>
                  <a:lnTo>
                    <a:pt x="4497054" y="1668810"/>
                  </a:lnTo>
                  <a:lnTo>
                    <a:pt x="4463902" y="1668810"/>
                  </a:lnTo>
                  <a:lnTo>
                    <a:pt x="4430750" y="1668810"/>
                  </a:lnTo>
                  <a:lnTo>
                    <a:pt x="4397598" y="1668810"/>
                  </a:lnTo>
                  <a:lnTo>
                    <a:pt x="4364446" y="1668810"/>
                  </a:lnTo>
                  <a:lnTo>
                    <a:pt x="4331294" y="1668810"/>
                  </a:lnTo>
                  <a:lnTo>
                    <a:pt x="4298142" y="1668810"/>
                  </a:lnTo>
                  <a:lnTo>
                    <a:pt x="4264990" y="1668810"/>
                  </a:lnTo>
                  <a:lnTo>
                    <a:pt x="4231838" y="1668810"/>
                  </a:lnTo>
                  <a:lnTo>
                    <a:pt x="4198687" y="1668810"/>
                  </a:lnTo>
                  <a:lnTo>
                    <a:pt x="4165535" y="1668810"/>
                  </a:lnTo>
                  <a:lnTo>
                    <a:pt x="4132383" y="1668810"/>
                  </a:lnTo>
                  <a:lnTo>
                    <a:pt x="4099231" y="1668810"/>
                  </a:lnTo>
                  <a:lnTo>
                    <a:pt x="4066079" y="1668810"/>
                  </a:lnTo>
                  <a:lnTo>
                    <a:pt x="4032927" y="1668810"/>
                  </a:lnTo>
                  <a:lnTo>
                    <a:pt x="3999775" y="1668810"/>
                  </a:lnTo>
                  <a:lnTo>
                    <a:pt x="3966623" y="1668810"/>
                  </a:lnTo>
                  <a:lnTo>
                    <a:pt x="3933471" y="1668810"/>
                  </a:lnTo>
                  <a:lnTo>
                    <a:pt x="3900320" y="1668810"/>
                  </a:lnTo>
                  <a:lnTo>
                    <a:pt x="3867168" y="1668810"/>
                  </a:lnTo>
                  <a:lnTo>
                    <a:pt x="3834016" y="1668810"/>
                  </a:lnTo>
                  <a:lnTo>
                    <a:pt x="3800864" y="1668810"/>
                  </a:lnTo>
                  <a:lnTo>
                    <a:pt x="3767712" y="1668810"/>
                  </a:lnTo>
                  <a:lnTo>
                    <a:pt x="3734560" y="1668810"/>
                  </a:lnTo>
                  <a:lnTo>
                    <a:pt x="3701408" y="1668810"/>
                  </a:lnTo>
                  <a:lnTo>
                    <a:pt x="3668256" y="1668810"/>
                  </a:lnTo>
                  <a:lnTo>
                    <a:pt x="3635104" y="1668810"/>
                  </a:lnTo>
                  <a:lnTo>
                    <a:pt x="3601953" y="1668810"/>
                  </a:lnTo>
                  <a:lnTo>
                    <a:pt x="3568801" y="1668810"/>
                  </a:lnTo>
                  <a:lnTo>
                    <a:pt x="3535649" y="1668810"/>
                  </a:lnTo>
                  <a:lnTo>
                    <a:pt x="3502497" y="1668810"/>
                  </a:lnTo>
                  <a:lnTo>
                    <a:pt x="3469345" y="1668810"/>
                  </a:lnTo>
                  <a:lnTo>
                    <a:pt x="3436193" y="1668810"/>
                  </a:lnTo>
                  <a:lnTo>
                    <a:pt x="3403041" y="1668810"/>
                  </a:lnTo>
                  <a:lnTo>
                    <a:pt x="3369889" y="1668810"/>
                  </a:lnTo>
                  <a:lnTo>
                    <a:pt x="3336737" y="1668810"/>
                  </a:lnTo>
                  <a:lnTo>
                    <a:pt x="3303586" y="1668810"/>
                  </a:lnTo>
                  <a:lnTo>
                    <a:pt x="3270434" y="1668810"/>
                  </a:lnTo>
                  <a:lnTo>
                    <a:pt x="3237282" y="1668810"/>
                  </a:lnTo>
                  <a:lnTo>
                    <a:pt x="3204130" y="1668810"/>
                  </a:lnTo>
                  <a:lnTo>
                    <a:pt x="3170978" y="1668810"/>
                  </a:lnTo>
                  <a:lnTo>
                    <a:pt x="3137826" y="1668810"/>
                  </a:lnTo>
                  <a:lnTo>
                    <a:pt x="3104674" y="1668810"/>
                  </a:lnTo>
                  <a:lnTo>
                    <a:pt x="3071522" y="1668810"/>
                  </a:lnTo>
                  <a:lnTo>
                    <a:pt x="3038370" y="1668810"/>
                  </a:lnTo>
                  <a:lnTo>
                    <a:pt x="3005218" y="1668810"/>
                  </a:lnTo>
                  <a:lnTo>
                    <a:pt x="2972067" y="1668810"/>
                  </a:lnTo>
                  <a:lnTo>
                    <a:pt x="2938915" y="1668810"/>
                  </a:lnTo>
                  <a:lnTo>
                    <a:pt x="2905763" y="1668810"/>
                  </a:lnTo>
                  <a:lnTo>
                    <a:pt x="2872611" y="1668810"/>
                  </a:lnTo>
                  <a:lnTo>
                    <a:pt x="2839459" y="1668810"/>
                  </a:lnTo>
                  <a:lnTo>
                    <a:pt x="2806307" y="1668810"/>
                  </a:lnTo>
                  <a:lnTo>
                    <a:pt x="2773155" y="1668810"/>
                  </a:lnTo>
                  <a:lnTo>
                    <a:pt x="2740003" y="1668810"/>
                  </a:lnTo>
                  <a:lnTo>
                    <a:pt x="2706851" y="1668810"/>
                  </a:lnTo>
                  <a:lnTo>
                    <a:pt x="2673700" y="1668810"/>
                  </a:lnTo>
                  <a:lnTo>
                    <a:pt x="2640548" y="1668810"/>
                  </a:lnTo>
                  <a:lnTo>
                    <a:pt x="2607396" y="1668810"/>
                  </a:lnTo>
                  <a:lnTo>
                    <a:pt x="2574244" y="1668810"/>
                  </a:lnTo>
                  <a:lnTo>
                    <a:pt x="2541092" y="1668810"/>
                  </a:lnTo>
                  <a:lnTo>
                    <a:pt x="2507940" y="1668810"/>
                  </a:lnTo>
                  <a:lnTo>
                    <a:pt x="2474788" y="1668810"/>
                  </a:lnTo>
                  <a:lnTo>
                    <a:pt x="2441636" y="1668810"/>
                  </a:lnTo>
                  <a:lnTo>
                    <a:pt x="2408484" y="1668810"/>
                  </a:lnTo>
                  <a:lnTo>
                    <a:pt x="2375333" y="1668810"/>
                  </a:lnTo>
                  <a:lnTo>
                    <a:pt x="2342181" y="1668810"/>
                  </a:lnTo>
                  <a:lnTo>
                    <a:pt x="2309029" y="1668810"/>
                  </a:lnTo>
                  <a:lnTo>
                    <a:pt x="2275877" y="1668810"/>
                  </a:lnTo>
                  <a:lnTo>
                    <a:pt x="2242725" y="1668810"/>
                  </a:lnTo>
                  <a:lnTo>
                    <a:pt x="2209573" y="1668810"/>
                  </a:lnTo>
                  <a:lnTo>
                    <a:pt x="2176421" y="1668810"/>
                  </a:lnTo>
                  <a:lnTo>
                    <a:pt x="2143269" y="1668810"/>
                  </a:lnTo>
                  <a:lnTo>
                    <a:pt x="2110117" y="1668810"/>
                  </a:lnTo>
                  <a:lnTo>
                    <a:pt x="2076966" y="1668810"/>
                  </a:lnTo>
                  <a:lnTo>
                    <a:pt x="2043814" y="1668810"/>
                  </a:lnTo>
                  <a:lnTo>
                    <a:pt x="2010662" y="1668810"/>
                  </a:lnTo>
                  <a:lnTo>
                    <a:pt x="1977510" y="1668810"/>
                  </a:lnTo>
                  <a:lnTo>
                    <a:pt x="1944358" y="1668810"/>
                  </a:lnTo>
                  <a:lnTo>
                    <a:pt x="1911206" y="1668810"/>
                  </a:lnTo>
                  <a:lnTo>
                    <a:pt x="1878054" y="1668810"/>
                  </a:lnTo>
                  <a:lnTo>
                    <a:pt x="1844902" y="1668810"/>
                  </a:lnTo>
                  <a:lnTo>
                    <a:pt x="1811750" y="1668810"/>
                  </a:lnTo>
                  <a:lnTo>
                    <a:pt x="1778598" y="1668810"/>
                  </a:lnTo>
                  <a:lnTo>
                    <a:pt x="1745447" y="1668810"/>
                  </a:lnTo>
                  <a:lnTo>
                    <a:pt x="1712295" y="1668810"/>
                  </a:lnTo>
                  <a:lnTo>
                    <a:pt x="1679143" y="1668810"/>
                  </a:lnTo>
                  <a:lnTo>
                    <a:pt x="1645991" y="1668810"/>
                  </a:lnTo>
                  <a:lnTo>
                    <a:pt x="1612839" y="1668810"/>
                  </a:lnTo>
                  <a:lnTo>
                    <a:pt x="1579687" y="1668810"/>
                  </a:lnTo>
                  <a:lnTo>
                    <a:pt x="1546535" y="1668810"/>
                  </a:lnTo>
                  <a:lnTo>
                    <a:pt x="1513383" y="1668810"/>
                  </a:lnTo>
                  <a:lnTo>
                    <a:pt x="1480231" y="1668810"/>
                  </a:lnTo>
                  <a:lnTo>
                    <a:pt x="1447080" y="1668810"/>
                  </a:lnTo>
                  <a:lnTo>
                    <a:pt x="1413928" y="1668810"/>
                  </a:lnTo>
                  <a:lnTo>
                    <a:pt x="1380776" y="1668810"/>
                  </a:lnTo>
                  <a:lnTo>
                    <a:pt x="1347624" y="1668810"/>
                  </a:lnTo>
                  <a:lnTo>
                    <a:pt x="1314472" y="1668810"/>
                  </a:lnTo>
                  <a:lnTo>
                    <a:pt x="1281320" y="1668810"/>
                  </a:lnTo>
                  <a:lnTo>
                    <a:pt x="1248168" y="1668810"/>
                  </a:lnTo>
                  <a:lnTo>
                    <a:pt x="1215016" y="1668810"/>
                  </a:lnTo>
                  <a:lnTo>
                    <a:pt x="1181864" y="1668810"/>
                  </a:lnTo>
                  <a:lnTo>
                    <a:pt x="1148713" y="1668810"/>
                  </a:lnTo>
                  <a:lnTo>
                    <a:pt x="1115561" y="1668810"/>
                  </a:lnTo>
                  <a:lnTo>
                    <a:pt x="1082409" y="1668810"/>
                  </a:lnTo>
                  <a:lnTo>
                    <a:pt x="1049257" y="1668810"/>
                  </a:lnTo>
                  <a:lnTo>
                    <a:pt x="1016105" y="1668810"/>
                  </a:lnTo>
                  <a:lnTo>
                    <a:pt x="982953" y="1668810"/>
                  </a:lnTo>
                  <a:lnTo>
                    <a:pt x="949801" y="1668810"/>
                  </a:lnTo>
                  <a:lnTo>
                    <a:pt x="916649" y="1668810"/>
                  </a:lnTo>
                  <a:lnTo>
                    <a:pt x="883497" y="1668810"/>
                  </a:lnTo>
                  <a:lnTo>
                    <a:pt x="850346" y="1668810"/>
                  </a:lnTo>
                  <a:lnTo>
                    <a:pt x="817194" y="1668810"/>
                  </a:lnTo>
                  <a:lnTo>
                    <a:pt x="784042" y="1668810"/>
                  </a:lnTo>
                  <a:lnTo>
                    <a:pt x="750890" y="1668810"/>
                  </a:lnTo>
                  <a:lnTo>
                    <a:pt x="717738" y="1668810"/>
                  </a:lnTo>
                  <a:lnTo>
                    <a:pt x="684586" y="1668810"/>
                  </a:lnTo>
                  <a:lnTo>
                    <a:pt x="651434" y="1668810"/>
                  </a:lnTo>
                  <a:lnTo>
                    <a:pt x="618282" y="1668810"/>
                  </a:lnTo>
                  <a:lnTo>
                    <a:pt x="585130" y="1668810"/>
                  </a:lnTo>
                  <a:lnTo>
                    <a:pt x="551978" y="1668810"/>
                  </a:lnTo>
                  <a:lnTo>
                    <a:pt x="518827" y="1668810"/>
                  </a:lnTo>
                  <a:lnTo>
                    <a:pt x="485675" y="1668810"/>
                  </a:lnTo>
                  <a:lnTo>
                    <a:pt x="452523" y="1668810"/>
                  </a:lnTo>
                  <a:lnTo>
                    <a:pt x="419371" y="1668810"/>
                  </a:lnTo>
                  <a:lnTo>
                    <a:pt x="386219" y="1668810"/>
                  </a:lnTo>
                  <a:lnTo>
                    <a:pt x="353067" y="1668810"/>
                  </a:lnTo>
                  <a:lnTo>
                    <a:pt x="319915" y="1668810"/>
                  </a:lnTo>
                  <a:lnTo>
                    <a:pt x="286763" y="1668810"/>
                  </a:lnTo>
                  <a:lnTo>
                    <a:pt x="253611" y="1668810"/>
                  </a:lnTo>
                  <a:lnTo>
                    <a:pt x="220460" y="1668810"/>
                  </a:lnTo>
                  <a:lnTo>
                    <a:pt x="187308" y="1668810"/>
                  </a:lnTo>
                  <a:lnTo>
                    <a:pt x="154156" y="1668810"/>
                  </a:lnTo>
                  <a:lnTo>
                    <a:pt x="121004" y="1668810"/>
                  </a:lnTo>
                  <a:lnTo>
                    <a:pt x="87852" y="1668810"/>
                  </a:lnTo>
                  <a:lnTo>
                    <a:pt x="54700" y="1668810"/>
                  </a:lnTo>
                  <a:lnTo>
                    <a:pt x="21548" y="1668810"/>
                  </a:lnTo>
                  <a:lnTo>
                    <a:pt x="0" y="166881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937859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688279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2267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17829" y="3674841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7829" y="3243882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17829" y="2812923"/>
              <a:ext cx="14221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46724" y="2381964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45" name="pl45"/>
            <p:cNvSpPr/>
            <p:nvPr/>
          </p:nvSpPr>
          <p:spPr>
            <a:xfrm>
              <a:off x="587875" y="37186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87875" y="32876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87875" y="28567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87875" y="24257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22670" y="402439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37687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495281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152876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810470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468065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1553266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52330000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61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52331000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868455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52332000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526050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52333000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183644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52334000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533911" y="4193188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61" name="tx61"/>
            <p:cNvSpPr/>
            <p:nvPr/>
          </p:nvSpPr>
          <p:spPr>
            <a:xfrm rot="-5400000">
              <a:off x="96391" y="313907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22670" y="2084226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  <p:sp>
          <p:nvSpPr>
            <p:cNvPr id="63" name="rc63"/>
            <p:cNvSpPr/>
            <p:nvPr/>
          </p:nvSpPr>
          <p:spPr>
            <a:xfrm>
              <a:off x="622670" y="4685334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22670" y="5258292"/>
              <a:ext cx="8375825" cy="1095852"/>
            </a:xfrm>
            <a:custGeom>
              <a:avLst/>
              <a:pathLst>
                <a:path w="8375825" h="1095852">
                  <a:moveTo>
                    <a:pt x="0" y="1095852"/>
                  </a:moveTo>
                  <a:lnTo>
                    <a:pt x="21548" y="1095852"/>
                  </a:lnTo>
                  <a:lnTo>
                    <a:pt x="54700" y="1095852"/>
                  </a:lnTo>
                  <a:lnTo>
                    <a:pt x="87852" y="1095852"/>
                  </a:lnTo>
                  <a:lnTo>
                    <a:pt x="121004" y="1095852"/>
                  </a:lnTo>
                  <a:lnTo>
                    <a:pt x="154156" y="1051350"/>
                  </a:lnTo>
                  <a:lnTo>
                    <a:pt x="187308" y="1040225"/>
                  </a:lnTo>
                  <a:lnTo>
                    <a:pt x="220460" y="1009630"/>
                  </a:lnTo>
                  <a:lnTo>
                    <a:pt x="253611" y="984598"/>
                  </a:lnTo>
                  <a:lnTo>
                    <a:pt x="286763" y="984598"/>
                  </a:lnTo>
                  <a:lnTo>
                    <a:pt x="319915" y="984598"/>
                  </a:lnTo>
                  <a:lnTo>
                    <a:pt x="353067" y="984598"/>
                  </a:lnTo>
                  <a:lnTo>
                    <a:pt x="386219" y="984598"/>
                  </a:lnTo>
                  <a:lnTo>
                    <a:pt x="419371" y="984598"/>
                  </a:lnTo>
                  <a:lnTo>
                    <a:pt x="452523" y="984598"/>
                  </a:lnTo>
                  <a:lnTo>
                    <a:pt x="485675" y="954003"/>
                  </a:lnTo>
                  <a:lnTo>
                    <a:pt x="518827" y="928971"/>
                  </a:lnTo>
                  <a:lnTo>
                    <a:pt x="551978" y="928971"/>
                  </a:lnTo>
                  <a:lnTo>
                    <a:pt x="585130" y="928971"/>
                  </a:lnTo>
                  <a:lnTo>
                    <a:pt x="618282" y="928971"/>
                  </a:lnTo>
                  <a:lnTo>
                    <a:pt x="651434" y="928971"/>
                  </a:lnTo>
                  <a:lnTo>
                    <a:pt x="684586" y="920627"/>
                  </a:lnTo>
                  <a:lnTo>
                    <a:pt x="717738" y="873344"/>
                  </a:lnTo>
                  <a:lnTo>
                    <a:pt x="750890" y="873344"/>
                  </a:lnTo>
                  <a:lnTo>
                    <a:pt x="784042" y="873344"/>
                  </a:lnTo>
                  <a:lnTo>
                    <a:pt x="817194" y="873344"/>
                  </a:lnTo>
                  <a:lnTo>
                    <a:pt x="850346" y="873344"/>
                  </a:lnTo>
                  <a:lnTo>
                    <a:pt x="883497" y="873344"/>
                  </a:lnTo>
                  <a:lnTo>
                    <a:pt x="916649" y="873344"/>
                  </a:lnTo>
                  <a:lnTo>
                    <a:pt x="949801" y="817717"/>
                  </a:lnTo>
                  <a:lnTo>
                    <a:pt x="982953" y="859437"/>
                  </a:lnTo>
                  <a:lnTo>
                    <a:pt x="1016105" y="873344"/>
                  </a:lnTo>
                  <a:lnTo>
                    <a:pt x="1049257" y="901157"/>
                  </a:lnTo>
                  <a:lnTo>
                    <a:pt x="1082409" y="928971"/>
                  </a:lnTo>
                  <a:lnTo>
                    <a:pt x="1115561" y="923408"/>
                  </a:lnTo>
                  <a:lnTo>
                    <a:pt x="1148713" y="873344"/>
                  </a:lnTo>
                  <a:lnTo>
                    <a:pt x="1181864" y="873344"/>
                  </a:lnTo>
                  <a:lnTo>
                    <a:pt x="1215016" y="873344"/>
                  </a:lnTo>
                  <a:lnTo>
                    <a:pt x="1248168" y="873344"/>
                  </a:lnTo>
                  <a:lnTo>
                    <a:pt x="1281320" y="873344"/>
                  </a:lnTo>
                  <a:lnTo>
                    <a:pt x="1314472" y="901157"/>
                  </a:lnTo>
                  <a:lnTo>
                    <a:pt x="1347624" y="928971"/>
                  </a:lnTo>
                  <a:lnTo>
                    <a:pt x="1380776" y="928971"/>
                  </a:lnTo>
                  <a:lnTo>
                    <a:pt x="1413928" y="912282"/>
                  </a:lnTo>
                  <a:lnTo>
                    <a:pt x="1447080" y="859437"/>
                  </a:lnTo>
                  <a:lnTo>
                    <a:pt x="1480231" y="817717"/>
                  </a:lnTo>
                  <a:lnTo>
                    <a:pt x="1513383" y="823279"/>
                  </a:lnTo>
                  <a:lnTo>
                    <a:pt x="1546535" y="873344"/>
                  </a:lnTo>
                  <a:lnTo>
                    <a:pt x="1579687" y="867781"/>
                  </a:lnTo>
                  <a:lnTo>
                    <a:pt x="1612839" y="817717"/>
                  </a:lnTo>
                  <a:lnTo>
                    <a:pt x="1645991" y="817717"/>
                  </a:lnTo>
                  <a:lnTo>
                    <a:pt x="1679143" y="817717"/>
                  </a:lnTo>
                  <a:lnTo>
                    <a:pt x="1712295" y="817717"/>
                  </a:lnTo>
                  <a:lnTo>
                    <a:pt x="1745447" y="770434"/>
                  </a:lnTo>
                  <a:lnTo>
                    <a:pt x="1778598" y="814935"/>
                  </a:lnTo>
                  <a:lnTo>
                    <a:pt x="1811750" y="817717"/>
                  </a:lnTo>
                  <a:lnTo>
                    <a:pt x="1844902" y="817717"/>
                  </a:lnTo>
                  <a:lnTo>
                    <a:pt x="1878054" y="817717"/>
                  </a:lnTo>
                  <a:lnTo>
                    <a:pt x="1911206" y="817717"/>
                  </a:lnTo>
                  <a:lnTo>
                    <a:pt x="1944358" y="820498"/>
                  </a:lnTo>
                  <a:lnTo>
                    <a:pt x="1977510" y="873344"/>
                  </a:lnTo>
                  <a:lnTo>
                    <a:pt x="2010662" y="873344"/>
                  </a:lnTo>
                  <a:lnTo>
                    <a:pt x="2043814" y="848311"/>
                  </a:lnTo>
                  <a:lnTo>
                    <a:pt x="2076966" y="762090"/>
                  </a:lnTo>
                  <a:lnTo>
                    <a:pt x="2110117" y="762090"/>
                  </a:lnTo>
                  <a:lnTo>
                    <a:pt x="2143269" y="762090"/>
                  </a:lnTo>
                  <a:lnTo>
                    <a:pt x="2176421" y="762090"/>
                  </a:lnTo>
                  <a:lnTo>
                    <a:pt x="2209573" y="762090"/>
                  </a:lnTo>
                  <a:lnTo>
                    <a:pt x="2242725" y="775996"/>
                  </a:lnTo>
                  <a:lnTo>
                    <a:pt x="2275877" y="789903"/>
                  </a:lnTo>
                  <a:lnTo>
                    <a:pt x="2309029" y="817717"/>
                  </a:lnTo>
                  <a:lnTo>
                    <a:pt x="2342181" y="817717"/>
                  </a:lnTo>
                  <a:lnTo>
                    <a:pt x="2375333" y="817717"/>
                  </a:lnTo>
                  <a:lnTo>
                    <a:pt x="2408484" y="820498"/>
                  </a:lnTo>
                  <a:lnTo>
                    <a:pt x="2441636" y="873344"/>
                  </a:lnTo>
                  <a:lnTo>
                    <a:pt x="2474788" y="873344"/>
                  </a:lnTo>
                  <a:lnTo>
                    <a:pt x="2507940" y="873344"/>
                  </a:lnTo>
                  <a:lnTo>
                    <a:pt x="2541092" y="873344"/>
                  </a:lnTo>
                  <a:lnTo>
                    <a:pt x="2574244" y="917845"/>
                  </a:lnTo>
                  <a:lnTo>
                    <a:pt x="2607396" y="928971"/>
                  </a:lnTo>
                  <a:lnTo>
                    <a:pt x="2640548" y="928971"/>
                  </a:lnTo>
                  <a:lnTo>
                    <a:pt x="2673700" y="928971"/>
                  </a:lnTo>
                  <a:lnTo>
                    <a:pt x="2706851" y="928971"/>
                  </a:lnTo>
                  <a:lnTo>
                    <a:pt x="2740003" y="928971"/>
                  </a:lnTo>
                  <a:lnTo>
                    <a:pt x="2773155" y="928971"/>
                  </a:lnTo>
                  <a:lnTo>
                    <a:pt x="2806307" y="928971"/>
                  </a:lnTo>
                  <a:lnTo>
                    <a:pt x="2839459" y="928971"/>
                  </a:lnTo>
                  <a:lnTo>
                    <a:pt x="2872611" y="895594"/>
                  </a:lnTo>
                  <a:lnTo>
                    <a:pt x="2905763" y="887250"/>
                  </a:lnTo>
                  <a:lnTo>
                    <a:pt x="2938915" y="873344"/>
                  </a:lnTo>
                  <a:lnTo>
                    <a:pt x="2972067" y="823279"/>
                  </a:lnTo>
                  <a:lnTo>
                    <a:pt x="3005218" y="817717"/>
                  </a:lnTo>
                  <a:lnTo>
                    <a:pt x="3038370" y="817717"/>
                  </a:lnTo>
                  <a:lnTo>
                    <a:pt x="3071522" y="817717"/>
                  </a:lnTo>
                  <a:lnTo>
                    <a:pt x="3104674" y="823279"/>
                  </a:lnTo>
                  <a:lnTo>
                    <a:pt x="3137826" y="770434"/>
                  </a:lnTo>
                  <a:lnTo>
                    <a:pt x="3170978" y="673086"/>
                  </a:lnTo>
                  <a:lnTo>
                    <a:pt x="3204130" y="595208"/>
                  </a:lnTo>
                  <a:lnTo>
                    <a:pt x="3237282" y="595208"/>
                  </a:lnTo>
                  <a:lnTo>
                    <a:pt x="3270434" y="547926"/>
                  </a:lnTo>
                  <a:lnTo>
                    <a:pt x="3303586" y="447797"/>
                  </a:lnTo>
                  <a:lnTo>
                    <a:pt x="3336737" y="403295"/>
                  </a:lnTo>
                  <a:lnTo>
                    <a:pt x="3369889" y="317073"/>
                  </a:lnTo>
                  <a:lnTo>
                    <a:pt x="3403041" y="317073"/>
                  </a:lnTo>
                  <a:lnTo>
                    <a:pt x="3436193" y="317073"/>
                  </a:lnTo>
                  <a:lnTo>
                    <a:pt x="3469345" y="317073"/>
                  </a:lnTo>
                  <a:lnTo>
                    <a:pt x="3502497" y="317073"/>
                  </a:lnTo>
                  <a:lnTo>
                    <a:pt x="3535649" y="317073"/>
                  </a:lnTo>
                  <a:lnTo>
                    <a:pt x="3568801" y="269791"/>
                  </a:lnTo>
                  <a:lnTo>
                    <a:pt x="3601953" y="261447"/>
                  </a:lnTo>
                  <a:lnTo>
                    <a:pt x="3635104" y="261447"/>
                  </a:lnTo>
                  <a:lnTo>
                    <a:pt x="3668256" y="255884"/>
                  </a:lnTo>
                  <a:lnTo>
                    <a:pt x="3701408" y="183569"/>
                  </a:lnTo>
                  <a:lnTo>
                    <a:pt x="3734560" y="244759"/>
                  </a:lnTo>
                  <a:lnTo>
                    <a:pt x="3767712" y="247540"/>
                  </a:lnTo>
                  <a:lnTo>
                    <a:pt x="3800864" y="219726"/>
                  </a:lnTo>
                  <a:lnTo>
                    <a:pt x="3834016" y="133504"/>
                  </a:lnTo>
                  <a:lnTo>
                    <a:pt x="3867168" y="86221"/>
                  </a:lnTo>
                  <a:lnTo>
                    <a:pt x="3900320" y="0"/>
                  </a:lnTo>
                  <a:lnTo>
                    <a:pt x="3933471" y="11125"/>
                  </a:lnTo>
                  <a:lnTo>
                    <a:pt x="3966623" y="80659"/>
                  </a:lnTo>
                  <a:lnTo>
                    <a:pt x="3999775" y="175225"/>
                  </a:lnTo>
                  <a:lnTo>
                    <a:pt x="4032927" y="205819"/>
                  </a:lnTo>
                  <a:lnTo>
                    <a:pt x="4066079" y="205819"/>
                  </a:lnTo>
                  <a:lnTo>
                    <a:pt x="4099231" y="236414"/>
                  </a:lnTo>
                  <a:lnTo>
                    <a:pt x="4132383" y="253103"/>
                  </a:lnTo>
                  <a:lnTo>
                    <a:pt x="4165535" y="280916"/>
                  </a:lnTo>
                  <a:lnTo>
                    <a:pt x="4198687" y="358794"/>
                  </a:lnTo>
                  <a:lnTo>
                    <a:pt x="4231838" y="267009"/>
                  </a:lnTo>
                  <a:lnTo>
                    <a:pt x="4264990" y="261447"/>
                  </a:lnTo>
                  <a:lnTo>
                    <a:pt x="4298142" y="228070"/>
                  </a:lnTo>
                  <a:lnTo>
                    <a:pt x="4331294" y="205819"/>
                  </a:lnTo>
                  <a:lnTo>
                    <a:pt x="4364446" y="205819"/>
                  </a:lnTo>
                  <a:lnTo>
                    <a:pt x="4397598" y="250321"/>
                  </a:lnTo>
                  <a:lnTo>
                    <a:pt x="4430750" y="261447"/>
                  </a:lnTo>
                  <a:lnTo>
                    <a:pt x="4463902" y="261447"/>
                  </a:lnTo>
                  <a:lnTo>
                    <a:pt x="4497054" y="216945"/>
                  </a:lnTo>
                  <a:lnTo>
                    <a:pt x="4530206" y="308730"/>
                  </a:lnTo>
                  <a:lnTo>
                    <a:pt x="4563357" y="225289"/>
                  </a:lnTo>
                  <a:lnTo>
                    <a:pt x="4596509" y="136286"/>
                  </a:lnTo>
                  <a:lnTo>
                    <a:pt x="4629661" y="125160"/>
                  </a:lnTo>
                  <a:lnTo>
                    <a:pt x="4662813" y="219726"/>
                  </a:lnTo>
                  <a:lnTo>
                    <a:pt x="4695965" y="267009"/>
                  </a:lnTo>
                  <a:lnTo>
                    <a:pt x="4729117" y="333762"/>
                  </a:lnTo>
                  <a:lnTo>
                    <a:pt x="4762269" y="317073"/>
                  </a:lnTo>
                  <a:lnTo>
                    <a:pt x="4795421" y="280916"/>
                  </a:lnTo>
                  <a:lnTo>
                    <a:pt x="4828573" y="261447"/>
                  </a:lnTo>
                  <a:lnTo>
                    <a:pt x="4861724" y="317073"/>
                  </a:lnTo>
                  <a:lnTo>
                    <a:pt x="4894876" y="317073"/>
                  </a:lnTo>
                  <a:lnTo>
                    <a:pt x="4928028" y="286479"/>
                  </a:lnTo>
                  <a:lnTo>
                    <a:pt x="4961180" y="356012"/>
                  </a:lnTo>
                  <a:lnTo>
                    <a:pt x="4994332" y="372701"/>
                  </a:lnTo>
                  <a:lnTo>
                    <a:pt x="5027484" y="383826"/>
                  </a:lnTo>
                  <a:lnTo>
                    <a:pt x="5060636" y="475610"/>
                  </a:lnTo>
                  <a:lnTo>
                    <a:pt x="5093788" y="483954"/>
                  </a:lnTo>
                  <a:lnTo>
                    <a:pt x="5126940" y="514549"/>
                  </a:lnTo>
                  <a:lnTo>
                    <a:pt x="5160091" y="539581"/>
                  </a:lnTo>
                  <a:lnTo>
                    <a:pt x="5193243" y="539581"/>
                  </a:lnTo>
                  <a:lnTo>
                    <a:pt x="5226395" y="539581"/>
                  </a:lnTo>
                  <a:lnTo>
                    <a:pt x="5259547" y="539581"/>
                  </a:lnTo>
                  <a:lnTo>
                    <a:pt x="5292699" y="506205"/>
                  </a:lnTo>
                  <a:lnTo>
                    <a:pt x="5325851" y="528456"/>
                  </a:lnTo>
                  <a:lnTo>
                    <a:pt x="5359003" y="550707"/>
                  </a:lnTo>
                  <a:lnTo>
                    <a:pt x="5392155" y="684212"/>
                  </a:lnTo>
                  <a:lnTo>
                    <a:pt x="5425307" y="781559"/>
                  </a:lnTo>
                  <a:lnTo>
                    <a:pt x="5458458" y="867781"/>
                  </a:lnTo>
                  <a:lnTo>
                    <a:pt x="5491610" y="873344"/>
                  </a:lnTo>
                  <a:lnTo>
                    <a:pt x="5524762" y="873344"/>
                  </a:lnTo>
                  <a:lnTo>
                    <a:pt x="5557914" y="890032"/>
                  </a:lnTo>
                  <a:lnTo>
                    <a:pt x="5591066" y="915064"/>
                  </a:lnTo>
                  <a:lnTo>
                    <a:pt x="5624218" y="906720"/>
                  </a:lnTo>
                  <a:lnTo>
                    <a:pt x="5657370" y="928971"/>
                  </a:lnTo>
                  <a:lnTo>
                    <a:pt x="5690522" y="928971"/>
                  </a:lnTo>
                  <a:lnTo>
                    <a:pt x="5723674" y="928971"/>
                  </a:lnTo>
                  <a:lnTo>
                    <a:pt x="5756826" y="965128"/>
                  </a:lnTo>
                  <a:lnTo>
                    <a:pt x="5789977" y="984598"/>
                  </a:lnTo>
                  <a:lnTo>
                    <a:pt x="5823129" y="984598"/>
                  </a:lnTo>
                  <a:lnTo>
                    <a:pt x="5856281" y="984598"/>
                  </a:lnTo>
                  <a:lnTo>
                    <a:pt x="5889433" y="984598"/>
                  </a:lnTo>
                  <a:lnTo>
                    <a:pt x="5922585" y="984598"/>
                  </a:lnTo>
                  <a:lnTo>
                    <a:pt x="5955737" y="984598"/>
                  </a:lnTo>
                  <a:lnTo>
                    <a:pt x="5988889" y="984598"/>
                  </a:lnTo>
                  <a:lnTo>
                    <a:pt x="6022041" y="984598"/>
                  </a:lnTo>
                  <a:lnTo>
                    <a:pt x="6055193" y="984598"/>
                  </a:lnTo>
                  <a:lnTo>
                    <a:pt x="6088344" y="984598"/>
                  </a:lnTo>
                  <a:lnTo>
                    <a:pt x="6121496" y="1015192"/>
                  </a:lnTo>
                  <a:lnTo>
                    <a:pt x="6154648" y="1040225"/>
                  </a:lnTo>
                  <a:lnTo>
                    <a:pt x="6187800" y="1040225"/>
                  </a:lnTo>
                  <a:lnTo>
                    <a:pt x="6220952" y="1040225"/>
                  </a:lnTo>
                  <a:lnTo>
                    <a:pt x="6254104" y="1040225"/>
                  </a:lnTo>
                  <a:lnTo>
                    <a:pt x="6287256" y="1029099"/>
                  </a:lnTo>
                  <a:lnTo>
                    <a:pt x="6320408" y="984598"/>
                  </a:lnTo>
                  <a:lnTo>
                    <a:pt x="6353560" y="984598"/>
                  </a:lnTo>
                  <a:lnTo>
                    <a:pt x="6386711" y="984598"/>
                  </a:lnTo>
                  <a:lnTo>
                    <a:pt x="6419863" y="995723"/>
                  </a:lnTo>
                  <a:lnTo>
                    <a:pt x="6453015" y="1017974"/>
                  </a:lnTo>
                  <a:lnTo>
                    <a:pt x="6486167" y="984598"/>
                  </a:lnTo>
                  <a:lnTo>
                    <a:pt x="6519319" y="984598"/>
                  </a:lnTo>
                  <a:lnTo>
                    <a:pt x="6552471" y="984598"/>
                  </a:lnTo>
                  <a:lnTo>
                    <a:pt x="6585623" y="984598"/>
                  </a:lnTo>
                  <a:lnTo>
                    <a:pt x="6618775" y="965128"/>
                  </a:lnTo>
                  <a:lnTo>
                    <a:pt x="6651927" y="928971"/>
                  </a:lnTo>
                  <a:lnTo>
                    <a:pt x="6685078" y="928971"/>
                  </a:lnTo>
                  <a:lnTo>
                    <a:pt x="6718230" y="928971"/>
                  </a:lnTo>
                  <a:lnTo>
                    <a:pt x="6751382" y="928971"/>
                  </a:lnTo>
                  <a:lnTo>
                    <a:pt x="6784534" y="928971"/>
                  </a:lnTo>
                  <a:lnTo>
                    <a:pt x="6817686" y="928971"/>
                  </a:lnTo>
                  <a:lnTo>
                    <a:pt x="6850838" y="928971"/>
                  </a:lnTo>
                  <a:lnTo>
                    <a:pt x="6883990" y="928971"/>
                  </a:lnTo>
                  <a:lnTo>
                    <a:pt x="6917142" y="928971"/>
                  </a:lnTo>
                  <a:lnTo>
                    <a:pt x="6950294" y="928971"/>
                  </a:lnTo>
                  <a:lnTo>
                    <a:pt x="6983446" y="876125"/>
                  </a:lnTo>
                  <a:lnTo>
                    <a:pt x="7016597" y="873344"/>
                  </a:lnTo>
                  <a:lnTo>
                    <a:pt x="7049749" y="873344"/>
                  </a:lnTo>
                  <a:lnTo>
                    <a:pt x="7082901" y="873344"/>
                  </a:lnTo>
                  <a:lnTo>
                    <a:pt x="7116053" y="881688"/>
                  </a:lnTo>
                  <a:lnTo>
                    <a:pt x="7149205" y="928971"/>
                  </a:lnTo>
                  <a:lnTo>
                    <a:pt x="7182357" y="928971"/>
                  </a:lnTo>
                  <a:lnTo>
                    <a:pt x="7215509" y="876125"/>
                  </a:lnTo>
                  <a:lnTo>
                    <a:pt x="7248661" y="873344"/>
                  </a:lnTo>
                  <a:lnTo>
                    <a:pt x="7281813" y="892813"/>
                  </a:lnTo>
                  <a:lnTo>
                    <a:pt x="7314964" y="873344"/>
                  </a:lnTo>
                  <a:lnTo>
                    <a:pt x="7348116" y="873344"/>
                  </a:lnTo>
                  <a:lnTo>
                    <a:pt x="7381268" y="873344"/>
                  </a:lnTo>
                  <a:lnTo>
                    <a:pt x="7414420" y="873344"/>
                  </a:lnTo>
                  <a:lnTo>
                    <a:pt x="7447572" y="859437"/>
                  </a:lnTo>
                  <a:lnTo>
                    <a:pt x="7480724" y="873344"/>
                  </a:lnTo>
                  <a:lnTo>
                    <a:pt x="7513876" y="873344"/>
                  </a:lnTo>
                  <a:lnTo>
                    <a:pt x="7547028" y="873344"/>
                  </a:lnTo>
                  <a:lnTo>
                    <a:pt x="7580180" y="873344"/>
                  </a:lnTo>
                  <a:lnTo>
                    <a:pt x="7613331" y="873344"/>
                  </a:lnTo>
                  <a:lnTo>
                    <a:pt x="7646483" y="817717"/>
                  </a:lnTo>
                  <a:lnTo>
                    <a:pt x="7679635" y="817717"/>
                  </a:lnTo>
                  <a:lnTo>
                    <a:pt x="7712787" y="817717"/>
                  </a:lnTo>
                  <a:lnTo>
                    <a:pt x="7745939" y="817717"/>
                  </a:lnTo>
                  <a:lnTo>
                    <a:pt x="7779091" y="781559"/>
                  </a:lnTo>
                  <a:lnTo>
                    <a:pt x="7812243" y="812154"/>
                  </a:lnTo>
                  <a:lnTo>
                    <a:pt x="7845395" y="817717"/>
                  </a:lnTo>
                  <a:lnTo>
                    <a:pt x="7878547" y="817717"/>
                  </a:lnTo>
                  <a:lnTo>
                    <a:pt x="7911698" y="817717"/>
                  </a:lnTo>
                  <a:lnTo>
                    <a:pt x="7944850" y="817717"/>
                  </a:lnTo>
                  <a:lnTo>
                    <a:pt x="7978002" y="817717"/>
                  </a:lnTo>
                  <a:lnTo>
                    <a:pt x="8011154" y="817717"/>
                  </a:lnTo>
                  <a:lnTo>
                    <a:pt x="8044306" y="867781"/>
                  </a:lnTo>
                  <a:lnTo>
                    <a:pt x="8077458" y="873344"/>
                  </a:lnTo>
                  <a:lnTo>
                    <a:pt x="8110610" y="873344"/>
                  </a:lnTo>
                  <a:lnTo>
                    <a:pt x="8143762" y="926189"/>
                  </a:lnTo>
                  <a:lnTo>
                    <a:pt x="8176914" y="928971"/>
                  </a:lnTo>
                  <a:lnTo>
                    <a:pt x="8210066" y="928971"/>
                  </a:lnTo>
                  <a:lnTo>
                    <a:pt x="8243217" y="928971"/>
                  </a:lnTo>
                  <a:lnTo>
                    <a:pt x="8276369" y="956784"/>
                  </a:lnTo>
                  <a:lnTo>
                    <a:pt x="8309521" y="984598"/>
                  </a:lnTo>
                  <a:lnTo>
                    <a:pt x="8342673" y="984598"/>
                  </a:lnTo>
                  <a:lnTo>
                    <a:pt x="8375825" y="984598"/>
                  </a:lnTo>
                  <a:lnTo>
                    <a:pt x="8375825" y="984598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937859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688279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2267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11199" y="631035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1199" y="603221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11199" y="575408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11199" y="547594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11199" y="5197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11199" y="491967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11199" y="46415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75" name="pl75"/>
            <p:cNvSpPr/>
            <p:nvPr/>
          </p:nvSpPr>
          <p:spPr>
            <a:xfrm>
              <a:off x="587875" y="6354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87875" y="607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87875" y="5797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87875" y="5519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87875" y="5241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87875" y="49634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87875" y="4685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22670" y="6354144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837687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495281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152876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810470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468065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1553266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52330000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210861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52331000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868455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52332000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526050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52333000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8183644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52334000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533911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96391" y="5468818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22670" y="4416918"/>
              <a:ext cx="1990479" cy="1639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2026-03-10T15:34:42Z</dcterms:modified>
  <cp:category/>
</cp:coreProperties>
</file>